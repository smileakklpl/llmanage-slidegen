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42" r:id="rId6"/>
    <p:sldId id="343" r:id="rId5"/>
    <p:sldId id="344" r:id="rId4"/>
    <p:sldId id="345" r:id="rId3"/>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90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資料集涵蓋 9,999 個不同 Passphrase 類別的分布</a:t>
            </a:r>
          </a:p>
        </c:rich>
      </c:tx>
      <c:layout/>
      <c:overlay val="0"/>
    </c:title>
    <c:autoTitleDeleted val="0"/>
    <c:plotArea>
      <c:barChart>
        <c:barDir val="col"/>
        <c:grouping val="clustered"/>
        <c:ser>
          <c:idx val="0"/>
          <c:order val="0"/>
          <c:tx>
            <c:strRef>
              <c:f>Sheet1!$B$1</c:f>
              <c:strCache>
                <c:ptCount val="1"/>
                <c:pt idx="0">
                  <c:v>count</c:v>
                </c:pt>
              </c:strCache>
            </c:strRef>
          </c:tx>
          <c:cat>
            <c:strRef>
              <c:f>Sheet1!$A$2:$A$10000</c:f>
              <c:strCache>
                <c:ptCount val="9999"/>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pt idx="10">
                  <c:v>frankcansellyourhouse</c:v>
                </c:pt>
                <c:pt idx="11">
                  <c:v>greatertampaappraisal</c:v>
                </c:pt>
                <c:pt idx="12">
                  <c:v>daltonappraisalgroup</c:v>
                </c:pt>
                <c:pt idx="13">
                  <c:v>sweet_but_mean_devil0723</c:v>
                </c:pt>
                <c:pt idx="14">
                  <c:v>numberonerealtor2553</c:v>
                </c:pt>
                <c:pt idx="15">
                  <c:v>midwestrapidappraisal</c:v>
                </c:pt>
                <c:pt idx="16">
                  <c:v>melinda4yourrealestate</c:v>
                </c:pt>
                <c:pt idx="17">
                  <c:v>correcthorsebatterystaple</c:v>
                </c:pt>
                <c:pt idx="18">
                  <c:v>maytheforcebewithyou</c:v>
                </c:pt>
                <c:pt idx="19">
                  <c:v>highschoolmusical123</c:v>
                </c:pt>
                <c:pt idx="20">
                  <c:v>urbanwoodworkinganddesign</c:v>
                </c:pt>
                <c:pt idx="21">
                  <c:v>maxmotivesmotherlode</c:v>
                </c:pt>
                <c:pt idx="22">
                  <c:v>lancheeyoung18041974</c:v>
                </c:pt>
                <c:pt idx="23">
                  <c:v>Bulletformyvalentine</c:v>
                </c:pt>
                <c:pt idx="24">
                  <c:v>jasminemarievillegas</c:v>
                </c:pt>
                <c:pt idx="25">
                  <c:v>manforgirllove100131</c:v>
                </c:pt>
                <c:pt idx="26">
                  <c:v>nationalhomeappraisal</c:v>
                </c:pt>
                <c:pt idx="27">
                  <c:v>nightwish_199329love</c:v>
                </c:pt>
                <c:pt idx="28">
                  <c:v>fivefingerdeathpunch</c:v>
                </c:pt>
                <c:pt idx="29">
                  <c:v>elite_4_life_suicide</c:v>
                </c:pt>
                <c:pt idx="30">
                  <c:v>7782761081lolitapapalesik</c:v>
                </c:pt>
                <c:pt idx="31">
                  <c:v>rageagainstthemachine</c:v>
                </c:pt>
                <c:pt idx="32">
                  <c:v>peanutbutterandjelly</c:v>
                </c:pt>
                <c:pt idx="33">
                  <c:v>directmagazineservice</c:v>
                </c:pt>
                <c:pt idx="34">
                  <c:v>princelarry_head2001</c:v>
                </c:pt>
                <c:pt idx="35">
                  <c:v>blonde_softball_sweetie06</c:v>
                </c:pt>
                <c:pt idx="36">
                  <c:v>blackgraphskokieflip</c:v>
                </c:pt>
                <c:pt idx="37">
                  <c:v>123456798PODSHEVALIN</c:v>
                </c:pt>
                <c:pt idx="38">
                  <c:v>supermassiveblackhole</c:v>
                </c:pt>
                <c:pt idx="39">
                  <c:v>secret2920morbidtime</c:v>
                </c:pt>
                <c:pt idx="40">
                  <c:v>rememberthispassword</c:v>
                </c:pt>
                <c:pt idx="41">
                  <c:v>BulletForMyValentine</c:v>
                </c:pt>
                <c:pt idx="42">
                  <c:v>antidisestablishmentarianism</c:v>
                </c:pt>
                <c:pt idx="43">
                  <c:v>barbieislandprincess</c:v>
                </c:pt>
                <c:pt idx="44">
                  <c:v>asking_alexandria_wolf</c:v>
                </c:pt>
                <c:pt idx="45">
                  <c:v>youwillneverwalkalone</c:v>
                </c:pt>
                <c:pt idx="46">
                  <c:v>the_broken_heart2005</c:v>
                </c:pt>
                <c:pt idx="47">
                  <c:v>importexportplatform</c:v>
                </c:pt>
                <c:pt idx="48">
                  <c:v>ExternalInterfaceModule</c:v>
                </c:pt>
                <c:pt idx="49">
                  <c:v>arnlinetelevision123</c:v>
                </c:pt>
                <c:pt idx="50">
                  <c:v>666101101kikihateyou</c:v>
                </c:pt>
                <c:pt idx="51">
                  <c:v>unionboxingpromotion</c:v>
                </c:pt>
                <c:pt idx="52">
                  <c:v>purplemonkeydishwasher</c:v>
                </c:pt>
                <c:pt idx="53">
                  <c:v>peanutbutterjellytime</c:v>
                </c:pt>
                <c:pt idx="54">
                  <c:v>lovewillsavetheworld</c:v>
                </c:pt>
                <c:pt idx="55">
                  <c:v>life23very08good1991</c:v>
                </c:pt>
                <c:pt idx="56">
                  <c:v>buffythevampireslayer</c:v>
                </c:pt>
                <c:pt idx="57">
                  <c:v>AssassinsCreedWolf91</c:v>
                </c:pt>
                <c:pt idx="58">
                  <c:v>alina03012000krisdoc</c:v>
                </c:pt>
                <c:pt idx="59">
                  <c:v>1sappytime151forlife1</c:v>
                </c:pt>
                <c:pt idx="60">
                  <c:v>1alina2ahunova3456789</c:v>
                </c:pt>
                <c:pt idx="61">
                  <c:v>theblackdahliamurder</c:v>
                </c:pt>
                <c:pt idx="62">
                  <c:v>thankyougod3456789</c:v>
                </c:pt>
                <c:pt idx="63">
                  <c:v>Puppinandrea14111995</c:v>
                </c:pt>
                <c:pt idx="64">
                  <c:v>PasswordNeedsReset!77983</c:v>
                </c:pt>
                <c:pt idx="65">
                  <c:v>one9eight4-1nine8fou</c:v>
                </c:pt>
                <c:pt idx="66">
                  <c:v>lightningbloodfireice</c:v>
                </c:pt>
                <c:pt idx="67">
                  <c:v>diamonddustrebellion</c:v>
                </c:pt>
                <c:pt idx="68">
                  <c:v>densportsmen31071992</c:v>
                </c:pt>
                <c:pt idx="69">
                  <c:v>bardarashomeromer19951995</c:v>
                </c:pt>
                <c:pt idx="70">
                  <c:v>assumingdirectcontrol</c:v>
                </c:pt>
                <c:pt idx="71">
                  <c:v>trancearoundtheworld</c:v>
                </c:pt>
                <c:pt idx="72">
                  <c:v>thesupercometpassword</c:v>
                </c:pt>
                <c:pt idx="73">
                  <c:v>people01are10still19having94sex</c:v>
                </c:pt>
                <c:pt idx="74">
                  <c:v>needforspeedundercover</c:v>
                </c:pt>
                <c:pt idx="75">
                  <c:v>minecraftmasterfuture</c:v>
                </c:pt>
                <c:pt idx="76">
                  <c:v>madam22.sasha22.live</c:v>
                </c:pt>
                <c:pt idx="77">
                  <c:v>followthewhiterabbit</c:v>
                </c:pt>
                <c:pt idx="78">
                  <c:v>FALLING5BLOODPRESSURE</c:v>
                </c:pt>
                <c:pt idx="79">
                  <c:v>571burnbutdontincinerate483</c:v>
                </c:pt>
                <c:pt idx="80">
                  <c:v>windowslivemessenger</c:v>
                </c:pt>
                <c:pt idx="81">
                  <c:v>thisholidaylifeflightcrew</c:v>
                </c:pt>
                <c:pt idx="82">
                  <c:v>Thebeautifulgirllike</c:v>
                </c:pt>
                <c:pt idx="83">
                  <c:v>RainbowspiritParadise</c:v>
                </c:pt>
                <c:pt idx="84">
                  <c:v>metalsoftretribution</c:v>
                </c:pt>
                <c:pt idx="85">
                  <c:v>imperialdevilstealth</c:v>
                </c:pt>
                <c:pt idx="86">
                  <c:v>hustleloyaltyrespect</c:v>
                </c:pt>
                <c:pt idx="87">
                  <c:v>coreyhoppermay221997</c:v>
                </c:pt>
                <c:pt idx="88">
                  <c:v>cinema_bizarre_-_love_son</c:v>
                </c:pt>
                <c:pt idx="89">
                  <c:v>willbeknowworldwide2012</c:v>
                </c:pt>
                <c:pt idx="90">
                  <c:v>whoonearturbbarclay123</c:v>
                </c:pt>
                <c:pt idx="91">
                  <c:v>treysongsmackgurl_12</c:v>
                </c:pt>
                <c:pt idx="92">
                  <c:v>theultimatecountdown</c:v>
                </c:pt>
                <c:pt idx="93">
                  <c:v>theneverendingrebuttal</c:v>
                </c:pt>
                <c:pt idx="94">
                  <c:v>teachelorddarkness44</c:v>
                </c:pt>
                <c:pt idx="95">
                  <c:v>raincorenation187</c:v>
                </c:pt>
                <c:pt idx="96">
                  <c:v>naidwaynefloridafunseeker</c:v>
                </c:pt>
                <c:pt idx="97">
                  <c:v>midnightthe_CooL_MAN</c:v>
                </c:pt>
                <c:pt idx="98">
                  <c:v>liverpoolfootballclub</c:v>
                </c:pt>
                <c:pt idx="99">
                  <c:v>limitedmarketingroup</c:v>
                </c:pt>
                <c:pt idx="100">
                  <c:v>libchrisamidaft_gurl86</c:v>
                </c:pt>
                <c:pt idx="101">
                  <c:v>KORONA210614LOVENOKIA7610</c:v>
                </c:pt>
                <c:pt idx="102">
                  <c:v>koolest_picture_contest</c:v>
                </c:pt>
                <c:pt idx="103">
                  <c:v>Kingdomhearts8emily</c:v>
                </c:pt>
                <c:pt idx="104">
                  <c:v>KentuckyFriedChicken</c:v>
                </c:pt>
                <c:pt idx="105">
                  <c:v>jupitercoconutcyclone</c:v>
                </c:pt>
                <c:pt idx="106">
                  <c:v>Jenn5784005jansen_deb</c:v>
                </c:pt>
                <c:pt idx="107">
                  <c:v>jampinganddrawingcrew</c:v>
                </c:pt>
                <c:pt idx="108">
                  <c:v>highschoolmusical101</c:v>
                </c:pt>
                <c:pt idx="109">
                  <c:v>game...over....basta</c:v>
                </c:pt>
                <c:pt idx="110">
                  <c:v>fullmetalalchemist12</c:v>
                </c:pt>
                <c:pt idx="111">
                  <c:v>elephantislandvictoria</c:v>
                </c:pt>
                <c:pt idx="112">
                  <c:v>counterstrikeconditionzero</c:v>
                </c:pt>
                <c:pt idx="113">
                  <c:v>castleforever_edmond</c:v>
                </c:pt>
                <c:pt idx="114">
                  <c:v>cancerdelalanpiersonthasurface</c:v>
                </c:pt>
                <c:pt idx="115">
                  <c:v>brynmawchiweaverfireman2327</c:v>
                </c:pt>
                <c:pt idx="116">
                  <c:v>benaveda072801nadiacarlin</c:v>
                </c:pt>
                <c:pt idx="117">
                  <c:v>baseballplayinghorse</c:v>
                </c:pt>
                <c:pt idx="118">
                  <c:v>bangbobbiebuddygreen</c:v>
                </c:pt>
                <c:pt idx="119">
                  <c:v>baby_dulcelollypop_12</c:v>
                </c:pt>
                <c:pt idx="120">
                  <c:v>arkansahayley.allison5</c:v>
                </c:pt>
                <c:pt idx="121">
                  <c:v>anapaulaoliveira24040</c:v>
                </c:pt>
                <c:pt idx="122">
                  <c:v>anamorphicwidescreen</c:v>
                </c:pt>
                <c:pt idx="123">
                  <c:v>allalongthewatchtower</c:v>
                </c:pt>
                <c:pt idx="124">
                  <c:v>1_buscoolvaleria2012</c:v>
                </c:pt>
                <c:pt idx="125">
                  <c:v>71321733flashkimbask</c:v>
                </c:pt>
                <c:pt idx="126">
                  <c:v>420smokeweedeveryday</c:v>
                </c:pt>
                <c:pt idx="127">
                  <c:v>1buDennis_daven.moore</c:v>
                </c:pt>
                <c:pt idx="128">
                  <c:v>180714punksnotdead</c:v>
                </c:pt>
                <c:pt idx="129">
                  <c:v>12746goodkarmaplease</c:v>
                </c:pt>
                <c:pt idx="130">
                  <c:v>volgogradsergeeva199</c:v>
                </c:pt>
                <c:pt idx="131">
                  <c:v>verydifficultpassword</c:v>
                </c:pt>
                <c:pt idx="132">
                  <c:v>valleyconcertsociety</c:v>
                </c:pt>
                <c:pt idx="133">
                  <c:v>vale-bondareva201219</c:v>
                </c:pt>
                <c:pt idx="134">
                  <c:v>unicornsniperpassword</c:v>
                </c:pt>
                <c:pt idx="135">
                  <c:v>trickshotterminal123</c:v>
                </c:pt>
                <c:pt idx="136">
                  <c:v>#NAME?</c:v>
                </c:pt>
                <c:pt idx="137">
                  <c:v>topgear_forever12345</c:v>
                </c:pt>
                <c:pt idx="138">
                  <c:v>tigersad0postmaster</c:v>
                </c:pt>
                <c:pt idx="139">
                  <c:v>struggleforexistence</c:v>
                </c:pt>
                <c:pt idx="140">
                  <c:v>streetracingsyndicate</c:v>
                </c:pt>
                <c:pt idx="141">
                  <c:v>stargate17atlantis10</c:v>
                </c:pt>
                <c:pt idx="142">
                  <c:v>sorokina_anna5307359</c:v>
                </c:pt>
                <c:pt idx="143">
                  <c:v>soccerrockmanchester1</c:v>
                </c:pt>
                <c:pt idx="144">
                  <c:v>snowflakepeter_marks5</c:v>
                </c:pt>
                <c:pt idx="145">
                  <c:v>smokeweedeveryday420</c:v>
                </c:pt>
                <c:pt idx="146">
                  <c:v>smith0sweetcovergirl</c:v>
                </c:pt>
                <c:pt idx="147">
                  <c:v>sabrina.marie.cordeiro</c:v>
                </c:pt>
                <c:pt idx="148">
                  <c:v>rowing25super.marina</c:v>
                </c:pt>
                <c:pt idx="149">
                  <c:v>resourcebasedeconomy</c:v>
                </c:pt>
                <c:pt idx="150">
                  <c:v>redneck_chick_gone_wild</c:v>
                </c:pt>
                <c:pt idx="151">
                  <c:v>ready2fallriseagainst</c:v>
                </c:pt>
                <c:pt idx="152">
                  <c:v>rageagainstthemachine1</c:v>
                </c:pt>
                <c:pt idx="153">
                  <c:v>positivecashflow1200</c:v>
                </c:pt>
                <c:pt idx="154">
                  <c:v>pokemonblackandwhite</c:v>
                </c:pt>
                <c:pt idx="155">
                  <c:v>pleasedontstopthemusic</c:v>
                </c:pt>
                <c:pt idx="156">
                  <c:v>penguinsaregreat1295</c:v>
                </c:pt>
                <c:pt idx="157">
                  <c:v>passsuper11245loveyou</c:v>
                </c:pt>
                <c:pt idx="158">
                  <c:v>Order Free Web Hosting</c:v>
                </c:pt>
                <c:pt idx="159">
                  <c:v>Order Free Web Hosting</c:v>
                </c:pt>
                <c:pt idx="160">
                  <c:v>neverwinternights7575332106</c:v>
                </c:pt>
                <c:pt idx="161">
                  <c:v>neverending1960story</c:v>
                </c:pt>
                <c:pt idx="162">
                  <c:v>motherlodemushmellow</c:v>
                </c:pt>
                <c:pt idx="163">
                  <c:v>mixloweranduppercase</c:v>
                </c:pt>
                <c:pt idx="164">
                  <c:v>microscopebulbpurplehaze2</c:v>
                </c:pt>
                <c:pt idx="165">
                  <c:v>mathsisfavoriteforme</c:v>
                </c:pt>
                <c:pt idx="166">
                  <c:v>marijuanatillnirvana</c:v>
                </c:pt>
                <c:pt idx="167">
                  <c:v>lolly12345allstar1_2000</c:v>
                </c:pt>
                <c:pt idx="168">
                  <c:v>lochGYMNASTICS_BASRAH</c:v>
                </c:pt>
                <c:pt idx="169">
                  <c:v>lilcountrycowgirl420</c:v>
                </c:pt>
                <c:pt idx="170">
                  <c:v>lateinformationelena</c:v>
                </c:pt>
                <c:pt idx="171">
                  <c:v>kristinamajestic_lover11</c:v>
                </c:pt>
                <c:pt idx="172">
                  <c:v>kristina1993kazanova</c:v>
                </c:pt>
                <c:pt idx="173">
                  <c:v>killapplesavetheworld</c:v>
                </c:pt>
                <c:pt idx="174">
                  <c:v>KEN1996guru04veronika</c:v>
                </c:pt>
                <c:pt idx="175">
                  <c:v>justdreamlivestreaming</c:v>
                </c:pt>
                <c:pt idx="176">
                  <c:v>juli501coca2pino93</c:v>
                </c:pt>
                <c:pt idx="177">
                  <c:v>jenniferacebernie1716</c:v>
                </c:pt>
                <c:pt idx="178">
                  <c:v>jennflorence.ortolan</c:v>
                </c:pt>
                <c:pt idx="179">
                  <c:v>hollywoodnewrelease197</c:v>
                </c:pt>
                <c:pt idx="180">
                  <c:v>hoigastdude12345679</c:v>
                </c:pt>
                <c:pt idx="181">
                  <c:v>hiphop-girl-michaela11</c:v>
                </c:pt>
                <c:pt idx="182">
                  <c:v>heyyouarebeautiful17</c:v>
                </c:pt>
                <c:pt idx="183">
                  <c:v>health&amp;wealthforever</c:v>
                </c:pt>
                <c:pt idx="184">
                  <c:v>guesswhatchickenbutt</c:v>
                </c:pt>
                <c:pt idx="185">
                  <c:v>greenbigapple306175</c:v>
                </c:pt>
                <c:pt idx="186">
                  <c:v>goldenstatebrodway23</c:v>
                </c:pt>
                <c:pt idx="187">
                  <c:v>florenceandthemachine</c:v>
                </c:pt>
                <c:pt idx="188">
                  <c:v>fastford65timmytoday</c:v>
                </c:pt>
                <c:pt idx="189">
                  <c:v>ELENAKORSHUNOVA230193</c:v>
                </c:pt>
                <c:pt idx="190">
                  <c:v>drummerluckyhollywood</c:v>
                </c:pt>
                <c:pt idx="191">
                  <c:v>dreamsareforreal11011994</c:v>
                </c:pt>
                <c:pt idx="192">
                  <c:v>dontrememberpassword</c:v>
                </c:pt>
                <c:pt idx="193">
                  <c:v>crysomemoreplease123</c:v>
                </c:pt>
                <c:pt idx="194">
                  <c:v>catchandrelease02203</c:v>
                </c:pt>
                <c:pt idx="195">
                  <c:v>cassienicoleperry123LOVE</c:v>
                </c:pt>
                <c:pt idx="196">
                  <c:v>cassadrafordracingfan2006</c:v>
                </c:pt>
                <c:pt idx="197">
                  <c:v>cambridgepublicschool</c:v>
                </c:pt>
                <c:pt idx="198">
                  <c:v>blurredvisionwithblack</c:v>
                </c:pt>
                <c:pt idx="199">
                  <c:v>blink12travisbarker</c:v>
                </c:pt>
                <c:pt idx="200">
                  <c:v>birthvillagejudjar12</c:v>
                </c:pt>
                <c:pt idx="201">
                  <c:v>bes.and.toma.onelove</c:v>
                </c:pt>
                <c:pt idx="202">
                  <c:v>battlefieldbadcompany2</c:v>
                </c:pt>
                <c:pt idx="203">
                  <c:v>babygurlchristianbound</c:v>
                </c:pt>
                <c:pt idx="204">
                  <c:v>archebalddorogoy4234</c:v>
                </c:pt>
                <c:pt idx="205">
                  <c:v>appetitefordestruction</c:v>
                </c:pt>
                <c:pt idx="206">
                  <c:v>apachekingscrew102030123</c:v>
                </c:pt>
                <c:pt idx="207">
                  <c:v>almonterodriguezalvin</c:v>
                </c:pt>
                <c:pt idx="208">
                  <c:v>aleksandrovichstarkrim26</c:v>
                </c:pt>
                <c:pt idx="209">
                  <c:v>75back471question10time</c:v>
                </c:pt>
                <c:pt idx="210">
                  <c:v>67631149tiffany_taffy_long</c:v>
                </c:pt>
                <c:pt idx="211">
                  <c:v>4112milktendernessend</c:v>
                </c:pt>
                <c:pt idx="212">
                  <c:v>30509577903irkarusin</c:v>
                </c:pt>
                <c:pt idx="213">
                  <c:v>2606lizafirstova1999</c:v>
                </c:pt>
                <c:pt idx="214">
                  <c:v>193blackstarforever</c:v>
                </c:pt>
                <c:pt idx="215">
                  <c:v>123escapeendlesslive</c:v>
                </c:pt>
                <c:pt idx="216">
                  <c:v>0121409caitlinmorgansmith</c:v>
                </c:pt>
                <c:pt idx="217">
                  <c:v>youngswaggerboycute16</c:v>
                </c:pt>
                <c:pt idx="218">
                  <c:v>whatgoesaroundcumback</c:v>
                </c:pt>
                <c:pt idx="219">
                  <c:v>welcomehomesanitarium</c:v>
                </c:pt>
                <c:pt idx="220">
                  <c:v>waiting4some1special</c:v>
                </c:pt>
                <c:pt idx="221">
                  <c:v>veronika_tanya_irina</c:v>
                </c:pt>
                <c:pt idx="222">
                  <c:v>vanessahadgens001100</c:v>
                </c:pt>
                <c:pt idx="223">
                  <c:v>unidentifiedflyingobject</c:v>
                </c:pt>
                <c:pt idx="224">
                  <c:v>twilight2.2003newmoon19.1109</c:v>
                </c:pt>
                <c:pt idx="225">
                  <c:v>tweedledumandtweedledee</c:v>
                </c:pt>
                <c:pt idx="226">
                  <c:v>tugova.anastasia1998</c:v>
                </c:pt>
                <c:pt idx="227">
                  <c:v>trollingcookiemonster</c:v>
                </c:pt>
                <c:pt idx="228">
                  <c:v>trainspottingorange1</c:v>
                </c:pt>
                <c:pt idx="229">
                  <c:v>thevelvetunderground</c:v>
                </c:pt>
                <c:pt idx="230">
                  <c:v>theultimatespiderman</c:v>
                </c:pt>
                <c:pt idx="231">
                  <c:v>Therainbowconnection</c:v>
                </c:pt>
                <c:pt idx="232">
                  <c:v>thegoodandbacuglytoo</c:v>
                </c:pt>
                <c:pt idx="233">
                  <c:v>thecheesecakefactory</c:v>
                </c:pt>
                <c:pt idx="234">
                  <c:v>tatianaloveherfamily</c:v>
                </c:pt>
                <c:pt idx="235">
                  <c:v>tanirogova89620682588</c:v>
                </c:pt>
                <c:pt idx="236">
                  <c:v>surprisenotarealname</c:v>
                </c:pt>
                <c:pt idx="237">
                  <c:v>superstreetfighter2turbo</c:v>
                </c:pt>
                <c:pt idx="238">
                  <c:v>sunflowergoodmorning</c:v>
                </c:pt>
                <c:pt idx="239">
                  <c:v>strawberriesandchocolate</c:v>
                </c:pt>
                <c:pt idx="240">
                  <c:v>stephaniemaediamante</c:v>
                </c:pt>
                <c:pt idx="241">
                  <c:v>sportgym69804karina6939</c:v>
                </c:pt>
                <c:pt idx="242">
                  <c:v>spongebob_squarepant</c:v>
                </c:pt>
                <c:pt idx="243">
                  <c:v>softballandbasketball</c:v>
                </c:pt>
                <c:pt idx="244">
                  <c:v>snobhimichcementhead55</c:v>
                </c:pt>
                <c:pt idx="245">
                  <c:v>smileeverytime06091995</c:v>
                </c:pt>
                <c:pt idx="246">
                  <c:v>sharonwithintemptation</c:v>
                </c:pt>
                <c:pt idx="247">
                  <c:v>shallow1smart2sharp3</c:v>
                </c:pt>
                <c:pt idx="248">
                  <c:v>sexymailnailyaru498032118</c:v>
                </c:pt>
                <c:pt idx="249">
                  <c:v>seekanddestroy56489</c:v>
                </c:pt>
                <c:pt idx="250">
                  <c:v>scattered_temptation_lord</c:v>
                </c:pt>
                <c:pt idx="251">
                  <c:v>SarniaGeneralHospital</c:v>
                </c:pt>
                <c:pt idx="252">
                  <c:v>romanwebtranslation1</c:v>
                </c:pt>
                <c:pt idx="253">
                  <c:v>rockyhorrorpictureshow</c:v>
                </c:pt>
                <c:pt idx="254">
                  <c:v>robsonvalleyfestival</c:v>
                </c:pt>
                <c:pt idx="255">
                  <c:v>reperawinedabaff00..</c:v>
                </c:pt>
                <c:pt idx="256">
                  <c:v>rafaelkakristina653</c:v>
                </c:pt>
                <c:pt idx="257">
                  <c:v>Powerslavemaster1986</c:v>
                </c:pt>
                <c:pt idx="258">
                  <c:v>postscriptloveyou</c:v>
                </c:pt>
                <c:pt idx="259">
                  <c:v>pokemondiamondversion</c:v>
                </c:pt>
                <c:pt idx="260">
                  <c:v>PokemonBlackandWhite</c:v>
                </c:pt>
                <c:pt idx="261">
                  <c:v>pleasedontlosehold13</c:v>
                </c:pt>
                <c:pt idx="262">
                  <c:v>pingvinamanama21041995</c:v>
                </c:pt>
                <c:pt idx="263">
                  <c:v>pewdiepieforever12345689</c:v>
                </c:pt>
                <c:pt idx="264">
                  <c:v>personalspaceinvader</c:v>
                </c:pt>
                <c:pt idx="265">
                  <c:v>perfectworld081199lina99</c:v>
                </c:pt>
                <c:pt idx="266">
                  <c:v>parentaladvisoryexplicitcontent</c:v>
                </c:pt>
                <c:pt idx="267">
                  <c:v>onedropcascade190496</c:v>
                </c:pt>
                <c:pt idx="268">
                  <c:v>notthisshitagaintoday</c:v>
                </c:pt>
                <c:pt idx="269">
                  <c:v>nothinglastforever456</c:v>
                </c:pt>
                <c:pt idx="270">
                  <c:v>nineteenseventythree</c:v>
                </c:pt>
                <c:pt idx="271">
                  <c:v>nikkistanley_fackyou</c:v>
                </c:pt>
                <c:pt idx="272">
                  <c:v>nightmarebeforedeath</c:v>
                </c:pt>
                <c:pt idx="273">
                  <c:v>neverforgetthissmile</c:v>
                </c:pt>
                <c:pt idx="274">
                  <c:v>neongenesisevangelion</c:v>
                </c:pt>
                <c:pt idx="275">
                  <c:v>neoneonvinhathena_sue1</c:v>
                </c:pt>
                <c:pt idx="276">
                  <c:v>needforspeedhotpursuit</c:v>
                </c:pt>
                <c:pt idx="277">
                  <c:v>need4speedunderground</c:v>
                </c:pt>
                <c:pt idx="278">
                  <c:v>nata_1998_babunova358</c:v>
                </c:pt>
                <c:pt idx="279">
                  <c:v>molchanova_aganina_olga</c:v>
                </c:pt>
                <c:pt idx="280">
                  <c:v>mianoviantasari123456</c:v>
                </c:pt>
                <c:pt idx="281">
                  <c:v>medievalnapoleonrome</c:v>
                </c:pt>
                <c:pt idx="282">
                  <c:v>Maytheforcebewithyou</c:v>
                </c:pt>
                <c:pt idx="283">
                  <c:v>marlborooriginalgold</c:v>
                </c:pt>
                <c:pt idx="284">
                  <c:v>mariaisabellamirabella</c:v>
                </c:pt>
                <c:pt idx="285">
                  <c:v>manchesterunitedrule</c:v>
                </c:pt>
                <c:pt idx="286">
                  <c:v>manchesterunitedforever</c:v>
                </c:pt>
                <c:pt idx="287">
                  <c:v>MAINHOONVIKINGEARNER</c:v>
                </c:pt>
                <c:pt idx="288">
                  <c:v>lovesexmagic22199301</c:v>
                </c:pt>
                <c:pt idx="289">
                  <c:v>lovealwaysandforever</c:v>
                </c:pt>
                <c:pt idx="290">
                  <c:v>londonforeverkensalrise</c:v>
                </c:pt>
                <c:pt idx="291">
                  <c:v>loginovajuliannawhite</c:v>
                </c:pt>
                <c:pt idx="292">
                  <c:v>lizakonyaeva1990401</c:v>
                </c:pt>
                <c:pt idx="293">
                  <c:v>laracroftuniversal2010</c:v>
                </c:pt>
                <c:pt idx="294">
                  <c:v>lancesendlessopportunity</c:v>
                </c:pt>
                <c:pt idx="295">
                  <c:v>ladyprincessgagadina12345</c:v>
                </c:pt>
                <c:pt idx="296">
                  <c:v>kristysha210811karen</c:v>
                </c:pt>
                <c:pt idx="297">
                  <c:v>kristina2lovemalina</c:v>
                </c:pt>
                <c:pt idx="298">
                  <c:v>killermanforever1985</c:v>
                </c:pt>
                <c:pt idx="299">
                  <c:v>kent300496hankbitboom</c:v>
                </c:pt>
                <c:pt idx="300">
                  <c:v>katherinesilencelove</c:v>
                </c:pt>
                <c:pt idx="301">
                  <c:v>katerina-bagdasha2008</c:v>
                </c:pt>
                <c:pt idx="302">
                  <c:v>jessicamarieward4612</c:v>
                </c:pt>
                <c:pt idx="303">
                  <c:v>itscraftylikeyourface</c:v>
                </c:pt>
                <c:pt idx="304">
                  <c:v>irina.shishkina.951995</c:v>
                </c:pt>
                <c:pt idx="305">
                  <c:v>irinakulakova021190</c:v>
                </c:pt>
                <c:pt idx="306">
                  <c:v>iraloveforever100500</c:v>
                </c:pt>
                <c:pt idx="307">
                  <c:v>interviewwithvampire</c:v>
                </c:pt>
                <c:pt idx="308">
                  <c:v>Hybridtheorysoldier99</c:v>
                </c:pt>
                <c:pt idx="309">
                  <c:v>hobbitmerrytara13kan</c:v>
                </c:pt>
                <c:pt idx="310">
                  <c:v>heavenfromhell225106</c:v>
                </c:pt>
                <c:pt idx="311">
                  <c:v>happysunshinerainbow</c:v>
                </c:pt>
                <c:pt idx="312">
                  <c:v>handrelwizard69_56653</c:v>
                </c:pt>
                <c:pt idx="313">
                  <c:v>greenfloridacakejeans3219</c:v>
                </c:pt>
                <c:pt idx="314">
                  <c:v>golsue.bankstephane.verstraeten</c:v>
                </c:pt>
                <c:pt idx="315">
                  <c:v>goblintradingcompany</c:v>
                </c:pt>
                <c:pt idx="316">
                  <c:v>gnomewithoutsoul390025</c:v>
                </c:pt>
                <c:pt idx="317">
                  <c:v>girl_without_feeling</c:v>
                </c:pt>
                <c:pt idx="318">
                  <c:v>getthereamazinglyfast123</c:v>
                </c:pt>
                <c:pt idx="319">
                  <c:v>gender.unknownnevericefog8923158630</c:v>
                </c:pt>
                <c:pt idx="320">
                  <c:v>game06cod4missmurder</c:v>
                </c:pt>
                <c:pt idx="321">
                  <c:v>FuckingNewPassword13</c:v>
                </c:pt>
                <c:pt idx="322">
                  <c:v>foxPokermaster2853891</c:v>
                </c:pt>
                <c:pt idx="323">
                  <c:v>fourdaysnarcoticanna</c:v>
                </c:pt>
                <c:pt idx="324">
                  <c:v>Finalfantasyomegaweapon</c:v>
                </c:pt>
                <c:pt idx="325">
                  <c:v>fashionAnnaColibri52</c:v>
                </c:pt>
                <c:pt idx="326">
                  <c:v>errorcode404notfound</c:v>
                </c:pt>
                <c:pt idx="327">
                  <c:v>enterprisehighschool</c:v>
                </c:pt>
                <c:pt idx="328">
                  <c:v>edmondsartandframing</c:v>
                </c:pt>
                <c:pt idx="329">
                  <c:v>eagleknight11redbull</c:v>
                </c:pt>
                <c:pt idx="330">
                  <c:v>duckworksentertainment</c:v>
                </c:pt>
                <c:pt idx="331">
                  <c:v>dragonballfanforlife</c:v>
                </c:pt>
                <c:pt idx="332">
                  <c:v>dimagrechin1535595256585451</c:v>
                </c:pt>
                <c:pt idx="333">
                  <c:v>detectivelaracroft9</c:v>
                </c:pt>
                <c:pt idx="334">
                  <c:v>derevianova.katya201</c:v>
                </c:pt>
                <c:pt idx="335">
                  <c:v>deejay913115225psych</c:v>
                </c:pt>
                <c:pt idx="336">
                  <c:v>decodepasswordsystem</c:v>
                </c:pt>
                <c:pt idx="337">
                  <c:v>dasha.0803200dashenka</c:v>
                </c:pt>
                <c:pt idx="338">
                  <c:v>cryzone_sector_99899889989</c:v>
                </c:pt>
                <c:pt idx="339">
                  <c:v>cryingthroughthenight</c:v>
                </c:pt>
                <c:pt idx="340">
                  <c:v>cross1301antikarma__</c:v>
                </c:pt>
                <c:pt idx="341">
                  <c:v>crimson6sexysheila25</c:v>
                </c:pt>
                <c:pt idx="342">
                  <c:v>crazyminecraftplayer</c:v>
                </c:pt>
                <c:pt idx="343">
                  <c:v>crazybutcleverhamster</c:v>
                </c:pt>
                <c:pt idx="344">
                  <c:v>cow_tipping_anonymous</c:v>
                </c:pt>
                <c:pt idx="345">
                  <c:v>constantine_tonycarey</c:v>
                </c:pt>
                <c:pt idx="346">
                  <c:v>cheeseshashikant_kori</c:v>
                </c:pt>
                <c:pt idx="347">
                  <c:v>carolann323sandland1989855084</c:v>
                </c:pt>
                <c:pt idx="348">
                  <c:v>campbellbaymusicfest</c:v>
                </c:pt>
                <c:pt idx="349">
                  <c:v>bulletformyvalentine</c:v>
                </c:pt>
                <c:pt idx="350">
                  <c:v>buenavistasocialclub</c:v>
                </c:pt>
                <c:pt idx="351">
                  <c:v>brickandmortarliving</c:v>
                </c:pt>
                <c:pt idx="352">
                  <c:v>BloodelfForce5555123</c:v>
                </c:pt>
                <c:pt idx="353">
                  <c:v>blondebimbogirl898989</c:v>
                </c:pt>
                <c:pt idx="354">
                  <c:v>blackgroundfreedomfight</c:v>
                </c:pt>
                <c:pt idx="355">
                  <c:v>beautifuldirtygirl235</c:v>
                </c:pt>
                <c:pt idx="356">
                  <c:v>askarova_elvina140198</c:v>
                </c:pt>
                <c:pt idx="357">
                  <c:v>arabellysrodriguez1219</c:v>
                </c:pt>
                <c:pt idx="358">
                  <c:v>anyaaxonova489208223</c:v>
                </c:pt>
                <c:pt idx="359">
                  <c:v>antisocialpersonalitydisorder</c:v>
                </c:pt>
                <c:pt idx="360">
                  <c:v>anotherperfectperson</c:v>
                </c:pt>
                <c:pt idx="361">
                  <c:v>annamartynova-232199888</c:v>
                </c:pt>
                <c:pt idx="362">
                  <c:v>angelikajessicaleaines</c:v>
                </c:pt>
                <c:pt idx="363">
                  <c:v>anastasiaplusbenedict</c:v>
                </c:pt>
                <c:pt idx="364">
                  <c:v>anastasiapegova1801990</c:v>
                </c:pt>
                <c:pt idx="365">
                  <c:v>alli0429lyndalessmartinez</c:v>
                </c:pt>
                <c:pt idx="366">
                  <c:v>alinamalinakalina1303</c:v>
                </c:pt>
                <c:pt idx="367">
                  <c:v>99CraZy6RaiDeR6BaM99</c:v>
                </c:pt>
                <c:pt idx="368">
                  <c:v>90rabovilevaleria1983</c:v>
                </c:pt>
                <c:pt idx="369">
                  <c:v>89504205222irasemenova</c:v>
                </c:pt>
                <c:pt idx="370">
                  <c:v>82624222borntobeboxgirl</c:v>
                </c:pt>
                <c:pt idx="371">
                  <c:v>6CherishYourLife8642</c:v>
                </c:pt>
                <c:pt idx="372">
                  <c:v>6052666innalovegonchar</c:v>
                </c:pt>
                <c:pt idx="373">
                  <c:v>544babaraoutley1986043</c:v>
                </c:pt>
                <c:pt idx="374">
                  <c:v>525525tilde.anna.kat</c:v>
                </c:pt>
                <c:pt idx="375">
                  <c:v>2headsarebetterthan1</c:v>
                </c:pt>
                <c:pt idx="376">
                  <c:v>23546antdogclaire.cheval</c:v>
                </c:pt>
                <c:pt idx="377">
                  <c:v>1thegodfather1pullhere</c:v>
                </c:pt>
                <c:pt idx="378">
                  <c:v>1981taykayla_dramaqueen</c:v>
                </c:pt>
                <c:pt idx="379">
                  <c:v>18lovehateknifeblood91</c:v>
                </c:pt>
                <c:pt idx="380">
                  <c:v>18061996mashathebast</c:v>
                </c:pt>
                <c:pt idx="381">
                  <c:v>106199chrisfetterman</c:v>
                </c:pt>
                <c:pt idx="382">
                  <c:v>1415926barrette_marcand</c:v>
                </c:pt>
                <c:pt idx="383">
                  <c:v>12081995traybeatmaker</c:v>
                </c:pt>
                <c:pt idx="384">
                  <c:v>11nadiya03not9happy</c:v>
                </c:pt>
                <c:pt idx="385">
                  <c:v>100milliondollarswag</c:v>
                </c:pt>
                <c:pt idx="386">
                  <c:v>088059392katiakoshina</c:v>
                </c:pt>
                <c:pt idx="387">
                  <c:v>zoolander_blue_steel</c:v>
                </c:pt>
                <c:pt idx="388">
                  <c:v>zone_zero_skate_company</c:v>
                </c:pt>
                <c:pt idx="389">
                  <c:v>zoneyouthoutreachcenter</c:v>
                </c:pt>
                <c:pt idx="390">
                  <c:v>zombiethecorpseeater</c:v>
                </c:pt>
                <c:pt idx="391">
                  <c:v>zombieswillruletheworld</c:v>
                </c:pt>
                <c:pt idx="392">
                  <c:v>zombie_survival_guide</c:v>
                </c:pt>
                <c:pt idx="393">
                  <c:v>zombie_stonewall_jackson</c:v>
                </c:pt>
                <c:pt idx="394">
                  <c:v>zombieresponseunit</c:v>
                </c:pt>
                <c:pt idx="395">
                  <c:v>zombienationclothing</c:v>
                </c:pt>
                <c:pt idx="396">
                  <c:v>zombiebunnycoffeegirl</c:v>
                </c:pt>
                <c:pt idx="397">
                  <c:v>zombiebunniesinouterspace</c:v>
                </c:pt>
                <c:pt idx="398">
                  <c:v>zombieandterroristsnapper</c:v>
                </c:pt>
                <c:pt idx="399">
                  <c:v>zetaphirhodeltachapter</c:v>
                </c:pt>
                <c:pt idx="400">
                  <c:v>zerotoleranceclothing</c:v>
                </c:pt>
                <c:pt idx="401">
                  <c:v>zerotolerancebeaumont</c:v>
                </c:pt>
                <c:pt idx="402">
                  <c:v>zerodestructionracing</c:v>
                </c:pt>
                <c:pt idx="403">
                  <c:v>zeldawarriorprincess</c:v>
                </c:pt>
                <c:pt idx="404">
                  <c:v>zeldasnotgoodenoughforhim</c:v>
                </c:pt>
                <c:pt idx="405">
                  <c:v>zee_one_and_only_caster</c:v>
                </c:pt>
                <c:pt idx="406">
                  <c:v>zee_girl_the_world_forgot</c:v>
                </c:pt>
                <c:pt idx="407">
                  <c:v>zaragozaforpresident</c:v>
                </c:pt>
                <c:pt idx="408">
                  <c:v>zanderthetanglewoodtwin</c:v>
                </c:pt>
                <c:pt idx="409">
                  <c:v>zac_the_one_and_only</c:v>
                </c:pt>
                <c:pt idx="410">
                  <c:v>Zac_Attack_Surferboy</c:v>
                </c:pt>
                <c:pt idx="411">
                  <c:v>zac_and_hilary_forever</c:v>
                </c:pt>
                <c:pt idx="412">
                  <c:v>zabrina_darklight_himfan</c:v>
                </c:pt>
                <c:pt idx="413">
                  <c:v>yvonne-tapia-anderson</c:v>
                </c:pt>
                <c:pt idx="414">
                  <c:v>yvette_sweetsexytater</c:v>
                </c:pt>
                <c:pt idx="415">
                  <c:v>yummy_whitechocolate</c:v>
                </c:pt>
                <c:pt idx="416">
                  <c:v>yummy_milk_chocolate</c:v>
                </c:pt>
                <c:pt idx="417">
                  <c:v>yuma_upwardbound_program</c:v>
                </c:pt>
                <c:pt idx="418">
                  <c:v>yumaundergroundvideomag</c:v>
                </c:pt>
                <c:pt idx="419">
                  <c:v>yumacommunitychurch0</c:v>
                </c:pt>
                <c:pt idx="420">
                  <c:v>yuleshootyoureye_out</c:v>
                </c:pt>
                <c:pt idx="421">
                  <c:v>youwishentertainment</c:v>
                </c:pt>
                <c:pt idx="422">
                  <c:v>you_will_never_know98</c:v>
                </c:pt>
                <c:pt idx="423">
                  <c:v>you_will_never_guess_who</c:v>
                </c:pt>
                <c:pt idx="424">
                  <c:v>youwillnevergobacktoher</c:v>
                </c:pt>
                <c:pt idx="425">
                  <c:v>youwillcreamyourpants</c:v>
                </c:pt>
                <c:pt idx="426">
                  <c:v>youwillbebackforsure</c:v>
                </c:pt>
                <c:pt idx="427">
                  <c:v>youve_just_been_scored</c:v>
                </c:pt>
                <c:pt idx="428">
                  <c:v>youvebeendommernated</c:v>
                </c:pt>
                <c:pt idx="429">
                  <c:v>youtubefamouspersonadam</c:v>
                </c:pt>
                <c:pt idx="430">
                  <c:v>youthuprisingtheband</c:v>
                </c:pt>
                <c:pt idx="431">
                  <c:v>youthpastorkarelnorman</c:v>
                </c:pt>
                <c:pt idx="432">
                  <c:v>youthexplosionservice</c:v>
                </c:pt>
                <c:pt idx="433">
                  <c:v>youth_emotion_project</c:v>
                </c:pt>
                <c:pt idx="434">
                  <c:v>you_tell_that_mean_ocean</c:v>
                </c:pt>
                <c:pt idx="435">
                  <c:v>youtastelikecottoncandy</c:v>
                </c:pt>
                <c:pt idx="436">
                  <c:v>youstolethisfrombritney</c:v>
                </c:pt>
                <c:pt idx="437">
                  <c:v>you_smell_really_bad</c:v>
                </c:pt>
                <c:pt idx="438">
                  <c:v>yousmell_likeoldpeople22</c:v>
                </c:pt>
                <c:pt idx="439">
                  <c:v>yousmelllikebutthole</c:v>
                </c:pt>
                <c:pt idx="440">
                  <c:v>yourworstnightmarelove</c:v>
                </c:pt>
                <c:pt idx="441">
                  <c:v>your_worst_nightmare78</c:v>
                </c:pt>
                <c:pt idx="442">
                  <c:v>yourworstnightmare9</c:v>
                </c:pt>
                <c:pt idx="443">
                  <c:v>yourworstnightmare13</c:v>
                </c:pt>
                <c:pt idx="444">
                  <c:v>YOURWORSTMISTAKE132</c:v>
                </c:pt>
                <c:pt idx="445">
                  <c:v>your_worse_nightmare9</c:v>
                </c:pt>
                <c:pt idx="446">
                  <c:v>yourworsefuckingnightmare</c:v>
                </c:pt>
                <c:pt idx="447">
                  <c:v>yourworldheavyweightchamp</c:v>
                </c:pt>
                <c:pt idx="448">
                  <c:v>your_werewolf_friend</c:v>
                </c:pt>
                <c:pt idx="449">
                  <c:v>your_vintage_romance</c:v>
                </c:pt>
                <c:pt idx="450">
                  <c:v>your_vintage_hollywood</c:v>
                </c:pt>
                <c:pt idx="451">
                  <c:v>yourveryownsarcastictree</c:v>
                </c:pt>
                <c:pt idx="452">
                  <c:v>yourverybestfriendhenry</c:v>
                </c:pt>
                <c:pt idx="453">
                  <c:v>your_typical_stereotype</c:v>
                </c:pt>
                <c:pt idx="454">
                  <c:v>your_superstar_danielle</c:v>
                </c:pt>
                <c:pt idx="455">
                  <c:v>yoursuperiorpiratedaddy</c:v>
                </c:pt>
                <c:pt idx="456">
                  <c:v>yoursunderthemoonlight</c:v>
                </c:pt>
                <c:pt idx="457">
                  <c:v>yours_truly_stephanie</c:v>
                </c:pt>
                <c:pt idx="458">
                  <c:v>your_strangeandbeautiful</c:v>
                </c:pt>
                <c:pt idx="459">
                  <c:v>yoursomewhathotmamma</c:v>
                </c:pt>
                <c:pt idx="460">
                  <c:v>Yours_forever_and_always</c:v>
                </c:pt>
                <c:pt idx="461">
                  <c:v>your_sexy_daddy_2010</c:v>
                </c:pt>
                <c:pt idx="462">
                  <c:v>your_royal_highness1</c:v>
                </c:pt>
                <c:pt idx="463">
                  <c:v>yourrockingwiththeworst</c:v>
                </c:pt>
                <c:pt idx="464">
                  <c:v>yourremedyforinsecurity</c:v>
                </c:pt>
                <c:pt idx="465">
                  <c:v>your_regular_emergency</c:v>
                </c:pt>
                <c:pt idx="466">
                  <c:v>your_realestate_agent</c:v>
                </c:pt>
                <c:pt idx="467">
                  <c:v>your_punk_rock_pussy</c:v>
                </c:pt>
                <c:pt idx="468">
                  <c:v>yourprincessforever13</c:v>
                </c:pt>
                <c:pt idx="469">
                  <c:v>your_pretty_much_hot</c:v>
                </c:pt>
                <c:pt idx="470">
                  <c:v>your_pretty_kitten17</c:v>
                </c:pt>
                <c:pt idx="471">
                  <c:v>yourpersonalteddybear</c:v>
                </c:pt>
                <c:pt idx="472">
                  <c:v>yourpersonalsexmachine</c:v>
                </c:pt>
                <c:pt idx="473">
                  <c:v>your_personal_sex_kitten</c:v>
                </c:pt>
                <c:pt idx="474">
                  <c:v>your_personal_reject</c:v>
                </c:pt>
                <c:pt idx="475">
                  <c:v>your_personal_orgasm</c:v>
                </c:pt>
                <c:pt idx="476">
                  <c:v>yourpersonalnutritionist</c:v>
                </c:pt>
                <c:pt idx="477">
                  <c:v>yourpersonalbabygirl543</c:v>
                </c:pt>
                <c:pt idx="478">
                  <c:v>yourperfectpartnercoach</c:v>
                </c:pt>
                <c:pt idx="479">
                  <c:v>yourperfectfriendpayton</c:v>
                </c:pt>
                <c:pt idx="480">
                  <c:v>yourpartyalternative</c:v>
                </c:pt>
                <c:pt idx="481">
                  <c:v>yourownpersonalhillbilly</c:v>
                </c:pt>
                <c:pt idx="482">
                  <c:v>youroriginalhottie84</c:v>
                </c:pt>
                <c:pt idx="483">
                  <c:v>your_only_love_cathy</c:v>
                </c:pt>
                <c:pt idx="484">
                  <c:v>your_only_amazing_dream</c:v>
                </c:pt>
                <c:pt idx="485">
                  <c:v>your_one_and_only_tony</c:v>
                </c:pt>
                <c:pt idx="486">
                  <c:v>youroneandonlysweetheart</c:v>
                </c:pt>
                <c:pt idx="487">
                  <c:v>youroneandonlymistake</c:v>
                </c:pt>
                <c:pt idx="488">
                  <c:v>your_one_and_only_guy</c:v>
                </c:pt>
                <c:pt idx="489">
                  <c:v>youroneandonlygurl_0</c:v>
                </c:pt>
                <c:pt idx="490">
                  <c:v>your_one_and_only_chance</c:v>
                </c:pt>
                <c:pt idx="491">
                  <c:v>yourocklikewhitesnake</c:v>
                </c:pt>
                <c:pt idx="492">
                  <c:v>yournumber1stonerpal</c:v>
                </c:pt>
                <c:pt idx="493">
                  <c:v>your_nightmare_angel</c:v>
                </c:pt>
                <c:pt idx="494">
                  <c:v>yourneighborhoodspiderman</c:v>
                </c:pt>
                <c:pt idx="495">
                  <c:v>your_mum_was_dripping</c:v>
                </c:pt>
                <c:pt idx="496">
                  <c:v>yourmumdoeswatersports</c:v>
                </c:pt>
                <c:pt idx="497">
                  <c:v>your_morbid_imperfection</c:v>
                </c:pt>
                <c:pt idx="498">
                  <c:v>your_masked_intruder</c:v>
                </c:pt>
                <c:pt idx="499">
                  <c:v>yourmakingeverythingworst</c:v>
                </c:pt>
                <c:pt idx="500">
                  <c:v>your_loyal_opposition</c:v>
                </c:pt>
                <c:pt idx="501">
                  <c:v>yourlovelylittlevampire</c:v>
                </c:pt>
                <c:pt idx="502">
                  <c:v>yourlocalsupermarketsuperman</c:v>
                </c:pt>
                <c:pt idx="503">
                  <c:v>your_local_casino_owner</c:v>
                </c:pt>
                <c:pt idx="504">
                  <c:v>yourlocalbunnydealer</c:v>
                </c:pt>
                <c:pt idx="505">
                  <c:v>your_little_tiger_pat</c:v>
                </c:pt>
                <c:pt idx="506">
                  <c:v>your_little_sunshine9875</c:v>
                </c:pt>
                <c:pt idx="507">
                  <c:v>your_lipstickhis_collar</c:v>
                </c:pt>
                <c:pt idx="508">
                  <c:v>_your_lipstick_his_collar</c:v>
                </c:pt>
                <c:pt idx="509">
                  <c:v>your_lil_drummer_buddy</c:v>
                </c:pt>
                <c:pt idx="510">
                  <c:v>yourlilbrowneyedgirl07</c:v>
                </c:pt>
                <c:pt idx="511">
                  <c:v>your_kiss_might_kill</c:v>
                </c:pt>
                <c:pt idx="512">
                  <c:v>yourinvitationtoagoodtime</c:v>
                </c:pt>
                <c:pt idx="513">
                  <c:v>yourintelligentsuperior</c:v>
                </c:pt>
                <c:pt idx="514">
                  <c:v>yourinspiration2live</c:v>
                </c:pt>
                <c:pt idx="515">
                  <c:v>your_immoral_saving_grace</c:v>
                </c:pt>
                <c:pt idx="516">
                  <c:v>your_imaginary__friend</c:v>
                </c:pt>
                <c:pt idx="517">
                  <c:v>your_human_teddy_bear</c:v>
                </c:pt>
                <c:pt idx="518">
                  <c:v>YourHeartsMostDesire</c:v>
                </c:pt>
                <c:pt idx="519">
                  <c:v>yourheartbrokenlover</c:v>
                </c:pt>
                <c:pt idx="520">
                  <c:v>your_haunting_nightmare</c:v>
                </c:pt>
                <c:pt idx="521">
                  <c:v>your_guardian_angel_</c:v>
                </c:pt>
                <c:pt idx="522">
                  <c:v>yourgorgeouscristine</c:v>
                </c:pt>
                <c:pt idx="523">
                  <c:v>your_future_princess</c:v>
                </c:pt>
                <c:pt idx="524">
                  <c:v>yourfriendtheconsumer</c:v>
                </c:pt>
                <c:pt idx="525">
                  <c:v>yourfriendlystalker13</c:v>
                </c:pt>
                <c:pt idx="526">
                  <c:v>your_friendly_piercer</c:v>
                </c:pt>
                <c:pt idx="527">
                  <c:v>yourfavoritetragicmistake</c:v>
                </c:pt>
                <c:pt idx="528">
                  <c:v>Your_Favorite_Tall_Guy</c:v>
                </c:pt>
                <c:pt idx="529">
                  <c:v>yourfavoritestereotype</c:v>
                </c:pt>
                <c:pt idx="530">
                  <c:v>yourfavoriteskywalker</c:v>
                </c:pt>
                <c:pt idx="531">
                  <c:v>yourfavoriteredhead9</c:v>
                </c:pt>
                <c:pt idx="532">
                  <c:v>yourfavorite_redhead</c:v>
                </c:pt>
                <c:pt idx="533">
                  <c:v>your_favorite_mistake_419</c:v>
                </c:pt>
                <c:pt idx="534">
                  <c:v>your_favorite_mistake227</c:v>
                </c:pt>
                <c:pt idx="535">
                  <c:v>your_favorite_jackass</c:v>
                </c:pt>
                <c:pt idx="536">
                  <c:v>your_favorite_flavor</c:v>
                </c:pt>
                <c:pt idx="537">
                  <c:v>yourfavoritedutchboy14</c:v>
                </c:pt>
                <c:pt idx="538">
                  <c:v>yourfavoritedumbblonde</c:v>
                </c:pt>
                <c:pt idx="539">
                  <c:v>yourfacewillstaythatway</c:v>
                </c:pt>
                <c:pt idx="540">
                  <c:v>yourfacenoiseexperiment</c:v>
                </c:pt>
                <c:pt idx="541">
                  <c:v>your_everything_and_more</c:v>
                </c:pt>
                <c:pt idx="542">
                  <c:v>youreverydaytragedyband</c:v>
                </c:pt>
                <c:pt idx="543">
                  <c:v>youreverydayrugbybabe</c:v>
                </c:pt>
                <c:pt idx="544">
                  <c:v>your_everyday_greasemop</c:v>
                </c:pt>
                <c:pt idx="545">
                  <c:v>youretheoneformefatty</c:v>
                </c:pt>
                <c:pt idx="546">
                  <c:v>yourequitetheobsessor</c:v>
                </c:pt>
                <c:pt idx="547">
                  <c:v>yourenamegoeshere___</c:v>
                </c:pt>
                <c:pt idx="548">
                  <c:v>youremygoodluckcharm</c:v>
                </c:pt>
                <c:pt idx="549">
                  <c:v>youreallydontlivehere</c:v>
                </c:pt>
                <c:pt idx="550">
                  <c:v>yourdreamfirefighter</c:v>
                </c:pt>
                <c:pt idx="551">
                  <c:v>your_dirty_lil_secret25</c:v>
                </c:pt>
                <c:pt idx="552">
                  <c:v>yourdentistslabdirect</c:v>
                </c:pt>
                <c:pt idx="553">
                  <c:v>yourdelightfulyoungman</c:v>
                </c:pt>
                <c:pt idx="554">
                  <c:v>yourdecrepitplague45</c:v>
                </c:pt>
                <c:pt idx="555">
                  <c:v>yourdaddyfromphoenix</c:v>
                </c:pt>
                <c:pt idx="556">
                  <c:v>yourcoolfriendcheryl</c:v>
                </c:pt>
                <c:pt idx="557">
                  <c:v>yourcontroversialtheory</c:v>
                </c:pt>
                <c:pt idx="558">
                  <c:v>your_cinderella_gurl</c:v>
                </c:pt>
                <c:pt idx="559">
                  <c:v>yourchocolateseduction</c:v>
                </c:pt>
                <c:pt idx="560">
                  <c:v>your_certified_male_model</c:v>
                </c:pt>
                <c:pt idx="561">
                  <c:v>your_butterfly_forever</c:v>
                </c:pt>
                <c:pt idx="562">
                  <c:v>yourboyfriendwontknow</c:v>
                </c:pt>
                <c:pt idx="563">
                  <c:v>yourbloodyvalentine74</c:v>
                </c:pt>
                <c:pt idx="564">
                  <c:v>your_blonde_addiction</c:v>
                </c:pt>
                <c:pt idx="565">
                  <c:v>your_biggest_mistake_0</c:v>
                </c:pt>
                <c:pt idx="566">
                  <c:v>yourbiggestmistake01</c:v>
                </c:pt>
                <c:pt idx="567">
                  <c:v>yourbiggestdreamcometrue</c:v>
                </c:pt>
                <c:pt idx="568">
                  <c:v>your_biggest_addiction_92</c:v>
                </c:pt>
                <c:pt idx="569">
                  <c:v>yourbestkeptsecret99</c:v>
                </c:pt>
                <c:pt idx="570">
                  <c:v>__your_best_kept_secret__</c:v>
                </c:pt>
                <c:pt idx="571">
                  <c:v>yourbestfriendalexandria</c:v>
                </c:pt>
                <c:pt idx="572">
                  <c:v>your_best_friend_4ever</c:v>
                </c:pt>
                <c:pt idx="573">
                  <c:v>your_beloved_tragedy</c:v>
                </c:pt>
                <c:pt idx="574">
                  <c:v>yourbeingreallyretarded</c:v>
                </c:pt>
                <c:pt idx="575">
                  <c:v>your_beautifultragedy</c:v>
                </c:pt>
                <c:pt idx="576">
                  <c:v>your_beautiful__its_true</c:v>
                </c:pt>
                <c:pt idx="577">
                  <c:v>your_beautiful_forever</c:v>
                </c:pt>
                <c:pt idx="578">
                  <c:v>your_beautiful_disaster9</c:v>
                </c:pt>
                <c:pt idx="579">
                  <c:v>yourbeautifuldisaster24</c:v>
                </c:pt>
                <c:pt idx="580">
                  <c:v>yourbeautiful_always</c:v>
                </c:pt>
                <c:pt idx="581">
                  <c:v>yourbadinfluence909</c:v>
                </c:pt>
                <c:pt idx="582">
                  <c:v>your_baby_gurl_for_eva</c:v>
                </c:pt>
                <c:pt idx="583">
                  <c:v>yourbabygurl4eva_blondie</c:v>
                </c:pt>
                <c:pt idx="584">
                  <c:v>youraveragebeautiful</c:v>
                </c:pt>
                <c:pt idx="585">
                  <c:v>yourangelinanightmare</c:v>
                </c:pt>
                <c:pt idx="586">
                  <c:v>your1bestfriendforever</c:v>
                </c:pt>
                <c:pt idx="587">
                  <c:v>your_1and_only_favorite</c:v>
                </c:pt>
                <c:pt idx="588">
                  <c:v>your18worst18nightmare</c:v>
                </c:pt>
                <c:pt idx="589">
                  <c:v>YOUONLYLIVEONCE2878</c:v>
                </c:pt>
                <c:pt idx="590">
                  <c:v>you_only_get_one_chance</c:v>
                </c:pt>
                <c:pt idx="591">
                  <c:v>you_old_fish_eyed_fool</c:v>
                </c:pt>
                <c:pt idx="592">
                  <c:v>youngwiltchamberlain</c:v>
                </c:pt>
                <c:pt idx="593">
                  <c:v>youngurbanentrepreneur</c:v>
                </c:pt>
                <c:pt idx="594">
                  <c:v>youngtuntamptheentertainment</c:v>
                </c:pt>
                <c:pt idx="595">
                  <c:v>youngtipsy323wattsup</c:v>
                </c:pt>
                <c:pt idx="596">
                  <c:v>youngswagentertainment</c:v>
                </c:pt>
                <c:pt idx="597">
                  <c:v>youngsouthernentrepreneur</c:v>
                </c:pt>
                <c:pt idx="598">
                  <c:v>youngsoldiersisthename</c:v>
                </c:pt>
                <c:pt idx="599">
                  <c:v>youngshawnlivingston</c:v>
                </c:pt>
                <c:pt idx="600">
                  <c:v>young_sexy_and_beautiful</c:v>
                </c:pt>
                <c:pt idx="601">
                  <c:v>youngscottishromantic</c:v>
                </c:pt>
                <c:pt idx="602">
                  <c:v>youngprogressivemajority</c:v>
                </c:pt>
                <c:pt idx="603">
                  <c:v>youngprincestreetkingprod</c:v>
                </c:pt>
                <c:pt idx="604">
                  <c:v>young_playyet_cocobrown</c:v>
                </c:pt>
                <c:pt idx="605">
                  <c:v>youngpercussionsampgotbeatscamp</c:v>
                </c:pt>
                <c:pt idx="606">
                  <c:v>young_morgan_freeman</c:v>
                </c:pt>
                <c:pt idx="607">
                  <c:v>youngmoney_ghosttown</c:v>
                </c:pt>
                <c:pt idx="608">
                  <c:v>young_money_for_life319</c:v>
                </c:pt>
                <c:pt idx="609">
                  <c:v>young_money_dipset23</c:v>
                </c:pt>
                <c:pt idx="610">
                  <c:v>youngjayrepresenting</c:v>
                </c:pt>
                <c:pt idx="611">
                  <c:v>young_hope_photography</c:v>
                </c:pt>
                <c:pt idx="612">
                  <c:v>younggiftedandbroken</c:v>
                </c:pt>
                <c:pt idx="613">
                  <c:v>younggatorakapistol504</c:v>
                </c:pt>
                <c:pt idx="614">
                  <c:v>youngfrosttruehustler</c:v>
                </c:pt>
                <c:pt idx="615">
                  <c:v>young_for_eternity18</c:v>
                </c:pt>
                <c:pt idx="616">
                  <c:v>youngflyentrepreneur</c:v>
                </c:pt>
                <c:pt idx="617">
                  <c:v>youngflyandflashykay</c:v>
                </c:pt>
                <c:pt idx="618">
                  <c:v>young_flashy_and_fly</c:v>
                </c:pt>
                <c:pt idx="619">
                  <c:v>YOUNGDREEASTPALOALTO50</c:v>
                </c:pt>
                <c:pt idx="620">
                  <c:v>young_diamond_princess</c:v>
                </c:pt>
                <c:pt idx="621">
                  <c:v>youngdenverharborblood</c:v>
                </c:pt>
                <c:pt idx="622">
                  <c:v>youngdaddyswagger107</c:v>
                </c:pt>
                <c:pt idx="623">
                  <c:v>youngcommunistleague</c:v>
                </c:pt>
                <c:pt idx="624">
                  <c:v>youngchristheartist90</c:v>
                </c:pt>
                <c:pt idx="625">
                  <c:v>youngcarterthefuture</c:v>
                </c:pt>
                <c:pt idx="626">
                  <c:v>young_but_old_enough</c:v>
                </c:pt>
                <c:pt idx="627">
                  <c:v>youngbuckandskittles</c:v>
                </c:pt>
                <c:pt idx="628">
                  <c:v>youngblood_quaker_80</c:v>
                </c:pt>
                <c:pt idx="629">
                  <c:v>youngbloodandhardcore</c:v>
                </c:pt>
                <c:pt idx="630">
                  <c:v>youngblackmoneymaker</c:v>
                </c:pt>
                <c:pt idx="631">
                  <c:v>youngblackbusinessman</c:v>
                </c:pt>
                <c:pt idx="632">
                  <c:v>young_black_and_ready</c:v>
                </c:pt>
                <c:pt idx="633">
                  <c:v>youngblackandfabulous</c:v>
                </c:pt>
                <c:pt idx="634">
                  <c:v>youngblackandblessed</c:v>
                </c:pt>
                <c:pt idx="635">
                  <c:v>young_andthe_restless</c:v>
                </c:pt>
                <c:pt idx="636">
                  <c:v>young_and_stupid_420</c:v>
                </c:pt>
                <c:pt idx="637">
                  <c:v>youngandrestlessgirl</c:v>
                </c:pt>
                <c:pt idx="638">
                  <c:v>youngandrestless4life</c:v>
                </c:pt>
                <c:pt idx="639">
                  <c:v>you_never_understood</c:v>
                </c:pt>
                <c:pt idx="640">
                  <c:v>youmeansomethingtome</c:v>
                </c:pt>
                <c:pt idx="641">
                  <c:v>youmakemewannalalatester</c:v>
                </c:pt>
                <c:pt idx="642">
                  <c:v>you_make_loving_easy</c:v>
                </c:pt>
                <c:pt idx="643">
                  <c:v>you_know_natasha_rox</c:v>
                </c:pt>
                <c:pt idx="644">
                  <c:v>youkillmeintheinside</c:v>
                </c:pt>
                <c:pt idx="645">
                  <c:v>youjustlost_the_game_</c:v>
                </c:pt>
                <c:pt idx="646">
                  <c:v>youjusthadtobethere25</c:v>
                </c:pt>
                <c:pt idx="647">
                  <c:v>youhave2proveyourself</c:v>
                </c:pt>
                <c:pt idx="648">
                  <c:v>yougotthewrongaddress</c:v>
                </c:pt>
                <c:pt idx="649">
                  <c:v>yougoneneedawheelchair</c:v>
                </c:pt>
                <c:pt idx="650">
                  <c:v>you_give_love_bad_name</c:v>
                </c:pt>
                <c:pt idx="651">
                  <c:v>youfreakingidiot_gosh</c:v>
                </c:pt>
                <c:pt idx="652">
                  <c:v>youfinallygotamyspace</c:v>
                </c:pt>
                <c:pt idx="653">
                  <c:v>you_deserve_the_best</c:v>
                </c:pt>
                <c:pt idx="654">
                  <c:v>you_cant_stop_the_doc</c:v>
                </c:pt>
                <c:pt idx="655">
                  <c:v>youcantrunfromyourself</c:v>
                </c:pt>
                <c:pt idx="656">
                  <c:v>you_cant_fix_stupid_1972</c:v>
                </c:pt>
                <c:pt idx="657">
                  <c:v>youcantfindthisanywhere</c:v>
                </c:pt>
                <c:pt idx="658">
                  <c:v>youcanpoundmealnight</c:v>
                </c:pt>
                <c:pt idx="659">
                  <c:v>you_cannot_have_charizard</c:v>
                </c:pt>
                <c:pt idx="660">
                  <c:v>you_can_never_get_him</c:v>
                </c:pt>
                <c:pt idx="661">
                  <c:v>you_can_get_down_wit_this</c:v>
                </c:pt>
                <c:pt idx="662">
                  <c:v>youcanfindmeintheclub</c:v>
                </c:pt>
                <c:pt idx="663">
                  <c:v>youbiggestdisappointment</c:v>
                </c:pt>
                <c:pt idx="664">
                  <c:v>you_better_know_yourself</c:v>
                </c:pt>
                <c:pt idx="665">
                  <c:v>you_are_very_special</c:v>
                </c:pt>
                <c:pt idx="666">
                  <c:v>youareuglyandthatsfunny</c:v>
                </c:pt>
                <c:pt idx="667">
                  <c:v>youaretallerthanamountain</c:v>
                </c:pt>
                <c:pt idx="668">
                  <c:v>youareeveryparisnight</c:v>
                </c:pt>
                <c:pt idx="669">
                  <c:v>youandyoursurbanwear</c:v>
                </c:pt>
                <c:pt idx="670">
                  <c:v>youandyourbeautifulsoul</c:v>
                </c:pt>
                <c:pt idx="671">
                  <c:v>you_aint_said_nuttin</c:v>
                </c:pt>
                <c:pt idx="672">
                  <c:v>you_aint_reading_this</c:v>
                </c:pt>
                <c:pt idx="673">
                  <c:v>youaintjustwhistlindixie</c:v>
                </c:pt>
                <c:pt idx="674">
                  <c:v>yoshi_not_the_green_one</c:v>
                </c:pt>
                <c:pt idx="675">
                  <c:v>yoiamawalrustopthatbitch</c:v>
                </c:pt>
                <c:pt idx="676">
                  <c:v>yetanothersockpuppet</c:v>
                </c:pt>
                <c:pt idx="677">
                  <c:v>yetanother_heartache</c:v>
                </c:pt>
                <c:pt idx="678">
                  <c:v>yesterdaytodayandtamale</c:v>
                </c:pt>
                <c:pt idx="679">
                  <c:v>yesterdayandeternity</c:v>
                </c:pt>
                <c:pt idx="680">
                  <c:v>yes_its_really_chris_ford</c:v>
                </c:pt>
                <c:pt idx="681">
                  <c:v>yer_lil_redhead_jamie</c:v>
                </c:pt>
                <c:pt idx="682">
                  <c:v>yergorgeousprincess_0</c:v>
                </c:pt>
                <c:pt idx="683">
                  <c:v>yeractualfingersmith</c:v>
                </c:pt>
                <c:pt idx="684">
                  <c:v>yellowstarandredflag</c:v>
                </c:pt>
                <c:pt idx="685">
                  <c:v>yellowsingthecrankylizard</c:v>
                </c:pt>
                <c:pt idx="686">
                  <c:v>yellowselfexistingstar</c:v>
                </c:pt>
                <c:pt idx="687">
                  <c:v>yellowrosebandraleigh</c:v>
                </c:pt>
                <c:pt idx="688">
                  <c:v>yellow_pink_white_layout</c:v>
                </c:pt>
                <c:pt idx="689">
                  <c:v>yellowlightdickbackwards</c:v>
                </c:pt>
                <c:pt idx="690">
                  <c:v>yellow_jacket_baseball</c:v>
                </c:pt>
                <c:pt idx="691">
                  <c:v>yellowhairedwarrior1</c:v>
                </c:pt>
                <c:pt idx="692">
                  <c:v>yellowbonefromthesouth</c:v>
                </c:pt>
                <c:pt idx="693">
                  <c:v>yellowbellymeatballhead</c:v>
                </c:pt>
                <c:pt idx="694">
                  <c:v>yeawerebetterthanyou</c:v>
                </c:pt>
                <c:pt idx="695">
                  <c:v>yea_well_your_still_fat</c:v>
                </c:pt>
                <c:pt idx="696">
                  <c:v>yea_thats_rite_its_tasha</c:v>
                </c:pt>
                <c:pt idx="697">
                  <c:v>yeast_infection_finger</c:v>
                </c:pt>
                <c:pt idx="698">
                  <c:v>year_round_boarder_521</c:v>
                </c:pt>
                <c:pt idx="699">
                  <c:v>year11representationtask</c:v>
                </c:pt>
                <c:pt idx="700">
                  <c:v>yeah_were_breaking_free</c:v>
                </c:pt>
                <c:pt idx="701">
                  <c:v>yeahthatsrightitsangela</c:v>
                </c:pt>
                <c:pt idx="702">
                  <c:v>yeahitschristian92490</c:v>
                </c:pt>
                <c:pt idx="703">
                  <c:v>yeahherecomestherooster</c:v>
                </c:pt>
                <c:pt idx="704">
                  <c:v>yanakin_groundwalker</c:v>
                </c:pt>
                <c:pt idx="705">
                  <c:v>xena_princess_warrior</c:v>
                </c:pt>
                <c:pt idx="706">
                  <c:v>xena_gabrielle_4_ever</c:v>
                </c:pt>
                <c:pt idx="707">
                  <c:v>wutsurname_kylewayne</c:v>
                </c:pt>
                <c:pt idx="708">
                  <c:v>wrysmileandalongsideglance</c:v>
                </c:pt>
                <c:pt idx="709">
                  <c:v>wrongwayentertainment</c:v>
                </c:pt>
                <c:pt idx="710">
                  <c:v>wrongdisgustingplanet</c:v>
                </c:pt>
                <c:pt idx="711">
                  <c:v>writingaboutyoustill</c:v>
                </c:pt>
                <c:pt idx="712">
                  <c:v>writethelettersintearyink</c:v>
                </c:pt>
                <c:pt idx="713">
                  <c:v>writer_lover_believer</c:v>
                </c:pt>
                <c:pt idx="714">
                  <c:v>write_from_the_heart</c:v>
                </c:pt>
                <c:pt idx="715">
                  <c:v>wrightcardsandgaming</c:v>
                </c:pt>
                <c:pt idx="716">
                  <c:v>wretchedreligionband</c:v>
                </c:pt>
                <c:pt idx="717">
                  <c:v>wretchedexcuseforahuman</c:v>
                </c:pt>
                <c:pt idx="718">
                  <c:v>wrestling_volleychick</c:v>
                </c:pt>
                <c:pt idx="719">
                  <c:v>wrestling_fan_forever</c:v>
                </c:pt>
                <c:pt idx="720">
                  <c:v>wrestling_fan_club_1234</c:v>
                </c:pt>
                <c:pt idx="721">
                  <c:v>wrestling_fan_4_life</c:v>
                </c:pt>
                <c:pt idx="722">
                  <c:v>wrestling_chick_aka_kym</c:v>
                </c:pt>
                <c:pt idx="723">
                  <c:v>wrath_the_unforgiven</c:v>
                </c:pt>
                <c:pt idx="724">
                  <c:v>wrapyerstumpbeforeyouhump</c:v>
                </c:pt>
                <c:pt idx="725">
                  <c:v>wowwhatagreatprofile</c:v>
                </c:pt>
                <c:pt idx="726">
                  <c:v>wouldyoutellmeiwaswrong1992</c:v>
                </c:pt>
                <c:pt idx="727">
                  <c:v>wouldyoulikesugarwiththat</c:v>
                </c:pt>
                <c:pt idx="728">
                  <c:v>wouldntyoulike2know9</c:v>
                </c:pt>
                <c:pt idx="729">
                  <c:v>wouldanyonelikesometoast</c:v>
                </c:pt>
                <c:pt idx="730">
                  <c:v>worththeweightingold</c:v>
                </c:pt>
                <c:pt idx="731">
                  <c:v>worthrememberingmusic</c:v>
                </c:pt>
                <c:pt idx="732">
                  <c:v>worstnightmare_bestdream2</c:v>
                </c:pt>
                <c:pt idx="733">
                  <c:v>worstfriendbestenemy</c:v>
                </c:pt>
                <c:pt idx="734">
                  <c:v>worstcasescenario123</c:v>
                </c:pt>
                <c:pt idx="735">
                  <c:v>worshipwith_ecclesia</c:v>
                </c:pt>
                <c:pt idx="736">
                  <c:v>worshipgodservepeople</c:v>
                </c:pt>
                <c:pt idx="737">
                  <c:v>wormywormwormscanada</c:v>
                </c:pt>
                <c:pt idx="738">
                  <c:v>worldwideinvestigation</c:v>
                </c:pt>
                <c:pt idx="739">
                  <c:v>world_wide_free_ride</c:v>
                </c:pt>
                <c:pt idx="740">
                  <c:v>worldwideelectronicmusic</c:v>
                </c:pt>
                <c:pt idx="741">
                  <c:v>worldwakeboardcenter</c:v>
                </c:pt>
                <c:pt idx="742">
                  <c:v>worldundergroundreport</c:v>
                </c:pt>
                <c:pt idx="743">
                  <c:v>worldtravelerhippiechick</c:v>
                </c:pt>
                <c:pt idx="744">
                  <c:v>world_traveler_for_life</c:v>
                </c:pt>
                <c:pt idx="745">
                  <c:v>worldtravelerforever</c:v>
                </c:pt>
                <c:pt idx="746">
                  <c:v>worldpeacewillneverhappen</c:v>
                </c:pt>
                <c:pt idx="747">
                  <c:v>worldleadershipgroup_gel</c:v>
                </c:pt>
                <c:pt idx="748">
                  <c:v>world_history_teacher</c:v>
                </c:pt>
                <c:pt idx="749">
                  <c:v>worldhispanictournament</c:v>
                </c:pt>
                <c:pt idx="750">
                  <c:v>worldexplorerbabe011</c:v>
                </c:pt>
                <c:pt idx="751">
                  <c:v>worldcupfantasyfooty</c:v>
                </c:pt>
                <c:pt idx="752">
                  <c:v>world_collaboration_party</c:v>
                </c:pt>
                <c:pt idx="753">
                  <c:v>worldchampionreverend</c:v>
                </c:pt>
                <c:pt idx="754">
                  <c:v>worldchampcordialpourer</c:v>
                </c:pt>
                <c:pt idx="755">
                  <c:v>worldbaseballclassic</c:v>
                </c:pt>
                <c:pt idx="756">
                  <c:v>worldaccessentertainment</c:v>
                </c:pt>
                <c:pt idx="757">
                  <c:v>worksdownbygroupswithmelanie</c:v>
                </c:pt>
                <c:pt idx="758">
                  <c:v>workingprogresstheband</c:v>
                </c:pt>
                <c:pt idx="759">
                  <c:v>workingforanuclearfreecity</c:v>
                </c:pt>
                <c:pt idx="760">
                  <c:v>workingclassrockstar</c:v>
                </c:pt>
                <c:pt idx="761">
                  <c:v>workingclass_hooligan</c:v>
                </c:pt>
                <c:pt idx="762">
                  <c:v>working_class_acupuncture</c:v>
                </c:pt>
                <c:pt idx="763">
                  <c:v>workingbutstillbroken</c:v>
                </c:pt>
                <c:pt idx="764">
                  <c:v>workforaffordablehousing</c:v>
                </c:pt>
                <c:pt idx="765">
                  <c:v>wop_the_nine_tail_fox</c:v>
                </c:pt>
                <c:pt idx="766">
                  <c:v>woodybigfloppydonkey</c:v>
                </c:pt>
                <c:pt idx="767">
                  <c:v>woodstarbloodguttagirl</c:v>
                </c:pt>
                <c:pt idx="768">
                  <c:v>woodgrainphotography</c:v>
                </c:pt>
                <c:pt idx="769">
                  <c:v>wontyoushockandentertain</c:v>
                </c:pt>
                <c:pt idx="770">
                  <c:v>wondermanwasntavailable</c:v>
                </c:pt>
                <c:pt idx="771">
                  <c:v>wonderland_its_magic</c:v>
                </c:pt>
                <c:pt idx="772">
                  <c:v>wonderful_trolly_freak</c:v>
                </c:pt>
                <c:pt idx="773">
                  <c:v>wonderfulsinger4life</c:v>
                </c:pt>
                <c:pt idx="774">
                  <c:v>womanizer21boypickup</c:v>
                </c:pt>
                <c:pt idx="775">
                  <c:v>woman_forward_thinking</c:v>
                </c:pt>
                <c:pt idx="776">
                  <c:v>womanandentrepreneur</c:v>
                </c:pt>
                <c:pt idx="777">
                  <c:v>wolvesaremisunderstood</c:v>
                </c:pt>
                <c:pt idx="778">
                  <c:v>wolf_warrior_from_heaven</c:v>
                </c:pt>
                <c:pt idx="779">
                  <c:v>wolf_god_demon_angel</c:v>
                </c:pt>
                <c:pt idx="780">
                  <c:v>wizardworldconvention</c:v>
                </c:pt>
                <c:pt idx="781">
                  <c:v>wizardentertainmentgroup</c:v>
                </c:pt>
                <c:pt idx="782">
                  <c:v>witnessprotectionprogram</c:v>
                </c:pt>
                <c:pt idx="783">
                  <c:v>withoutsenseofficialpage</c:v>
                </c:pt>
                <c:pt idx="784">
                  <c:v>without_hope_lost_child</c:v>
                </c:pt>
                <c:pt idx="785">
                  <c:v>withloveandsqualor05</c:v>
                </c:pt>
                <c:pt idx="786">
                  <c:v>withlovealwaysandforever</c:v>
                </c:pt>
                <c:pt idx="787">
                  <c:v>with_karate_ill_kick_ass</c:v>
                </c:pt>
                <c:pt idx="788">
                  <c:v>withinheartspotential</c:v>
                </c:pt>
                <c:pt idx="789">
                  <c:v>withgreaterpurposeyet</c:v>
                </c:pt>
                <c:pt idx="790">
                  <c:v>witheyesforeverturnedinward</c:v>
                </c:pt>
                <c:pt idx="791">
                  <c:v>witheverybreathmusic</c:v>
                </c:pt>
                <c:pt idx="792">
                  <c:v>with_death_comes_peace</c:v>
                </c:pt>
                <c:pt idx="793">
                  <c:v>witchyredheadgoddess</c:v>
                </c:pt>
                <c:pt idx="794">
                  <c:v>witchhazelwithnutmeg</c:v>
                </c:pt>
                <c:pt idx="795">
                  <c:v>witchdoctor_entertainment</c:v>
                </c:pt>
                <c:pt idx="796">
                  <c:v>witchcraftblackcat195</c:v>
                </c:pt>
                <c:pt idx="797">
                  <c:v>witchandwizardschool</c:v>
                </c:pt>
                <c:pt idx="798">
                  <c:v>wish_you_would_smile_mate</c:v>
                </c:pt>
                <c:pt idx="799">
                  <c:v>wish_you_were_here1517</c:v>
                </c:pt>
                <c:pt idx="800">
                  <c:v>wishing_you_where_mine</c:v>
                </c:pt>
                <c:pt idx="801">
                  <c:v>wishing_she_was_here</c:v>
                </c:pt>
                <c:pt idx="802">
                  <c:v>wishing_for_your_heart</c:v>
                </c:pt>
                <c:pt idx="803">
                  <c:v>wishingdreaminghoping</c:v>
                </c:pt>
                <c:pt idx="804">
                  <c:v>wise_thevampireheart</c:v>
                </c:pt>
                <c:pt idx="805">
                  <c:v>wiseman_the_original_one</c:v>
                </c:pt>
                <c:pt idx="806">
                  <c:v>wisdomjusticeandlove1992</c:v>
                </c:pt>
                <c:pt idx="807">
                  <c:v>wisdom_and_knowledge</c:v>
                </c:pt>
                <c:pt idx="808">
                  <c:v>winternightpublishing</c:v>
                </c:pt>
                <c:pt idx="809">
                  <c:v>winterfreshtherappersongsinger</c:v>
                </c:pt>
                <c:pt idx="810">
                  <c:v>winona_leah_lovelace</c:v>
                </c:pt>
                <c:pt idx="811">
                  <c:v>winningedgeperformance</c:v>
                </c:pt>
                <c:pt idx="812">
                  <c:v>winniethepoohnut99</c:v>
                </c:pt>
                <c:pt idx="813">
                  <c:v>winniethepoohlover112</c:v>
                </c:pt>
                <c:pt idx="814">
                  <c:v>winnie_the_pooh_layout</c:v>
                </c:pt>
                <c:pt idx="815">
                  <c:v>winniethepoohbear040</c:v>
                </c:pt>
                <c:pt idx="816">
                  <c:v>wingwomandoubletrouble</c:v>
                </c:pt>
                <c:pt idx="817">
                  <c:v>wingsofabutterfly1020</c:v>
                </c:pt>
                <c:pt idx="818">
                  <c:v>wingsofabeautifultragedy</c:v>
                </c:pt>
                <c:pt idx="819">
                  <c:v>windycreekbluegrassband</c:v>
                </c:pt>
                <c:pt idx="820">
                  <c:v>windswept_and_interesting</c:v>
                </c:pt>
                <c:pt idx="821">
                  <c:v>windsortownbabykiller</c:v>
                </c:pt>
                <c:pt idx="822">
                  <c:v>windshieldrockchiprepair</c:v>
                </c:pt>
                <c:pt idx="823">
                  <c:v>windowframedconfusion</c:v>
                </c:pt>
                <c:pt idx="824">
                  <c:v>wilsonfootballplayer</c:v>
                </c:pt>
                <c:pt idx="825">
                  <c:v>willy_the_half_dragon</c:v>
                </c:pt>
                <c:pt idx="826">
                  <c:v>willwakeboardforbeer</c:v>
                </c:pt>
                <c:pt idx="827">
                  <c:v>willtryanythingtwice</c:v>
                </c:pt>
                <c:pt idx="828">
                  <c:v>will_the_thrasher_riley</c:v>
                </c:pt>
                <c:pt idx="829">
                  <c:v>will_the_slightly_great</c:v>
                </c:pt>
                <c:pt idx="830">
                  <c:v>will_the_computer_guy</c:v>
                </c:pt>
                <c:pt idx="831">
                  <c:v>will_the_biggest_pimp</c:v>
                </c:pt>
                <c:pt idx="832">
                  <c:v>willowtreedependency</c:v>
                </c:pt>
                <c:pt idx="833">
                  <c:v>willowhavenequineelsie</c:v>
                </c:pt>
                <c:pt idx="834">
                  <c:v>willowbrookmallsecurity</c:v>
                </c:pt>
                <c:pt idx="835">
                  <c:v>willneverstopstalking</c:v>
                </c:pt>
                <c:pt idx="836">
                  <c:v>will_never_4get_amity</c:v>
                </c:pt>
                <c:pt idx="837">
                  <c:v>will_love_but_can_hate</c:v>
                </c:pt>
                <c:pt idx="838">
                  <c:v>willihavethesamelastdream</c:v>
                </c:pt>
                <c:pt idx="839">
                  <c:v>will_get_naked_4_money</c:v>
                </c:pt>
                <c:pt idx="840">
                  <c:v>willfloodyourbasementbaby</c:v>
                </c:pt>
                <c:pt idx="841">
                  <c:v>willfightforyourlove</c:v>
                </c:pt>
                <c:pt idx="842">
                  <c:v>willdroppants_forfood</c:v>
                </c:pt>
                <c:pt idx="843">
                  <c:v>willcreatethegreatdivide</c:v>
                </c:pt>
                <c:pt idx="844">
                  <c:v>will_and_grace_lover</c:v>
                </c:pt>
                <c:pt idx="845">
                  <c:v>will_and_grace_fan_sam</c:v>
                </c:pt>
                <c:pt idx="846">
                  <c:v>willalwaysfresh2deaf</c:v>
                </c:pt>
                <c:pt idx="847">
                  <c:v>wilkinsonforpresident</c:v>
                </c:pt>
                <c:pt idx="848">
                  <c:v>wild_west_wyoming_woman</c:v>
                </c:pt>
                <c:pt idx="849">
                  <c:v>wildwashingtoncowboy</c:v>
                </c:pt>
                <c:pt idx="850">
                  <c:v>wildwackyactioncabbage</c:v>
                </c:pt>
                <c:pt idx="851">
                  <c:v>wildtreemanwithattitude</c:v>
                </c:pt>
                <c:pt idx="852">
                  <c:v>wildsmashpumpkinhead</c:v>
                </c:pt>
                <c:pt idx="853">
                  <c:v>wildlittlecountrygirl</c:v>
                </c:pt>
                <c:pt idx="854">
                  <c:v>wildlifeartistlibrarian</c:v>
                </c:pt>
                <c:pt idx="855">
                  <c:v>wildheartsbootlegscouk</c:v>
                </c:pt>
                <c:pt idx="856">
                  <c:v>wildflowersonyourwall</c:v>
                </c:pt>
                <c:pt idx="857">
                  <c:v>wildernesssmithfossil</c:v>
                </c:pt>
                <c:pt idx="858">
                  <c:v>wildchild_metalheart</c:v>
                </c:pt>
                <c:pt idx="859">
                  <c:v>wildchildfromdownunder</c:v>
                </c:pt>
                <c:pt idx="860">
                  <c:v>wildcherrychick_200</c:v>
                </c:pt>
                <c:pt idx="861">
                  <c:v>wildcat_superstar_14</c:v>
                </c:pt>
                <c:pt idx="862">
                  <c:v>wildcardsattinredrose</c:v>
                </c:pt>
                <c:pt idx="863">
                  <c:v>wildbill_aka_alton_morris</c:v>
                </c:pt>
                <c:pt idx="864">
                  <c:v>wildbabeentertainment</c:v>
                </c:pt>
                <c:pt idx="865">
                  <c:v>wild939your1musicstation</c:v>
                </c:pt>
                <c:pt idx="866">
                  <c:v>WifeyIsIrreplaceable</c:v>
                </c:pt>
                <c:pt idx="867">
                  <c:v>wifematerialdominique</c:v>
                </c:pt>
                <c:pt idx="868">
                  <c:v>widowspeak_fallfromgrace</c:v>
                </c:pt>
                <c:pt idx="869">
                  <c:v>wide_eyed_wanderer38</c:v>
                </c:pt>
                <c:pt idx="870">
                  <c:v>wideawakeentertainment</c:v>
                </c:pt>
                <c:pt idx="871">
                  <c:v>wide_awake_awakening</c:v>
                </c:pt>
                <c:pt idx="872">
                  <c:v>wicklowentertainment</c:v>
                </c:pt>
                <c:pt idx="873">
                  <c:v>wickedworldexperience</c:v>
                </c:pt>
                <c:pt idx="874">
                  <c:v>wickedwillowphotography</c:v>
                </c:pt>
                <c:pt idx="875">
                  <c:v>wickedwearcollection</c:v>
                </c:pt>
                <c:pt idx="876">
                  <c:v>wickedundergroundmusic</c:v>
                </c:pt>
                <c:pt idx="877">
                  <c:v>wickedtorquewrench347</c:v>
                </c:pt>
                <c:pt idx="878">
                  <c:v>Wicked_temptation_single</c:v>
                </c:pt>
                <c:pt idx="879">
                  <c:v>wicked_sweet_drummer</c:v>
                </c:pt>
                <c:pt idx="880">
                  <c:v>wickedlikewatertorture</c:v>
                </c:pt>
                <c:pt idx="881">
                  <c:v>wickedevillittlegirl</c:v>
                </c:pt>
                <c:pt idx="882">
                  <c:v>wickedconfession2bleed</c:v>
                </c:pt>
                <c:pt idx="883">
                  <c:v>wickedclownpsychopathic</c:v>
                </c:pt>
                <c:pt idx="884">
                  <c:v>wicked_clown_preacher</c:v>
                </c:pt>
                <c:pt idx="885">
                  <c:v>wickedclownpaintballer</c:v>
                </c:pt>
                <c:pt idx="886">
                  <c:v>wicked_awesome_megan</c:v>
                </c:pt>
                <c:pt idx="887">
                  <c:v>whyfierceanimalsarerare</c:v>
                </c:pt>
                <c:pt idx="888">
                  <c:v>whyembracetheillusion</c:v>
                </c:pt>
                <c:pt idx="889">
                  <c:v>whydoesthisthingnotwork</c:v>
                </c:pt>
                <c:pt idx="890">
                  <c:v>whydoesnothingmakesence</c:v>
                </c:pt>
                <c:pt idx="891">
                  <c:v>_why_does_love_hurt_</c:v>
                </c:pt>
                <c:pt idx="892">
                  <c:v>whydie_whenyoucan_love</c:v>
                </c:pt>
                <c:pt idx="893">
                  <c:v>whycarewhattheythink</c:v>
                </c:pt>
                <c:pt idx="894">
                  <c:v>whyamisayingpingpong</c:v>
                </c:pt>
                <c:pt idx="895">
                  <c:v>whowhatwhenwherehowe</c:v>
                </c:pt>
                <c:pt idx="896">
                  <c:v>whowhatwhenwhereandwhy</c:v>
                </c:pt>
                <c:pt idx="897">
                  <c:v>whosewinningthematch</c:v>
                </c:pt>
                <c:pt idx="898">
                  <c:v>who_like_orange_soda</c:v>
                </c:pt>
                <c:pt idx="899">
                  <c:v>whogotthelastwordnow</c:v>
                </c:pt>
                <c:pt idx="900">
                  <c:v>whodoesntlikechocolate</c:v>
                </c:pt>
                <c:pt idx="901">
                  <c:v>whodiedandmadeyourface</c:v>
                </c:pt>
                <c:pt idx="902">
                  <c:v>whocaresaboutthis___20</c:v>
                </c:pt>
                <c:pt idx="903">
                  <c:v>who_are_you_fighting_for</c:v>
                </c:pt>
                <c:pt idx="904">
                  <c:v>whoarethesideproject</c:v>
                </c:pt>
                <c:pt idx="905">
                  <c:v>whoa.peterdanielsfineart</c:v>
                </c:pt>
                <c:pt idx="906">
                  <c:v>whittierhighschooltrack</c:v>
                </c:pt>
                <c:pt idx="907">
                  <c:v>whitneyspanglerfinch</c:v>
                </c:pt>
                <c:pt idx="908">
                  <c:v>whitneypaigerobinson</c:v>
                </c:pt>
                <c:pt idx="909">
                  <c:v>WhitneyDanielleJarvis</c:v>
                </c:pt>
                <c:pt idx="910">
                  <c:v>whitleyandthehardtimesband</c:v>
                </c:pt>
                <c:pt idx="911">
                  <c:v>whitezebraadvertising</c:v>
                </c:pt>
                <c:pt idx="912">
                  <c:v>whitewash_the_rapper</c:v>
                </c:pt>
                <c:pt idx="913">
                  <c:v>white_vapor_moonlight</c:v>
                </c:pt>
                <c:pt idx="914">
                  <c:v>white_trash_barbie88</c:v>
                </c:pt>
                <c:pt idx="915">
                  <c:v>whitesville_thicknest</c:v>
                </c:pt>
                <c:pt idx="916">
                  <c:v>whitesperformancediesel</c:v>
                </c:pt>
                <c:pt idx="917">
                  <c:v>whitespacegraphicdesign</c:v>
                </c:pt>
                <c:pt idx="918">
                  <c:v>whitesnaketributeband</c:v>
                </c:pt>
                <c:pt idx="919">
                  <c:v>whiteshadoweddeathangel</c:v>
                </c:pt>
                <c:pt idx="920">
                  <c:v>white_rose_underground</c:v>
                </c:pt>
                <c:pt idx="921">
                  <c:v>whiterosetransmission</c:v>
                </c:pt>
                <c:pt idx="922">
                  <c:v>white_rabbit_massacre</c:v>
                </c:pt>
                <c:pt idx="923">
                  <c:v>white_power_forever2</c:v>
                </c:pt>
                <c:pt idx="924">
                  <c:v>white_people_industrial</c:v>
                </c:pt>
                <c:pt idx="925">
                  <c:v>white_people_cant_jump</c:v>
                </c:pt>
                <c:pt idx="926">
                  <c:v>whitepeopleblackingout</c:v>
                </c:pt>
                <c:pt idx="927">
                  <c:v>whitepearlentertainment</c:v>
                </c:pt>
                <c:pt idx="928">
                  <c:v>white_little_penguin</c:v>
                </c:pt>
                <c:pt idx="929">
                  <c:v>whitelinescreenprinting</c:v>
                </c:pt>
                <c:pt idx="930">
                  <c:v>whitelinepromotionmarketing</c:v>
                </c:pt>
                <c:pt idx="931">
                  <c:v>whitelighterprincess</c:v>
                </c:pt>
                <c:pt idx="932">
                  <c:v>whitekitten4blackcat</c:v>
                </c:pt>
                <c:pt idx="933">
                  <c:v>whitehispanicforever</c:v>
                </c:pt>
                <c:pt idx="934">
                  <c:v>white_gurl_wit_booty</c:v>
                </c:pt>
                <c:pt idx="935">
                  <c:v>whitegurlgotbooty0410</c:v>
                </c:pt>
                <c:pt idx="936">
                  <c:v>white_girl_ghetto_ass</c:v>
                </c:pt>
                <c:pt idx="937">
                  <c:v>white_girl_can_dance</c:v>
                </c:pt>
                <c:pt idx="938">
                  <c:v>white_ghetto_princess</c:v>
                </c:pt>
                <c:pt idx="939">
                  <c:v>whitegangstergirlbarbie</c:v>
                </c:pt>
                <c:pt idx="940">
                  <c:v>whitefordbroncobandsite</c:v>
                </c:pt>
                <c:pt idx="941">
                  <c:v>whitecrosshighschoolartdepartment</c:v>
                </c:pt>
                <c:pt idx="942">
                  <c:v>whitecranberryappletea</c:v>
                </c:pt>
                <c:pt idx="943">
                  <c:v>whitecollaredredneck</c:v>
                </c:pt>
                <c:pt idx="944">
                  <c:v>whitechocolatevalentine</c:v>
                </c:pt>
                <c:pt idx="945">
                  <c:v>whitechocolate_trish</c:v>
                </c:pt>
                <c:pt idx="946">
                  <c:v>whitechocolateteddybear</c:v>
                </c:pt>
                <c:pt idx="947">
                  <c:v>whitechocolatemochamint</c:v>
                </c:pt>
                <c:pt idx="948">
                  <c:v>whitechocolatemocha21</c:v>
                </c:pt>
                <c:pt idx="949">
                  <c:v>whitechocolatelover1</c:v>
                </c:pt>
                <c:pt idx="950">
                  <c:v>whitechocolatekitkat</c:v>
                </c:pt>
                <c:pt idx="951">
                  <c:v>whitechocolategirl32</c:v>
                </c:pt>
                <c:pt idx="952">
                  <c:v>whitechocolateforever</c:v>
                </c:pt>
                <c:pt idx="953">
                  <c:v>whitechocolatedynamite</c:v>
                </c:pt>
                <c:pt idx="954">
                  <c:v>white_chocolate_cookie</c:v>
                </c:pt>
                <c:pt idx="955">
                  <c:v>white_chocolate9_allie</c:v>
                </c:pt>
                <c:pt idx="956">
                  <c:v>whitecastlewhatyoucrave</c:v>
                </c:pt>
                <c:pt idx="957">
                  <c:v>whitecastlehamburger</c:v>
                </c:pt>
                <c:pt idx="958">
                  <c:v>whitecastleconnection</c:v>
                </c:pt>
                <c:pt idx="959">
                  <c:v>whiteboywitdarktan44</c:v>
                </c:pt>
                <c:pt idx="960">
                  <c:v>whistlingpastthegraveyard</c:v>
                </c:pt>
                <c:pt idx="961">
                  <c:v>whistlewhile_youwork</c:v>
                </c:pt>
                <c:pt idx="962">
                  <c:v>whistlebaitburlesque</c:v>
                </c:pt>
                <c:pt idx="963">
                  <c:v>whiskey_rock_and_roller</c:v>
                </c:pt>
                <c:pt idx="964">
                  <c:v>whiskeylollipopsister</c:v>
                </c:pt>
                <c:pt idx="965">
                  <c:v>whiskeybentandhellbound13</c:v>
                </c:pt>
                <c:pt idx="966">
                  <c:v>whirlygiggle_butterfly</c:v>
                </c:pt>
                <c:pt idx="967">
                  <c:v>whirlaway_triple_crown5</c:v>
                </c:pt>
                <c:pt idx="968">
                  <c:v>whileyouweredownstairs</c:v>
                </c:pt>
                <c:pt idx="969">
                  <c:v>where_the_good_pussy</c:v>
                </c:pt>
                <c:pt idx="970">
                  <c:v>whereforeartthouchris</c:v>
                </c:pt>
                <c:pt idx="971">
                  <c:v>wheredidyougetthatfunk</c:v>
                </c:pt>
                <c:pt idx="972">
                  <c:v>whereareyourmannersmissy</c:v>
                </c:pt>
                <c:pt idx="973">
                  <c:v>whereallthewhitegirlsat</c:v>
                </c:pt>
                <c:pt idx="974">
                  <c:v>whenyouthink_taylor_swift</c:v>
                </c:pt>
                <c:pt idx="975">
                  <c:v>when_you_say_nothing</c:v>
                </c:pt>
                <c:pt idx="976">
                  <c:v>whenwillsomeoneshootbush</c:v>
                </c:pt>
                <c:pt idx="977">
                  <c:v>whenwillibeloved2002</c:v>
                </c:pt>
                <c:pt idx="978">
                  <c:v>whenvillagepeopleattack</c:v>
                </c:pt>
                <c:pt idx="979">
                  <c:v>when_the_sun_goes_down_</c:v>
                </c:pt>
                <c:pt idx="980">
                  <c:v>whenfrankeatssquirrel</c:v>
                </c:pt>
                <c:pt idx="981">
                  <c:v>when_does_the_pain_stop</c:v>
                </c:pt>
                <c:pt idx="982">
                  <c:v>whenchildrenarepresent</c:v>
                </c:pt>
                <c:pt idx="983">
                  <c:v>when_cheryl_went_feral</c:v>
                </c:pt>
                <c:pt idx="984">
                  <c:v>whenangelscryblood777</c:v>
                </c:pt>
                <c:pt idx="985">
                  <c:v>wheatgrassbellydancer</c:v>
                </c:pt>
                <c:pt idx="986">
                  <c:v>whatyouwantbutcanthave</c:v>
                </c:pt>
                <c:pt idx="987">
                  <c:v>what_youve_been_missing3</c:v>
                </c:pt>
                <c:pt idx="988">
                  <c:v>whatyoutalkingaboutpierce</c:v>
                </c:pt>
                <c:pt idx="989">
                  <c:v>what_your_really_thinking</c:v>
                </c:pt>
                <c:pt idx="990">
                  <c:v>what_youknowbout_that</c:v>
                </c:pt>
                <c:pt idx="991">
                  <c:v>whatyouknowaboutthis</c:v>
                </c:pt>
                <c:pt idx="992">
                  <c:v>whatyouknowaboutthatshit</c:v>
                </c:pt>
                <c:pt idx="993">
                  <c:v>whatyouknowaboutthat44</c:v>
                </c:pt>
                <c:pt idx="994">
                  <c:v>whatyoucouldhavebeen</c:v>
                </c:pt>
                <c:pt idx="995">
                  <c:v>whatwoodthecommunitythink</c:v>
                </c:pt>
                <c:pt idx="996">
                  <c:v>Whattheseeyeshaveseen</c:v>
                </c:pt>
                <c:pt idx="997">
                  <c:v>what_the_pancake_was_that</c:v>
                </c:pt>
                <c:pt idx="998">
                  <c:v>whatthemessengersaid</c:v>
                </c:pt>
                <c:pt idx="999">
                  <c:v>what_the_katrina_lynn</c:v>
                </c:pt>
                <c:pt idx="1000">
                  <c:v>whatthehellicantgetaname</c:v>
                </c:pt>
                <c:pt idx="1001">
                  <c:v>whatsyourstorymorninglory</c:v>
                </c:pt>
                <c:pt idx="1002">
                  <c:v>whatsyourfavoritedessert</c:v>
                </c:pt>
                <c:pt idx="1003">
                  <c:v>whats_your_fantasy_101</c:v>
                </c:pt>
                <c:pt idx="1004">
                  <c:v>whats_your_damn_problem</c:v>
                </c:pt>
                <c:pt idx="1005">
                  <c:v>whatsyourdamagelauren</c:v>
                </c:pt>
                <c:pt idx="1006">
                  <c:v>whatswrongwithspongebob</c:v>
                </c:pt>
                <c:pt idx="1007">
                  <c:v>whatswrongwithbeingblack</c:v>
                </c:pt>
                <c:pt idx="1008">
                  <c:v>whatsworthwaitingfor</c:v>
                </c:pt>
                <c:pt idx="1009">
                  <c:v>whatsvictoriassecret</c:v>
                </c:pt>
                <c:pt idx="1010">
                  <c:v>whats_under_your_kilt</c:v>
                </c:pt>
                <c:pt idx="1011">
                  <c:v>whatsthematterjellyfish</c:v>
                </c:pt>
                <c:pt idx="1012">
                  <c:v>whatsthatguntherefor</c:v>
                </c:pt>
                <c:pt idx="1013">
                  <c:v>whatsthagamebeenmissing</c:v>
                </c:pt>
                <c:pt idx="1014">
                  <c:v>whats_island_with_fish</c:v>
                </c:pt>
                <c:pt idx="1015">
                  <c:v>whatsgoodentertainment</c:v>
                </c:pt>
                <c:pt idx="1016">
                  <c:v>whatremainsunscathed</c:v>
                </c:pt>
                <c:pt idx="1017">
                  <c:v>what_naughty_girl_want</c:v>
                </c:pt>
                <c:pt idx="1018">
                  <c:v>whatladiescallmurder</c:v>
                </c:pt>
                <c:pt idx="1019">
                  <c:v>whatkatiefuckingdidnext_</c:v>
                </c:pt>
                <c:pt idx="1020">
                  <c:v>whatgodwouldblessyou</c:v>
                </c:pt>
                <c:pt idx="1021">
                  <c:v>whatever_whenever_however</c:v>
                </c:pt>
                <c:pt idx="1022">
                  <c:v>whatever_forever_ali</c:v>
                </c:pt>
                <c:pt idx="1023">
                  <c:v>whatdidyouhaveforlunch</c:v>
                </c:pt>
                <c:pt idx="1024">
                  <c:v>whatdagamebeenmissing</c:v>
                </c:pt>
                <c:pt idx="1025">
                  <c:v>what_chu_know_about_that</c:v>
                </c:pt>
                <c:pt idx="1026">
                  <c:v>what_are_you_talking_bout</c:v>
                </c:pt>
                <c:pt idx="1027">
                  <c:v>whatafeistylittlething</c:v>
                </c:pt>
                <c:pt idx="1028">
                  <c:v>wetcoastresurrection</c:v>
                </c:pt>
                <c:pt idx="1029">
                  <c:v>wet_and_wild_blondie</c:v>
                </c:pt>
                <c:pt idx="1030">
                  <c:v>westvirginiagirl194</c:v>
                </c:pt>
                <c:pt idx="1031">
                  <c:v>westvirginia_countrygirl</c:v>
                </c:pt>
                <c:pt idx="1032">
                  <c:v>westside_hollywood39</c:v>
                </c:pt>
                <c:pt idx="1033">
                  <c:v>westsidegangster3123</c:v>
                </c:pt>
                <c:pt idx="1034">
                  <c:v>west_pittsburg_princess</c:v>
                </c:pt>
                <c:pt idx="1035">
                  <c:v>westorangefootballboy</c:v>
                </c:pt>
                <c:pt idx="1036">
                  <c:v>west_oakland_general</c:v>
                </c:pt>
                <c:pt idx="1037">
                  <c:v>westminstermemorialpark</c:v>
                </c:pt>
                <c:pt idx="1038">
                  <c:v>westmiddleschoolencore</c:v>
                </c:pt>
                <c:pt idx="1039">
                  <c:v>westmichiganburnlounge</c:v>
                </c:pt>
                <c:pt idx="1040">
                  <c:v>westlandmusicteacher</c:v>
                </c:pt>
                <c:pt idx="1041">
                  <c:v>west_jordan_football</c:v>
                </c:pt>
                <c:pt idx="1042">
                  <c:v>westhighlandterrierlover</c:v>
                </c:pt>
                <c:pt idx="1043">
                  <c:v>west-highland-terrier2012</c:v>
                </c:pt>
                <c:pt idx="1044">
                  <c:v>west_grove_softball_cutie</c:v>
                </c:pt>
                <c:pt idx="1045">
                  <c:v>westernmarylandtruckshow</c:v>
                </c:pt>
                <c:pt idx="1046">
                  <c:v>westernelectricspace</c:v>
                </c:pt>
                <c:pt idx="1047">
                  <c:v>westernathletictraining</c:v>
                </c:pt>
                <c:pt idx="1048">
                  <c:v>westernanarchistunion</c:v>
                </c:pt>
                <c:pt idx="1049">
                  <c:v>westcoastunderground2</c:v>
                </c:pt>
                <c:pt idx="1050">
                  <c:v>westcoast_underground</c:v>
                </c:pt>
                <c:pt idx="1051">
                  <c:v>westcoastperformance</c:v>
                </c:pt>
                <c:pt idx="1052">
                  <c:v>westcoastpartygirl4life</c:v>
                </c:pt>
                <c:pt idx="1053">
                  <c:v>westcoast_heavy_hitter</c:v>
                </c:pt>
                <c:pt idx="1054">
                  <c:v>westchestermusicfestival</c:v>
                </c:pt>
                <c:pt idx="1055">
                  <c:v>westbridgeentertainment</c:v>
                </c:pt>
                <c:pt idx="1056">
                  <c:v>westboundforhometown</c:v>
                </c:pt>
                <c:pt idx="1057">
                  <c:v>westblocton_angel_08</c:v>
                </c:pt>
                <c:pt idx="1058">
                  <c:v>were_together_forever</c:v>
                </c:pt>
                <c:pt idx="1059">
                  <c:v>were_better_than_you_are</c:v>
                </c:pt>
                <c:pt idx="1060">
                  <c:v>wereallgoing2diesomeday</c:v>
                </c:pt>
                <c:pt idx="1061">
                  <c:v>were_all_going_2_die</c:v>
                </c:pt>
                <c:pt idx="1062">
                  <c:v>wereallalittlefreaky</c:v>
                </c:pt>
                <c:pt idx="1063">
                  <c:v>wereabovetheinfluence</c:v>
                </c:pt>
                <c:pt idx="1064">
                  <c:v>wercothelostfamilymember</c:v>
                </c:pt>
                <c:pt idx="1065">
                  <c:v>wendy_the_purse_princess</c:v>
                </c:pt>
                <c:pt idx="1066">
                  <c:v>wendythadiamondprincess</c:v>
                </c:pt>
                <c:pt idx="1067">
                  <c:v>wendy_darling_neverland</c:v>
                </c:pt>
                <c:pt idx="1068">
                  <c:v>wendy.beautiful.disaster</c:v>
                </c:pt>
                <c:pt idx="1069">
                  <c:v>wendy_aka_babygurl123</c:v>
                </c:pt>
                <c:pt idx="1070">
                  <c:v>welshbeefwillnotfail</c:v>
                </c:pt>
                <c:pt idx="1071">
                  <c:v>wellyyangfindinghome</c:v>
                </c:pt>
                <c:pt idx="1072">
                  <c:v>welltherewasthisonetime</c:v>
                </c:pt>
                <c:pt idx="1073">
                  <c:v>wellthatsinteresting</c:v>
                </c:pt>
                <c:pt idx="1074">
                  <c:v>well_screw_you_buttmunch</c:v>
                </c:pt>
                <c:pt idx="1075">
                  <c:v>wellingtonteencouncil</c:v>
                </c:pt>
                <c:pt idx="1076">
                  <c:v>welcometheblackparade</c:v>
                </c:pt>
                <c:pt idx="1077">
                  <c:v>welcome_2the_mirror_world</c:v>
                </c:pt>
                <c:pt idx="1078">
                  <c:v>welcome_2_the_katie_hotel</c:v>
                </c:pt>
                <c:pt idx="1079">
                  <c:v>welcome2neverenoughspace</c:v>
                </c:pt>
                <c:pt idx="1080">
                  <c:v>welcome_2_jessie_world</c:v>
                </c:pt>
                <c:pt idx="1081">
                  <c:v>welcome2halfbakecity</c:v>
                </c:pt>
                <c:pt idx="1082">
                  <c:v>welcome2fleeterville</c:v>
                </c:pt>
                <c:pt idx="1083">
                  <c:v>weird_love_and_action</c:v>
                </c:pt>
                <c:pt idx="1084">
                  <c:v>weirdlittlepunkguy88</c:v>
                </c:pt>
                <c:pt idx="1085">
                  <c:v>weirdelectrofreakboy</c:v>
                </c:pt>
                <c:pt idx="1086">
                  <c:v>weight_lifting_freak</c:v>
                </c:pt>
                <c:pt idx="1087">
                  <c:v>weeping_little_flame</c:v>
                </c:pt>
                <c:pt idx="1088">
                  <c:v>weekly_beauty_contest</c:v>
                </c:pt>
                <c:pt idx="1089">
                  <c:v>weed_smoke_every_day</c:v>
                </c:pt>
                <c:pt idx="1090">
                  <c:v>wedgesandalslideclub</c:v>
                </c:pt>
                <c:pt idx="1091">
                  <c:v>websourceinternational</c:v>
                </c:pt>
                <c:pt idx="1092">
                  <c:v>website_thingamajiggen</c:v>
                </c:pt>
                <c:pt idx="1093">
                  <c:v>webelectronicessence</c:v>
                </c:pt>
                <c:pt idx="1094">
                  <c:v>web_design_and_hosting</c:v>
                </c:pt>
                <c:pt idx="1095">
                  <c:v>web_analytics_consultant</c:v>
                </c:pt>
                <c:pt idx="1096">
                  <c:v>weavingwiththemadness</c:v>
                </c:pt>
                <c:pt idx="1097">
                  <c:v>wearsomethingfireproof</c:v>
                </c:pt>
                <c:pt idx="1098">
                  <c:v>weakstomachphotography</c:v>
                </c:pt>
                <c:pt idx="1099">
                  <c:v>waynebakerbrooksmusic</c:v>
                </c:pt>
                <c:pt idx="1100">
                  <c:v>wavedancerladytigeress</c:v>
                </c:pt>
                <c:pt idx="1101">
                  <c:v>watsoncustomgraphics</c:v>
                </c:pt>
                <c:pt idx="1102">
                  <c:v>watsonchapel98reunion</c:v>
                </c:pt>
                <c:pt idx="1103">
                  <c:v>waterstreetmusichall</c:v>
                </c:pt>
                <c:pt idx="1104">
                  <c:v>watermelonlayoutsummer</c:v>
                </c:pt>
                <c:pt idx="1105">
                  <c:v>watermelonjellybelly</c:v>
                </c:pt>
                <c:pt idx="1106">
                  <c:v>waterfireearthwindair</c:v>
                </c:pt>
                <c:pt idx="1107">
                  <c:v>water2fire4air1earth0</c:v>
                </c:pt>
                <c:pt idx="1108">
                  <c:v>watdagamebeenmissing</c:v>
                </c:pt>
                <c:pt idx="1109">
                  <c:v>watchyourback_turnaround</c:v>
                </c:pt>
                <c:pt idx="1110">
                  <c:v>watchyoufallfromgrace</c:v>
                </c:pt>
                <c:pt idx="1111">
                  <c:v>_watch_the_weather_change</c:v>
                </c:pt>
                <c:pt idx="1112">
                  <c:v>watchout4thatscooter</c:v>
                </c:pt>
                <c:pt idx="1113">
                  <c:v>watchmakingmetropolisorchestra</c:v>
                </c:pt>
                <c:pt idx="1114">
                  <c:v>watchingyoureverymove</c:v>
                </c:pt>
                <c:pt idx="1115">
                  <c:v>watchingyouallthetime</c:v>
                </c:pt>
                <c:pt idx="1116">
                  <c:v>watching_the_blood_drip</c:v>
                </c:pt>
                <c:pt idx="1117">
                  <c:v>watchingoveryouforever</c:v>
                </c:pt>
                <c:pt idx="1118">
                  <c:v>watching_guardian_angel</c:v>
                </c:pt>
                <c:pt idx="1119">
                  <c:v>watchingbrokenessmend</c:v>
                </c:pt>
                <c:pt idx="1120">
                  <c:v>wataboutthisrelationship</c:v>
                </c:pt>
                <c:pt idx="1121">
                  <c:v>wastingoxygensince92</c:v>
                </c:pt>
                <c:pt idx="1122">
                  <c:v>wastedgenerationrock</c:v>
                </c:pt>
                <c:pt idx="1123">
                  <c:v>washington_street_team</c:v>
                </c:pt>
                <c:pt idx="1124">
                  <c:v>washingtonhighschool</c:v>
                </c:pt>
                <c:pt idx="1125">
                  <c:v>washingmachinetheband</c:v>
                </c:pt>
                <c:pt idx="1126">
                  <c:v>wartfacepussyteacher</c:v>
                </c:pt>
                <c:pt idx="1127">
                  <c:v>warriorprincesskitty</c:v>
                </c:pt>
                <c:pt idx="1128">
                  <c:v>warrior_princess_anna</c:v>
                </c:pt>
                <c:pt idx="1129">
                  <c:v>warriorprincess4ever</c:v>
                </c:pt>
                <c:pt idx="1130">
                  <c:v>warriorfromthemotorcity</c:v>
                </c:pt>
                <c:pt idx="1131">
                  <c:v>warrior_football_player</c:v>
                </c:pt>
                <c:pt idx="1132">
                  <c:v>warrior_4_thunderclan</c:v>
                </c:pt>
                <c:pt idx="1133">
                  <c:v>warrenthebaseballguy</c:v>
                </c:pt>
                <c:pt idx="1134">
                  <c:v>warning_violent_bassist</c:v>
                </c:pt>
                <c:pt idx="1135">
                  <c:v>warning_under_pressure</c:v>
                </c:pt>
                <c:pt idx="1136">
                  <c:v>warningparentaladvisory</c:v>
                </c:pt>
                <c:pt idx="1137">
                  <c:v>warninghopelessromantic</c:v>
                </c:pt>
                <c:pt idx="1138">
                  <c:v>warning_angry_pirate</c:v>
                </c:pt>
                <c:pt idx="1139">
                  <c:v>WARNING1DANGER1CAUTION</c:v>
                </c:pt>
                <c:pt idx="1140">
                  <c:v>warmfuzzyfeeling1498</c:v>
                </c:pt>
                <c:pt idx="1141">
                  <c:v>warfareplaguefaminedeath</c:v>
                </c:pt>
                <c:pt idx="1142">
                  <c:v>warcraftpowerleveling</c:v>
                </c:pt>
                <c:pt idx="1143">
                  <c:v>warassassinsandtampliers</c:v>
                </c:pt>
                <c:pt idx="1144">
                  <c:v>wantsomethingdoneright</c:v>
                </c:pt>
                <c:pt idx="1145">
                  <c:v>wantsomeskittles1313</c:v>
                </c:pt>
                <c:pt idx="1146">
                  <c:v>wantmusicyoucantfind</c:v>
                </c:pt>
                <c:pt idx="1147">
                  <c:v>wantcheesewiththatwine</c:v>
                </c:pt>
                <c:pt idx="1148">
                  <c:v>wangdangsweetpoontang9</c:v>
                </c:pt>
                <c:pt idx="1149">
                  <c:v>wanderoffintoyournebula</c:v>
                </c:pt>
                <c:pt idx="1150">
                  <c:v>wandering_wolf_strife</c:v>
                </c:pt>
                <c:pt idx="1151">
                  <c:v>wandering_samurai_girl</c:v>
                </c:pt>
                <c:pt idx="1152">
                  <c:v>wanderingpurpletroll</c:v>
                </c:pt>
                <c:pt idx="1153">
                  <c:v>wandering_moon_princess</c:v>
                </c:pt>
                <c:pt idx="1154">
                  <c:v>wanda_thefairygodparent</c:v>
                </c:pt>
                <c:pt idx="1155">
                  <c:v>waltfowlerwithsports</c:v>
                </c:pt>
                <c:pt idx="1156">
                  <c:v>walterthefriendlyghost</c:v>
                </c:pt>
                <c:pt idx="1157">
                  <c:v>walterleecooper12345</c:v>
                </c:pt>
                <c:pt idx="1158">
                  <c:v>wallercustomconstruction</c:v>
                </c:pt>
                <c:pt idx="1159">
                  <c:v>walk_this_fucking_plank</c:v>
                </c:pt>
                <c:pt idx="1160">
                  <c:v>walksinthewilderness</c:v>
                </c:pt>
                <c:pt idx="1161">
                  <c:v>walking_the_narrow_line</c:v>
                </c:pt>
                <c:pt idx="1162">
                  <c:v>walkingheartattack2</c:v>
                </c:pt>
                <c:pt idx="1163">
                  <c:v>walkingblondemoment5</c:v>
                </c:pt>
                <c:pt idx="1164">
                  <c:v>wakingthefallen_toby</c:v>
                </c:pt>
                <c:pt idx="1165">
                  <c:v>wake_from_the_illusion</c:v>
                </c:pt>
                <c:pt idx="1166">
                  <c:v>waiting_until_the_end</c:v>
                </c:pt>
                <c:pt idx="1167">
                  <c:v>waitinghappinesstrain</c:v>
                </c:pt>
                <c:pt idx="1168">
                  <c:v>waiting_for_this_moment</c:v>
                </c:pt>
                <c:pt idx="1169">
                  <c:v>waiting_for_that_girl</c:v>
                </c:pt>
                <c:pt idx="1170">
                  <c:v>waitingfortermination</c:v>
                </c:pt>
                <c:pt idx="1171">
                  <c:v>waiting_for_perdition</c:v>
                </c:pt>
                <c:pt idx="1172">
                  <c:v>waitingformydeathpenalty</c:v>
                </c:pt>
                <c:pt idx="1173">
                  <c:v>waitingformisterright</c:v>
                </c:pt>
                <c:pt idx="1174">
                  <c:v>waiting_for_hell_2_arrive</c:v>
                </c:pt>
                <c:pt idx="1175">
                  <c:v>waitingforconfirmation</c:v>
                </c:pt>
                <c:pt idx="1176">
                  <c:v>wait_and_bleed_forever</c:v>
                </c:pt>
                <c:pt idx="1177">
                  <c:v>wagon_burning_native</c:v>
                </c:pt>
                <c:pt idx="1178">
                  <c:v>wagonburnerentertainment</c:v>
                </c:pt>
                <c:pt idx="1179">
                  <c:v>wafflesandprettycolors</c:v>
                </c:pt>
                <c:pt idx="1180">
                  <c:v>waffleironsaredangerous</c:v>
                </c:pt>
                <c:pt idx="1181">
                  <c:v>waffleeattingcaboose</c:v>
                </c:pt>
                <c:pt idx="1182">
                  <c:v>wackamoleindependent</c:v>
                </c:pt>
                <c:pt idx="1183">
                  <c:v>votemaddiforsocialofficer</c:v>
                </c:pt>
                <c:pt idx="1184">
                  <c:v>vote_for_the_hottest</c:v>
                </c:pt>
                <c:pt idx="1185">
                  <c:v>vote_for_pedro_not_summer</c:v>
                </c:pt>
                <c:pt idx="1186">
                  <c:v>voteformelissaandalyssa</c:v>
                </c:pt>
                <c:pt idx="1187">
                  <c:v>vote_4_pedro_heck_yes</c:v>
                </c:pt>
                <c:pt idx="1188">
                  <c:v>vote4denisebiancaandvicky</c:v>
                </c:pt>
                <c:pt idx="1189">
                  <c:v>vomitingthefetalembryo</c:v>
                </c:pt>
                <c:pt idx="1190">
                  <c:v>voluptuouscaramelcutie</c:v>
                </c:pt>
                <c:pt idx="1191">
                  <c:v>volumebeneaththeearth</c:v>
                </c:pt>
                <c:pt idx="1192">
                  <c:v>voltagecontrolledlizard</c:v>
                </c:pt>
                <c:pt idx="1193">
                  <c:v>volleyballstar_jenna</c:v>
                </c:pt>
                <c:pt idx="1194">
                  <c:v>volleyballsoccerchick</c:v>
                </c:pt>
                <c:pt idx="1195">
                  <c:v>volleyball_oceansidebabe</c:v>
                </c:pt>
                <c:pt idx="1196">
                  <c:v>volleyball_mel_4_life</c:v>
                </c:pt>
                <c:pt idx="1197">
                  <c:v>volleyball_gymnastic_life</c:v>
                </c:pt>
                <c:pt idx="1198">
                  <c:v>volleyballchicklucille</c:v>
                </c:pt>
                <c:pt idx="1199">
                  <c:v>volleyballchick_babe55</c:v>
                </c:pt>
                <c:pt idx="1200">
                  <c:v>volley_ball_chick_24</c:v>
                </c:pt>
                <c:pt idx="1201">
                  <c:v>voidstarentertainment</c:v>
                </c:pt>
                <c:pt idx="1202">
                  <c:v>voicingtheunseenband</c:v>
                </c:pt>
                <c:pt idx="1203">
                  <c:v>vodka_metal_music_fury</c:v>
                </c:pt>
                <c:pt idx="1204">
                  <c:v>vladimir_the_impaler</c:v>
                </c:pt>
                <c:pt idx="1205">
                  <c:v>vixenwarriorprincess</c:v>
                </c:pt>
                <c:pt idx="1206">
                  <c:v>vitavistavisagevirtual</c:v>
                </c:pt>
                <c:pt idx="1207">
                  <c:v>visualizethebrokenhandle</c:v>
                </c:pt>
                <c:pt idx="1208">
                  <c:v>visualimagemarketing</c:v>
                </c:pt>
                <c:pt idx="1209">
                  <c:v>visual_development_unit</c:v>
                </c:pt>
                <c:pt idx="1210">
                  <c:v>visit_your_mirror_image</c:v>
                </c:pt>
                <c:pt idx="1211">
                  <c:v>visionentertainmentgroup</c:v>
                </c:pt>
                <c:pt idx="1212">
                  <c:v>virtualworldrealestate</c:v>
                </c:pt>
                <c:pt idx="1213">
                  <c:v>virtualmachineelectronic</c:v>
                </c:pt>
                <c:pt idx="1214">
                  <c:v>virtualblackswanmarketing</c:v>
                </c:pt>
                <c:pt idx="1215">
                  <c:v>virgincollegemegatour</c:v>
                </c:pt>
                <c:pt idx="1216">
                  <c:v>violetthecaringsister</c:v>
                </c:pt>
                <c:pt idx="1217">
                  <c:v>violetmonkeydishwasher</c:v>
                </c:pt>
                <c:pt idx="1218">
                  <c:v>violent_vampirekitty</c:v>
                </c:pt>
                <c:pt idx="1219">
                  <c:v>violentserenitypaintball</c:v>
                </c:pt>
                <c:pt idx="1220">
                  <c:v>violenceagainstthemonkey</c:v>
                </c:pt>
                <c:pt idx="1221">
                  <c:v>vintageviolencerecordingstudio</c:v>
                </c:pt>
                <c:pt idx="1222">
                  <c:v>vintagerockstarlight</c:v>
                </c:pt>
                <c:pt idx="1223">
                  <c:v>vintagelovelayoutsandmore</c:v>
                </c:pt>
                <c:pt idx="1224">
                  <c:v>vintagelayoutpreview</c:v>
                </c:pt>
                <c:pt idx="1225">
                  <c:v>vintagehomeentertainment</c:v>
                </c:pt>
                <c:pt idx="1226">
                  <c:v>vinnieblessedneverquit</c:v>
                </c:pt>
                <c:pt idx="1227">
                  <c:v>vincentvalintine92311</c:v>
                </c:pt>
                <c:pt idx="1228">
                  <c:v>vincenthellmasker</c:v>
                </c:pt>
                <c:pt idx="1229">
                  <c:v>vincent_carr_fan_site</c:v>
                </c:pt>
                <c:pt idx="1230">
                  <c:v>vincent_black_lightning</c:v>
                </c:pt>
                <c:pt idx="1231">
                  <c:v>VINCENTALLDADE191919</c:v>
                </c:pt>
                <c:pt idx="1232">
                  <c:v>villanovajunctionband</c:v>
                </c:pt>
                <c:pt idx="1233">
                  <c:v>village_hottie_girl14</c:v>
                </c:pt>
                <c:pt idx="1234">
                  <c:v>villagefitnesscenter</c:v>
                </c:pt>
                <c:pt idx="1235">
                  <c:v>viking_wrestling_chic</c:v>
                </c:pt>
                <c:pt idx="1236">
                  <c:v>vikingsmockingmereexile</c:v>
                </c:pt>
                <c:pt idx="1237">
                  <c:v>viewbanksocialjustice</c:v>
                </c:pt>
                <c:pt idx="1238">
                  <c:v>videoprofessionalchick</c:v>
                </c:pt>
                <c:pt idx="1239">
                  <c:v>videogamemusicammodepot</c:v>
                </c:pt>
                <c:pt idx="1240">
                  <c:v>video_game_freak12345</c:v>
                </c:pt>
                <c:pt idx="1241">
                  <c:v>victor_the_aeroplane</c:v>
                </c:pt>
                <c:pt idx="1242">
                  <c:v>victoriousversuspurpose</c:v>
                </c:pt>
                <c:pt idx="1243">
                  <c:v>_Victoria_thekoolest</c:v>
                </c:pt>
                <c:pt idx="1244">
                  <c:v>_victorias_secret_babe</c:v>
                </c:pt>
                <c:pt idx="1245">
                  <c:v>victorias_own_secret</c:v>
                </c:pt>
                <c:pt idx="1246">
                  <c:v>victoriaslittlesecret19</c:v>
                </c:pt>
                <c:pt idx="1247">
                  <c:v>victoriasgayparkershott</c:v>
                </c:pt>
                <c:pt idx="1248">
                  <c:v>victoria_rose_blossom</c:v>
                </c:pt>
                <c:pt idx="1249">
                  <c:v>victoriamaeandhaleyann</c:v>
                </c:pt>
                <c:pt idx="1250">
                  <c:v>victoria_castro_baby</c:v>
                </c:pt>
                <c:pt idx="1251">
                  <c:v>victoria_boxing_club</c:v>
                </c:pt>
                <c:pt idx="1252">
                  <c:v>vicsoncosmeticsandbath</c:v>
                </c:pt>
                <c:pt idx="1253">
                  <c:v>vicky_and_fran_are_ugly</c:v>
                </c:pt>
                <c:pt idx="1254">
                  <c:v>vickithedramastarter</c:v>
                </c:pt>
                <c:pt idx="1255">
                  <c:v>vickey_justice_baybee</c:v>
                </c:pt>
                <c:pt idx="1256">
                  <c:v>vicioussparklekitten</c:v>
                </c:pt>
                <c:pt idx="1257">
                  <c:v>viciousimportproduction</c:v>
                </c:pt>
                <c:pt idx="1258">
                  <c:v>vicious_fuzzy_pink_bunny</c:v>
                </c:pt>
                <c:pt idx="1259">
                  <c:v>viciousdamevalentine</c:v>
                </c:pt>
                <c:pt idx="1260">
                  <c:v>viciouscirclehardcore</c:v>
                </c:pt>
                <c:pt idx="1261">
                  <c:v>vexedvampireprincess181</c:v>
                </c:pt>
                <c:pt idx="1262">
                  <c:v>vessel_for_berith_deity</c:v>
                </c:pt>
                <c:pt idx="1263">
                  <c:v>verysexybrowneyedgirl</c:v>
                </c:pt>
                <c:pt idx="1264">
                  <c:v>very_important_bitch</c:v>
                </c:pt>
                <c:pt idx="1265">
                  <c:v>veryconfusingsecretword</c:v>
                </c:pt>
                <c:pt idx="1266">
                  <c:v>very_comfortably_numb</c:v>
                </c:pt>
                <c:pt idx="1267">
                  <c:v>verticaldreamsonline</c:v>
                </c:pt>
                <c:pt idx="1268">
                  <c:v>versusthetimemachine</c:v>
                </c:pt>
                <c:pt idx="1269">
                  <c:v>versatilefamilybusiness</c:v>
                </c:pt>
                <c:pt idx="1270">
                  <c:v>versatiledancecompany</c:v>
                </c:pt>
                <c:pt idx="1271">
                  <c:v>veronicasophiamendoza</c:v>
                </c:pt>
                <c:pt idx="1272">
                  <c:v>veronicasnowdenbland</c:v>
                </c:pt>
                <c:pt idx="1273">
                  <c:v>veronica.quintanilla81</c:v>
                </c:pt>
                <c:pt idx="1274">
                  <c:v>veronicapassionconsultant</c:v>
                </c:pt>
                <c:pt idx="1275">
                  <c:v>veronica_delatrinidad</c:v>
                </c:pt>
                <c:pt idx="1276">
                  <c:v>veronicachapmansmith</c:v>
                </c:pt>
                <c:pt idx="1277">
                  <c:v>veronica_and_timothy</c:v>
                </c:pt>
                <c:pt idx="1278">
                  <c:v>veronica_and_justine4ever</c:v>
                </c:pt>
                <c:pt idx="1279">
                  <c:v>veronicaakalittlecat</c:v>
                </c:pt>
                <c:pt idx="1280">
                  <c:v>verbalsweetnessmusic</c:v>
                </c:pt>
                <c:pt idx="1281">
                  <c:v>venusstarpowerignite</c:v>
                </c:pt>
                <c:pt idx="1282">
                  <c:v>venturecapitallawyer</c:v>
                </c:pt>
                <c:pt idx="1283">
                  <c:v>venomous_duck_rosemary</c:v>
                </c:pt>
                <c:pt idx="1284">
                  <c:v>venomous_carnage_assassin</c:v>
                </c:pt>
                <c:pt idx="1285">
                  <c:v>vengeanceviavendetta</c:v>
                </c:pt>
                <c:pt idx="1286">
                  <c:v>vengeance_snow_fixation</c:v>
                </c:pt>
                <c:pt idx="1287">
                  <c:v>vendrex_the_last_dragon</c:v>
                </c:pt>
                <c:pt idx="1288">
                  <c:v>vendettaforvengeance</c:v>
                </c:pt>
                <c:pt idx="1289">
                  <c:v>velvetpickleunderground</c:v>
                </c:pt>
                <c:pt idx="1290">
                  <c:v>velvet_nightmare_girl</c:v>
                </c:pt>
                <c:pt idx="1291">
                  <c:v>velvetcrushrockgroup</c:v>
                </c:pt>
                <c:pt idx="1292">
                  <c:v>velocitysportsperformance</c:v>
                </c:pt>
                <c:pt idx="1293">
                  <c:v>vegetarianstudentunion</c:v>
                </c:pt>
                <c:pt idx="1294">
                  <c:v>vegetablerightsandpeace</c:v>
                </c:pt>
                <c:pt idx="1295">
                  <c:v>vector_love_amsterdam</c:v>
                </c:pt>
                <c:pt idx="1296">
                  <c:v>vaudeville_variety_show</c:v>
                </c:pt>
                <c:pt idx="1297">
                  <c:v>vassago_malekai_blade</c:v>
                </c:pt>
                <c:pt idx="1298">
                  <c:v>varsitysoftballplayer1</c:v>
                </c:pt>
                <c:pt idx="1299">
                  <c:v>varsitysoccerchick09</c:v>
                </c:pt>
                <c:pt idx="1300">
                  <c:v>varletclothingcompany</c:v>
                </c:pt>
                <c:pt idx="1301">
                  <c:v>variousmotherfucking</c:v>
                </c:pt>
                <c:pt idx="1302">
                  <c:v>variablefuckingperception</c:v>
                </c:pt>
                <c:pt idx="1303">
                  <c:v>vanmandownbytheriver</c:v>
                </c:pt>
                <c:pt idx="1304">
                  <c:v>vanitycrisisphotography</c:v>
                </c:pt>
                <c:pt idx="1305">
                  <c:v>vanishingpointofficial</c:v>
                </c:pt>
                <c:pt idx="1306">
                  <c:v>vanishingpointburnley</c:v>
                </c:pt>
                <c:pt idx="1307">
                  <c:v>vanillawafersandmilk</c:v>
                </c:pt>
                <c:pt idx="1308">
                  <c:v>vanillavanessavalentine</c:v>
                </c:pt>
                <c:pt idx="1309">
                  <c:v>vanillascentedcandle</c:v>
                </c:pt>
                <c:pt idx="1310">
                  <c:v>vanillaicequeen_040</c:v>
                </c:pt>
                <c:pt idx="1311">
                  <c:v>VanillaGorillaJungleKing</c:v>
                </c:pt>
                <c:pt idx="1312">
                  <c:v>vanillafuzzywuzzybear</c:v>
                </c:pt>
                <c:pt idx="1313">
                  <c:v>vanillabeangirl12001</c:v>
                </c:pt>
                <c:pt idx="1314">
                  <c:v>vanessa_youshouldknow</c:v>
                </c:pt>
                <c:pt idx="1315">
                  <c:v>vanessa_santana_hottie1</c:v>
                </c:pt>
                <c:pt idx="1316">
                  <c:v>vanessasandovalmusic</c:v>
                </c:pt>
                <c:pt idx="1317">
                  <c:v>vanessa_nichole_sarah</c:v>
                </c:pt>
                <c:pt idx="1318">
                  <c:v>vanessamichellethorp</c:v>
                </c:pt>
                <c:pt idx="1319">
                  <c:v>vanessamariehenderson</c:v>
                </c:pt>
                <c:pt idx="1320">
                  <c:v>vanessalovesherlover</c:v>
                </c:pt>
                <c:pt idx="1321">
                  <c:v>vanessahudgensonline</c:v>
                </c:pt>
                <c:pt idx="1322">
                  <c:v>vanessahudgensofficialsit</c:v>
                </c:pt>
                <c:pt idx="1323">
                  <c:v>vanessa_hudgens_1214</c:v>
                </c:pt>
                <c:pt idx="1324">
                  <c:v>vanessa_hearts_heather</c:v>
                </c:pt>
                <c:pt idx="1325">
                  <c:v>vanessa_caitlin_rucker</c:v>
                </c:pt>
                <c:pt idx="1326">
                  <c:v>vanessa_ann_the_vampire</c:v>
                </c:pt>
                <c:pt idx="1327">
                  <c:v>vanessa_ann_hudgens_crazy</c:v>
                </c:pt>
                <c:pt idx="1328">
                  <c:v>vanessaannemariehudgen</c:v>
                </c:pt>
                <c:pt idx="1329">
                  <c:v>vanessa_anne_hutchinson</c:v>
                </c:pt>
                <c:pt idx="1330">
                  <c:v>vanessaannehudgensrox</c:v>
                </c:pt>
                <c:pt idx="1331">
                  <c:v>vanessaannehudgens893</c:v>
                </c:pt>
                <c:pt idx="1332">
                  <c:v>vanessa_anne_hudgens_88</c:v>
                </c:pt>
                <c:pt idx="1333">
                  <c:v>vanessa_anne_hudgens_4</c:v>
                </c:pt>
                <c:pt idx="1334">
                  <c:v>vanessaannehudgens123</c:v>
                </c:pt>
                <c:pt idx="1335">
                  <c:v>vanessaannehudgens121488</c:v>
                </c:pt>
                <c:pt idx="1336">
                  <c:v>vanessa_anne_hudgens101</c:v>
                </c:pt>
                <c:pt idx="1337">
                  <c:v>vanessaannehudgens_1</c:v>
                </c:pt>
                <c:pt idx="1338">
                  <c:v>vanessa_818_aka_vanilla</c:v>
                </c:pt>
                <c:pt idx="1339">
                  <c:v>vandalayimportexport</c:v>
                </c:pt>
                <c:pt idx="1340">
                  <c:v>vancouver.westbroadway</c:v>
                </c:pt>
                <c:pt idx="1341">
                  <c:v>vampyer_under_the_bed</c:v>
                </c:pt>
                <c:pt idx="1342">
                  <c:v>vampire_soul_whatelse</c:v>
                </c:pt>
                <c:pt idx="1343">
                  <c:v>vampire_serenity_black</c:v>
                </c:pt>
                <c:pt idx="1344">
                  <c:v>vampireprincessnay13</c:v>
                </c:pt>
                <c:pt idx="1345">
                  <c:v>vampire_princess_eva</c:v>
                </c:pt>
                <c:pt idx="1346">
                  <c:v>VampirePrincessBloodlust</c:v>
                </c:pt>
                <c:pt idx="1347">
                  <c:v>vampire_malvina_killer</c:v>
                </c:pt>
                <c:pt idx="1348">
                  <c:v>vampire_fairy_princess</c:v>
                </c:pt>
                <c:pt idx="1349">
                  <c:v>vampire_fairy_advice</c:v>
                </c:pt>
                <c:pt idx="1350">
                  <c:v>vampire_anime_freak25</c:v>
                </c:pt>
                <c:pt idx="1351">
                  <c:v>vampchrisbloodthirst</c:v>
                </c:pt>
                <c:pt idx="1352">
                  <c:v>valleystreamwrestling</c:v>
                </c:pt>
                <c:pt idx="1353">
                  <c:v>valleygirl_ventriloquist</c:v>
                </c:pt>
                <c:pt idx="1354">
                  <c:v>valiantherospacemanspiff</c:v>
                </c:pt>
                <c:pt idx="1355">
                  <c:v>valeron020dasha2101994</c:v>
                </c:pt>
                <c:pt idx="1356">
                  <c:v>valerieremoveaccount</c:v>
                </c:pt>
                <c:pt idx="1357">
                  <c:v>valerie_natalie_haylee</c:v>
                </c:pt>
                <c:pt idx="1358">
                  <c:v>valerieleannheartsyou</c:v>
                </c:pt>
                <c:pt idx="1359">
                  <c:v>valentinemetalmassacre</c:v>
                </c:pt>
                <c:pt idx="1360">
                  <c:v>valentinebabygirl420</c:v>
                </c:pt>
                <c:pt idx="1361">
                  <c:v>valentinayournightmare</c:v>
                </c:pt>
                <c:pt idx="1362">
                  <c:v>valenciayouthinaction</c:v>
                </c:pt>
                <c:pt idx="1363">
                  <c:v>vaguereminiscenceclothing</c:v>
                </c:pt>
                <c:pt idx="1364">
                  <c:v>vagueinspirationmusic</c:v>
                </c:pt>
                <c:pt idx="1365">
                  <c:v>vagabond_garage_rocker</c:v>
                </c:pt>
                <c:pt idx="1366">
                  <c:v>vacationrentalsinwildwood</c:v>
                </c:pt>
                <c:pt idx="1367">
                  <c:v>vacantlotentertainment</c:v>
                </c:pt>
                <c:pt idx="1368">
                  <c:v>utterworldlyclothing</c:v>
                </c:pt>
                <c:pt idx="1369">
                  <c:v>utterly_unique_entity</c:v>
                </c:pt>
                <c:pt idx="1370">
                  <c:v>utterliterarycabaret</c:v>
                </c:pt>
                <c:pt idx="1371">
                  <c:v>useless_welfare_child503</c:v>
                </c:pt>
                <c:pt idx="1372">
                  <c:v>urinaryrectallubricant</c:v>
                </c:pt>
                <c:pt idx="1373">
                  <c:v>ure_punk_rock_princess</c:v>
                </c:pt>
                <c:pt idx="1374">
                  <c:v>urbansuperherodangerman</c:v>
                </c:pt>
                <c:pt idx="1375">
                  <c:v>urbanstrawberrylunch</c:v>
                </c:pt>
                <c:pt idx="1376">
                  <c:v>urbansoulentertainment</c:v>
                </c:pt>
                <c:pt idx="1377">
                  <c:v>urbanrenaissanceschool</c:v>
                </c:pt>
                <c:pt idx="1378">
                  <c:v>urbanrenaissancemagazine</c:v>
                </c:pt>
                <c:pt idx="1379">
                  <c:v>urbanmythstorytelling</c:v>
                </c:pt>
                <c:pt idx="1380">
                  <c:v>urbanministrynetwork</c:v>
                </c:pt>
                <c:pt idx="1381">
                  <c:v>urbanhungerreliefclub</c:v>
                </c:pt>
                <c:pt idx="1382">
                  <c:v>urbanenterprisemagazine</c:v>
                </c:pt>
                <c:pt idx="1383">
                  <c:v>urbandanceentertainment</c:v>
                </c:pt>
                <c:pt idx="1384">
                  <c:v>uptown_dapper_panther</c:v>
                </c:pt>
                <c:pt idx="1385">
                  <c:v>upstatemetalfest200</c:v>
                </c:pt>
                <c:pt idx="1386">
                  <c:v>uppercanadarhythmblues</c:v>
                </c:pt>
                <c:pt idx="1387">
                  <c:v>upontheseemptyhearts</c:v>
                </c:pt>
                <c:pt idx="1388">
                  <c:v>upliftingpersonaltraining</c:v>
                </c:pt>
                <c:pt idx="1389">
                  <c:v>upcoming_baseball_star</c:v>
                </c:pt>
                <c:pt idx="1390">
                  <c:v>unwrittentragedymusic</c:v>
                </c:pt>
                <c:pt idx="1391">
                  <c:v>unwantedattentionband</c:v>
                </c:pt>
                <c:pt idx="1392">
                  <c:v>unusually_flexible_girl</c:v>
                </c:pt>
                <c:pt idx="1393">
                  <c:v>untouchableproductionsky</c:v>
                </c:pt>
                <c:pt idx="1394">
                  <c:v>untouchablepimpsquad</c:v>
                </c:pt>
                <c:pt idx="1395">
                  <c:v>untouchablekingplaya</c:v>
                </c:pt>
                <c:pt idx="1396">
                  <c:v>untoldstoryjakenickdevin</c:v>
                </c:pt>
                <c:pt idx="1397">
                  <c:v>untitled_vanitycontest</c:v>
                </c:pt>
                <c:pt idx="1398">
                  <c:v>untitledbandnamegasp</c:v>
                </c:pt>
                <c:pt idx="1399">
                  <c:v>untiltheyallcomehome</c:v>
                </c:pt>
                <c:pt idx="1400">
                  <c:v>untill_the_end_angel</c:v>
                </c:pt>
                <c:pt idx="1401">
                  <c:v>untamedanduncontrolled</c:v>
                </c:pt>
                <c:pt idx="1402">
                  <c:v>unstoppablelatinapower</c:v>
                </c:pt>
                <c:pt idx="1403">
                  <c:v>unstoppabledynamiteprogression</c:v>
                </c:pt>
                <c:pt idx="1404">
                  <c:v>unspokenpaintballteam</c:v>
                </c:pt>
                <c:pt idx="1405">
                  <c:v>unsheathed_from_reality</c:v>
                </c:pt>
                <c:pt idx="1406">
                  <c:v>unrealcarnagewrestling</c:v>
                </c:pt>
                <c:pt idx="1407">
                  <c:v>unpronounceablelastname</c:v>
                </c:pt>
                <c:pt idx="1408">
                  <c:v>unpredictable_but_sweet</c:v>
                </c:pt>
                <c:pt idx="1409">
                  <c:v>unoriginalspacemonkey</c:v>
                </c:pt>
                <c:pt idx="1410">
                  <c:v>unofficialvoodootribe</c:v>
                </c:pt>
                <c:pt idx="1411">
                  <c:v>unofficialtableforsix</c:v>
                </c:pt>
                <c:pt idx="1412">
                  <c:v>unofficialkristenbell</c:v>
                </c:pt>
                <c:pt idx="1413">
                  <c:v>unnecessaryquestionmark</c:v>
                </c:pt>
                <c:pt idx="1414">
                  <c:v>unloved_broken_heart</c:v>
                </c:pt>
                <c:pt idx="1415">
                  <c:v>unlimitedmusicgroup2</c:v>
                </c:pt>
                <c:pt idx="1416">
                  <c:v>unleash_your_release</c:v>
                </c:pt>
                <c:pt idx="1417">
                  <c:v>unleashedposermobile</c:v>
                </c:pt>
                <c:pt idx="1418">
                  <c:v>unleashed_brown_county</c:v>
                </c:pt>
                <c:pt idx="1419">
                  <c:v>unknown_twilight_singer</c:v>
                </c:pt>
                <c:pt idx="1420">
                  <c:v>unknown_the_original</c:v>
                </c:pt>
                <c:pt idx="1421">
                  <c:v>unknownquantitymusic</c:v>
                </c:pt>
                <c:pt idx="1422">
                  <c:v>unknownbrownsvilleartist</c:v>
                </c:pt>
                <c:pt idx="1423">
                  <c:v>unknown_and_unwritten</c:v>
                </c:pt>
                <c:pt idx="1424">
                  <c:v>unknownandunavailable</c:v>
                </c:pt>
                <c:pt idx="1425">
                  <c:v>universaltopmodeldiva</c:v>
                </c:pt>
                <c:pt idx="1426">
                  <c:v>universalsoundremedy</c:v>
                </c:pt>
                <c:pt idx="1427">
                  <c:v>universal_sex_symbol</c:v>
                </c:pt>
                <c:pt idx="1428">
                  <c:v>universalmotherearth</c:v>
                </c:pt>
                <c:pt idx="1429">
                  <c:v>universallyknownpenis</c:v>
                </c:pt>
                <c:pt idx="1430">
                  <c:v>universal_language_radio</c:v>
                </c:pt>
                <c:pt idx="1431">
                  <c:v>universalhiphopradio</c:v>
                </c:pt>
                <c:pt idx="1432">
                  <c:v>universalgroovefootage</c:v>
                </c:pt>
                <c:pt idx="1433">
                  <c:v>universalgraphicanddesign</c:v>
                </c:pt>
                <c:pt idx="1434">
                  <c:v>unitybroadcastingnetwork</c:v>
                </c:pt>
                <c:pt idx="1435">
                  <c:v>unitedempirecorporation</c:v>
                </c:pt>
                <c:pt idx="1436">
                  <c:v>unitedchristianfellowship</c:v>
                </c:pt>
                <c:pt idx="1437">
                  <c:v>uniquelyyoursforever</c:v>
                </c:pt>
                <c:pt idx="1438">
                  <c:v>uniquebeautifulbutterfly</c:v>
                </c:pt>
                <c:pt idx="1439">
                  <c:v>unique_athletic_sexy</c:v>
                </c:pt>
                <c:pt idx="1440">
                  <c:v>unique_and_irreplaceable</c:v>
                </c:pt>
                <c:pt idx="1441">
                  <c:v>unionentertainmentgroup</c:v>
                </c:pt>
                <c:pt idx="1442">
                  <c:v>uniformedelectrogirl</c:v>
                </c:pt>
                <c:pt idx="1443">
                  <c:v>unifiedcommunitygospelchoir</c:v>
                </c:pt>
                <c:pt idx="1444">
                  <c:v>unicornsavingassociation</c:v>
                </c:pt>
                <c:pt idx="1445">
                  <c:v>unicornmagicgirl070205</c:v>
                </c:pt>
                <c:pt idx="1446">
                  <c:v>unicorn_loving_whore_girl</c:v>
                </c:pt>
                <c:pt idx="1447">
                  <c:v>unicornkiss.christa27</c:v>
                </c:pt>
                <c:pt idx="1448">
                  <c:v>unheardnewsunwantedgirl</c:v>
                </c:pt>
                <c:pt idx="1449">
                  <c:v>unfrozencavemantraveler</c:v>
                </c:pt>
                <c:pt idx="1450">
                  <c:v>unfrozencavemanlawyer1</c:v>
                </c:pt>
                <c:pt idx="1451">
                  <c:v>unfriendlyneighborclown</c:v>
                </c:pt>
                <c:pt idx="1452">
                  <c:v>unforgivinguntillforever</c:v>
                </c:pt>
                <c:pt idx="1453">
                  <c:v>unforgivenblackalbum</c:v>
                </c:pt>
                <c:pt idx="1454">
                  <c:v>UnforgettableSpecialAgent</c:v>
                </c:pt>
                <c:pt idx="1455">
                  <c:v>unforgetable_photography</c:v>
                </c:pt>
                <c:pt idx="1456">
                  <c:v>unforgetable_iceprince</c:v>
                </c:pt>
                <c:pt idx="1457">
                  <c:v>unforgetablecovergirl</c:v>
                </c:pt>
                <c:pt idx="1458">
                  <c:v>unforgetable_brittany</c:v>
                </c:pt>
                <c:pt idx="1459">
                  <c:v>unfitforsociety_drummer</c:v>
                </c:pt>
                <c:pt idx="1460">
                  <c:v>unfinishedrobotsociety</c:v>
                </c:pt>
                <c:pt idx="1461">
                  <c:v>unfinishedbusinessmusic</c:v>
                </c:pt>
                <c:pt idx="1462">
                  <c:v>unemployedblackastronaut1</c:v>
                </c:pt>
                <c:pt idx="1463">
                  <c:v>unemployedandforhire</c:v>
                </c:pt>
                <c:pt idx="1464">
                  <c:v>undyingallegiancerock</c:v>
                </c:pt>
                <c:pt idx="1465">
                  <c:v>undividedattentiondeficit</c:v>
                </c:pt>
                <c:pt idx="1466">
                  <c:v>undiscoveredlovermusic</c:v>
                </c:pt>
                <c:pt idx="1467">
                  <c:v>undesireable_infatuation</c:v>
                </c:pt>
                <c:pt idx="1468">
                  <c:v>underworldtravelplanner</c:v>
                </c:pt>
                <c:pt idx="1469">
                  <c:v>underworld_evolution_rox</c:v>
                </c:pt>
                <c:pt idx="1470">
                  <c:v>underwearstealingmonkey</c:v>
                </c:pt>
                <c:pt idx="1471">
                  <c:v>underwaterpettingzoo</c:v>
                </c:pt>
                <c:pt idx="1472">
                  <c:v>underwatermysterymachine</c:v>
                </c:pt>
                <c:pt idx="1473">
                  <c:v>underwaterbisonfamily</c:v>
                </c:pt>
                <c:pt idx="1474">
                  <c:v>underthreateningskies</c:v>
                </c:pt>
                <c:pt idx="1475">
                  <c:v>under_the_table_dreaming</c:v>
                </c:pt>
                <c:pt idx="1476">
                  <c:v>under_the_rotted_flesh</c:v>
                </c:pt>
                <c:pt idx="1477">
                  <c:v>undertheinfluence123</c:v>
                </c:pt>
                <c:pt idx="1478">
                  <c:v>undertheguillotine</c:v>
                </c:pt>
                <c:pt idx="1479">
                  <c:v>underthefallenremains</c:v>
                </c:pt>
                <c:pt idx="1480">
                  <c:v>under_the_copper_beech</c:v>
                </c:pt>
                <c:pt idx="1481">
                  <c:v>under_the_bodhi_tree</c:v>
                </c:pt>
                <c:pt idx="1482">
                  <c:v>understoodfalsemeaning</c:v>
                </c:pt>
                <c:pt idx="1483">
                  <c:v>understarlitskies_mandy</c:v>
                </c:pt>
                <c:pt idx="1484">
                  <c:v>understandingforpeace</c:v>
                </c:pt>
                <c:pt idx="1485">
                  <c:v>underoath_rock_freak</c:v>
                </c:pt>
                <c:pt idx="1486">
                  <c:v>underneathyourclothes</c:v>
                </c:pt>
                <c:pt idx="1487">
                  <c:v>underneaththissmile125</c:v>
                </c:pt>
                <c:pt idx="1488">
                  <c:v>underneaththeweepingmoon</c:v>
                </c:pt>
                <c:pt idx="1489">
                  <c:v>undergroundsurfcompany</c:v>
                </c:pt>
                <c:pt idx="1490">
                  <c:v>undergroundsoundsent</c:v>
                </c:pt>
                <c:pt idx="1491">
                  <c:v>undergroundsoundprod</c:v>
                </c:pt>
                <c:pt idx="1492">
                  <c:v>undergroundscenecore</c:v>
                </c:pt>
                <c:pt idx="1493">
                  <c:v>undergroundrockassociation</c:v>
                </c:pt>
                <c:pt idx="1494">
                  <c:v>undergroundnationfestival</c:v>
                </c:pt>
                <c:pt idx="1495">
                  <c:v>undergroundmusicnetwork</c:v>
                </c:pt>
                <c:pt idx="1496">
                  <c:v>undergroundlitexplosion</c:v>
                </c:pt>
                <c:pt idx="1497">
                  <c:v>undergroundhiphopselection</c:v>
                </c:pt>
                <c:pt idx="1498">
                  <c:v>underground_foothound</c:v>
                </c:pt>
                <c:pt idx="1499">
                  <c:v>undergroundfightclub</c:v>
                </c:pt>
                <c:pt idx="1500">
                  <c:v>undergrounddodgeball</c:v>
                </c:pt>
                <c:pt idx="1501">
                  <c:v>undergrounddancestudio</c:v>
                </c:pt>
                <c:pt idx="1502">
                  <c:v>undergroundcomedydayton</c:v>
                </c:pt>
                <c:pt idx="1503">
                  <c:v>underfederalprotection</c:v>
                </c:pt>
                <c:pt idx="1504">
                  <c:v>underfallingconflict</c:v>
                </c:pt>
                <c:pt idx="1505">
                  <c:v>undercover_freaky_lover</c:v>
                </c:pt>
                <c:pt idx="1506">
                  <c:v>undercover_china_girl</c:v>
                </c:pt>
                <c:pt idx="1507">
                  <c:v>under_cover_blonde_1212</c:v>
                </c:pt>
                <c:pt idx="1508">
                  <c:v>undercover_barbie_doll</c:v>
                </c:pt>
                <c:pt idx="1509">
                  <c:v>undercover_angel_who_fell</c:v>
                </c:pt>
                <c:pt idx="1510">
                  <c:v>underconstructionband</c:v>
                </c:pt>
                <c:pt idx="1511">
                  <c:v>undead_pirate_captain</c:v>
                </c:pt>
                <c:pt idx="1512">
                  <c:v>undeadcrisispreventionunit</c:v>
                </c:pt>
                <c:pt idx="1513">
                  <c:v>uncreativescreenname</c:v>
                </c:pt>
                <c:pt idx="1514">
                  <c:v>uncontainablefromunknown</c:v>
                </c:pt>
                <c:pt idx="1515">
                  <c:v>uncleboogiepantsmusic</c:v>
                </c:pt>
                <c:pt idx="1516">
                  <c:v>unclassifiedbetterthanyou</c:v>
                </c:pt>
                <c:pt idx="1517">
                  <c:v>unchartered_headspace</c:v>
                </c:pt>
                <c:pt idx="1518">
                  <c:v>uncalledforsoberness</c:v>
                </c:pt>
                <c:pt idx="1519">
                  <c:v>uncagednortherntiger</c:v>
                </c:pt>
                <c:pt idx="1520">
                  <c:v>unbrokenthroughstruggle</c:v>
                </c:pt>
                <c:pt idx="1521">
                  <c:v>unbreakableicequeen</c:v>
                </c:pt>
                <c:pt idx="1522">
                  <c:v>unbelievableoverhere</c:v>
                </c:pt>
                <c:pt idx="1523">
                  <c:v>unabridgedmothertucker</c:v>
                </c:pt>
                <c:pt idx="1524">
                  <c:v>umbrellacorpsairsoft</c:v>
                </c:pt>
                <c:pt idx="1525">
                  <c:v>umbraonapainteddesert</c:v>
                </c:pt>
                <c:pt idx="1526">
                  <c:v>ultravioletthemesong</c:v>
                </c:pt>
                <c:pt idx="1527">
                  <c:v>ultraspiffysupreme5000</c:v>
                </c:pt>
                <c:pt idx="1528">
                  <c:v>ultimateurbanproduction</c:v>
                </c:pt>
                <c:pt idx="1529">
                  <c:v>ultimatetanningandbeauty</c:v>
                </c:pt>
                <c:pt idx="1530">
                  <c:v>ultimatestutterflyfan</c:v>
                </c:pt>
                <c:pt idx="1531">
                  <c:v>ultimate_softball_chick18</c:v>
                </c:pt>
                <c:pt idx="1532">
                  <c:v>ultimateshredsymphony</c:v>
                </c:pt>
                <c:pt idx="1533">
                  <c:v>ultimate_scream_trilogy</c:v>
                </c:pt>
                <c:pt idx="1534">
                  <c:v>ultimaterollercoaster</c:v>
                </c:pt>
                <c:pt idx="1535">
                  <c:v>ultimate_ownage_video</c:v>
                </c:pt>
                <c:pt idx="1536">
                  <c:v>ultimate_one_winged_angel</c:v>
                </c:pt>
                <c:pt idx="1537">
                  <c:v>ultimatenarutofan247</c:v>
                </c:pt>
                <c:pt idx="1538">
                  <c:v>ultimatemusiclessons</c:v>
                </c:pt>
                <c:pt idx="1539">
                  <c:v>ultimatelawnandlandscape</c:v>
                </c:pt>
                <c:pt idx="1540">
                  <c:v>UltimateKeyblademaster</c:v>
                </c:pt>
                <c:pt idx="1541">
                  <c:v>ultimatejessicasimpson</c:v>
                </c:pt>
                <c:pt idx="1542">
                  <c:v>ultimatehighschoolparty</c:v>
                </c:pt>
                <c:pt idx="1543">
                  <c:v>ultimate_fighting_master</c:v>
                </c:pt>
                <c:pt idx="1544">
                  <c:v>ultimatefightingforce</c:v>
                </c:pt>
                <c:pt idx="1545">
                  <c:v>ultimatefighterchampion01</c:v>
                </c:pt>
                <c:pt idx="1546">
                  <c:v>ultimate_combat_wombat</c:v>
                </c:pt>
                <c:pt idx="1547">
                  <c:v>ultimatebrotherhoodleague</c:v>
                </c:pt>
                <c:pt idx="1548">
                  <c:v>ultimateblackphoenix</c:v>
                </c:pt>
                <c:pt idx="1549">
                  <c:v>uglytycoonentertainment</c:v>
                </c:pt>
                <c:pt idx="1550">
                  <c:v>UglyPeopleAreHostile</c:v>
                </c:pt>
                <c:pt idx="1551">
                  <c:v>uglyducklingcometrue</c:v>
                </c:pt>
                <c:pt idx="1552">
                  <c:v>tyronethemagnificent</c:v>
                </c:pt>
                <c:pt idx="1553">
                  <c:v>tyrone_soccer_ashley</c:v>
                </c:pt>
                <c:pt idx="1554">
                  <c:v>typicalteenagehypocrite</c:v>
                </c:pt>
                <c:pt idx="1555">
                  <c:v>typical_lovehate_tragedy</c:v>
                </c:pt>
                <c:pt idx="1556">
                  <c:v>tycoondynastycompetition</c:v>
                </c:pt>
                <c:pt idx="1557">
                  <c:v>twosparrowsinahurricane</c:v>
                </c:pt>
                <c:pt idx="1558">
                  <c:v>twoshakesofalambstale</c:v>
                </c:pt>
                <c:pt idx="1559">
                  <c:v>twolipsarebetterthan1</c:v>
                </c:pt>
                <c:pt idx="1560">
                  <c:v>twohundredfortythree</c:v>
                </c:pt>
                <c:pt idx="1561">
                  <c:v>twoheartstheirworld_</c:v>
                </c:pt>
                <c:pt idx="1562">
                  <c:v>twohearts_oneconnection</c:v>
                </c:pt>
                <c:pt idx="1563">
                  <c:v>two_four_six_zero_one</c:v>
                </c:pt>
                <c:pt idx="1564">
                  <c:v>twodaysfromtomorrowrock</c:v>
                </c:pt>
                <c:pt idx="1565">
                  <c:v>twitchingbeyondthegrave</c:v>
                </c:pt>
                <c:pt idx="1566">
                  <c:v>twisty_bobcat_pretzel</c:v>
                </c:pt>
                <c:pt idx="1567">
                  <c:v>twistedwiththesickness</c:v>
                </c:pt>
                <c:pt idx="1568">
                  <c:v>twistedsteelandsexappeal1</c:v>
                </c:pt>
                <c:pt idx="1569">
                  <c:v>twistedrealmfestival</c:v>
                </c:pt>
                <c:pt idx="1570">
                  <c:v>twisted_metal_cowboy</c:v>
                </c:pt>
                <c:pt idx="1571">
                  <c:v>twistedlittleskaterboy</c:v>
                </c:pt>
                <c:pt idx="1572">
                  <c:v>twistedlittlefreak71</c:v>
                </c:pt>
                <c:pt idx="1573">
                  <c:v>twistedlilschoolgirl</c:v>
                </c:pt>
                <c:pt idx="1574">
                  <c:v>twistedfuckingcruelty</c:v>
                </c:pt>
                <c:pt idx="1575">
                  <c:v>twistedcookiemonster</c:v>
                </c:pt>
                <c:pt idx="1576">
                  <c:v>twistedbrowntruckerband</c:v>
                </c:pt>
                <c:pt idx="1577">
                  <c:v>twistedblooddollfreak</c:v>
                </c:pt>
                <c:pt idx="1578">
                  <c:v>twinsinastationwagon</c:v>
                </c:pt>
                <c:pt idx="1579">
                  <c:v>twinkle_some_glitter</c:v>
                </c:pt>
                <c:pt idx="1580">
                  <c:v>twinklelittlestarrbaby</c:v>
                </c:pt>
                <c:pt idx="1581">
                  <c:v>twinkle_little_starr</c:v>
                </c:pt>
                <c:pt idx="1582">
                  <c:v>twinfamilyproduction</c:v>
                </c:pt>
                <c:pt idx="1583">
                  <c:v>twilightwalkerstudio</c:v>
                </c:pt>
                <c:pt idx="1584">
                  <c:v>twilightglimmermetal</c:v>
                </c:pt>
                <c:pt idx="1585">
                  <c:v>twilightfreaknumber1</c:v>
                </c:pt>
                <c:pt idx="1586">
                  <c:v>twiggythevampireslayer</c:v>
                </c:pt>
                <c:pt idx="1587">
                  <c:v>twiggythehalfalbinopigeon</c:v>
                </c:pt>
                <c:pt idx="1588">
                  <c:v>twicebakedpotatomusic</c:v>
                </c:pt>
                <c:pt idx="1589">
                  <c:v>twentytwoillustration</c:v>
                </c:pt>
                <c:pt idx="1590">
                  <c:v>twentythirdgirlfriend</c:v>
                </c:pt>
                <c:pt idx="1591">
                  <c:v>twentyfirstnightband</c:v>
                </c:pt>
                <c:pt idx="1592">
                  <c:v>twentyfirstcenturyskin</c:v>
                </c:pt>
                <c:pt idx="1593">
                  <c:v>twelveinchtrousersnake</c:v>
                </c:pt>
                <c:pt idx="1594">
                  <c:v>twelvehundredsixtydays</c:v>
                </c:pt>
                <c:pt idx="1595">
                  <c:v>twelvegaugeloveaffair</c:v>
                </c:pt>
                <c:pt idx="1596">
                  <c:v>twelve_gauge_brilliance</c:v>
                </c:pt>
                <c:pt idx="1597">
                  <c:v>twelvefourteeneighteen</c:v>
                </c:pt>
                <c:pt idx="1598">
                  <c:v>twatlickingdiapergirl</c:v>
                </c:pt>
                <c:pt idx="1599">
                  <c:v>tutti_fruity_dingleberry</c:v>
                </c:pt>
                <c:pt idx="1600">
                  <c:v>tuscaloosacampuslife</c:v>
                </c:pt>
                <c:pt idx="1601">
                  <c:v>turtle_superhero_status</c:v>
                </c:pt>
                <c:pt idx="1602">
                  <c:v>turtlesoupcaffeineconspiracy</c:v>
                </c:pt>
                <c:pt idx="1603">
                  <c:v>turtlemonkeydishwasher</c:v>
                </c:pt>
                <c:pt idx="1604">
                  <c:v>turtleislandstringquartet</c:v>
                </c:pt>
                <c:pt idx="1605">
                  <c:v>turquoisearchermonkey</c:v>
                </c:pt>
                <c:pt idx="1606">
                  <c:v>turquoiseakabluegreen</c:v>
                </c:pt>
                <c:pt idx="1607">
                  <c:v>turnyourheadillbegone</c:v>
                </c:pt>
                <c:pt idx="1608">
                  <c:v>turnthefrownupsidedown</c:v>
                </c:pt>
                <c:pt idx="1609">
                  <c:v>turn_that_frown_around</c:v>
                </c:pt>
                <c:pt idx="1610">
                  <c:v>turnnothing2something</c:v>
                </c:pt>
                <c:pt idx="1611">
                  <c:v>turningtowardsthewindow</c:v>
                </c:pt>
                <c:pt idx="1612">
                  <c:v>turningthetablescampaign</c:v>
                </c:pt>
                <c:pt idx="1613">
                  <c:v>turnernetworktelevision</c:v>
                </c:pt>
                <c:pt idx="1614">
                  <c:v>turndupentertainment</c:v>
                </c:pt>
                <c:pt idx="1615">
                  <c:v>turnaroundandfacefate</c:v>
                </c:pt>
                <c:pt idx="1616">
                  <c:v>turkeytightropeproduction</c:v>
                </c:pt>
                <c:pt idx="1617">
                  <c:v>turdferguson_aka_austin</c:v>
                </c:pt>
                <c:pt idx="1618">
                  <c:v>turbulencebigboyentertainment</c:v>
                </c:pt>
                <c:pt idx="1619">
                  <c:v>turbo_negro_asscobra</c:v>
                </c:pt>
                <c:pt idx="1620">
                  <c:v>turbojugendpleasurehead</c:v>
                </c:pt>
                <c:pt idx="1621">
                  <c:v>turbojugendguayaquil</c:v>
                </c:pt>
                <c:pt idx="1622">
                  <c:v>turbojugendfortcollins</c:v>
                </c:pt>
                <c:pt idx="1623">
                  <c:v>tuppencedubfoundation</c:v>
                </c:pt>
                <c:pt idx="1624">
                  <c:v>TundraSilverknight1098</c:v>
                </c:pt>
                <c:pt idx="1625">
                  <c:v>tummonstransportation</c:v>
                </c:pt>
                <c:pt idx="1626">
                  <c:v>tumble_lover_forever_274</c:v>
                </c:pt>
                <c:pt idx="1627">
                  <c:v>tucsonsymphonyorchestra</c:v>
                </c:pt>
                <c:pt idx="1628">
                  <c:v>tucsonmusicscenecalendar</c:v>
                </c:pt>
                <c:pt idx="1629">
                  <c:v>tucsonacousticunderground</c:v>
                </c:pt>
                <c:pt idx="1630">
                  <c:v>tuckerjacksonsteelguitar</c:v>
                </c:pt>
                <c:pt idx="1631">
                  <c:v>try_and_catch_mallorie</c:v>
                </c:pt>
                <c:pt idx="1632">
                  <c:v>Truth_through_the_Trinity</c:v>
                </c:pt>
                <c:pt idx="1633">
                  <c:v>truthhonestyintegrity</c:v>
                </c:pt>
                <c:pt idx="1634">
                  <c:v>truthexpansiontheory</c:v>
                </c:pt>
                <c:pt idx="1635">
                  <c:v>truthchild_icefist13</c:v>
                </c:pt>
                <c:pt idx="1636">
                  <c:v>truth_before_all_else</c:v>
                </c:pt>
                <c:pt idx="1637">
                  <c:v>truth_beauty_and_goodness</c:v>
                </c:pt>
                <c:pt idx="1638">
                  <c:v>truthaboutrufusdrummer</c:v>
                </c:pt>
                <c:pt idx="1639">
                  <c:v>trusting_you_too_well</c:v>
                </c:pt>
                <c:pt idx="1640">
                  <c:v>trustbelievehavefaith</c:v>
                </c:pt>
                <c:pt idx="1641">
                  <c:v>trunkaudioandelectronics</c:v>
                </c:pt>
                <c:pt idx="1642">
                  <c:v>trulymadlydeeply200</c:v>
                </c:pt>
                <c:pt idx="1643">
                  <c:v>truesolidersneverfall</c:v>
                </c:pt>
                <c:pt idx="1644">
                  <c:v>true_princess_forever</c:v>
                </c:pt>
                <c:pt idx="1645">
                  <c:v>trueplayerkatelin2011</c:v>
                </c:pt>
                <c:pt idx="1646">
                  <c:v>trueplaya4realmixedlover3</c:v>
                </c:pt>
                <c:pt idx="1647">
                  <c:v>truemysteriousbeauty</c:v>
                </c:pt>
                <c:pt idx="1648">
                  <c:v>true_love_only_comes_once</c:v>
                </c:pt>
                <c:pt idx="1649">
                  <c:v>truelife_siblingrivalry</c:v>
                </c:pt>
                <c:pt idx="1650">
                  <c:v>true_life_photography</c:v>
                </c:pt>
                <c:pt idx="1651">
                  <c:v>true_keyblade_master</c:v>
                </c:pt>
                <c:pt idx="1652">
                  <c:v>trueextremewrestling</c:v>
                </c:pt>
                <c:pt idx="1653">
                  <c:v>truecountrygentlemen</c:v>
                </c:pt>
                <c:pt idx="1654">
                  <c:v>true_brown_eyed_cali_gurl</c:v>
                </c:pt>
                <c:pt idx="1655">
                  <c:v>true_blue_baby_boy_nick</c:v>
                </c:pt>
                <c:pt idx="1656">
                  <c:v>true_blonde_thinking</c:v>
                </c:pt>
                <c:pt idx="1657">
                  <c:v>truebeautycomesfromwithin</c:v>
                </c:pt>
                <c:pt idx="1658">
                  <c:v>trubluewestsideangel</c:v>
                </c:pt>
                <c:pt idx="1659">
                  <c:v>troy_the_basketball_guy</c:v>
                </c:pt>
                <c:pt idx="1660">
                  <c:v>troylovesashbrendanessa</c:v>
                </c:pt>
                <c:pt idx="1661">
                  <c:v>troycunninghamdirector</c:v>
                </c:pt>
                <c:pt idx="1662">
                  <c:v>troybolton_basketball14</c:v>
                </c:pt>
                <c:pt idx="1663">
                  <c:v>troublemakinonyourface</c:v>
                </c:pt>
                <c:pt idx="1664">
                  <c:v>tropicanapurepremium</c:v>
                </c:pt>
                <c:pt idx="1665">
                  <c:v>tropicana_black_juice</c:v>
                </c:pt>
                <c:pt idx="1666">
                  <c:v>tropicalfruitbeauty90</c:v>
                </c:pt>
                <c:pt idx="1667">
                  <c:v>tropicalbeachparadise</c:v>
                </c:pt>
                <c:pt idx="1668">
                  <c:v>trophywifeandstepson</c:v>
                </c:pt>
                <c:pt idx="1669">
                  <c:v>trombonistfromheaven</c:v>
                </c:pt>
                <c:pt idx="1670">
                  <c:v>trombonesoftballgirl</c:v>
                </c:pt>
                <c:pt idx="1671">
                  <c:v>trombone_flame_alchemist</c:v>
                </c:pt>
                <c:pt idx="1672">
                  <c:v>trolling_for_trollops2000</c:v>
                </c:pt>
                <c:pt idx="1673">
                  <c:v>trolleycarkleptomania</c:v>
                </c:pt>
                <c:pt idx="1674">
                  <c:v>trogdortheburninnator</c:v>
                </c:pt>
                <c:pt idx="1675">
                  <c:v>trogdor__the__burninator</c:v>
                </c:pt>
                <c:pt idx="1676">
                  <c:v>trogdadtheeburninator</c:v>
                </c:pt>
                <c:pt idx="1677">
                  <c:v>trix_the_silly_rabbit</c:v>
                </c:pt>
                <c:pt idx="1678">
                  <c:v>trivium_lover_4_ever</c:v>
                </c:pt>
                <c:pt idx="1679">
                  <c:v>trivialbreedingandtheknowingmuch</c:v>
                </c:pt>
                <c:pt idx="1680">
                  <c:v>trishtrashapplesplash</c:v>
                </c:pt>
                <c:pt idx="1681">
                  <c:v>trish_stratus_fansite</c:v>
                </c:pt>
                <c:pt idx="1682">
                  <c:v>trishstratusfanclub200</c:v>
                </c:pt>
                <c:pt idx="1683">
                  <c:v>trish.lewis-martinez</c:v>
                </c:pt>
                <c:pt idx="1684">
                  <c:v>trishfromtheblocktrick</c:v>
                </c:pt>
                <c:pt idx="1685">
                  <c:v>triprebelspeedpocket</c:v>
                </c:pt>
                <c:pt idx="1686">
                  <c:v>trippinonsometrigger</c:v>
                </c:pt>
                <c:pt idx="1687">
                  <c:v>tripletterritoryterror</c:v>
                </c:pt>
                <c:pt idx="1688">
                  <c:v>triple_threat_braddock_15</c:v>
                </c:pt>
                <c:pt idx="1689">
                  <c:v>triple_cross_soldier</c:v>
                </c:pt>
                <c:pt idx="1690">
                  <c:v>tripleactionmassacre</c:v>
                </c:pt>
                <c:pt idx="1691">
                  <c:v>tripleacousticattack</c:v>
                </c:pt>
                <c:pt idx="1692">
                  <c:v>trinitrophenylmethylnitra</c:v>
                </c:pt>
                <c:pt idx="1693">
                  <c:v>trigger_happy_princess</c:v>
                </c:pt>
                <c:pt idx="1694">
                  <c:v>triggerhappybassplayer</c:v>
                </c:pt>
                <c:pt idx="1695">
                  <c:v>trickyvickifrombillericay</c:v>
                </c:pt>
                <c:pt idx="1696">
                  <c:v>trickylittlemongoose</c:v>
                </c:pt>
                <c:pt idx="1697">
                  <c:v>trickticklerrobinsonjazz</c:v>
                </c:pt>
                <c:pt idx="1698">
                  <c:v>trice_diamond_princess</c:v>
                </c:pt>
                <c:pt idx="1699">
                  <c:v>tribalstyledocumentary</c:v>
                </c:pt>
                <c:pt idx="1700">
                  <c:v>trianglefinishingschool</c:v>
                </c:pt>
                <c:pt idx="1701">
                  <c:v>triadsonlyrealginger</c:v>
                </c:pt>
                <c:pt idx="1702">
                  <c:v>triad71footballplayer</c:v>
                </c:pt>
                <c:pt idx="1703">
                  <c:v>treyhogentertainment</c:v>
                </c:pt>
                <c:pt idx="1704">
                  <c:v>treygridleyphotography</c:v>
                </c:pt>
                <c:pt idx="1705">
                  <c:v>trepanationbluesband</c:v>
                </c:pt>
                <c:pt idx="1706">
                  <c:v>trend_sizzlin_setter</c:v>
                </c:pt>
                <c:pt idx="1707">
                  <c:v>trendsettermachinesound</c:v>
                </c:pt>
                <c:pt idx="1708">
                  <c:v>trenchtownsoundsystem</c:v>
                </c:pt>
                <c:pt idx="1709">
                  <c:v>treeknifeplastdashingthem</c:v>
                </c:pt>
                <c:pt idx="1710">
                  <c:v>treehuggingsexkitten</c:v>
                </c:pt>
                <c:pt idx="1711">
                  <c:v>treehugginghippiegirl</c:v>
                </c:pt>
                <c:pt idx="1712">
                  <c:v>treehuggingdirtlover</c:v>
                </c:pt>
                <c:pt idx="1713">
                  <c:v>treehouse_cheesecake</c:v>
                </c:pt>
                <c:pt idx="1714">
                  <c:v>treat_yourself_right</c:v>
                </c:pt>
                <c:pt idx="1715">
                  <c:v>treasure_love_forever</c:v>
                </c:pt>
                <c:pt idx="1716">
                  <c:v>travis_the_hermitcrab</c:v>
                </c:pt>
                <c:pt idx="1717">
                  <c:v>travismitchellstalker</c:v>
                </c:pt>
                <c:pt idx="1718">
                  <c:v>travisheartswitlove19</c:v>
                </c:pt>
                <c:pt idx="1719">
                  <c:v>travisbeckerworldwide</c:v>
                </c:pt>
                <c:pt idx="1720">
                  <c:v>travisbarkerfanforever</c:v>
                </c:pt>
                <c:pt idx="1721">
                  <c:v>travisandjanelleforever</c:v>
                </c:pt>
                <c:pt idx="1722">
                  <c:v>travis_and_crystal4ever</c:v>
                </c:pt>
                <c:pt idx="1723">
                  <c:v>travellingwithoutmoving1</c:v>
                </c:pt>
                <c:pt idx="1724">
                  <c:v>travelinggirlnextdoor</c:v>
                </c:pt>
                <c:pt idx="1725">
                  <c:v>travelaroundtheworld</c:v>
                </c:pt>
                <c:pt idx="1726">
                  <c:v>travelairmysteryship</c:v>
                </c:pt>
                <c:pt idx="1727">
                  <c:v>trashflavored__airline</c:v>
                </c:pt>
                <c:pt idx="1728">
                  <c:v>trapped_under_ice_0</c:v>
                </c:pt>
                <c:pt idx="1729">
                  <c:v>trappedinhereforever</c:v>
                </c:pt>
                <c:pt idx="1730">
                  <c:v>trappedandcantescape</c:v>
                </c:pt>
                <c:pt idx="1731">
                  <c:v>traphouse_entertainment</c:v>
                </c:pt>
                <c:pt idx="1732">
                  <c:v>transposeintonothing</c:v>
                </c:pt>
                <c:pt idx="1733">
                  <c:v>transmissionlostband</c:v>
                </c:pt>
                <c:pt idx="1734">
                  <c:v>transitionintotragedy</c:v>
                </c:pt>
                <c:pt idx="1735">
                  <c:v>transatlanticfightclub</c:v>
                </c:pt>
                <c:pt idx="1736">
                  <c:v>traitorouscityslicker</c:v>
                </c:pt>
                <c:pt idx="1737">
                  <c:v>trainrobbersyndicate</c:v>
                </c:pt>
                <c:pt idx="1738">
                  <c:v>training_ground_complex</c:v>
                </c:pt>
                <c:pt idx="1739">
                  <c:v>trainerspottervintagenike</c:v>
                </c:pt>
                <c:pt idx="1740">
                  <c:v>trailertrashtrembler</c:v>
                </c:pt>
                <c:pt idx="1741">
                  <c:v>trailerparkentertainment</c:v>
                </c:pt>
                <c:pt idx="1742">
                  <c:v>trailblazerboy02891</c:v>
                </c:pt>
                <c:pt idx="1743">
                  <c:v>tragic_lost_princess</c:v>
                </c:pt>
                <c:pt idx="1744">
                  <c:v>tragiclossphotography</c:v>
                </c:pt>
                <c:pt idx="1745">
                  <c:v>tragicclothingandother</c:v>
                </c:pt>
                <c:pt idx="1746">
                  <c:v>tragicchaosphotography</c:v>
                </c:pt>
                <c:pt idx="1747">
                  <c:v>trafficsignalnetwork</c:v>
                </c:pt>
                <c:pt idx="1748">
                  <c:v>trafficconemicrophone</c:v>
                </c:pt>
                <c:pt idx="1749">
                  <c:v>trademarkthegoodlife</c:v>
                </c:pt>
                <c:pt idx="1750">
                  <c:v>trademarkedconfidentiality</c:v>
                </c:pt>
                <c:pt idx="1751">
                  <c:v>tracy_vampiregoddess</c:v>
                </c:pt>
                <c:pt idx="1752">
                  <c:v>tracythirdeyeblindfan</c:v>
                </c:pt>
                <c:pt idx="1753">
                  <c:v>tracysownlittleworld</c:v>
                </c:pt>
                <c:pt idx="1754">
                  <c:v>tracylyncountrymusic</c:v>
                </c:pt>
                <c:pt idx="1755">
                  <c:v>tracyandthepraisesingers</c:v>
                </c:pt>
                <c:pt idx="1756">
                  <c:v>tracyandthemousehouse</c:v>
                </c:pt>
                <c:pt idx="1757">
                  <c:v>tractorpullingmaster</c:v>
                </c:pt>
                <c:pt idx="1758">
                  <c:v>tracksylvaniaentertainment</c:v>
                </c:pt>
                <c:pt idx="1759">
                  <c:v>trackstar_88_brandon</c:v>
                </c:pt>
                <c:pt idx="1760">
                  <c:v>trackbusconfessional</c:v>
                </c:pt>
                <c:pt idx="1761">
                  <c:v>track_and_cheer_lover</c:v>
                </c:pt>
                <c:pt idx="1762">
                  <c:v>tracithedreampainter</c:v>
                </c:pt>
                <c:pt idx="1763">
                  <c:v>tracietheworkoutfreak</c:v>
                </c:pt>
                <c:pt idx="1764">
                  <c:v>traciandthesunshineband</c:v>
                </c:pt>
                <c:pt idx="1765">
                  <c:v>traceythomaswilkinson</c:v>
                </c:pt>
                <c:pt idx="1766">
                  <c:v>trace_this_line_back</c:v>
                </c:pt>
                <c:pt idx="1767">
                  <c:v>toycarsandcottoncandy</c:v>
                </c:pt>
                <c:pt idx="1768">
                  <c:v>toxicwastebarbiedoll</c:v>
                </c:pt>
                <c:pt idx="1769">
                  <c:v>toxicpoisonousterrifying</c:v>
                </c:pt>
                <c:pt idx="1770">
                  <c:v>toxicbulletsmokinggun</c:v>
                </c:pt>
                <c:pt idx="1771">
                  <c:v>towntavernpittsburgh</c:v>
                </c:pt>
                <c:pt idx="1772">
                  <c:v>townandcountryresearchunit</c:v>
                </c:pt>
                <c:pt idx="1773">
                  <c:v>townandcountryracing</c:v>
                </c:pt>
                <c:pt idx="1774">
                  <c:v>towelstandcollective</c:v>
                </c:pt>
                <c:pt idx="1775">
                  <c:v>towardmooringsandtowage</c:v>
                </c:pt>
                <c:pt idx="1776">
                  <c:v>tournai_hardcore_crew</c:v>
                </c:pt>
                <c:pt idx="1777">
                  <c:v>tourism_camp_represent</c:v>
                </c:pt>
                <c:pt idx="1778">
                  <c:v>toughguyswearpink123</c:v>
                </c:pt>
                <c:pt idx="1779">
                  <c:v>touch_the_sock_monkey</c:v>
                </c:pt>
                <c:pt idx="1780">
                  <c:v>touchinglittleboysisfun</c:v>
                </c:pt>
                <c:pt idx="1781">
                  <c:v>touchfuzzyandgetdizzy</c:v>
                </c:pt>
                <c:pt idx="1782">
                  <c:v>touchdown_turn_around</c:v>
                </c:pt>
                <c:pt idx="1783">
                  <c:v>tottenham_hotspur_1992</c:v>
                </c:pt>
                <c:pt idx="1784">
                  <c:v>totalwrestlingfederation</c:v>
                </c:pt>
                <c:pt idx="1785">
                  <c:v>totalsoundentertainment</c:v>
                </c:pt>
                <c:pt idx="1786">
                  <c:v>totalsocialbutterfly</c:v>
                </c:pt>
                <c:pt idx="1787">
                  <c:v>totalsensorydeprivation</c:v>
                </c:pt>
                <c:pt idx="1788">
                  <c:v>totalprotonicreversal</c:v>
                </c:pt>
                <c:pt idx="1789">
                  <c:v>totalpraiseworshipcenter</c:v>
                </c:pt>
                <c:pt idx="1790">
                  <c:v>totallysuperawesomewow</c:v>
                </c:pt>
                <c:pt idx="1791">
                  <c:v>totallyspontaneouscombustionengine</c:v>
                </c:pt>
                <c:pt idx="1792">
                  <c:v>totally_retarded_yea</c:v>
                </c:pt>
                <c:pt idx="1793">
                  <c:v>totally_random_comment</c:v>
                </c:pt>
                <c:pt idx="1794">
                  <c:v>totallylovablepumpkin</c:v>
                </c:pt>
                <c:pt idx="1795">
                  <c:v>totallygrossnationalproduct</c:v>
                </c:pt>
                <c:pt idx="1796">
                  <c:v>totally_country_gurl</c:v>
                </c:pt>
                <c:pt idx="1797">
                  <c:v>totallycoolwickedawesome</c:v>
                </c:pt>
                <c:pt idx="1798">
                  <c:v>totally_addicted2bass</c:v>
                </c:pt>
                <c:pt idx="1799">
                  <c:v>totalimmortalphotography</c:v>
                </c:pt>
                <c:pt idx="1800">
                  <c:v>totalhottiedramaqueen</c:v>
                </c:pt>
                <c:pt idx="1801">
                  <c:v>totalgrooveproduction</c:v>
                </c:pt>
                <c:pt idx="1802">
                  <c:v>total_fucking_domination</c:v>
                </c:pt>
                <c:pt idx="1803">
                  <c:v>totaldevastationband</c:v>
                </c:pt>
                <c:pt idx="1804">
                  <c:v>totaldestructionthemovie</c:v>
                </c:pt>
                <c:pt idx="1805">
                  <c:v>toshtownendproskater</c:v>
                </c:pt>
                <c:pt idx="1806">
                  <c:v>torturedbehindtheeyes</c:v>
                </c:pt>
                <c:pt idx="1807">
                  <c:v>torrey_the_anarchist</c:v>
                </c:pt>
                <c:pt idx="1808">
                  <c:v>torquedrestorationskid</c:v>
                </c:pt>
                <c:pt idx="1809">
                  <c:v>tornfromtheinsideout</c:v>
                </c:pt>
                <c:pt idx="1810">
                  <c:v>tornadotongue2remember</c:v>
                </c:pt>
                <c:pt idx="1811">
                  <c:v>tornadokickentertainment</c:v>
                </c:pt>
                <c:pt idx="1812">
                  <c:v>tormentedmusicandbeer</c:v>
                </c:pt>
                <c:pt idx="1813">
                  <c:v>tori_shirley_fiona_fan</c:v>
                </c:pt>
                <c:pt idx="1814">
                  <c:v>torii_and_what_bitchess</c:v>
                </c:pt>
                <c:pt idx="1815">
                  <c:v>tori_barbie_whatever</c:v>
                </c:pt>
                <c:pt idx="1816">
                  <c:v>topshopprincess_rockstar2</c:v>
                </c:pt>
                <c:pt idx="1817">
                  <c:v>topshelfentertainmet</c:v>
                </c:pt>
                <c:pt idx="1818">
                  <c:v>topsecretlingerie297</c:v>
                </c:pt>
                <c:pt idx="1819">
                  <c:v>top_philly_fan_2219</c:v>
                </c:pt>
                <c:pt idx="1820">
                  <c:v>topperformanceentertainment</c:v>
                </c:pt>
                <c:pt idx="1821">
                  <c:v>top_notch_coat_hanger</c:v>
                </c:pt>
                <c:pt idx="1822">
                  <c:v>topnotchakaprettyboy</c:v>
                </c:pt>
                <c:pt idx="1823">
                  <c:v>topmodeljessicarabbit</c:v>
                </c:pt>
                <c:pt idx="1824">
                  <c:v>topfloorentertainment</c:v>
                </c:pt>
                <c:pt idx="1825">
                  <c:v>topdrawentertainment</c:v>
                </c:pt>
                <c:pt idx="1826">
                  <c:v>topaztrollhopper1101</c:v>
                </c:pt>
                <c:pt idx="1827">
                  <c:v>tootsierollgirly2007</c:v>
                </c:pt>
                <c:pt idx="1828">
                  <c:v>tootsierolldanceparty</c:v>
                </c:pt>
                <c:pt idx="1829">
                  <c:v>toothpastefordinnersandy</c:v>
                </c:pt>
                <c:pt idx="1830">
                  <c:v>tooth_cool4dentist_school</c:v>
                </c:pt>
                <c:pt idx="1831">
                  <c:v>toothandnailpublishing</c:v>
                </c:pt>
                <c:pt idx="1832">
                  <c:v>toon_squad_production2</c:v>
                </c:pt>
                <c:pt idx="1833">
                  <c:v>too_nasty_yao_ming_bra</c:v>
                </c:pt>
                <c:pt idx="1834">
                  <c:v>too_much_love_for_him</c:v>
                </c:pt>
                <c:pt idx="1835">
                  <c:v>toohappyformorrissey</c:v>
                </c:pt>
                <c:pt idx="1836">
                  <c:v>toohandsome4youngish</c:v>
                </c:pt>
                <c:pt idx="1837">
                  <c:v>toohairyformyowngood</c:v>
                </c:pt>
                <c:pt idx="1838">
                  <c:v>too_good_for_just_anyone</c:v>
                </c:pt>
                <c:pt idx="1839">
                  <c:v>tooexplicitbandsinger</c:v>
                </c:pt>
                <c:pt idx="1840">
                  <c:v>toodamnoldformyspace</c:v>
                </c:pt>
                <c:pt idx="1841">
                  <c:v>toocooltobebeautiful</c:v>
                </c:pt>
                <c:pt idx="1842">
                  <c:v>toocoolforschool1203</c:v>
                </c:pt>
                <c:pt idx="1843">
                  <c:v>toocloseforcomfort22</c:v>
                </c:pt>
                <c:pt idx="1844">
                  <c:v>toocloseforcomfort123</c:v>
                </c:pt>
                <c:pt idx="1845">
                  <c:v>___toocloseforcomfort</c:v>
                </c:pt>
                <c:pt idx="1846">
                  <c:v>toochunkyforhollywood</c:v>
                </c:pt>
                <c:pt idx="1847">
                  <c:v>tonywillblindsideyou</c:v>
                </c:pt>
                <c:pt idx="1848">
                  <c:v>tonythegayhairdresser</c:v>
                </c:pt>
                <c:pt idx="1849">
                  <c:v>tonymotherfuckingromero</c:v>
                </c:pt>
                <c:pt idx="1850">
                  <c:v>tonyballoneandthehotdoggang</c:v>
                </c:pt>
                <c:pt idx="1851">
                  <c:v>tonyacooperphotography</c:v>
                </c:pt>
                <c:pt idx="1852">
                  <c:v>tonightinshiningarmour</c:v>
                </c:pt>
                <c:pt idx="1853">
                  <c:v>toniathesupergoddess</c:v>
                </c:pt>
                <c:pt idx="1854">
                  <c:v>tonawanda_bowling_center</c:v>
                </c:pt>
                <c:pt idx="1855">
                  <c:v>tomorrow_will_come22</c:v>
                </c:pt>
                <c:pt idx="1856">
                  <c:v>tomorrowpeoplesteven</c:v>
                </c:pt>
                <c:pt idx="1857">
                  <c:v>tomorrownevercomes13</c:v>
                </c:pt>
                <c:pt idx="1858">
                  <c:v>tomorrowmusicorchestra</c:v>
                </c:pt>
                <c:pt idx="1859">
                  <c:v>tomorrowendsinnothing</c:v>
                </c:pt>
                <c:pt idx="1860">
                  <c:v>tomorrow.comes.today</c:v>
                </c:pt>
                <c:pt idx="1861">
                  <c:v>tomahawktheleprechaun</c:v>
                </c:pt>
                <c:pt idx="1862">
                  <c:v>tolstyhei8947358584</c:v>
                </c:pt>
                <c:pt idx="1863">
                  <c:v>toiletseatphilosopher</c:v>
                </c:pt>
                <c:pt idx="1864">
                  <c:v>togetherforeveralways</c:v>
                </c:pt>
                <c:pt idx="1865">
                  <c:v>together_for_ever_200</c:v>
                </c:pt>
                <c:pt idx="1866">
                  <c:v>toenail_the_almighty</c:v>
                </c:pt>
                <c:pt idx="1867">
                  <c:v>todayyesterdaytomorrow</c:v>
                </c:pt>
                <c:pt idx="1868">
                  <c:v>today_yesterday_forever</c:v>
                </c:pt>
                <c:pt idx="1869">
                  <c:v>tobesimplycomplicated</c:v>
                </c:pt>
                <c:pt idx="1870">
                  <c:v>toasty_and_yummy_goodness</c:v>
                </c:pt>
                <c:pt idx="1871">
                  <c:v>toastingthesnowbride</c:v>
                </c:pt>
                <c:pt idx="1872">
                  <c:v>toasterstrudelhotpocket</c:v>
                </c:pt>
                <c:pt idx="1873">
                  <c:v>toadwillievanpanning</c:v>
                </c:pt>
                <c:pt idx="1874">
                  <c:v>toad_the_mushroom_boy</c:v>
                </c:pt>
                <c:pt idx="1875">
                  <c:v>titanic_1997_all_the_way</c:v>
                </c:pt>
                <c:pt idx="1876">
                  <c:v>tish_bishopville_4_life</c:v>
                </c:pt>
                <c:pt idx="1877">
                  <c:v>tireswingsandtreeclimbing</c:v>
                </c:pt>
                <c:pt idx="1878">
                  <c:v>TinytimorChillywilly</c:v>
                </c:pt>
                <c:pt idx="1879">
                  <c:v>tiny_polish_princess</c:v>
                </c:pt>
                <c:pt idx="1880">
                  <c:v>tinyhoovergirlandboy</c:v>
                </c:pt>
                <c:pt idx="1881">
                  <c:v>tiny_guy_benny_uncle</c:v>
                </c:pt>
                <c:pt idx="1882">
                  <c:v>tinyflyingtrapezegirl</c:v>
                </c:pt>
                <c:pt idx="1883">
                  <c:v>tinkerbell_whore_9_love</c:v>
                </c:pt>
                <c:pt idx="1884">
                  <c:v>tinkerbellsquarepants</c:v>
                </c:pt>
                <c:pt idx="1885">
                  <c:v>tinkerbell_spoiledbrat101</c:v>
                </c:pt>
                <c:pt idx="1886">
                  <c:v>tinkerbellsnowwhite_karly</c:v>
                </c:pt>
                <c:pt idx="1887">
                  <c:v>tinkerbellshedoesrock</c:v>
                </c:pt>
                <c:pt idx="1888">
                  <c:v>tinkerbell_princess84</c:v>
                </c:pt>
                <c:pt idx="1889">
                  <c:v>tinkerbell_princess_7</c:v>
                </c:pt>
                <c:pt idx="1890">
                  <c:v>tinkerbellprincess19</c:v>
                </c:pt>
                <c:pt idx="1891">
                  <c:v>tinkerbellprincess18</c:v>
                </c:pt>
                <c:pt idx="1892">
                  <c:v>tinkerbellmansion2593</c:v>
                </c:pt>
                <c:pt idx="1893">
                  <c:v>tinkerbellkimberly1</c:v>
                </c:pt>
                <c:pt idx="1894">
                  <c:v>tinkerbell_hello_kitty</c:v>
                </c:pt>
                <c:pt idx="1895">
                  <c:v>tinkerbell_heartbreaker</c:v>
                </c:pt>
                <c:pt idx="1896">
                  <c:v>tinkerbell_happybunny</c:v>
                </c:pt>
                <c:pt idx="1897">
                  <c:v>tinkerbell_gone_wild</c:v>
                </c:pt>
                <c:pt idx="1898">
                  <c:v>tinkerbell_girl_4life</c:v>
                </c:pt>
                <c:pt idx="1899">
                  <c:v>Tinker_bell_Flying_away</c:v>
                </c:pt>
                <c:pt idx="1900">
                  <c:v>tinkerbellfantasyfairy</c:v>
                </c:pt>
                <c:pt idx="1901">
                  <c:v>tinker_belle_babe100</c:v>
                </c:pt>
                <c:pt idx="1902">
                  <c:v>TinkerBellCutie100492</c:v>
                </c:pt>
                <c:pt idx="1903">
                  <c:v>tinkerbellcheesecake</c:v>
                </c:pt>
                <c:pt idx="1904">
                  <c:v>tinkerbell_buttercup</c:v>
                </c:pt>
                <c:pt idx="1905">
                  <c:v>tinkerbell_black_devil_11</c:v>
                </c:pt>
                <c:pt idx="1906">
                  <c:v>tinkerbella_the_bad1</c:v>
                </c:pt>
                <c:pt idx="1907">
                  <c:v>tinkerbell_101_precious</c:v>
                </c:pt>
                <c:pt idx="1908">
                  <c:v>tina_the_talking_tummy</c:v>
                </c:pt>
                <c:pt idx="1909">
                  <c:v>tina_punchbag_turner</c:v>
                </c:pt>
                <c:pt idx="1910">
                  <c:v>tina_hottieSouthCarolina</c:v>
                </c:pt>
                <c:pt idx="1911">
                  <c:v>tina_come_get_some_ham_</c:v>
                </c:pt>
                <c:pt idx="1912">
                  <c:v>tinacomegetsomedinner</c:v>
                </c:pt>
                <c:pt idx="1913">
                  <c:v>tina_anitalavalatina_</c:v>
                </c:pt>
                <c:pt idx="1914">
                  <c:v>tina_always_confused</c:v>
                </c:pt>
                <c:pt idx="1915">
                  <c:v>tim_the_toolman_taylor98</c:v>
                </c:pt>
                <c:pt idx="1916">
                  <c:v>timothyjennychristina</c:v>
                </c:pt>
                <c:pt idx="1917">
                  <c:v>timothy_bunting2001yahoo</c:v>
                </c:pt>
                <c:pt idx="1918">
                  <c:v>timmystraightfromthehood</c:v>
                </c:pt>
                <c:pt idx="1919">
                  <c:v>timmy_aka_the_blackguy</c:v>
                </c:pt>
                <c:pt idx="1920">
                  <c:v>timmotherfuckingparker</c:v>
                </c:pt>
                <c:pt idx="1921">
                  <c:v>timmay_guna_get_jiggay</c:v>
                </c:pt>
                <c:pt idx="1922">
                  <c:v>timespaceanddimension</c:v>
                </c:pt>
                <c:pt idx="1923">
                  <c:v>timelessnaturalassets</c:v>
                </c:pt>
                <c:pt idx="1924">
                  <c:v>timelessmemorystreetteam</c:v>
                </c:pt>
                <c:pt idx="1925">
                  <c:v>time_gentleman_please</c:v>
                </c:pt>
                <c:pt idx="1926">
                  <c:v>timburton_corpsebride</c:v>
                </c:pt>
                <c:pt idx="1927">
                  <c:v>timberwolvesinjersey</c:v>
                </c:pt>
                <c:pt idx="1928">
                  <c:v>timberwolfentertainment</c:v>
                </c:pt>
                <c:pt idx="1929">
                  <c:v>tim_and_mary_jane_4life</c:v>
                </c:pt>
                <c:pt idx="1930">
                  <c:v>tim_and_jenn_crickmore</c:v>
                </c:pt>
                <c:pt idx="1931">
                  <c:v>tiltleftbreezeright7</c:v>
                </c:pt>
                <c:pt idx="1932">
                  <c:v>tillyandthewallmouse</c:v>
                </c:pt>
                <c:pt idx="1933">
                  <c:v>till_the_very_end007</c:v>
                </c:pt>
                <c:pt idx="1934">
                  <c:v>tightpantswidestance</c:v>
                </c:pt>
                <c:pt idx="1935">
                  <c:v>tighthead_propforward</c:v>
                </c:pt>
                <c:pt idx="1936">
                  <c:v>tiggiethewonderkittie</c:v>
                </c:pt>
                <c:pt idx="1937">
                  <c:v>tigger_beloved_chocolate</c:v>
                </c:pt>
                <c:pt idx="1938">
                  <c:v>Tigger_Adriane_equal_love</c:v>
                </c:pt>
                <c:pt idx="1939">
                  <c:v>tigersharkproduction</c:v>
                </c:pt>
                <c:pt idx="1940">
                  <c:v>tigermaplestringband</c:v>
                </c:pt>
                <c:pt idx="1941">
                  <c:v>tigerlilyrestaurantbar</c:v>
                </c:pt>
                <c:pt idx="1942">
                  <c:v>tigerlily_downtownvenus</c:v>
                </c:pt>
                <c:pt idx="1943">
                  <c:v>tigerlily0brynn23503</c:v>
                </c:pt>
                <c:pt idx="1944">
                  <c:v>tigerlillyrealfriendsonly</c:v>
                </c:pt>
                <c:pt idx="1945">
                  <c:v>tiftrowarmyrecruiting</c:v>
                </c:pt>
                <c:pt idx="1946">
                  <c:v>tiffy_passionpartygurl</c:v>
                </c:pt>
                <c:pt idx="1947">
                  <c:v>tiffwalkerdirtytalker</c:v>
                </c:pt>
                <c:pt idx="1948">
                  <c:v>tiff_thegirlnextdoor</c:v>
                </c:pt>
                <c:pt idx="1949">
                  <c:v>tiffanyvolleyballgirlrose</c:v>
                </c:pt>
                <c:pt idx="1950">
                  <c:v>tiffanyuglyfuckinghorse</c:v>
                </c:pt>
                <c:pt idx="1951">
                  <c:v>tiffany_timmons_moss</c:v>
                </c:pt>
                <c:pt idx="1952">
                  <c:v>tiffany_the_1_dancer</c:v>
                </c:pt>
                <c:pt idx="1953">
                  <c:v>tiffanyrockshardcore</c:v>
                </c:pt>
                <c:pt idx="1954">
                  <c:v>tiffanyrachellecogan</c:v>
                </c:pt>
                <c:pt idx="1955">
                  <c:v>tiffanynicolecollins</c:v>
                </c:pt>
                <c:pt idx="1956">
                  <c:v>tiffanynewyorkpatterson</c:v>
                </c:pt>
                <c:pt idx="1957">
                  <c:v>tiffanymichellemurphy</c:v>
                </c:pt>
                <c:pt idx="1958">
                  <c:v>tiffanyinspiredjewelry</c:v>
                </c:pt>
                <c:pt idx="1959">
                  <c:v>tiffany_hottie_nicole</c:v>
                </c:pt>
                <c:pt idx="1960">
                  <c:v>tiffany_hot_biznitch</c:v>
                </c:pt>
                <c:pt idx="1961">
                  <c:v>tiffany.fuckingfresh420</c:v>
                </c:pt>
                <c:pt idx="1962">
                  <c:v>tiffanybracelet_layout</c:v>
                </c:pt>
                <c:pt idx="1963">
                  <c:v>Tiffany_and_Ashlan_Ann</c:v>
                </c:pt>
                <c:pt idx="1964">
                  <c:v>tiffanyakachunkymonkey</c:v>
                </c:pt>
                <c:pt idx="1965">
                  <c:v>tiffanimisscandygirl</c:v>
                </c:pt>
                <c:pt idx="1966">
                  <c:v>tiff_aka_miss_new_booty</c:v>
                </c:pt>
                <c:pt idx="1967">
                  <c:v>tiara_the_one_and_only</c:v>
                </c:pt>
                <c:pt idx="1968">
                  <c:v>thyworthlesssoul_fakefate</c:v>
                </c:pt>
                <c:pt idx="1969">
                  <c:v>thy_ultimate_cheater</c:v>
                </c:pt>
                <c:pt idx="1970">
                  <c:v>thy_jack_skellington</c:v>
                </c:pt>
                <c:pt idx="1971">
                  <c:v>thunder_without_sound</c:v>
                </c:pt>
                <c:pt idx="1972">
                  <c:v>thunderthroughthenight</c:v>
                </c:pt>
                <c:pt idx="1973">
                  <c:v>thunderstruckrockslive</c:v>
                </c:pt>
                <c:pt idx="1974">
                  <c:v>thunderhoofclayworks</c:v>
                </c:pt>
                <c:pt idx="1975">
                  <c:v>thunder_hockey_4ever</c:v>
                </c:pt>
                <c:pt idx="1976">
                  <c:v>thunderheartclothing</c:v>
                </c:pt>
                <c:pt idx="1977">
                  <c:v>thunderhead_streetdoc</c:v>
                </c:pt>
                <c:pt idx="1978">
                  <c:v>thundereggshopmanchester</c:v>
                </c:pt>
                <c:pt idx="1979">
                  <c:v>thunderboltgreaseslapper</c:v>
                </c:pt>
                <c:pt idx="1980">
                  <c:v>thugmoneywithhitsquad</c:v>
                </c:pt>
                <c:pt idx="1981">
                  <c:v>thugged_out_baseford</c:v>
                </c:pt>
                <c:pt idx="1982">
                  <c:v>thugchildentertainment</c:v>
                </c:pt>
                <c:pt idx="1983">
                  <c:v>thrustwhiterootsalve</c:v>
                </c:pt>
                <c:pt idx="1984">
                  <c:v>throwtimmyfromthetrain</c:v>
                </c:pt>
                <c:pt idx="1985">
                  <c:v>throwingthebalanceoff</c:v>
                </c:pt>
                <c:pt idx="1986">
                  <c:v>throwawayyourintegrity</c:v>
                </c:pt>
                <c:pt idx="1987">
                  <c:v>throughwildpastnaughty</c:v>
                </c:pt>
                <c:pt idx="1988">
                  <c:v>throughthickandthinhardcore</c:v>
                </c:pt>
                <c:pt idx="1989">
                  <c:v>throughthewindowpane</c:v>
                </c:pt>
                <c:pt idx="1990">
                  <c:v>through_the_wardrobe</c:v>
                </c:pt>
                <c:pt idx="1991">
                  <c:v>through_the_crooked_past</c:v>
                </c:pt>
                <c:pt idx="1992">
                  <c:v>throughhimallispossible</c:v>
                </c:pt>
                <c:pt idx="1993">
                  <c:v>throughandthroughout</c:v>
                </c:pt>
                <c:pt idx="1994">
                  <c:v>throttle_all_the_way</c:v>
                </c:pt>
                <c:pt idx="1995">
                  <c:v>thrillerandmanilla124</c:v>
                </c:pt>
                <c:pt idx="1996">
                  <c:v>thresholdsoundandvision</c:v>
                </c:pt>
                <c:pt idx="1997">
                  <c:v>threetimesconsecutively</c:v>
                </c:pt>
                <c:pt idx="1998">
                  <c:v>threequartersnottingham</c:v>
                </c:pt>
                <c:pt idx="1999">
                  <c:v>threequartersacoustic</c:v>
                </c:pt>
                <c:pt idx="2000">
                  <c:v>threemileislandtanning</c:v>
                </c:pt>
                <c:pt idx="2001">
                  <c:v>threehourpowershower</c:v>
                </c:pt>
                <c:pt idx="2002">
                  <c:v>thrashtrash_photography</c:v>
                </c:pt>
                <c:pt idx="2003">
                  <c:v>thrashmetalwarrior</c:v>
                </c:pt>
                <c:pt idx="2004">
                  <c:v>thrashdemolitionhardcore</c:v>
                </c:pt>
                <c:pt idx="2005">
                  <c:v>thrash2thefuckingmax</c:v>
                </c:pt>
                <c:pt idx="2006">
                  <c:v>thousanddollarwedding</c:v>
                </c:pt>
                <c:pt idx="2007">
                  <c:v>thoughtsofaunsettledmind</c:v>
                </c:pt>
                <c:pt idx="2008">
                  <c:v>thoughtsofapoeticmusician</c:v>
                </c:pt>
                <c:pt idx="2009">
                  <c:v>thoughtsofadyingatheist87</c:v>
                </c:pt>
                <c:pt idx="2010">
                  <c:v>thoughtshewouldunderstand</c:v>
                </c:pt>
                <c:pt idx="2011">
                  <c:v>thosewhohearnotmusic</c:v>
                </c:pt>
                <c:pt idx="2012">
                  <c:v>thosefallenfromgrace</c:v>
                </c:pt>
                <c:pt idx="2013">
                  <c:v>thoroughlymodernmillie2</c:v>
                </c:pt>
                <c:pt idx="2014">
                  <c:v>thoroughbredthickchick</c:v>
                </c:pt>
                <c:pt idx="2015">
                  <c:v>thongswilltakeoveryourbut</c:v>
                </c:pt>
                <c:pt idx="2016">
                  <c:v>thomasthetrainseriously</c:v>
                </c:pt>
                <c:pt idx="2017">
                  <c:v>thomas_the_tait_engine</c:v>
                </c:pt>
                <c:pt idx="2018">
                  <c:v>thomasthesouthsidelegend</c:v>
                </c:pt>
                <c:pt idx="2019">
                  <c:v>thomas_the_christian</c:v>
                </c:pt>
                <c:pt idx="2020">
                  <c:v>thomas_sandersfamily</c:v>
                </c:pt>
                <c:pt idx="2021">
                  <c:v>thomas_motorcross_rider</c:v>
                </c:pt>
                <c:pt idx="2022">
                  <c:v>thomaskennethleighton</c:v>
                </c:pt>
                <c:pt idx="2023">
                  <c:v>thomasinspirationalmusic</c:v>
                </c:pt>
                <c:pt idx="2024">
                  <c:v>thomas_doesntdrinkcoffee</c:v>
                </c:pt>
                <c:pt idx="2025">
                  <c:v>thomascampbell_peacenut</c:v>
                </c:pt>
                <c:pt idx="2026">
                  <c:v>thomas_anderson_the_one</c:v>
                </c:pt>
                <c:pt idx="2027">
                  <c:v>thomas_aka_wonderboy</c:v>
                </c:pt>
                <c:pt idx="2028">
                  <c:v>thiszombiwilldestroyyou</c:v>
                </c:pt>
                <c:pt idx="2029">
                  <c:v>this_your_girl_kiekie</c:v>
                </c:pt>
                <c:pt idx="2030">
                  <c:v>thisyourcaptainspeaking</c:v>
                </c:pt>
                <c:pt idx="2031">
                  <c:v>thiswontmatteranyway</c:v>
                </c:pt>
                <c:pt idx="2032">
                  <c:v>thiswasmadeforavideo</c:v>
                </c:pt>
                <c:pt idx="2033">
                  <c:v>this_view_from_heaven</c:v>
                </c:pt>
                <c:pt idx="2034">
                  <c:v>this_time_its_goodbye</c:v>
                </c:pt>
                <c:pt idx="2035">
                  <c:v>thisthugfoundtruelove</c:v>
                </c:pt>
                <c:pt idx="2036">
                  <c:v>thisthingdoesnotwork</c:v>
                </c:pt>
                <c:pt idx="2037">
                  <c:v>this_space_left_blank</c:v>
                </c:pt>
                <c:pt idx="2038">
                  <c:v>this_space_for_rent10</c:v>
                </c:pt>
                <c:pt idx="2039">
                  <c:v>thissolidbondwontbreak</c:v>
                </c:pt>
                <c:pt idx="2040">
                  <c:v>thisslippedinjection</c:v>
                </c:pt>
                <c:pt idx="2041">
                  <c:v>this_shirt_off_priceless</c:v>
                </c:pt>
                <c:pt idx="2042">
                  <c:v>thisromanticheartbreak</c:v>
                </c:pt>
                <c:pt idx="2043">
                  <c:v>thispresentdarkness27</c:v>
                </c:pt>
                <c:pt idx="2044">
                  <c:v>this_name_aint_available</c:v>
                </c:pt>
                <c:pt idx="2045">
                  <c:v>thismighthurtsomeone</c:v>
                </c:pt>
                <c:pt idx="2046">
                  <c:v>this_may_never_start</c:v>
                </c:pt>
                <c:pt idx="2047">
                  <c:v>this_love_will_never_fade</c:v>
                </c:pt>
                <c:pt idx="2048">
                  <c:v>thislilgurlstayfresh</c:v>
                </c:pt>
                <c:pt idx="2049">
                  <c:v>thisinfinitestruggle</c:v>
                </c:pt>
                <c:pt idx="2050">
                  <c:v>this_humanoid_typhoon</c:v>
                </c:pt>
                <c:pt idx="2051">
                  <c:v>thisdoesntreallymatter</c:v>
                </c:pt>
                <c:pt idx="2052">
                  <c:v>thisdoesntmeananything</c:v>
                </c:pt>
                <c:pt idx="2053">
                  <c:v>this_cutie_can_dance</c:v>
                </c:pt>
                <c:pt idx="2054">
                  <c:v>thiscuriositycomplex</c:v>
                </c:pt>
                <c:pt idx="2055">
                  <c:v>thiscouldgethecticmate</c:v>
                </c:pt>
                <c:pt idx="2056">
                  <c:v>thischerryyouwilltaste</c:v>
                </c:pt>
                <c:pt idx="2057">
                  <c:v>thisbrightpilgrimage</c:v>
                </c:pt>
                <c:pt idx="2058">
                  <c:v>thisbloodyoathclothing</c:v>
                </c:pt>
                <c:pt idx="2059">
                  <c:v>thisbeautifultragedy</c:v>
                </c:pt>
                <c:pt idx="2060">
                  <c:v>this_beautiful_letdown</c:v>
                </c:pt>
                <c:pt idx="2061">
                  <c:v>this_beautiful_disaster_</c:v>
                </c:pt>
                <c:pt idx="2062">
                  <c:v>thisbeautifuldaymusic</c:v>
                </c:pt>
                <c:pt idx="2063">
                  <c:v>thisbeatingheartsbaby</c:v>
                </c:pt>
                <c:pt idx="2064">
                  <c:v>thisbaronhomicidesituation</c:v>
                </c:pt>
                <c:pt idx="2065">
                  <c:v>thirtydollarcreamcheese</c:v>
                </c:pt>
                <c:pt idx="2066">
                  <c:v>thirteenthfloortheband</c:v>
                </c:pt>
                <c:pt idx="2067">
                  <c:v>thirteenten_worldwide</c:v>
                </c:pt>
                <c:pt idx="2068">
                  <c:v>thirsting_for_revenge</c:v>
                </c:pt>
                <c:pt idx="2069">
                  <c:v>thirdtimesthecharm24</c:v>
                </c:pt>
                <c:pt idx="2070">
                  <c:v>thirdstonehendrixtribute</c:v>
                </c:pt>
                <c:pt idx="2071">
                  <c:v>thirdmoonfromjupiter</c:v>
                </c:pt>
                <c:pt idx="2072">
                  <c:v>thirdlittlebirdlostboy</c:v>
                </c:pt>
                <c:pt idx="2073">
                  <c:v>thirdlayout4time2dance</c:v>
                </c:pt>
                <c:pt idx="2074">
                  <c:v>thirdgenerationcollective</c:v>
                </c:pt>
                <c:pt idx="2075">
                  <c:v>thirdcoastunderground</c:v>
                </c:pt>
                <c:pt idx="2076">
                  <c:v>thinking_about_you_babe</c:v>
                </c:pt>
                <c:pt idx="2077">
                  <c:v>thinkerbell_stays_cute</c:v>
                </c:pt>
                <c:pt idx="2078">
                  <c:v>think_big_vote_small</c:v>
                </c:pt>
                <c:pt idx="2079">
                  <c:v>thinkbeforeyouspeakband</c:v>
                </c:pt>
                <c:pt idx="2080">
                  <c:v>think_before_you_speak</c:v>
                </c:pt>
                <c:pt idx="2081">
                  <c:v>think_before_speaking</c:v>
                </c:pt>
                <c:pt idx="2082">
                  <c:v>thingshaveneverbeenbetter</c:v>
                </c:pt>
                <c:pt idx="2083">
                  <c:v>thickyellowlastnamebrown</c:v>
                </c:pt>
                <c:pt idx="2084">
                  <c:v>thicksweetlikejiffy1</c:v>
                </c:pt>
                <c:pt idx="2085">
                  <c:v>thick_new_york_chick</c:v>
                </c:pt>
                <c:pt idx="2086">
                  <c:v>thickjuicyanddelicious</c:v>
                </c:pt>
                <c:pt idx="2087">
                  <c:v>thickdickmushroomtip</c:v>
                </c:pt>
                <c:pt idx="2088">
                  <c:v>thick_and_sexy_andrea</c:v>
                </c:pt>
                <c:pt idx="2089">
                  <c:v>thezombiehuntingsquad</c:v>
                </c:pt>
                <c:pt idx="2090">
                  <c:v>the_zombie_duck_roadshow</c:v>
                </c:pt>
                <c:pt idx="2091">
                  <c:v>thezionistconspiracy</c:v>
                </c:pt>
                <c:pt idx="2092">
                  <c:v>theywouldmakeyournamesing</c:v>
                </c:pt>
                <c:pt idx="2093">
                  <c:v>they_welcome_sabotage</c:v>
                </c:pt>
                <c:pt idx="2094">
                  <c:v>theytellmeimonecoolsob</c:v>
                </c:pt>
                <c:pt idx="2095">
                  <c:v>theyre_only_chasin_safety</c:v>
                </c:pt>
                <c:pt idx="2096">
                  <c:v>theyoungprofessional</c:v>
                </c:pt>
                <c:pt idx="2097">
                  <c:v>theyoungmenarerestless</c:v>
                </c:pt>
                <c:pt idx="2098">
                  <c:v>theyoungentrepreneur</c:v>
                </c:pt>
                <c:pt idx="2099">
                  <c:v>theyhavealwaysbeenthere</c:v>
                </c:pt>
                <c:pt idx="2100">
                  <c:v>they_fucking_love_that</c:v>
                </c:pt>
                <c:pt idx="2101">
                  <c:v>theyellowlighttheory</c:v>
                </c:pt>
                <c:pt idx="2102">
                  <c:v>theyellowishsummerevening</c:v>
                </c:pt>
                <c:pt idx="2103">
                  <c:v>theyellowbananapeople</c:v>
                </c:pt>
                <c:pt idx="2104">
                  <c:v>theyellowandgreenlidtops</c:v>
                </c:pt>
                <c:pt idx="2105">
                  <c:v>they_dont_understand</c:v>
                </c:pt>
                <c:pt idx="2106">
                  <c:v>theyclappedforjessica</c:v>
                </c:pt>
                <c:pt idx="2107">
                  <c:v>theycamefromplanet13</c:v>
                </c:pt>
                <c:pt idx="2108">
                  <c:v>theycallyourfailuresart</c:v>
                </c:pt>
                <c:pt idx="2109">
                  <c:v>theworldoutsideyourwindow</c:v>
                </c:pt>
                <c:pt idx="2110">
                  <c:v>theworldmetalalliance</c:v>
                </c:pt>
                <c:pt idx="2111">
                  <c:v>theworldhustlerchampion</c:v>
                </c:pt>
                <c:pt idx="2112">
                  <c:v>theworldcamecrashingdown</c:v>
                </c:pt>
                <c:pt idx="2113">
                  <c:v>theworldawaitsonline</c:v>
                </c:pt>
                <c:pt idx="2114">
                  <c:v>theworksrecordingstudio</c:v>
                </c:pt>
                <c:pt idx="2115">
                  <c:v>thewonderfulshelbyjane</c:v>
                </c:pt>
                <c:pt idx="2116">
                  <c:v>the_wonderful_disaster</c:v>
                </c:pt>
                <c:pt idx="2117">
                  <c:v>the_wonderful_babyboo</c:v>
                </c:pt>
                <c:pt idx="2118">
                  <c:v>thewitnessturntablist</c:v>
                </c:pt>
                <c:pt idx="2119">
                  <c:v>the_willie_jake_show</c:v>
                </c:pt>
                <c:pt idx="2120">
                  <c:v>the_willber_experience</c:v>
                </c:pt>
                <c:pt idx="2121">
                  <c:v>thewicketshitwillneverdie</c:v>
                </c:pt>
                <c:pt idx="2122">
                  <c:v>thewickedsilentknight</c:v>
                </c:pt>
                <c:pt idx="2123">
                  <c:v>the_whole_world_will_die</c:v>
                </c:pt>
                <c:pt idx="2124">
                  <c:v>thewhitespotteddemon</c:v>
                </c:pt>
                <c:pt idx="2125">
                  <c:v>the_white_power_ranger</c:v>
                </c:pt>
                <c:pt idx="2126">
                  <c:v>thewhitelightningriot</c:v>
                </c:pt>
                <c:pt idx="2127">
                  <c:v>thewhitekillerlobster</c:v>
                </c:pt>
                <c:pt idx="2128">
                  <c:v>thewhiteguythatcandance</c:v>
                </c:pt>
                <c:pt idx="2129">
                  <c:v>thewhitecoffinterrorlive</c:v>
                </c:pt>
                <c:pt idx="2130">
                  <c:v>the_whirlwind_lancer</c:v>
                </c:pt>
                <c:pt idx="2131">
                  <c:v>the_westville_footstomper</c:v>
                </c:pt>
                <c:pt idx="2132">
                  <c:v>the_west_island_princess</c:v>
                </c:pt>
                <c:pt idx="2133">
                  <c:v>the_weeping_guitarist</c:v>
                </c:pt>
                <c:pt idx="2134">
                  <c:v>theweddingnightdrummer</c:v>
                </c:pt>
                <c:pt idx="2135">
                  <c:v>theweddingandeventplanner</c:v>
                </c:pt>
                <c:pt idx="2136">
                  <c:v>theweatherreportmusic</c:v>
                </c:pt>
                <c:pt idx="2137">
                  <c:v>theweaselrunsatmidnight</c:v>
                </c:pt>
                <c:pt idx="2138">
                  <c:v>thewashingmachinedrier</c:v>
                </c:pt>
                <c:pt idx="2139">
                  <c:v>thewaltersmithproject</c:v>
                </c:pt>
                <c:pt idx="2140">
                  <c:v>thewalkmenawesomeness</c:v>
                </c:pt>
                <c:pt idx="2141">
                  <c:v>thewackywavinginflatablearmflailingtubemen</c:v>
                </c:pt>
                <c:pt idx="2142">
                  <c:v>the_volleyball_queen</c:v>
                </c:pt>
                <c:pt idx="2143">
                  <c:v>thevolatiledimension</c:v>
                </c:pt>
                <c:pt idx="2144">
                  <c:v>the_visual_sound_scope</c:v>
                </c:pt>
                <c:pt idx="2145">
                  <c:v>the_vintage_princess</c:v>
                </c:pt>
                <c:pt idx="2146">
                  <c:v>thevillagehornsection</c:v>
                </c:pt>
                <c:pt idx="2147">
                  <c:v>thevillagegreenpreservationsociety</c:v>
                </c:pt>
                <c:pt idx="2148">
                  <c:v>thevesperianconstruct</c:v>
                </c:pt>
                <c:pt idx="2149">
                  <c:v>the_very_important_person</c:v>
                </c:pt>
                <c:pt idx="2150">
                  <c:v>thevelvetundergroundmusic</c:v>
                </c:pt>
                <c:pt idx="2151">
                  <c:v>thevanityaffairmusic</c:v>
                </c:pt>
                <c:pt idx="2152">
                  <c:v>thevanityaffairgroup</c:v>
                </c:pt>
                <c:pt idx="2153">
                  <c:v>_the_vampire_slayer_</c:v>
                </c:pt>
                <c:pt idx="2154">
                  <c:v>thevagabondwillalwayslive</c:v>
                </c:pt>
                <c:pt idx="2155">
                  <c:v>theusuallusciousbeat</c:v>
                </c:pt>
                <c:pt idx="2156">
                  <c:v>theusualexistentialcrisis</c:v>
                </c:pt>
                <c:pt idx="2157">
                  <c:v>theurbanintellectual</c:v>
                </c:pt>
                <c:pt idx="2158">
                  <c:v>theuntruckablemudhole</c:v>
                </c:pt>
                <c:pt idx="2159">
                  <c:v>theuntraveledtravelguy</c:v>
                </c:pt>
                <c:pt idx="2160">
                  <c:v>theuntouchablehitman</c:v>
                </c:pt>
                <c:pt idx="2161">
                  <c:v>theuntouchable_angel</c:v>
                </c:pt>
                <c:pt idx="2162">
                  <c:v>theuntitledandunloved</c:v>
                </c:pt>
                <c:pt idx="2163">
                  <c:v>the_unsuspecting_victim</c:v>
                </c:pt>
                <c:pt idx="2164">
                  <c:v>the_unstoppable_playa</c:v>
                </c:pt>
                <c:pt idx="2165">
                  <c:v>theunspokenconscience</c:v>
                </c:pt>
                <c:pt idx="2166">
                  <c:v>theunsinkablemissevy</c:v>
                </c:pt>
                <c:pt idx="2167">
                  <c:v>theunpredictablechick</c:v>
                </c:pt>
                <c:pt idx="2168">
                  <c:v>theunknownshadow200</c:v>
                </c:pt>
                <c:pt idx="2169">
                  <c:v>the_unknown_darkness</c:v>
                </c:pt>
                <c:pt idx="2170">
                  <c:v>the_unknown_bestfriend</c:v>
                </c:pt>
                <c:pt idx="2171">
                  <c:v>theuniversalmindsocket</c:v>
                </c:pt>
                <c:pt idx="2172">
                  <c:v>theuniversalindicator</c:v>
                </c:pt>
                <c:pt idx="2173">
                  <c:v>theunicornrainbowconnection</c:v>
                </c:pt>
                <c:pt idx="2174">
                  <c:v>theunicorndictionary</c:v>
                </c:pt>
                <c:pt idx="2175">
                  <c:v>theunforgivenaggression</c:v>
                </c:pt>
                <c:pt idx="2176">
                  <c:v>theunforgivabletouch</c:v>
                </c:pt>
                <c:pt idx="2177">
                  <c:v>the_unforgetable_sinner</c:v>
                </c:pt>
                <c:pt idx="2178">
                  <c:v>theunforgetableforgotten</c:v>
                </c:pt>
                <c:pt idx="2179">
                  <c:v>the_unforeseen_crisis</c:v>
                </c:pt>
                <c:pt idx="2180">
                  <c:v>theunforecastedstorm</c:v>
                </c:pt>
                <c:pt idx="2181">
                  <c:v>theunfinishedsympathy</c:v>
                </c:pt>
                <c:pt idx="2182">
                  <c:v>theunfinishedstory9</c:v>
                </c:pt>
                <c:pt idx="2183">
                  <c:v>the_unexpected_fellow</c:v>
                </c:pt>
                <c:pt idx="2184">
                  <c:v>the_unexamined_life_09</c:v>
                </c:pt>
                <c:pt idx="2185">
                  <c:v>the_undisputed_prince</c:v>
                </c:pt>
                <c:pt idx="2186">
                  <c:v>theundertonerockmusic</c:v>
                </c:pt>
                <c:pt idx="2187">
                  <c:v>theunderstandingbitch</c:v>
                </c:pt>
                <c:pt idx="2188">
                  <c:v>theunderlyingweakness</c:v>
                </c:pt>
                <c:pt idx="2189">
                  <c:v>the_underlying_reason</c:v>
                </c:pt>
                <c:pt idx="2190">
                  <c:v>theundergroundsundown</c:v>
                </c:pt>
                <c:pt idx="2191">
                  <c:v>theundergroundsoundmag</c:v>
                </c:pt>
                <c:pt idx="2192">
                  <c:v>theundergroundpriest</c:v>
                </c:pt>
                <c:pt idx="2193">
                  <c:v>theundergroundnation</c:v>
                </c:pt>
                <c:pt idx="2194">
                  <c:v>theundergroundhustle</c:v>
                </c:pt>
                <c:pt idx="2195">
                  <c:v>theundergroundconcrete</c:v>
                </c:pt>
                <c:pt idx="2196">
                  <c:v>the_undercover_anti_snob</c:v>
                </c:pt>
                <c:pt idx="2197">
                  <c:v>theundecidedrockband</c:v>
                </c:pt>
                <c:pt idx="2198">
                  <c:v>theundecidedpunkrock</c:v>
                </c:pt>
                <c:pt idx="2199">
                  <c:v>theunclebillroachband</c:v>
                </c:pt>
                <c:pt idx="2200">
                  <c:v>theunbreakableaddictionrock</c:v>
                </c:pt>
                <c:pt idx="2201">
                  <c:v>theunbelievablecinematiccrash</c:v>
                </c:pt>
                <c:pt idx="2202">
                  <c:v>theultravioletlimbardis</c:v>
                </c:pt>
                <c:pt idx="2203">
                  <c:v>theultimatetrancealbum</c:v>
                </c:pt>
                <c:pt idx="2204">
                  <c:v>theultimatestackingadventure</c:v>
                </c:pt>
                <c:pt idx="2205">
                  <c:v>theultimatepinkprincess</c:v>
                </c:pt>
                <c:pt idx="2206">
                  <c:v>theultimatepimpingpirate</c:v>
                </c:pt>
                <c:pt idx="2207">
                  <c:v>the_ultimate_outcast</c:v>
                </c:pt>
                <c:pt idx="2208">
                  <c:v>theultimatenightmare</c:v>
                </c:pt>
                <c:pt idx="2209">
                  <c:v>theultimatemoneymaker</c:v>
                </c:pt>
                <c:pt idx="2210">
                  <c:v>theultimatelostromantic</c:v>
                </c:pt>
                <c:pt idx="2211">
                  <c:v>theultimatelifeguard</c:v>
                </c:pt>
                <c:pt idx="2212">
                  <c:v>the_ultimate_life_form</c:v>
                </c:pt>
                <c:pt idx="2213">
                  <c:v>the__ultimate__life__form</c:v>
                </c:pt>
                <c:pt idx="2214">
                  <c:v>theultimateforumtocome</c:v>
                </c:pt>
                <c:pt idx="2215">
                  <c:v>theultimatefisherman</c:v>
                </c:pt>
                <c:pt idx="2216">
                  <c:v>theultimatechickband</c:v>
                </c:pt>
                <c:pt idx="2217">
                  <c:v>the_udder_conspiracy_theo</c:v>
                </c:pt>
                <c:pt idx="2218">
                  <c:v>theturtlegottherefirst</c:v>
                </c:pt>
                <c:pt idx="2219">
                  <c:v>thetruthdoesntexist247</c:v>
                </c:pt>
                <c:pt idx="2220">
                  <c:v>thetruthbehindgreatness</c:v>
                </c:pt>
                <c:pt idx="2221">
                  <c:v>thetruthaboutstrange</c:v>
                </c:pt>
                <c:pt idx="2222">
                  <c:v>thetruth07now_you_know</c:v>
                </c:pt>
                <c:pt idx="2223">
                  <c:v>the_true_ghost_rider</c:v>
                </c:pt>
                <c:pt idx="2224">
                  <c:v>the_true_fruity_pebble</c:v>
                </c:pt>
                <c:pt idx="2225">
                  <c:v>thetrueerinkatherine</c:v>
                </c:pt>
                <c:pt idx="2226">
                  <c:v>thetrueblueeyeddevil</c:v>
                </c:pt>
                <c:pt idx="2227">
                  <c:v>the_true_beauty_within</c:v>
                </c:pt>
                <c:pt idx="2228">
                  <c:v>thetripoddrinkingcompany</c:v>
                </c:pt>
                <c:pt idx="2229">
                  <c:v>the_trickster_priest</c:v>
                </c:pt>
                <c:pt idx="2230">
                  <c:v>thetremblingbluestar2</c:v>
                </c:pt>
                <c:pt idx="2231">
                  <c:v>thetraviscountyuprising</c:v>
                </c:pt>
                <c:pt idx="2232">
                  <c:v>the_travelling_lemon</c:v>
                </c:pt>
                <c:pt idx="2233">
                  <c:v>thetransportassembly</c:v>
                </c:pt>
                <c:pt idx="2234">
                  <c:v>thetranquilcogitator</c:v>
                </c:pt>
                <c:pt idx="2235">
                  <c:v>thetrackteammusicandsound</c:v>
                </c:pt>
                <c:pt idx="2236">
                  <c:v>thetonyrichprojectofficial</c:v>
                </c:pt>
                <c:pt idx="2237">
                  <c:v>thetommykippingexperience</c:v>
                </c:pt>
                <c:pt idx="2238">
                  <c:v>the_token_black_guy1</c:v>
                </c:pt>
                <c:pt idx="2239">
                  <c:v>thetinfoilhatsociety</c:v>
                </c:pt>
                <c:pt idx="2240">
                  <c:v>thetightwoundbitchstar</c:v>
                </c:pt>
                <c:pt idx="2241">
                  <c:v>thetightpantsmassacre</c:v>
                </c:pt>
                <c:pt idx="2242">
                  <c:v>theticallionstallion</c:v>
                </c:pt>
                <c:pt idx="2243">
                  <c:v>thethreethatstayedhood</c:v>
                </c:pt>
                <c:pt idx="2244">
                  <c:v>thethreemusketeerspa</c:v>
                </c:pt>
                <c:pt idx="2245">
                  <c:v>thethreeamigosstrikeback</c:v>
                </c:pt>
                <c:pt idx="2246">
                  <c:v>thethreeamigosfrompittsburgh</c:v>
                </c:pt>
                <c:pt idx="2247">
                  <c:v>the_thrash_metal_king</c:v>
                </c:pt>
                <c:pt idx="2248">
                  <c:v>thethirteenthtimezone</c:v>
                </c:pt>
                <c:pt idx="2249">
                  <c:v>thethirstyturtlestamford</c:v>
                </c:pt>
                <c:pt idx="2250">
                  <c:v>thetentsofasleepingarmy</c:v>
                </c:pt>
                <c:pt idx="2251">
                  <c:v>thetemptingmandywilson</c:v>
                </c:pt>
                <c:pt idx="2252">
                  <c:v>thetemperamentalgoat</c:v>
                </c:pt>
                <c:pt idx="2253">
                  <c:v>theteenagefallsessions</c:v>
                </c:pt>
                <c:pt idx="2254">
                  <c:v>thetattoounderground</c:v>
                </c:pt>
                <c:pt idx="2255">
                  <c:v>the_tapes_other_side</c:v>
                </c:pt>
                <c:pt idx="2256">
                  <c:v>thetallahasseenative</c:v>
                </c:pt>
                <c:pt idx="2257">
                  <c:v>thetalentedmistergreen</c:v>
                </c:pt>
                <c:pt idx="2258">
                  <c:v>thetabloidjournalistfiasco</c:v>
                </c:pt>
                <c:pt idx="2259">
                  <c:v>theswordthatwasbroken</c:v>
                </c:pt>
                <c:pt idx="2260">
                  <c:v>thesweetmeatloveandholycult</c:v>
                </c:pt>
                <c:pt idx="2261">
                  <c:v>thesweetgingershow0</c:v>
                </c:pt>
                <c:pt idx="2262">
                  <c:v>thesweetfreshmanlife</c:v>
                </c:pt>
                <c:pt idx="2263">
                  <c:v>thesweetandinnocentone</c:v>
                </c:pt>
                <c:pt idx="2264">
                  <c:v>thesweatervestmovement</c:v>
                </c:pt>
                <c:pt idx="2265">
                  <c:v>theswankygoosespirateship</c:v>
                </c:pt>
                <c:pt idx="2266">
                  <c:v>thesurfriderfoundation</c:v>
                </c:pt>
                <c:pt idx="2267">
                  <c:v>the_supreme_overlord</c:v>
                </c:pt>
                <c:pt idx="2268">
                  <c:v>thesupremedynamicduo</c:v>
                </c:pt>
                <c:pt idx="2269">
                  <c:v>thesuperstartradesman1</c:v>
                </c:pt>
                <c:pt idx="2270">
                  <c:v>the_superstar_tradesman</c:v>
                </c:pt>
                <c:pt idx="2271">
                  <c:v>thesupermothereffingrobot</c:v>
                </c:pt>
                <c:pt idx="2272">
                  <c:v>thesuperiorjakesmith</c:v>
                </c:pt>
                <c:pt idx="2273">
                  <c:v>thesuperhottestmusic2005</c:v>
                </c:pt>
                <c:pt idx="2274">
                  <c:v>thesuperhappyfuntimesquad</c:v>
                </c:pt>
                <c:pt idx="2275">
                  <c:v>thesuperfreshpowersquad</c:v>
                </c:pt>
                <c:pt idx="2276">
                  <c:v>thesuperfreakmindmeltdown</c:v>
                </c:pt>
                <c:pt idx="2277">
                  <c:v>thesuperfreak1235335</c:v>
                </c:pt>
                <c:pt idx="2278">
                  <c:v>the_super_amazing_puff</c:v>
                </c:pt>
                <c:pt idx="2279">
                  <c:v>the_sun_tan_superman</c:v>
                </c:pt>
                <c:pt idx="2280">
                  <c:v>thesunnydaycoalition</c:v>
                </c:pt>
                <c:pt idx="2281">
                  <c:v>thesunneverstopssetting</c:v>
                </c:pt>
                <c:pt idx="2282">
                  <c:v>thesummoneranimasola</c:v>
                </c:pt>
                <c:pt idx="2283">
                  <c:v>thesummitstudentministry</c:v>
                </c:pt>
                <c:pt idx="2284">
                  <c:v>thesummerproject200</c:v>
                </c:pt>
                <c:pt idx="2285">
                  <c:v>thesuicidejournalist</c:v>
                </c:pt>
                <c:pt idx="2286">
                  <c:v>thesuicideassistancesquad</c:v>
                </c:pt>
                <c:pt idx="2287">
                  <c:v>thesuicidaljellybaby</c:v>
                </c:pt>
                <c:pt idx="2288">
                  <c:v>thesuffocatingnightmare</c:v>
                </c:pt>
                <c:pt idx="2289">
                  <c:v>thesubmissionmusician</c:v>
                </c:pt>
                <c:pt idx="2290">
                  <c:v>thestrychninequintet</c:v>
                </c:pt>
                <c:pt idx="2291">
                  <c:v>the_struggling_artist</c:v>
                </c:pt>
                <c:pt idx="2292">
                  <c:v>thestrollinghospitaler</c:v>
                </c:pt>
                <c:pt idx="2293">
                  <c:v>the_street_wise_pussy</c:v>
                </c:pt>
                <c:pt idx="2294">
                  <c:v>thestratonexperience</c:v>
                </c:pt>
                <c:pt idx="2295">
                  <c:v>thestraininteractivemag</c:v>
                </c:pt>
                <c:pt idx="2296">
                  <c:v>thestraightrazorriot</c:v>
                </c:pt>
                <c:pt idx="2297">
                  <c:v>thestorytellingprincess</c:v>
                </c:pt>
                <c:pt idx="2298">
                  <c:v>thestorybehindnumber11</c:v>
                </c:pt>
                <c:pt idx="2299">
                  <c:v>thestormentertainment</c:v>
                </c:pt>
                <c:pt idx="2300">
                  <c:v>thestockholmunderground</c:v>
                </c:pt>
                <c:pt idx="2301">
                  <c:v>thestitchandframeshop</c:v>
                </c:pt>
                <c:pt idx="2302">
                  <c:v>thestilettoformal123</c:v>
                </c:pt>
                <c:pt idx="2303">
                  <c:v>thestevenhawkingexperience</c:v>
                </c:pt>
                <c:pt idx="2304">
                  <c:v>thestephenfriedmanexperience</c:v>
                </c:pt>
                <c:pt idx="2305">
                  <c:v>thesteelscreamproject</c:v>
                </c:pt>
                <c:pt idx="2306">
                  <c:v>the_starburst_mistress</c:v>
                </c:pt>
                <c:pt idx="2307">
                  <c:v>thestandardlampsessions</c:v>
                </c:pt>
                <c:pt idx="2308">
                  <c:v>thestaffingauthority</c:v>
                </c:pt>
                <c:pt idx="2309">
                  <c:v>thesquirrelswillgetyou</c:v>
                </c:pt>
                <c:pt idx="2310">
                  <c:v>thesquirrelstalktome</c:v>
                </c:pt>
                <c:pt idx="2311">
                  <c:v>thespringminedisaster</c:v>
                </c:pt>
                <c:pt idx="2312">
                  <c:v>thespringfieldrockfest3</c:v>
                </c:pt>
                <c:pt idx="2313">
                  <c:v>thespringfallconspiracy</c:v>
                </c:pt>
                <c:pt idx="2314">
                  <c:v>the_spreading_disease</c:v>
                </c:pt>
                <c:pt idx="2315">
                  <c:v>the_spitfire_you_fear</c:v>
                </c:pt>
                <c:pt idx="2316">
                  <c:v>the_spiritual_knight</c:v>
                </c:pt>
                <c:pt idx="2317">
                  <c:v>thespiritualgangster</c:v>
                </c:pt>
                <c:pt idx="2318">
                  <c:v>thespectacularwarrior</c:v>
                </c:pt>
                <c:pt idx="2319">
                  <c:v>thespacethatgodbuilt</c:v>
                </c:pt>
                <c:pt idx="2320">
                  <c:v>thespaceforlonelypeople</c:v>
                </c:pt>
                <c:pt idx="2321">
                  <c:v>thesouthwillriseagain89</c:v>
                </c:pt>
                <c:pt idx="2322">
                  <c:v>thesouthwillriseagain9</c:v>
                </c:pt>
                <c:pt idx="2323">
                  <c:v>TheSouthWillRiseAgain2010</c:v>
                </c:pt>
                <c:pt idx="2324">
                  <c:v>thesouthwillraiseagain</c:v>
                </c:pt>
                <c:pt idx="2325">
                  <c:v>the_south_will_arise_101</c:v>
                </c:pt>
                <c:pt idx="2326">
                  <c:v>thesouthjerseyfolkrevival</c:v>
                </c:pt>
                <c:pt idx="2327">
                  <c:v>thesounddistillation</c:v>
                </c:pt>
                <c:pt idx="2328">
                  <c:v>thesoundcheckexplosion</c:v>
                </c:pt>
                <c:pt idx="2329">
                  <c:v>thesophomorejinxgent</c:v>
                </c:pt>
                <c:pt idx="2330">
                  <c:v>the_sophisticate_mag</c:v>
                </c:pt>
                <c:pt idx="2331">
                  <c:v>thesoontobearchitect</c:v>
                </c:pt>
                <c:pt idx="2332">
                  <c:v>thesonnymoormangroup</c:v>
                </c:pt>
                <c:pt idx="2333">
                  <c:v>thesoloretrospective</c:v>
                </c:pt>
                <c:pt idx="2334">
                  <c:v>the_solitary_mayfield</c:v>
                </c:pt>
                <c:pt idx="2335">
                  <c:v>thesolidstateproject</c:v>
                </c:pt>
                <c:pt idx="2336">
                  <c:v>the_soccer_playing_chino</c:v>
                </c:pt>
                <c:pt idx="2337">
                  <c:v>thesmokingdogriverview</c:v>
                </c:pt>
                <c:pt idx="2338">
                  <c:v>thesmokingappreciationsoc</c:v>
                </c:pt>
                <c:pt idx="2339">
                  <c:v>thesmokestackorchestra</c:v>
                </c:pt>
                <c:pt idx="2340">
                  <c:v>thesmileprettyfiringsquad</c:v>
                </c:pt>
                <c:pt idx="2341">
                  <c:v>thesmalltowndisaster</c:v>
                </c:pt>
                <c:pt idx="2342">
                  <c:v>the_small_hufflepuff</c:v>
                </c:pt>
                <c:pt idx="2343">
                  <c:v>theslipknotaddiction</c:v>
                </c:pt>
                <c:pt idx="2344">
                  <c:v>thesleepysoundsoftown</c:v>
                </c:pt>
                <c:pt idx="2345">
                  <c:v>thesleepwalkingprincess</c:v>
                </c:pt>
                <c:pt idx="2346">
                  <c:v>thesleepandmemoryfader</c:v>
                </c:pt>
                <c:pt idx="2347">
                  <c:v>the_sky_aint_always_blue</c:v>
                </c:pt>
                <c:pt idx="2348">
                  <c:v>theskidmorebandersnatchers</c:v>
                </c:pt>
                <c:pt idx="2349">
                  <c:v>the_skatepunk_penguin</c:v>
                </c:pt>
                <c:pt idx="2350">
                  <c:v>theskateboardindustry</c:v>
                </c:pt>
                <c:pt idx="2351">
                  <c:v>theskateboardhimself</c:v>
                </c:pt>
                <c:pt idx="2352">
                  <c:v>thesixtybilliondollarman</c:v>
                </c:pt>
                <c:pt idx="2353">
                  <c:v>thesixmilliondollarband</c:v>
                </c:pt>
                <c:pt idx="2354">
                  <c:v>thesituationcommittee</c:v>
                </c:pt>
                <c:pt idx="2355">
                  <c:v>thesingersongwriter202</c:v>
                </c:pt>
                <c:pt idx="2356">
                  <c:v>the_simpsons_ralph_wiggum</c:v>
                </c:pt>
                <c:pt idx="2357">
                  <c:v>thesimpsonsareyellow</c:v>
                </c:pt>
                <c:pt idx="2358">
                  <c:v>the_simpson_fanatic_page</c:v>
                </c:pt>
                <c:pt idx="2359">
                  <c:v>the_simpson_collector</c:v>
                </c:pt>
                <c:pt idx="2360">
                  <c:v>thesilverdollarstory</c:v>
                </c:pt>
                <c:pt idx="2361">
                  <c:v>thesilentprogression</c:v>
                </c:pt>
                <c:pt idx="2362">
                  <c:v>the_silent_one_alive</c:v>
                </c:pt>
                <c:pt idx="2363">
                  <c:v>thesignmanconspiracy</c:v>
                </c:pt>
                <c:pt idx="2364">
                  <c:v>thesideshowconnectsite</c:v>
                </c:pt>
                <c:pt idx="2365">
                  <c:v>the_sickness_must_end</c:v>
                </c:pt>
                <c:pt idx="2366">
                  <c:v>the_show_stopper_drew</c:v>
                </c:pt>
                <c:pt idx="2367">
                  <c:v>theshomaxloveconnection</c:v>
                </c:pt>
                <c:pt idx="2368">
                  <c:v>theshaunsibbesproject</c:v>
                </c:pt>
                <c:pt idx="2369">
                  <c:v>theshallowheartsclub</c:v>
                </c:pt>
                <c:pt idx="2370">
                  <c:v>theshakespeareanprimate</c:v>
                </c:pt>
                <c:pt idx="2371">
                  <c:v>theshadyrumorbandsite</c:v>
                </c:pt>
                <c:pt idx="2372">
                  <c:v>the_shadow_dark_link</c:v>
                </c:pt>
                <c:pt idx="2373">
                  <c:v>the_sexybeast_nextdoor</c:v>
                </c:pt>
                <c:pt idx="2374">
                  <c:v>the_sexual_revolution</c:v>
                </c:pt>
                <c:pt idx="2375">
                  <c:v>thesethingsarewaygay</c:v>
                </c:pt>
                <c:pt idx="2376">
                  <c:v>thesesleepingdogswontlie</c:v>
                </c:pt>
                <c:pt idx="2377">
                  <c:v>theserendipityclub_200</c:v>
                </c:pt>
                <c:pt idx="2378">
                  <c:v>thesedistortedhearts</c:v>
                </c:pt>
                <c:pt idx="2379">
                  <c:v>the_secret_life_01</c:v>
                </c:pt>
                <c:pt idx="2380">
                  <c:v>the_secret_admirer101</c:v>
                </c:pt>
                <c:pt idx="2381">
                  <c:v>the_second_white_boy</c:v>
                </c:pt>
                <c:pt idx="2382">
                  <c:v>thesecondrenaissance</c:v>
                </c:pt>
                <c:pt idx="2383">
                  <c:v>thesecondchancemovie</c:v>
                </c:pt>
                <c:pt idx="2384">
                  <c:v>thesecolorsdontrun14</c:v>
                </c:pt>
                <c:pt idx="2385">
                  <c:v>thesebrokenwingsaremine</c:v>
                </c:pt>
                <c:pt idx="2386">
                  <c:v>these_are_happy_times</c:v>
                </c:pt>
                <c:pt idx="2387">
                  <c:v>theseahorseorchestra</c:v>
                </c:pt>
                <c:pt idx="2388">
                  <c:v>theseafordrockandjazzorchestra</c:v>
                </c:pt>
                <c:pt idx="2389">
                  <c:v>thescreaminghippopotamus</c:v>
                </c:pt>
                <c:pt idx="2390">
                  <c:v>thescottishmasterblaster</c:v>
                </c:pt>
                <c:pt idx="2391">
                  <c:v>thescottiewilsonshow</c:v>
                </c:pt>
                <c:pt idx="2392">
                  <c:v>thescientificmethod1</c:v>
                </c:pt>
                <c:pt idx="2393">
                  <c:v>the_schizophrenic_maniac</c:v>
                </c:pt>
                <c:pt idx="2394">
                  <c:v>the_scene_aesthetic_2</c:v>
                </c:pt>
                <c:pt idx="2395">
                  <c:v>the_scary_angry_monkey</c:v>
                </c:pt>
                <c:pt idx="2396">
                  <c:v>the_scarlet_pimpernel_1</c:v>
                </c:pt>
                <c:pt idx="2397">
                  <c:v>thescarecrowministry</c:v>
                </c:pt>
                <c:pt idx="2398">
                  <c:v>the_scandalous_bitch</c:v>
                </c:pt>
                <c:pt idx="2399">
                  <c:v>thesardonicpestilence</c:v>
                </c:pt>
                <c:pt idx="2400">
                  <c:v>thesarcasticprincess</c:v>
                </c:pt>
                <c:pt idx="2401">
                  <c:v>thesandcastlecontest</c:v>
                </c:pt>
                <c:pt idx="2402">
                  <c:v>thesamhallpackexplosion</c:v>
                </c:pt>
                <c:pt idx="2403">
                  <c:v>thesalvationairforce</c:v>
                </c:pt>
                <c:pt idx="2404">
                  <c:v>thesadmonkeysarebraindead</c:v>
                </c:pt>
                <c:pt idx="2405">
                  <c:v>theroyalpriesthood912</c:v>
                </c:pt>
                <c:pt idx="2406">
                  <c:v>theroyalphilharmonicorchestra</c:v>
                </c:pt>
                <c:pt idx="2407">
                  <c:v>theroyalfreshnessherself</c:v>
                </c:pt>
                <c:pt idx="2408">
                  <c:v>therosebudgeneration</c:v>
                </c:pt>
                <c:pt idx="2409">
                  <c:v>therockymartinezband</c:v>
                </c:pt>
                <c:pt idx="2410">
                  <c:v>therockneverstopsbrother</c:v>
                </c:pt>
                <c:pt idx="2411">
                  <c:v>the_rocking_revolution45</c:v>
                </c:pt>
                <c:pt idx="2412">
                  <c:v>therocketleavinghome</c:v>
                </c:pt>
                <c:pt idx="2413">
                  <c:v>the_roadlesstraveled</c:v>
                </c:pt>
                <c:pt idx="2414">
                  <c:v>the_ritual_foreverlast</c:v>
                </c:pt>
                <c:pt idx="2415">
                  <c:v>therisingphoenixinstitute</c:v>
                </c:pt>
                <c:pt idx="2416">
                  <c:v>therightwaytop10video</c:v>
                </c:pt>
                <c:pt idx="2417">
                  <c:v>the_righteous_experience</c:v>
                </c:pt>
                <c:pt idx="2418">
                  <c:v>therighteousalliance</c:v>
                </c:pt>
                <c:pt idx="2419">
                  <c:v>therightdirectionband</c:v>
                </c:pt>
                <c:pt idx="2420">
                  <c:v>thereverendbenbranch</c:v>
                </c:pt>
                <c:pt idx="2421">
                  <c:v>the_rest__will_follow</c:v>
                </c:pt>
                <c:pt idx="2422">
                  <c:v>therestwasjustsilence</c:v>
                </c:pt>
                <c:pt idx="2423">
                  <c:v>theressumthingaboutmary</c:v>
                </c:pt>
                <c:pt idx="2424">
                  <c:v>theres_sumthin_bout_terry</c:v>
                </c:pt>
                <c:pt idx="2425">
                  <c:v>theres_sum1_behind_you</c:v>
                </c:pt>
                <c:pt idx="2426">
                  <c:v>theressomethingaboutmelly</c:v>
                </c:pt>
                <c:pt idx="2427">
                  <c:v>theressomethingaboutjen</c:v>
                </c:pt>
                <c:pt idx="2428">
                  <c:v>theresonlyonedannyweaver</c:v>
                </c:pt>
                <c:pt idx="2429">
                  <c:v>theres_more_2_life_than_</c:v>
                </c:pt>
                <c:pt idx="2430">
                  <c:v>the_resident_rockstar</c:v>
                </c:pt>
                <c:pt idx="2431">
                  <c:v>thereservedindiemajig</c:v>
                </c:pt>
                <c:pt idx="2432">
                  <c:v>theresearchaffection</c:v>
                </c:pt>
                <c:pt idx="2433">
                  <c:v>theresastoryinhereyes</c:v>
                </c:pt>
                <c:pt idx="2434">
                  <c:v>theres_always_next_year</c:v>
                </c:pt>
                <c:pt idx="2435">
                  <c:v>theresahungryhippoabout</c:v>
                </c:pt>
                <c:pt idx="2436">
                  <c:v>theresaherostuckinside</c:v>
                </c:pt>
                <c:pt idx="2437">
                  <c:v>theresabombunderyourseat</c:v>
                </c:pt>
                <c:pt idx="2438">
                  <c:v>therepublicproduction</c:v>
                </c:pt>
                <c:pt idx="2439">
                  <c:v>therepublicandanceparty</c:v>
                </c:pt>
                <c:pt idx="2440">
                  <c:v>theremainingattitude</c:v>
                </c:pt>
                <c:pt idx="2441">
                  <c:v>therelaxedexperience</c:v>
                </c:pt>
                <c:pt idx="2442">
                  <c:v>there_just_all_jealous</c:v>
                </c:pt>
                <c:pt idx="2443">
                  <c:v>there_goes_everything</c:v>
                </c:pt>
                <c:pt idx="2444">
                  <c:v>there_goes_another_one</c:v>
                </c:pt>
                <c:pt idx="2445">
                  <c:v>there_for_you_forever</c:v>
                </c:pt>
                <c:pt idx="2446">
                  <c:v>theredheadlittlegirl</c:v>
                </c:pt>
                <c:pt idx="2447">
                  <c:v>therecyclecollective</c:v>
                </c:pt>
                <c:pt idx="2448">
                  <c:v>therebelflagwillflyagain</c:v>
                </c:pt>
                <c:pt idx="2449">
                  <c:v>the_real_young_blaze</c:v>
                </c:pt>
                <c:pt idx="2450">
                  <c:v>the_real_world_key_west</c:v>
                </c:pt>
                <c:pt idx="2451">
                  <c:v>the_real_white_girl91</c:v>
                </c:pt>
                <c:pt idx="2452">
                  <c:v>the_real_total_package</c:v>
                </c:pt>
                <c:pt idx="2453">
                  <c:v>the_real_ted_striker</c:v>
                </c:pt>
                <c:pt idx="2454">
                  <c:v>the_real_silversurfer</c:v>
                </c:pt>
                <c:pt idx="2455">
                  <c:v>the_real_sara_paxton</c:v>
                </c:pt>
                <c:pt idx="2456">
                  <c:v>the_real_reborn_metal</c:v>
                </c:pt>
                <c:pt idx="2457">
                  <c:v>the_real_randy_marsh</c:v>
                </c:pt>
                <c:pt idx="2458">
                  <c:v>the_real_pretty_ricky</c:v>
                </c:pt>
                <c:pt idx="2459">
                  <c:v>the_real_pink_panther</c:v>
                </c:pt>
                <c:pt idx="2460">
                  <c:v>the_real_orange_county</c:v>
                </c:pt>
                <c:pt idx="2461">
                  <c:v>the_real_northern_chris</c:v>
                </c:pt>
                <c:pt idx="2462">
                  <c:v>the_real_masterchief</c:v>
                </c:pt>
                <c:pt idx="2463">
                  <c:v>the_real_lauren_conrad1</c:v>
                </c:pt>
                <c:pt idx="2464">
                  <c:v>the_real_kyle_orlando_</c:v>
                </c:pt>
                <c:pt idx="2465">
                  <c:v>the.real.kobe.stopper</c:v>
                </c:pt>
                <c:pt idx="2466">
                  <c:v>the_real_hilary_duff1</c:v>
                </c:pt>
                <c:pt idx="2467">
                  <c:v>the_real_high_king_peter</c:v>
                </c:pt>
                <c:pt idx="2468">
                  <c:v>the_real_hello_kitty1910</c:v>
                </c:pt>
                <c:pt idx="2469">
                  <c:v>the_real_greenday_911</c:v>
                </c:pt>
                <c:pt idx="2470">
                  <c:v>the_real_ghost_rider</c:v>
                </c:pt>
                <c:pt idx="2471">
                  <c:v>the_realest_star4eva</c:v>
                </c:pt>
                <c:pt idx="2472">
                  <c:v>therealestpimpstress</c:v>
                </c:pt>
                <c:pt idx="2473">
                  <c:v>therealestfemaleyouknow</c:v>
                </c:pt>
                <c:pt idx="2474">
                  <c:v>the_real_edgecrusher</c:v>
                </c:pt>
                <c:pt idx="2475">
                  <c:v>the_real_duo_maxwell</c:v>
                </c:pt>
                <c:pt idx="2476">
                  <c:v>the_real_dancing_queen</c:v>
                </c:pt>
                <c:pt idx="2477">
                  <c:v>the_real_cheetah_girl_</c:v>
                </c:pt>
                <c:pt idx="2478">
                  <c:v>the_real_blue_ranger</c:v>
                </c:pt>
                <c:pt idx="2479">
                  <c:v>the_realblackwallstreet</c:v>
                </c:pt>
                <c:pt idx="2480">
                  <c:v>the_real_barbie_9491</c:v>
                </c:pt>
                <c:pt idx="2481">
                  <c:v>the_real_bandit_king</c:v>
                </c:pt>
                <c:pt idx="2482">
                  <c:v>therealandonlyscarface</c:v>
                </c:pt>
                <c:pt idx="2483">
                  <c:v>the_real_and_only_kristin</c:v>
                </c:pt>
                <c:pt idx="2484">
                  <c:v>the_rare_black_hippo</c:v>
                </c:pt>
                <c:pt idx="2485">
                  <c:v>therapperjessethomas</c:v>
                </c:pt>
                <c:pt idx="2486">
                  <c:v>therantingsofaretard</c:v>
                </c:pt>
                <c:pt idx="2487">
                  <c:v>therandypinkprincess</c:v>
                </c:pt>
                <c:pt idx="2488">
                  <c:v>therandygreenexperience</c:v>
                </c:pt>
                <c:pt idx="2489">
                  <c:v>therandomnoiseorchestra</c:v>
                </c:pt>
                <c:pt idx="2490">
                  <c:v>therandomguitarplayer</c:v>
                </c:pt>
                <c:pt idx="2491">
                  <c:v>the_random_christian_one</c:v>
                </c:pt>
                <c:pt idx="2492">
                  <c:v>therainymorningbluesband</c:v>
                </c:pt>
                <c:pt idx="2493">
                  <c:v>therainthatstumbledhome</c:v>
                </c:pt>
                <c:pt idx="2494">
                  <c:v>therainbandmanchester</c:v>
                </c:pt>
                <c:pt idx="2495">
                  <c:v>theragdolleffectmusic</c:v>
                </c:pt>
                <c:pt idx="2496">
                  <c:v>theradicalnoiseaddiction</c:v>
                </c:pt>
                <c:pt idx="2497">
                  <c:v>therabiddogmaproject</c:v>
                </c:pt>
                <c:pt idx="2498">
                  <c:v>TheQuixoticBacchanalian</c:v>
                </c:pt>
                <c:pt idx="2499">
                  <c:v>thequantumsingularity</c:v>
                </c:pt>
                <c:pt idx="2500">
                  <c:v>thepussyfeelgooddoctor</c:v>
                </c:pt>
                <c:pt idx="2501">
                  <c:v>thepurplepeopleproject</c:v>
                </c:pt>
                <c:pt idx="2502">
                  <c:v>thepunkrockguitarplayer</c:v>
                </c:pt>
                <c:pt idx="2503">
                  <c:v>the_pumpkin_queen_1</c:v>
                </c:pt>
                <c:pt idx="2504">
                  <c:v>the_pulse_from_your_brain</c:v>
                </c:pt>
                <c:pt idx="2505">
                  <c:v>the_psychotic_darkness</c:v>
                </c:pt>
                <c:pt idx="2506">
                  <c:v>thepsychopathicmidget</c:v>
                </c:pt>
                <c:pt idx="2507">
                  <c:v>theprovincialarchive</c:v>
                </c:pt>
                <c:pt idx="2508">
                  <c:v>theprophetdoomlicker11</c:v>
                </c:pt>
                <c:pt idx="2509">
                  <c:v>theprolegendmovement</c:v>
                </c:pt>
                <c:pt idx="2510">
                  <c:v>theprofessionalmodel</c:v>
                </c:pt>
                <c:pt idx="2511">
                  <c:v>the_professionaljellyfish</c:v>
                </c:pt>
                <c:pt idx="2512">
                  <c:v>theprocrastinatinggigolo</c:v>
                </c:pt>
                <c:pt idx="2513">
                  <c:v>the_problem_since_88</c:v>
                </c:pt>
                <c:pt idx="2514">
                  <c:v>the_problem_child_90</c:v>
                </c:pt>
                <c:pt idx="2515">
                  <c:v>theprincessstephanie79</c:v>
                </c:pt>
                <c:pt idx="2516">
                  <c:v>theprincesskristin22</c:v>
                </c:pt>
                <c:pt idx="2517">
                  <c:v>the_predictable_prophet</c:v>
                </c:pt>
                <c:pt idx="2518">
                  <c:v>theprecioussweetness</c:v>
                </c:pt>
                <c:pt idx="2519">
                  <c:v>thepostalservice_mush</c:v>
                </c:pt>
                <c:pt idx="2520">
                  <c:v>thepostalserviceguild</c:v>
                </c:pt>
                <c:pt idx="2521">
                  <c:v>theportraitredemption</c:v>
                </c:pt>
                <c:pt idx="2522">
                  <c:v>theportlandcarpenter</c:v>
                </c:pt>
                <c:pt idx="2523">
                  <c:v>the_pork_chop_express</c:v>
                </c:pt>
                <c:pt idx="2524">
                  <c:v>thepoorlittleboyband</c:v>
                </c:pt>
                <c:pt idx="2525">
                  <c:v>thepleasureprinciplemusic</c:v>
                </c:pt>
                <c:pt idx="2526">
                  <c:v>the_playa_you_love_2_hate</c:v>
                </c:pt>
                <c:pt idx="2527">
                  <c:v>theplantationminister</c:v>
                </c:pt>
                <c:pt idx="2528">
                  <c:v>thepitchingconnection</c:v>
                </c:pt>
                <c:pt idx="2529">
                  <c:v>thepistachiolovetriangle</c:v>
                </c:pt>
                <c:pt idx="2530">
                  <c:v>thepipelinehiphopradioshow</c:v>
                </c:pt>
                <c:pt idx="2531">
                  <c:v>thepinkunicornsarehere</c:v>
                </c:pt>
                <c:pt idx="2532">
                  <c:v>the_pink_power_ranger</c:v>
                </c:pt>
                <c:pt idx="2533">
                  <c:v>the_pink_powerranger</c:v>
                </c:pt>
                <c:pt idx="2534">
                  <c:v>the_pink_panther_101</c:v>
                </c:pt>
                <c:pt idx="2535">
                  <c:v>thepinkfluffyprincess</c:v>
                </c:pt>
                <c:pt idx="2536">
                  <c:v>thepinkfeatheredangel</c:v>
                </c:pt>
                <c:pt idx="2537">
                  <c:v>thepinkelephantparadox</c:v>
                </c:pt>
                <c:pt idx="2538">
                  <c:v>thepingpongstabletennis28</c:v>
                </c:pt>
                <c:pt idx="2539">
                  <c:v>thepincushioncampaign</c:v>
                </c:pt>
                <c:pt idx="2540">
                  <c:v>thepikachuthatyoulove</c:v>
                </c:pt>
                <c:pt idx="2541">
                  <c:v>thepigeonhuntersrock</c:v>
                </c:pt>
                <c:pt idx="2542">
                  <c:v>the_pierced_princess</c:v>
                </c:pt>
                <c:pt idx="2543">
                  <c:v>thepiccadillytrickle</c:v>
                </c:pt>
                <c:pt idx="2544">
                  <c:v>thephysicalchallenge</c:v>
                </c:pt>
                <c:pt idx="2545">
                  <c:v>thephotographymachine</c:v>
                </c:pt>
                <c:pt idx="2546">
                  <c:v>thephoenixproject200</c:v>
                </c:pt>
                <c:pt idx="2547">
                  <c:v>the_phoenix_ignition</c:v>
                </c:pt>
                <c:pt idx="2548">
                  <c:v>the_phoenix_foundation</c:v>
                </c:pt>
                <c:pt idx="2549">
                  <c:v>thephilanthropistsandsuch</c:v>
                </c:pt>
                <c:pt idx="2550">
                  <c:v>the_phenomenal_woman</c:v>
                </c:pt>
                <c:pt idx="2551">
                  <c:v>thephantomtruthteller</c:v>
                </c:pt>
                <c:pt idx="2552">
                  <c:v>thephantomoperaghost</c:v>
                </c:pt>
                <c:pt idx="2553">
                  <c:v>the_petsitter_people</c:v>
                </c:pt>
                <c:pt idx="2554">
                  <c:v>thepetrifiedseagarden</c:v>
                </c:pt>
                <c:pt idx="2555">
                  <c:v>thepeteworthingtonfansite</c:v>
                </c:pt>
                <c:pt idx="2556">
                  <c:v>thepeskylittlebooger</c:v>
                </c:pt>
                <c:pt idx="2557">
                  <c:v>thepermissivesociety</c:v>
                </c:pt>
                <c:pt idx="2558">
                  <c:v>thepermanentname1984</c:v>
                </c:pt>
                <c:pt idx="2559">
                  <c:v>the_perfect_pyro_murder</c:v>
                </c:pt>
                <c:pt idx="2560">
                  <c:v>theperfectprincessjenna</c:v>
                </c:pt>
                <c:pt idx="2561">
                  <c:v>theperfectprincess7</c:v>
                </c:pt>
                <c:pt idx="2562">
                  <c:v>the_perfect_lil_angel</c:v>
                </c:pt>
                <c:pt idx="2563">
                  <c:v>the_perfect_lady_pimp</c:v>
                </c:pt>
                <c:pt idx="2564">
                  <c:v>the_perfect_imperfection_</c:v>
                </c:pt>
                <c:pt idx="2565">
                  <c:v>the_perfect_heartbreak</c:v>
                </c:pt>
                <c:pt idx="2566">
                  <c:v>theperfectenemymusic</c:v>
                </c:pt>
                <c:pt idx="2567">
                  <c:v>theperfectcoupleever</c:v>
                </c:pt>
                <c:pt idx="2568">
                  <c:v>theperfectcandylicker</c:v>
                </c:pt>
                <c:pt idx="2569">
                  <c:v>theperfectblacksoldier</c:v>
                </c:pt>
                <c:pt idx="2570">
                  <c:v>thepeniswrinklemonarch</c:v>
                </c:pt>
                <c:pt idx="2571">
                  <c:v>thepenguinresortandspa</c:v>
                </c:pt>
                <c:pt idx="2572">
                  <c:v>the_penguin_lover_fan</c:v>
                </c:pt>
                <c:pt idx="2573">
                  <c:v>thepenguincontroller</c:v>
                </c:pt>
                <c:pt idx="2574">
                  <c:v>thepeacefulwarriormovie</c:v>
                </c:pt>
                <c:pt idx="2575">
                  <c:v>thepatternconspiracy</c:v>
                </c:pt>
                <c:pt idx="2576">
                  <c:v>thepatriotactofficial</c:v>
                </c:pt>
                <c:pt idx="2577">
                  <c:v>thepasttrajectoryclothing</c:v>
                </c:pt>
                <c:pt idx="2578">
                  <c:v>thepartnerswillattack</c:v>
                </c:pt>
                <c:pt idx="2579">
                  <c:v>theparkinglotproposal</c:v>
                </c:pt>
                <c:pt idx="2580">
                  <c:v>theparaplegicmillipedes</c:v>
                </c:pt>
                <c:pt idx="2581">
                  <c:v>the_paranormal_faction</c:v>
                </c:pt>
                <c:pt idx="2582">
                  <c:v>theparanoidastronaut</c:v>
                </c:pt>
                <c:pt idx="2583">
                  <c:v>theparanoidandroid1980</c:v>
                </c:pt>
                <c:pt idx="2584">
                  <c:v>theparallaxcorporation</c:v>
                </c:pt>
                <c:pt idx="2585">
                  <c:v>theparadigmshiftband</c:v>
                </c:pt>
                <c:pt idx="2586">
                  <c:v>the_paradiddler_from_hell</c:v>
                </c:pt>
                <c:pt idx="2587">
                  <c:v>thepanoramicexperience</c:v>
                </c:pt>
                <c:pt idx="2588">
                  <c:v>thepandemoniumcircus</c:v>
                </c:pt>
                <c:pt idx="2589">
                  <c:v>thepandasareattacking</c:v>
                </c:pt>
                <c:pt idx="2590">
                  <c:v>thepaintballprincess04</c:v>
                </c:pt>
                <c:pt idx="2591">
                  <c:v>thepaintballministry</c:v>
                </c:pt>
                <c:pt idx="2592">
                  <c:v>the_painless_pleasure</c:v>
                </c:pt>
                <c:pt idx="2593">
                  <c:v>theoutsidecaperingcrew</c:v>
                </c:pt>
                <c:pt idx="2594">
                  <c:v>_the_other_white_meat_</c:v>
                </c:pt>
                <c:pt idx="2595">
                  <c:v>the_other_token_black_guy</c:v>
                </c:pt>
                <c:pt idx="2596">
                  <c:v>theotherhappytreefriend</c:v>
                </c:pt>
                <c:pt idx="2597">
                  <c:v>theotherhalfdoesntcare</c:v>
                </c:pt>
                <c:pt idx="2598">
                  <c:v>theostentatiousproject</c:v>
                </c:pt>
                <c:pt idx="2599">
                  <c:v>theosomethingspecial</c:v>
                </c:pt>
                <c:pt idx="2600">
                  <c:v>the_orlando_aka_eddie_</c:v>
                </c:pt>
                <c:pt idx="2601">
                  <c:v>theoriginalwhiterabbit</c:v>
                </c:pt>
                <c:pt idx="2602">
                  <c:v>theoriginalwhatsforlunch</c:v>
                </c:pt>
                <c:pt idx="2603">
                  <c:v>theoriginalticktickboom</c:v>
                </c:pt>
                <c:pt idx="2604">
                  <c:v>theoriginalteamtuesday</c:v>
                </c:pt>
                <c:pt idx="2605">
                  <c:v>theoriginalsuperstar</c:v>
                </c:pt>
                <c:pt idx="2606">
                  <c:v>theoriginalsupermanmold</c:v>
                </c:pt>
                <c:pt idx="2607">
                  <c:v>the_original_superman</c:v>
                </c:pt>
                <c:pt idx="2608">
                  <c:v>theoriginalsupergirl</c:v>
                </c:pt>
                <c:pt idx="2609">
                  <c:v>theoriginalstonecast</c:v>
                </c:pt>
                <c:pt idx="2610">
                  <c:v>theoriginalspacecadet</c:v>
                </c:pt>
                <c:pt idx="2611">
                  <c:v>theoriginalshellstar</c:v>
                </c:pt>
                <c:pt idx="2612">
                  <c:v>theoriginalshedevil</c:v>
                </c:pt>
                <c:pt idx="2613">
                  <c:v>the_original_sexy_excel</c:v>
                </c:pt>
                <c:pt idx="2614">
                  <c:v>theoriginalronburgundy</c:v>
                </c:pt>
                <c:pt idx="2615">
                  <c:v>the_original_rockstar</c:v>
                </c:pt>
                <c:pt idx="2616">
                  <c:v>theoriginalredneckpunk</c:v>
                </c:pt>
                <c:pt idx="2617">
                  <c:v>theoriginalpunkrocker</c:v>
                </c:pt>
                <c:pt idx="2618">
                  <c:v>theoriginalprincesscrew</c:v>
                </c:pt>
                <c:pt idx="2619">
                  <c:v>theoriginalprincecharming</c:v>
                </c:pt>
                <c:pt idx="2620">
                  <c:v>the_original_pistol_pete</c:v>
                </c:pt>
                <c:pt idx="2621">
                  <c:v>theoriginalpinkranger</c:v>
                </c:pt>
                <c:pt idx="2622">
                  <c:v>the_original_party_gurl</c:v>
                </c:pt>
                <c:pt idx="2623">
                  <c:v>theoriginalpartyanimal</c:v>
                </c:pt>
                <c:pt idx="2624">
                  <c:v>the_original_old_guy</c:v>
                </c:pt>
                <c:pt idx="2625">
                  <c:v>theoriginalnightmare</c:v>
                </c:pt>
                <c:pt idx="2626">
                  <c:v>the_original_midnightfox</c:v>
                </c:pt>
                <c:pt idx="2627">
                  <c:v>theoriginalmessenger</c:v>
                </c:pt>
                <c:pt idx="2628">
                  <c:v>theoriginalmaterialboy</c:v>
                </c:pt>
                <c:pt idx="2629">
                  <c:v>theoriginalmarcsallee</c:v>
                </c:pt>
                <c:pt idx="2630">
                  <c:v>the_original_mara_jade</c:v>
                </c:pt>
                <c:pt idx="2631">
                  <c:v>the_original_manhood</c:v>
                </c:pt>
                <c:pt idx="2632">
                  <c:v>the_original_mad_sax</c:v>
                </c:pt>
                <c:pt idx="2633">
                  <c:v>theoriginallorddeath</c:v>
                </c:pt>
                <c:pt idx="2634">
                  <c:v>the_original_leprechaun</c:v>
                </c:pt>
                <c:pt idx="2635">
                  <c:v>theoriginallaura19</c:v>
                </c:pt>
                <c:pt idx="2636">
                  <c:v>theoriginal_laciejane</c:v>
                </c:pt>
                <c:pt idx="2637">
                  <c:v>the_original_jackriot</c:v>
                </c:pt>
                <c:pt idx="2638">
                  <c:v>theoriginalhoneymustard</c:v>
                </c:pt>
                <c:pt idx="2639">
                  <c:v>theoriginalhippiechick</c:v>
                </c:pt>
                <c:pt idx="2640">
                  <c:v>the_original_groovingfool</c:v>
                </c:pt>
                <c:pt idx="2641">
                  <c:v>the_original_grassboy</c:v>
                </c:pt>
                <c:pt idx="2642">
                  <c:v>theoriginalgoldenbuddha</c:v>
                </c:pt>
                <c:pt idx="2643">
                  <c:v>theoriginalgangstergage</c:v>
                </c:pt>
                <c:pt idx="2644">
                  <c:v>theoriginal_foxybrown</c:v>
                </c:pt>
                <c:pt idx="2645">
                  <c:v>theoriginalfarmhouse</c:v>
                </c:pt>
                <c:pt idx="2646">
                  <c:v>theoriginalevilbrett</c:v>
                </c:pt>
                <c:pt idx="2647">
                  <c:v>theoriginalentourage</c:v>
                </c:pt>
                <c:pt idx="2648">
                  <c:v>theoriginaldramatube</c:v>
                </c:pt>
                <c:pt idx="2649">
                  <c:v>the_original_deviant</c:v>
                </c:pt>
                <c:pt idx="2650">
                  <c:v>theoriginaldeathknight</c:v>
                </c:pt>
                <c:pt idx="2651">
                  <c:v>theoriginaldarkknight</c:v>
                </c:pt>
                <c:pt idx="2652">
                  <c:v>theoriginalcottagecheese</c:v>
                </c:pt>
                <c:pt idx="2653">
                  <c:v>theoriginalconspiracy</c:v>
                </c:pt>
                <c:pt idx="2654">
                  <c:v>theoriginal_cinderella</c:v>
                </c:pt>
                <c:pt idx="2655">
                  <c:v>theoriginalchrisbrown</c:v>
                </c:pt>
                <c:pt idx="2656">
                  <c:v>the_original_cherry_bomb</c:v>
                </c:pt>
                <c:pt idx="2657">
                  <c:v>theoriginalbrighteyes</c:v>
                </c:pt>
                <c:pt idx="2658">
                  <c:v>theoriginalbreadwinner</c:v>
                </c:pt>
                <c:pt idx="2659">
                  <c:v>theoriginalbrainslug</c:v>
                </c:pt>
                <c:pt idx="2660">
                  <c:v>theoriginalbootyking</c:v>
                </c:pt>
                <c:pt idx="2661">
                  <c:v>theoriginalbomberman</c:v>
                </c:pt>
                <c:pt idx="2662">
                  <c:v>theoriginalblackbeard</c:v>
                </c:pt>
                <c:pt idx="2663">
                  <c:v>theoriginalbetterluck</c:v>
                </c:pt>
                <c:pt idx="2664">
                  <c:v>the_original_babydoll</c:v>
                </c:pt>
                <c:pt idx="2665">
                  <c:v>the_original_anti_wanda</c:v>
                </c:pt>
                <c:pt idx="2666">
                  <c:v>theoriginalanonymous</c:v>
                </c:pt>
                <c:pt idx="2667">
                  <c:v>theoriginalandypants</c:v>
                </c:pt>
                <c:pt idx="2668">
                  <c:v>theorganizedchaosmusic</c:v>
                </c:pt>
                <c:pt idx="2669">
                  <c:v>theorchardbandregina</c:v>
                </c:pt>
                <c:pt idx="2670">
                  <c:v>theorangewhiteashtraysquad</c:v>
                </c:pt>
                <c:pt idx="2671">
                  <c:v>the_orange_rubber_guy</c:v>
                </c:pt>
                <c:pt idx="2672">
                  <c:v>theonlytutorcheergurl</c:v>
                </c:pt>
                <c:pt idx="2673">
                  <c:v>the_only_true_pirate_slut</c:v>
                </c:pt>
                <c:pt idx="2674">
                  <c:v>the_only_sister_for_nari</c:v>
                </c:pt>
                <c:pt idx="2675">
                  <c:v>theonlyrealtinkerbell</c:v>
                </c:pt>
                <c:pt idx="2676">
                  <c:v>the_only_real_princess</c:v>
                </c:pt>
                <c:pt idx="2677">
                  <c:v>the_only_real_cowgal</c:v>
                </c:pt>
                <c:pt idx="2678">
                  <c:v>the_only_name_not_taken</c:v>
                </c:pt>
                <c:pt idx="2679">
                  <c:v>theonlymistresssunshine</c:v>
                </c:pt>
                <c:pt idx="2680">
                  <c:v>the_only_mark_you_need</c:v>
                </c:pt>
                <c:pt idx="2681">
                  <c:v>the_only_man_ill_love</c:v>
                </c:pt>
                <c:pt idx="2682">
                  <c:v>the_only_mandy_moore</c:v>
                </c:pt>
                <c:pt idx="2683">
                  <c:v>the_only_jonathandavis</c:v>
                </c:pt>
                <c:pt idx="2684">
                  <c:v>The_Only_Grizzly_Bear</c:v>
                </c:pt>
                <c:pt idx="2685">
                  <c:v>theonlygreatdeception</c:v>
                </c:pt>
                <c:pt idx="2686">
                  <c:v>the_only_fallen_angel84</c:v>
                </c:pt>
                <c:pt idx="2687">
                  <c:v>the_only_easy_day_was____</c:v>
                </c:pt>
                <c:pt idx="2688">
                  <c:v>the_only_chick_magnet</c:v>
                </c:pt>
                <c:pt idx="2689">
                  <c:v>theonlycaptainmorgan</c:v>
                </c:pt>
                <c:pt idx="2690">
                  <c:v>the_only_bottom_line</c:v>
                </c:pt>
                <c:pt idx="2691">
                  <c:v>the_only_blue_princess</c:v>
                </c:pt>
                <c:pt idx="2692">
                  <c:v>the_one_you_think_about</c:v>
                </c:pt>
                <c:pt idx="2693">
                  <c:v>the_one_you_love_2_hate</c:v>
                </c:pt>
                <c:pt idx="2694">
                  <c:v>_the_one_winged_angel_</c:v>
                </c:pt>
                <c:pt idx="2695">
                  <c:v>the_one_unknown_hero</c:v>
                </c:pt>
                <c:pt idx="2696">
                  <c:v>the_one_true_virgin_mary</c:v>
                </c:pt>
                <c:pt idx="2697">
                  <c:v>The_One_True_Guitar_God</c:v>
                </c:pt>
                <c:pt idx="2698">
                  <c:v>The_One_They_Call_Will</c:v>
                </c:pt>
                <c:pt idx="2699">
                  <c:v>the_one_they_call_bill</c:v>
                </c:pt>
                <c:pt idx="2700">
                  <c:v>the_one_that_never_was</c:v>
                </c:pt>
                <c:pt idx="2701">
                  <c:v>the_one_man_questionmark</c:v>
                </c:pt>
                <c:pt idx="2702">
                  <c:v>theoneiwantbutcanthave</c:v>
                </c:pt>
                <c:pt idx="2703">
                  <c:v>theoneanonlyamazingwillow</c:v>
                </c:pt>
                <c:pt idx="2704">
                  <c:v>the_one_and_only_woo</c:v>
                </c:pt>
                <c:pt idx="2705">
                  <c:v>the_one_and_only_weasel</c:v>
                </c:pt>
                <c:pt idx="2706">
                  <c:v>the_one_and_only_tay</c:v>
                </c:pt>
                <c:pt idx="2707">
                  <c:v>the_one_and_only_squeak</c:v>
                </c:pt>
                <c:pt idx="2708">
                  <c:v>the_one_and_only_space</c:v>
                </c:pt>
                <c:pt idx="2709">
                  <c:v>The_one_and_only_sophia</c:v>
                </c:pt>
                <c:pt idx="2710">
                  <c:v>the_one_and_only_roses</c:v>
                </c:pt>
                <c:pt idx="2711">
                  <c:v>the_one_and_only_reefer</c:v>
                </c:pt>
                <c:pt idx="2712">
                  <c:v>THE_ONE_AND_ONLY_PUDGY</c:v>
                </c:pt>
                <c:pt idx="2713">
                  <c:v>the_oneandonly_princess</c:v>
                </c:pt>
                <c:pt idx="2714">
                  <c:v>the_one_and_only_pita</c:v>
                </c:pt>
                <c:pt idx="2715">
                  <c:v>the_one_and_only_pigeon</c:v>
                </c:pt>
                <c:pt idx="2716">
                  <c:v>the_one_and_only_pepper</c:v>
                </c:pt>
                <c:pt idx="2717">
                  <c:v>the_one_and_only_pauly</c:v>
                </c:pt>
                <c:pt idx="2718">
                  <c:v>the_one_and_only_mia</c:v>
                </c:pt>
                <c:pt idx="2719">
                  <c:v>the_one_and_only_lulu</c:v>
                </c:pt>
                <c:pt idx="2720">
                  <c:v>the_one_and_only_kalinda</c:v>
                </c:pt>
                <c:pt idx="2721">
                  <c:v>the_one_and_only_jordan</c:v>
                </c:pt>
                <c:pt idx="2722">
                  <c:v>the_one_and_only_joeface</c:v>
                </c:pt>
                <c:pt idx="2723">
                  <c:v>the_one_and_only_jane_doe</c:v>
                </c:pt>
                <c:pt idx="2724">
                  <c:v>the_one_and_only_iceman</c:v>
                </c:pt>
                <c:pt idx="2725">
                  <c:v>the_one_and_only_hilary_</c:v>
                </c:pt>
                <c:pt idx="2726">
                  <c:v>the_one_and_only_hilary</c:v>
                </c:pt>
                <c:pt idx="2727">
                  <c:v>the_one_and_only_here</c:v>
                </c:pt>
                <c:pt idx="2728">
                  <c:v>the_one_and_only_eureka</c:v>
                </c:pt>
                <c:pt idx="2729">
                  <c:v>the_one_and_only_eggman</c:v>
                </c:pt>
                <c:pt idx="2730">
                  <c:v>the_one_and_only_dime</c:v>
                </c:pt>
                <c:pt idx="2731">
                  <c:v>the_one_and_only_devil</c:v>
                </c:pt>
                <c:pt idx="2732">
                  <c:v>the_one_and_only_danny</c:v>
                </c:pt>
                <c:pt idx="2733">
                  <c:v>the_one_and_only_dani</c:v>
                </c:pt>
                <c:pt idx="2734">
                  <c:v>the_one_and_only_crew</c:v>
                </c:pt>
                <c:pt idx="2735">
                  <c:v>the_one_and_only_cook</c:v>
                </c:pt>
                <c:pt idx="2736">
                  <c:v>the_one_and_only_cheyenne</c:v>
                </c:pt>
                <c:pt idx="2737">
                  <c:v>the_one_and_only_chelsea</c:v>
                </c:pt>
                <c:pt idx="2738">
                  <c:v>the_one_and_only_cardinal</c:v>
                </c:pt>
                <c:pt idx="2739">
                  <c:v>the_one_and_only_calli</c:v>
                </c:pt>
                <c:pt idx="2740">
                  <c:v>the_one_and_only_boo</c:v>
                </c:pt>
                <c:pt idx="2741">
                  <c:v>the_one_and_only_big_red</c:v>
                </c:pt>
                <c:pt idx="2742">
                  <c:v>the_one_and_only_ariana</c:v>
                </c:pt>
                <c:pt idx="2743">
                  <c:v>the_one_and_only_alanna</c:v>
                </c:pt>
                <c:pt idx="2744">
                  <c:v>the_one_and_only_</c:v>
                </c:pt>
                <c:pt idx="2745">
                  <c:v>the_one_and_only2711</c:v>
                </c:pt>
                <c:pt idx="2746">
                  <c:v>the_one_and_only1987</c:v>
                </c:pt>
                <c:pt idx="2747">
                  <c:v>____the_one_and_only____</c:v>
                </c:pt>
                <c:pt idx="2748">
                  <c:v>the_one_and_not_only</c:v>
                </c:pt>
                <c:pt idx="2749">
                  <c:v>the_one_2_treat_you_right</c:v>
                </c:pt>
                <c:pt idx="2750">
                  <c:v>the_old_dope_peddler</c:v>
                </c:pt>
                <c:pt idx="2751">
                  <c:v>theofficialyoungmoney</c:v>
                </c:pt>
                <c:pt idx="2752">
                  <c:v>the_official_vanessa</c:v>
                </c:pt>
                <c:pt idx="2753">
                  <c:v>the_official_trendsetter</c:v>
                </c:pt>
                <c:pt idx="2754">
                  <c:v>theofficialtedfanclubpage</c:v>
                </c:pt>
                <c:pt idx="2755">
                  <c:v>theofficialsquidward</c:v>
                </c:pt>
                <c:pt idx="2756">
                  <c:v>theofficialscriptsite</c:v>
                </c:pt>
                <c:pt idx="2757">
                  <c:v>the_officialrickeyprofile</c:v>
                </c:pt>
                <c:pt idx="2758">
                  <c:v>theofficialpowerstation</c:v>
                </c:pt>
                <c:pt idx="2759">
                  <c:v>the_official_pedestrian</c:v>
                </c:pt>
                <c:pt idx="2760">
                  <c:v>the_official_party_animal</c:v>
                </c:pt>
                <c:pt idx="2761">
                  <c:v>theofficialpandorasage</c:v>
                </c:pt>
                <c:pt idx="2762">
                  <c:v>theofficialmonkeyboy</c:v>
                </c:pt>
                <c:pt idx="2763">
                  <c:v>theofficiallivewiresite</c:v>
                </c:pt>
                <c:pt idx="2764">
                  <c:v>theofficiallaurenfanclub</c:v>
                </c:pt>
                <c:pt idx="2765">
                  <c:v>theofficialjoshwebsite</c:v>
                </c:pt>
                <c:pt idx="2766">
                  <c:v>theofficialjoepirofanclub</c:v>
                </c:pt>
                <c:pt idx="2767">
                  <c:v>theofficialinnersanctum</c:v>
                </c:pt>
                <c:pt idx="2768">
                  <c:v>the_official_fightsight</c:v>
                </c:pt>
                <c:pt idx="2769">
                  <c:v>theofficialalexblack</c:v>
                </c:pt>
                <c:pt idx="2770">
                  <c:v>theobscurethirdoption</c:v>
                </c:pt>
                <c:pt idx="2771">
                  <c:v>the_nutty_fruit_cake</c:v>
                </c:pt>
                <c:pt idx="2772">
                  <c:v>THENUMBERRUNNINGBACK</c:v>
                </c:pt>
                <c:pt idx="2773">
                  <c:v>thenumberonewrestlingfan</c:v>
                </c:pt>
                <c:pt idx="2774">
                  <c:v>thenumberonepussyeater</c:v>
                </c:pt>
                <c:pt idx="2775">
                  <c:v>thenumberonecourtney</c:v>
                </c:pt>
                <c:pt idx="2776">
                  <c:v>the_number_1_rocker_babe</c:v>
                </c:pt>
                <c:pt idx="2777">
                  <c:v>thenumber1creativefreak</c:v>
                </c:pt>
                <c:pt idx="2778">
                  <c:v>thensundayturnedsouth</c:v>
                </c:pt>
                <c:pt idx="2779">
                  <c:v>thenotoriousblaze420</c:v>
                </c:pt>
                <c:pt idx="2780">
                  <c:v>thenorthstreetconnection</c:v>
                </c:pt>
                <c:pt idx="2781">
                  <c:v>thenorthseafisherman</c:v>
                </c:pt>
                <c:pt idx="2782">
                  <c:v>thenortheasterntidepull</c:v>
                </c:pt>
                <c:pt idx="2783">
                  <c:v>thenormanrockwellcode</c:v>
                </c:pt>
                <c:pt idx="2784">
                  <c:v>thenonfamousbombvictim</c:v>
                </c:pt>
                <c:pt idx="2785">
                  <c:v>thenoisemachinemalfunction</c:v>
                </c:pt>
                <c:pt idx="2786">
                  <c:v>the_nocturnal_butterfly</c:v>
                </c:pt>
                <c:pt idx="2787">
                  <c:v>thenoblesavagetavern</c:v>
                </c:pt>
                <c:pt idx="2788">
                  <c:v>the_noble_blue_beast</c:v>
                </c:pt>
                <c:pt idx="2789">
                  <c:v>the_nightmare_you_dream</c:v>
                </c:pt>
                <c:pt idx="2790">
                  <c:v>thenightlifebandmusic</c:v>
                </c:pt>
                <c:pt idx="2791">
                  <c:v>the_night_fall_angel</c:v>
                </c:pt>
                <c:pt idx="2792">
                  <c:v>the_niggas_1_superstar</c:v>
                </c:pt>
                <c:pt idx="2793">
                  <c:v>the_next_white_rapper</c:v>
                </c:pt>
                <c:pt idx="2794">
                  <c:v>the_next_right_thing</c:v>
                </c:pt>
                <c:pt idx="2795">
                  <c:v>the_next_lost_generation</c:v>
                </c:pt>
                <c:pt idx="2796">
                  <c:v>the_next_kelly_clarkson</c:v>
                </c:pt>
                <c:pt idx="2797">
                  <c:v>the_next_grim_reaper</c:v>
                </c:pt>
                <c:pt idx="2798">
                  <c:v>the_next_freddy_spud</c:v>
                </c:pt>
                <c:pt idx="2799">
                  <c:v>the_next_big_thing_pete</c:v>
                </c:pt>
                <c:pt idx="2800">
                  <c:v>the_next_big_superstar</c:v>
                </c:pt>
                <c:pt idx="2801">
                  <c:v>theneverendingsodadew</c:v>
                </c:pt>
                <c:pt idx="2802">
                  <c:v>thenetworkexperience</c:v>
                </c:pt>
                <c:pt idx="2803">
                  <c:v>the_need_for_caffeine</c:v>
                </c:pt>
                <c:pt idx="2804">
                  <c:v>thenaughtyboyfrom_707</c:v>
                </c:pt>
                <c:pt idx="2805">
                  <c:v>thenatureboydavidpierce</c:v>
                </c:pt>
                <c:pt idx="2806">
                  <c:v>thenaturalstreetfreak</c:v>
                </c:pt>
                <c:pt idx="2807">
                  <c:v>thenamesmisshollywood</c:v>
                </c:pt>
                <c:pt idx="2808">
                  <c:v>thenamesdanielleakadanni</c:v>
                </c:pt>
                <c:pt idx="2809">
                  <c:v>the_nameless_unknown</c:v>
                </c:pt>
                <c:pt idx="2810">
                  <c:v>thenamelesscrash1098</c:v>
                </c:pt>
                <c:pt idx="2811">
                  <c:v>the_mystic_dragon_samurai</c:v>
                </c:pt>
                <c:pt idx="2812">
                  <c:v>the_mutant_outlaw_gambit</c:v>
                </c:pt>
                <c:pt idx="2813">
                  <c:v>the_music_wont_turn_down</c:v>
                </c:pt>
                <c:pt idx="2814">
                  <c:v>the_music_never_stopped</c:v>
                </c:pt>
                <c:pt idx="2815">
                  <c:v>themusicgirl________janna</c:v>
                </c:pt>
                <c:pt idx="2816">
                  <c:v>themushroomrambleson</c:v>
                </c:pt>
                <c:pt idx="2817">
                  <c:v>the_murder_mystery_show</c:v>
                </c:pt>
                <c:pt idx="2818">
                  <c:v>themovementrebellion</c:v>
                </c:pt>
                <c:pt idx="2819">
                  <c:v>themovementneverstops</c:v>
                </c:pt>
                <c:pt idx="2820">
                  <c:v>themovementbandmusic</c:v>
                </c:pt>
                <c:pt idx="2821">
                  <c:v>themourningaftermusic1</c:v>
                </c:pt>
                <c:pt idx="2822">
                  <c:v>themotorcityjazzorchestra</c:v>
                </c:pt>
                <c:pt idx="2823">
                  <c:v>themotherloadrailroad</c:v>
                </c:pt>
                <c:pt idx="2824">
                  <c:v>themotherfuckingtron</c:v>
                </c:pt>
                <c:pt idx="2825">
                  <c:v>themotherfuckingtripod</c:v>
                </c:pt>
                <c:pt idx="2826">
                  <c:v>themotherfuckingspot</c:v>
                </c:pt>
                <c:pt idx="2827">
                  <c:v>themotherfuckingspeed</c:v>
                </c:pt>
                <c:pt idx="2828">
                  <c:v>themotherfuckinggoodshit</c:v>
                </c:pt>
                <c:pt idx="2829">
                  <c:v>themotherfuckingdark</c:v>
                </c:pt>
                <c:pt idx="2830">
                  <c:v>themotherfuckingchampion</c:v>
                </c:pt>
                <c:pt idx="2831">
                  <c:v>the_most_magnificent</c:v>
                </c:pt>
                <c:pt idx="2832">
                  <c:v>the_most_hottest_guy</c:v>
                </c:pt>
                <c:pt idx="2833">
                  <c:v>the_most_beautiful_rescue</c:v>
                </c:pt>
                <c:pt idx="2834">
                  <c:v>themoshispraying4you</c:v>
                </c:pt>
                <c:pt idx="2835">
                  <c:v>the_moronic_paintballer</c:v>
                </c:pt>
                <c:pt idx="2836">
                  <c:v>themorningshowwithandy</c:v>
                </c:pt>
                <c:pt idx="2837">
                  <c:v>the_morning_never_came</c:v>
                </c:pt>
                <c:pt idx="2838">
                  <c:v>themorningfleshproject</c:v>
                </c:pt>
                <c:pt idx="2839">
                  <c:v>the_morning_aftermath</c:v>
                </c:pt>
                <c:pt idx="2840">
                  <c:v>themorganwattanthology</c:v>
                </c:pt>
                <c:pt idx="2841">
                  <c:v>themoore_christianfamily</c:v>
                </c:pt>
                <c:pt idx="2842">
                  <c:v>themonkeytennisexperience</c:v>
                </c:pt>
                <c:pt idx="2843">
                  <c:v>themoneymakingmachine</c:v>
                </c:pt>
                <c:pt idx="2844">
                  <c:v>themoneymakerbaker78</c:v>
                </c:pt>
                <c:pt idx="2845">
                  <c:v>themomententertainment</c:v>
                </c:pt>
                <c:pt idx="2846">
                  <c:v>themoderndiseaseeffect</c:v>
                </c:pt>
                <c:pt idx="2847">
                  <c:v>themitchellbluesband</c:v>
                </c:pt>
                <c:pt idx="2848">
                  <c:v>the_missing_link_200</c:v>
                </c:pt>
                <c:pt idx="2849">
                  <c:v>themisanthropicbunny</c:v>
                </c:pt>
                <c:pt idx="2850">
                  <c:v>themillionthcivilian</c:v>
                </c:pt>
                <c:pt idx="2851">
                  <c:v>themillionmeterrelay</c:v>
                </c:pt>
                <c:pt idx="2852">
                  <c:v>themilliondollarnews</c:v>
                </c:pt>
                <c:pt idx="2853">
                  <c:v>themillionbuckfoundation</c:v>
                </c:pt>
                <c:pt idx="2854">
                  <c:v>themilkmanconspiracy</c:v>
                </c:pt>
                <c:pt idx="2855">
                  <c:v>themilkingexperience</c:v>
                </c:pt>
                <c:pt idx="2856">
                  <c:v>themikemarkssoloproject</c:v>
                </c:pt>
                <c:pt idx="2857">
                  <c:v>the_mightysharky_one</c:v>
                </c:pt>
                <c:pt idx="2858">
                  <c:v>the_mighty_shadowman</c:v>
                </c:pt>
                <c:pt idx="2859">
                  <c:v>themightypowerranger</c:v>
                </c:pt>
                <c:pt idx="2860">
                  <c:v>themidnightteabagger</c:v>
                </c:pt>
                <c:pt idx="2861">
                  <c:v>themidnightsocietybooking</c:v>
                </c:pt>
                <c:pt idx="2862">
                  <c:v>themidnightsocialite</c:v>
                </c:pt>
                <c:pt idx="2863">
                  <c:v>themidnightlibrarian</c:v>
                </c:pt>
                <c:pt idx="2864">
                  <c:v>themidlandstreetvariety</c:v>
                </c:pt>
                <c:pt idx="2865">
                  <c:v>thementallyinteresting</c:v>
                </c:pt>
                <c:pt idx="2866">
                  <c:v>thememphisunderground</c:v>
                </c:pt>
                <c:pt idx="2867">
                  <c:v>thememorialhighschoolband</c:v>
                </c:pt>
                <c:pt idx="2868">
                  <c:v>thememorableforgotten</c:v>
                </c:pt>
                <c:pt idx="2869">
                  <c:v>themediumsizedwombatexperience</c:v>
                </c:pt>
                <c:pt idx="2870">
                  <c:v>themechanicalheartproject</c:v>
                </c:pt>
                <c:pt idx="2871">
                  <c:v>themealmanexperience</c:v>
                </c:pt>
                <c:pt idx="2872">
                  <c:v>thematrixescortservice</c:v>
                </c:pt>
                <c:pt idx="2873">
                  <c:v>themastersonpopeexperience</c:v>
                </c:pt>
                <c:pt idx="2874">
                  <c:v>themasterdrummerblake</c:v>
                </c:pt>
                <c:pt idx="2875">
                  <c:v>themasterchiefpenguin</c:v>
                </c:pt>
                <c:pt idx="2876">
                  <c:v>the_master_broadcaster</c:v>
                </c:pt>
                <c:pt idx="2877">
                  <c:v>themasterandmargarita</c:v>
                </c:pt>
                <c:pt idx="2878">
                  <c:v>themasterandcommander</c:v>
                </c:pt>
                <c:pt idx="2879">
                  <c:v>themasondixondisaster</c:v>
                </c:pt>
                <c:pt idx="2880">
                  <c:v>the_masked_swordsman</c:v>
                </c:pt>
                <c:pt idx="2881">
                  <c:v>themashedpotatoescrew</c:v>
                </c:pt>
                <c:pt idx="2882">
                  <c:v>themarchingbulldogband</c:v>
                </c:pt>
                <c:pt idx="2883">
                  <c:v>themaplestreetmansion</c:v>
                </c:pt>
                <c:pt idx="2884">
                  <c:v>themanhattanproject11</c:v>
                </c:pt>
                <c:pt idx="2885">
                  <c:v>themanhattanproject_0</c:v>
                </c:pt>
                <c:pt idx="2886">
                  <c:v>the_management_helpdesk</c:v>
                </c:pt>
                <c:pt idx="2887">
                  <c:v>themagnumrepresentative</c:v>
                </c:pt>
                <c:pt idx="2888">
                  <c:v>the_magic_bumblesnout</c:v>
                </c:pt>
                <c:pt idx="2889">
                  <c:v>themagicalmysterytour</c:v>
                </c:pt>
                <c:pt idx="2890">
                  <c:v>the_magical_bumblebee</c:v>
                </c:pt>
                <c:pt idx="2891">
                  <c:v>the_mad_sir_slaughter</c:v>
                </c:pt>
                <c:pt idx="2892">
                  <c:v>the_madame_presidente</c:v>
                </c:pt>
                <c:pt idx="2893">
                  <c:v>the_lyrical_assassin</c:v>
                </c:pt>
                <c:pt idx="2894">
                  <c:v>thelovelystephanie27</c:v>
                </c:pt>
                <c:pt idx="2895">
                  <c:v>thelovelymissstacirenee</c:v>
                </c:pt>
                <c:pt idx="2896">
                  <c:v>thelovelyjackiemarie</c:v>
                </c:pt>
                <c:pt idx="2897">
                  <c:v>thelovehaventtyperace</c:v>
                </c:pt>
                <c:pt idx="2898">
                  <c:v>thelovedoctorexperiment</c:v>
                </c:pt>
                <c:pt idx="2899">
                  <c:v>thelovecoloredglasses</c:v>
                </c:pt>
                <c:pt idx="2900">
                  <c:v>the_loveable_island_boy</c:v>
                </c:pt>
                <c:pt idx="2901">
                  <c:v>thelouisvillesilence</c:v>
                </c:pt>
                <c:pt idx="2902">
                  <c:v>thelostprophecy4delf</c:v>
                </c:pt>
                <c:pt idx="2903">
                  <c:v>thelostgenerationband</c:v>
                </c:pt>
                <c:pt idx="2904">
                  <c:v>thelonghornorangeman13</c:v>
                </c:pt>
                <c:pt idx="2905">
                  <c:v>thelonewolfguitarist</c:v>
                </c:pt>
                <c:pt idx="2906">
                  <c:v>the_lonesome_rider2002200</c:v>
                </c:pt>
                <c:pt idx="2907">
                  <c:v>the_lonely_hearted10</c:v>
                </c:pt>
                <c:pt idx="2908">
                  <c:v>thelogicalcontradiction</c:v>
                </c:pt>
                <c:pt idx="2909">
                  <c:v>the_loch_ness_monster289</c:v>
                </c:pt>
                <c:pt idx="2910">
                  <c:v>thelivingroomchapter</c:v>
                </c:pt>
                <c:pt idx="2911">
                  <c:v>thelivinghumanparadox</c:v>
                </c:pt>
                <c:pt idx="2912">
                  <c:v>the_living_end_fan09</c:v>
                </c:pt>
                <c:pt idx="2913">
                  <c:v>thelivingdeadsacrifice</c:v>
                </c:pt>
                <c:pt idx="2914">
                  <c:v>thelivingdeadfantasy</c:v>
                </c:pt>
                <c:pt idx="2915">
                  <c:v>thelittlewickedmermaid2</c:v>
                </c:pt>
                <c:pt idx="2916">
                  <c:v>thelittlewhiterabbit</c:v>
                </c:pt>
                <c:pt idx="2917">
                  <c:v>thelittlewhiteboythatdid</c:v>
                </c:pt>
                <c:pt idx="2918">
                  <c:v>thelittletruckthatcould</c:v>
                </c:pt>
                <c:pt idx="2919">
                  <c:v>thelittletortillamen</c:v>
                </c:pt>
                <c:pt idx="2920">
                  <c:v>thelittleswimmerdude</c:v>
                </c:pt>
                <c:pt idx="2921">
                  <c:v>the_little_pink_sock</c:v>
                </c:pt>
                <c:pt idx="2922">
                  <c:v>the_little_pink_fairy</c:v>
                </c:pt>
                <c:pt idx="2923">
                  <c:v>thelittlemermaid_ariel</c:v>
                </c:pt>
                <c:pt idx="2924">
                  <c:v>the_little_mermaid90</c:v>
                </c:pt>
                <c:pt idx="2925">
                  <c:v>thelittlemermaid200</c:v>
                </c:pt>
                <c:pt idx="2926">
                  <c:v>thelittlemarshmallow</c:v>
                </c:pt>
                <c:pt idx="2927">
                  <c:v>the_little_hero_thatcould</c:v>
                </c:pt>
                <c:pt idx="2928">
                  <c:v>thelittlehellfireclub</c:v>
                </c:pt>
                <c:pt idx="2929">
                  <c:v>thelittleenginethattried</c:v>
                </c:pt>
                <c:pt idx="2930">
                  <c:v>thelittledrummerboy7</c:v>
                </c:pt>
                <c:pt idx="2931">
                  <c:v>_the_little_drummer_boy_</c:v>
                </c:pt>
                <c:pt idx="2932">
                  <c:v>the_little_brown_boy</c:v>
                </c:pt>
                <c:pt idx="2933">
                  <c:v>thelittleblondebeauty</c:v>
                </c:pt>
                <c:pt idx="2934">
                  <c:v>thelittlearielmermaid</c:v>
                </c:pt>
                <c:pt idx="2935">
                  <c:v>thelinkinternational</c:v>
                </c:pt>
                <c:pt idx="2936">
                  <c:v>the_light_angel_alchemist</c:v>
                </c:pt>
                <c:pt idx="2937">
                  <c:v>thelifechurchstockton</c:v>
                </c:pt>
                <c:pt idx="2938">
                  <c:v>thelibrarycoffeehouse</c:v>
                </c:pt>
                <c:pt idx="2939">
                  <c:v>thelibertinesandmeatloaf</c:v>
                </c:pt>
                <c:pt idx="2940">
                  <c:v>thelewisfamilydaycare</c:v>
                </c:pt>
                <c:pt idx="2941">
                  <c:v>thelessonlearnedhardcore</c:v>
                </c:pt>
                <c:pt idx="2942">
                  <c:v>thelesserconjuration</c:v>
                </c:pt>
                <c:pt idx="2943">
                  <c:v>theleicestercharlotte</c:v>
                </c:pt>
                <c:pt idx="2944">
                  <c:v>thelegendronburgundy</c:v>
                </c:pt>
                <c:pt idx="2945">
                  <c:v>thelegendrobbiegreen</c:v>
                </c:pt>
                <c:pt idx="2946">
                  <c:v>thelegendkiller50420</c:v>
                </c:pt>
                <c:pt idx="2947">
                  <c:v>thelegend_degenerate</c:v>
                </c:pt>
                <c:pt idx="2948">
                  <c:v>the_legend_chris_dickens</c:v>
                </c:pt>
                <c:pt idx="2949">
                  <c:v>thelegendarytastytim</c:v>
                </c:pt>
                <c:pt idx="2950">
                  <c:v>thelegendaryswordsman</c:v>
                </c:pt>
                <c:pt idx="2951">
                  <c:v>thelegendarystardustcowboy</c:v>
                </c:pt>
                <c:pt idx="2952">
                  <c:v>the_legendary_outlaw</c:v>
                </c:pt>
                <c:pt idx="2953">
                  <c:v>thelegendaryhecatomb</c:v>
                </c:pt>
                <c:pt idx="2954">
                  <c:v>thelegendarygoofmister</c:v>
                </c:pt>
                <c:pt idx="2955">
                  <c:v>the_legendary_drummer</c:v>
                </c:pt>
                <c:pt idx="2956">
                  <c:v>thelegendarybelladonna</c:v>
                </c:pt>
                <c:pt idx="2957">
                  <c:v>thelegendaryawesome2</c:v>
                </c:pt>
                <c:pt idx="2958">
                  <c:v>theleftoversinbuffalo</c:v>
                </c:pt>
                <c:pt idx="2959">
                  <c:v>the_least_important_thing</c:v>
                </c:pt>
                <c:pt idx="2960">
                  <c:v>theleagueunstoppable</c:v>
                </c:pt>
                <c:pt idx="2961">
                  <c:v>thelatestinfectiousplague</c:v>
                </c:pt>
                <c:pt idx="2962">
                  <c:v>thelastwishfaundation</c:v>
                </c:pt>
                <c:pt idx="2963">
                  <c:v>thelasttruegentleman</c:v>
                </c:pt>
                <c:pt idx="2964">
                  <c:v>the_last_true_cowboy</c:v>
                </c:pt>
                <c:pt idx="2965">
                  <c:v>thelaststeppromotion</c:v>
                </c:pt>
                <c:pt idx="2966">
                  <c:v>thelaststandingknight</c:v>
                </c:pt>
                <c:pt idx="2967">
                  <c:v>thelastremainingbraincell</c:v>
                </c:pt>
                <c:pt idx="2968">
                  <c:v>thelastmonkeyproject</c:v>
                </c:pt>
                <c:pt idx="2969">
                  <c:v>the_last_letter_sent</c:v>
                </c:pt>
                <c:pt idx="2970">
                  <c:v>thelastheartlessromantic</c:v>
                </c:pt>
                <c:pt idx="2971">
                  <c:v>the_last_heartbreak3</c:v>
                </c:pt>
                <c:pt idx="2972">
                  <c:v>thelastgreatadventure</c:v>
                </c:pt>
                <c:pt idx="2973">
                  <c:v>thelastgentleman4now</c:v>
                </c:pt>
                <c:pt idx="2974">
                  <c:v>the_last_exile_aka_mark</c:v>
                </c:pt>
                <c:pt idx="2975">
                  <c:v>the_last_evil_weasel</c:v>
                </c:pt>
                <c:pt idx="2976">
                  <c:v>thelargedarknipplepeople</c:v>
                </c:pt>
                <c:pt idx="2977">
                  <c:v>thelapsangsouchongeffect</c:v>
                </c:pt>
                <c:pt idx="2978">
                  <c:v>thelancasterorchestra</c:v>
                </c:pt>
                <c:pt idx="2979">
                  <c:v>thelampshaderebellion</c:v>
                </c:pt>
                <c:pt idx="2980">
                  <c:v>thelakelandfightclub</c:v>
                </c:pt>
                <c:pt idx="2981">
                  <c:v>theladiesfavorite317</c:v>
                </c:pt>
                <c:pt idx="2982">
                  <c:v>thekyleevansexperience</c:v>
                </c:pt>
                <c:pt idx="2983">
                  <c:v>thekrystalexperience</c:v>
                </c:pt>
                <c:pt idx="2984">
                  <c:v>the_koolest_dude_ever</c:v>
                </c:pt>
                <c:pt idx="2985">
                  <c:v>thekoodudeandnobodyelse</c:v>
                </c:pt>
                <c:pt idx="2986">
                  <c:v>thekobayashiorchestra</c:v>
                </c:pt>
                <c:pt idx="2987">
                  <c:v>thekobayashimaruscenario</c:v>
                </c:pt>
                <c:pt idx="2988">
                  <c:v>theknapperexperience</c:v>
                </c:pt>
                <c:pt idx="2989">
                  <c:v>thekitchenerfashionova</c:v>
                </c:pt>
                <c:pt idx="2990">
                  <c:v>thekilleveryoneproject</c:v>
                </c:pt>
                <c:pt idx="2991">
                  <c:v>thekillerpunkpenguinedith</c:v>
                </c:pt>
                <c:pt idx="2992">
                  <c:v>thekickassgeneration</c:v>
                </c:pt>
                <c:pt idx="2993">
                  <c:v>thekewlestpersonever</c:v>
                </c:pt>
                <c:pt idx="2994">
                  <c:v>the_kentucky_cowgirl</c:v>
                </c:pt>
                <c:pt idx="2995">
                  <c:v>thekensingtonexperiment</c:v>
                </c:pt>
                <c:pt idx="2996">
                  <c:v>the_keg_stand_killer</c:v>
                </c:pt>
                <c:pt idx="2997">
                  <c:v>thekebabhouseincident</c:v>
                </c:pt>
                <c:pt idx="2998">
                  <c:v>thekatenortonexperience</c:v>
                </c:pt>
                <c:pt idx="2999">
                  <c:v>thekaraokerevolution</c:v>
                </c:pt>
                <c:pt idx="3000">
                  <c:v>thejunctionclearwater</c:v>
                </c:pt>
                <c:pt idx="3001">
                  <c:v>thejugglingguitarist</c:v>
                </c:pt>
                <c:pt idx="3002">
                  <c:v>the_juggernaut_bitch2</c:v>
                </c:pt>
                <c:pt idx="3003">
                  <c:v>thejoyfullittledeadgirl</c:v>
                </c:pt>
                <c:pt idx="3004">
                  <c:v>thejoshnesscomegetsome</c:v>
                </c:pt>
                <c:pt idx="3005">
                  <c:v>thejoshexperimentalband</c:v>
                </c:pt>
                <c:pt idx="3006">
                  <c:v>the_jolly_reed_giant</c:v>
                </c:pt>
                <c:pt idx="3007">
                  <c:v>thejoeturnerproject2</c:v>
                </c:pt>
                <c:pt idx="3008">
                  <c:v>thejellybeanrebellion</c:v>
                </c:pt>
                <c:pt idx="3009">
                  <c:v>thejeffwalshexperience</c:v>
                </c:pt>
                <c:pt idx="3010">
                  <c:v>thejefftuckerextravaganza</c:v>
                </c:pt>
                <c:pt idx="3011">
                  <c:v>thejeffchamberlainband</c:v>
                </c:pt>
                <c:pt idx="3012">
                  <c:v>thejeffbarbasproject1</c:v>
                </c:pt>
                <c:pt idx="3013">
                  <c:v>thejaragonexperience</c:v>
                </c:pt>
                <c:pt idx="3014">
                  <c:v>thejakemacsecretpage</c:v>
                </c:pt>
                <c:pt idx="3015">
                  <c:v>thejacksonfunkpolice</c:v>
                </c:pt>
                <c:pt idx="3016">
                  <c:v>thejackrabbitlifestyle</c:v>
                </c:pt>
                <c:pt idx="3017">
                  <c:v>theirgivingoutfreecoffee</c:v>
                </c:pt>
                <c:pt idx="3018">
                  <c:v>theinvisiblesubmarine</c:v>
                </c:pt>
                <c:pt idx="3019">
                  <c:v>the_invisible_majority</c:v>
                </c:pt>
                <c:pt idx="3020">
                  <c:v>theinvisiblegardner198</c:v>
                </c:pt>
                <c:pt idx="3021">
                  <c:v>the_inverted_penguin</c:v>
                </c:pt>
                <c:pt idx="3022">
                  <c:v>theintoxicationstation420</c:v>
                </c:pt>
                <c:pt idx="3023">
                  <c:v>theintimidationfactor</c:v>
                </c:pt>
                <c:pt idx="3024">
                  <c:v>theinternationalplayboy</c:v>
                </c:pt>
                <c:pt idx="3025">
                  <c:v>theinternationalmusicempire</c:v>
                </c:pt>
                <c:pt idx="3026">
                  <c:v>theinternationalhiphopunion</c:v>
                </c:pt>
                <c:pt idx="3027">
                  <c:v>the_intergalactic_pimpgod</c:v>
                </c:pt>
                <c:pt idx="3028">
                  <c:v>theinterfaceincident</c:v>
                </c:pt>
                <c:pt idx="3029">
                  <c:v>theinsomniacfilmcompany</c:v>
                </c:pt>
                <c:pt idx="3030">
                  <c:v>the_insignificant_guy</c:v>
                </c:pt>
                <c:pt idx="3031">
                  <c:v>theinsanegorillanumber1</c:v>
                </c:pt>
                <c:pt idx="3032">
                  <c:v>the_innocent_bad_girl</c:v>
                </c:pt>
                <c:pt idx="3033">
                  <c:v>theinnercityskeletoncoalition</c:v>
                </c:pt>
                <c:pt idx="3034">
                  <c:v>theinformationsource</c:v>
                </c:pt>
                <c:pt idx="3035">
                  <c:v>theinfernalbaggingmachine</c:v>
                </c:pt>
                <c:pt idx="3036">
                  <c:v>theinferioritycomplex</c:v>
                </c:pt>
                <c:pt idx="3037">
                  <c:v>theinfamouspennylane</c:v>
                </c:pt>
                <c:pt idx="3038">
                  <c:v>theinfamoushaleyovercast</c:v>
                </c:pt>
                <c:pt idx="3039">
                  <c:v>theinfamousfrankwhite</c:v>
                </c:pt>
                <c:pt idx="3040">
                  <c:v>theinfamouscrazymike</c:v>
                </c:pt>
                <c:pt idx="3041">
                  <c:v>theinfamouschunkymonkey</c:v>
                </c:pt>
                <c:pt idx="3042">
                  <c:v>theinevitableindividualistpart2</c:v>
                </c:pt>
                <c:pt idx="3043">
                  <c:v>theindustrycollective</c:v>
                </c:pt>
                <c:pt idx="3044">
                  <c:v>theindependentcircle</c:v>
                </c:pt>
                <c:pt idx="3045">
                  <c:v>the_incredible_plum_</c:v>
                </c:pt>
                <c:pt idx="3046">
                  <c:v>theincrediblemeltingman</c:v>
                </c:pt>
                <c:pt idx="3047">
                  <c:v>theincrediblemeltingdan</c:v>
                </c:pt>
                <c:pt idx="3048">
                  <c:v>theincrediblejazzman</c:v>
                </c:pt>
                <c:pt idx="3049">
                  <c:v>the_incredible_god_man</c:v>
                </c:pt>
                <c:pt idx="3050">
                  <c:v>the_incredible_edible_zak</c:v>
                </c:pt>
                <c:pt idx="3051">
                  <c:v>theincredibledoctorcrab</c:v>
                </c:pt>
                <c:pt idx="3052">
                  <c:v>theincorrigiblepollyanna</c:v>
                </c:pt>
                <c:pt idx="3053">
                  <c:v>theinconspicuousclaire</c:v>
                </c:pt>
                <c:pt idx="3054">
                  <c:v>theinbornlifeless518</c:v>
                </c:pt>
                <c:pt idx="3055">
                  <c:v>theimpossibleturnover</c:v>
                </c:pt>
                <c:pt idx="3056">
                  <c:v>theimpossibleprincess</c:v>
                </c:pt>
                <c:pt idx="3057">
                  <c:v>the_immortal_emperor</c:v>
                </c:pt>
                <c:pt idx="3058">
                  <c:v>theimmaculatedecline</c:v>
                </c:pt>
                <c:pt idx="3059">
                  <c:v>theimaginaryapocalypse</c:v>
                </c:pt>
                <c:pt idx="3060">
                  <c:v>theillfavorednountrio</c:v>
                </c:pt>
                <c:pt idx="3061">
                  <c:v>the_ice_cream_man3393</c:v>
                </c:pt>
                <c:pt idx="3062">
                  <c:v>the_husband_involved</c:v>
                </c:pt>
                <c:pt idx="3063">
                  <c:v>the_human_stink_bomb</c:v>
                </c:pt>
                <c:pt idx="3064">
                  <c:v>thehumanrevolutionband</c:v>
                </c:pt>
                <c:pt idx="3065">
                  <c:v>the_human_highlight_01</c:v>
                </c:pt>
                <c:pt idx="3066">
                  <c:v>thehottestthatyouknow</c:v>
                </c:pt>
                <c:pt idx="3067">
                  <c:v>thehottestsurferaround79</c:v>
                </c:pt>
                <c:pt idx="3068">
                  <c:v>the_hottest_person_ever</c:v>
                </c:pt>
                <c:pt idx="3069">
                  <c:v>thehottestgurlaround</c:v>
                </c:pt>
                <c:pt idx="3070">
                  <c:v>the_hottest_couple_alive</c:v>
                </c:pt>
                <c:pt idx="3071">
                  <c:v>thehotguythatsnotconceded</c:v>
                </c:pt>
                <c:pt idx="3072">
                  <c:v>thehotgingerbreadwoman</c:v>
                </c:pt>
                <c:pt idx="3073">
                  <c:v>thehotcoolgreatballer</c:v>
                </c:pt>
                <c:pt idx="3074">
                  <c:v>thehotchocolatesparrow</c:v>
                </c:pt>
                <c:pt idx="3075">
                  <c:v>thehotbutteredrumpshakers</c:v>
                </c:pt>
                <c:pt idx="3076">
                  <c:v>thehoplessromantic45</c:v>
                </c:pt>
                <c:pt idx="3077">
                  <c:v>thehopewellstreetwar</c:v>
                </c:pt>
                <c:pt idx="3078">
                  <c:v>thehopelessromantic708</c:v>
                </c:pt>
                <c:pt idx="3079">
                  <c:v>thehoneycreekassembly</c:v>
                </c:pt>
                <c:pt idx="3080">
                  <c:v>theholocaustdivision</c:v>
                </c:pt>
                <c:pt idx="3081">
                  <c:v>thehollyspringsdisaster</c:v>
                </c:pt>
                <c:pt idx="3082">
                  <c:v>the_hollow_deep_within</c:v>
                </c:pt>
                <c:pt idx="3083">
                  <c:v>thehollisterwelcomecrew</c:v>
                </c:pt>
                <c:pt idx="3084">
                  <c:v>thehiphopcornerstone</c:v>
                </c:pt>
                <c:pt idx="3085">
                  <c:v>thehillbillycashrevival</c:v>
                </c:pt>
                <c:pt idx="3086">
                  <c:v>thehighyoucantsustain</c:v>
                </c:pt>
                <c:pt idx="3087">
                  <c:v>thehighway59glamrockexperience</c:v>
                </c:pt>
                <c:pt idx="3088">
                  <c:v>thehighlightwasyoursmile</c:v>
                </c:pt>
                <c:pt idx="3089">
                  <c:v>thehighgradefoundation</c:v>
                </c:pt>
                <c:pt idx="3090">
                  <c:v>thehighflyingdoublejay</c:v>
                </c:pt>
                <c:pt idx="3091">
                  <c:v>thehideoutcoffeehouse</c:v>
                </c:pt>
                <c:pt idx="3092">
                  <c:v>the_hers_tester_profile</c:v>
                </c:pt>
                <c:pt idx="3093">
                  <c:v>the_hero_that_came_2late</c:v>
                </c:pt>
                <c:pt idx="3094">
                  <c:v>thehereticangel13</c:v>
                </c:pt>
                <c:pt idx="3095">
                  <c:v>thehereseycollective</c:v>
                </c:pt>
                <c:pt idx="3096">
                  <c:v>thehelpsampsonhearmusicfund</c:v>
                </c:pt>
                <c:pt idx="3097">
                  <c:v>thehelplessobsession</c:v>
                </c:pt>
                <c:pt idx="3098">
                  <c:v>thehellboundfather</c:v>
                </c:pt>
                <c:pt idx="3099">
                  <c:v>theheavenlyhomemaker</c:v>
                </c:pt>
                <c:pt idx="3100">
                  <c:v>theheartlessdaggerfall</c:v>
                </c:pt>
                <c:pt idx="3101">
                  <c:v>theheartlesscreature</c:v>
                </c:pt>
                <c:pt idx="3102">
                  <c:v>theheartgoeshere_jackie</c:v>
                </c:pt>
                <c:pt idx="3103">
                  <c:v>the_heartbroken_poet</c:v>
                </c:pt>
                <c:pt idx="3104">
                  <c:v>theheartbreakhotelparty</c:v>
                </c:pt>
                <c:pt idx="3105">
                  <c:v>theheartbreakexpress</c:v>
                </c:pt>
                <c:pt idx="3106">
                  <c:v>the_headless_penguin</c:v>
                </c:pt>
                <c:pt idx="3107">
                  <c:v>thehavenanimalrescue</c:v>
                </c:pt>
                <c:pt idx="3108">
                  <c:v>theharmonicgenerator</c:v>
                </c:pt>
                <c:pt idx="3109">
                  <c:v>the_hardcore_punisher</c:v>
                </c:pt>
                <c:pt idx="3110">
                  <c:v>thehardcashcontroversial</c:v>
                </c:pt>
                <c:pt idx="3111">
                  <c:v>thehardcandytheorist</c:v>
                </c:pt>
                <c:pt idx="3112">
                  <c:v>the_happy_soul_slayer</c:v>
                </c:pt>
                <c:pt idx="3113">
                  <c:v>the_hamburger_hustler</c:v>
                </c:pt>
                <c:pt idx="3114">
                  <c:v>thehallelujahdarling</c:v>
                </c:pt>
                <c:pt idx="3115">
                  <c:v>thehalifaxconnection</c:v>
                </c:pt>
                <c:pt idx="3116">
                  <c:v>thehairytrashkansclan</c:v>
                </c:pt>
                <c:pt idx="3117">
                  <c:v>thehairygreylovehound</c:v>
                </c:pt>
                <c:pt idx="3118">
                  <c:v>the_habitual_line_crosser</c:v>
                </c:pt>
                <c:pt idx="3119">
                  <c:v>theguyyouknowandlove</c:v>
                </c:pt>
                <c:pt idx="3120">
                  <c:v>theguywhodidthatthere</c:v>
                </c:pt>
                <c:pt idx="3121">
                  <c:v>theguywhobroughtsexyback2</c:v>
                </c:pt>
                <c:pt idx="3122">
                  <c:v>theguythatwillmakeyoumone</c:v>
                </c:pt>
                <c:pt idx="3123">
                  <c:v>theguruandhisapprentice</c:v>
                </c:pt>
                <c:pt idx="3124">
                  <c:v>thegurlucanneverhave</c:v>
                </c:pt>
                <c:pt idx="3125">
                  <c:v>the_gurl_next_door_1</c:v>
                </c:pt>
                <c:pt idx="3126">
                  <c:v>theguitaristfromhell90</c:v>
                </c:pt>
                <c:pt idx="3127">
                  <c:v>theguitaristformerlyknown</c:v>
                </c:pt>
                <c:pt idx="3128">
                  <c:v>the_guardian_goddess</c:v>
                </c:pt>
                <c:pt idx="3129">
                  <c:v>the_guardian_dark_angel</c:v>
                </c:pt>
                <c:pt idx="3130">
                  <c:v>theguardianconstruct</c:v>
                </c:pt>
                <c:pt idx="3131">
                  <c:v>the_guardian_angel9</c:v>
                </c:pt>
                <c:pt idx="3132">
                  <c:v>thegrubbyweaselexperience</c:v>
                </c:pt>
                <c:pt idx="3133">
                  <c:v>the_grim_reaper_from_hell</c:v>
                </c:pt>
                <c:pt idx="3134">
                  <c:v>the_grim_corporation</c:v>
                </c:pt>
                <c:pt idx="3135">
                  <c:v>the.greydawnbreaking</c:v>
                </c:pt>
                <c:pt idx="3136">
                  <c:v>thegreenroommusicclub</c:v>
                </c:pt>
                <c:pt idx="3137">
                  <c:v>thegreenroom_chesterfield</c:v>
                </c:pt>
                <c:pt idx="3138">
                  <c:v>the_green_power_ranger</c:v>
                </c:pt>
                <c:pt idx="3139">
                  <c:v>thegreenloveexperiment</c:v>
                </c:pt>
                <c:pt idx="3140">
                  <c:v>the_green_eyed_blonde</c:v>
                </c:pt>
                <c:pt idx="3141">
                  <c:v>the_green_eyed_bandit</c:v>
                </c:pt>
                <c:pt idx="3142">
                  <c:v>the_green_eared_cat_alien</c:v>
                </c:pt>
                <c:pt idx="3143">
                  <c:v>thegreenchunkyhunkymonkey</c:v>
                </c:pt>
                <c:pt idx="3144">
                  <c:v>thegreenbutterproject</c:v>
                </c:pt>
                <c:pt idx="3145">
                  <c:v>thegreenbeanprophecy</c:v>
                </c:pt>
                <c:pt idx="3146">
                  <c:v>thegreedlessbandsite</c:v>
                </c:pt>
                <c:pt idx="3147">
                  <c:v>thegreatwhitehiphope</c:v>
                </c:pt>
                <c:pt idx="3148">
                  <c:v>thegreatwhiteflamingo</c:v>
                </c:pt>
                <c:pt idx="3149">
                  <c:v>the_great_white_2000</c:v>
                </c:pt>
                <c:pt idx="3150">
                  <c:v>thegreatunconformity</c:v>
                </c:pt>
                <c:pt idx="3151">
                  <c:v>the_great_ring_master</c:v>
                </c:pt>
                <c:pt idx="3152">
                  <c:v>the_great_purple_finch</c:v>
                </c:pt>
                <c:pt idx="3153">
                  <c:v>the_great_philosopher</c:v>
                </c:pt>
                <c:pt idx="3154">
                  <c:v>the_great_one_ladies</c:v>
                </c:pt>
                <c:pt idx="3155">
                  <c:v>thegreatnewjerseybearhunt</c:v>
                </c:pt>
                <c:pt idx="3156">
                  <c:v>the_great_necromancer</c:v>
                </c:pt>
                <c:pt idx="3157">
                  <c:v>thegreatmightymouselover</c:v>
                </c:pt>
                <c:pt idx="3158">
                  <c:v>thegreatmatthewwhite</c:v>
                </c:pt>
                <c:pt idx="3159">
                  <c:v>thegreatlifefoundation</c:v>
                </c:pt>
                <c:pt idx="3160">
                  <c:v>thegreatlakemusicband</c:v>
                </c:pt>
                <c:pt idx="3161">
                  <c:v>the_great_insane_one</c:v>
                </c:pt>
                <c:pt idx="3162">
                  <c:v>thegreatgoldenbaby123</c:v>
                </c:pt>
                <c:pt idx="3163">
                  <c:v>thegreatforgettingband</c:v>
                </c:pt>
                <c:pt idx="3164">
                  <c:v>thegreatfootballplaya</c:v>
                </c:pt>
                <c:pt idx="3165">
                  <c:v>thegreaterconnection</c:v>
                </c:pt>
                <c:pt idx="3166">
                  <c:v>thegreatdonjuliobluescat</c:v>
                </c:pt>
                <c:pt idx="3167">
                  <c:v>the_great_communicator</c:v>
                </c:pt>
                <c:pt idx="3168">
                  <c:v>the_great_beyond_200</c:v>
                </c:pt>
                <c:pt idx="3169">
                  <c:v>thegreatawakeningmusic</c:v>
                </c:pt>
                <c:pt idx="3170">
                  <c:v>thegreatandpowerfulfuzz</c:v>
                </c:pt>
                <c:pt idx="3171">
                  <c:v>thegreatandonlyunknown</c:v>
                </c:pt>
                <c:pt idx="3172">
                  <c:v>thegreasedupdeafguy_</c:v>
                </c:pt>
                <c:pt idx="3173">
                  <c:v>thegratefuldead4ever</c:v>
                </c:pt>
                <c:pt idx="3174">
                  <c:v>thegratedisappointment</c:v>
                </c:pt>
                <c:pt idx="3175">
                  <c:v>thegrapevineprincess</c:v>
                </c:pt>
                <c:pt idx="3176">
                  <c:v>thegrandduchessanastasia</c:v>
                </c:pt>
                <c:pt idx="3177">
                  <c:v>thegrammarianwillgetyou</c:v>
                </c:pt>
                <c:pt idx="3178">
                  <c:v>the_graham_cracker08</c:v>
                </c:pt>
                <c:pt idx="3179">
                  <c:v>thegothickillerclown</c:v>
                </c:pt>
                <c:pt idx="3180">
                  <c:v>the_gothic_architect</c:v>
                </c:pt>
                <c:pt idx="3181">
                  <c:v>thegorgeousmonstrosity</c:v>
                </c:pt>
                <c:pt idx="3182">
                  <c:v>thegoodideafoundation</c:v>
                </c:pt>
                <c:pt idx="3183">
                  <c:v>the_good_girl_next_door</c:v>
                </c:pt>
                <c:pt idx="3184">
                  <c:v>theglassonionmagazine</c:v>
                </c:pt>
                <c:pt idx="3185">
                  <c:v>thegirlwithropeforhair</c:v>
                </c:pt>
                <c:pt idx="3186">
                  <c:v>thegirlwhodoescocaine</c:v>
                </c:pt>
                <c:pt idx="3187">
                  <c:v>_thegirlthatlostyou_</c:v>
                </c:pt>
                <c:pt idx="3188">
                  <c:v>thegirlnextdoormusic</c:v>
                </c:pt>
                <c:pt idx="3189">
                  <c:v>the_girl_next_door_83</c:v>
                </c:pt>
                <c:pt idx="3190">
                  <c:v>the_girl_next_door_5</c:v>
                </c:pt>
                <c:pt idx="3191">
                  <c:v>the_girl_next_door_4</c:v>
                </c:pt>
                <c:pt idx="3192">
                  <c:v>the_girl_next_door173</c:v>
                </c:pt>
                <c:pt idx="3193">
                  <c:v>the_girl_next_door11</c:v>
                </c:pt>
                <c:pt idx="3194">
                  <c:v>the__girl__next__door</c:v>
                </c:pt>
                <c:pt idx="3195">
                  <c:v>the_girl_from_shannon</c:v>
                </c:pt>
                <c:pt idx="3196">
                  <c:v>thegirlfromouterspace</c:v>
                </c:pt>
                <c:pt idx="3197">
                  <c:v>thegirlevery1wantstob_93</c:v>
                </c:pt>
                <c:pt idx="3198">
                  <c:v>the.ginger.bread.man</c:v>
                </c:pt>
                <c:pt idx="3199">
                  <c:v>the_ginger_bread_man</c:v>
                </c:pt>
                <c:pt idx="3200">
                  <c:v>thegiantmidgetleprechaun</c:v>
                </c:pt>
                <c:pt idx="3201">
                  <c:v>thegiantfuckingspider</c:v>
                </c:pt>
                <c:pt idx="3202">
                  <c:v>theghosttowncollective</c:v>
                </c:pt>
                <c:pt idx="3203">
                  <c:v>thegetawaywasntfastenough</c:v>
                </c:pt>
                <c:pt idx="3204">
                  <c:v>thegeorgiagrahamshow</c:v>
                </c:pt>
                <c:pt idx="3205">
                  <c:v>thegentlemenssocialclub</c:v>
                </c:pt>
                <c:pt idx="3206">
                  <c:v>thegentlemensagreement</c:v>
                </c:pt>
                <c:pt idx="3207">
                  <c:v>thegentlemanhomicide</c:v>
                </c:pt>
                <c:pt idx="3208">
                  <c:v>thegenerouslatinagirl</c:v>
                </c:pt>
                <c:pt idx="3209">
                  <c:v>thegeneralsweetpants</c:v>
                </c:pt>
                <c:pt idx="3210">
                  <c:v>thegenerallyspeaking</c:v>
                </c:pt>
                <c:pt idx="3211">
                  <c:v>thegenderlessdarling</c:v>
                </c:pt>
                <c:pt idx="3212">
                  <c:v>thegazastripmovement</c:v>
                </c:pt>
                <c:pt idx="3213">
                  <c:v>thegaystraightjacket</c:v>
                </c:pt>
                <c:pt idx="3214">
                  <c:v>thegatheringlimerick</c:v>
                </c:pt>
                <c:pt idx="3215">
                  <c:v>thegatheringcommunity</c:v>
                </c:pt>
                <c:pt idx="3216">
                  <c:v>thegarybackstromband</c:v>
                </c:pt>
                <c:pt idx="3217">
                  <c:v>thegarrisonyearstreetteam</c:v>
                </c:pt>
                <c:pt idx="3218">
                  <c:v>thegabbyjayexperience</c:v>
                </c:pt>
                <c:pt idx="3219">
                  <c:v>the_future_wasnt_wrote</c:v>
                </c:pt>
                <c:pt idx="3220">
                  <c:v>the_future_was_alarming</c:v>
                </c:pt>
                <c:pt idx="3221">
                  <c:v>thefuturesportscaster</c:v>
                </c:pt>
                <c:pt idx="3222">
                  <c:v>thefurrybroadcastingcorp</c:v>
                </c:pt>
                <c:pt idx="3223">
                  <c:v>the_funny_looking_one</c:v>
                </c:pt>
                <c:pt idx="3224">
                  <c:v>the_funky_cold_medina</c:v>
                </c:pt>
                <c:pt idx="3225">
                  <c:v>thefunkrockorchestra</c:v>
                </c:pt>
                <c:pt idx="3226">
                  <c:v>thefullsizefantastic</c:v>
                </c:pt>
                <c:pt idx="3227">
                  <c:v>thefullnelsonexperience</c:v>
                </c:pt>
                <c:pt idx="3228">
                  <c:v>thefullmedicinecabinet</c:v>
                </c:pt>
                <c:pt idx="3229">
                  <c:v>the_fucking_hottest_bitch</c:v>
                </c:pt>
                <c:pt idx="3230">
                  <c:v>thefuckingcoollunchtable</c:v>
                </c:pt>
                <c:pt idx="3231">
                  <c:v>thefuckingclandestinemusicclub</c:v>
                </c:pt>
                <c:pt idx="3232">
                  <c:v>the_frontroom_profession</c:v>
                </c:pt>
                <c:pt idx="3233">
                  <c:v>thefrontroomprofession</c:v>
                </c:pt>
                <c:pt idx="3234">
                  <c:v>thefrontporchsociety</c:v>
                </c:pt>
                <c:pt idx="3235">
                  <c:v>thefrontporchmusicsociety</c:v>
                </c:pt>
                <c:pt idx="3236">
                  <c:v>thefrontporchfolkensemble</c:v>
                </c:pt>
                <c:pt idx="3237">
                  <c:v>thefromtropicswithlove</c:v>
                </c:pt>
                <c:pt idx="3238">
                  <c:v>thefriendshipfactory</c:v>
                </c:pt>
                <c:pt idx="3239">
                  <c:v>the_friendship_corner</c:v>
                </c:pt>
                <c:pt idx="3240">
                  <c:v>the_friendly_chicken</c:v>
                </c:pt>
                <c:pt idx="3241">
                  <c:v>thefriendlesssociety</c:v>
                </c:pt>
                <c:pt idx="3242">
                  <c:v>thefriendlessmonstor</c:v>
                </c:pt>
                <c:pt idx="3243">
                  <c:v>thefriedmanfamilyfortune</c:v>
                </c:pt>
                <c:pt idx="3244">
                  <c:v>thefreepicktoncampaign</c:v>
                </c:pt>
                <c:pt idx="3245">
                  <c:v>thefreakingpizzagang</c:v>
                </c:pt>
                <c:pt idx="3246">
                  <c:v>thefoundationofficial</c:v>
                </c:pt>
                <c:pt idx="3247">
                  <c:v>thefoundationcolumbus</c:v>
                </c:pt>
                <c:pt idx="3248">
                  <c:v>thefoundationatlanta</c:v>
                </c:pt>
                <c:pt idx="3249">
                  <c:v>the_former_hippieboy</c:v>
                </c:pt>
                <c:pt idx="3250">
                  <c:v>the_forgotten_writer</c:v>
                </c:pt>
                <c:pt idx="3251">
                  <c:v>theforgotteninfluence1</c:v>
                </c:pt>
                <c:pt idx="3252">
                  <c:v>theforgottenbrainchild</c:v>
                </c:pt>
                <c:pt idx="3253">
                  <c:v>the_forgotten_angel4</c:v>
                </c:pt>
                <c:pt idx="3254">
                  <c:v>theforbiddenpunkology</c:v>
                </c:pt>
                <c:pt idx="3255">
                  <c:v>TheFollowingBrightShadow</c:v>
                </c:pt>
                <c:pt idx="3256">
                  <c:v>thefollowingannouncement</c:v>
                </c:pt>
                <c:pt idx="3257">
                  <c:v>theflyingsquirrelmaster</c:v>
                </c:pt>
                <c:pt idx="3258">
                  <c:v>TheFlyingPurpleMonkey</c:v>
                </c:pt>
                <c:pt idx="3259">
                  <c:v>theflyingpenguinsown</c:v>
                </c:pt>
                <c:pt idx="3260">
                  <c:v>the_flying_dutchman_too</c:v>
                </c:pt>
                <c:pt idx="3261">
                  <c:v>the_flying_dutch_man</c:v>
                </c:pt>
                <c:pt idx="3262">
                  <c:v>the_fly___________guy</c:v>
                </c:pt>
                <c:pt idx="3263">
                  <c:v>THEFLYBOYSKEEPITPOPPIN</c:v>
                </c:pt>
                <c:pt idx="3264">
                  <c:v>thefluorescentvagina</c:v>
                </c:pt>
                <c:pt idx="3265">
                  <c:v>theflowerpowerpenguin</c:v>
                </c:pt>
                <c:pt idx="3266">
                  <c:v>the_flirtatious_princess</c:v>
                </c:pt>
                <c:pt idx="3267">
                  <c:v>theflatlinerspunkrock</c:v>
                </c:pt>
                <c:pt idx="3268">
                  <c:v>theflamingsoothsayer</c:v>
                </c:pt>
                <c:pt idx="3269">
                  <c:v>thefiveoclocksession</c:v>
                </c:pt>
                <c:pt idx="3270">
                  <c:v>the_first_sorceress_lady</c:v>
                </c:pt>
                <c:pt idx="3271">
                  <c:v>the_first_snake_charmer</c:v>
                </c:pt>
                <c:pt idx="3272">
                  <c:v>thefirecrotchexperience</c:v>
                </c:pt>
                <c:pt idx="3273">
                  <c:v>the_final_strike_band</c:v>
                </c:pt>
                <c:pt idx="3274">
                  <c:v>thefinalcloudwarrior</c:v>
                </c:pt>
                <c:pt idx="3275">
                  <c:v>thefezfeaturingwoodyallcock</c:v>
                </c:pt>
                <c:pt idx="3276">
                  <c:v>the_female_that_got_him20</c:v>
                </c:pt>
                <c:pt idx="3277">
                  <c:v>the_feathered_serpent</c:v>
                </c:pt>
                <c:pt idx="3278">
                  <c:v>thefatcontrollermustdie</c:v>
                </c:pt>
                <c:pt idx="3279">
                  <c:v>thefatbastardhimself</c:v>
                </c:pt>
                <c:pt idx="3280">
                  <c:v>thefantasticinevitable</c:v>
                </c:pt>
                <c:pt idx="3281">
                  <c:v>thefantasticcurtaincall</c:v>
                </c:pt>
                <c:pt idx="3282">
                  <c:v>thefamousundiscovered</c:v>
                </c:pt>
                <c:pt idx="3283">
                  <c:v>thefamousrachelmiller</c:v>
                </c:pt>
                <c:pt idx="3284">
                  <c:v>thefallingdarkangel</c:v>
                </c:pt>
                <c:pt idx="3285">
                  <c:v>the_fallen_crack_baby</c:v>
                </c:pt>
                <c:pt idx="3286">
                  <c:v>the_fallen_angel2232323</c:v>
                </c:pt>
                <c:pt idx="3287">
                  <c:v>thefairweatherexperience</c:v>
                </c:pt>
                <c:pt idx="3288">
                  <c:v>thefabuloustinamarie</c:v>
                </c:pt>
                <c:pt idx="3289">
                  <c:v>the_fabulous_phil_bell</c:v>
                </c:pt>
                <c:pt idx="3290">
                  <c:v>thefabulousmisschristina</c:v>
                </c:pt>
                <c:pt idx="3291">
                  <c:v>the_fabulous_jessica</c:v>
                </c:pt>
                <c:pt idx="3292">
                  <c:v>thefabulousfeedbackband</c:v>
                </c:pt>
                <c:pt idx="3293">
                  <c:v>thefabulousentourage</c:v>
                </c:pt>
                <c:pt idx="3294">
                  <c:v>theextremelygoodlookingpeople</c:v>
                </c:pt>
                <c:pt idx="3295">
                  <c:v>theextremebandgeek11</c:v>
                </c:pt>
                <c:pt idx="3296">
                  <c:v>theexplodingwhaledream</c:v>
                </c:pt>
                <c:pt idx="3297">
                  <c:v>theexplodinghearts12</c:v>
                </c:pt>
                <c:pt idx="3298">
                  <c:v>theexperimentwentwrong</c:v>
                </c:pt>
                <c:pt idx="3299">
                  <c:v>theexperimentalexperience</c:v>
                </c:pt>
                <c:pt idx="3300">
                  <c:v>theexistentialistmorning</c:v>
                </c:pt>
                <c:pt idx="3301">
                  <c:v>TheExhaustedContender</c:v>
                </c:pt>
                <c:pt idx="3302">
                  <c:v>theevolutionarynightmare</c:v>
                </c:pt>
                <c:pt idx="3303">
                  <c:v>the_evil_trio_leader</c:v>
                </c:pt>
                <c:pt idx="3304">
                  <c:v>theevilpopcornseller</c:v>
                </c:pt>
                <c:pt idx="3305">
                  <c:v>the_evil_monkey_king</c:v>
                </c:pt>
                <c:pt idx="3306">
                  <c:v>theeverilluminousone</c:v>
                </c:pt>
                <c:pt idx="3307">
                  <c:v>theeverchangingdream</c:v>
                </c:pt>
                <c:pt idx="3308">
                  <c:v>theeveninghabitstreetteam</c:v>
                </c:pt>
                <c:pt idx="3309">
                  <c:v>theeunsuspectingvictim</c:v>
                </c:pt>
                <c:pt idx="3310">
                  <c:v>theeoneandonlysarahstella</c:v>
                </c:pt>
                <c:pt idx="3311">
                  <c:v>theenlightenedbuddha</c:v>
                </c:pt>
                <c:pt idx="3312">
                  <c:v>the_enigma_incarnate</c:v>
                </c:pt>
                <c:pt idx="3313">
                  <c:v>theenergizerbunnybaby</c:v>
                </c:pt>
                <c:pt idx="3314">
                  <c:v>the_end_that_never_came</c:v>
                </c:pt>
                <c:pt idx="3315">
                  <c:v>theendlessdestruction</c:v>
                </c:pt>
                <c:pt idx="3316">
                  <c:v>the_emotional_killer</c:v>
                </c:pt>
                <c:pt idx="3317">
                  <c:v>theemeraldcityboston</c:v>
                </c:pt>
                <c:pt idx="3318">
                  <c:v>theembersarestillglowing</c:v>
                </c:pt>
                <c:pt idx="3319">
                  <c:v>theelitepartyprogram</c:v>
                </c:pt>
                <c:pt idx="3320">
                  <c:v>theelectricstarlightshowtess</c:v>
                </c:pt>
                <c:pt idx="3321">
                  <c:v>theelectricpressmusic</c:v>
                </c:pt>
                <c:pt idx="3322">
                  <c:v>theelectricexperiment</c:v>
                </c:pt>
                <c:pt idx="3323">
                  <c:v>theelectricchurchclub</c:v>
                </c:pt>
                <c:pt idx="3324">
                  <c:v>theelectricarmadillo</c:v>
                </c:pt>
                <c:pt idx="3325">
                  <c:v>thee_gorgeous_people</c:v>
                </c:pt>
                <c:pt idx="3326">
                  <c:v>the_effing_real_kristin</c:v>
                </c:pt>
                <c:pt idx="3327">
                  <c:v>theedgemorningmadhouse</c:v>
                </c:pt>
                <c:pt idx="3328">
                  <c:v>theeclecticadventure</c:v>
                </c:pt>
                <c:pt idx="3329">
                  <c:v>theeccentricphotography</c:v>
                </c:pt>
                <c:pt idx="3330">
                  <c:v>theeblackhannahmontana</c:v>
                </c:pt>
                <c:pt idx="3331">
                  <c:v>theeambervisionholocaust</c:v>
                </c:pt>
                <c:pt idx="3332">
                  <c:v>thee_adoption_agency</c:v>
                </c:pt>
                <c:pt idx="3333">
                  <c:v>thedutchessanastasia</c:v>
                </c:pt>
                <c:pt idx="3334">
                  <c:v>theduncanfamilywebsite</c:v>
                </c:pt>
                <c:pt idx="3335">
                  <c:v>thedumbestgeniusever</c:v>
                </c:pt>
                <c:pt idx="3336">
                  <c:v>theducktalesingerman</c:v>
                </c:pt>
                <c:pt idx="3337">
                  <c:v>The_drunken_master_4_life</c:v>
                </c:pt>
                <c:pt idx="3338">
                  <c:v>the_drummer_you_never_saw</c:v>
                </c:pt>
                <c:pt idx="3339">
                  <c:v>thedropshipsarecoming</c:v>
                </c:pt>
                <c:pt idx="3340">
                  <c:v>thedropkickstevenband</c:v>
                </c:pt>
                <c:pt idx="3341">
                  <c:v>thedramaqueenallgrownup</c:v>
                </c:pt>
                <c:pt idx="3342">
                  <c:v>thedotbandcollaborative</c:v>
                </c:pt>
                <c:pt idx="3343">
                  <c:v>thedonkeyheadedadversary</c:v>
                </c:pt>
                <c:pt idx="3344">
                  <c:v>the_don_entertainment</c:v>
                </c:pt>
                <c:pt idx="3345">
                  <c:v>thedollarbillproject</c:v>
                </c:pt>
                <c:pt idx="3346">
                  <c:v>thedoghouserileyband</c:v>
                </c:pt>
                <c:pt idx="3347">
                  <c:v>thedizzyroosteraustin</c:v>
                </c:pt>
                <c:pt idx="3348">
                  <c:v>thedivinityprojectband</c:v>
                </c:pt>
                <c:pt idx="3349">
                  <c:v>thedistributioncompany</c:v>
                </c:pt>
                <c:pt idx="3350">
                  <c:v>thedisenchantmentproject</c:v>
                </c:pt>
                <c:pt idx="3351">
                  <c:v>thedisconnectedspatula</c:v>
                </c:pt>
                <c:pt idx="3352">
                  <c:v>the_disastrous_beginning</c:v>
                </c:pt>
                <c:pt idx="3353">
                  <c:v>the_disappearing_boy</c:v>
                </c:pt>
                <c:pt idx="3354">
                  <c:v>thedirtylittlerockband</c:v>
                </c:pt>
                <c:pt idx="3355">
                  <c:v>thedirtyclothingcompany</c:v>
                </c:pt>
                <c:pt idx="3356">
                  <c:v>the_dirt_brown_cowboy</c:v>
                </c:pt>
                <c:pt idx="3357">
                  <c:v>thedinosaurscreamteam</c:v>
                </c:pt>
                <c:pt idx="3358">
                  <c:v>thedinnerpartyambience</c:v>
                </c:pt>
                <c:pt idx="3359">
                  <c:v>thedingdongshowmovie</c:v>
                </c:pt>
                <c:pt idx="3360">
                  <c:v>thedifferenceenginemusic</c:v>
                </c:pt>
                <c:pt idx="3361">
                  <c:v>the_diamond_princess_04</c:v>
                </c:pt>
                <c:pt idx="3362">
                  <c:v>the_diamond_princess</c:v>
                </c:pt>
                <c:pt idx="3363">
                  <c:v>the_diamond_mistress</c:v>
                </c:pt>
                <c:pt idx="3364">
                  <c:v>thedharmainitiativeband</c:v>
                </c:pt>
                <c:pt idx="3365">
                  <c:v>thedevilthinksimpretty</c:v>
                </c:pt>
                <c:pt idx="3366">
                  <c:v>thedevastatingfranco</c:v>
                </c:pt>
                <c:pt idx="3367">
                  <c:v>thedesperationproject</c:v>
                </c:pt>
                <c:pt idx="3368">
                  <c:v>thedesperatemeasurestour</c:v>
                </c:pt>
                <c:pt idx="3369">
                  <c:v>thedescriptionengine</c:v>
                </c:pt>
                <c:pt idx="3370">
                  <c:v>thedepressedfireplace</c:v>
                </c:pt>
                <c:pt idx="3371">
                  <c:v>the_demolition_lover</c:v>
                </c:pt>
                <c:pt idx="3372">
                  <c:v>thedelectablemisssarah</c:v>
                </c:pt>
                <c:pt idx="3373">
                  <c:v>the_deformed_pretty_boy</c:v>
                </c:pt>
                <c:pt idx="3374">
                  <c:v>thedaybreakexperiment</c:v>
                </c:pt>
                <c:pt idx="3375">
                  <c:v>thedarlingdepartment</c:v>
                </c:pt>
                <c:pt idx="3376">
                  <c:v>the_dark_princess_13</c:v>
                </c:pt>
                <c:pt idx="3377">
                  <c:v>the_dark_prince__kai</c:v>
                </c:pt>
                <c:pt idx="3378">
                  <c:v>thedarknesswithdeath</c:v>
                </c:pt>
                <c:pt idx="3379">
                  <c:v>the_dark_heretic_princess</c:v>
                </c:pt>
                <c:pt idx="3380">
                  <c:v>the_dark_fallen_angel</c:v>
                </c:pt>
                <c:pt idx="3381">
                  <c:v>the_dark_demon_dramaqueen</c:v>
                </c:pt>
                <c:pt idx="3382">
                  <c:v>the_dark_cully_secret</c:v>
                </c:pt>
                <c:pt idx="3383">
                  <c:v>thedannyquadmassacre</c:v>
                </c:pt>
                <c:pt idx="3384">
                  <c:v>thedangerousquietone</c:v>
                </c:pt>
                <c:pt idx="3385">
                  <c:v>thedandelionseedcompany</c:v>
                </c:pt>
                <c:pt idx="3386">
                  <c:v>the_dancing_princess</c:v>
                </c:pt>
                <c:pt idx="3387">
                  <c:v>thedamagelimitationproject</c:v>
                </c:pt>
                <c:pt idx="3388">
                  <c:v>the_dairy_queen17585</c:v>
                </c:pt>
                <c:pt idx="3389">
                  <c:v>thedailyplanetmetropolis</c:v>
                </c:pt>
                <c:pt idx="3390">
                  <c:v>the_cutting_edge_001</c:v>
                </c:pt>
                <c:pt idx="3391">
                  <c:v>thecutlassheadcharity</c:v>
                </c:pt>
                <c:pt idx="3392">
                  <c:v>thecutelittledeadgirl</c:v>
                </c:pt>
                <c:pt idx="3393">
                  <c:v>thecuriouslittledolphin</c:v>
                </c:pt>
                <c:pt idx="3394">
                  <c:v>the_cumberland_house</c:v>
                </c:pt>
                <c:pt idx="3395">
                  <c:v>thecrutchleyexperience</c:v>
                </c:pt>
                <c:pt idx="3396">
                  <c:v>thecrucialconspiracy</c:v>
                </c:pt>
                <c:pt idx="3397">
                  <c:v>the-crown-jewel-brent</c:v>
                </c:pt>
                <c:pt idx="3398">
                  <c:v>the_crippler_crawford</c:v>
                </c:pt>
                <c:pt idx="3399">
                  <c:v>the_crimson_squirrel</c:v>
                </c:pt>
                <c:pt idx="3400">
                  <c:v>thecrimsonsprocketband</c:v>
                </c:pt>
                <c:pt idx="3401">
                  <c:v>thecreativejaymarvelous</c:v>
                </c:pt>
                <c:pt idx="3402">
                  <c:v>thecreationgestationlab</c:v>
                </c:pt>
                <c:pt idx="3403">
                  <c:v>thecrazylittleperson</c:v>
                </c:pt>
                <c:pt idx="3404">
                  <c:v>the_crazy_girl_next_door</c:v>
                </c:pt>
                <c:pt idx="3405">
                  <c:v>thecrackinsideyourheart</c:v>
                </c:pt>
                <c:pt idx="3406">
                  <c:v>thecountryconnectionband</c:v>
                </c:pt>
                <c:pt idx="3407">
                  <c:v>thecounterfeitreality</c:v>
                </c:pt>
                <c:pt idx="3408">
                  <c:v>thecorporatedeathsuit</c:v>
                </c:pt>
                <c:pt idx="3409">
                  <c:v>the_corey_short_incident</c:v>
                </c:pt>
                <c:pt idx="3410">
                  <c:v>thecore_bodypiercing</c:v>
                </c:pt>
                <c:pt idx="3411">
                  <c:v>thecoolcalmcollective</c:v>
                </c:pt>
                <c:pt idx="3412">
                  <c:v>thecoolbillygoatband</c:v>
                </c:pt>
                <c:pt idx="3413">
                  <c:v>thecoolbandthatrockshard</c:v>
                </c:pt>
                <c:pt idx="3414">
                  <c:v>thecookiemonster7178</c:v>
                </c:pt>
                <c:pt idx="3415">
                  <c:v>the_cookie_monster55</c:v>
                </c:pt>
                <c:pt idx="3416">
                  <c:v>thecookiemonster1992</c:v>
                </c:pt>
                <c:pt idx="3417">
                  <c:v>thecontrast_melbourne</c:v>
                </c:pt>
                <c:pt idx="3418">
                  <c:v>thecontinentallounge</c:v>
                </c:pt>
                <c:pt idx="3419">
                  <c:v>theconsumingdarkness</c:v>
                </c:pt>
                <c:pt idx="3420">
                  <c:v>theconspiracytheorist</c:v>
                </c:pt>
                <c:pt idx="3421">
                  <c:v>theconservativebreed</c:v>
                </c:pt>
                <c:pt idx="3422">
                  <c:v>the_compulsive_mac_daddy</c:v>
                </c:pt>
                <c:pt idx="3423">
                  <c:v>thecommanderandchief</c:v>
                </c:pt>
                <c:pt idx="3424">
                  <c:v>thecolorsmusicalgroup</c:v>
                </c:pt>
                <c:pt idx="3425">
                  <c:v>thecollinsexperiment</c:v>
                </c:pt>
                <c:pt idx="3426">
                  <c:v>thecollectivemusicgroup</c:v>
                </c:pt>
                <c:pt idx="3427">
                  <c:v>thecolinharrisonproject</c:v>
                </c:pt>
                <c:pt idx="3428">
                  <c:v>thecolinandduncanshow</c:v>
                </c:pt>
                <c:pt idx="3429">
                  <c:v>thecodyblakeleyproject13</c:v>
                </c:pt>
                <c:pt idx="3430">
                  <c:v>thecobaltdeathproject</c:v>
                </c:pt>
                <c:pt idx="3431">
                  <c:v>theclockworkcrewband</c:v>
                </c:pt>
                <c:pt idx="3432">
                  <c:v>thecliffkinseyreport</c:v>
                </c:pt>
                <c:pt idx="3433">
                  <c:v>theclientsandtheirarchitect</c:v>
                </c:pt>
                <c:pt idx="3434">
                  <c:v>the_classic_heartbreaker</c:v>
                </c:pt>
                <c:pt idx="3435">
                  <c:v>theclarinetexperiment</c:v>
                </c:pt>
                <c:pt idx="3436">
                  <c:v>theclandestinefaction</c:v>
                </c:pt>
                <c:pt idx="3437">
                  <c:v>thecinnamontoastcrunchers</c:v>
                </c:pt>
                <c:pt idx="3438">
                  <c:v>thecingularjuggernaut</c:v>
                </c:pt>
                <c:pt idx="3439">
                  <c:v>thecinderellaliberty</c:v>
                </c:pt>
                <c:pt idx="3440">
                  <c:v>thechurchbandofficial</c:v>
                </c:pt>
                <c:pt idx="3441">
                  <c:v>thechurchandholyhiphop</c:v>
                </c:pt>
                <c:pt idx="3442">
                  <c:v>thechristraciproject</c:v>
                </c:pt>
                <c:pt idx="3443">
                  <c:v>thechristinaannetteproject</c:v>
                </c:pt>
                <c:pt idx="3444">
                  <c:v>thechristiancurlingcrew</c:v>
                </c:pt>
                <c:pt idx="3445">
                  <c:v>thechristiancoalition</c:v>
                </c:pt>
                <c:pt idx="3446">
                  <c:v>thechrischaosmontage</c:v>
                </c:pt>
                <c:pt idx="3447">
                  <c:v>thechrisashtonproject</c:v>
                </c:pt>
                <c:pt idx="3448">
                  <c:v>thechosen1denzelcarter</c:v>
                </c:pt>
                <c:pt idx="3449">
                  <c:v>thechocolatefireguard</c:v>
                </c:pt>
                <c:pt idx="3450">
                  <c:v>thechicagodrinkingteam</c:v>
                </c:pt>
                <c:pt idx="3451">
                  <c:v>the_chemical_romance</c:v>
                </c:pt>
                <c:pt idx="3452">
                  <c:v>thecheesenutterwithtoast</c:v>
                </c:pt>
                <c:pt idx="3453">
                  <c:v>thecheatslightswitch</c:v>
                </c:pt>
                <c:pt idx="3454">
                  <c:v>thecharmoffensiveband</c:v>
                </c:pt>
                <c:pt idx="3455">
                  <c:v>thechaostheorybandpage</c:v>
                </c:pt>
                <c:pt idx="3456">
                  <c:v>thechampionheartache</c:v>
                </c:pt>
                <c:pt idx="3457">
                  <c:v>thechamp45roadwarrior</c:v>
                </c:pt>
                <c:pt idx="3458">
                  <c:v>thechaingangbikeclub</c:v>
                </c:pt>
                <c:pt idx="3459">
                  <c:v>thecelestineprophecybook</c:v>
                </c:pt>
                <c:pt idx="3460">
                  <c:v>thecelestialstarbearer</c:v>
                </c:pt>
                <c:pt idx="3461">
                  <c:v>thecelestialpeepshow</c:v>
                </c:pt>
                <c:pt idx="3462">
                  <c:v>thecedarculturalcenter</c:v>
                </c:pt>
                <c:pt idx="3463">
                  <c:v>the_cavalier_eternal</c:v>
                </c:pt>
                <c:pt idx="3464">
                  <c:v>thecatalystprojectteam</c:v>
                </c:pt>
                <c:pt idx="3465">
                  <c:v>thecasualphotographer</c:v>
                </c:pt>
                <c:pt idx="3466">
                  <c:v>the_carrie_underwood</c:v>
                </c:pt>
                <c:pt idx="3467">
                  <c:v>thecardiovasculardisease</c:v>
                </c:pt>
                <c:pt idx="3468">
                  <c:v>thecaptainlegendaryband</c:v>
                </c:pt>
                <c:pt idx="3469">
                  <c:v>thecantonunderground</c:v>
                </c:pt>
                <c:pt idx="3470">
                  <c:v>thecannockchasepanther</c:v>
                </c:pt>
                <c:pt idx="3471">
                  <c:v>thecandylandfamilyband</c:v>
                </c:pt>
                <c:pt idx="3472">
                  <c:v>thecandlelightpavilion</c:v>
                </c:pt>
                <c:pt idx="3473">
                  <c:v>the_cambridge_school</c:v>
                </c:pt>
                <c:pt idx="3474">
                  <c:v>the_calander_hung_itself</c:v>
                </c:pt>
                <c:pt idx="3475">
                  <c:v>thecabbageexperience</c:v>
                </c:pt>
                <c:pt idx="3476">
                  <c:v>theburnloungemusicstore</c:v>
                </c:pt>
                <c:pt idx="3477">
                  <c:v>theburnedoutbasement</c:v>
                </c:pt>
                <c:pt idx="3478">
                  <c:v>thebureauentertainment</c:v>
                </c:pt>
                <c:pt idx="3479">
                  <c:v>the_brown_eyed_beauty</c:v>
                </c:pt>
                <c:pt idx="3480">
                  <c:v>thebrotherhoodlounge</c:v>
                </c:pt>
                <c:pt idx="3481">
                  <c:v>thebrotherhoodalliance</c:v>
                </c:pt>
                <c:pt idx="3482">
                  <c:v>thebrooklyngirl4life</c:v>
                </c:pt>
                <c:pt idx="3483">
                  <c:v>the_broken_hearts_club</c:v>
                </c:pt>
                <c:pt idx="3484">
                  <c:v>thebrokenheartbreaker</c:v>
                </c:pt>
                <c:pt idx="3485">
                  <c:v>thebrokendistrictband</c:v>
                </c:pt>
                <c:pt idx="3486">
                  <c:v>thebridgeclubkaraoke</c:v>
                </c:pt>
                <c:pt idx="3487">
                  <c:v>thebridestrippedbare</c:v>
                </c:pt>
                <c:pt idx="3488">
                  <c:v>the_breakfast_club_11</c:v>
                </c:pt>
                <c:pt idx="3489">
                  <c:v>thebreakdancingpenguin</c:v>
                </c:pt>
                <c:pt idx="3490">
                  <c:v>thebraveandundefeated</c:v>
                </c:pt>
                <c:pt idx="3491">
                  <c:v>thebraveandhappypilot</c:v>
                </c:pt>
                <c:pt idx="3492">
                  <c:v>thebrattytwin_sister</c:v>
                </c:pt>
                <c:pt idx="3493">
                  <c:v>thebrandonproject555</c:v>
                </c:pt>
                <c:pt idx="3494">
                  <c:v>thebrainfoodexperiment</c:v>
                </c:pt>
                <c:pt idx="3495">
                  <c:v>thebrainchildproject</c:v>
                </c:pt>
                <c:pt idx="3496">
                  <c:v>the_boy_your_looking_for</c:v>
                </c:pt>
                <c:pt idx="3497">
                  <c:v>theboundlessbeautifuldark</c:v>
                </c:pt>
                <c:pt idx="3498">
                  <c:v>thebostonmediacompany</c:v>
                </c:pt>
                <c:pt idx="3499">
                  <c:v>thebostonconservatory</c:v>
                </c:pt>
                <c:pt idx="3500">
                  <c:v>thebodyelectricproject</c:v>
                </c:pt>
                <c:pt idx="3501">
                  <c:v>the_blur_from_hell.jaw225</c:v>
                </c:pt>
                <c:pt idx="3502">
                  <c:v>theblueraspberrybastard</c:v>
                </c:pt>
                <c:pt idx="3503">
                  <c:v>the_blue_haired_girl</c:v>
                </c:pt>
                <c:pt idx="3504">
                  <c:v>thebluefigrestaurant</c:v>
                </c:pt>
                <c:pt idx="3505">
                  <c:v>thebluefairyprincess</c:v>
                </c:pt>
                <c:pt idx="3506">
                  <c:v>thebluefairymagicness</c:v>
                </c:pt>
                <c:pt idx="3507">
                  <c:v>theblueeyedidolofmillions</c:v>
                </c:pt>
                <c:pt idx="3508">
                  <c:v>the_blue_eyed_blonde</c:v>
                </c:pt>
                <c:pt idx="3509">
                  <c:v>thebluearrivaltheory</c:v>
                </c:pt>
                <c:pt idx="3510">
                  <c:v>the_bloody_hatchet_men</c:v>
                </c:pt>
                <c:pt idx="3511">
                  <c:v>the_bloody_awful_poet</c:v>
                </c:pt>
                <c:pt idx="3512">
                  <c:v>thebloodtrickleslowly</c:v>
                </c:pt>
                <c:pt idx="3513">
                  <c:v>thebloodsuckinggentlemen</c:v>
                </c:pt>
                <c:pt idx="3514">
                  <c:v>theblondenextdoor008</c:v>
                </c:pt>
                <c:pt idx="3515">
                  <c:v>the_blonde_brunette_girl</c:v>
                </c:pt>
                <c:pt idx="3516">
                  <c:v>the_blonde_brunette_8</c:v>
                </c:pt>
                <c:pt idx="3517">
                  <c:v>the_bleeding_mascara2</c:v>
                </c:pt>
                <c:pt idx="3518">
                  <c:v>thebleedingheartbakery</c:v>
                </c:pt>
                <c:pt idx="3519">
                  <c:v>theblanketforcefield</c:v>
                </c:pt>
                <c:pt idx="3520">
                  <c:v>theblackwallstreetfansite</c:v>
                </c:pt>
                <c:pt idx="3521">
                  <c:v>theblacktopmemorycollinsville</c:v>
                </c:pt>
                <c:pt idx="3522">
                  <c:v>the_black_tinkerbell</c:v>
                </c:pt>
                <c:pt idx="3523">
                  <c:v>theblacktieaffairband</c:v>
                </c:pt>
                <c:pt idx="3524">
                  <c:v>theblackstarmovement</c:v>
                </c:pt>
                <c:pt idx="3525">
                  <c:v>theblacksheepsquadron</c:v>
                </c:pt>
                <c:pt idx="3526">
                  <c:v>the_black_rose_angel</c:v>
                </c:pt>
                <c:pt idx="3527">
                  <c:v>the_black_philosopher</c:v>
                </c:pt>
                <c:pt idx="3528">
                  <c:v>the_blackout_faction</c:v>
                </c:pt>
                <c:pt idx="3529">
                  <c:v>theblacknesswillconsume</c:v>
                </c:pt>
                <c:pt idx="3530">
                  <c:v>theblackmagicretreat</c:v>
                </c:pt>
                <c:pt idx="3531">
                  <c:v>the_black_jack_tripper</c:v>
                </c:pt>
                <c:pt idx="3532">
                  <c:v>theblackelectricspace</c:v>
                </c:pt>
                <c:pt idx="3533">
                  <c:v>theblackautumncalamity</c:v>
                </c:pt>
                <c:pt idx="3534">
                  <c:v>theblackandwhitecity</c:v>
                </c:pt>
                <c:pt idx="3535">
                  <c:v>thebiweeklyworldenquirer</c:v>
                </c:pt>
                <c:pt idx="3536">
                  <c:v>the_bitch_from_hell05459</c:v>
                </c:pt>
                <c:pt idx="3537">
                  <c:v>thebilliondollardream</c:v>
                </c:pt>
                <c:pt idx="3538">
                  <c:v>the_big_yellow_sponge</c:v>
                </c:pt>
                <c:pt idx="3539">
                  <c:v>thebigmouthcaterpillar</c:v>
                </c:pt>
                <c:pt idx="3540">
                  <c:v>thebiggesttrailertrash</c:v>
                </c:pt>
                <c:pt idx="3541">
                  <c:v>thebiggesttorriefaneva</c:v>
                </c:pt>
                <c:pt idx="3542">
                  <c:v>thebiggestpotheadever</c:v>
                </c:pt>
                <c:pt idx="3543">
                  <c:v>thebiggestpothead4eva</c:v>
                </c:pt>
                <c:pt idx="3544">
                  <c:v>thebiggestposersonearth</c:v>
                </c:pt>
                <c:pt idx="3545">
                  <c:v>the_biggest_mistake_ever</c:v>
                </c:pt>
                <c:pt idx="3546">
                  <c:v>thebiggesthoeeveralive</c:v>
                </c:pt>
                <c:pt idx="3547">
                  <c:v>thebiggestdorkonearth</c:v>
                </c:pt>
                <c:pt idx="3548">
                  <c:v>thebiggerbetterbastard</c:v>
                </c:pt>
                <c:pt idx="3549">
                  <c:v>the_big_beat_commander</c:v>
                </c:pt>
                <c:pt idx="3550">
                  <c:v>the_big_bad_booty_daddy</c:v>
                </c:pt>
                <c:pt idx="3551">
                  <c:v>the_big_apple_dude2010</c:v>
                </c:pt>
                <c:pt idx="3552">
                  <c:v>the_better_music_chic</c:v>
                </c:pt>
                <c:pt idx="3553">
                  <c:v>thebethlehemabortionclinic</c:v>
                </c:pt>
                <c:pt idx="3554">
                  <c:v>thebetamaxrevolution</c:v>
                </c:pt>
                <c:pt idx="3555">
                  <c:v>the_best_white_gurl_eva</c:v>
                </c:pt>
                <c:pt idx="3556">
                  <c:v>the_best_stunner_live</c:v>
                </c:pt>
                <c:pt idx="3557">
                  <c:v>thebestskateboarderever</c:v>
                </c:pt>
                <c:pt idx="3558">
                  <c:v>the_best_singer_ever</c:v>
                </c:pt>
                <c:pt idx="3559">
                  <c:v>thebestlacrossplayeralive</c:v>
                </c:pt>
                <c:pt idx="3560">
                  <c:v>the-best-goalkeeper1</c:v>
                </c:pt>
                <c:pt idx="3561">
                  <c:v>thebestfootballplayerever</c:v>
                </c:pt>
                <c:pt idx="3562">
                  <c:v>the_best_ever_period</c:v>
                </c:pt>
                <c:pt idx="3563">
                  <c:v>the_best_baller_around</c:v>
                </c:pt>
                <c:pt idx="3564">
                  <c:v>the_best_ass_hole_ever</c:v>
                </c:pt>
                <c:pt idx="3565">
                  <c:v>the_best_amanda_you_know</c:v>
                </c:pt>
                <c:pt idx="3566">
                  <c:v>thebenedictcollegegospelchoir</c:v>
                </c:pt>
                <c:pt idx="3567">
                  <c:v>thebellwitchhaunting</c:v>
                </c:pt>
                <c:pt idx="3568">
                  <c:v>thebedroomcollection</c:v>
                </c:pt>
                <c:pt idx="3569">
                  <c:v>the_beautiful_unseen</c:v>
                </c:pt>
                <c:pt idx="3570">
                  <c:v>thebeautifulstruggle9829</c:v>
                </c:pt>
                <c:pt idx="3571">
                  <c:v>thebeautiful_struggle</c:v>
                </c:pt>
                <c:pt idx="3572">
                  <c:v>the_beautiful_stranger</c:v>
                </c:pt>
                <c:pt idx="3573">
                  <c:v>the_beautifulpeople_</c:v>
                </c:pt>
                <c:pt idx="3574">
                  <c:v>the_beautiful_people_</c:v>
                </c:pt>
                <c:pt idx="3575">
                  <c:v>thebeautifuloblivion</c:v>
                </c:pt>
                <c:pt idx="3576">
                  <c:v>thebeautifulneverhurry</c:v>
                </c:pt>
                <c:pt idx="3577">
                  <c:v>thebeautifulmistake2</c:v>
                </c:pt>
                <c:pt idx="3578">
                  <c:v>thebeautifulexperience</c:v>
                </c:pt>
                <c:pt idx="3579">
                  <c:v>thebeautifuldisasterpage</c:v>
                </c:pt>
                <c:pt idx="3580">
                  <c:v>thebeatingheartsyeah</c:v>
                </c:pt>
                <c:pt idx="3581">
                  <c:v>thebeastishereandnow</c:v>
                </c:pt>
                <c:pt idx="3582">
                  <c:v>thebattlefield2penguin</c:v>
                </c:pt>
                <c:pt idx="3583">
                  <c:v>thebastardshavelanded</c:v>
                </c:pt>
                <c:pt idx="3584">
                  <c:v>thebastardchildmusic</c:v>
                </c:pt>
                <c:pt idx="3585">
                  <c:v>thebasketweavingclub</c:v>
                </c:pt>
                <c:pt idx="3586">
                  <c:v>thebasementcollective</c:v>
                </c:pt>
                <c:pt idx="3587">
                  <c:v>the_baseball_hottie_09</c:v>
                </c:pt>
                <c:pt idx="3588">
                  <c:v>the_baroness_gothicheart</c:v>
                </c:pt>
                <c:pt idx="3589">
                  <c:v>thebarneypenguinedith</c:v>
                </c:pt>
                <c:pt idx="3590">
                  <c:v>the_barefoot_contessa</c:v>
                </c:pt>
                <c:pt idx="3591">
                  <c:v>thebarbarianformerlyknownasconnor</c:v>
                </c:pt>
                <c:pt idx="3592">
                  <c:v>thebandwhowasntthere</c:v>
                </c:pt>
                <c:pt idx="3593">
                  <c:v>the_band_accident_prone</c:v>
                </c:pt>
                <c:pt idx="3594">
                  <c:v>the_banana_adventure</c:v>
                </c:pt>
                <c:pt idx="3595">
                  <c:v>theballroommassacremusic</c:v>
                </c:pt>
                <c:pt idx="3596">
                  <c:v>the_badass_bitch_ever</c:v>
                </c:pt>
                <c:pt idx="3597">
                  <c:v>the_awesomeness_herself</c:v>
                </c:pt>
                <c:pt idx="3598">
                  <c:v>theauthenticblackice</c:v>
                </c:pt>
                <c:pt idx="3599">
                  <c:v>theauralalchemistmusic</c:v>
                </c:pt>
                <c:pt idx="3600">
                  <c:v>theauctionhousescandal</c:v>
                </c:pt>
                <c:pt idx="3601">
                  <c:v>theattackplancobourg</c:v>
                </c:pt>
                <c:pt idx="3602">
                  <c:v>theatrelightdesigner</c:v>
                </c:pt>
                <c:pt idx="3603">
                  <c:v>theatreclassflatline</c:v>
                </c:pt>
                <c:pt idx="3604">
                  <c:v>theashleydancerfanclub</c:v>
                </c:pt>
                <c:pt idx="3605">
                  <c:v>theartificialremorse</c:v>
                </c:pt>
                <c:pt idx="3606">
                  <c:v>thearlingtonpointmassacre</c:v>
                </c:pt>
                <c:pt idx="3607">
                  <c:v>the_aristocratic_assassin</c:v>
                </c:pt>
                <c:pt idx="3608">
                  <c:v>theargumentativecuecumber</c:v>
                </c:pt>
                <c:pt idx="3609">
                  <c:v>thearchangelgrievous</c:v>
                </c:pt>
                <c:pt idx="3610">
                  <c:v>the_arcanum_experiment</c:v>
                </c:pt>
                <c:pt idx="3611">
                  <c:v>theaquariumwarehouse</c:v>
                </c:pt>
                <c:pt idx="3612">
                  <c:v>theapostolicgentleman</c:v>
                </c:pt>
                <c:pt idx="3613">
                  <c:v>the_apartment_lounge</c:v>
                </c:pt>
                <c:pt idx="3614">
                  <c:v>theanswersimwaitingfor</c:v>
                </c:pt>
                <c:pt idx="3615">
                  <c:v>theanonymouspunkbastard</c:v>
                </c:pt>
                <c:pt idx="3616">
                  <c:v>theanonymouscharacter</c:v>
                </c:pt>
                <c:pt idx="3617">
                  <c:v>the_anonymous_caller</c:v>
                </c:pt>
                <c:pt idx="3618">
                  <c:v>the_animal_sanctuary</c:v>
                </c:pt>
                <c:pt idx="3619">
                  <c:v>theanimal19version2</c:v>
                </c:pt>
                <c:pt idx="3620">
                  <c:v>theangryteenshittingsquad</c:v>
                </c:pt>
                <c:pt idx="3621">
                  <c:v>theangelbenolosingers</c:v>
                </c:pt>
                <c:pt idx="3622">
                  <c:v>theandyfellexperience</c:v>
                </c:pt>
                <c:pt idx="3623">
                  <c:v>theancientcheesegarageorchestra</c:v>
                </c:pt>
                <c:pt idx="3624">
                  <c:v>theanatomicalsnuffbox</c:v>
                </c:pt>
                <c:pt idx="3625">
                  <c:v>the_analogue_revolution</c:v>
                </c:pt>
                <c:pt idx="3626">
                  <c:v>theamityvilletoaster</c:v>
                </c:pt>
                <c:pt idx="3627">
                  <c:v>theamherstcoffeehouse</c:v>
                </c:pt>
                <c:pt idx="3628">
                  <c:v>theamazingwhiplashfamily</c:v>
                </c:pt>
                <c:pt idx="3629">
                  <c:v>the_amazing_spider_sam</c:v>
                </c:pt>
                <c:pt idx="3630">
                  <c:v>the_amazing_kim_berry</c:v>
                </c:pt>
                <c:pt idx="3631">
                  <c:v>theamazinggoldeneagle</c:v>
                </c:pt>
                <c:pt idx="3632">
                  <c:v>theamazinggatekeeper</c:v>
                </c:pt>
                <c:pt idx="3633">
                  <c:v>theamazingflyingmattress</c:v>
                </c:pt>
                <c:pt idx="3634">
                  <c:v>the_amazing_daredevil</c:v>
                </c:pt>
                <c:pt idx="3635">
                  <c:v>theamazingbeauregard</c:v>
                </c:pt>
                <c:pt idx="3636">
                  <c:v>thealwaysfabulousjazzy</c:v>
                </c:pt>
                <c:pt idx="3637">
                  <c:v>thealternativereality</c:v>
                </c:pt>
                <c:pt idx="3638">
                  <c:v>the_alpha_and_omega7</c:v>
                </c:pt>
                <c:pt idx="3639">
                  <c:v>thealmightything1990</c:v>
                </c:pt>
                <c:pt idx="3640">
                  <c:v>thealmightyqueenkathy</c:v>
                </c:pt>
                <c:pt idx="3641">
                  <c:v>the_almighty_jam_man</c:v>
                </c:pt>
                <c:pt idx="3642">
                  <c:v>thealmightyjaguarspirit</c:v>
                </c:pt>
                <c:pt idx="3643">
                  <c:v>thealmightyfirecrotch</c:v>
                </c:pt>
                <c:pt idx="3644">
                  <c:v>thealmightydrunkenone</c:v>
                </c:pt>
                <c:pt idx="3645">
                  <c:v>thealmightydairyqueen</c:v>
                </c:pt>
                <c:pt idx="3646">
                  <c:v>the_almighty_carnage</c:v>
                </c:pt>
                <c:pt idx="3647">
                  <c:v>thealliancephilanthropy</c:v>
                </c:pt>
                <c:pt idx="3648">
                  <c:v>the_all_connected_one</c:v>
                </c:pt>
                <c:pt idx="3649">
                  <c:v>thealkaptonuriasociety</c:v>
                </c:pt>
                <c:pt idx="3650">
                  <c:v>the_alkaline_soloist</c:v>
                </c:pt>
                <c:pt idx="3651">
                  <c:v>thealiensarecoming2010</c:v>
                </c:pt>
                <c:pt idx="3652">
                  <c:v>thealabasterboxmagazine</c:v>
                </c:pt>
                <c:pt idx="3653">
                  <c:v>the_alabastard_dragon</c:v>
                </c:pt>
                <c:pt idx="3654">
                  <c:v>theaestheticmemorandum</c:v>
                </c:pt>
                <c:pt idx="3655">
                  <c:v>theadventurercantfly</c:v>
                </c:pt>
                <c:pt idx="3656">
                  <c:v>the_add_page_official</c:v>
                </c:pt>
                <c:pt idx="3657">
                  <c:v>theacousticprojectlive</c:v>
                </c:pt>
                <c:pt idx="3658">
                  <c:v>theaccountantcollapse</c:v>
                </c:pt>
                <c:pt idx="3659">
                  <c:v>theacademystreetteam</c:v>
                </c:pt>
                <c:pt idx="3660">
                  <c:v>theabsoluteexperience</c:v>
                </c:pt>
                <c:pt idx="3661">
                  <c:v>theabsolutebestperiod</c:v>
                </c:pt>
                <c:pt idx="3662">
                  <c:v>the_absinthe_experience</c:v>
                </c:pt>
                <c:pt idx="3663">
                  <c:v>theabominableshowmen</c:v>
                </c:pt>
                <c:pt idx="3664">
                  <c:v>theabominabledoctorphibes</c:v>
                </c:pt>
                <c:pt idx="3665">
                  <c:v>the_abdominal_snowman</c:v>
                </c:pt>
                <c:pt idx="3666">
                  <c:v>the9milliondollarman</c:v>
                </c:pt>
                <c:pt idx="3667">
                  <c:v>the5one4and5only2julio</c:v>
                </c:pt>
                <c:pt idx="3668">
                  <c:v>the559houseshowpromoter</c:v>
                </c:pt>
                <c:pt idx="3669">
                  <c:v>the50foottallmusicmakingmorganmonster</c:v>
                </c:pt>
                <c:pt idx="3670">
                  <c:v>the40yearoldvirginmary</c:v>
                </c:pt>
                <c:pt idx="3671">
                  <c:v>the3mileislandaccident</c:v>
                </c:pt>
                <c:pt idx="3672">
                  <c:v>the_1_that_got_away_</c:v>
                </c:pt>
                <c:pt idx="3673">
                  <c:v>the1nonlyprincess011</c:v>
                </c:pt>
                <c:pt idx="3674">
                  <c:v>the1nonlyplayboybunny9</c:v>
                </c:pt>
                <c:pt idx="3675">
                  <c:v>the1nonlymelissamoore</c:v>
                </c:pt>
                <c:pt idx="3676">
                  <c:v>the1nonlykaylaelizabeth</c:v>
                </c:pt>
                <c:pt idx="3677">
                  <c:v>the1_and_only_vicstar</c:v>
                </c:pt>
                <c:pt idx="3678">
                  <c:v>the1andonlysoccerplayer</c:v>
                </c:pt>
                <c:pt idx="3679">
                  <c:v>the1andonlyshortcake</c:v>
                </c:pt>
                <c:pt idx="3680">
                  <c:v>the_1_and_only_shaybaby</c:v>
                </c:pt>
                <c:pt idx="3681">
                  <c:v>the_1_and_only_sharky</c:v>
                </c:pt>
                <c:pt idx="3682">
                  <c:v>the1andonlyrebelfury</c:v>
                </c:pt>
                <c:pt idx="3683">
                  <c:v>the_1_and_only_pussycat</c:v>
                </c:pt>
                <c:pt idx="3684">
                  <c:v>the1andonlypartystarter</c:v>
                </c:pt>
                <c:pt idx="3685">
                  <c:v>the1andonlymissjulie</c:v>
                </c:pt>
                <c:pt idx="3686">
                  <c:v>the1andonlymissblair</c:v>
                </c:pt>
                <c:pt idx="3687">
                  <c:v>the_1_and_only_miranda</c:v>
                </c:pt>
                <c:pt idx="3688">
                  <c:v>the1andonlykissablecutie</c:v>
                </c:pt>
                <c:pt idx="3689">
                  <c:v>the_1_and_only_kalinda</c:v>
                </c:pt>
                <c:pt idx="3690">
                  <c:v>the_1and_only_jessica</c:v>
                </c:pt>
                <c:pt idx="3691">
                  <c:v>the_1_and_only_ginabrown</c:v>
                </c:pt>
                <c:pt idx="3692">
                  <c:v>the1andonlygermanpenguin</c:v>
                </c:pt>
                <c:pt idx="3693">
                  <c:v>the1andonlygatekeeper</c:v>
                </c:pt>
                <c:pt idx="3694">
                  <c:v>the1andonlydallascowgirl</c:v>
                </c:pt>
                <c:pt idx="3695">
                  <c:v>the1andonlychrissythrower</c:v>
                </c:pt>
                <c:pt idx="3696">
                  <c:v>the1andonlycandyangel</c:v>
                </c:pt>
                <c:pt idx="3697">
                  <c:v>the_1_and_only_bobby</c:v>
                </c:pt>
                <c:pt idx="3698">
                  <c:v>the1andonlyangelbaby</c:v>
                </c:pt>
                <c:pt idx="3699">
                  <c:v>The1andOnly_AlexStarr</c:v>
                </c:pt>
                <c:pt idx="3700">
                  <c:v>thawinterfreshsupplier</c:v>
                </c:pt>
                <c:pt idx="3701">
                  <c:v>thatwhitegirlcandance</c:v>
                </c:pt>
                <c:pt idx="3702">
                  <c:v>thatwhitechickmelissa</c:v>
                </c:pt>
                <c:pt idx="3703">
                  <c:v>thatwasperfectdoitagain</c:v>
                </c:pt>
                <c:pt idx="3704">
                  <c:v>thatwasalmostpointless</c:v>
                </c:pt>
                <c:pt idx="3705">
                  <c:v>that_volleyball_chick</c:v>
                </c:pt>
                <c:pt idx="3706">
                  <c:v>thatthickphillychick</c:v>
                </c:pt>
                <c:pt idx="3707">
                  <c:v>thatsyourproblemnotmine</c:v>
                </c:pt>
                <c:pt idx="3708">
                  <c:v>thatswhatyousaidlasttime</c:v>
                </c:pt>
                <c:pt idx="3709">
                  <c:v>thatswhatyourdadsaid</c:v>
                </c:pt>
                <c:pt idx="3710">
                  <c:v>thatstraightedgeloser</c:v>
                </c:pt>
                <c:pt idx="3711">
                  <c:v>thatstotallyawesomeman</c:v>
                </c:pt>
                <c:pt idx="3712">
                  <c:v>thats_the_allie_hotness</c:v>
                </c:pt>
                <c:pt idx="3713">
                  <c:v>thatsrightsoulsister</c:v>
                </c:pt>
                <c:pt idx="3714">
                  <c:v>thats_right_its_andy</c:v>
                </c:pt>
                <c:pt idx="3715">
                  <c:v>thatspecialmonkeyhug</c:v>
                </c:pt>
                <c:pt idx="3716">
                  <c:v>thatskaterguyyouknow</c:v>
                </c:pt>
                <c:pt idx="3717">
                  <c:v>thatsjustwordsputtogether</c:v>
                </c:pt>
                <c:pt idx="3718">
                  <c:v>thats_just_another_lie</c:v>
                </c:pt>
                <c:pt idx="3719">
                  <c:v>thats_freaking_sweet</c:v>
                </c:pt>
                <c:pt idx="3720">
                  <c:v>thatsfreakingawesome</c:v>
                </c:pt>
                <c:pt idx="3721">
                  <c:v>thatscoolfortwentyone</c:v>
                </c:pt>
                <c:pt idx="3722">
                  <c:v>that_savage_from_new_york</c:v>
                </c:pt>
                <c:pt idx="3723">
                  <c:v>that_sassy_girl_shayla</c:v>
                </c:pt>
                <c:pt idx="3724">
                  <c:v>thatsassyassnewyorker</c:v>
                </c:pt>
                <c:pt idx="3725">
                  <c:v>that_sarah_riley_girl</c:v>
                </c:pt>
                <c:pt idx="3726">
                  <c:v>that_one_rocker_chick92</c:v>
                </c:pt>
                <c:pt idx="3727">
                  <c:v>that_one_gurl_felicia</c:v>
                </c:pt>
                <c:pt idx="3728">
                  <c:v>that_onegirl_melissa</c:v>
                </c:pt>
                <c:pt idx="3729">
                  <c:v>that_one_girl_annette</c:v>
                </c:pt>
                <c:pt idx="3730">
                  <c:v>that_one_faint_voice</c:v>
                </c:pt>
                <c:pt idx="3731">
                  <c:v>that_one_chick_jessica</c:v>
                </c:pt>
                <c:pt idx="3732">
                  <c:v>that_one_average_girl</c:v>
                </c:pt>
                <c:pt idx="3733">
                  <c:v>thatoldromanticfeeling</c:v>
                </c:pt>
                <c:pt idx="3734">
                  <c:v>that_old_familiar_sting</c:v>
                </c:pt>
                <c:pt idx="3735">
                  <c:v>thatofficialmodelbitch</c:v>
                </c:pt>
                <c:pt idx="3736">
                  <c:v>that_nawlins_boy_jay</c:v>
                </c:pt>
                <c:pt idx="3737">
                  <c:v>that_most_infamous_chick</c:v>
                </c:pt>
                <c:pt idx="3738">
                  <c:v>thatlittle_fluffy_whore</c:v>
                </c:pt>
                <c:pt idx="3739">
                  <c:v>thatlightskinteddude</c:v>
                </c:pt>
                <c:pt idx="3740">
                  <c:v>THAT_LIGHTSKINNED_GUY</c:v>
                </c:pt>
                <c:pt idx="3741">
                  <c:v>thatladfromtheothernight</c:v>
                </c:pt>
                <c:pt idx="3742">
                  <c:v>that_jackass_metal_head</c:v>
                </c:pt>
                <c:pt idx="3743">
                  <c:v>thathollisterguylance</c:v>
                </c:pt>
                <c:pt idx="3744">
                  <c:v>thatguyyoudreamabout</c:v>
                </c:pt>
                <c:pt idx="3745">
                  <c:v>thatguywiththeweirdname</c:v>
                </c:pt>
                <c:pt idx="3746">
                  <c:v>thatguywiththechinkcar</c:v>
                </c:pt>
                <c:pt idx="3747">
                  <c:v>thatfatguywithglasses</c:v>
                </c:pt>
                <c:pt idx="3748">
                  <c:v>thatfatgirlchristina</c:v>
                </c:pt>
                <c:pt idx="3749">
                  <c:v>that_dude_with_big_hair</c:v>
                </c:pt>
                <c:pt idx="3750">
                  <c:v>ThatdudefromtheSquad</c:v>
                </c:pt>
                <c:pt idx="3751">
                  <c:v>that_dude_from_school</c:v>
                </c:pt>
                <c:pt idx="3752">
                  <c:v>that_cute_lil_wilk_gurl</c:v>
                </c:pt>
                <c:pt idx="3753">
                  <c:v>that_crazy_cute_chick</c:v>
                </c:pt>
                <c:pt idx="3754">
                  <c:v>that_crazy_blonde_girl</c:v>
                </c:pt>
                <c:pt idx="3755">
                  <c:v>that_chocolate_chick1</c:v>
                </c:pt>
                <c:pt idx="3756">
                  <c:v>that_chick_next_door08</c:v>
                </c:pt>
                <c:pt idx="3757">
                  <c:v>that_brunette_girl417</c:v>
                </c:pt>
                <c:pt idx="3758">
                  <c:v>that_boy_needs_therapy_</c:v>
                </c:pt>
                <c:pt idx="3759">
                  <c:v>thatboygotstretchypants</c:v>
                </c:pt>
                <c:pt idx="3760">
                  <c:v>thatbottlesoutherncomfort</c:v>
                </c:pt>
                <c:pt idx="3761">
                  <c:v>thatbitchwiththegreen</c:v>
                </c:pt>
                <c:pt idx="3762">
                  <c:v>thatancientmystictrinity</c:v>
                </c:pt>
                <c:pt idx="3763">
                  <c:v>thatace_perfectionist</c:v>
                </c:pt>
                <c:pt idx="3764">
                  <c:v>that_1_guy_you_might_know</c:v>
                </c:pt>
                <c:pt idx="3765">
                  <c:v>that1dudewiththeweed420</c:v>
                </c:pt>
                <c:pt idx="3766">
                  <c:v>that1andonlybitchcrystal</c:v>
                </c:pt>
                <c:pt idx="3767">
                  <c:v>tha_real_sirmarksalot</c:v>
                </c:pt>
                <c:pt idx="3768">
                  <c:v>tha_realest_3six_goon</c:v>
                </c:pt>
                <c:pt idx="3769">
                  <c:v>thaonlyoneyoudreamabout</c:v>
                </c:pt>
                <c:pt idx="3770">
                  <c:v>tha_only_diamond_princess</c:v>
                </c:pt>
                <c:pt idx="3771">
                  <c:v>tha_one_you_love_2_hate</c:v>
                </c:pt>
                <c:pt idx="3772">
                  <c:v>tha_one_and_only_pimp39</c:v>
                </c:pt>
                <c:pt idx="3773">
                  <c:v>tha_one_and_only__heather</c:v>
                </c:pt>
                <c:pt idx="3774">
                  <c:v>tha_one_and_only_cris</c:v>
                </c:pt>
                <c:pt idx="3775">
                  <c:v>thankyougodformylife</c:v>
                </c:pt>
                <c:pt idx="3776">
                  <c:v>thank_you_for_smoking</c:v>
                </c:pt>
                <c:pt idx="3777">
                  <c:v>_thank_you_come_again_</c:v>
                </c:pt>
                <c:pt idx="3778">
                  <c:v>thanks_for_the_candy</c:v>
                </c:pt>
                <c:pt idx="3779">
                  <c:v>thanksfornothing1223</c:v>
                </c:pt>
                <c:pt idx="3780">
                  <c:v>thanksformyspacekate</c:v>
                </c:pt>
                <c:pt idx="3781">
                  <c:v>thanks_for_everything</c:v>
                </c:pt>
                <c:pt idx="3782">
                  <c:v>thank_god_they_are_grown</c:v>
                </c:pt>
                <c:pt idx="3783">
                  <c:v>thankgod4marchmadness</c:v>
                </c:pt>
                <c:pt idx="3784">
                  <c:v>tha_moss_point_native_05</c:v>
                </c:pt>
                <c:pt idx="3785">
                  <c:v>tha_mean_green_machine</c:v>
                </c:pt>
                <c:pt idx="3786">
                  <c:v>thalliumatomicnumber81</c:v>
                </c:pt>
                <c:pt idx="3787">
                  <c:v>thaliamassagetherapist</c:v>
                </c:pt>
                <c:pt idx="3788">
                  <c:v>tha_infamous_fat_tony</c:v>
                </c:pt>
                <c:pt idx="3789">
                  <c:v>thagardenentertainment</c:v>
                </c:pt>
                <c:pt idx="3790">
                  <c:v>thafinestoutcashville</c:v>
                </c:pt>
                <c:pt idx="3791">
                  <c:v>tha_dumbout_humancrack</c:v>
                </c:pt>
                <c:pt idx="3792">
                  <c:v>thadistrictofficialpage</c:v>
                </c:pt>
                <c:pt idx="3793">
                  <c:v>tha_diamond_dutchess</c:v>
                </c:pt>
                <c:pt idx="3794">
                  <c:v>thabrownskinnedbeauty</c:v>
                </c:pt>
                <c:pt idx="3795">
                  <c:v>tha_best_thing_flowing</c:v>
                </c:pt>
                <c:pt idx="3796">
                  <c:v>tha_beautiful_samara</c:v>
                </c:pt>
                <c:pt idx="3797">
                  <c:v>thabadguy_icebergslim</c:v>
                </c:pt>
                <c:pt idx="3798">
                  <c:v>tha1andonlykirsti_01</c:v>
                </c:pt>
                <c:pt idx="3799">
                  <c:v>tha1andonlyjitterbug</c:v>
                </c:pt>
                <c:pt idx="3800">
                  <c:v>testtubehybridmonkey</c:v>
                </c:pt>
                <c:pt idx="3801">
                  <c:v>testingwalkerofficial</c:v>
                </c:pt>
                <c:pt idx="3802">
                  <c:v>testinglayoutnumber1</c:v>
                </c:pt>
                <c:pt idx="3803">
                  <c:v>tester_for_loserface</c:v>
                </c:pt>
                <c:pt idx="3804">
                  <c:v>terrywarrenphotography</c:v>
                </c:pt>
                <c:pt idx="3805">
                  <c:v>terrynumberonesinger</c:v>
                </c:pt>
                <c:pt idx="3806">
                  <c:v>terri_slow_smooth_burn70</c:v>
                </c:pt>
                <c:pt idx="3807">
                  <c:v>terrimilliondollarbaby</c:v>
                </c:pt>
                <c:pt idx="3808">
                  <c:v>terriblyinterestingperson</c:v>
                </c:pt>
                <c:pt idx="3809">
                  <c:v>terrible_thunder_lizard</c:v>
                </c:pt>
                <c:pt idx="3810">
                  <c:v>terribleanimaltesting</c:v>
                </c:pt>
                <c:pt idx="3811">
                  <c:v>terpfireinvestigator</c:v>
                </c:pt>
                <c:pt idx="3812">
                  <c:v>termlifeagencybuilder</c:v>
                </c:pt>
                <c:pt idx="3813">
                  <c:v>terminalrelapsemusic</c:v>
                </c:pt>
                <c:pt idx="3814">
                  <c:v>teresawasalreadytaken</c:v>
                </c:pt>
                <c:pt idx="3815">
                  <c:v>teresanicolephotography</c:v>
                </c:pt>
                <c:pt idx="3816">
                  <c:v>tenthousandmarblesplease</c:v>
                </c:pt>
                <c:pt idx="3817">
                  <c:v>tentativesoundproject</c:v>
                </c:pt>
                <c:pt idx="3818">
                  <c:v>tennis_softball_gurl</c:v>
                </c:pt>
                <c:pt idx="3819">
                  <c:v>tenminutestilltomorrow</c:v>
                </c:pt>
                <c:pt idx="3820">
                  <c:v>tenderloveandsuicide</c:v>
                </c:pt>
                <c:pt idx="3821">
                  <c:v>tenderdeadheadhippie</c:v>
                </c:pt>
                <c:pt idx="3822">
                  <c:v>tena_iselin_smallwood</c:v>
                </c:pt>
                <c:pt idx="3823">
                  <c:v>tenacious_ween_priest</c:v>
                </c:pt>
                <c:pt idx="3824">
                  <c:v>tenacious_volleygirl</c:v>
                </c:pt>
                <c:pt idx="3825">
                  <c:v>temporaryplaceholderwoo</c:v>
                </c:pt>
                <c:pt idx="3826">
                  <c:v>temperhypermanagement</c:v>
                </c:pt>
                <c:pt idx="3827">
                  <c:v>tell_yourself_you_can</c:v>
                </c:pt>
                <c:pt idx="3828">
                  <c:v>tellingtimewithoutawatch</c:v>
                </c:pt>
                <c:pt idx="3829">
                  <c:v>telferandbrownexperience</c:v>
                </c:pt>
                <c:pt idx="3830">
                  <c:v>telekineticmindfreak</c:v>
                </c:pt>
                <c:pt idx="3831">
                  <c:v>telegraphfreakmagnet</c:v>
                </c:pt>
                <c:pt idx="3832">
                  <c:v>teeny_tiny_pixie_queen</c:v>
                </c:pt>
                <c:pt idx="3833">
                  <c:v>teenworldspirituality</c:v>
                </c:pt>
                <c:pt idx="3834">
                  <c:v>teenworlddoityourself</c:v>
                </c:pt>
                <c:pt idx="3835">
                  <c:v>teen_titans_starfire</c:v>
                </c:pt>
                <c:pt idx="3836">
                  <c:v>teenscreatingtomorrow</c:v>
                </c:pt>
                <c:pt idx="3837">
                  <c:v>teensagainsttermination</c:v>
                </c:pt>
                <c:pt idx="3838">
                  <c:v>teenjusticeinitiative</c:v>
                </c:pt>
                <c:pt idx="3839">
                  <c:v>teenheartbeatingfaster</c:v>
                </c:pt>
                <c:pt idx="3840">
                  <c:v>teenagezombie_saint13</c:v>
                </c:pt>
                <c:pt idx="3841">
                  <c:v>teenagesweetheartclothing</c:v>
                </c:pt>
                <c:pt idx="3842">
                  <c:v>teenage_scream_queen</c:v>
                </c:pt>
                <c:pt idx="3843">
                  <c:v>teenagekicksandchivalry</c:v>
                </c:pt>
                <c:pt idx="3844">
                  <c:v>teenage_face_melters</c:v>
                </c:pt>
                <c:pt idx="3845">
                  <c:v>teenagedramaqueen359</c:v>
                </c:pt>
                <c:pt idx="3846">
                  <c:v>teen_advice_gurl_101</c:v>
                </c:pt>
                <c:pt idx="3847">
                  <c:v>tediouslytrackingtony</c:v>
                </c:pt>
                <c:pt idx="3848">
                  <c:v>teddybear_starbright</c:v>
                </c:pt>
                <c:pt idx="3849">
                  <c:v>teddybearcannibalmassacre</c:v>
                </c:pt>
                <c:pt idx="3850">
                  <c:v>tecnology_94_angel_mobile</c:v>
                </c:pt>
                <c:pt idx="3851">
                  <c:v>technologyleadgenerator</c:v>
                </c:pt>
                <c:pt idx="3852">
                  <c:v>teazer172001jesssilva</c:v>
                </c:pt>
                <c:pt idx="3853">
                  <c:v>teasing_not_pleasing79</c:v>
                </c:pt>
                <c:pt idx="3854">
                  <c:v>_tearsofafallenangel_</c:v>
                </c:pt>
                <c:pt idx="3855">
                  <c:v>tearsofadarkangel113</c:v>
                </c:pt>
                <c:pt idx="3856">
                  <c:v>tearsofablackwingedangel</c:v>
                </c:pt>
                <c:pt idx="3857">
                  <c:v>teanheartsbeatingfaster</c:v>
                </c:pt>
                <c:pt idx="3858">
                  <c:v>teamwonderfrienddesign</c:v>
                </c:pt>
                <c:pt idx="3859">
                  <c:v>teamvelocitypaintball</c:v>
                </c:pt>
                <c:pt idx="3860">
                  <c:v>teamsyndicateraceing</c:v>
                </c:pt>
                <c:pt idx="3861">
                  <c:v>teamstreetcarperformance</c:v>
                </c:pt>
                <c:pt idx="3862">
                  <c:v>teamshutdownpaintball</c:v>
                </c:pt>
                <c:pt idx="3863">
                  <c:v>teamredlineaddiction</c:v>
                </c:pt>
                <c:pt idx="3864">
                  <c:v>teamnorthentertainment</c:v>
                </c:pt>
                <c:pt idx="3865">
                  <c:v>teamnancymembersonly</c:v>
                </c:pt>
                <c:pt idx="3866">
                  <c:v>teameffectentertainment</c:v>
                </c:pt>
                <c:pt idx="3867">
                  <c:v>teameastbrookclothing</c:v>
                </c:pt>
                <c:pt idx="3868">
                  <c:v>teamdevastationpaintball</c:v>
                </c:pt>
                <c:pt idx="3869">
                  <c:v>team_apple_juice_yeah</c:v>
                </c:pt>
                <c:pt idx="3870">
                  <c:v>teachingpreachingreaching</c:v>
                </c:pt>
                <c:pt idx="3871">
                  <c:v>teachergirlcountryboy</c:v>
                </c:pt>
                <c:pt idx="3872">
                  <c:v>teabagging_since_1992</c:v>
                </c:pt>
                <c:pt idx="3873">
                  <c:v>taytaythefairyprincess</c:v>
                </c:pt>
                <c:pt idx="3874">
                  <c:v>taylorwillalwaysloveyou</c:v>
                </c:pt>
                <c:pt idx="3875">
                  <c:v>taylor_motorsports08</c:v>
                </c:pt>
                <c:pt idx="3876">
                  <c:v>taylor_mae_chloe_ann</c:v>
                </c:pt>
                <c:pt idx="3877">
                  <c:v>taylormadeyoungdrakeakablack</c:v>
                </c:pt>
                <c:pt idx="3878">
                  <c:v>taylormadebluegrassmusic</c:v>
                </c:pt>
                <c:pt idx="3879">
                  <c:v>taylor_lauren_christine</c:v>
                </c:pt>
                <c:pt idx="3880">
                  <c:v>taylorkendalldesiree</c:v>
                </c:pt>
                <c:pt idx="3881">
                  <c:v>taylor_guard_girl_10</c:v>
                </c:pt>
                <c:pt idx="3882">
                  <c:v>taylor__george__love</c:v>
                </c:pt>
                <c:pt idx="3883">
                  <c:v>taylorfreakingclaire</c:v>
                </c:pt>
                <c:pt idx="3884">
                  <c:v>taylorelizabethpetty</c:v>
                </c:pt>
                <c:pt idx="3885">
                  <c:v>taylorandtiffany4ever</c:v>
                </c:pt>
                <c:pt idx="3886">
                  <c:v>taylor_and_kayla_forever</c:v>
                </c:pt>
                <c:pt idx="3887">
                  <c:v>taylor_and_gabriella</c:v>
                </c:pt>
                <c:pt idx="3888">
                  <c:v>tawnythehockeystar39</c:v>
                </c:pt>
                <c:pt idx="3889">
                  <c:v>tawnybear4everhippie</c:v>
                </c:pt>
                <c:pt idx="3890">
                  <c:v>tawny_and_carley_rock</c:v>
                </c:pt>
                <c:pt idx="3891">
                  <c:v>tauntonstatehospital</c:v>
                </c:pt>
                <c:pt idx="3892">
                  <c:v>tattookingworshipthygod</c:v>
                </c:pt>
                <c:pt idx="3893">
                  <c:v>tattoo72_bodypiercer</c:v>
                </c:pt>
                <c:pt idx="3894">
                  <c:v>tatthefiestybarbiedoll</c:v>
                </c:pt>
                <c:pt idx="3895">
                  <c:v>tatteredheartsclothing</c:v>
                </c:pt>
                <c:pt idx="3896">
                  <c:v>tatteredandtornpaperdoll</c:v>
                </c:pt>
                <c:pt idx="3897">
                  <c:v>tattered_and_torn_forever</c:v>
                </c:pt>
                <c:pt idx="3898">
                  <c:v>tatianarodrigueztorres</c:v>
                </c:pt>
                <c:pt idx="3899">
                  <c:v>tatiana_aka_precious</c:v>
                </c:pt>
                <c:pt idx="3900">
                  <c:v>tatersoutherngurl_2008</c:v>
                </c:pt>
                <c:pt idx="3901">
                  <c:v>tater_salad_redneck3</c:v>
                </c:pt>
                <c:pt idx="3902">
                  <c:v>tatabandittwentythree</c:v>
                </c:pt>
                <c:pt idx="3903">
                  <c:v>tastydeliciousprincess</c:v>
                </c:pt>
                <c:pt idx="3904">
                  <c:v>taste_this_rainbow_9</c:v>
                </c:pt>
                <c:pt idx="3905">
                  <c:v>taste_the_rainbow_88</c:v>
                </c:pt>
                <c:pt idx="3906">
                  <c:v>tastetherainbow200209</c:v>
                </c:pt>
                <c:pt idx="3907">
                  <c:v>taste_the_cream_filling</c:v>
                </c:pt>
                <c:pt idx="3908">
                  <c:v>tastelikesunshinedust</c:v>
                </c:pt>
                <c:pt idx="3909">
                  <c:v>tastelikecottoncandi</c:v>
                </c:pt>
                <c:pt idx="3910">
                  <c:v>tastejustlikecandyallnigh</c:v>
                </c:pt>
                <c:pt idx="3911">
                  <c:v>taste__for__suicidal</c:v>
                </c:pt>
                <c:pt idx="3912">
                  <c:v>tash_allison_valeria</c:v>
                </c:pt>
                <c:pt idx="3913">
                  <c:v>tasha_from_the_ville</c:v>
                </c:pt>
                <c:pt idx="3914">
                  <c:v>targetfordestruction</c:v>
                </c:pt>
                <c:pt idx="3915">
                  <c:v>tarahlongthedottedline</c:v>
                </c:pt>
                <c:pt idx="3916">
                  <c:v>tara_cordy_angel_emmi_lil</c:v>
                </c:pt>
                <c:pt idx="3917">
                  <c:v>tappingthebreakpoint</c:v>
                </c:pt>
                <c:pt idx="3918">
                  <c:v>tanyaandjessicalovejake</c:v>
                </c:pt>
                <c:pt idx="3919">
                  <c:v>tantalizetrickidadian</c:v>
                </c:pt>
                <c:pt idx="3920">
                  <c:v>tangelo_hoodchick101</c:v>
                </c:pt>
                <c:pt idx="3921">
                  <c:v>tamsin_tammy_bad_gurl</c:v>
                </c:pt>
                <c:pt idx="3922">
                  <c:v>tampa_sexy_girl_4life</c:v>
                </c:pt>
                <c:pt idx="3923">
                  <c:v>tampabaylightning0404</c:v>
                </c:pt>
                <c:pt idx="3924">
                  <c:v>tami.lifestylechanger</c:v>
                </c:pt>
                <c:pt idx="3925">
                  <c:v>tamaralikekodakcamera</c:v>
                </c:pt>
                <c:pt idx="3926">
                  <c:v>tamara_ann_bannister</c:v>
                </c:pt>
                <c:pt idx="3927">
                  <c:v>tamaleking_aka_lukemon</c:v>
                </c:pt>
                <c:pt idx="3928">
                  <c:v>tallulahbankhead_bulldog</c:v>
                </c:pt>
                <c:pt idx="3929">
                  <c:v>tall_sexy_slim_woman</c:v>
                </c:pt>
                <c:pt idx="3930">
                  <c:v>tallprettynicewittybitch</c:v>
                </c:pt>
                <c:pt idx="3931">
                  <c:v>tallguyforsomeone410</c:v>
                </c:pt>
                <c:pt idx="3932">
                  <c:v>talldarkhandsomeembalmer</c:v>
                </c:pt>
                <c:pt idx="3933">
                  <c:v>talldarkhandsomebritboy</c:v>
                </c:pt>
                <c:pt idx="3934">
                  <c:v>tall_dark_and_retarded</c:v>
                </c:pt>
                <c:pt idx="3935">
                  <c:v>talldarkandmysterious</c:v>
                </c:pt>
                <c:pt idx="3936">
                  <c:v>tall_dark_and_loveable</c:v>
                </c:pt>
                <c:pt idx="3937">
                  <c:v>talldarkandhandsome9420</c:v>
                </c:pt>
                <c:pt idx="3938">
                  <c:v>tallcoolandcollected</c:v>
                </c:pt>
                <c:pt idx="3939">
                  <c:v>tall_brunette_and_driving</c:v>
                </c:pt>
                <c:pt idx="3940">
                  <c:v>tallblondehelicopter</c:v>
                </c:pt>
                <c:pt idx="3941">
                  <c:v>tallblondeandplastic</c:v>
                </c:pt>
                <c:pt idx="3942">
                  <c:v>tallasswhiteboybitch</c:v>
                </c:pt>
                <c:pt idx="3943">
                  <c:v>talkingwithaffection</c:v>
                </c:pt>
                <c:pt idx="3944">
                  <c:v>talkingducksarestupid</c:v>
                </c:pt>
                <c:pt idx="3945">
                  <c:v>talkingaftermidnight</c:v>
                </c:pt>
                <c:pt idx="3946">
                  <c:v>talkingaboutrecovery</c:v>
                </c:pt>
                <c:pt idx="3947">
                  <c:v>talesfromtheeastvalley</c:v>
                </c:pt>
                <c:pt idx="3948">
                  <c:v>talesfromthecryptkeeper</c:v>
                </c:pt>
                <c:pt idx="3949">
                  <c:v>talenttreesacramento</c:v>
                </c:pt>
                <c:pt idx="3950">
                  <c:v>talented_sexy_amanda</c:v>
                </c:pt>
                <c:pt idx="3951">
                  <c:v>TalentedClassyFemale</c:v>
                </c:pt>
                <c:pt idx="3952">
                  <c:v>takingthethirteenthstep</c:v>
                </c:pt>
                <c:pt idx="3953">
                  <c:v>takingbacksunday__sample</c:v>
                </c:pt>
                <c:pt idx="3954">
                  <c:v>takingbacksunday123</c:v>
                </c:pt>
                <c:pt idx="3955">
                  <c:v>takingbackhollykathrine</c:v>
                </c:pt>
                <c:pt idx="3956">
                  <c:v>takeyourpantsandjacketoff</c:v>
                </c:pt>
                <c:pt idx="3957">
                  <c:v>take_what_you_can_get</c:v>
                </c:pt>
                <c:pt idx="3958">
                  <c:v>take_this_heart_and_break</c:v>
                </c:pt>
                <c:pt idx="3959">
                  <c:v>taketheveilcaptainplanet</c:v>
                </c:pt>
                <c:pt idx="3960">
                  <c:v>take_the_picture_now</c:v>
                </c:pt>
                <c:pt idx="3961">
                  <c:v>take_the_leap_layout</c:v>
                </c:pt>
                <c:pt idx="3962">
                  <c:v>takethechanceanddance</c:v>
                </c:pt>
                <c:pt idx="3963">
                  <c:v>takethebullet4youall</c:v>
                </c:pt>
                <c:pt idx="3964">
                  <c:v>take_off_your_man_suit</c:v>
                </c:pt>
                <c:pt idx="3965">
                  <c:v>takenuntilspringbreak</c:v>
                </c:pt>
                <c:pt idx="3966">
                  <c:v>taken_the_higher_road</c:v>
                </c:pt>
                <c:pt idx="3967">
                  <c:v>takenbackanddoneagain</c:v>
                </c:pt>
                <c:pt idx="3968">
                  <c:v>takeatripwiththeelectrickoolaidacidtest</c:v>
                </c:pt>
                <c:pt idx="3969">
                  <c:v>TAKEAKNEEANDTHANKMAN</c:v>
                </c:pt>
                <c:pt idx="3970">
                  <c:v>take2liveacousticduo</c:v>
                </c:pt>
                <c:pt idx="3971">
                  <c:v>tai_the_scorpionphoenix</c:v>
                </c:pt>
                <c:pt idx="3972">
                  <c:v>TaffyBrooklynRockstar</c:v>
                </c:pt>
                <c:pt idx="3973">
                  <c:v>tacticalespionageaction</c:v>
                </c:pt>
                <c:pt idx="3974">
                  <c:v>tactic10paintball1992</c:v>
                </c:pt>
                <c:pt idx="3975">
                  <c:v>tackytheraverpenguin</c:v>
                </c:pt>
                <c:pt idx="3976">
                  <c:v>tabunightcluborlando</c:v>
                </c:pt>
                <c:pt idx="3977">
                  <c:v>table_border0_cellpad</c:v>
                </c:pt>
                <c:pt idx="3978">
                  <c:v>tabitha_aka_highlyfavored</c:v>
                </c:pt>
                <c:pt idx="3979">
                  <c:v>tabatha_leigh_martin</c:v>
                </c:pt>
                <c:pt idx="3980">
                  <c:v>systolicpressuremusic</c:v>
                </c:pt>
                <c:pt idx="3981">
                  <c:v>syracuse_superstar_25</c:v>
                </c:pt>
                <c:pt idx="3982">
                  <c:v>syracuseindustrialmusic</c:v>
                </c:pt>
                <c:pt idx="3983">
                  <c:v>syphilis_infected_monkey</c:v>
                </c:pt>
                <c:pt idx="3984">
                  <c:v>syntheticnightmaresonwax</c:v>
                </c:pt>
                <c:pt idx="3985">
                  <c:v>syntheticlittletoycat</c:v>
                </c:pt>
                <c:pt idx="3986">
                  <c:v>symphonicgothicmetal</c:v>
                </c:pt>
                <c:pt idx="3987">
                  <c:v>sympathyforvengeance</c:v>
                </c:pt>
                <c:pt idx="3988">
                  <c:v>sympathy_for_the_devil_00</c:v>
                </c:pt>
                <c:pt idx="3989">
                  <c:v>sympathyforstrawberry</c:v>
                </c:pt>
                <c:pt idx="3990">
                  <c:v>sympatheticclimatecontrol</c:v>
                </c:pt>
                <c:pt idx="3991">
                  <c:v>symmetryphysicaltherapy</c:v>
                </c:pt>
                <c:pt idx="3992">
                  <c:v>symmetricalkickboxing</c:v>
                </c:pt>
                <c:pt idx="3993">
                  <c:v>sydneyyoungbloodband</c:v>
                </c:pt>
                <c:pt idx="3994">
                  <c:v>switchstancephotography</c:v>
                </c:pt>
                <c:pt idx="3995">
                  <c:v>switchfootsoldier122889</c:v>
                </c:pt>
                <c:pt idx="3996">
                  <c:v>switchfootfanfaefife</c:v>
                </c:pt>
                <c:pt idx="3997">
                  <c:v>switchbladestephanie</c:v>
                </c:pt>
                <c:pt idx="3998">
                  <c:v>switchbladesoldiermusic</c:v>
                </c:pt>
                <c:pt idx="3999">
                  <c:v>switchblade_romance_</c:v>
                </c:pt>
                <c:pt idx="4000">
                  <c:v>swisschaletforbreakfast</c:v>
                </c:pt>
                <c:pt idx="4001">
                  <c:v>swine_sweetie_princess3</c:v>
                </c:pt>
                <c:pt idx="4002">
                  <c:v>swimsuit_model_rachel</c:v>
                </c:pt>
                <c:pt idx="4003">
                  <c:v>swimming_with_scissors</c:v>
                </c:pt>
                <c:pt idx="4004">
                  <c:v>swimming_starburst87</c:v>
                </c:pt>
                <c:pt idx="4005">
                  <c:v>swimming_blazer_coach</c:v>
                </c:pt>
                <c:pt idx="4006">
                  <c:v>swimclubentertainment</c:v>
                </c:pt>
                <c:pt idx="4007">
                  <c:v>swiggle_the_squirrel</c:v>
                </c:pt>
                <c:pt idx="4008">
                  <c:v>sweetycutieangelamor</c:v>
                </c:pt>
                <c:pt idx="4009">
                  <c:v>sweet_twisted_tragedy</c:v>
                </c:pt>
                <c:pt idx="4010">
                  <c:v>sweet_thing_from_boston</c:v>
                </c:pt>
                <c:pt idx="4011">
                  <c:v>sweetstrawberrypie23</c:v>
                </c:pt>
                <c:pt idx="4012">
                  <c:v>sweet_strawberry_pie</c:v>
                </c:pt>
                <c:pt idx="4013">
                  <c:v>sweetspecialbabygirl</c:v>
                </c:pt>
                <c:pt idx="4014">
                  <c:v>sweetsouthjerseygirl</c:v>
                </c:pt>
                <c:pt idx="4015">
                  <c:v>sweetsoutherngurl2010</c:v>
                </c:pt>
                <c:pt idx="4016">
                  <c:v>sweetsoutherngirl2205</c:v>
                </c:pt>
                <c:pt idx="4017">
                  <c:v>sweetsoutherngirl1324</c:v>
                </c:pt>
                <c:pt idx="4018">
                  <c:v>sweetsoutherndixiebelle</c:v>
                </c:pt>
                <c:pt idx="4019">
                  <c:v>sweetsoutherncountrygurl4</c:v>
                </c:pt>
                <c:pt idx="4020">
                  <c:v>sweetsouthernbelle88</c:v>
                </c:pt>
                <c:pt idx="4021">
                  <c:v>sweet_soul_sister_75</c:v>
                </c:pt>
                <c:pt idx="4022">
                  <c:v>sweetshortcountrygirl</c:v>
                </c:pt>
                <c:pt idx="4023">
                  <c:v>sweetshadowbabe80359</c:v>
                </c:pt>
                <c:pt idx="4024">
                  <c:v>sweet_sexy_stephanie</c:v>
                </c:pt>
                <c:pt idx="4025">
                  <c:v>sweetsexyshortstuff25</c:v>
                </c:pt>
                <c:pt idx="4026">
                  <c:v>sweet_sexy_sarahbear</c:v>
                </c:pt>
                <c:pt idx="4027">
                  <c:v>sweetsexyandmore200</c:v>
                </c:pt>
                <c:pt idx="4028">
                  <c:v>sweetserenitycompany</c:v>
                </c:pt>
                <c:pt idx="4029">
                  <c:v>sweetsadsmalldelicate</c:v>
                </c:pt>
                <c:pt idx="4030">
                  <c:v>sweetredneckcountrygirl</c:v>
                </c:pt>
                <c:pt idx="4031">
                  <c:v>sweet_ragdoll_serenade</c:v>
                </c:pt>
                <c:pt idx="4032">
                  <c:v>sweet_princess_forever</c:v>
                </c:pt>
                <c:pt idx="4033">
                  <c:v>sweet_princess_baby0</c:v>
                </c:pt>
                <c:pt idx="4034">
                  <c:v>sweet_precious_latina</c:v>
                </c:pt>
                <c:pt idx="4035">
                  <c:v>sweet_pinky_princess</c:v>
                </c:pt>
                <c:pt idx="4036">
                  <c:v>sweet_pea_angel_baby</c:v>
                </c:pt>
                <c:pt idx="4037">
                  <c:v>sweet_passionfelicia</c:v>
                </c:pt>
                <c:pt idx="4038">
                  <c:v>sweet_NOT_innocent420</c:v>
                </c:pt>
                <c:pt idx="4039">
                  <c:v>sweetnesslovesweetie</c:v>
                </c:pt>
                <c:pt idx="4040">
                  <c:v>sweet_michigan_angel</c:v>
                </c:pt>
                <c:pt idx="4041">
                  <c:v>sweetmelismapublishing</c:v>
                </c:pt>
                <c:pt idx="4042">
                  <c:v>sweetlovingcountrygirl</c:v>
                </c:pt>
                <c:pt idx="4043">
                  <c:v>sweetlover_4him_4ever</c:v>
                </c:pt>
                <c:pt idx="4044">
                  <c:v>sweetloveandheartbreak</c:v>
                </c:pt>
                <c:pt idx="4045">
                  <c:v>sweetlittlesisterband</c:v>
                </c:pt>
                <c:pt idx="4046">
                  <c:v>sweetlittlesister4071</c:v>
                </c:pt>
                <c:pt idx="4047">
                  <c:v>sweet_little_nightmare</c:v>
                </c:pt>
                <c:pt idx="4048">
                  <c:v>sweet_little_kinky_girl</c:v>
                </c:pt>
                <c:pt idx="4049">
                  <c:v>sweet_little_gothic_angel</c:v>
                </c:pt>
                <c:pt idx="4050">
                  <c:v>sweetlittledixiegurl</c:v>
                </c:pt>
                <c:pt idx="4051">
                  <c:v>sweetlittlecarolinagirl</c:v>
                </c:pt>
                <c:pt idx="4052">
                  <c:v>sweetlittleangelbaby</c:v>
                </c:pt>
                <c:pt idx="4053">
                  <c:v>sweetlimestrawberry1</c:v>
                </c:pt>
                <c:pt idx="4054">
                  <c:v>sweetlilsouthernbelle91</c:v>
                </c:pt>
                <c:pt idx="4055">
                  <c:v>sweet_lil_jessica_9420</c:v>
                </c:pt>
                <c:pt idx="4056">
                  <c:v>sweet_lil_germanchic</c:v>
                </c:pt>
                <c:pt idx="4057">
                  <c:v>sweet_lil_devil420200</c:v>
                </c:pt>
                <c:pt idx="4058">
                  <c:v>sweet_lil_countrygirl2004</c:v>
                </c:pt>
                <c:pt idx="4059">
                  <c:v>sweetlilcountrygal24</c:v>
                </c:pt>
                <c:pt idx="4060">
                  <c:v>sweet_like_white_sugar</c:v>
                </c:pt>
                <c:pt idx="4061">
                  <c:v>sweetlikesourskittles</c:v>
                </c:pt>
                <c:pt idx="4062">
                  <c:v>sweetlikebrownsugar1</c:v>
                </c:pt>
                <c:pt idx="4063">
                  <c:v>sweetlightningchocolatethunder</c:v>
                </c:pt>
                <c:pt idx="4064">
                  <c:v>sweetlightbrowncandyapple</c:v>
                </c:pt>
                <c:pt idx="4065">
                  <c:v>sweetleafandcarrotsalad</c:v>
                </c:pt>
                <c:pt idx="4066">
                  <c:v>sweet_kandy_girl_2001</c:v>
                </c:pt>
                <c:pt idx="4067">
                  <c:v>sweetish_skater_cody</c:v>
                </c:pt>
                <c:pt idx="4068">
                  <c:v>sweet_innocent_stephie</c:v>
                </c:pt>
                <c:pt idx="4069">
                  <c:v>sweet_innocence_forever</c:v>
                </c:pt>
                <c:pt idx="4070">
                  <c:v>sweetie_with_attitude</c:v>
                </c:pt>
                <c:pt idx="4071">
                  <c:v>sweetie_sunday_4970</c:v>
                </c:pt>
                <c:pt idx="4072">
                  <c:v>sweetieshavetheanswer</c:v>
                </c:pt>
                <c:pt idx="4073">
                  <c:v>sweetiepiepumpkinface</c:v>
                </c:pt>
                <c:pt idx="4074">
                  <c:v>sweetiepiebabydessert</c:v>
                </c:pt>
                <c:pt idx="4075">
                  <c:v>sweethomealabama2009</c:v>
                </c:pt>
                <c:pt idx="4076">
                  <c:v>sweethomealabama1973</c:v>
                </c:pt>
                <c:pt idx="4077">
                  <c:v>sweet_hispanic_girl0</c:v>
                </c:pt>
                <c:pt idx="4078">
                  <c:v>sweetheart_with_attitude</c:v>
                </c:pt>
                <c:pt idx="4079">
                  <c:v>sweetheartneedinglove</c:v>
                </c:pt>
                <c:pt idx="4080">
                  <c:v>sweetheartashleynicole</c:v>
                </c:pt>
                <c:pt idx="4081">
                  <c:v>sweetheart_aka_teddybear</c:v>
                </c:pt>
                <c:pt idx="4082">
                  <c:v>sweet_heart_4ever_08</c:v>
                </c:pt>
                <c:pt idx="4083">
                  <c:v>sweetgrouchnaughtygirl</c:v>
                </c:pt>
                <c:pt idx="4084">
                  <c:v>sweet_girl_gone_wild</c:v>
                </c:pt>
                <c:pt idx="4085">
                  <c:v>sweetgeorgiapeach200</c:v>
                </c:pt>
                <c:pt idx="4086">
                  <c:v>sweetgeorgiapeach17222</c:v>
                </c:pt>
                <c:pt idx="4087">
                  <c:v>sweetgal_shockmock11</c:v>
                </c:pt>
                <c:pt idx="4088">
                  <c:v>sweet_female_attitude</c:v>
                </c:pt>
                <c:pt idx="4089">
                  <c:v>sweet_dragonfly_crushing</c:v>
                </c:pt>
                <c:pt idx="4090">
                  <c:v>sweet_daniella_vanilla</c:v>
                </c:pt>
                <c:pt idx="4091">
                  <c:v>sweetdaddysmoothstick</c:v>
                </c:pt>
                <c:pt idx="4092">
                  <c:v>sweet_daddy_smoothlove</c:v>
                </c:pt>
                <c:pt idx="4093">
                  <c:v>sweetcreamychocolate</c:v>
                </c:pt>
                <c:pt idx="4094">
                  <c:v>sweetcrazyhornystuff9</c:v>
                </c:pt>
                <c:pt idx="4095">
                  <c:v>sweet_country_girl_225</c:v>
                </c:pt>
                <c:pt idx="4096">
                  <c:v>SweetCountryGirl1983</c:v>
                </c:pt>
                <c:pt idx="4097">
                  <c:v>sweet_country_girl_09</c:v>
                </c:pt>
                <c:pt idx="4098">
                  <c:v>sweet_country_girl08</c:v>
                </c:pt>
                <c:pt idx="4099">
                  <c:v>sweetcountrycutie200</c:v>
                </c:pt>
                <c:pt idx="4100">
                  <c:v>sweet_country_cowgirl</c:v>
                </c:pt>
                <c:pt idx="4101">
                  <c:v>sweet_chocolate_frog</c:v>
                </c:pt>
                <c:pt idx="4102">
                  <c:v>sweetchocolatecookiecake</c:v>
                </c:pt>
                <c:pt idx="4103">
                  <c:v>sweet_chocolate_cherry</c:v>
                </c:pt>
                <c:pt idx="4104">
                  <c:v>sweetchocolatecherry</c:v>
                </c:pt>
                <c:pt idx="4105">
                  <c:v>sweetchildomine352392</c:v>
                </c:pt>
                <c:pt idx="4106">
                  <c:v>sweet_cherry_pop_vintage</c:v>
                </c:pt>
                <c:pt idx="4107">
                  <c:v>sweet_celebrity_darryl</c:v>
                </c:pt>
                <c:pt idx="4108">
                  <c:v>sweetcarolinarealtorgirl</c:v>
                </c:pt>
                <c:pt idx="4109">
                  <c:v>sweet_carolina_girl_101</c:v>
                </c:pt>
                <c:pt idx="4110">
                  <c:v>sweet_carolina_brunette07</c:v>
                </c:pt>
                <c:pt idx="4111">
                  <c:v>sweet_caramel_tone_lady</c:v>
                </c:pt>
                <c:pt idx="4112">
                  <c:v>sweetcaramelsweetie08</c:v>
                </c:pt>
                <c:pt idx="4113">
                  <c:v>sweetcaramelprincess</c:v>
                </c:pt>
                <c:pt idx="4114">
                  <c:v>sweetcaramelkiss1010</c:v>
                </c:pt>
                <c:pt idx="4115">
                  <c:v>sweetbutterflycolors</c:v>
                </c:pt>
                <c:pt idx="4116">
                  <c:v>sweetbunnyfromhell_4</c:v>
                </c:pt>
                <c:pt idx="4117">
                  <c:v>sweetblueeyedblonde33</c:v>
                </c:pt>
                <c:pt idx="4118">
                  <c:v>sweet_blondy_babe3000</c:v>
                </c:pt>
                <c:pt idx="4119">
                  <c:v>sweet_beautiful_love</c:v>
                </c:pt>
                <c:pt idx="4120">
                  <c:v>sweetbannanafruitcake</c:v>
                </c:pt>
                <c:pt idx="4121">
                  <c:v>sweet_baby_gurl_4151</c:v>
                </c:pt>
                <c:pt idx="4122">
                  <c:v>sweet_babygirl_brina</c:v>
                </c:pt>
                <c:pt idx="4123">
                  <c:v>sweetbabygirl142309</c:v>
                </c:pt>
                <c:pt idx="4124">
                  <c:v>sweetaprilmolinacherry</c:v>
                </c:pt>
                <c:pt idx="4125">
                  <c:v>sweetangelwithattitude</c:v>
                </c:pt>
                <c:pt idx="4126">
                  <c:v>sweetangelgirlkristy</c:v>
                </c:pt>
                <c:pt idx="4127">
                  <c:v>sweetangelfromthesky</c:v>
                </c:pt>
                <c:pt idx="4128">
                  <c:v>sweet_angel_from_heaven</c:v>
                </c:pt>
                <c:pt idx="4129">
                  <c:v>sweetangelbabyleslie</c:v>
                </c:pt>
                <c:pt idx="4130">
                  <c:v>Sweet_and_Sexy_Alexis</c:v>
                </c:pt>
                <c:pt idx="4131">
                  <c:v>sweetandsassycharlotte</c:v>
                </c:pt>
                <c:pt idx="4132">
                  <c:v>sweetandinnocentsarah</c:v>
                </c:pt>
                <c:pt idx="4133">
                  <c:v>sweetandinnocentashley</c:v>
                </c:pt>
                <c:pt idx="4134">
                  <c:v>sweet_and_innocent99</c:v>
                </c:pt>
                <c:pt idx="4135">
                  <c:v>sweet_and_innocent_9</c:v>
                </c:pt>
                <c:pt idx="4136">
                  <c:v>sweet_and_innocent15</c:v>
                </c:pt>
                <c:pt idx="4137">
                  <c:v>sweet_and_fine_divine</c:v>
                </c:pt>
                <c:pt idx="4138">
                  <c:v>sweetandcutevictoria</c:v>
                </c:pt>
                <c:pt idx="4139">
                  <c:v>sweetandcutepersonality</c:v>
                </c:pt>
                <c:pt idx="4140">
                  <c:v>sweet_adorable_cutie</c:v>
                </c:pt>
                <c:pt idx="4141">
                  <c:v>sweet4sassy_cute4classy</c:v>
                </c:pt>
                <c:pt idx="4142">
                  <c:v>sweeptherabbitkiller</c:v>
                </c:pt>
                <c:pt idx="4143">
                  <c:v>sweatypeteandthemidgetmongoliancarwashteam</c:v>
                </c:pt>
                <c:pt idx="4144">
                  <c:v>sweatybettybluesband</c:v>
                </c:pt>
                <c:pt idx="4145">
                  <c:v>sweatbootsandbootyshorts</c:v>
                </c:pt>
                <c:pt idx="4146">
                  <c:v>swashbucklermooseknuckler</c:v>
                </c:pt>
                <c:pt idx="4147">
                  <c:v>swampthingproduction</c:v>
                </c:pt>
                <c:pt idx="4148">
                  <c:v>swallowtheknifemusic</c:v>
                </c:pt>
                <c:pt idx="4149">
                  <c:v>suzy_serialkiller</c:v>
                </c:pt>
                <c:pt idx="4150">
                  <c:v>suzyleecandycanechild</c:v>
                </c:pt>
                <c:pt idx="4151">
                  <c:v>suzanna_rosanna_danna</c:v>
                </c:pt>
                <c:pt idx="4152">
                  <c:v>suzannagriffithmusic</c:v>
                </c:pt>
                <c:pt idx="4153">
                  <c:v>suspiciouspackagemusic</c:v>
                </c:pt>
                <c:pt idx="4154">
                  <c:v>suspendyourdisbelief7</c:v>
                </c:pt>
                <c:pt idx="4155">
                  <c:v>susanhottieforever</c:v>
                </c:pt>
                <c:pt idx="4156">
                  <c:v>susancampbellphotography</c:v>
                </c:pt>
                <c:pt idx="4157">
                  <c:v>survivoreliminationgame</c:v>
                </c:pt>
                <c:pt idx="4158">
                  <c:v>surrender-your-booty</c:v>
                </c:pt>
                <c:pt idx="4159">
                  <c:v>surfuntilyoudrop81705</c:v>
                </c:pt>
                <c:pt idx="4160">
                  <c:v>surf_till_the_wipeout</c:v>
                </c:pt>
                <c:pt idx="4161">
                  <c:v>surf_snowboarder24710</c:v>
                </c:pt>
                <c:pt idx="4162">
                  <c:v>surfer_with_attitude</c:v>
                </c:pt>
                <c:pt idx="4163">
                  <c:v>surfer_style_chick101</c:v>
                </c:pt>
                <c:pt idx="4164">
                  <c:v>surfersoccerstudaustin</c:v>
                </c:pt>
                <c:pt idx="4165">
                  <c:v>surferskaterrockerdude</c:v>
                </c:pt>
                <c:pt idx="4166">
                  <c:v>surfer_skater_partyboy</c:v>
                </c:pt>
                <c:pt idx="4167">
                  <c:v>surferprincesstiffany</c:v>
                </c:pt>
                <c:pt idx="4168">
                  <c:v>surfer_lover_waterpolo</c:v>
                </c:pt>
                <c:pt idx="4169">
                  <c:v>surferchickforlifebitch</c:v>
                </c:pt>
                <c:pt idx="4170">
                  <c:v>surfer_boy_chad_westerly</c:v>
                </c:pt>
                <c:pt idx="4171">
                  <c:v>sur13_rider_4life_13</c:v>
                </c:pt>
                <c:pt idx="4172">
                  <c:v>supremeoverlorduncle</c:v>
                </c:pt>
                <c:pt idx="4173">
                  <c:v>supreme_lord_hamilton</c:v>
                </c:pt>
                <c:pt idx="4174">
                  <c:v>supreme_empress_cricket</c:v>
                </c:pt>
                <c:pt idx="4175">
                  <c:v>supreme_crossdresser</c:v>
                </c:pt>
                <c:pt idx="4176">
                  <c:v>supremeclienteleprod</c:v>
                </c:pt>
                <c:pt idx="4177">
                  <c:v>supremebuttermilkwaffle</c:v>
                </c:pt>
                <c:pt idx="4178">
                  <c:v>supremebeingmikefresh</c:v>
                </c:pt>
                <c:pt idx="4179">
                  <c:v>supportyourlocalflattrack</c:v>
                </c:pt>
                <c:pt idx="4180">
                  <c:v>supportyourlocalchickband</c:v>
                </c:pt>
                <c:pt idx="4181">
                  <c:v>supportwhitesupremacy</c:v>
                </c:pt>
                <c:pt idx="4182">
                  <c:v>supportthroughfashion</c:v>
                </c:pt>
                <c:pt idx="4183">
                  <c:v>supportthelocalmusicscene</c:v>
                </c:pt>
                <c:pt idx="4184">
                  <c:v>supportindependentthought</c:v>
                </c:pt>
                <c:pt idx="4185">
                  <c:v>supportanimalcruelty</c:v>
                </c:pt>
                <c:pt idx="4186">
                  <c:v>SuperZeroloveyou7935</c:v>
                </c:pt>
                <c:pt idx="4187">
                  <c:v>_super_weird_person_</c:v>
                </c:pt>
                <c:pt idx="4188">
                  <c:v>superultimatefulltimechill</c:v>
                </c:pt>
                <c:pt idx="4189">
                  <c:v>superturkeyturbopuncher3</c:v>
                </c:pt>
                <c:pt idx="4190">
                  <c:v>supersweetgeorgiapeach</c:v>
                </c:pt>
                <c:pt idx="4191">
                  <c:v>supersurroundsoundbarrier</c:v>
                </c:pt>
                <c:pt idx="4192">
                  <c:v>superstringtheorymusic</c:v>
                </c:pt>
                <c:pt idx="4193">
                  <c:v>superstrawberryshortcake</c:v>
                </c:pt>
                <c:pt idx="4194">
                  <c:v>superstarentertainment</c:v>
                </c:pt>
                <c:pt idx="4195">
                  <c:v>supersportsspectacular</c:v>
                </c:pt>
                <c:pt idx="4196">
                  <c:v>superspecialsecretspace</c:v>
                </c:pt>
                <c:pt idx="4197">
                  <c:v>superspecialindividual</c:v>
                </c:pt>
                <c:pt idx="4198">
                  <c:v>supersonichighspeedracer</c:v>
                </c:pt>
                <c:pt idx="4199">
                  <c:v>supersmashbrotherbrawl</c:v>
                </c:pt>
                <c:pt idx="4200">
                  <c:v>superskunkweedfarmer</c:v>
                </c:pt>
                <c:pt idx="4201">
                  <c:v>supershakelilwaynesong</c:v>
                </c:pt>
                <c:pt idx="4202">
                  <c:v>super_sexy_girl12345</c:v>
                </c:pt>
                <c:pt idx="4203">
                  <c:v>supersecretdeltamusicmike</c:v>
                </c:pt>
                <c:pt idx="4204">
                  <c:v>superseasonsnowbunny</c:v>
                </c:pt>
                <c:pt idx="4205">
                  <c:v>SuperSarahbecauseshecan</c:v>
                </c:pt>
                <c:pt idx="4206">
                  <c:v>supersapperarmysoldier</c:v>
                </c:pt>
                <c:pt idx="4207">
                  <c:v>superphotographymeghan</c:v>
                </c:pt>
                <c:pt idx="4208">
                  <c:v>super_penguin_person</c:v>
                </c:pt>
                <c:pt idx="4209">
                  <c:v>superparolrealcrazy15</c:v>
                </c:pt>
                <c:pt idx="4210">
                  <c:v>supernaturalsoundtrack</c:v>
                </c:pt>
                <c:pt idx="4211">
                  <c:v>_supernaturalhunters_</c:v>
                </c:pt>
                <c:pt idx="4212">
                  <c:v>supernaturaldisastermanipulation</c:v>
                </c:pt>
                <c:pt idx="4213">
                  <c:v>supermonkeypoopfight</c:v>
                </c:pt>
                <c:pt idx="4214">
                  <c:v>supermodelbeautyqueen</c:v>
                </c:pt>
                <c:pt idx="4215">
                  <c:v>superman_kingdom_come</c:v>
                </c:pt>
                <c:pt idx="4216">
                  <c:v>supermandingowarrior</c:v>
                </c:pt>
                <c:pt idx="4217">
                  <c:v>superman_comes_out_today</c:v>
                </c:pt>
                <c:pt idx="4218">
                  <c:v>supermancantsaveyounow</c:v>
                </c:pt>
                <c:pt idx="4219">
                  <c:v>superman_baby_you_know</c:v>
                </c:pt>
                <c:pt idx="4220">
                  <c:v>superman_aka_clarkkent</c:v>
                </c:pt>
                <c:pt idx="4221">
                  <c:v>superlover_undercover</c:v>
                </c:pt>
                <c:pt idx="4222">
                  <c:v>superllamaandakittytoo</c:v>
                </c:pt>
                <c:pt idx="4223">
                  <c:v>superiortitleinsurance</c:v>
                </c:pt>
                <c:pt idx="4224">
                  <c:v>superhero_for_your_soul</c:v>
                </c:pt>
                <c:pt idx="4225">
                  <c:v>superheroballerina4life</c:v>
                </c:pt>
                <c:pt idx="4226">
                  <c:v>superhappypositivepeople</c:v>
                </c:pt>
                <c:pt idx="4227">
                  <c:v>superhappymonkeyslap</c:v>
                </c:pt>
                <c:pt idx="4228">
                  <c:v>super__happy__fun__time</c:v>
                </c:pt>
                <c:pt idx="4229">
                  <c:v>superhairymuffmonkey</c:v>
                </c:pt>
                <c:pt idx="4230">
                  <c:v>super_gorgeous_heiress</c:v>
                </c:pt>
                <c:pt idx="4231">
                  <c:v>supergirl_2_the_rescue</c:v>
                </c:pt>
                <c:pt idx="4232">
                  <c:v>super_gay_crab_dream</c:v>
                </c:pt>
                <c:pt idx="4233">
                  <c:v>superfurryanimalphil</c:v>
                </c:pt>
                <c:pt idx="4234">
                  <c:v>superfreakinglindsey</c:v>
                </c:pt>
                <c:pt idx="4235">
                  <c:v>superfreakingawesome</c:v>
                </c:pt>
                <c:pt idx="4236">
                  <c:v>superflyladydanielle</c:v>
                </c:pt>
                <c:pt idx="4237">
                  <c:v>superflyingtacklepounce</c:v>
                </c:pt>
                <c:pt idx="4238">
                  <c:v>super_fly_beauty_queen19</c:v>
                </c:pt>
                <c:pt idx="4239">
                  <c:v>superfantasticbowiestuff</c:v>
                </c:pt>
                <c:pt idx="4240">
                  <c:v>superfalloutboytaylor333</c:v>
                </c:pt>
                <c:pt idx="4241">
                  <c:v>superduperstraightguy</c:v>
                </c:pt>
                <c:pt idx="4242">
                  <c:v>super_duper_kathleen</c:v>
                </c:pt>
                <c:pt idx="4243">
                  <c:v>superdupergirl12345</c:v>
                </c:pt>
                <c:pt idx="4244">
                  <c:v>superduperawesomefun</c:v>
                </c:pt>
                <c:pt idx="4245">
                  <c:v>super_double_ultra_ace</c:v>
                </c:pt>
                <c:pt idx="4246">
                  <c:v>superdeathmidgetkiller</c:v>
                </c:pt>
                <c:pt idx="4247">
                  <c:v>supercrosscountryman</c:v>
                </c:pt>
                <c:pt idx="4248">
                  <c:v>super_crazy_rat_girl</c:v>
                </c:pt>
                <c:pt idx="4249">
                  <c:v>super_cool_wacky_dude</c:v>
                </c:pt>
                <c:pt idx="4250">
                  <c:v>supercoolsexybastard</c:v>
                </c:pt>
                <c:pt idx="4251">
                  <c:v>supercoolpartypeople</c:v>
                </c:pt>
                <c:pt idx="4252">
                  <c:v>super_cool_dude_man_guy</c:v>
                </c:pt>
                <c:pt idx="4253">
                  <c:v>super_chic_cello_chick</c:v>
                </c:pt>
                <c:pt idx="4254">
                  <c:v>superbathroomcleaner</c:v>
                </c:pt>
                <c:pt idx="4255">
                  <c:v>superawesomerandomness</c:v>
                </c:pt>
                <c:pt idx="4256">
                  <c:v>super-anna-sava201001</c:v>
                </c:pt>
                <c:pt idx="4257">
                  <c:v>super_affiliate_marketing</c:v>
                </c:pt>
                <c:pt idx="4258">
                  <c:v>super_adventure_club</c:v>
                </c:pt>
                <c:pt idx="4259">
                  <c:v>super_across_the_way</c:v>
                </c:pt>
                <c:pt idx="4260">
                  <c:v>super5streetfighter7</c:v>
                </c:pt>
                <c:pt idx="4261">
                  <c:v>supaflymackdaddyboss</c:v>
                </c:pt>
                <c:pt idx="4262">
                  <c:v>supadudereadyfortalking</c:v>
                </c:pt>
                <c:pt idx="4263">
                  <c:v>sunspray_honeysuckle</c:v>
                </c:pt>
                <c:pt idx="4264">
                  <c:v>sunshinestarsandhappiness</c:v>
                </c:pt>
                <c:pt idx="4265">
                  <c:v>sunshineroger_rabbit</c:v>
                </c:pt>
                <c:pt idx="4266">
                  <c:v>sunshineprettyyellow</c:v>
                </c:pt>
                <c:pt idx="4267">
                  <c:v>sunshineprayerwarrior</c:v>
                </c:pt>
                <c:pt idx="4268">
                  <c:v>sunshinepistolshapedstate</c:v>
                </c:pt>
                <c:pt idx="4269">
                  <c:v>sunshineoliviabackup</c:v>
                </c:pt>
                <c:pt idx="4270">
                  <c:v>sunshineloveswishbear</c:v>
                </c:pt>
                <c:pt idx="4271">
                  <c:v>sunshineloveandspite</c:v>
                </c:pt>
                <c:pt idx="4272">
                  <c:v>sunshine_hottie_4life</c:v>
                </c:pt>
                <c:pt idx="4273">
                  <c:v>sunshinehappykilldeath</c:v>
                </c:pt>
                <c:pt idx="4274">
                  <c:v>sunshine_ghettochick</c:v>
                </c:pt>
                <c:pt idx="4275">
                  <c:v>sunshineflower_daydream</c:v>
                </c:pt>
                <c:pt idx="4276">
                  <c:v>sunshine_flavor_skittles</c:v>
                </c:pt>
                <c:pt idx="4277">
                  <c:v>sunshine_film_company</c:v>
                </c:pt>
                <c:pt idx="4278">
                  <c:v>sunshine_fairy_4_ever</c:v>
                </c:pt>
                <c:pt idx="4279">
                  <c:v>sunshine_desert_rose</c:v>
                </c:pt>
                <c:pt idx="4280">
                  <c:v>sunshinedaydreamlover</c:v>
                </c:pt>
                <c:pt idx="4281">
                  <c:v>sunshine_blue_chicago</c:v>
                </c:pt>
                <c:pt idx="4282">
                  <c:v>sunshineandsummertime</c:v>
                </c:pt>
                <c:pt idx="4283">
                  <c:v>sunshine_and_moondust</c:v>
                </c:pt>
                <c:pt idx="4284">
                  <c:v>sunshineandcoconutmilk</c:v>
                </c:pt>
                <c:pt idx="4285">
                  <c:v>sunshine_and_chocolate</c:v>
                </c:pt>
                <c:pt idx="4286">
                  <c:v>sunshine_and_blossom</c:v>
                </c:pt>
                <c:pt idx="4287">
                  <c:v>sunshine4meinparadise</c:v>
                </c:pt>
                <c:pt idx="4288">
                  <c:v>sunsetsinparadiselayout</c:v>
                </c:pt>
                <c:pt idx="4289">
                  <c:v>sunsetrecordingstudio</c:v>
                </c:pt>
                <c:pt idx="4290">
                  <c:v>sunsetprofile_photography</c:v>
                </c:pt>
                <c:pt idx="4291">
                  <c:v>sunseteatsoliloquist</c:v>
                </c:pt>
                <c:pt idx="4292">
                  <c:v>sunset_beauty_for_you</c:v>
                </c:pt>
                <c:pt idx="4293">
                  <c:v>sunsetbeachsilogram4</c:v>
                </c:pt>
                <c:pt idx="4294">
                  <c:v>sunnyvaletrailerpark</c:v>
                </c:pt>
                <c:pt idx="4295">
                  <c:v>sunnytropicaldreaming</c:v>
                </c:pt>
                <c:pt idx="4296">
                  <c:v>sunny_tropical_breeze</c:v>
                </c:pt>
                <c:pt idx="4297">
                  <c:v>sunnythedallascowboy</c:v>
                </c:pt>
                <c:pt idx="4298">
                  <c:v>sunnysidealistpatient</c:v>
                </c:pt>
                <c:pt idx="4299">
                  <c:v>sunnyforeverfollowinghim</c:v>
                </c:pt>
                <c:pt idx="4300">
                  <c:v>sunny_blackwidow_dreamer</c:v>
                </c:pt>
                <c:pt idx="4301">
                  <c:v>sunhoney_spraysuckle</c:v>
                </c:pt>
                <c:pt idx="4302">
                  <c:v>sunflowersmilesonline</c:v>
                </c:pt>
                <c:pt idx="4303">
                  <c:v>sunflower_head_raptor</c:v>
                </c:pt>
                <c:pt idx="4304">
                  <c:v>sunflowerandsapphire</c:v>
                </c:pt>
                <c:pt idx="4305">
                  <c:v>sundaysanasquashbanana</c:v>
                </c:pt>
                <c:pt idx="4306">
                  <c:v>sundaymorningsyndrome</c:v>
                </c:pt>
                <c:pt idx="4307">
                  <c:v>sunday_morning_sidewalk</c:v>
                </c:pt>
                <c:pt idx="4308">
                  <c:v>sundaymorningministry</c:v>
                </c:pt>
                <c:pt idx="4309">
                  <c:v>sundance4allthepeople</c:v>
                </c:pt>
                <c:pt idx="4310">
                  <c:v>sumweredeadinhollywood</c:v>
                </c:pt>
                <c:pt idx="4311">
                  <c:v>sumthin_about_the_number1</c:v>
                </c:pt>
                <c:pt idx="4312">
                  <c:v>summer_time_sunshine</c:v>
                </c:pt>
                <c:pt idx="4313">
                  <c:v>summer_sprung_winter</c:v>
                </c:pt>
                <c:pt idx="4314">
                  <c:v>summersausagespectacular</c:v>
                </c:pt>
                <c:pt idx="4315">
                  <c:v>summernicoleslaughter2</c:v>
                </c:pt>
                <c:pt idx="4316">
                  <c:v>summermeltdownfestival</c:v>
                </c:pt>
                <c:pt idx="4317">
                  <c:v>summerhouse_layoutpreview</c:v>
                </c:pt>
                <c:pt idx="4318">
                  <c:v>summergirl_rockyourworld</c:v>
                </c:pt>
                <c:pt idx="4319">
                  <c:v>summerbridgepittsburgh</c:v>
                </c:pt>
                <c:pt idx="4320">
                  <c:v>summerbreeze11radarlove</c:v>
                </c:pt>
                <c:pt idx="4321">
                  <c:v>summer_blue_butterfly_22</c:v>
                </c:pt>
                <c:pt idx="4322">
                  <c:v>summer_billiejoebabygirl</c:v>
                </c:pt>
                <c:pt idx="4323">
                  <c:v>summerbabealyssa10192</c:v>
                </c:pt>
                <c:pt idx="4324">
                  <c:v>summer_and_kelsi_are_hot</c:v>
                </c:pt>
                <c:pt idx="4325">
                  <c:v>sumbitchpilemonkeynut</c:v>
                </c:pt>
                <c:pt idx="4326">
                  <c:v>sum2realsexyandsmart</c:v>
                </c:pt>
                <c:pt idx="4327">
                  <c:v>suitelifeoverlaypreview</c:v>
                </c:pt>
                <c:pt idx="4328">
                  <c:v>suicidetwistfestival</c:v>
                </c:pt>
                <c:pt idx="4329">
                  <c:v>suicidesymphonyserenade</c:v>
                </c:pt>
                <c:pt idx="4330">
                  <c:v>suicide_squad_attack</c:v>
                </c:pt>
                <c:pt idx="4331">
                  <c:v>suicidenotesandcutting</c:v>
                </c:pt>
                <c:pt idx="4332">
                  <c:v>suicide_forever_frank</c:v>
                </c:pt>
                <c:pt idx="4333">
                  <c:v>suicide_death_tragedy</c:v>
                </c:pt>
                <c:pt idx="4334">
                  <c:v>suicidebecomesskinny</c:v>
                </c:pt>
                <c:pt idx="4335">
                  <c:v>suicide_angel_4_ever</c:v>
                </c:pt>
                <c:pt idx="4336">
                  <c:v>suicidal_teddybear13</c:v>
                </c:pt>
                <c:pt idx="4337">
                  <c:v>suicidalpurplesheepband</c:v>
                </c:pt>
                <c:pt idx="4338">
                  <c:v>suicidaldarknessband</c:v>
                </c:pt>
                <c:pt idx="4339">
                  <c:v>sugar_wur_going_down</c:v>
                </c:pt>
                <c:pt idx="4340">
                  <c:v>sugar_were_going_down0</c:v>
                </c:pt>
                <c:pt idx="4341">
                  <c:v>sugarspicenaughtynice</c:v>
                </c:pt>
                <c:pt idx="4342">
                  <c:v>sugar_spice_and_nice</c:v>
                </c:pt>
                <c:pt idx="4343">
                  <c:v>sugarpiehoneybunch77</c:v>
                </c:pt>
                <c:pt idx="4344">
                  <c:v>sugarpiehoneybunch209</c:v>
                </c:pt>
                <c:pt idx="4345">
                  <c:v>sugar_pie_honey_bun1</c:v>
                </c:pt>
                <c:pt idx="4346">
                  <c:v>sugar_lollipop_cherryblue</c:v>
                </c:pt>
                <c:pt idx="4347">
                  <c:v>sugarhillunderground</c:v>
                </c:pt>
                <c:pt idx="4348">
                  <c:v>sugarhighkittenlayout</c:v>
                </c:pt>
                <c:pt idx="4349">
                  <c:v>sugar_coated_poison_apple</c:v>
                </c:pt>
                <c:pt idx="4350">
                  <c:v>sugarbunnyandlovedove</c:v>
                </c:pt>
                <c:pt idx="4351">
                  <c:v>sugaranspiceverythingnice</c:v>
                </c:pt>
                <c:pt idx="4352">
                  <c:v>suffragettesoundmachine</c:v>
                </c:pt>
                <c:pt idx="4353">
                  <c:v>suffocatingsightrock</c:v>
                </c:pt>
                <c:pt idx="4354">
                  <c:v>sufferingtheaftermath091</c:v>
                </c:pt>
                <c:pt idx="4355">
                  <c:v>sufferingfromboredom</c:v>
                </c:pt>
                <c:pt idx="4356">
                  <c:v>sufferingforsurvival</c:v>
                </c:pt>
                <c:pt idx="4357">
                  <c:v>suddenrushfanclub143</c:v>
                </c:pt>
                <c:pt idx="4358">
                  <c:v>suddenlybeautifulmusic</c:v>
                </c:pt>
                <c:pt idx="4359">
                  <c:v>suddendeathfromabove</c:v>
                </c:pt>
                <c:pt idx="4360">
                  <c:v>suckdick_21time4free</c:v>
                </c:pt>
                <c:pt idx="4361">
                  <c:v>suchreallyawfulpoetry</c:v>
                </c:pt>
                <c:pt idx="4362">
                  <c:v>successfulfailurerock</c:v>
                </c:pt>
                <c:pt idx="4363">
                  <c:v>subzonerecordingstudio</c:v>
                </c:pt>
                <c:pt idx="4364">
                  <c:v>subzeroprojectvulcan</c:v>
                </c:pt>
                <c:pt idx="4365">
                  <c:v>subway_eat_fresh_101</c:v>
                </c:pt>
                <c:pt idx="4366">
                  <c:v>suburbanhousehusband</c:v>
                </c:pt>
                <c:pt idx="4367">
                  <c:v>suburbanestatebluesband</c:v>
                </c:pt>
                <c:pt idx="4368">
                  <c:v>suburbanacidsaturation</c:v>
                </c:pt>
                <c:pt idx="4369">
                  <c:v>subundergroundnorcal</c:v>
                </c:pt>
                <c:pt idx="4370">
                  <c:v>subterraneanhomesickgirl</c:v>
                </c:pt>
                <c:pt idx="4371">
                  <c:v>submissivelilpandabear</c:v>
                </c:pt>
                <c:pt idx="4372">
                  <c:v>submission_under_torture</c:v>
                </c:pt>
                <c:pt idx="4373">
                  <c:v>subliminalsocietybassist</c:v>
                </c:pt>
                <c:pt idx="4374">
                  <c:v>subliminalsearchengine</c:v>
                </c:pt>
                <c:pt idx="4375">
                  <c:v>sublimeeyeentertainment</c:v>
                </c:pt>
                <c:pt idx="4376">
                  <c:v>subconsciousrageband</c:v>
                </c:pt>
                <c:pt idx="4377">
                  <c:v>stylishsouthernbelle</c:v>
                </c:pt>
                <c:pt idx="4378">
                  <c:v>stylesandbreezesonic</c:v>
                </c:pt>
                <c:pt idx="4379">
                  <c:v>stylesandbreezeofficial</c:v>
                </c:pt>
                <c:pt idx="4380">
                  <c:v>styleoversubstancemusic</c:v>
                </c:pt>
                <c:pt idx="4381">
                  <c:v>stupid_white_cracker</c:v>
                </c:pt>
                <c:pt idx="4382">
                  <c:v>stupidtwoeyedhamster</c:v>
                </c:pt>
                <c:pt idx="4383">
                  <c:v>stupidretardedmonkey</c:v>
                </c:pt>
                <c:pt idx="4384">
                  <c:v>stupidpeoplearebreeding</c:v>
                </c:pt>
                <c:pt idx="4385">
                  <c:v>stupidfuckingbeanerspik</c:v>
                </c:pt>
                <c:pt idx="4386">
                  <c:v>stupidfacedannoyingbast</c:v>
                </c:pt>
                <c:pt idx="4387">
                  <c:v>stupidcocksuckingwhiteguy</c:v>
                </c:pt>
                <c:pt idx="4388">
                  <c:v>stupidblondesarebetter</c:v>
                </c:pt>
                <c:pt idx="4389">
                  <c:v>stupid_beyond_belief</c:v>
                </c:pt>
                <c:pt idx="4390">
                  <c:v>stupid_and_contagious09</c:v>
                </c:pt>
                <c:pt idx="4391">
                  <c:v>stuntvilleentertainment</c:v>
                </c:pt>
                <c:pt idx="4392">
                  <c:v>stunnerwearingsuperstar</c:v>
                </c:pt>
                <c:pt idx="4393">
                  <c:v>stumblingthroughecstasy</c:v>
                </c:pt>
                <c:pt idx="4394">
                  <c:v>stuffnobodycaresabout</c:v>
                </c:pt>
                <c:pt idx="4395">
                  <c:v>stuffedclownfromhell</c:v>
                </c:pt>
                <c:pt idx="4396">
                  <c:v>stuffedanimalstarship</c:v>
                </c:pt>
                <c:pt idx="4397">
                  <c:v>studioprimephotography</c:v>
                </c:pt>
                <c:pt idx="4398">
                  <c:v>studentworkspainting</c:v>
                </c:pt>
                <c:pt idx="4399">
                  <c:v>studentventurecarrollton</c:v>
                </c:pt>
                <c:pt idx="4400">
                  <c:v>studentsocialistcoalition</c:v>
                </c:pt>
                <c:pt idx="4401">
                  <c:v>studentbodyuniversity</c:v>
                </c:pt>
                <c:pt idx="4402">
                  <c:v>studentbluestravel4less</c:v>
                </c:pt>
                <c:pt idx="4403">
                  <c:v>stuckwiththisnameforever</c:v>
                </c:pt>
                <c:pt idx="4404">
                  <c:v>stuck_with_this_name</c:v>
                </c:pt>
                <c:pt idx="4405">
                  <c:v>stuckmusiclikequicksand</c:v>
                </c:pt>
                <c:pt idx="4406">
                  <c:v>stuartthespringerspaniel</c:v>
                </c:pt>
                <c:pt idx="4407">
                  <c:v>stuart_penis_dick_jackson</c:v>
                </c:pt>
                <c:pt idx="4408">
                  <c:v>stuart_gilligan_griffin</c:v>
                </c:pt>
                <c:pt idx="4409">
                  <c:v>strychninestonerrock</c:v>
                </c:pt>
                <c:pt idx="4410">
                  <c:v>strugglingtobeindependent</c:v>
                </c:pt>
                <c:pt idx="4411">
                  <c:v>strong_wrestler_girl</c:v>
                </c:pt>
                <c:pt idx="4412">
                  <c:v>strongphenomenalwoman</c:v>
                </c:pt>
                <c:pt idx="4413">
                  <c:v>strong_heart_formula</c:v>
                </c:pt>
                <c:pt idx="4414">
                  <c:v>strong_but_sensitive</c:v>
                </c:pt>
                <c:pt idx="4415">
                  <c:v>strongbutheartbroken08</c:v>
                </c:pt>
                <c:pt idx="4416">
                  <c:v>strivingforgreatness</c:v>
                </c:pt>
                <c:pt idx="4417">
                  <c:v>strivingforcerridwen</c:v>
                </c:pt>
                <c:pt idx="4418">
                  <c:v>strippokerallnightlong</c:v>
                </c:pt>
                <c:pt idx="4419">
                  <c:v>strippedconcertseries</c:v>
                </c:pt>
                <c:pt idx="4420">
                  <c:v>stringtheguitarslowly</c:v>
                </c:pt>
                <c:pt idx="4421">
                  <c:v>strikergibsonexplorer</c:v>
                </c:pt>
                <c:pt idx="4422">
                  <c:v>strictnonnuditypolicy</c:v>
                </c:pt>
                <c:pt idx="4423">
                  <c:v>strictlyjazzentertainment</c:v>
                </c:pt>
                <c:pt idx="4424">
                  <c:v>strictlychilternlover</c:v>
                </c:pt>
                <c:pt idx="4425">
                  <c:v>strictly4thaladies88</c:v>
                </c:pt>
                <c:pt idx="4426">
                  <c:v>stricklandperformance</c:v>
                </c:pt>
                <c:pt idx="4427">
                  <c:v>stretchyourrubberband</c:v>
                </c:pt>
                <c:pt idx="4428">
                  <c:v>stress_insanity_chaos_fun</c:v>
                </c:pt>
                <c:pt idx="4429">
                  <c:v>strengththroughbrutality</c:v>
                </c:pt>
                <c:pt idx="4430">
                  <c:v>street_warrior_leader</c:v>
                </c:pt>
                <c:pt idx="4431">
                  <c:v>streetstrappedracing</c:v>
                </c:pt>
                <c:pt idx="4432">
                  <c:v>streetsquadentertainment0</c:v>
                </c:pt>
                <c:pt idx="4433">
                  <c:v>streetmusicentertainment</c:v>
                </c:pt>
                <c:pt idx="4434">
                  <c:v>streetmixentertainment</c:v>
                </c:pt>
                <c:pt idx="4435">
                  <c:v>streetlightmanifesto123</c:v>
                </c:pt>
                <c:pt idx="4436">
                  <c:v>streetlightmanifesto</c:v>
                </c:pt>
                <c:pt idx="4437">
                  <c:v>streetlightcurfewmusic</c:v>
                </c:pt>
                <c:pt idx="4438">
                  <c:v>streetlevel_management</c:v>
                </c:pt>
                <c:pt idx="4439">
                  <c:v>streetknowledgemedia</c:v>
                </c:pt>
                <c:pt idx="4440">
                  <c:v>streetjusticehelicopter</c:v>
                </c:pt>
                <c:pt idx="4441">
                  <c:v>streetgangdancefight</c:v>
                </c:pt>
                <c:pt idx="4442">
                  <c:v>streetempireentertainment</c:v>
                </c:pt>
                <c:pt idx="4443">
                  <c:v>streetdreamsent4life</c:v>
                </c:pt>
                <c:pt idx="4444">
                  <c:v>streetdancer_funkymonkey3</c:v>
                </c:pt>
                <c:pt idx="4445">
                  <c:v>streetcornerrecording</c:v>
                </c:pt>
                <c:pt idx="4446">
                  <c:v>streetcornerjunction</c:v>
                </c:pt>
                <c:pt idx="4447">
                  <c:v>streetchoirmanagement</c:v>
                </c:pt>
                <c:pt idx="4448">
                  <c:v>straythoodissmokedout</c:v>
                </c:pt>
                <c:pt idx="4449">
                  <c:v>stray_jacket_feeling</c:v>
                </c:pt>
                <c:pt idx="4450">
                  <c:v>strawburry_shortcake</c:v>
                </c:pt>
                <c:pt idx="4451">
                  <c:v>strawberry_water_addict</c:v>
                </c:pt>
                <c:pt idx="4452">
                  <c:v>strawberrysophisticake</c:v>
                </c:pt>
                <c:pt idx="4453">
                  <c:v>strawberryshort_stephie</c:v>
                </c:pt>
                <c:pt idx="4454">
                  <c:v>strawberryshortstack1234</c:v>
                </c:pt>
                <c:pt idx="4455">
                  <c:v>strawberryshortkate1</c:v>
                </c:pt>
                <c:pt idx="4456">
                  <c:v>strawberryshortcakeland</c:v>
                </c:pt>
                <c:pt idx="4457">
                  <c:v>strawberryshortcake_kayla</c:v>
                </c:pt>
                <c:pt idx="4458">
                  <c:v>strawberry_shortcake_gene</c:v>
                </c:pt>
                <c:pt idx="4459">
                  <c:v>strawberryshortcakedance</c:v>
                </c:pt>
                <c:pt idx="4460">
                  <c:v>strawberry_short_cake88</c:v>
                </c:pt>
                <c:pt idx="4461">
                  <c:v>strawberryshort_cake_1</c:v>
                </c:pt>
                <c:pt idx="4462">
                  <c:v>strawberrysherbert99</c:v>
                </c:pt>
                <c:pt idx="4463">
                  <c:v>strawberrysandcream74</c:v>
                </c:pt>
                <c:pt idx="4464">
                  <c:v>strawberrysandchocolate1</c:v>
                </c:pt>
                <c:pt idx="4465">
                  <c:v>strawberry_princessgirl</c:v>
                </c:pt>
                <c:pt idx="4466">
                  <c:v>strawberrypoochpopper</c:v>
                </c:pt>
                <c:pt idx="4467">
                  <c:v>strawberryplusbanana</c:v>
                </c:pt>
                <c:pt idx="4468">
                  <c:v>strawberrymusictwist</c:v>
                </c:pt>
                <c:pt idx="4469">
                  <c:v>strawberrymaryforever</c:v>
                </c:pt>
                <c:pt idx="4470">
                  <c:v>strawberrylollypop101</c:v>
                </c:pt>
                <c:pt idx="4471">
                  <c:v>strawberrykiwibanana</c:v>
                </c:pt>
                <c:pt idx="4472">
                  <c:v>strawberry_icecream88</c:v>
                </c:pt>
                <c:pt idx="4473">
                  <c:v>strawberryicecream25</c:v>
                </c:pt>
                <c:pt idx="4474">
                  <c:v>strawberryhotchocolate</c:v>
                </c:pt>
                <c:pt idx="4475">
                  <c:v>strawberrygirlamanda</c:v>
                </c:pt>
                <c:pt idx="4476">
                  <c:v>strawberryflavoredchapstick</c:v>
                </c:pt>
                <c:pt idx="4477">
                  <c:v>strawberrydelightprincess</c:v>
                </c:pt>
                <c:pt idx="4478">
                  <c:v>strawberrycrestcheer</c:v>
                </c:pt>
                <c:pt idx="4479">
                  <c:v>strawberrycheesecakeloo</c:v>
                </c:pt>
                <c:pt idx="4480">
                  <c:v>strawberryblondemegan</c:v>
                </c:pt>
                <c:pt idx="4481">
                  <c:v>strawberrybeckytoosexy</c:v>
                </c:pt>
                <c:pt idx="4482">
                  <c:v>strawberryandcoconut</c:v>
                </c:pt>
                <c:pt idx="4483">
                  <c:v>strawberry_aka_priscilla</c:v>
                </c:pt>
                <c:pt idx="4484">
                  <c:v>strawberrieshortcake43</c:v>
                </c:pt>
                <c:pt idx="4485">
                  <c:v>strawberriesandcreambaby</c:v>
                </c:pt>
                <c:pt idx="4486">
                  <c:v>strawberriesandcream87</c:v>
                </c:pt>
                <c:pt idx="4487">
                  <c:v>strawberriesandcream420</c:v>
                </c:pt>
                <c:pt idx="4488">
                  <c:v>strawberriesandchampagne</c:v>
                </c:pt>
                <c:pt idx="4489">
                  <c:v>strawberrie_lemonade</c:v>
                </c:pt>
                <c:pt idx="4490">
                  <c:v>strawbarry_vanilla_cream</c:v>
                </c:pt>
                <c:pt idx="4491">
                  <c:v>Strawbarryshortcakepie</c:v>
                </c:pt>
                <c:pt idx="4492">
                  <c:v>strangerwithcandy414</c:v>
                </c:pt>
                <c:pt idx="4493">
                  <c:v>strangerthanyoursympathy_</c:v>
                </c:pt>
                <c:pt idx="4494">
                  <c:v>strangerswithcandymovie</c:v>
                </c:pt>
                <c:pt idx="4495">
                  <c:v>strangersonthefootpath</c:v>
                </c:pt>
                <c:pt idx="4496">
                  <c:v>strangerdangerbeware</c:v>
                </c:pt>
                <c:pt idx="4497">
                  <c:v>strange_and_mysterious</c:v>
                </c:pt>
                <c:pt idx="4498">
                  <c:v>straitthroughtheheart13</c:v>
                </c:pt>
                <c:pt idx="4499">
                  <c:v>straithoodentertainment</c:v>
                </c:pt>
                <c:pt idx="4500">
                  <c:v>straightupgangster4life</c:v>
                </c:pt>
                <c:pt idx="4501">
                  <c:v>straightupcountrychick</c:v>
                </c:pt>
                <c:pt idx="4502">
                  <c:v>straightprideworldwide</c:v>
                </c:pt>
                <c:pt idx="4503">
                  <c:v>straightoutthecountry</c:v>
                </c:pt>
                <c:pt idx="4504">
                  <c:v>straightjacketstreetorgy</c:v>
                </c:pt>
                <c:pt idx="4505">
                  <c:v>straightjacketrebellion</c:v>
                </c:pt>
                <c:pt idx="4506">
                  <c:v>straightjacketcabaret</c:v>
                </c:pt>
                <c:pt idx="4507">
                  <c:v>straight_hood_09baby</c:v>
                </c:pt>
                <c:pt idx="4508">
                  <c:v>straightfromtheutter</c:v>
                </c:pt>
                <c:pt idx="4509">
                  <c:v>straightfromtheshoulder</c:v>
                </c:pt>
                <c:pt idx="4510">
                  <c:v>straight_for_life_102</c:v>
                </c:pt>
                <c:pt idx="4511">
                  <c:v>straight_edge_warrior</c:v>
                </c:pt>
                <c:pt idx="4512">
                  <c:v>straight_edge_photography</c:v>
                </c:pt>
                <c:pt idx="4513">
                  <c:v>straightedgefourlife</c:v>
                </c:pt>
                <c:pt idx="4514">
                  <c:v>straight_east_oakland</c:v>
                </c:pt>
                <c:pt idx="4515">
                  <c:v>straightdirtythuggin</c:v>
                </c:pt>
                <c:pt idx="4516">
                  <c:v>straight_country_boy</c:v>
                </c:pt>
                <c:pt idx="4517">
                  <c:v>stoutjunt_lilwinterfresh</c:v>
                </c:pt>
                <c:pt idx="4518">
                  <c:v>storylinephotography</c:v>
                </c:pt>
                <c:pt idx="4519">
                  <c:v>stormyweatherconnection</c:v>
                </c:pt>
                <c:pt idx="4520">
                  <c:v>stormstaticsleeprock</c:v>
                </c:pt>
                <c:pt idx="4521">
                  <c:v>stormcellarsoccerbar</c:v>
                </c:pt>
                <c:pt idx="4522">
                  <c:v>storeboughthappiness</c:v>
                </c:pt>
                <c:pt idx="4523">
                  <c:v>storageanddisposalmusic</c:v>
                </c:pt>
                <c:pt idx="4524">
                  <c:v>stopthisdoublesuicide___</c:v>
                </c:pt>
                <c:pt idx="4525">
                  <c:v>stopsuckingcorporatecock</c:v>
                </c:pt>
                <c:pt idx="4526">
                  <c:v>stop_its_hammer_time2010</c:v>
                </c:pt>
                <c:pt idx="4527">
                  <c:v>stopinfantcircumcision</c:v>
                </c:pt>
                <c:pt idx="4528">
                  <c:v>stop_humping_the_weed</c:v>
                </c:pt>
                <c:pt idx="4529">
                  <c:v>stophumantrafficking</c:v>
                </c:pt>
                <c:pt idx="4530">
                  <c:v>stophatingandgetalife</c:v>
                </c:pt>
                <c:pt idx="4531">
                  <c:v>stopfightingstartkissing</c:v>
                </c:pt>
                <c:pt idx="4532">
                  <c:v>stop_eating_the_paste</c:v>
                </c:pt>
                <c:pt idx="4533">
                  <c:v>stopbeingwhatyouarent123</c:v>
                </c:pt>
                <c:pt idx="4534">
                  <c:v>stopakin_likejackson</c:v>
                </c:pt>
                <c:pt idx="4535">
                  <c:v>stonewallnoiseorchestra</c:v>
                </c:pt>
                <c:pt idx="4536">
                  <c:v>stonethatthabuilderrefuse</c:v>
                </c:pt>
                <c:pt idx="4537">
                  <c:v>stoner4lifeandever9</c:v>
                </c:pt>
                <c:pt idx="4538">
                  <c:v>stone_paper_scissors</c:v>
                </c:pt>
                <c:pt idx="4539">
                  <c:v>stonemountainunderground</c:v>
                </c:pt>
                <c:pt idx="4540">
                  <c:v>stonefaceandterminal</c:v>
                </c:pt>
                <c:pt idx="4541">
                  <c:v>stonedmonkeysoftware</c:v>
                </c:pt>
                <c:pt idx="4542">
                  <c:v>stonecoldrattlesnake4life</c:v>
                </c:pt>
                <c:pt idx="4543">
                  <c:v>stonecoldmike2000yahoo</c:v>
                </c:pt>
                <c:pt idx="4544">
                  <c:v>stonecliffmusicgroup</c:v>
                </c:pt>
                <c:pt idx="4545">
                  <c:v>stonecircleconspiracy</c:v>
                </c:pt>
                <c:pt idx="4546">
                  <c:v>stompinggroundsmusic</c:v>
                </c:pt>
                <c:pt idx="4547">
                  <c:v>stolensilencedrummer</c:v>
                </c:pt>
                <c:pt idx="4548">
                  <c:v>stolen_monkeypendrive</c:v>
                </c:pt>
                <c:pt idx="4549">
                  <c:v>stolen_identity_band</c:v>
                </c:pt>
                <c:pt idx="4550">
                  <c:v>stolencamerafilmcompany</c:v>
                </c:pt>
                <c:pt idx="4551">
                  <c:v>stolenbrownevergreen</c:v>
                </c:pt>
                <c:pt idx="4552">
                  <c:v>stoicarmyphiladelphia</c:v>
                </c:pt>
                <c:pt idx="4553">
                  <c:v>stoicarmyakroncanton</c:v>
                </c:pt>
                <c:pt idx="4554">
                  <c:v>stockingtops_flasher</c:v>
                </c:pt>
                <c:pt idx="4555">
                  <c:v>stinkfingeroverdrive</c:v>
                </c:pt>
                <c:pt idx="4556">
                  <c:v>still_waiting_Sierra</c:v>
                </c:pt>
                <c:pt idx="4557">
                  <c:v>stillwaitingforsatan</c:v>
                </c:pt>
                <c:pt idx="4558">
                  <c:v>stillwaitingforguffman</c:v>
                </c:pt>
                <c:pt idx="4559">
                  <c:v>stillwaitingforgodot</c:v>
                </c:pt>
                <c:pt idx="4560">
                  <c:v>stilltheonlynameavailable</c:v>
                </c:pt>
                <c:pt idx="4561">
                  <c:v>stillstanding_danielle</c:v>
                </c:pt>
                <c:pt idx="4562">
                  <c:v>stillstandingclothing</c:v>
                </c:pt>
                <c:pt idx="4563">
                  <c:v>stillsomethingserious</c:v>
                </c:pt>
                <c:pt idx="4564">
                  <c:v>stillsilentlyfalling</c:v>
                </c:pt>
                <c:pt idx="4565">
                  <c:v>stillsearchingforlife</c:v>
                </c:pt>
                <c:pt idx="4566">
                  <c:v>stillplayswithtrucks</c:v>
                </c:pt>
                <c:pt idx="4567">
                  <c:v>stillnotgettinganyeither</c:v>
                </c:pt>
                <c:pt idx="4568">
                  <c:v>stillnastyhardrockband</c:v>
                </c:pt>
                <c:pt idx="4569">
                  <c:v>stillmissinginaction</c:v>
                </c:pt>
                <c:pt idx="4570">
                  <c:v>still_loving_shannon</c:v>
                </c:pt>
                <c:pt idx="4571">
                  <c:v>still_loveing_that_girl</c:v>
                </c:pt>
                <c:pt idx="4572">
                  <c:v>stilllookinglakeview</c:v>
                </c:pt>
                <c:pt idx="4573">
                  <c:v>stilllifephotography</c:v>
                </c:pt>
                <c:pt idx="4574">
                  <c:v>still_kicking4family</c:v>
                </c:pt>
                <c:pt idx="4575">
                  <c:v>stilljennifromthablock</c:v>
                </c:pt>
                <c:pt idx="4576">
                  <c:v>stilldesperate4attention</c:v>
                </c:pt>
                <c:pt idx="4577">
                  <c:v>stilldeadbutdreaming</c:v>
                </c:pt>
                <c:pt idx="4578">
                  <c:v>still_dazed_and_confused</c:v>
                </c:pt>
                <c:pt idx="4579">
                  <c:v>stillbutseldomsilent</c:v>
                </c:pt>
                <c:pt idx="4580">
                  <c:v>still_aint_forgave_myself</c:v>
                </c:pt>
                <c:pt idx="4581">
                  <c:v>stiffbridgesisfallingdown</c:v>
                </c:pt>
                <c:pt idx="4582">
                  <c:v>sticktogetherharbison</c:v>
                </c:pt>
                <c:pt idx="4583">
                  <c:v>stickslikeglueandwater</c:v>
                </c:pt>
                <c:pt idx="4584">
                  <c:v>steventhelonelyoneforever</c:v>
                </c:pt>
                <c:pt idx="4585">
                  <c:v>stevensonrealtygroup</c:v>
                </c:pt>
                <c:pt idx="4586">
                  <c:v>steven_lori_2gether4ever</c:v>
                </c:pt>
                <c:pt idx="4587">
                  <c:v>stevenjeffreymitchell</c:v>
                </c:pt>
                <c:pt idx="4588">
                  <c:v>steven_aka_ghost_rip_2pac</c:v>
                </c:pt>
                <c:pt idx="4589">
                  <c:v>sterling_silver_angel</c:v>
                </c:pt>
                <c:pt idx="4590">
                  <c:v>sterlingmarlinrevolution</c:v>
                </c:pt>
                <c:pt idx="4591">
                  <c:v>sterlinghealthcenter</c:v>
                </c:pt>
                <c:pt idx="4592">
                  <c:v>sterilizeandexterminate</c:v>
                </c:pt>
                <c:pt idx="4593">
                  <c:v>stereotransmitteddisease</c:v>
                </c:pt>
                <c:pt idx="4594">
                  <c:v>stephenwilkinson1983</c:v>
                </c:pt>
                <c:pt idx="4595">
                  <c:v>stephentaylorfanclub</c:v>
                </c:pt>
                <c:pt idx="4596">
                  <c:v>stephenrockfordhammond</c:v>
                </c:pt>
                <c:pt idx="4597">
                  <c:v>stephenieanddevin4eva</c:v>
                </c:pt>
                <c:pt idx="4598">
                  <c:v>stephengibsonrealtor</c:v>
                </c:pt>
                <c:pt idx="4599">
                  <c:v>stephenandlauratimmons</c:v>
                </c:pt>
                <c:pt idx="4600">
                  <c:v>stephaniewardfitlife</c:v>
                </c:pt>
                <c:pt idx="4601">
                  <c:v>stephanietownsend123</c:v>
                </c:pt>
                <c:pt idx="4602">
                  <c:v>stephaniethewonderful</c:v>
                </c:pt>
                <c:pt idx="4603">
                  <c:v>stephanie_the_princess9</c:v>
                </c:pt>
                <c:pt idx="4604">
                  <c:v>stephanie_the_princess</c:v>
                </c:pt>
                <c:pt idx="4605">
                  <c:v>stephanie_still_here</c:v>
                </c:pt>
                <c:pt idx="4606">
                  <c:v>stephanie_stevenson14</c:v>
                </c:pt>
                <c:pt idx="4607">
                  <c:v>StephanieStarStylist</c:v>
                </c:pt>
                <c:pt idx="4608">
                  <c:v>stephaniespoiledbrat</c:v>
                </c:pt>
                <c:pt idx="4609">
                  <c:v>stephaniesmithcollins</c:v>
                </c:pt>
                <c:pt idx="4610">
                  <c:v>stephanie.sidebottom</c:v>
                </c:pt>
                <c:pt idx="4611">
                  <c:v>stephanie_senior_wish</c:v>
                </c:pt>
                <c:pt idx="4612">
                  <c:v>stephanieschneiderman</c:v>
                </c:pt>
                <c:pt idx="4613">
                  <c:v>stephanieroserealestate</c:v>
                </c:pt>
                <c:pt idx="4614">
                  <c:v>stephanie_newfiegirl</c:v>
                </c:pt>
                <c:pt idx="4615">
                  <c:v>stephaniemolina_was_here</c:v>
                </c:pt>
                <c:pt idx="4616">
                  <c:v>stephanie_marie_elizabeth</c:v>
                </c:pt>
                <c:pt idx="4617">
                  <c:v>stephanie_mackara_bitch</c:v>
                </c:pt>
                <c:pt idx="4618">
                  <c:v>stephanielynneporter</c:v>
                </c:pt>
                <c:pt idx="4619">
                  <c:v>stephanielorainchabot</c:v>
                </c:pt>
                <c:pt idx="4620">
                  <c:v>stephanielaurencooper</c:v>
                </c:pt>
                <c:pt idx="4621">
                  <c:v>stephaniekellyclarksonfan</c:v>
                </c:pt>
                <c:pt idx="4622">
                  <c:v>stephaniehollyalyssa</c:v>
                </c:pt>
                <c:pt idx="4623">
                  <c:v>stephaniehannahlouise</c:v>
                </c:pt>
                <c:pt idx="4624">
                  <c:v>stephaniegrahamhenna</c:v>
                </c:pt>
                <c:pt idx="4625">
                  <c:v>stephanie_gill_watson</c:v>
                </c:pt>
                <c:pt idx="4626">
                  <c:v>stephanie_fox_rox_101</c:v>
                </c:pt>
                <c:pt idx="4627">
                  <c:v>stephaniedenisesmith</c:v>
                </c:pt>
                <c:pt idx="4628">
                  <c:v>stephaniecookmadison</c:v>
                </c:pt>
                <c:pt idx="4629">
                  <c:v>stephanie_chad_becky</c:v>
                </c:pt>
                <c:pt idx="4630">
                  <c:v>stephanie_brown_spoiler</c:v>
                </c:pt>
                <c:pt idx="4631">
                  <c:v>stephanie.arellano73</c:v>
                </c:pt>
                <c:pt idx="4632">
                  <c:v>stephanie_ann_barbie</c:v>
                </c:pt>
                <c:pt idx="4633">
                  <c:v>stephanie_and_eddie_4ever</c:v>
                </c:pt>
                <c:pt idx="4634">
                  <c:v>stephanie_and_chrisbrown</c:v>
                </c:pt>
                <c:pt idx="4635">
                  <c:v>stephanieanastasiadis</c:v>
                </c:pt>
                <c:pt idx="4636">
                  <c:v>stephanie_aka_barbie</c:v>
                </c:pt>
                <c:pt idx="4637">
                  <c:v>stephanie_aka_auntie</c:v>
                </c:pt>
                <c:pt idx="4638">
                  <c:v>stephanie0tinkerbell</c:v>
                </c:pt>
                <c:pt idx="4639">
                  <c:v>stepboo_eric_forever</c:v>
                </c:pt>
                <c:pt idx="4640">
                  <c:v>stella_the_slash_fan</c:v>
                </c:pt>
                <c:pt idx="4641">
                  <c:v>stellastephaniebarker</c:v>
                </c:pt>
                <c:pt idx="4642">
                  <c:v>stella_bella_hudgens01</c:v>
                </c:pt>
                <c:pt idx="4643">
                  <c:v>stella_bella_cinderella</c:v>
                </c:pt>
                <c:pt idx="4644">
                  <c:v>stella_always_and_forever</c:v>
                </c:pt>
                <c:pt idx="4645">
                  <c:v>stein_the_new_world_order</c:v>
                </c:pt>
                <c:pt idx="4646">
                  <c:v>steinbergtalentmanagement</c:v>
                </c:pt>
                <c:pt idx="4647">
                  <c:v>steeldragonentertainment</c:v>
                </c:pt>
                <c:pt idx="4648">
                  <c:v>steeldownentertainment</c:v>
                </c:pt>
                <c:pt idx="4649">
                  <c:v>steelcityhooligan_719</c:v>
                </c:pt>
                <c:pt idx="4650">
                  <c:v>steampoweredairplane</c:v>
                </c:pt>
                <c:pt idx="4651">
                  <c:v>stealthy_silver_wolf</c:v>
                </c:pt>
                <c:pt idx="4652">
                  <c:v>stealthyanddangerous</c:v>
                </c:pt>
                <c:pt idx="4653">
                  <c:v>stealth_matty_rogers</c:v>
                </c:pt>
                <c:pt idx="4654">
                  <c:v>stealth_assault_team</c:v>
                </c:pt>
                <c:pt idx="4655">
                  <c:v>stay_with_you_forever</c:v>
                </c:pt>
                <c:pt idx="4656">
                  <c:v>staysideways_neverlift</c:v>
                </c:pt>
                <c:pt idx="4657">
                  <c:v>staypuffedmarshmellowchic</c:v>
                </c:pt>
                <c:pt idx="4658">
                  <c:v>staypuffedmarshmallowfuncrew</c:v>
                </c:pt>
                <c:pt idx="4659">
                  <c:v>staying_alive_for_death</c:v>
                </c:pt>
                <c:pt idx="4660">
                  <c:v>stayhighlovepeaceturtle</c:v>
                </c:pt>
                <c:pt idx="4661">
                  <c:v>stayhighallday420ripjake</c:v>
                </c:pt>
                <c:pt idx="4662">
                  <c:v>staygoldenponyboycow</c:v>
                </c:pt>
                <c:pt idx="4663">
                  <c:v>stay_fresh_till_death</c:v>
                </c:pt>
                <c:pt idx="4664">
                  <c:v>stayfreshentertainment</c:v>
                </c:pt>
                <c:pt idx="4665">
                  <c:v>stayfittedentertainment</c:v>
                </c:pt>
                <c:pt idx="4666">
                  <c:v>stayawayfromthevoodoo</c:v>
                </c:pt>
                <c:pt idx="4667">
                  <c:v>stayalive_lovewillcome</c:v>
                </c:pt>
                <c:pt idx="4668">
                  <c:v>statusmagazine_atlanta</c:v>
                </c:pt>
                <c:pt idx="4669">
                  <c:v>statuesquetheepitome</c:v>
                </c:pt>
                <c:pt idx="4670">
                  <c:v>statingtheobviousquot</c:v>
                </c:pt>
                <c:pt idx="4671">
                  <c:v>static_town_themetune</c:v>
                </c:pt>
                <c:pt idx="4672">
                  <c:v>staticloungenightclub</c:v>
                </c:pt>
                <c:pt idx="4673">
                  <c:v>starvoyagerentertainment</c:v>
                </c:pt>
                <c:pt idx="4674">
                  <c:v>starvingforperfection9</c:v>
                </c:pt>
                <c:pt idx="4675">
                  <c:v>starvationforperfection</c:v>
                </c:pt>
                <c:pt idx="4676">
                  <c:v>startingoveranimalrescue</c:v>
                </c:pt>
                <c:pt idx="4677">
                  <c:v>star_spangled_butterfly</c:v>
                </c:pt>
                <c:pt idx="4678">
                  <c:v>starry_eyed_surprise_23</c:v>
                </c:pt>
                <c:pt idx="4679">
                  <c:v>starryeyedsurprise007</c:v>
                </c:pt>
                <c:pt idx="4680">
                  <c:v>starry_eyed_something</c:v>
                </c:pt>
                <c:pt idx="4681">
                  <c:v>starry_eyed_daisy_dreamer</c:v>
                </c:pt>
                <c:pt idx="4682">
                  <c:v>starry_eyed_brunette23</c:v>
                </c:pt>
                <c:pt idx="4683">
                  <c:v>starryeyedandscreaming</c:v>
                </c:pt>
                <c:pt idx="4684">
                  <c:v>starringthelovelyamanda</c:v>
                </c:pt>
                <c:pt idx="4685">
                  <c:v>starlightterracedaycare</c:v>
                </c:pt>
                <c:pt idx="4686">
                  <c:v>StarlightstarbrightCari</c:v>
                </c:pt>
                <c:pt idx="4687">
                  <c:v>starlightmillionfrontman</c:v>
                </c:pt>
                <c:pt idx="4688">
                  <c:v>starlight_and_starbright</c:v>
                </c:pt>
                <c:pt idx="4689">
                  <c:v>starlifeentertainment</c:v>
                </c:pt>
                <c:pt idx="4690">
                  <c:v>starjasminechrisbrown2</c:v>
                </c:pt>
                <c:pt idx="4691">
                  <c:v>starhalfbackgangster</c:v>
                </c:pt>
                <c:pt idx="4692">
                  <c:v>star_gazing_substance</c:v>
                </c:pt>
                <c:pt idx="4693">
                  <c:v>stargazingflowerfairy</c:v>
                </c:pt>
                <c:pt idx="4694">
                  <c:v>stargatespartanwarrior</c:v>
                </c:pt>
                <c:pt idx="4695">
                  <c:v>starfire_blue_moonlight</c:v>
                </c:pt>
                <c:pt idx="4696">
                  <c:v>starfire_and_robin_4ever</c:v>
                </c:pt>
                <c:pt idx="4697">
                  <c:v>starfightersuckerpunch</c:v>
                </c:pt>
                <c:pt idx="4698">
                  <c:v>stardustmemorialpark0002</c:v>
                </c:pt>
                <c:pt idx="4699">
                  <c:v>stardomboundentertainment</c:v>
                </c:pt>
                <c:pt idx="4700">
                  <c:v>stardirectionmanagement</c:v>
                </c:pt>
                <c:pt idx="4701">
                  <c:v>starcrossed_cantescape</c:v>
                </c:pt>
                <c:pt idx="4702">
                  <c:v>starclassicperformer</c:v>
                </c:pt>
                <c:pt idx="4703">
                  <c:v>starburstcandyaddict</c:v>
                </c:pt>
                <c:pt idx="4704">
                  <c:v>starburst_1_and_only</c:v>
                </c:pt>
                <c:pt idx="4705">
                  <c:v>starbucksislovelayout</c:v>
                </c:pt>
                <c:pt idx="4706">
                  <c:v>starbucknotthecoffee</c:v>
                </c:pt>
                <c:pt idx="4707">
                  <c:v>stanleyclarkgeorgeduke</c:v>
                </c:pt>
                <c:pt idx="4708">
                  <c:v>standstilllookpretty123</c:v>
                </c:pt>
                <c:pt idx="4709">
                  <c:v>standingbesidemyself</c:v>
                </c:pt>
                <c:pt idx="4710">
                  <c:v>standardtimesfootball</c:v>
                </c:pt>
                <c:pt idx="4711">
                  <c:v>standard_sedan_car_club</c:v>
                </c:pt>
                <c:pt idx="4712">
                  <c:v>standaloneoriginalchopper</c:v>
                </c:pt>
                <c:pt idx="4713">
                  <c:v>standaloneindividual</c:v>
                </c:pt>
                <c:pt idx="4714">
                  <c:v>_stand_alone_complex_</c:v>
                </c:pt>
                <c:pt idx="4715">
                  <c:v>standaloneagainstmany</c:v>
                </c:pt>
                <c:pt idx="4716">
                  <c:v>stalkingthemuseaustin</c:v>
                </c:pt>
                <c:pt idx="4717">
                  <c:v>stalker301198fordfusion2007</c:v>
                </c:pt>
                <c:pt idx="4718">
                  <c:v>staircasewitradioshow</c:v>
                </c:pt>
                <c:pt idx="4719">
                  <c:v>_stain_glass_suicide</c:v>
                </c:pt>
                <c:pt idx="4720">
                  <c:v>staffordcollegecharitygig</c:v>
                </c:pt>
                <c:pt idx="4721">
                  <c:v>staffdevelopmentcrew</c:v>
                </c:pt>
                <c:pt idx="4722">
                  <c:v>stacy_the_firebirdgirl</c:v>
                </c:pt>
                <c:pt idx="4723">
                  <c:v>stacy_thatmodelchick</c:v>
                </c:pt>
                <c:pt idx="4724">
                  <c:v>stacyleighphotographer</c:v>
                </c:pt>
                <c:pt idx="4725">
                  <c:v>stacie_straight_hair</c:v>
                </c:pt>
                <c:pt idx="4726">
                  <c:v>staceywasgroovermare</c:v>
                </c:pt>
                <c:pt idx="4727">
                  <c:v>staceynewsomesantiago</c:v>
                </c:pt>
                <c:pt idx="4728">
                  <c:v>staceydanspencergypsy</c:v>
                </c:pt>
                <c:pt idx="4729">
                  <c:v>stabyouwithaplasticknife</c:v>
                </c:pt>
                <c:pt idx="4730">
                  <c:v>stableartistmanagement</c:v>
                </c:pt>
                <c:pt idx="4731">
                  <c:v>squishsquashapplesauce</c:v>
                </c:pt>
                <c:pt idx="4732">
                  <c:v>squirrel_girl_cheryl</c:v>
                </c:pt>
                <c:pt idx="4733">
                  <c:v>squirrelgirl2therescue</c:v>
                </c:pt>
                <c:pt idx="4734">
                  <c:v>squeakyandsquishyforever</c:v>
                </c:pt>
                <c:pt idx="4735">
                  <c:v>squawgetsomefirewood</c:v>
                </c:pt>
                <c:pt idx="4736">
                  <c:v>square_circle_diamond</c:v>
                </c:pt>
                <c:pt idx="4737">
                  <c:v>spunkystupendoussara</c:v>
                </c:pt>
                <c:pt idx="4738">
                  <c:v>spunky_old_people_rock</c:v>
                </c:pt>
                <c:pt idx="4739">
                  <c:v>spunkyfunkychunkymonkey</c:v>
                </c:pt>
                <c:pt idx="4740">
                  <c:v>sprocketoldschoolpunk</c:v>
                </c:pt>
                <c:pt idx="4741">
                  <c:v>sprinklesparklefairy</c:v>
                </c:pt>
                <c:pt idx="4742">
                  <c:v>springsteenforpresident</c:v>
                </c:pt>
                <c:pt idx="4743">
                  <c:v>springridgecountrygirl</c:v>
                </c:pt>
                <c:pt idx="4744">
                  <c:v>springhillspiderparty</c:v>
                </c:pt>
                <c:pt idx="4745">
                  <c:v>springbreak200rosarito</c:v>
                </c:pt>
                <c:pt idx="4746">
                  <c:v>_spread_the_kissy_face_</c:v>
                </c:pt>
                <c:pt idx="4747">
                  <c:v>spottedpossumlover12</c:v>
                </c:pt>
                <c:pt idx="4748">
                  <c:v>spottedcowcreamandbean</c:v>
                </c:pt>
                <c:pt idx="4749">
                  <c:v>sportysweetsoutherngirl09</c:v>
                </c:pt>
                <c:pt idx="4750">
                  <c:v>sporty_arica_lovetoride</c:v>
                </c:pt>
                <c:pt idx="4751">
                  <c:v>sportswriterportfolio</c:v>
                </c:pt>
                <c:pt idx="4752">
                  <c:v>sportssassyintelligent</c:v>
                </c:pt>
                <c:pt idx="4753">
                  <c:v>sportspageportsmouth</c:v>
                </c:pt>
                <c:pt idx="4754">
                  <c:v>sportsfanforever41290</c:v>
                </c:pt>
                <c:pt idx="4755">
                  <c:v>sportsbaby9313_world</c:v>
                </c:pt>
                <c:pt idx="4756">
                  <c:v>sportsandloveequallife1</c:v>
                </c:pt>
                <c:pt idx="4757">
                  <c:v>sportsandentertainmentman</c:v>
                </c:pt>
                <c:pt idx="4758">
                  <c:v>sportsallstarforever</c:v>
                </c:pt>
                <c:pt idx="4759">
                  <c:v>sports_allstar452030</c:v>
                </c:pt>
                <c:pt idx="4760">
                  <c:v>sport_loving_machine</c:v>
                </c:pt>
                <c:pt idx="4761">
                  <c:v>sport_compact_fanatic</c:v>
                </c:pt>
                <c:pt idx="4762">
                  <c:v>spooner_andfifi_4eva</c:v>
                </c:pt>
                <c:pt idx="4763">
                  <c:v>spookymovementsonline</c:v>
                </c:pt>
                <c:pt idx="4764">
                  <c:v>spookcentralhereandnow</c:v>
                </c:pt>
                <c:pt idx="4765">
                  <c:v>spontaneouscombustionman</c:v>
                </c:pt>
                <c:pt idx="4766">
                  <c:v>spongesamsquarepants</c:v>
                </c:pt>
                <c:pt idx="4767">
                  <c:v>spongepantssquarebob</c:v>
                </c:pt>
                <c:pt idx="4768">
                  <c:v>sponge_dan_square_head</c:v>
                </c:pt>
                <c:pt idx="4769">
                  <c:v>spongechristianbookinglist</c:v>
                </c:pt>
                <c:pt idx="4770">
                  <c:v>SpongeBoob_SquareCock</c:v>
                </c:pt>
                <c:pt idx="4771">
                  <c:v>spongebongbluntpants</c:v>
                </c:pt>
                <c:pt idx="4772">
                  <c:v>spongebob_squarepants_rox</c:v>
                </c:pt>
                <c:pt idx="4773">
                  <c:v>spongebobsquarepantsgirl</c:v>
                </c:pt>
                <c:pt idx="4774">
                  <c:v>spongebob_squarepants_8</c:v>
                </c:pt>
                <c:pt idx="4775">
                  <c:v>spongebob_squarepants45</c:v>
                </c:pt>
                <c:pt idx="4776">
                  <c:v>spongebobsquarepants2092</c:v>
                </c:pt>
                <c:pt idx="4777">
                  <c:v>spongebobsquarepants17</c:v>
                </c:pt>
                <c:pt idx="4778">
                  <c:v>spongebobsquarepants09</c:v>
                </c:pt>
                <c:pt idx="4779">
                  <c:v>spongebob_squarepants01</c:v>
                </c:pt>
                <c:pt idx="4780">
                  <c:v>spongebobsquarepants01</c:v>
                </c:pt>
                <c:pt idx="4781">
                  <c:v>sponge_bob_square_pants_</c:v>
                </c:pt>
                <c:pt idx="4782">
                  <c:v>sponge_bob_lover_2005</c:v>
                </c:pt>
                <c:pt idx="4783">
                  <c:v>spongebob_crazylover</c:v>
                </c:pt>
                <c:pt idx="4784">
                  <c:v>spongebobclairepants</c:v>
                </c:pt>
                <c:pt idx="4785">
                  <c:v>spongebobbossypants11</c:v>
                </c:pt>
                <c:pt idx="4786">
                  <c:v>spongebob1squarepants</c:v>
                </c:pt>
                <c:pt idx="4787">
                  <c:v>spongebillroundpants</c:v>
                </c:pt>
                <c:pt idx="4788">
                  <c:v>spongebarbleatherpants</c:v>
                </c:pt>
                <c:pt idx="4789">
                  <c:v>spongbobsquarepants718</c:v>
                </c:pt>
                <c:pt idx="4790">
                  <c:v>spokenwordmusicseries</c:v>
                </c:pt>
                <c:pt idx="4791">
                  <c:v>spokanevalleyyounglife</c:v>
                </c:pt>
                <c:pt idx="4792">
                  <c:v>spokanefirstassembly</c:v>
                </c:pt>
                <c:pt idx="4793">
                  <c:v>spoilt_thestupidbitch</c:v>
                </c:pt>
                <c:pt idx="4794">
                  <c:v>spoiled_rotten_lil_brat</c:v>
                </c:pt>
                <c:pt idx="4795">
                  <c:v>spoiled_rotten_brat1989</c:v>
                </c:pt>
                <c:pt idx="4796">
                  <c:v>spoiledrottenbitch9</c:v>
                </c:pt>
                <c:pt idx="4797">
                  <c:v>spoiledrottenarmybrat1</c:v>
                </c:pt>
                <c:pt idx="4798">
                  <c:v>spoiledrottenangelajane</c:v>
                </c:pt>
                <c:pt idx="4799">
                  <c:v>spoiledrottenandimpatient</c:v>
                </c:pt>
                <c:pt idx="4800">
                  <c:v>spoiledprincessnessa</c:v>
                </c:pt>
                <c:pt idx="4801">
                  <c:v>spoiled_princess_dyanna</c:v>
                </c:pt>
                <c:pt idx="4802">
                  <c:v>spoiled_princessdiva</c:v>
                </c:pt>
                <c:pt idx="4803">
                  <c:v>spoiled_married_princess</c:v>
                </c:pt>
                <c:pt idx="4804">
                  <c:v>spoiled_london_here_</c:v>
                </c:pt>
                <c:pt idx="4805">
                  <c:v>spoiledlittlebrat1981</c:v>
                </c:pt>
                <c:pt idx="4806">
                  <c:v>spoiledlilprincess_415</c:v>
                </c:pt>
                <c:pt idx="4807">
                  <c:v>spoiled_hot_princess</c:v>
                </c:pt>
                <c:pt idx="4808">
                  <c:v>spoiledebonyprincess</c:v>
                </c:pt>
                <c:pt idx="4809">
                  <c:v>spoiledchick4life3903</c:v>
                </c:pt>
                <c:pt idx="4810">
                  <c:v>spoiledbratprincess4</c:v>
                </c:pt>
                <c:pt idx="4811">
                  <c:v>spoiledbratentertainment</c:v>
                </c:pt>
                <c:pt idx="4812">
                  <c:v>spoiled_brat_4_ever07</c:v>
                </c:pt>
                <c:pt idx="4813">
                  <c:v>spoiledblondeprincess</c:v>
                </c:pt>
                <c:pt idx="4814">
                  <c:v>spoiledbitchprincess</c:v>
                </c:pt>
                <c:pt idx="4815">
                  <c:v>spoiledbabygirlbonnie</c:v>
                </c:pt>
                <c:pt idx="4816">
                  <c:v>splitthedifferenceomaha</c:v>
                </c:pt>
                <c:pt idx="4817">
                  <c:v>_split_down_the_middle_</c:v>
                </c:pt>
                <c:pt idx="4818">
                  <c:v>splinter_cell_sam_fisher</c:v>
                </c:pt>
                <c:pt idx="4819">
                  <c:v>splintercellcooptheater</c:v>
                </c:pt>
                <c:pt idx="4820">
                  <c:v>splendid_coma_vision</c:v>
                </c:pt>
                <c:pt idx="4821">
                  <c:v>splendidandtremendous</c:v>
                </c:pt>
                <c:pt idx="4822">
                  <c:v>splatterpark_paintballer</c:v>
                </c:pt>
                <c:pt idx="4823">
                  <c:v>splat_action_paintball</c:v>
                </c:pt>
                <c:pt idx="4824">
                  <c:v>spittingthatheatrock</c:v>
                </c:pt>
                <c:pt idx="4825">
                  <c:v>spitfireblackofficial</c:v>
                </c:pt>
                <c:pt idx="4826">
                  <c:v>spiritualwarriormusic</c:v>
                </c:pt>
                <c:pt idx="4827">
                  <c:v>spirituality4_inner_life</c:v>
                </c:pt>
                <c:pt idx="4828">
                  <c:v>spiritualessenceyoga</c:v>
                </c:pt>
                <c:pt idx="4829">
                  <c:v>spiritualdissectionmetal</c:v>
                </c:pt>
                <c:pt idx="4830">
                  <c:v>spiritfilledsisterhood</c:v>
                </c:pt>
                <c:pt idx="4831">
                  <c:v>spiritairfireearthwater</c:v>
                </c:pt>
                <c:pt idx="4832">
                  <c:v>spiralingintothevoid</c:v>
                </c:pt>
                <c:pt idx="4833">
                  <c:v>spinning_into_darkness</c:v>
                </c:pt>
                <c:pt idx="4834">
                  <c:v>spill_your_heart_out</c:v>
                </c:pt>
                <c:pt idx="4835">
                  <c:v>spikyhairdrunkpunk99</c:v>
                </c:pt>
                <c:pt idx="4836">
                  <c:v>spike_the_crazed_balloon</c:v>
                </c:pt>
                <c:pt idx="4837">
                  <c:v>spike_like_never_before45</c:v>
                </c:pt>
                <c:pt idx="4838">
                  <c:v>spiderkitten_the_revenge</c:v>
                </c:pt>
                <c:pt idx="4839">
                  <c:v>spiderkillertoughguy</c:v>
                </c:pt>
                <c:pt idx="4840">
                  <c:v>spiderbatsuperhulkman</c:v>
                </c:pt>
                <c:pt idx="4841">
                  <c:v>spicycrunchwrapsupreme</c:v>
                </c:pt>
                <c:pt idx="4842">
                  <c:v>spice_andnoteverythinnice</c:v>
                </c:pt>
                <c:pt idx="4843">
                  <c:v>spendidlyimperfect87</c:v>
                </c:pt>
                <c:pt idx="4844">
                  <c:v>spencer_the_surf_dude</c:v>
                </c:pt>
                <c:pt idx="4845">
                  <c:v>spencer_raynor_smith</c:v>
                </c:pt>
                <c:pt idx="4846">
                  <c:v>spencerlaurenrodriguez</c:v>
                </c:pt>
                <c:pt idx="4847">
                  <c:v>spencer_chelsea_forever</c:v>
                </c:pt>
                <c:pt idx="4848">
                  <c:v>spencebillyandwillrule</c:v>
                </c:pt>
                <c:pt idx="4849">
                  <c:v>spell_racecar_backwards</c:v>
                </c:pt>
                <c:pt idx="4850">
                  <c:v>speedythemotherfuckingdog</c:v>
                </c:pt>
                <c:pt idx="4851">
                  <c:v>speedythebestballeralive</c:v>
                </c:pt>
                <c:pt idx="4852">
                  <c:v>speedstyleandperformance</c:v>
                </c:pt>
                <c:pt idx="4853">
                  <c:v>speed_reading_software</c:v>
                </c:pt>
                <c:pt idx="4854">
                  <c:v>speedlimittheband200</c:v>
                </c:pt>
                <c:pt idx="4855">
                  <c:v>speedagilityquickness</c:v>
                </c:pt>
                <c:pt idx="4856">
                  <c:v>_speechlessandredundant_</c:v>
                </c:pt>
                <c:pt idx="4857">
                  <c:v>spectrumhealthconsulting</c:v>
                </c:pt>
                <c:pt idx="4858">
                  <c:v>spectacularthesoloist</c:v>
                </c:pt>
                <c:pt idx="4859">
                  <c:v>spectacularsonlywife</c:v>
                </c:pt>
                <c:pt idx="4860">
                  <c:v>spectacularly_yours_4_eva</c:v>
                </c:pt>
                <c:pt idx="4861">
                  <c:v>spectacular_lisabluestar</c:v>
                </c:pt>
                <c:pt idx="4862">
                  <c:v>spectacularfromprettyricky</c:v>
                </c:pt>
                <c:pt idx="4863">
                  <c:v>spectacularbabygirl200</c:v>
                </c:pt>
                <c:pt idx="4864">
                  <c:v>specsnumber1sexyblackgirl</c:v>
                </c:pt>
                <c:pt idx="4865">
                  <c:v>specialpreciousprincess</c:v>
                </c:pt>
                <c:pt idx="4866">
                  <c:v>specialmountainservice</c:v>
                </c:pt>
                <c:pt idx="4867">
                  <c:v>special_lil_princess</c:v>
                </c:pt>
                <c:pt idx="4868">
                  <c:v>specialkingdragonman</c:v>
                </c:pt>
                <c:pt idx="4869">
                  <c:v>specialdude_bryan1033</c:v>
                </c:pt>
                <c:pt idx="4870">
                  <c:v>specialdarkwhitechocolate</c:v>
                </c:pt>
                <c:pt idx="4871">
                  <c:v>specialcaremedicalsupply</c:v>
                </c:pt>
                <c:pt idx="4872">
                  <c:v>specialbutterflylady</c:v>
                </c:pt>
                <c:pt idx="4873">
                  <c:v>special_angel_forever</c:v>
                </c:pt>
                <c:pt idx="4874">
                  <c:v>specialanduniquerunner</c:v>
                </c:pt>
                <c:pt idx="4875">
                  <c:v>special_agent_mulder</c:v>
                </c:pt>
                <c:pt idx="4876">
                  <c:v>special_agent_dale_cooper</c:v>
                </c:pt>
                <c:pt idx="4877">
                  <c:v>spearmintrhinowestpalm</c:v>
                </c:pt>
                <c:pt idx="4878">
                  <c:v>spearchucking_junglebunny</c:v>
                </c:pt>
                <c:pt idx="4879">
                  <c:v>spasticblueapplejuice</c:v>
                </c:pt>
                <c:pt idx="4880">
                  <c:v>spasidneybeautylounge</c:v>
                </c:pt>
                <c:pt idx="4881">
                  <c:v>sparrowthemovementstreetorchestra</c:v>
                </c:pt>
                <c:pt idx="4882">
                  <c:v>sparky_will_rule_you_all</c:v>
                </c:pt>
                <c:pt idx="4883">
                  <c:v>sparkly_sequin_skies</c:v>
                </c:pt>
                <c:pt idx="4884">
                  <c:v>sparklyfairyprincess</c:v>
                </c:pt>
                <c:pt idx="4885">
                  <c:v>sparklyblondebombshell</c:v>
                </c:pt>
                <c:pt idx="4886">
                  <c:v>sparkling_princess_lizzie</c:v>
                </c:pt>
                <c:pt idx="4887">
                  <c:v>sparkling_magic_star</c:v>
                </c:pt>
                <c:pt idx="4888">
                  <c:v>sparklingfloridaorange</c:v>
                </c:pt>
                <c:pt idx="4889">
                  <c:v>sparklingelegancejewelry</c:v>
                </c:pt>
                <c:pt idx="4890">
                  <c:v>sparklingdietlemonade</c:v>
                </c:pt>
                <c:pt idx="4891">
                  <c:v>sparklergirl_lauraanne</c:v>
                </c:pt>
                <c:pt idx="4892">
                  <c:v>sparkle_merryweather</c:v>
                </c:pt>
                <c:pt idx="4893">
                  <c:v>sparepairvisioncenter</c:v>
                </c:pt>
                <c:pt idx="4894">
                  <c:v>spankystranglebanger</c:v>
                </c:pt>
                <c:pt idx="4895">
                  <c:v>spankyjandtheconcrete7</c:v>
                </c:pt>
                <c:pt idx="4896">
                  <c:v>spank_tha_dumb_blonde_10</c:v>
                </c:pt>
                <c:pt idx="4897">
                  <c:v>spaldingsportinggoods</c:v>
                </c:pt>
                <c:pt idx="4898">
                  <c:v>spaghettiwithtomatosauce</c:v>
                </c:pt>
                <c:pt idx="4899">
                  <c:v>spacewomanspiffmarisa</c:v>
                </c:pt>
                <c:pt idx="4900">
                  <c:v>spacewithoutdistance</c:v>
                </c:pt>
                <c:pt idx="4901">
                  <c:v>space_the_final_frontier</c:v>
                </c:pt>
                <c:pt idx="4902">
                  <c:v>spaceforceconstruction</c:v>
                </c:pt>
                <c:pt idx="4903">
                  <c:v>spacedoutinrushville</c:v>
                </c:pt>
                <c:pt idx="4904">
                  <c:v>spacedatefutureshock</c:v>
                </c:pt>
                <c:pt idx="4905">
                  <c:v>spacecowboy_alchemist</c:v>
                </c:pt>
                <c:pt idx="4906">
                  <c:v>spacecancomethroughanyone</c:v>
                </c:pt>
                <c:pt idx="4907">
                  <c:v>spaceandtimecontinuum</c:v>
                </c:pt>
                <c:pt idx="4908">
                  <c:v>soytansolotunegrabella</c:v>
                </c:pt>
                <c:pt idx="4909">
                  <c:v>southwest_thick_chick</c:v>
                </c:pt>
                <c:pt idx="4910">
                  <c:v>SouthWestsideVeteran</c:v>
                </c:pt>
                <c:pt idx="4911">
                  <c:v>southwestpartyproject</c:v>
                </c:pt>
                <c:pt idx="4912">
                  <c:v>southwestmichiganfishing</c:v>
                </c:pt>
                <c:pt idx="4913">
                  <c:v>southwestchryslerjeep</c:v>
                </c:pt>
                <c:pt idx="4914">
                  <c:v>southstarrentertainmentfourlife</c:v>
                </c:pt>
                <c:pt idx="4915">
                  <c:v>southside_truecrime4</c:v>
                </c:pt>
                <c:pt idx="4916">
                  <c:v>southsidestherealest</c:v>
                </c:pt>
                <c:pt idx="4917">
                  <c:v>southsideserialkiller</c:v>
                </c:pt>
                <c:pt idx="4918">
                  <c:v>southsides_380pistol</c:v>
                </c:pt>
                <c:pt idx="4919">
                  <c:v>southsidersblood4life</c:v>
                </c:pt>
                <c:pt idx="4920">
                  <c:v>southsiderollerderby</c:v>
                </c:pt>
                <c:pt idx="4921">
                  <c:v>south_side_jamaica_4_life</c:v>
                </c:pt>
                <c:pt idx="4922">
                  <c:v>southside_gangster_210</c:v>
                </c:pt>
                <c:pt idx="4923">
                  <c:v>southside_for_life13</c:v>
                </c:pt>
                <c:pt idx="4924">
                  <c:v>southsidechicagopride</c:v>
                </c:pt>
                <c:pt idx="4925">
                  <c:v>southside_babygurl_1</c:v>
                </c:pt>
                <c:pt idx="4926">
                  <c:v>southsidebabygirl830</c:v>
                </c:pt>
                <c:pt idx="4927">
                  <c:v>southside_13_westsider</c:v>
                </c:pt>
                <c:pt idx="4928">
                  <c:v>south_side_13_4_life</c:v>
                </c:pt>
                <c:pt idx="4929">
                  <c:v>south_philly_all_day</c:v>
                </c:pt>
                <c:pt idx="4930">
                  <c:v>southpawpaintballer25</c:v>
                </c:pt>
                <c:pt idx="4931">
                  <c:v>southparkkatrinalooter</c:v>
                </c:pt>
                <c:pt idx="4932">
                  <c:v>southparkfrankiewilson</c:v>
                </c:pt>
                <c:pt idx="4933">
                  <c:v>southparkcountrystar</c:v>
                </c:pt>
                <c:pt idx="4934">
                  <c:v>southmetroyouthgroup</c:v>
                </c:pt>
                <c:pt idx="4935">
                  <c:v>southlondonundergroundmetal</c:v>
                </c:pt>
                <c:pt idx="4936">
                  <c:v>southlondonunderground</c:v>
                </c:pt>
                <c:pt idx="4937">
                  <c:v>southlandcollegegurl</c:v>
                </c:pt>
                <c:pt idx="4938">
                  <c:v>southlakehighscreamingeaglejazzband</c:v>
                </c:pt>
                <c:pt idx="4939">
                  <c:v>southlakecarroll199</c:v>
                </c:pt>
                <c:pt idx="4940">
                  <c:v>southjerseyrealestate</c:v>
                </c:pt>
                <c:pt idx="4941">
                  <c:v>southjerseylimousine</c:v>
                </c:pt>
                <c:pt idx="4942">
                  <c:v>southjerseycustomaudio</c:v>
                </c:pt>
                <c:pt idx="4943">
                  <c:v>southhadleypublishing</c:v>
                </c:pt>
                <c:pt idx="4944">
                  <c:v>southgatespiritsquad</c:v>
                </c:pt>
                <c:pt idx="4945">
                  <c:v>southfloridaprologusers</c:v>
                </c:pt>
                <c:pt idx="4946">
                  <c:v>southfloridaburnlounge</c:v>
                </c:pt>
                <c:pt idx="4947">
                  <c:v>southfire_streetsfirst</c:v>
                </c:pt>
                <c:pt idx="4948">
                  <c:v>southernwhitebrotherhood</c:v>
                </c:pt>
                <c:pt idx="4949">
                  <c:v>southern_white_boy0588</c:v>
                </c:pt>
                <c:pt idx="4950">
                  <c:v>southernwerewolffarm</c:v>
                </c:pt>
                <c:pt idx="4951">
                  <c:v>southernuniversityband</c:v>
                </c:pt>
                <c:pt idx="4952">
                  <c:v>southern_tresspasser</c:v>
                </c:pt>
                <c:pt idx="4953">
                  <c:v>southernthundermetal</c:v>
                </c:pt>
                <c:pt idx="4954">
                  <c:v>southerntenantfolkunion</c:v>
                </c:pt>
                <c:pt idx="4955">
                  <c:v>southern_sweet_heart99</c:v>
                </c:pt>
                <c:pt idx="4956">
                  <c:v>southern_style_chick</c:v>
                </c:pt>
                <c:pt idx="4957">
                  <c:v>southernstarkellymarie</c:v>
                </c:pt>
                <c:pt idx="4958">
                  <c:v>southern_spunky_monkey</c:v>
                </c:pt>
                <c:pt idx="4959">
                  <c:v>southernsportsjournal</c:v>
                </c:pt>
                <c:pt idx="4960">
                  <c:v>southernSoftballchick12</c:v>
                </c:pt>
                <c:pt idx="4961">
                  <c:v>southern_softball_chick</c:v>
                </c:pt>
                <c:pt idx="4962">
                  <c:v>southernroyaltyclick</c:v>
                </c:pt>
                <c:pt idx="4963">
                  <c:v>southernrodeosweetie</c:v>
                </c:pt>
                <c:pt idx="4964">
                  <c:v>southern_rodeo_sweetheart</c:v>
                </c:pt>
                <c:pt idx="4965">
                  <c:v>southernrockingmusic</c:v>
                </c:pt>
                <c:pt idx="4966">
                  <c:v>southernrockerforever</c:v>
                </c:pt>
                <c:pt idx="4967">
                  <c:v>southernredneckcowboy1</c:v>
                </c:pt>
                <c:pt idx="4968">
                  <c:v>southernredneckcowboy</c:v>
                </c:pt>
                <c:pt idx="4969">
                  <c:v>southernredneckchick</c:v>
                </c:pt>
                <c:pt idx="4970">
                  <c:v>southern_redneck_93</c:v>
                </c:pt>
                <c:pt idx="4971">
                  <c:v>southern_rebel_child</c:v>
                </c:pt>
                <c:pt idx="4972">
                  <c:v>southernraisedroyalty</c:v>
                </c:pt>
                <c:pt idx="4973">
                  <c:v>southernprowrestling</c:v>
                </c:pt>
                <c:pt idx="4974">
                  <c:v>southernprincesssylvia</c:v>
                </c:pt>
                <c:pt idx="4975">
                  <c:v>southernmulletartist</c:v>
                </c:pt>
                <c:pt idx="4976">
                  <c:v>southernmarylandtrish</c:v>
                </c:pt>
                <c:pt idx="4977">
                  <c:v>southernmadeentertainment</c:v>
                </c:pt>
                <c:pt idx="4978">
                  <c:v>southernjungleentertainment</c:v>
                </c:pt>
                <c:pt idx="4979">
                  <c:v>southerninfluenceteam</c:v>
                </c:pt>
                <c:pt idx="4980">
                  <c:v>southernheritagecowboy</c:v>
                </c:pt>
                <c:pt idx="4981">
                  <c:v>SouthernHeatherBelle</c:v>
                </c:pt>
                <c:pt idx="4982">
                  <c:v>southernheartcatcher</c:v>
                </c:pt>
                <c:pt idx="4983">
                  <c:v>southernhazeleyedgurl</c:v>
                </c:pt>
                <c:pt idx="4984">
                  <c:v>southerngroovesociety</c:v>
                </c:pt>
                <c:pt idx="4985">
                  <c:v>southerngirlwithambition</c:v>
                </c:pt>
                <c:pt idx="4986">
                  <c:v>southerngirlbridgetdenise</c:v>
                </c:pt>
                <c:pt idx="4987">
                  <c:v>southerngeorgiaboy04</c:v>
                </c:pt>
                <c:pt idx="4988">
                  <c:v>southernfriedproduction</c:v>
                </c:pt>
                <c:pt idx="4989">
                  <c:v>southernfriednewyorker</c:v>
                </c:pt>
                <c:pt idx="4990">
                  <c:v>southernfirefighter928</c:v>
                </c:pt>
                <c:pt idx="4991">
                  <c:v>southernfairy_sheppeylass</c:v>
                </c:pt>
                <c:pt idx="4992">
                  <c:v>southernextremesports</c:v>
                </c:pt>
                <c:pt idx="4993">
                  <c:v>southerndogwhisperer</c:v>
                </c:pt>
                <c:pt idx="4994">
                  <c:v>southerndixiegirl_2011</c:v>
                </c:pt>
                <c:pt idx="4995">
                  <c:v>southerndixiecutie31329</c:v>
                </c:pt>
                <c:pt idx="4996">
                  <c:v>southerndiamondentertainment</c:v>
                </c:pt>
                <c:pt idx="4997">
                  <c:v>southerncutiesweetheart32</c:v>
                </c:pt>
                <c:pt idx="4998">
                  <c:v>southerncountrygirl01</c:v>
                </c:pt>
                <c:pt idx="4999">
                  <c:v>southern_countrygirl</c:v>
                </c:pt>
                <c:pt idx="5000">
                  <c:v>southerncountryboy3207</c:v>
                </c:pt>
                <c:pt idx="5001">
                  <c:v>southerncomfortwithatwist</c:v>
                </c:pt>
                <c:pt idx="5002">
                  <c:v>southerncomfortsweetie</c:v>
                </c:pt>
                <c:pt idx="5003">
                  <c:v>southern_comfort_queen1</c:v>
                </c:pt>
                <c:pt idx="5004">
                  <c:v>southerncomfortedition</c:v>
                </c:pt>
                <c:pt idx="5005">
                  <c:v>southern_comfort_country</c:v>
                </c:pt>
                <c:pt idx="5006">
                  <c:v>southerncomfortalways</c:v>
                </c:pt>
                <c:pt idx="5007">
                  <c:v>southernchick_kristin07</c:v>
                </c:pt>
                <c:pt idx="5008">
                  <c:v>southern_cherry_bomb08</c:v>
                </c:pt>
                <c:pt idx="5009">
                  <c:v>southerncharmtanning</c:v>
                </c:pt>
                <c:pt idx="5010">
                  <c:v>southern_charm_sarah</c:v>
                </c:pt>
                <c:pt idx="5011">
                  <c:v>southernbrowneyedgal</c:v>
                </c:pt>
                <c:pt idx="5012">
                  <c:v>southern_boy_2_die_4</c:v>
                </c:pt>
                <c:pt idx="5013">
                  <c:v>southernbell_queenbee</c:v>
                </c:pt>
                <c:pt idx="5014">
                  <c:v>southernbellprincess</c:v>
                </c:pt>
                <c:pt idx="5015">
                  <c:v>southernbellesweetie</c:v>
                </c:pt>
                <c:pt idx="5016">
                  <c:v>southernbellehillbillie</c:v>
                </c:pt>
                <c:pt idx="5017">
                  <c:v>southernbabydoll1975</c:v>
                </c:pt>
                <c:pt idx="5018">
                  <c:v>southernangel_babygirl</c:v>
                </c:pt>
                <c:pt idx="5019">
                  <c:v>southernandnotordinary</c:v>
                </c:pt>
                <c:pt idx="5020">
                  <c:v>southernamericanamusic</c:v>
                </c:pt>
                <c:pt idx="5021">
                  <c:v>southernallstarwrestling</c:v>
                </c:pt>
                <c:pt idx="5022">
                  <c:v>southern378alabamacowgirl</c:v>
                </c:pt>
                <c:pt idx="5023">
                  <c:v>southeast_side_skater</c:v>
                </c:pt>
                <c:pt idx="5024">
                  <c:v>southeastmichiganpoker</c:v>
                </c:pt>
                <c:pt idx="5025">
                  <c:v>southeastmichiganmusic</c:v>
                </c:pt>
                <c:pt idx="5026">
                  <c:v>southeastjuniorhighjazzband</c:v>
                </c:pt>
                <c:pt idx="5027">
                  <c:v>southeasternsuperfly</c:v>
                </c:pt>
                <c:pt idx="5028">
                  <c:v>southeasternmusiccollective</c:v>
                </c:pt>
                <c:pt idx="5029">
                  <c:v>south_east713_maryjane</c:v>
                </c:pt>
                <c:pt idx="5030">
                  <c:v>southdaytonfleamarket</c:v>
                </c:pt>
                <c:pt idx="5031">
                  <c:v>south_county_boy2000</c:v>
                </c:pt>
                <c:pt idx="5032">
                  <c:v>southcoastperformance</c:v>
                </c:pt>
                <c:pt idx="5033">
                  <c:v>southcoastentertainment</c:v>
                </c:pt>
                <c:pt idx="5034">
                  <c:v>south_cheer_babe2011</c:v>
                </c:pt>
                <c:pt idx="5035">
                  <c:v>southcentralpremier14</c:v>
                </c:pt>
                <c:pt idx="5036">
                  <c:v>south_carolina_chick</c:v>
                </c:pt>
                <c:pt idx="5037">
                  <c:v>southboundpachydermprinceton</c:v>
                </c:pt>
                <c:pt idx="5038">
                  <c:v>southblockentertainment</c:v>
                </c:pt>
                <c:pt idx="5039">
                  <c:v>southbeachthenightclub</c:v>
                </c:pt>
                <c:pt idx="5040">
                  <c:v>southbeach_hot_babe01</c:v>
                </c:pt>
                <c:pt idx="5041">
                  <c:v>southayrshirevolleyball</c:v>
                </c:pt>
                <c:pt idx="5042">
                  <c:v>sour_sweet_and_tangy</c:v>
                </c:pt>
                <c:pt idx="5043">
                  <c:v>soundwellmusictherapy</c:v>
                </c:pt>
                <c:pt idx="5044">
                  <c:v>soundtracktoageneration</c:v>
                </c:pt>
                <c:pt idx="5045">
                  <c:v>soundthesurrendermusic</c:v>
                </c:pt>
                <c:pt idx="5046">
                  <c:v>soundstormmusicgroup</c:v>
                </c:pt>
                <c:pt idx="5047">
                  <c:v>soundscapeentertainment</c:v>
                </c:pt>
                <c:pt idx="5048">
                  <c:v>soundperceptionmusic</c:v>
                </c:pt>
                <c:pt idx="5049">
                  <c:v>soundlifeentertainment</c:v>
                </c:pt>
                <c:pt idx="5050">
                  <c:v>soundfactoryentertainment</c:v>
                </c:pt>
                <c:pt idx="5051">
                  <c:v>sounddesignedforyourworld</c:v>
                </c:pt>
                <c:pt idx="5052">
                  <c:v>soundcontrolinstallation</c:v>
                </c:pt>
                <c:pt idx="5053">
                  <c:v>soundandsoulgospelchoir</c:v>
                </c:pt>
                <c:pt idx="5054">
                  <c:v>soulvillagepittsburgh</c:v>
                </c:pt>
                <c:pt idx="5055">
                  <c:v>soul_swept_from_emotion</c:v>
                </c:pt>
                <c:pt idx="5056">
                  <c:v>soulstoryentertainment</c:v>
                </c:pt>
                <c:pt idx="5057">
                  <c:v>soulstealingmunchkin</c:v>
                </c:pt>
                <c:pt idx="5058">
                  <c:v>soulstarentertainment</c:v>
                </c:pt>
                <c:pt idx="5059">
                  <c:v>soulsis_entertainment</c:v>
                </c:pt>
                <c:pt idx="5060">
                  <c:v>soulrendingshadoweagle</c:v>
                </c:pt>
                <c:pt idx="5061">
                  <c:v>soulrebel_thelovebelow</c:v>
                </c:pt>
                <c:pt idx="5062">
                  <c:v>soulkissentertainment</c:v>
                </c:pt>
                <c:pt idx="5063">
                  <c:v>soulinterpretsartwear</c:v>
                </c:pt>
                <c:pt idx="5064">
                  <c:v>soulfulsaint_funkymonk</c:v>
                </c:pt>
                <c:pt idx="5065">
                  <c:v>soulfulhousesessions</c:v>
                </c:pt>
                <c:pt idx="5066">
                  <c:v>soul_eater_from_hell</c:v>
                </c:pt>
                <c:pt idx="5067">
                  <c:v>sorryyousaysomething</c:v>
                </c:pt>
                <c:pt idx="5068">
                  <c:v>sorryforpartyrocking</c:v>
                </c:pt>
                <c:pt idx="5069">
                  <c:v>sorrowskaterevolution</c:v>
                </c:pt>
                <c:pt idx="5070">
                  <c:v>sororitylifeplaygirl</c:v>
                </c:pt>
                <c:pt idx="5071">
                  <c:v>sororitygirlally82</c:v>
                </c:pt>
                <c:pt idx="5072">
                  <c:v>sorokinaliza12930</c:v>
                </c:pt>
                <c:pt idx="5073">
                  <c:v>sora_the_heart_slayer</c:v>
                </c:pt>
                <c:pt idx="5074">
                  <c:v>sorakos_fallen_angel</c:v>
                </c:pt>
                <c:pt idx="5075">
                  <c:v>sophisticatedladypainbaby</c:v>
                </c:pt>
                <c:pt idx="5076">
                  <c:v>sophisticatedgirlmonica</c:v>
                </c:pt>
                <c:pt idx="5077">
                  <c:v>sophiehitchcockmusic</c:v>
                </c:pt>
                <c:pt idx="5078">
                  <c:v>sophieelizabethbeard</c:v>
                </c:pt>
                <c:pt idx="5079">
                  <c:v>sophiedarlingexperience</c:v>
                </c:pt>
                <c:pt idx="5080">
                  <c:v>sophiealexandrapilgrim</c:v>
                </c:pt>
                <c:pt idx="5081">
                  <c:v>sophialindseysuckkit</c:v>
                </c:pt>
                <c:pt idx="5082">
                  <c:v>sophia_from_the_desert</c:v>
                </c:pt>
                <c:pt idx="5083">
                  <c:v>soontobesmalltowngirl</c:v>
                </c:pt>
                <c:pt idx="5084">
                  <c:v>soon2beamommy5_18_0</c:v>
                </c:pt>
                <c:pt idx="5085">
                  <c:v>sonny_the_space_monkey</c:v>
                </c:pt>
                <c:pt idx="5086">
                  <c:v>sonny_moore_lubber01</c:v>
                </c:pt>
                <c:pt idx="5087">
                  <c:v>sonnyblackparisisburning</c:v>
                </c:pt>
                <c:pt idx="5088">
                  <c:v>sonic__the__blue__blur__</c:v>
                </c:pt>
                <c:pt idx="5089">
                  <c:v>soniclullabyfestival</c:v>
                </c:pt>
                <c:pt idx="5090">
                  <c:v>sonicentertainmentgroup</c:v>
                </c:pt>
                <c:pt idx="5091">
                  <c:v>sonicdeathmonkey5000</c:v>
                </c:pt>
                <c:pt idx="5092">
                  <c:v>soniamartinezforlife</c:v>
                </c:pt>
                <c:pt idx="5093">
                  <c:v>somewillseek_forgiveness</c:v>
                </c:pt>
                <c:pt idx="5094">
                  <c:v>somewhereunderthesun</c:v>
                </c:pt>
                <c:pt idx="5095">
                  <c:v>somewherethrough1000blues</c:v>
                </c:pt>
                <c:pt idx="5096">
                  <c:v>somewherenearnowhere</c:v>
                </c:pt>
                <c:pt idx="5097">
                  <c:v>somewherebeyondconsciousness</c:v>
                </c:pt>
                <c:pt idx="5098">
                  <c:v>sometimes_its_2_hard</c:v>
                </c:pt>
                <c:pt idx="5099">
                  <c:v>sometimescruelgoddess</c:v>
                </c:pt>
                <c:pt idx="5100">
                  <c:v>somethinyoushouldknow</c:v>
                </c:pt>
                <c:pt idx="5101">
                  <c:v>some_think_like_silence</c:v>
                </c:pt>
                <c:pt idx="5102">
                  <c:v>somethingyoucanalwaysmiss</c:v>
                </c:pt>
                <c:pt idx="5103">
                  <c:v>something_worth_saving</c:v>
                </c:pt>
                <c:pt idx="5104">
                  <c:v>something_went_wrong</c:v>
                </c:pt>
                <c:pt idx="5105">
                  <c:v>somethingthroughsuicide</c:v>
                </c:pt>
                <c:pt idx="5106">
                  <c:v>somethingsweetcharming</c:v>
                </c:pt>
                <c:pt idx="5107">
                  <c:v>something_super_cute09</c:v>
                </c:pt>
                <c:pt idx="5108">
                  <c:v>somethingstirringmusic</c:v>
                </c:pt>
                <c:pt idx="5109">
                  <c:v>somethingsimplemusic</c:v>
                </c:pt>
                <c:pt idx="5110">
                  <c:v>somethingsarejusttoohot</c:v>
                </c:pt>
                <c:pt idx="5111">
                  <c:v>somethingratherwitty</c:v>
                </c:pt>
                <c:pt idx="5112">
                  <c:v>somethingquitefierce</c:v>
                </c:pt>
                <c:pt idx="5113">
                  <c:v>something_pretty_dead</c:v>
                </c:pt>
                <c:pt idx="5114">
                  <c:v>somethinglikethat0002</c:v>
                </c:pt>
                <c:pt idx="5115">
                  <c:v>somethingjustantright</c:v>
                </c:pt>
                <c:pt idx="5116">
                  <c:v>somethinggreatfromnothing</c:v>
                </c:pt>
                <c:pt idx="5117">
                  <c:v>somethingfromthefuture</c:v>
                </c:pt>
                <c:pt idx="5118">
                  <c:v>somethingforyourheart</c:v>
                </c:pt>
                <c:pt idx="5119">
                  <c:v>somethingforcourtney</c:v>
                </c:pt>
                <c:pt idx="5120">
                  <c:v>somethingequallyprofound</c:v>
                </c:pt>
                <c:pt idx="5121">
                  <c:v>somethingdifferentapple</c:v>
                </c:pt>
                <c:pt idx="5122">
                  <c:v>_somethingcleverhere_</c:v>
                </c:pt>
                <c:pt idx="5123">
                  <c:v>somethingbetterchange</c:v>
                </c:pt>
                <c:pt idx="5124">
                  <c:v>somethingartywithmusic</c:v>
                </c:pt>
                <c:pt idx="5125">
                  <c:v>somethingaboutsabrina</c:v>
                </c:pt>
                <c:pt idx="5126">
                  <c:v>somethingaboutautumn</c:v>
                </c:pt>
                <c:pt idx="5127">
                  <c:v>something_4_the_weekend</c:v>
                </c:pt>
                <c:pt idx="5128">
                  <c:v>something2losedrummer</c:v>
                </c:pt>
                <c:pt idx="5129">
                  <c:v>sometechnicaldifficulty</c:v>
                </c:pt>
                <c:pt idx="5130">
                  <c:v>Some_Say_Its_Impossible</c:v>
                </c:pt>
                <c:pt idx="5131">
                  <c:v>somerset.magicarticle</c:v>
                </c:pt>
                <c:pt idx="5132">
                  <c:v>somerandomnumbersandstuff</c:v>
                </c:pt>
                <c:pt idx="5133">
                  <c:v>somerandomguyfromworthing</c:v>
                </c:pt>
                <c:pt idx="5134">
                  <c:v>someproblemskit17339</c:v>
                </c:pt>
                <c:pt idx="5135">
                  <c:v>somepeoplecallmetator</c:v>
                </c:pt>
                <c:pt idx="5136">
                  <c:v>some_people_arent_normal</c:v>
                </c:pt>
                <c:pt idx="5137">
                  <c:v>someoneyouwontforget</c:v>
                </c:pt>
                <c:pt idx="5138">
                  <c:v>someoneyouknow123123</c:v>
                </c:pt>
                <c:pt idx="5139">
                  <c:v>someone_you_dont_know_05</c:v>
                </c:pt>
                <c:pt idx="5140">
                  <c:v>someonewithoutimportance2</c:v>
                </c:pt>
                <c:pt idx="5141">
                  <c:v>someone_who_dont_care05</c:v>
                </c:pt>
                <c:pt idx="5142">
                  <c:v>someonecalltheambivalence</c:v>
                </c:pt>
                <c:pt idx="5143">
                  <c:v>someone_burn_the_church</c:v>
                </c:pt>
                <c:pt idx="5144">
                  <c:v>someobsessivemusicsite</c:v>
                </c:pt>
                <c:pt idx="5145">
                  <c:v>somelovesomeheartbreak</c:v>
                </c:pt>
                <c:pt idx="5146">
                  <c:v>somehowforgottenband</c:v>
                </c:pt>
                <c:pt idx="5147">
                  <c:v>someguywithcurlyhair</c:v>
                </c:pt>
                <c:pt idx="5148">
                  <c:v>somebodyscreampodcast</c:v>
                </c:pt>
                <c:pt idx="5149">
                  <c:v>somebody_please_help</c:v>
                </c:pt>
                <c:pt idx="5150">
                  <c:v>somebodygonedietonight</c:v>
                </c:pt>
                <c:pt idx="5151">
                  <c:v>solusselfdestruction</c:v>
                </c:pt>
                <c:pt idx="5152">
                  <c:v>soloandbassguitar123</c:v>
                </c:pt>
                <c:pt idx="5153">
                  <c:v>solitarieconfinement</c:v>
                </c:pt>
                <c:pt idx="5154">
                  <c:v>solidrockrecordingstudio</c:v>
                </c:pt>
                <c:pt idx="5155">
                  <c:v>soliddrummerandperformer</c:v>
                </c:pt>
                <c:pt idx="5156">
                  <c:v>solid_ass_bitch_allday247</c:v>
                </c:pt>
                <c:pt idx="5157">
                  <c:v>soldiergirlhotcherry</c:v>
                </c:pt>
                <c:pt idx="5158">
                  <c:v>soldier_for_darkness</c:v>
                </c:pt>
                <c:pt idx="5159">
                  <c:v>solanosoftballplaya3</c:v>
                </c:pt>
                <c:pt idx="5160">
                  <c:v>soHOTinthisfrigginhat</c:v>
                </c:pt>
                <c:pt idx="5161">
                  <c:v>softbasketvolleygurl</c:v>
                </c:pt>
                <c:pt idx="5162">
                  <c:v>softballvolleyballchick08</c:v>
                </c:pt>
                <c:pt idx="5163">
                  <c:v>softball_rebel_chick24</c:v>
                </c:pt>
                <c:pt idx="5164">
                  <c:v>softball_player_for_life</c:v>
                </c:pt>
                <c:pt idx="5165">
                  <c:v>softballplayer_15_leah</c:v>
                </c:pt>
                <c:pt idx="5166">
                  <c:v>softball_hottie_12345</c:v>
                </c:pt>
                <c:pt idx="5167">
                  <c:v>softball_girl_strawberry</c:v>
                </c:pt>
                <c:pt idx="5168">
                  <c:v>softballfreak_catcher</c:v>
                </c:pt>
                <c:pt idx="5169">
                  <c:v>softballchick4life54</c:v>
                </c:pt>
                <c:pt idx="5170">
                  <c:v>softball_baller_princess</c:v>
                </c:pt>
                <c:pt idx="5171">
                  <c:v>softball_babe_samantha</c:v>
                </c:pt>
                <c:pt idx="5172">
                  <c:v>softballbabe13olivia</c:v>
                </c:pt>
                <c:pt idx="5173">
                  <c:v>softball_and_pink_rock</c:v>
                </c:pt>
                <c:pt idx="5174">
                  <c:v>sofia_space_not_yours</c:v>
                </c:pt>
                <c:pt idx="5175">
                  <c:v>soddysoftballchick28</c:v>
                </c:pt>
                <c:pt idx="5176">
                  <c:v>societysystemdecontrol</c:v>
                </c:pt>
                <c:pt idx="5177">
                  <c:v>socialworkersaregreat</c:v>
                </c:pt>
                <c:pt idx="5178">
                  <c:v>socialregisterfanclub</c:v>
                </c:pt>
                <c:pt idx="5179">
                  <c:v>sociallyhazardouscustoms</c:v>
                </c:pt>
                <c:pt idx="5180">
                  <c:v>socialexperimentsingrey</c:v>
                </c:pt>
                <c:pt idx="5181">
                  <c:v>socialdrinkingproject</c:v>
                </c:pt>
                <c:pt idx="5182">
                  <c:v>social_butterfly_monica</c:v>
                </c:pt>
                <c:pt idx="5183">
                  <c:v>socialbutterflyjenna</c:v>
                </c:pt>
                <c:pt idx="5184">
                  <c:v>soccer_volleyball_chick</c:v>
                </c:pt>
                <c:pt idx="5185">
                  <c:v>soccersweetheart4ever</c:v>
                </c:pt>
                <c:pt idx="5186">
                  <c:v>soccer_rightfullback_32</c:v>
                </c:pt>
                <c:pt idx="5187">
                  <c:v>soccer_playing_rocker</c:v>
                </c:pt>
                <c:pt idx="5188">
                  <c:v>soccer_playing_chick</c:v>
                </c:pt>
                <c:pt idx="5189">
                  <c:v>soccerplayer_4_for_life</c:v>
                </c:pt>
                <c:pt idx="5190">
                  <c:v>soccer_playa_number9</c:v>
                </c:pt>
                <c:pt idx="5191">
                  <c:v>soccer_playa_4_evolution</c:v>
                </c:pt>
                <c:pt idx="5192">
                  <c:v>soccerlover_always23</c:v>
                </c:pt>
                <c:pt idx="5193">
                  <c:v>soccer2volleyball_chick</c:v>
                </c:pt>
                <c:pt idx="5194">
                  <c:v>socalbrowantinahoe420</c:v>
                </c:pt>
                <c:pt idx="5195">
                  <c:v>snuggle_puff_monster</c:v>
                </c:pt>
                <c:pt idx="5196">
                  <c:v>snugglebunnythepirate</c:v>
                </c:pt>
                <c:pt idx="5197">
                  <c:v>snugglebunny_sweetness</c:v>
                </c:pt>
                <c:pt idx="5198">
                  <c:v>snow_water_dirt_ice_sand</c:v>
                </c:pt>
                <c:pt idx="5199">
                  <c:v>snowmachine_longtime</c:v>
                </c:pt>
                <c:pt idx="5200">
                  <c:v>snowflake_silvermyst</c:v>
                </c:pt>
                <c:pt idx="5201">
                  <c:v>snowflake_drama_queen</c:v>
                </c:pt>
                <c:pt idx="5202">
                  <c:v>snowboaringfreakface</c:v>
                </c:pt>
                <c:pt idx="5203">
                  <c:v>snowboarding_girl2004</c:v>
                </c:pt>
                <c:pt idx="5204">
                  <c:v>snowboardingexperience</c:v>
                </c:pt>
                <c:pt idx="5205">
                  <c:v>snowboardingchick_14</c:v>
                </c:pt>
                <c:pt idx="5206">
                  <c:v>snowboardbigcountry81</c:v>
                </c:pt>
                <c:pt idx="5207">
                  <c:v>snowboard1skate2surf3</c:v>
                </c:pt>
                <c:pt idx="5208">
                  <c:v>snoopythewonderpoodle</c:v>
                </c:pt>
                <c:pt idx="5209">
                  <c:v>snoopythehandsomeboy</c:v>
                </c:pt>
                <c:pt idx="5210">
                  <c:v>snipper_the_fabulous</c:v>
                </c:pt>
                <c:pt idx="5211">
                  <c:v>sniperkittenelizabeth</c:v>
                </c:pt>
                <c:pt idx="5212">
                  <c:v>sniperhisinfernalmajesty</c:v>
                </c:pt>
                <c:pt idx="5213">
                  <c:v>snickerdoodlegoddess</c:v>
                </c:pt>
                <c:pt idx="5214">
                  <c:v>snickerdoodle_chick01</c:v>
                </c:pt>
                <c:pt idx="5215">
                  <c:v>sneaky_rebel_sniper_03</c:v>
                </c:pt>
                <c:pt idx="5216">
                  <c:v>snatchpounderawesomepants</c:v>
                </c:pt>
                <c:pt idx="5217">
                  <c:v>snareyesentertainment</c:v>
                </c:pt>
                <c:pt idx="5218">
                  <c:v>snappy_lil_fire_cracker</c:v>
                </c:pt>
                <c:pt idx="5219">
                  <c:v>snaphappyphotography</c:v>
                </c:pt>
                <c:pt idx="5220">
                  <c:v>snap_crackle_and_pop</c:v>
                </c:pt>
                <c:pt idx="5221">
                  <c:v>snakebite_heart_angel</c:v>
                </c:pt>
                <c:pt idx="5222">
                  <c:v>smooth_like_sandpaper</c:v>
                </c:pt>
                <c:pt idx="5223">
                  <c:v>smoothjazz989memphis</c:v>
                </c:pt>
                <c:pt idx="5224">
                  <c:v>smooth_criminal_six9</c:v>
                </c:pt>
                <c:pt idx="5225">
                  <c:v>smoothcriminalmikedingo</c:v>
                </c:pt>
                <c:pt idx="5226">
                  <c:v>smokingtunainternational</c:v>
                </c:pt>
                <c:pt idx="5227">
                  <c:v>smokeweedeveryday99</c:v>
                </c:pt>
                <c:pt idx="5228">
                  <c:v>smokeweedeveryday227</c:v>
                </c:pt>
                <c:pt idx="5229">
                  <c:v>smoke_weed_everyday21</c:v>
                </c:pt>
                <c:pt idx="5230">
                  <c:v>smokesomethinbitch510</c:v>
                </c:pt>
                <c:pt idx="5231">
                  <c:v>smokescreenentertainment</c:v>
                </c:pt>
                <c:pt idx="5232">
                  <c:v>smoke_marijuana_everyday</c:v>
                </c:pt>
                <c:pt idx="5233">
                  <c:v>smokelikebobmarleydid</c:v>
                </c:pt>
                <c:pt idx="5234">
                  <c:v>smoke_eat_getdrunk_sleep</c:v>
                </c:pt>
                <c:pt idx="5235">
                  <c:v>smokedyourselfretarded</c:v>
                </c:pt>
                <c:pt idx="5236">
                  <c:v>smokedoutmusicforever</c:v>
                </c:pt>
                <c:pt idx="5237">
                  <c:v>smoke_chronic_forever</c:v>
                </c:pt>
                <c:pt idx="5238">
                  <c:v>smoke_bowls_all_day_420</c:v>
                </c:pt>
                <c:pt idx="5239">
                  <c:v>smokeandmirrorsonline</c:v>
                </c:pt>
                <c:pt idx="5240">
                  <c:v>smokeallnightandday1212</c:v>
                </c:pt>
                <c:pt idx="5241">
                  <c:v>smit_the_webdesigner</c:v>
                </c:pt>
                <c:pt idx="5242">
                  <c:v>smileyouralreadydead</c:v>
                </c:pt>
                <c:pt idx="5243">
                  <c:v>smileyouarebeautiful</c:v>
                </c:pt>
                <c:pt idx="5244">
                  <c:v>smileyispartlyretarded</c:v>
                </c:pt>
                <c:pt idx="5245">
                  <c:v>smilesoutherngirl2010</c:v>
                </c:pt>
                <c:pt idx="5246">
                  <c:v>smilesonthegrapevine</c:v>
                </c:pt>
                <c:pt idx="5247">
                  <c:v>smileshannonsandwich</c:v>
                </c:pt>
                <c:pt idx="5248">
                  <c:v>smile_now_cry_later510</c:v>
                </c:pt>
                <c:pt idx="5249">
                  <c:v>smile_now_cry_later_21</c:v>
                </c:pt>
                <c:pt idx="5250">
                  <c:v>smilenowcrylater1251</c:v>
                </c:pt>
                <c:pt idx="5251">
                  <c:v>smilenow_crylater1215</c:v>
                </c:pt>
                <c:pt idx="5252">
                  <c:v>smile_now_cry_later09</c:v>
                </c:pt>
                <c:pt idx="5253">
                  <c:v>smile_laugh_cheer_talk</c:v>
                </c:pt>
                <c:pt idx="5254">
                  <c:v>smile_for_the_camara</c:v>
                </c:pt>
                <c:pt idx="5255">
                  <c:v>smileeachandeveryday</c:v>
                </c:pt>
                <c:pt idx="5256">
                  <c:v>smilebrightadanthasunrise</c:v>
                </c:pt>
                <c:pt idx="5257">
                  <c:v>smilebeautifullydisturbed</c:v>
                </c:pt>
                <c:pt idx="5258">
                  <c:v>smilearoundtheface123</c:v>
                </c:pt>
                <c:pt idx="5259">
                  <c:v>Smile_and_Understand</c:v>
                </c:pt>
                <c:pt idx="5260">
                  <c:v>smile_and_look_pretty</c:v>
                </c:pt>
                <c:pt idx="5261">
                  <c:v>smile_and_just_dance</c:v>
                </c:pt>
                <c:pt idx="5262">
                  <c:v>smellypiratehookersforme</c:v>
                </c:pt>
                <c:pt idx="5263">
                  <c:v>smellyjellybellykelly</c:v>
                </c:pt>
                <c:pt idx="5264">
                  <c:v>smellingdeadroses23</c:v>
                </c:pt>
                <c:pt idx="5265">
                  <c:v>smelled_like_lou_dog</c:v>
                </c:pt>
                <c:pt idx="5266">
                  <c:v>smashyouintotheground</c:v>
                </c:pt>
                <c:pt idx="5267">
                  <c:v>smash_mouth_football</c:v>
                </c:pt>
                <c:pt idx="5268">
                  <c:v>smartypantsorangegatorade</c:v>
                </c:pt>
                <c:pt idx="5269">
                  <c:v>smartwaterandgrapejuice</c:v>
                </c:pt>
                <c:pt idx="5270">
                  <c:v>smartstudentsamantha</c:v>
                </c:pt>
                <c:pt idx="5271">
                  <c:v>smartsophisticatedclassy</c:v>
                </c:pt>
                <c:pt idx="5272">
                  <c:v>smartsophietheblonde</c:v>
                </c:pt>
                <c:pt idx="5273">
                  <c:v>smart_legal_assistant</c:v>
                </c:pt>
                <c:pt idx="5274">
                  <c:v>smartholyandbeautiful</c:v>
                </c:pt>
                <c:pt idx="5275">
                  <c:v>smart_blonde_brittany</c:v>
                </c:pt>
                <c:pt idx="5276">
                  <c:v>smart_beautiful_driven</c:v>
                </c:pt>
                <c:pt idx="5277">
                  <c:v>smallwoodlandcreature</c:v>
                </c:pt>
                <c:pt idx="5278">
                  <c:v>smallwonderwolfpackent</c:v>
                </c:pt>
                <c:pt idx="5279">
                  <c:v>smallville_sweetheart</c:v>
                </c:pt>
                <c:pt idx="5280">
                  <c:v>smallville_fan_4_life</c:v>
                </c:pt>
                <c:pt idx="5281">
                  <c:v>smallvilleandchocolate</c:v>
                </c:pt>
                <c:pt idx="5282">
                  <c:v>smalltownsoutherngal0</c:v>
                </c:pt>
                <c:pt idx="5283">
                  <c:v>smalltownmusicfactory</c:v>
                </c:pt>
                <c:pt idx="5284">
                  <c:v>small_town_girl12345</c:v>
                </c:pt>
                <c:pt idx="5285">
                  <c:v>small_simple_safeprice</c:v>
                </c:pt>
                <c:pt idx="5286">
                  <c:v>small_penis_for_erin</c:v>
                </c:pt>
                <c:pt idx="5287">
                  <c:v>smallmouthbassslayer</c:v>
                </c:pt>
                <c:pt idx="5288">
                  <c:v>small_height_big_heart</c:v>
                </c:pt>
                <c:pt idx="5289">
                  <c:v>smallfryentertainment</c:v>
                </c:pt>
                <c:pt idx="5290">
                  <c:v>smalldetailingbusiness</c:v>
                </c:pt>
                <c:pt idx="5291">
                  <c:v>smackwhiteentertainment</c:v>
                </c:pt>
                <c:pt idx="5292">
                  <c:v>smacktalkandrawhacking</c:v>
                </c:pt>
                <c:pt idx="5293">
                  <c:v>slysarah_rox_the_universe</c:v>
                </c:pt>
                <c:pt idx="5294">
                  <c:v>sluttybitchthatgothacked</c:v>
                </c:pt>
                <c:pt idx="5295">
                  <c:v>slumberguitarplayerfriend</c:v>
                </c:pt>
                <c:pt idx="5296">
                  <c:v>slowmotionblacklightning</c:v>
                </c:pt>
                <c:pt idx="5297">
                  <c:v>slowly_falling_behind</c:v>
                </c:pt>
                <c:pt idx="5298">
                  <c:v>slowly_bleeding_away</c:v>
                </c:pt>
                <c:pt idx="5299">
                  <c:v>slityourwristsandpray1</c:v>
                </c:pt>
                <c:pt idx="5300">
                  <c:v>slit_wrist_vengeance</c:v>
                </c:pt>
                <c:pt idx="5301">
                  <c:v>slitwristsofalovedone</c:v>
                </c:pt>
                <c:pt idx="5302">
                  <c:v>slitwristsandblackedeyes</c:v>
                </c:pt>
                <c:pt idx="5303">
                  <c:v>slip_the_system_12321</c:v>
                </c:pt>
                <c:pt idx="5304">
                  <c:v>slipthesevenfoldknot</c:v>
                </c:pt>
                <c:pt idx="5305">
                  <c:v>slippingintosenility</c:v>
                </c:pt>
                <c:pt idx="5306">
                  <c:v>slipperynippleplease</c:v>
                </c:pt>
                <c:pt idx="5307">
                  <c:v>slipperykittywhenwet</c:v>
                </c:pt>
                <c:pt idx="5308">
                  <c:v>slipknotwillneverdie</c:v>
                </c:pt>
                <c:pt idx="5309">
                  <c:v>slipknot_will_kill_you</c:v>
                </c:pt>
                <c:pt idx="5310">
                  <c:v>slipknotwaitandbleed</c:v>
                </c:pt>
                <c:pt idx="5311">
                  <c:v>slipknot_the_romance</c:v>
                </c:pt>
                <c:pt idx="5312">
                  <c:v>slipknot_head_banger</c:v>
                </c:pt>
                <c:pt idx="5313">
                  <c:v>slinkysundaysessions</c:v>
                </c:pt>
                <c:pt idx="5314">
                  <c:v>slinging_ink_for_you</c:v>
                </c:pt>
                <c:pt idx="5315">
                  <c:v>slimshadyspinkladies02</c:v>
                </c:pt>
                <c:pt idx="5316">
                  <c:v>slimshadyspinkladies</c:v>
                </c:pt>
                <c:pt idx="5317">
                  <c:v>_slim_shady_baby_9_</c:v>
                </c:pt>
                <c:pt idx="5318">
                  <c:v>slimfine318sportcity</c:v>
                </c:pt>
                <c:pt idx="5319">
                  <c:v>slightly_sir_benjamin</c:v>
                </c:pt>
                <c:pt idx="5320">
                  <c:v>slightlynotstonedenough92</c:v>
                </c:pt>
                <c:pt idx="5321">
                  <c:v>slightlymisguidedband</c:v>
                </c:pt>
                <c:pt idx="5322">
                  <c:v>slightlylessprofessional</c:v>
                </c:pt>
                <c:pt idx="5323">
                  <c:v>slightlyeccentrictwist</c:v>
                </c:pt>
                <c:pt idx="5324">
                  <c:v>slightlyeatencabbage</c:v>
                </c:pt>
                <c:pt idx="5325">
                  <c:v>slightlyathleticchuck</c:v>
                </c:pt>
                <c:pt idx="5326">
                  <c:v>slickerthanwormsperm</c:v>
                </c:pt>
                <c:pt idx="5327">
                  <c:v>sleepyvultureandthefriendchoir</c:v>
                </c:pt>
                <c:pt idx="5328">
                  <c:v>_sleep_well_tonight_</c:v>
                </c:pt>
                <c:pt idx="5329">
                  <c:v>sleepparalysisanonymous</c:v>
                </c:pt>
                <c:pt idx="5330">
                  <c:v>sleeplonelyuntiltonight</c:v>
                </c:pt>
                <c:pt idx="5331">
                  <c:v>sleeplessroundtheclock</c:v>
                </c:pt>
                <c:pt idx="5332">
                  <c:v>sleeplessdreamermusic</c:v>
                </c:pt>
                <c:pt idx="5333">
                  <c:v>sleeping_with_the_fish</c:v>
                </c:pt>
                <c:pt idx="5334">
                  <c:v>sleepingwiththedevil</c:v>
                </c:pt>
                <c:pt idx="5335">
                  <c:v>sleepingwhileyourawake</c:v>
                </c:pt>
                <c:pt idx="5336">
                  <c:v>sleepingthroughtherevolution</c:v>
                </c:pt>
                <c:pt idx="5337">
                  <c:v>sleepinglatepriceless</c:v>
                </c:pt>
                <c:pt idx="5338">
                  <c:v>sleepingdogsliemovie</c:v>
                </c:pt>
                <c:pt idx="5339">
                  <c:v>sleeping_cemeterylove</c:v>
                </c:pt>
                <c:pt idx="5340">
                  <c:v>sleepingbeautyprincess</c:v>
                </c:pt>
                <c:pt idx="5341">
                  <c:v>sleepingangelkiller07</c:v>
                </c:pt>
                <c:pt idx="5342">
                  <c:v>sleepanimalandthetangent</c:v>
                </c:pt>
                <c:pt idx="5343">
                  <c:v>slaughterthewretchedpig</c:v>
                </c:pt>
                <c:pt idx="5344">
                  <c:v>slaughterhousemusicrippat</c:v>
                </c:pt>
                <c:pt idx="5345">
                  <c:v>slashedgracemagazine</c:v>
                </c:pt>
                <c:pt idx="5346">
                  <c:v>slashdancefilmfestival</c:v>
                </c:pt>
                <c:pt idx="5347">
                  <c:v>sky_walker_street_team</c:v>
                </c:pt>
                <c:pt idx="5348">
                  <c:v>skytouchchristianministry</c:v>
                </c:pt>
                <c:pt idx="5349">
                  <c:v>skyhookentertainment</c:v>
                </c:pt>
                <c:pt idx="5350">
                  <c:v>skyhighentertainment</c:v>
                </c:pt>
                <c:pt idx="5351">
                  <c:v>skyblueentertainment</c:v>
                </c:pt>
                <c:pt idx="5352">
                  <c:v>skull_seeker_shadow_244</c:v>
                </c:pt>
                <c:pt idx="5353">
                  <c:v>skullsandcrossbones722</c:v>
                </c:pt>
                <c:pt idx="5354">
                  <c:v>skiving_driving_surviving</c:v>
                </c:pt>
                <c:pt idx="5355">
                  <c:v>skittlestastetherainbow14</c:v>
                </c:pt>
                <c:pt idx="5356">
                  <c:v>skittles_are_the_rainbow</c:v>
                </c:pt>
                <c:pt idx="5357">
                  <c:v>skipthelightfantastic</c:v>
                </c:pt>
                <c:pt idx="5358">
                  <c:v>skippyondawonderbread</c:v>
                </c:pt>
                <c:pt idx="5359">
                  <c:v>skipping_brigade_master</c:v>
                </c:pt>
                <c:pt idx="5360">
                  <c:v>skipdividedmalfunction</c:v>
                </c:pt>
                <c:pt idx="5361">
                  <c:v>skinnywhiteboymusic3</c:v>
                </c:pt>
                <c:pt idx="5362">
                  <c:v>skinnywhiteboymusic2</c:v>
                </c:pt>
                <c:pt idx="5363">
                  <c:v>skinnyvintageflowerlayout</c:v>
                </c:pt>
                <c:pt idx="5364">
                  <c:v>skinnypuppy_chainsaw</c:v>
                </c:pt>
                <c:pt idx="5365">
                  <c:v>skinny_dipping_friend</c:v>
                </c:pt>
                <c:pt idx="5366">
                  <c:v>skinnydipperallnightlong</c:v>
                </c:pt>
                <c:pt idx="5367">
                  <c:v>skinnyblackjeanslover</c:v>
                </c:pt>
                <c:pt idx="5368">
                  <c:v>skinnyassfreak_whiteboy__</c:v>
                </c:pt>
                <c:pt idx="5369">
                  <c:v>skinheadmobentertainment</c:v>
                </c:pt>
                <c:pt idx="5370">
                  <c:v>skilletcookiemonster</c:v>
                </c:pt>
                <c:pt idx="5371">
                  <c:v>skijumping-icehockey</c:v>
                </c:pt>
                <c:pt idx="5372">
                  <c:v>skibum_international</c:v>
                </c:pt>
                <c:pt idx="5373">
                  <c:v>sketchingoutfairytales</c:v>
                </c:pt>
                <c:pt idx="5374">
                  <c:v>sketchcitymanchester</c:v>
                </c:pt>
                <c:pt idx="5375">
                  <c:v>sketchboard_tester25</c:v>
                </c:pt>
                <c:pt idx="5376">
                  <c:v>sketchboard_tester24</c:v>
                </c:pt>
                <c:pt idx="5377">
                  <c:v>sketchboard_tester21</c:v>
                </c:pt>
                <c:pt idx="5378">
                  <c:v>sketchboard_tester19</c:v>
                </c:pt>
                <c:pt idx="5379">
                  <c:v>skeleton_crew_tribute</c:v>
                </c:pt>
                <c:pt idx="5380">
                  <c:v>skating_till_sundown</c:v>
                </c:pt>
                <c:pt idx="5381">
                  <c:v>skating_socialworker</c:v>
                </c:pt>
                <c:pt idx="5382">
                  <c:v>skatingbirdhouseforever</c:v>
                </c:pt>
                <c:pt idx="5383">
                  <c:v>skatingbikingskiingboy123</c:v>
                </c:pt>
                <c:pt idx="5384">
                  <c:v>skate_zero_for_life111</c:v>
                </c:pt>
                <c:pt idx="5385">
                  <c:v>skater_without_reason</c:v>
                </c:pt>
                <c:pt idx="5386">
                  <c:v>skaterandfisher4life</c:v>
                </c:pt>
                <c:pt idx="5387">
                  <c:v>skater4lifedontbeabitch1</c:v>
                </c:pt>
                <c:pt idx="5388">
                  <c:v>skateforzeroandfallen</c:v>
                </c:pt>
                <c:pt idx="5389">
                  <c:v>skatecitywestminster</c:v>
                </c:pt>
                <c:pt idx="5390">
                  <c:v>skatebrownmiddleschool</c:v>
                </c:pt>
                <c:pt idx="5391">
                  <c:v>skateboardrevolution</c:v>
                </c:pt>
                <c:pt idx="5392">
                  <c:v>skateboardprincess317</c:v>
                </c:pt>
                <c:pt idx="5393">
                  <c:v>skateboardingroxdude</c:v>
                </c:pt>
                <c:pt idx="5394">
                  <c:v>skateboarding_anime_freak</c:v>
                </c:pt>
                <c:pt idx="5395">
                  <c:v>skateboarding_and_music_</c:v>
                </c:pt>
                <c:pt idx="5396">
                  <c:v>skateboard_headquarter</c:v>
                </c:pt>
                <c:pt idx="5397">
                  <c:v>skateboarder_rocker209</c:v>
                </c:pt>
                <c:pt idx="5398">
                  <c:v>skateboarder_for_life_23</c:v>
                </c:pt>
                <c:pt idx="5399">
                  <c:v>skateboarder_for_life_</c:v>
                </c:pt>
                <c:pt idx="5400">
                  <c:v>skateboardercolorconfused</c:v>
                </c:pt>
                <c:pt idx="5401">
                  <c:v>skateboarder_chick4323</c:v>
                </c:pt>
                <c:pt idx="5402">
                  <c:v>skateboarderchick123</c:v>
                </c:pt>
                <c:pt idx="5403">
                  <c:v>skateandplayguitarforlife</c:v>
                </c:pt>
                <c:pt idx="5404">
                  <c:v>skateandguitarplayer</c:v>
                </c:pt>
                <c:pt idx="5405">
                  <c:v>skate_and_destroy</c:v>
                </c:pt>
                <c:pt idx="5406">
                  <c:v>skate_almost_forever</c:v>
                </c:pt>
                <c:pt idx="5407">
                  <c:v>skate_all_day_everyday</c:v>
                </c:pt>
                <c:pt idx="5408">
                  <c:v>skate4life_kobe_bitch</c:v>
                </c:pt>
                <c:pt idx="5409">
                  <c:v>sixteenthsolidspread</c:v>
                </c:pt>
                <c:pt idx="5410">
                  <c:v>sixteenstarmanagement</c:v>
                </c:pt>
                <c:pt idx="5411">
                  <c:v>sixstringmassacre_55</c:v>
                </c:pt>
                <c:pt idx="5412">
                  <c:v>sixonetreyentertainment</c:v>
                </c:pt>
                <c:pt idx="5413">
                  <c:v>sixhundredseventyone</c:v>
                </c:pt>
                <c:pt idx="5414">
                  <c:v>sixhundredandsixtyfive</c:v>
                </c:pt>
                <c:pt idx="5415">
                  <c:v>sixfootfiveandbulletproof</c:v>
                </c:pt>
                <c:pt idx="5416">
                  <c:v>sittingwaitingandwishing</c:v>
                </c:pt>
                <c:pt idx="5417">
                  <c:v>site_for_messin_wit111111</c:v>
                </c:pt>
                <c:pt idx="5418">
                  <c:v>sit_back_relax_relapse</c:v>
                </c:pt>
                <c:pt idx="5419">
                  <c:v>sistertabithasurprise</c:v>
                </c:pt>
                <c:pt idx="5420">
                  <c:v>sistersheerstargazer</c:v>
                </c:pt>
                <c:pt idx="5421">
                  <c:v>sister_molly_margaret</c:v>
                </c:pt>
                <c:pt idx="5422">
                  <c:v>sister_mary_elephant</c:v>
                </c:pt>
                <c:pt idx="5423">
                  <c:v>sisterinchristalways</c:v>
                </c:pt>
                <c:pt idx="5424">
                  <c:v>sisterfromanothermister_1</c:v>
                </c:pt>
                <c:pt idx="5425">
                  <c:v>sisterchristianfancypants</c:v>
                </c:pt>
                <c:pt idx="5426">
                  <c:v>sissy_the_red_headed_girl</c:v>
                </c:pt>
                <c:pt idx="5427">
                  <c:v>sissyfortraining2000</c:v>
                </c:pt>
                <c:pt idx="5428">
                  <c:v>sir_stallionbonkalot</c:v>
                </c:pt>
                <c:pt idx="5429">
                  <c:v>sir_jake_the_mistake_17</c:v>
                </c:pt>
                <c:pt idx="5430">
                  <c:v>sirenchristianrockband</c:v>
                </c:pt>
                <c:pt idx="5431">
                  <c:v>sippinonsomebluedrank</c:v>
                </c:pt>
                <c:pt idx="5432">
                  <c:v>sinthetic_revolution</c:v>
                </c:pt>
                <c:pt idx="5433">
                  <c:v>sinthesolecontroller</c:v>
                </c:pt>
                <c:pt idx="5434">
                  <c:v>sinsationallysunshine</c:v>
                </c:pt>
                <c:pt idx="5435">
                  <c:v>sink_your_teeth_into</c:v>
                </c:pt>
                <c:pt idx="5436">
                  <c:v>sinkingshipsandbravery</c:v>
                </c:pt>
                <c:pt idx="5437">
                  <c:v>sinisterserenityband</c:v>
                </c:pt>
                <c:pt idx="5438">
                  <c:v>sinisteroutrightbehavior</c:v>
                </c:pt>
                <c:pt idx="5439">
                  <c:v>sinister_looking_sock</c:v>
                </c:pt>
                <c:pt idx="5440">
                  <c:v>sinisterbadkitty5000</c:v>
                </c:pt>
                <c:pt idx="5441">
                  <c:v>singwithyourhairbrush</c:v>
                </c:pt>
                <c:pt idx="5442">
                  <c:v>singtomeyouelectricbitch</c:v>
                </c:pt>
                <c:pt idx="5443">
                  <c:v>singthebodyelectric5</c:v>
                </c:pt>
                <c:pt idx="5444">
                  <c:v>singthebodyelectric1</c:v>
                </c:pt>
                <c:pt idx="5445">
                  <c:v>sing_scream_saygoodbye</c:v>
                </c:pt>
                <c:pt idx="5446">
                  <c:v>single_shot_army_dude_18</c:v>
                </c:pt>
                <c:pt idx="5447">
                  <c:v>single_princess_looking</c:v>
                </c:pt>
                <c:pt idx="5448">
                  <c:v>single_minded_liberation</c:v>
                </c:pt>
                <c:pt idx="5449">
                  <c:v>singlemalesportsguy92</c:v>
                </c:pt>
                <c:pt idx="5450">
                  <c:v>single_and_ready2mingle</c:v>
                </c:pt>
                <c:pt idx="5451">
                  <c:v>singing_with_passion</c:v>
                </c:pt>
                <c:pt idx="5452">
                  <c:v>singingsoftballplayer</c:v>
                </c:pt>
                <c:pt idx="5453">
                  <c:v>singingsensation4ever</c:v>
                </c:pt>
                <c:pt idx="5454">
                  <c:v>_singing_music_4_life</c:v>
                </c:pt>
                <c:pt idx="5455">
                  <c:v>singing_lion_princess</c:v>
                </c:pt>
                <c:pt idx="5456">
                  <c:v>singingheycarrieanne</c:v>
                </c:pt>
                <c:pt idx="5457">
                  <c:v>singing_country_gurl_0</c:v>
                </c:pt>
                <c:pt idx="5458">
                  <c:v>singingcountrygirl87</c:v>
                </c:pt>
                <c:pt idx="5459">
                  <c:v>singingandshopping4eva</c:v>
                </c:pt>
                <c:pt idx="5460">
                  <c:v>singingandmusicfreak</c:v>
                </c:pt>
                <c:pt idx="5461">
                  <c:v>singer_song_writer_7</c:v>
                </c:pt>
                <c:pt idx="5462">
                  <c:v>singerpoetsongwriter</c:v>
                </c:pt>
                <c:pt idx="5463">
                  <c:v>singdancesmileandlive</c:v>
                </c:pt>
                <c:pt idx="5464">
                  <c:v>singdanceandenjoylife</c:v>
                </c:pt>
                <c:pt idx="5465">
                  <c:v>sinfullysweetassassin</c:v>
                </c:pt>
                <c:pt idx="5466">
                  <c:v>sinfullycharmingsonny</c:v>
                </c:pt>
                <c:pt idx="5467">
                  <c:v>sinfulkatastrophe91708</c:v>
                </c:pt>
                <c:pt idx="5468">
                  <c:v>sincityfortlauderdale</c:v>
                </c:pt>
                <c:pt idx="5469">
                  <c:v>sincityentertainmenttampa</c:v>
                </c:pt>
                <c:pt idx="5470">
                  <c:v>sincerelyyoursraelynn</c:v>
                </c:pt>
                <c:pt idx="5471">
                  <c:v>sincerelyyoursmusic510</c:v>
                </c:pt>
                <c:pt idx="5472">
                  <c:v>sincerelysugarcoated</c:v>
                </c:pt>
                <c:pt idx="5473">
                  <c:v>simplywaitingstreetteam</c:v>
                </c:pt>
                <c:pt idx="5474">
                  <c:v>simplyunfooledaroundwith</c:v>
                </c:pt>
                <c:pt idx="5475">
                  <c:v>simplythebesthaterproof</c:v>
                </c:pt>
                <c:pt idx="5476">
                  <c:v>simply_sweet_patrice</c:v>
                </c:pt>
                <c:pt idx="5477">
                  <c:v>simplysimplemandaboo</c:v>
                </c:pt>
                <c:pt idx="5478">
                  <c:v>simplyperfectkristina</c:v>
                </c:pt>
                <c:pt idx="5479">
                  <c:v>simplymissunderstood</c:v>
                </c:pt>
                <c:pt idx="5480">
                  <c:v>simplyirresistiblehair</c:v>
                </c:pt>
                <c:pt idx="5481">
                  <c:v>simply_gorgeous_leslie</c:v>
                </c:pt>
                <c:pt idx="5482">
                  <c:v>simplygorgeouscontest</c:v>
                </c:pt>
                <c:pt idx="5483">
                  <c:v>simplyfuckingcomplicated</c:v>
                </c:pt>
                <c:pt idx="5484">
                  <c:v>simply_forgotten_promoter</c:v>
                </c:pt>
                <c:pt idx="5485">
                  <c:v>simplyelegant_morgan</c:v>
                </c:pt>
                <c:pt idx="5486">
                  <c:v>simplydeliciouscocoabeach</c:v>
                </c:pt>
                <c:pt idx="5487">
                  <c:v>simplybronzedtanningsalon</c:v>
                </c:pt>
                <c:pt idx="5488">
                  <c:v>simplyblackandwhiteband</c:v>
                </c:pt>
                <c:pt idx="5489">
                  <c:v>simplybeautifulmissgrant</c:v>
                </c:pt>
                <c:pt idx="5490">
                  <c:v>simplicitycustomgraphics</c:v>
                </c:pt>
                <c:pt idx="5491">
                  <c:v>simpleyetconfusing</c:v>
                </c:pt>
                <c:pt idx="5492">
                  <c:v>simpleyetconfused101</c:v>
                </c:pt>
                <c:pt idx="5493">
                  <c:v>simplepleasuresinlife2</c:v>
                </c:pt>
                <c:pt idx="5494">
                  <c:v>simplepleasurerentalcabin</c:v>
                </c:pt>
                <c:pt idx="5495">
                  <c:v>simpleplanlover14chuck</c:v>
                </c:pt>
                <c:pt idx="5496">
                  <c:v>simple_plan_lover1234</c:v>
                </c:pt>
                <c:pt idx="5497">
                  <c:v>simpleplanfreak4life</c:v>
                </c:pt>
                <c:pt idx="5498">
                  <c:v>simpleplanfanforever</c:v>
                </c:pt>
                <c:pt idx="5499">
                  <c:v>simplemindedlaughinghyena</c:v>
                </c:pt>
                <c:pt idx="5500">
                  <c:v>simplemindedentertainment</c:v>
                </c:pt>
                <c:pt idx="5501">
                  <c:v>simple_man_shall_change</c:v>
                </c:pt>
                <c:pt idx="5502">
                  <c:v>simplecountrygirl2000</c:v>
                </c:pt>
                <c:pt idx="5503">
                  <c:v>simple_country_girl_1981</c:v>
                </c:pt>
                <c:pt idx="5504">
                  <c:v>simple7yet7confusing</c:v>
                </c:pt>
                <c:pt idx="5505">
                  <c:v>simonehusbandforlife</c:v>
                </c:pt>
                <c:pt idx="5506">
                  <c:v>simoneelizabethmusic</c:v>
                </c:pt>
                <c:pt idx="5507">
                  <c:v>silver_winged_angel_24</c:v>
                </c:pt>
                <c:pt idx="5508">
                  <c:v>silver_tongued_devil</c:v>
                </c:pt>
                <c:pt idx="5509">
                  <c:v>silvertear_moonstorm</c:v>
                </c:pt>
                <c:pt idx="5510">
                  <c:v>silverspringspizzafactory</c:v>
                </c:pt>
                <c:pt idx="5511">
                  <c:v>silverspoondanceproject</c:v>
                </c:pt>
                <c:pt idx="5512">
                  <c:v>silversinglefeaturing</c:v>
                </c:pt>
                <c:pt idx="5513">
                  <c:v>silversidenickelback</c:v>
                </c:pt>
                <c:pt idx="5514">
                  <c:v>silverrosedemigoddess</c:v>
                </c:pt>
                <c:pt idx="5515">
                  <c:v>silvermetalalchemist</c:v>
                </c:pt>
                <c:pt idx="5516">
                  <c:v>silverlookingbracelet</c:v>
                </c:pt>
                <c:pt idx="5517">
                  <c:v>silverliningentertainment</c:v>
                </c:pt>
                <c:pt idx="5518">
                  <c:v>silverlinephotography</c:v>
                </c:pt>
                <c:pt idx="5519">
                  <c:v>silvericebreakfastclub</c:v>
                </c:pt>
                <c:pt idx="5520">
                  <c:v>silverhairedmanyazoo</c:v>
                </c:pt>
                <c:pt idx="5521">
                  <c:v>silverfrogjewelrystudio</c:v>
                </c:pt>
                <c:pt idx="5522">
                  <c:v>silverculinaryconsulting</c:v>
                </c:pt>
                <c:pt idx="5523">
                  <c:v>silverbulletdisplay</c:v>
                </c:pt>
                <c:pt idx="5524">
                  <c:v>silverbulletdisplay1</c:v>
                </c:pt>
                <c:pt idx="5525">
                  <c:v>silverbrigadebandguy_08</c:v>
                </c:pt>
                <c:pt idx="5526">
                  <c:v>silverblade_alchemist</c:v>
                </c:pt>
                <c:pt idx="5527">
                  <c:v>silverandblack_4life</c:v>
                </c:pt>
                <c:pt idx="5528">
                  <c:v>silvadollarprincess1</c:v>
                </c:pt>
                <c:pt idx="5529">
                  <c:v>silvacatsoundstation</c:v>
                </c:pt>
                <c:pt idx="5530">
                  <c:v>sillywillybillyhillbilly</c:v>
                </c:pt>
                <c:pt idx="5531">
                  <c:v>silly_stoner_lawrence</c:v>
                </c:pt>
                <c:pt idx="5532">
                  <c:v>sillypants_spoonthief</c:v>
                </c:pt>
                <c:pt idx="5533">
                  <c:v>sillynameserioussandwich</c:v>
                </c:pt>
                <c:pt idx="5534">
                  <c:v>sillylittlepartygirl</c:v>
                </c:pt>
                <c:pt idx="5535">
                  <c:v>silly_dilly_willy_01</c:v>
                </c:pt>
                <c:pt idx="5536">
                  <c:v>silky_smooth_delight</c:v>
                </c:pt>
                <c:pt idx="5537">
                  <c:v>silkysmoothbrownsugar</c:v>
                </c:pt>
                <c:pt idx="5538">
                  <c:v>silicon_lemming_alchemist</c:v>
                </c:pt>
                <c:pt idx="5539">
                  <c:v>silhouetteagainstthesky</c:v>
                </c:pt>
                <c:pt idx="5540">
                  <c:v>silentwintersyndrome</c:v>
                </c:pt>
                <c:pt idx="5541">
                  <c:v>silentsoulentertainment</c:v>
                </c:pt>
                <c:pt idx="5542">
                  <c:v>silent_shy_sweetness</c:v>
                </c:pt>
                <c:pt idx="5543">
                  <c:v>silentpointlallalala</c:v>
                </c:pt>
                <c:pt idx="5544">
                  <c:v>silentmajoritymember</c:v>
                </c:pt>
                <c:pt idx="5545">
                  <c:v>silentlyscreamingmurder</c:v>
                </c:pt>
                <c:pt idx="5546">
                  <c:v>silent_hill_media_center</c:v>
                </c:pt>
                <c:pt idx="5547">
                  <c:v>silentharmonyrecording</c:v>
                </c:pt>
                <c:pt idx="5548">
                  <c:v>silentgracewithoutdignity</c:v>
                </c:pt>
                <c:pt idx="5549">
                  <c:v>silencingthehostage1</c:v>
                </c:pt>
                <c:pt idx="5550">
                  <c:v>silencethroughbattle</c:v>
                </c:pt>
                <c:pt idx="5551">
                  <c:v>silence_this_little_heart</c:v>
                </c:pt>
                <c:pt idx="5552">
                  <c:v>silenceinsanitymusic</c:v>
                </c:pt>
                <c:pt idx="5553">
                  <c:v>silenced_for_life_19</c:v>
                </c:pt>
                <c:pt idx="5554">
                  <c:v>silenceandtheecstasy</c:v>
                </c:pt>
                <c:pt idx="5555">
                  <c:v>significantother_rev2217</c:v>
                </c:pt>
                <c:pt idx="5556">
                  <c:v>signalstrengthmastering</c:v>
                </c:pt>
                <c:pt idx="5557">
                  <c:v>sierra_under_pressure</c:v>
                </c:pt>
                <c:pt idx="5558">
                  <c:v>sierra_the_wild_child</c:v>
                </c:pt>
                <c:pt idx="5559">
                  <c:v>sierratheaterrockconcertsindelano</c:v>
                </c:pt>
                <c:pt idx="5560">
                  <c:v>sierrahighschoolchoir</c:v>
                </c:pt>
                <c:pt idx="5561">
                  <c:v>sierraandmichelle4ever</c:v>
                </c:pt>
                <c:pt idx="5562">
                  <c:v>sidewalksandwhiteout</c:v>
                </c:pt>
                <c:pt idx="5563">
                  <c:v>sic_slipknot_maggot_</c:v>
                </c:pt>
                <c:pt idx="5564">
                  <c:v>sick_strange_darkness</c:v>
                </c:pt>
                <c:pt idx="5565">
                  <c:v>sicksadsurrealsexyworld</c:v>
                </c:pt>
                <c:pt idx="5566">
                  <c:v>sickmotherfuckingrick</c:v>
                </c:pt>
                <c:pt idx="5567">
                  <c:v>sic_and_twisted_soul</c:v>
                </c:pt>
                <c:pt idx="5568">
                  <c:v>shyyetdangerousbritt</c:v>
                </c:pt>
                <c:pt idx="5569">
                  <c:v>shyquietbutdangerous</c:v>
                </c:pt>
                <c:pt idx="5570">
                  <c:v>shylittlemissblondie</c:v>
                </c:pt>
                <c:pt idx="5571">
                  <c:v>shyandsweetplusthree</c:v>
                </c:pt>
                <c:pt idx="5572">
                  <c:v>shutyourcocksucker45</c:v>
                </c:pt>
                <c:pt idx="5573">
                  <c:v>shut_the_bathroom_door</c:v>
                </c:pt>
                <c:pt idx="5574">
                  <c:v>shutterbugphotography</c:v>
                </c:pt>
                <c:pt idx="5575">
                  <c:v>shutdownsleeprestart</c:v>
                </c:pt>
                <c:pt idx="5576">
                  <c:v>shrimpmanstreetfighter</c:v>
                </c:pt>
                <c:pt idx="5577">
                  <c:v>shreveport_young_kat</c:v>
                </c:pt>
                <c:pt idx="5578">
                  <c:v>shreveportfestivalplaza</c:v>
                </c:pt>
                <c:pt idx="5579">
                  <c:v>shredgod_rosstheboss</c:v>
                </c:pt>
                <c:pt idx="5580">
                  <c:v>showtime_agency_paris</c:v>
                </c:pt>
                <c:pt idx="5581">
                  <c:v>showerwithyourgirlfriend</c:v>
                </c:pt>
                <c:pt idx="5582">
                  <c:v>showandprovebirmingham</c:v>
                </c:pt>
                <c:pt idx="5583">
                  <c:v>shouldprobablystopwhining</c:v>
                </c:pt>
                <c:pt idx="5584">
                  <c:v>shotgunweddingsinger</c:v>
                </c:pt>
                <c:pt idx="5585">
                  <c:v>shotgun_bang_wedding</c:v>
                </c:pt>
                <c:pt idx="5586">
                  <c:v>shotfrombehind17times</c:v>
                </c:pt>
                <c:pt idx="5587">
                  <c:v>shortunlikehairypianist</c:v>
                </c:pt>
                <c:pt idx="5588">
                  <c:v>short_sweet_simplyblonde</c:v>
                </c:pt>
                <c:pt idx="5589">
                  <c:v>shortstuffwitattitude</c:v>
                </c:pt>
                <c:pt idx="5590">
                  <c:v>short_sexy_and_thick</c:v>
                </c:pt>
                <c:pt idx="5591">
                  <c:v>shortroundshortstuff123</c:v>
                </c:pt>
                <c:pt idx="5592">
                  <c:v>shortpeoplegroweventually</c:v>
                </c:pt>
                <c:pt idx="5593">
                  <c:v>short_ornery_cowgirl</c:v>
                </c:pt>
                <c:pt idx="5594">
                  <c:v>short_little_black_boy13</c:v>
                </c:pt>
                <c:pt idx="5595">
                  <c:v>shortguitarplayer_4life</c:v>
                </c:pt>
                <c:pt idx="5596">
                  <c:v>shortfuzeproducer2point0</c:v>
                </c:pt>
                <c:pt idx="5597">
                  <c:v>short_cookie_monster</c:v>
                </c:pt>
                <c:pt idx="5598">
                  <c:v>Shortblondechick1290</c:v>
                </c:pt>
                <c:pt idx="5599">
                  <c:v>shortattentionspan1990</c:v>
                </c:pt>
                <c:pt idx="5600">
                  <c:v>shorelinechristianrock</c:v>
                </c:pt>
                <c:pt idx="5601">
                  <c:v>shorebreakartistmanagement</c:v>
                </c:pt>
                <c:pt idx="5602">
                  <c:v>shoppingvolleyballcash</c:v>
                </c:pt>
                <c:pt idx="5603">
                  <c:v>shoppingcenterspecialist</c:v>
                </c:pt>
                <c:pt idx="5604">
                  <c:v>shoppingcartsyndicate</c:v>
                </c:pt>
                <c:pt idx="5605">
                  <c:v>shoot_speed_kill_light</c:v>
                </c:pt>
                <c:pt idx="5606">
                  <c:v>shootingstarmodeling</c:v>
                </c:pt>
                <c:pt idx="5607">
                  <c:v>shoeless_joe_jackson</c:v>
                </c:pt>
                <c:pt idx="5608">
                  <c:v>shockwavethefunkyone</c:v>
                </c:pt>
                <c:pt idx="5609">
                  <c:v>shockinglystupidlove</c:v>
                </c:pt>
                <c:pt idx="5610">
                  <c:v>shocash247entertainment</c:v>
                </c:pt>
                <c:pt idx="5611">
                  <c:v>shistarentertainment</c:v>
                </c:pt>
                <c:pt idx="5612">
                  <c:v>shirtless_egghead_skunk</c:v>
                </c:pt>
                <c:pt idx="5613">
                  <c:v>shirleytemplegonebad</c:v>
                </c:pt>
                <c:pt idx="5614">
                  <c:v>shinyomnipotentgoddess</c:v>
                </c:pt>
                <c:pt idx="5615">
                  <c:v>shinylibraryprincess</c:v>
                </c:pt>
                <c:pt idx="5616">
                  <c:v>shiningthroughthepain</c:v>
                </c:pt>
                <c:pt idx="5617">
                  <c:v>shining_bright_tonight</c:v>
                </c:pt>
                <c:pt idx="5618">
                  <c:v>shiningblackgleamingwhite</c:v>
                </c:pt>
                <c:pt idx="5619">
                  <c:v>shinefromtheheavensblessed</c:v>
                </c:pt>
                <c:pt idx="5620">
                  <c:v>shindigpunkrockradio</c:v>
                </c:pt>
                <c:pt idx="5621">
                  <c:v>shimmeringandsubconscious</c:v>
                </c:pt>
                <c:pt idx="5622">
                  <c:v>_shimmer_and_sparkle_</c:v>
                </c:pt>
                <c:pt idx="5623">
                  <c:v>shilyn_the_watergoddess</c:v>
                </c:pt>
                <c:pt idx="5624">
                  <c:v>shiftlockandcountersteer</c:v>
                </c:pt>
                <c:pt idx="5625">
                  <c:v>she_with_attitude13</c:v>
                </c:pt>
                <c:pt idx="5626">
                  <c:v>she_will_have_her_way</c:v>
                </c:pt>
                <c:pt idx="5627">
                  <c:v>shestoodtherelaughing</c:v>
                </c:pt>
                <c:pt idx="5628">
                  <c:v>shesmilesatthefuture</c:v>
                </c:pt>
                <c:pt idx="5629">
                  <c:v>sheshellaradlikethis</c:v>
                </c:pt>
                <c:pt idx="5630">
                  <c:v>sherwoodforestbadboy</c:v>
                </c:pt>
                <c:pt idx="5631">
                  <c:v>sherrycancersurvivor</c:v>
                </c:pt>
                <c:pt idx="5632">
                  <c:v>sherrea_hearts_metal</c:v>
                </c:pt>
                <c:pt idx="5633">
                  <c:v>sheriff_officer_christian</c:v>
                </c:pt>
                <c:pt idx="5634">
                  <c:v>sheridancollegecanada</c:v>
                </c:pt>
                <c:pt idx="5635">
                  <c:v>sher_bear_diver_girl</c:v>
                </c:pt>
                <c:pt idx="5636">
                  <c:v>SHEMUSHHAVELOSEHERMIND</c:v>
                </c:pt>
                <c:pt idx="5637">
                  <c:v>shelteredfromthetruth</c:v>
                </c:pt>
                <c:pt idx="5638">
                  <c:v>shellyrosephotography</c:v>
                </c:pt>
                <c:pt idx="5639">
                  <c:v>shellybellycocoapuff</c:v>
                </c:pt>
                <c:pt idx="5640">
                  <c:v>shellieonefreespirit</c:v>
                </c:pt>
                <c:pt idx="5641">
                  <c:v>shelleyvalentinecook</c:v>
                </c:pt>
                <c:pt idx="5642">
                  <c:v>shelleymillerthatsright</c:v>
                </c:pt>
                <c:pt idx="5643">
                  <c:v>shelley_belly_jelly_bean</c:v>
                </c:pt>
                <c:pt idx="5644">
                  <c:v>shelleyandersonwilson</c:v>
                </c:pt>
                <c:pt idx="5645">
                  <c:v>shelley_and_brandon_2009</c:v>
                </c:pt>
                <c:pt idx="5646">
                  <c:v>shellbellthischick82</c:v>
                </c:pt>
                <c:pt idx="5647">
                  <c:v>shelinamichelleproduction</c:v>
                </c:pt>
                <c:pt idx="5648">
                  <c:v>shelby_wonderdog_partypup</c:v>
                </c:pt>
                <c:pt idx="5649">
                  <c:v>shelby_valleyfootball</c:v>
                </c:pt>
                <c:pt idx="5650">
                  <c:v>shelby_taylor_belford</c:v>
                </c:pt>
                <c:pt idx="5651">
                  <c:v>shelbyforestclick193</c:v>
                </c:pt>
                <c:pt idx="5652">
                  <c:v>she_got_that_hollaback</c:v>
                </c:pt>
                <c:pt idx="5653">
                  <c:v>sheepshaggingbastard</c:v>
                </c:pt>
                <c:pt idx="5654">
                  <c:v>she_drank_away_his_memory</c:v>
                </c:pt>
                <c:pt idx="5655">
                  <c:v>shedevilfromanotherplanet</c:v>
                </c:pt>
                <c:pt idx="5656">
                  <c:v>shearsentimentalwake</c:v>
                </c:pt>
                <c:pt idx="5657">
                  <c:v>shearparadisepetsalon</c:v>
                </c:pt>
                <c:pt idx="5658">
                  <c:v>shay_the_controlled_nymph</c:v>
                </c:pt>
                <c:pt idx="5659">
                  <c:v>shayneandbrittney4ever</c:v>
                </c:pt>
                <c:pt idx="5660">
                  <c:v>shayna_the_skate_dog</c:v>
                </c:pt>
                <c:pt idx="5661">
                  <c:v>shayna_tha_blondie_08</c:v>
                </c:pt>
                <c:pt idx="5662">
                  <c:v>shaynaandnatalierock</c:v>
                </c:pt>
                <c:pt idx="5663">
                  <c:v>shaymanwadedodgekelly</c:v>
                </c:pt>
                <c:pt idx="5664">
                  <c:v>shay_harry_potter_fanatic</c:v>
                </c:pt>
                <c:pt idx="5665">
                  <c:v>Shawn_Rose101_aka_Nick</c:v>
                </c:pt>
                <c:pt idx="5666">
                  <c:v>shawnmichealandkaylamarie</c:v>
                </c:pt>
                <c:pt idx="5667">
                  <c:v>shawnathontaylorthomas</c:v>
                </c:pt>
                <c:pt idx="5668">
                  <c:v>shawnascuprunnethover</c:v>
                </c:pt>
                <c:pt idx="5669">
                  <c:v>shawna_clarkbabygurl</c:v>
                </c:pt>
                <c:pt idx="5670">
                  <c:v>shawnachambersiscool</c:v>
                </c:pt>
                <c:pt idx="5671">
                  <c:v>shavedheadblackmale12</c:v>
                </c:pt>
                <c:pt idx="5672">
                  <c:v>shaunwhitetheflyingtomato</c:v>
                </c:pt>
                <c:pt idx="5673">
                  <c:v>shaunathehockeybunny</c:v>
                </c:pt>
                <c:pt idx="5674">
                  <c:v>shatmoneyentertainment</c:v>
                </c:pt>
                <c:pt idx="5675">
                  <c:v>sharpshooterandtherestofthegang</c:v>
                </c:pt>
                <c:pt idx="5676">
                  <c:v>shark_tooth_dunanana</c:v>
                </c:pt>
                <c:pt idx="5677">
                  <c:v>sharktalesoundtrack2</c:v>
                </c:pt>
                <c:pt idx="5678">
                  <c:v>sharkfamilycommittee408</c:v>
                </c:pt>
                <c:pt idx="5679">
                  <c:v>share_your_crack_ers</c:v>
                </c:pt>
                <c:pt idx="5680">
                  <c:v>sharaspecialpatrolgroup</c:v>
                </c:pt>
                <c:pt idx="5681">
                  <c:v>shannon_the_great117</c:v>
                </c:pt>
                <c:pt idx="5682">
                  <c:v>shannonsuzannemartin</c:v>
                </c:pt>
                <c:pt idx="5683">
                  <c:v>shannonstonebutterfly</c:v>
                </c:pt>
                <c:pt idx="5684">
                  <c:v>shannonsmithretrospect</c:v>
                </c:pt>
                <c:pt idx="5685">
                  <c:v>shannonshutterbug917</c:v>
                </c:pt>
                <c:pt idx="5686">
                  <c:v>shannon_running_enemy</c:v>
                </c:pt>
                <c:pt idx="5687">
                  <c:v>shannon_ronnie_forever</c:v>
                </c:pt>
                <c:pt idx="5688">
                  <c:v>shannonredheadedbitch</c:v>
                </c:pt>
                <c:pt idx="5689">
                  <c:v>Shannon_notinterested</c:v>
                </c:pt>
                <c:pt idx="5690">
                  <c:v>shannonnicholethomas</c:v>
                </c:pt>
                <c:pt idx="5691">
                  <c:v>shannonletthemusicplay</c:v>
                </c:pt>
                <c:pt idx="5692">
                  <c:v>shannonleeannrummage</c:v>
                </c:pt>
                <c:pt idx="5693">
                  <c:v>shannon_kathleen_hudson</c:v>
                </c:pt>
                <c:pt idx="5694">
                  <c:v>shannonhollycoughlin</c:v>
                </c:pt>
                <c:pt idx="5695">
                  <c:v>shannon_hockeygirl33</c:v>
                </c:pt>
                <c:pt idx="5696">
                  <c:v>shannondevinbeccaellen</c:v>
                </c:pt>
                <c:pt idx="5697">
                  <c:v>shaniquavanda_salinas</c:v>
                </c:pt>
                <c:pt idx="5698">
                  <c:v>shaniqualovelinessheck</c:v>
                </c:pt>
                <c:pt idx="5699">
                  <c:v>shane_guitar_freak_loser</c:v>
                </c:pt>
                <c:pt idx="5700">
                  <c:v>shandra_live_life_love</c:v>
                </c:pt>
                <c:pt idx="5701">
                  <c:v>shana_the_next_top_model</c:v>
                </c:pt>
                <c:pt idx="5702">
                  <c:v>shanaandcliff4life0</c:v>
                </c:pt>
                <c:pt idx="5703">
                  <c:v>shampainplatinumbird</c:v>
                </c:pt>
                <c:pt idx="5704">
                  <c:v>shamgarblackmetal777</c:v>
                </c:pt>
                <c:pt idx="5705">
                  <c:v>shamed_into_solitude</c:v>
                </c:pt>
                <c:pt idx="5706">
                  <c:v>shallow_water_blackout</c:v>
                </c:pt>
                <c:pt idx="5707">
                  <c:v>shallowmissinterpretation</c:v>
                </c:pt>
                <c:pt idx="5708">
                  <c:v>shallow_and_abstruse</c:v>
                </c:pt>
                <c:pt idx="5709">
                  <c:v>shake_what_she_gave_you</c:v>
                </c:pt>
                <c:pt idx="5710">
                  <c:v>shake_that_moneymaker</c:v>
                </c:pt>
                <c:pt idx="5711">
                  <c:v>shake_off_the_ancient</c:v>
                </c:pt>
                <c:pt idx="5712">
                  <c:v>shakehandswithdanger</c:v>
                </c:pt>
                <c:pt idx="5713">
                  <c:v>shadyparkcuttrout4life</c:v>
                </c:pt>
                <c:pt idx="5714">
                  <c:v>shadyladiesburlesque</c:v>
                </c:pt>
                <c:pt idx="5715">
                  <c:v>shadowwrestlingfederation</c:v>
                </c:pt>
                <c:pt idx="5716">
                  <c:v>shadow_ultimatelifeform</c:v>
                </c:pt>
                <c:pt idx="5717">
                  <c:v>shadowtwilightswordmaster</c:v>
                </c:pt>
                <c:pt idx="5718">
                  <c:v>shadowtheswordslinger</c:v>
                </c:pt>
                <c:pt idx="5719">
                  <c:v>shadowthehedgehog123</c:v>
                </c:pt>
                <c:pt idx="5720">
                  <c:v>shadow_the_hedgehog_003</c:v>
                </c:pt>
                <c:pt idx="5721">
                  <c:v>shadow_the_dark_hedgehog</c:v>
                </c:pt>
                <c:pt idx="5722">
                  <c:v>shadowsway2deepthroat</c:v>
                </c:pt>
                <c:pt idx="5723">
                  <c:v>shadowsonthewall1031</c:v>
                </c:pt>
                <c:pt idx="5724">
                  <c:v>shadowsonthesidewalk</c:v>
                </c:pt>
                <c:pt idx="5725">
                  <c:v>shadowscapephotography</c:v>
                </c:pt>
                <c:pt idx="5726">
                  <c:v>shadowpuppetoblivion</c:v>
                </c:pt>
                <c:pt idx="5727">
                  <c:v>shadow_people_beware</c:v>
                </c:pt>
                <c:pt idx="5728">
                  <c:v>shadowmachinetheband</c:v>
                </c:pt>
                <c:pt idx="5729">
                  <c:v>shadowlordthedeathangel</c:v>
                </c:pt>
                <c:pt idx="5730">
                  <c:v>shadowlibraschoolgirl</c:v>
                </c:pt>
                <c:pt idx="5731">
                  <c:v>shadowheartscovenant</c:v>
                </c:pt>
                <c:pt idx="5732">
                  <c:v>shadowfloodphotography</c:v>
                </c:pt>
                <c:pt idx="5733">
                  <c:v>shadowfairywithscissors</c:v>
                </c:pt>
                <c:pt idx="5734">
                  <c:v>shadow_company_bravo</c:v>
                </c:pt>
                <c:pt idx="5735">
                  <c:v>shadowbane_nightwalker</c:v>
                </c:pt>
                <c:pt idx="5736">
                  <c:v>shade_beatboxing_prince</c:v>
                </c:pt>
                <c:pt idx="5737">
                  <c:v>shabachentertainment</c:v>
                </c:pt>
                <c:pt idx="5738">
                  <c:v>sexy_white_chocolate_9</c:v>
                </c:pt>
                <c:pt idx="5739">
                  <c:v>sexy_white_chocolate1207</c:v>
                </c:pt>
                <c:pt idx="5740">
                  <c:v>sexy_wetback_rip_macdre</c:v>
                </c:pt>
                <c:pt idx="5741">
                  <c:v>sexywakeboardingforce</c:v>
                </c:pt>
                <c:pt idx="5742">
                  <c:v>sexyveronicamartinez9</c:v>
                </c:pt>
                <c:pt idx="5743">
                  <c:v>sexy_trailer_park_4_life</c:v>
                </c:pt>
                <c:pt idx="5744">
                  <c:v>sexy_thing_over_here</c:v>
                </c:pt>
                <c:pt idx="5745">
                  <c:v>sexysweetheart154ever</c:v>
                </c:pt>
                <c:pt idx="5746">
                  <c:v>sexy_sweetbrown_eyedgirl</c:v>
                </c:pt>
                <c:pt idx="5747">
                  <c:v>sexysuefromkathmandu</c:v>
                </c:pt>
                <c:pt idx="5748">
                  <c:v>sexystrippingprincess13</c:v>
                </c:pt>
                <c:pt idx="5749">
                  <c:v>sexystripperkitten4life</c:v>
                </c:pt>
                <c:pt idx="5750">
                  <c:v>SEXYSTREETDANCEFEVER</c:v>
                </c:pt>
                <c:pt idx="5751">
                  <c:v>Sexy_Strawberry_Lady</c:v>
                </c:pt>
                <c:pt idx="5752">
                  <c:v>sexystrawberryblondeangel</c:v>
                </c:pt>
                <c:pt idx="5753">
                  <c:v>sexystraitoutthesouth</c:v>
                </c:pt>
                <c:pt idx="5754">
                  <c:v>sexystraightedgesister</c:v>
                </c:pt>
                <c:pt idx="5755">
                  <c:v>sexysouthsidehotbitch</c:v>
                </c:pt>
                <c:pt idx="5756">
                  <c:v>sexy_southern_girl831</c:v>
                </c:pt>
                <c:pt idx="5757">
                  <c:v>sexysoutherngirl8259</c:v>
                </c:pt>
                <c:pt idx="5758">
                  <c:v>sexysophisticatedsasha</c:v>
                </c:pt>
                <c:pt idx="5759">
                  <c:v>sexysinglebrunette001</c:v>
                </c:pt>
                <c:pt idx="5760">
                  <c:v>sexy_simptown_female</c:v>
                </c:pt>
                <c:pt idx="5761">
                  <c:v>sexy_silly_billy_sam</c:v>
                </c:pt>
                <c:pt idx="5762">
                  <c:v>sexy_sex_slave_4_fun</c:v>
                </c:pt>
                <c:pt idx="5763">
                  <c:v>sexysaucyplayboygirl1</c:v>
                </c:pt>
                <c:pt idx="5764">
                  <c:v>sexysaucychicagogirl</c:v>
                </c:pt>
                <c:pt idx="5765">
                  <c:v>sexy_sassy_untouchable</c:v>
                </c:pt>
                <c:pt idx="5766">
                  <c:v>sexysassysouthernbelle</c:v>
                </c:pt>
                <c:pt idx="5767">
                  <c:v>sexy_sassy_and_southern</c:v>
                </c:pt>
                <c:pt idx="5768">
                  <c:v>sexyrockstarbarbie019</c:v>
                </c:pt>
                <c:pt idx="5769">
                  <c:v>sexy_rich_london_babe</c:v>
                </c:pt>
                <c:pt idx="5770">
                  <c:v>sexyrednecksoccerfreak</c:v>
                </c:pt>
                <c:pt idx="5771">
                  <c:v>sexyredheadwithbabyblues4</c:v>
                </c:pt>
                <c:pt idx="5772">
                  <c:v>sexy_queen_bitch4life</c:v>
                </c:pt>
                <c:pt idx="5773">
                  <c:v>sexypurplecheerleader</c:v>
                </c:pt>
                <c:pt idx="5774">
                  <c:v>sexyprincessheather0</c:v>
                </c:pt>
                <c:pt idx="5775">
                  <c:v>SEXYPLATINUMBARBIEDOLL</c:v>
                </c:pt>
                <c:pt idx="5776">
                  <c:v>sexy_pirate_gurl_rox</c:v>
                </c:pt>
                <c:pt idx="5777">
                  <c:v>sexypinkicecreamtrucks</c:v>
                </c:pt>
                <c:pt idx="5778">
                  <c:v>sexypinkblondebitch9</c:v>
                </c:pt>
                <c:pt idx="5779">
                  <c:v>sexyphotographerchic</c:v>
                </c:pt>
                <c:pt idx="5780">
                  <c:v>sexypeoplearoundtheworld0</c:v>
                </c:pt>
                <c:pt idx="5781">
                  <c:v>sexypassionateparadise</c:v>
                </c:pt>
                <c:pt idx="5782">
                  <c:v>sexyonelinerguitarist</c:v>
                </c:pt>
                <c:pt idx="5783">
                  <c:v>sexymysterioussweety</c:v>
                </c:pt>
                <c:pt idx="5784">
                  <c:v>sexymissmontgomery09</c:v>
                </c:pt>
                <c:pt idx="5785">
                  <c:v>sexy_milky_chocolate</c:v>
                </c:pt>
                <c:pt idx="5786">
                  <c:v>sexymilkchocolate200</c:v>
                </c:pt>
                <c:pt idx="5787">
                  <c:v>sexymichellewastaken</c:v>
                </c:pt>
                <c:pt idx="5788">
                  <c:v>sexyman_woody_wood_pecker</c:v>
                </c:pt>
                <c:pt idx="5789">
                  <c:v>sexymansfieldshortstop89</c:v>
                </c:pt>
                <c:pt idx="5790">
                  <c:v>sexy_little_rap_lover</c:v>
                </c:pt>
                <c:pt idx="5791">
                  <c:v>sexy_little_blonde_259</c:v>
                </c:pt>
                <c:pt idx="5792">
                  <c:v>sexy_little_black_boy</c:v>
                </c:pt>
                <c:pt idx="5793">
                  <c:v>sexylittlebadassking125</c:v>
                </c:pt>
                <c:pt idx="5794">
                  <c:v>sexy_liteskinned_chick</c:v>
                </c:pt>
                <c:pt idx="5795">
                  <c:v>sexylilprincesscrystal</c:v>
                </c:pt>
                <c:pt idx="5796">
                  <c:v>sexy_lil_latina_01_10</c:v>
                </c:pt>
                <c:pt idx="5797">
                  <c:v>sexylilhollisterchick</c:v>
                </c:pt>
                <c:pt idx="5798">
                  <c:v>sexylilgirlfromsouthside</c:v>
                </c:pt>
                <c:pt idx="5799">
                  <c:v>sexylildiamondprincess</c:v>
                </c:pt>
                <c:pt idx="5800">
                  <c:v>sexy_lil_country_girl</c:v>
                </c:pt>
                <c:pt idx="5801">
                  <c:v>sexy_lil_brunette101</c:v>
                </c:pt>
                <c:pt idx="5802">
                  <c:v>sexylilangel_19_2005</c:v>
                </c:pt>
                <c:pt idx="5803">
                  <c:v>sexylightskinplussizechic</c:v>
                </c:pt>
                <c:pt idx="5804">
                  <c:v>sexylightskinnedangie</c:v>
                </c:pt>
                <c:pt idx="5805">
                  <c:v>sexylifesizebarbiedoll</c:v>
                </c:pt>
                <c:pt idx="5806">
                  <c:v>sexylatinadancercrystal</c:v>
                </c:pt>
                <c:pt idx="5807">
                  <c:v>sexyladywiththemprettygra</c:v>
                </c:pt>
                <c:pt idx="5808">
                  <c:v>sexy_jennifer_for_life</c:v>
                </c:pt>
                <c:pt idx="5809">
                  <c:v>sexy_innocent_gorgeous</c:v>
                </c:pt>
                <c:pt idx="5810">
                  <c:v>sexy_hottie_bitch_18</c:v>
                </c:pt>
                <c:pt idx="5811">
                  <c:v>sexy_hot_fucking_bitch</c:v>
                </c:pt>
                <c:pt idx="5812">
                  <c:v>sexy_horseback_rider</c:v>
                </c:pt>
                <c:pt idx="5813">
                  <c:v>sexyhollisterbrunette</c:v>
                </c:pt>
                <c:pt idx="5814">
                  <c:v>sexyhickfromthesticks</c:v>
                </c:pt>
                <c:pt idx="5815">
                  <c:v>sexyhazel_eyedtrackstar</c:v>
                </c:pt>
                <c:pt idx="5816">
                  <c:v>sexyguydownthestreet</c:v>
                </c:pt>
                <c:pt idx="5817">
                  <c:v>sexyguttajazzyprincess</c:v>
                </c:pt>
                <c:pt idx="5818">
                  <c:v>sexygurl579_brittney</c:v>
                </c:pt>
                <c:pt idx="5819">
                  <c:v>sexy_gold_dragon_1982</c:v>
                </c:pt>
                <c:pt idx="5820">
                  <c:v>sexy_girl_right_here</c:v>
                </c:pt>
                <c:pt idx="5821">
                  <c:v>sexygirlfromdownthestreet</c:v>
                </c:pt>
                <c:pt idx="5822">
                  <c:v>sexyfuturemillionaire</c:v>
                </c:pt>
                <c:pt idx="5823">
                  <c:v>sexy_florida_princess</c:v>
                </c:pt>
                <c:pt idx="5824">
                  <c:v>sexy_firefighter_gib</c:v>
                </c:pt>
                <c:pt idx="5825">
                  <c:v>sexyfakeblonde_beauty</c:v>
                </c:pt>
                <c:pt idx="5826">
                  <c:v>sexydivaforevaNalways</c:v>
                </c:pt>
                <c:pt idx="5827">
                  <c:v>sexydiamondprincess1</c:v>
                </c:pt>
                <c:pt idx="5828">
                  <c:v>sexycuttie_alexandra</c:v>
                </c:pt>
                <c:pt idx="5829">
                  <c:v>sexy_cutie_congenial</c:v>
                </c:pt>
                <c:pt idx="5830">
                  <c:v>sexy_country_gurl_22</c:v>
                </c:pt>
                <c:pt idx="5831">
                  <c:v>sexy_country_girl_200</c:v>
                </c:pt>
                <c:pt idx="5832">
                  <c:v>sexycountrygalcourtney</c:v>
                </c:pt>
                <c:pt idx="5833">
                  <c:v>sexy_contractor_but_taken</c:v>
                </c:pt>
                <c:pt idx="5834">
                  <c:v>sexy_conceited_bitch_9</c:v>
                </c:pt>
                <c:pt idx="5835">
                  <c:v>sexycolorfulbutterfly</c:v>
                </c:pt>
                <c:pt idx="5836">
                  <c:v>sexy_colombianita713</c:v>
                </c:pt>
                <c:pt idx="5837">
                  <c:v>sexy_chris_with_big_cock</c:v>
                </c:pt>
                <c:pt idx="5838">
                  <c:v>sexy_christina_smile</c:v>
                </c:pt>
                <c:pt idx="5839">
                  <c:v>sexychocolatepitbull</c:v>
                </c:pt>
                <c:pt idx="5840">
                  <c:v>sexychocolatepinklady1</c:v>
                </c:pt>
                <c:pt idx="5841">
                  <c:v>sexychocolateforever08</c:v>
                </c:pt>
                <c:pt idx="5842">
                  <c:v>sexychocolatebitch109</c:v>
                </c:pt>
                <c:pt idx="5843">
                  <c:v>sexychocolate_100percent</c:v>
                </c:pt>
                <c:pt idx="5844">
                  <c:v>sexychickfromcompton</c:v>
                </c:pt>
                <c:pt idx="5845">
                  <c:v>sexycheerleadingbitch</c:v>
                </c:pt>
                <c:pt idx="5846">
                  <c:v>sexy_brown_eyed_gurl09</c:v>
                </c:pt>
                <c:pt idx="5847">
                  <c:v>sexyblueeyedsoccerplayer</c:v>
                </c:pt>
                <c:pt idx="5848">
                  <c:v>sexyblueeyedbombshell</c:v>
                </c:pt>
                <c:pt idx="5849">
                  <c:v>sexyblackprincess3005</c:v>
                </c:pt>
                <c:pt idx="5850">
                  <c:v>sexybitch_rileysmith</c:v>
                </c:pt>
                <c:pt idx="5851">
                  <c:v>sexybitchincorporation</c:v>
                </c:pt>
                <c:pt idx="5852">
                  <c:v>sexybeastfromtactown1</c:v>
                </c:pt>
                <c:pt idx="5853">
                  <c:v>sexybeastcontacttables</c:v>
                </c:pt>
                <c:pt idx="5854">
                  <c:v>sexybasketballplaya14</c:v>
                </c:pt>
                <c:pt idx="5855">
                  <c:v>sexy_basketball_chick</c:v>
                </c:pt>
                <c:pt idx="5856">
                  <c:v>sexybasketballangel10</c:v>
                </c:pt>
                <c:pt idx="5857">
                  <c:v>sexybaseplayerskaterprep</c:v>
                </c:pt>
                <c:pt idx="5858">
                  <c:v>sexybaseballplayer10</c:v>
                </c:pt>
                <c:pt idx="5859">
                  <c:v>sexy_baseball_playa08</c:v>
                </c:pt>
                <c:pt idx="5860">
                  <c:v>sexybabymammatiggerfreak</c:v>
                </c:pt>
                <c:pt idx="5861">
                  <c:v>sexy_baby_gurl_742space</c:v>
                </c:pt>
                <c:pt idx="5862">
                  <c:v>sexy_ass_chocolate_female</c:v>
                </c:pt>
                <c:pt idx="5863">
                  <c:v>sexy_ass_bubble_butt</c:v>
                </c:pt>
                <c:pt idx="5864">
                  <c:v>sexyassbitchready2party</c:v>
                </c:pt>
                <c:pt idx="5865">
                  <c:v>sexyapplebottombitch</c:v>
                </c:pt>
                <c:pt idx="5866">
                  <c:v>sexy_angel_baby_gurl</c:v>
                </c:pt>
                <c:pt idx="5867">
                  <c:v>sexy_angel_amber_99</c:v>
                </c:pt>
                <c:pt idx="5868">
                  <c:v>sexyandsweetbabygirl</c:v>
                </c:pt>
                <c:pt idx="5869">
                  <c:v>sexyandarrogantbrother</c:v>
                </c:pt>
                <c:pt idx="5870">
                  <c:v>sexy3gothic2chris1hala</c:v>
                </c:pt>
                <c:pt idx="5871">
                  <c:v>sexwithmeinaredfrock</c:v>
                </c:pt>
                <c:pt idx="5872">
                  <c:v>sexwithbelugawhalesisfun</c:v>
                </c:pt>
                <c:pt idx="5873">
                  <c:v>sexualwhitechocolate420</c:v>
                </c:pt>
                <c:pt idx="5874">
                  <c:v>sexualwhitechocolate00</c:v>
                </c:pt>
                <c:pt idx="5875">
                  <c:v>sexual_transaction_fee</c:v>
                </c:pt>
                <c:pt idx="5876">
                  <c:v>sexualsuicide2abortion</c:v>
                </c:pt>
                <c:pt idx="5877">
                  <c:v>sexual_electric_blue</c:v>
                </c:pt>
                <c:pt idx="5878">
                  <c:v>sexualchocolatelincoln</c:v>
                </c:pt>
                <c:pt idx="5879">
                  <c:v>sexorangeanddingyboy</c:v>
                </c:pt>
                <c:pt idx="5880">
                  <c:v>sexmonkeyrecordlabel</c:v>
                </c:pt>
                <c:pt idx="5881">
                  <c:v>sexmachine123want2come</c:v>
                </c:pt>
                <c:pt idx="5882">
                  <c:v>sex_can_wait_masturbate</c:v>
                </c:pt>
                <c:pt idx="5883">
                  <c:v>sexcanwaitmasterbait</c:v>
                </c:pt>
                <c:pt idx="5884">
                  <c:v>sex_addict_from_hell</c:v>
                </c:pt>
                <c:pt idx="5885">
                  <c:v>sever_and_step_forward</c:v>
                </c:pt>
                <c:pt idx="5886">
                  <c:v>severaldifferentdogmen</c:v>
                </c:pt>
                <c:pt idx="5887">
                  <c:v>seventhsealstreetteam</c:v>
                </c:pt>
                <c:pt idx="5888">
                  <c:v>seventeenmotorsports</c:v>
                </c:pt>
                <c:pt idx="5889">
                  <c:v>sethlonghornwrestler</c:v>
                </c:pt>
                <c:pt idx="5890">
                  <c:v>server1pass_retrieve</c:v>
                </c:pt>
                <c:pt idx="5891">
                  <c:v>sertainlycanttouchthis</c:v>
                </c:pt>
                <c:pt idx="5892">
                  <c:v>seriously_whodoesthat</c:v>
                </c:pt>
                <c:pt idx="5893">
                  <c:v>seriously_nicole_murphy</c:v>
                </c:pt>
                <c:pt idx="5894">
                  <c:v>seriouslygoodlooking</c:v>
                </c:pt>
                <c:pt idx="5895">
                  <c:v>seriousinjurymayoccur</c:v>
                </c:pt>
                <c:pt idx="5896">
                  <c:v>seriousaboutthemusic</c:v>
                </c:pt>
                <c:pt idx="5897">
                  <c:v>serialkillercollection</c:v>
                </c:pt>
                <c:pt idx="5898">
                  <c:v>sergeant_the_chihuahua</c:v>
                </c:pt>
                <c:pt idx="5899">
                  <c:v>serenitypainteddeath</c:v>
                </c:pt>
                <c:pt idx="5900">
                  <c:v>serenityfrommassacre</c:v>
                </c:pt>
                <c:pt idx="5901">
                  <c:v>serenityelizabethblack</c:v>
                </c:pt>
                <c:pt idx="5902">
                  <c:v>serenitybeautypassion</c:v>
                </c:pt>
                <c:pt idx="5903">
                  <c:v>serendipitylemonseed</c:v>
                </c:pt>
                <c:pt idx="5904">
                  <c:v>seraphimamaranthdream</c:v>
                </c:pt>
                <c:pt idx="5905">
                  <c:v>sequelundefinedlegacy</c:v>
                </c:pt>
                <c:pt idx="5906">
                  <c:v>separatethechurchandskate</c:v>
                </c:pt>
                <c:pt idx="5907">
                  <c:v>sent_straight_from_heaven</c:v>
                </c:pt>
                <c:pt idx="5908">
                  <c:v>sentron_administration</c:v>
                </c:pt>
                <c:pt idx="5909">
                  <c:v>sentimental_old_fool</c:v>
                </c:pt>
                <c:pt idx="5910">
                  <c:v>sensitivesingersongwriter</c:v>
                </c:pt>
                <c:pt idx="5911">
                  <c:v>sensefailforblink182</c:v>
                </c:pt>
                <c:pt idx="5912">
                  <c:v>seniorprojectbassist</c:v>
                </c:pt>
                <c:pt idx="5913">
                  <c:v>sendtransmissioninterference</c:v>
                </c:pt>
                <c:pt idx="5914">
                  <c:v>sendmetomentalinstitution</c:v>
                </c:pt>
                <c:pt idx="5915">
                  <c:v>semisweetchocolate19</c:v>
                </c:pt>
                <c:pt idx="5916">
                  <c:v>Semi_Organized_Chaos</c:v>
                </c:pt>
                <c:pt idx="5917">
                  <c:v>seminolehighfootball</c:v>
                </c:pt>
                <c:pt idx="5918">
                  <c:v>sellerellarealtorshannon</c:v>
                </c:pt>
                <c:pt idx="5919">
                  <c:v>selftitledmanagement</c:v>
                </c:pt>
                <c:pt idx="5920">
                  <c:v>selftaughthumanindividual</c:v>
                </c:pt>
                <c:pt idx="5921">
                  <c:v>self_portrait_layout</c:v>
                </c:pt>
                <c:pt idx="5922">
                  <c:v>selfinterestcollective</c:v>
                </c:pt>
                <c:pt idx="5923">
                  <c:v>selfemployedmillionaire</c:v>
                </c:pt>
                <c:pt idx="5924">
                  <c:v>selfdestructivechild</c:v>
                </c:pt>
                <c:pt idx="5925">
                  <c:v>selfconsciousminority</c:v>
                </c:pt>
                <c:pt idx="5926">
                  <c:v>selfconclusionphotography</c:v>
                </c:pt>
                <c:pt idx="5927">
                  <c:v>seeyouspacecowboy210</c:v>
                </c:pt>
                <c:pt idx="5928">
                  <c:v>seethroughonlysometimes</c:v>
                </c:pt>
                <c:pt idx="5929">
                  <c:v>seerholethehomosexual</c:v>
                </c:pt>
                <c:pt idx="5930">
                  <c:v>seekingsomethinglost</c:v>
                </c:pt>
                <c:pt idx="5931">
                  <c:v>seekingrealestateinvestor</c:v>
                </c:pt>
                <c:pt idx="5932">
                  <c:v>seekingprincecharming</c:v>
                </c:pt>
                <c:pt idx="5933">
                  <c:v>seeingtheextraordinary</c:v>
                </c:pt>
                <c:pt idx="5934">
                  <c:v>seeingdestroyerandtheothercandle</c:v>
                </c:pt>
                <c:pt idx="5935">
                  <c:v>seductive_silhouette_kiss</c:v>
                </c:pt>
                <c:pt idx="5936">
                  <c:v>seductive_sexy_corona</c:v>
                </c:pt>
                <c:pt idx="5937">
                  <c:v>secsoutheastconnection</c:v>
                </c:pt>
                <c:pt idx="5938">
                  <c:v>secretwallskeepusalone</c:v>
                </c:pt>
                <c:pt idx="5939">
                  <c:v>secretsocietyclothing</c:v>
                </c:pt>
                <c:pt idx="5940">
                  <c:v>secretsideprojectleeds</c:v>
                </c:pt>
                <c:pt idx="5941">
                  <c:v>secret_service_community</c:v>
                </c:pt>
                <c:pt idx="5942">
                  <c:v>secret_penguin_society_</c:v>
                </c:pt>
                <c:pt idx="5943">
                  <c:v>secretgardensoundsystem</c:v>
                </c:pt>
                <c:pt idx="5944">
                  <c:v>secretbortschassociation</c:v>
                </c:pt>
                <c:pt idx="5945">
                  <c:v>secret_agent_man_007</c:v>
                </c:pt>
                <c:pt idx="5946">
                  <c:v>secret_agent_girl200</c:v>
                </c:pt>
                <c:pt idx="5947">
                  <c:v>secondtimearound250</c:v>
                </c:pt>
                <c:pt idx="5948">
                  <c:v>secondstringthirdfret</c:v>
                </c:pt>
                <c:pt idx="5949">
                  <c:v>secondplacevictory35</c:v>
                </c:pt>
                <c:pt idx="5950">
                  <c:v>secondhalf_soundsystem</c:v>
                </c:pt>
                <c:pt idx="5951">
                  <c:v>secondcomingclothing</c:v>
                </c:pt>
                <c:pt idx="5952">
                  <c:v>second_class_citizen1</c:v>
                </c:pt>
                <c:pt idx="5953">
                  <c:v>second_chance_financing</c:v>
                </c:pt>
                <c:pt idx="5954">
                  <c:v>secondchancechecking</c:v>
                </c:pt>
                <c:pt idx="5955">
                  <c:v>second2nonemusicgroup</c:v>
                </c:pt>
                <c:pt idx="5956">
                  <c:v>sebastianvanmanticore</c:v>
                </c:pt>
                <c:pt idx="5957">
                  <c:v>sebastiansummerknight</c:v>
                </c:pt>
                <c:pt idx="5958">
                  <c:v>sebastianinletsurfcamp</c:v>
                </c:pt>
                <c:pt idx="5959">
                  <c:v>sebastianguitaraddicted</c:v>
                </c:pt>
                <c:pt idx="5960">
                  <c:v>sebastianfallenangel</c:v>
                </c:pt>
                <c:pt idx="5961">
                  <c:v>sebastian1redcraving</c:v>
                </c:pt>
                <c:pt idx="5962">
                  <c:v>seaweedandchickensoup</c:v>
                </c:pt>
                <c:pt idx="5963">
                  <c:v>seattle_winter_paddling</c:v>
                </c:pt>
                <c:pt idx="5964">
                  <c:v>seattleporcelainveneer</c:v>
                </c:pt>
                <c:pt idx="5965">
                  <c:v>seattlegeneraldentist</c:v>
                </c:pt>
                <c:pt idx="5966">
                  <c:v>seattledentistdirectory</c:v>
                </c:pt>
                <c:pt idx="5967">
                  <c:v>seattlecriminalattorney</c:v>
                </c:pt>
                <c:pt idx="5968">
                  <c:v>seattlecosmeticdentist</c:v>
                </c:pt>
                <c:pt idx="5969">
                  <c:v>seattleatheistsmeetup</c:v>
                </c:pt>
                <c:pt idx="5970">
                  <c:v>seaside_restoration_house</c:v>
                </c:pt>
                <c:pt idx="5971">
                  <c:v>searchingforsomething111</c:v>
                </c:pt>
                <c:pt idx="5972">
                  <c:v>searching_for_santory</c:v>
                </c:pt>
                <c:pt idx="5973">
                  <c:v>searchingformyownspace</c:v>
                </c:pt>
                <c:pt idx="5974">
                  <c:v>searchingformybrother</c:v>
                </c:pt>
                <c:pt idx="5975">
                  <c:v>_searching_for_love_</c:v>
                </c:pt>
                <c:pt idx="5976">
                  <c:v>searchingfor__beauty</c:v>
                </c:pt>
                <c:pt idx="5977">
                  <c:v>searchingforapurpose</c:v>
                </c:pt>
                <c:pt idx="5978">
                  <c:v>searchingbasketballphoto</c:v>
                </c:pt>
                <c:pt idx="5979">
                  <c:v>searching_4_that_1_guy</c:v>
                </c:pt>
                <c:pt idx="5980">
                  <c:v>searching4somethingmore</c:v>
                </c:pt>
                <c:pt idx="5981">
                  <c:v>searching4margaritaville</c:v>
                </c:pt>
                <c:pt idx="5982">
                  <c:v>searchenginemarketing</c:v>
                </c:pt>
                <c:pt idx="5983">
                  <c:v>searchdestroyclothing</c:v>
                </c:pt>
                <c:pt idx="5984">
                  <c:v>seansucksonlythebiggest</c:v>
                </c:pt>
                <c:pt idx="5985">
                  <c:v>seanposey_thecutiepie</c:v>
                </c:pt>
                <c:pt idx="5986">
                  <c:v>sean_official_support</c:v>
                </c:pt>
                <c:pt idx="5987">
                  <c:v>seanmilligan_prepaidlegal</c:v>
                </c:pt>
                <c:pt idx="5988">
                  <c:v>seancarterphotography</c:v>
                </c:pt>
                <c:pt idx="5989">
                  <c:v>seallawnandgardencare</c:v>
                </c:pt>
                <c:pt idx="5990">
                  <c:v>seal_beach_waterpolo</c:v>
                </c:pt>
                <c:pt idx="5991">
                  <c:v>seabreeze_communitychurch</c:v>
                </c:pt>
                <c:pt idx="5992">
                  <c:v>scroungingforwhatsleft</c:v>
                </c:pt>
                <c:pt idx="5993">
                  <c:v>screwstonehardhitter</c:v>
                </c:pt>
                <c:pt idx="5994">
                  <c:v>screwmilkilldourbodygood</c:v>
                </c:pt>
                <c:pt idx="5995">
                  <c:v>screenwriting_genius</c:v>
                </c:pt>
                <c:pt idx="5996">
                  <c:v>scream_somethingbeautiful</c:v>
                </c:pt>
                <c:pt idx="5997">
                  <c:v>screamingmiketheband</c:v>
                </c:pt>
                <c:pt idx="5998">
                  <c:v>screaminglordbutchandhishowlingmonkeymen</c:v>
                </c:pt>
                <c:pt idx="5999">
                  <c:v>screamingintothevoid</c:v>
                </c:pt>
                <c:pt idx="6000">
                  <c:v>screamingfromtheashes</c:v>
                </c:pt>
                <c:pt idx="6001">
                  <c:v>screamingdragonproduction</c:v>
                </c:pt>
                <c:pt idx="6002">
                  <c:v>scream_from_the_abyss</c:v>
                </c:pt>
                <c:pt idx="6003">
                  <c:v>scream0your0heart0out</c:v>
                </c:pt>
                <c:pt idx="6004">
                  <c:v>scratchmastersavage1</c:v>
                </c:pt>
                <c:pt idx="6005">
                  <c:v>scrappy_the_racehorse</c:v>
                </c:pt>
                <c:pt idx="6006">
                  <c:v>scrap_metal_sculpture</c:v>
                </c:pt>
                <c:pt idx="6007">
                  <c:v>scraped_but_beautiful42</c:v>
                </c:pt>
                <c:pt idx="6008">
                  <c:v>scrapbookingprincess</c:v>
                </c:pt>
                <c:pt idx="6009">
                  <c:v>scrabble_over_and_out</c:v>
                </c:pt>
                <c:pt idx="6010">
                  <c:v>scrabblefivethousand</c:v>
                </c:pt>
                <c:pt idx="6011">
                  <c:v>scottsdaletravelingman</c:v>
                </c:pt>
                <c:pt idx="6012">
                  <c:v>scottishtemperedwoman</c:v>
                </c:pt>
                <c:pt idx="6013">
                  <c:v>scottishdrinkingteam</c:v>
                </c:pt>
                <c:pt idx="6014">
                  <c:v>scottiedoesntknowband</c:v>
                </c:pt>
                <c:pt idx="6015">
                  <c:v>scottie_doesnt_know_9</c:v>
                </c:pt>
                <c:pt idx="6016">
                  <c:v>scotthefalloutboyfan</c:v>
                </c:pt>
                <c:pt idx="6017">
                  <c:v>scorpionprincess4eva</c:v>
                </c:pt>
                <c:pt idx="6018">
                  <c:v>scorched_earth_erotica_</c:v>
                </c:pt>
                <c:pt idx="6019">
                  <c:v>scootmanmusicandsounddesign</c:v>
                </c:pt>
                <c:pt idx="6020">
                  <c:v>scooterandtheapplebottomtrio</c:v>
                </c:pt>
                <c:pt idx="6021">
                  <c:v>scobbandthepixiesticks</c:v>
                </c:pt>
                <c:pt idx="6022">
                  <c:v>scissorsistersbigfan</c:v>
                </c:pt>
                <c:pt idx="6023">
                  <c:v>scissorhappychic805</c:v>
                </c:pt>
                <c:pt idx="6024">
                  <c:v>scissorfistmagnethead</c:v>
                </c:pt>
                <c:pt idx="6025">
                  <c:v>scientologist_fanatic</c:v>
                </c:pt>
                <c:pt idx="6026">
                  <c:v>sciencefictionghetto</c:v>
                </c:pt>
                <c:pt idx="6027">
                  <c:v>schoolforimprovisationalmusic</c:v>
                </c:pt>
                <c:pt idx="6028">
                  <c:v>schoolboardincognito</c:v>
                </c:pt>
                <c:pt idx="6029">
                  <c:v>scenescreamphotography</c:v>
                </c:pt>
                <c:pt idx="6030">
                  <c:v>scenarioyouthtalkshow</c:v>
                </c:pt>
                <c:pt idx="6031">
                  <c:v>scarygarycradlefan4life</c:v>
                </c:pt>
                <c:pt idx="6032">
                  <c:v>scarrylayout_tester8</c:v>
                </c:pt>
                <c:pt idx="6033">
                  <c:v>scarlettjeanbeautyqueen</c:v>
                </c:pt>
                <c:pt idx="6034">
                  <c:v>scarletclothingcompany</c:v>
                </c:pt>
                <c:pt idx="6035">
                  <c:v>scarface_tonymontana</c:v>
                </c:pt>
                <c:pt idx="6036">
                  <c:v>say_when_michiganteam</c:v>
                </c:pt>
                <c:pt idx="6037">
                  <c:v>say_when_germanstreetteam</c:v>
                </c:pt>
                <c:pt idx="6038">
                  <c:v>saynotoanimalcruelty</c:v>
                </c:pt>
                <c:pt idx="6039">
                  <c:v>sayhellotoherlittlefriend</c:v>
                </c:pt>
                <c:pt idx="6040">
                  <c:v>saygoodnight_rockstar8289</c:v>
                </c:pt>
                <c:pt idx="6041">
                  <c:v>saygoodnightelizabeth</c:v>
                </c:pt>
                <c:pt idx="6042">
                  <c:v>savingcrimebeforebedtime</c:v>
                </c:pt>
                <c:pt idx="6043">
                  <c:v>saveyourfuckingbreath</c:v>
                </c:pt>
                <c:pt idx="6044">
                  <c:v>savewatershowertogether14</c:v>
                </c:pt>
                <c:pt idx="6045">
                  <c:v>save_water_drink_beer420</c:v>
                </c:pt>
                <c:pt idx="6046">
                  <c:v>savewater_drinkbeer1</c:v>
                </c:pt>
                <c:pt idx="6047">
                  <c:v>savetonightfightdawn</c:v>
                </c:pt>
                <c:pt idx="6048">
                  <c:v>savethehorserideacowboy</c:v>
                </c:pt>
                <c:pt idx="6049">
                  <c:v>savepacmanfromcanada</c:v>
                </c:pt>
                <c:pt idx="6050">
                  <c:v>save_our_wounded_hearts</c:v>
                </c:pt>
                <c:pt idx="6051">
                  <c:v>save_honeywell_college</c:v>
                </c:pt>
                <c:pt idx="6052">
                  <c:v>save_duke_and_grizzly</c:v>
                </c:pt>
                <c:pt idx="6053">
                  <c:v>saved_single_satisfied</c:v>
                </c:pt>
                <c:pt idx="6054">
                  <c:v>savanna_nicole_copeland</c:v>
                </c:pt>
                <c:pt idx="6055">
                  <c:v>savannahmightloveyou</c:v>
                </c:pt>
                <c:pt idx="6056">
                  <c:v>savannahmariemartinez</c:v>
                </c:pt>
                <c:pt idx="6057">
                  <c:v>savannahmaejordan2007</c:v>
                </c:pt>
                <c:pt idx="6058">
                  <c:v>savannahclaireforever</c:v>
                </c:pt>
                <c:pt idx="6059">
                  <c:v>savannahchristiansen</c:v>
                </c:pt>
                <c:pt idx="6060">
                  <c:v>savagewrestlingfederation</c:v>
                </c:pt>
                <c:pt idx="6061">
                  <c:v>savagethebodysnatcher</c:v>
                </c:pt>
                <c:pt idx="6062">
                  <c:v>sausage2waffle2bacon4eva</c:v>
                </c:pt>
                <c:pt idx="6063">
                  <c:v>saundra_pretty_smile</c:v>
                </c:pt>
                <c:pt idx="6064">
                  <c:v>saundersglovertribute</c:v>
                </c:pt>
                <c:pt idx="6065">
                  <c:v>saucyshakingproduction</c:v>
                </c:pt>
                <c:pt idx="6066">
                  <c:v>saucysexystylishnikki</c:v>
                </c:pt>
                <c:pt idx="6067">
                  <c:v>saucy_little_nibbler</c:v>
                </c:pt>
                <c:pt idx="6068">
                  <c:v>saucybossyextraflossy</c:v>
                </c:pt>
                <c:pt idx="6069">
                  <c:v>saturationpointmusic</c:v>
                </c:pt>
                <c:pt idx="6070">
                  <c:v>satellitetrendsignal</c:v>
                </c:pt>
                <c:pt idx="6071">
                  <c:v>satansicecreamtruck_</c:v>
                </c:pt>
                <c:pt idx="6072">
                  <c:v>satanicsexualpredator</c:v>
                </c:pt>
                <c:pt idx="6073">
                  <c:v>satanicknittinggroup</c:v>
                </c:pt>
                <c:pt idx="6074">
                  <c:v>satanicfetusmutilation</c:v>
                </c:pt>
                <c:pt idx="6075">
                  <c:v>satanicalkittylaughter</c:v>
                </c:pt>
                <c:pt idx="6076">
                  <c:v>sassy_the_good_angel</c:v>
                </c:pt>
                <c:pt idx="6077">
                  <c:v>sassy_southern_belle</c:v>
                </c:pt>
                <c:pt idx="6078">
                  <c:v>sassy_girl_21_2004yahoo</c:v>
                </c:pt>
                <c:pt idx="6079">
                  <c:v>sassybrowneyedgirl70</c:v>
                </c:pt>
                <c:pt idx="6080">
                  <c:v>sassy_ass_julie_anne</c:v>
                </c:pt>
                <c:pt idx="6081">
                  <c:v>sassy_and_sexy007210</c:v>
                </c:pt>
                <c:pt idx="6082">
                  <c:v>sashaloveyou98754321</c:v>
                </c:pt>
                <c:pt idx="6083">
                  <c:v>saschajacksolarmarch</c:v>
                </c:pt>
                <c:pt idx="6084">
                  <c:v>saschaandeliseowneveryone</c:v>
                </c:pt>
                <c:pt idx="6085">
                  <c:v>sarcastic_till_the_end</c:v>
                </c:pt>
                <c:pt idx="6086">
                  <c:v>sarcasticsoccergirl19</c:v>
                </c:pt>
                <c:pt idx="6087">
                  <c:v>sarcasticchunkymonkey</c:v>
                </c:pt>
                <c:pt idx="6088">
                  <c:v>sarcastic_and_cynicalkyle</c:v>
                </c:pt>
                <c:pt idx="6089">
                  <c:v>sarawhitneyhutchinson</c:v>
                </c:pt>
                <c:pt idx="6090">
                  <c:v>sara_the_lovestealer</c:v>
                </c:pt>
                <c:pt idx="6091">
                  <c:v>sara_marie_elizabeth_92</c:v>
                </c:pt>
                <c:pt idx="6092">
                  <c:v>sara_look_its_20_after_4</c:v>
                </c:pt>
                <c:pt idx="6093">
                  <c:v>sara_littledrummer_girl</c:v>
                </c:pt>
                <c:pt idx="6094">
                  <c:v>sarakillionspringfield</c:v>
                </c:pt>
                <c:pt idx="6095">
                  <c:v>sara_jean_underwood_fan</c:v>
                </c:pt>
                <c:pt idx="6096">
                  <c:v>sarah_your_one_and_only</c:v>
                </c:pt>
                <c:pt idx="6097">
                  <c:v>sarahwarriorprincess49</c:v>
                </c:pt>
                <c:pt idx="6098">
                  <c:v>sarahthefuckinggreat</c:v>
                </c:pt>
                <c:pt idx="6099">
                  <c:v>sarahtheballershotcaller</c:v>
                </c:pt>
                <c:pt idx="6100">
                  <c:v>sarahsoon2begraybeal</c:v>
                </c:pt>
                <c:pt idx="6101">
                  <c:v>sarahsonlinebabyshower</c:v>
                </c:pt>
                <c:pt idx="6102">
                  <c:v>sarah_natural_brunette</c:v>
                </c:pt>
                <c:pt idx="6103">
                  <c:v>sarahmadethisforme1290</c:v>
                </c:pt>
                <c:pt idx="6104">
                  <c:v>sarahleefromsouthwest</c:v>
                </c:pt>
                <c:pt idx="6105">
                  <c:v>sarahjessicaparkerfan</c:v>
                </c:pt>
                <c:pt idx="6106">
                  <c:v>sarahjanewilsonmusic</c:v>
                </c:pt>
                <c:pt idx="6107">
                  <c:v>sarah_jane_elisha_vernon</c:v>
                </c:pt>
                <c:pt idx="6108">
                  <c:v>sarahfromthelabyrinth</c:v>
                </c:pt>
                <c:pt idx="6109">
                  <c:v>sarah_friggin_wallis</c:v>
                </c:pt>
                <c:pt idx="6110">
                  <c:v>sarahelizabethbarker</c:v>
                </c:pt>
                <c:pt idx="6111">
                  <c:v>SarahElizabethAnne2007</c:v>
                </c:pt>
                <c:pt idx="6112">
                  <c:v>sarahcatherineheartsyou</c:v>
                </c:pt>
                <c:pt idx="6113">
                  <c:v>sarahbonthemicrophone</c:v>
                </c:pt>
                <c:pt idx="6114">
                  <c:v>sarahbearlivelaughlove</c:v>
                </c:pt>
                <c:pt idx="6115">
                  <c:v>sarah_batterypower_murray</c:v>
                </c:pt>
                <c:pt idx="6116">
                  <c:v>sarahandwilljune202009</c:v>
                </c:pt>
                <c:pt idx="6117">
                  <c:v>sarah_and_tiesha_cooper</c:v>
                </c:pt>
                <c:pt idx="6118">
                  <c:v>sarah_and_danny_forever</c:v>
                </c:pt>
                <c:pt idx="6119">
                  <c:v>sarah34punkrockchic34</c:v>
                </c:pt>
                <c:pt idx="6120">
                  <c:v>sarafuckingvengeance</c:v>
                </c:pt>
                <c:pt idx="6121">
                  <c:v>sara_elizabeth_chadburn</c:v>
                </c:pt>
                <c:pt idx="6122">
                  <c:v>saraclairehalfmarathon</c:v>
                </c:pt>
                <c:pt idx="6123">
                  <c:v>saraandjulialovetanya</c:v>
                </c:pt>
                <c:pt idx="6124">
                  <c:v>sara_and_her_massager</c:v>
                </c:pt>
                <c:pt idx="6125">
                  <c:v>sara333youforever101</c:v>
                </c:pt>
                <c:pt idx="6126">
                  <c:v>sappy_lil_love_puppy</c:v>
                </c:pt>
                <c:pt idx="6127">
                  <c:v>sapphire_flamealchemist</c:v>
                </c:pt>
                <c:pt idx="6128">
                  <c:v>sapphire_eyed_sweetie</c:v>
                </c:pt>
                <c:pt idx="6129">
                  <c:v>santanaonefortysecond</c:v>
                </c:pt>
                <c:pt idx="6130">
                  <c:v>SANTANAFREEPORTSOHALLA</c:v>
                </c:pt>
                <c:pt idx="6131">
                  <c:v>sanity_under_construction</c:v>
                </c:pt>
                <c:pt idx="6132">
                  <c:v>sanityliteralprofanity</c:v>
                </c:pt>
                <c:pt idx="6133">
                  <c:v>sangerhighschooljazzband</c:v>
                </c:pt>
                <c:pt idx="6134">
                  <c:v>sandwichfromtheghetto</c:v>
                </c:pt>
                <c:pt idx="6135">
                  <c:v>sandradavidphotography</c:v>
                </c:pt>
                <c:pt idx="6136">
                  <c:v>sandra_aka_sadgirl1</c:v>
                </c:pt>
                <c:pt idx="6137">
                  <c:v>sandie_the_temptress</c:v>
                </c:pt>
                <c:pt idx="6138">
                  <c:v>sandiegosnumberonerealtor</c:v>
                </c:pt>
                <c:pt idx="6139">
                  <c:v>sanctuarysoundstudio</c:v>
                </c:pt>
                <c:pt idx="6140">
                  <c:v>samwise_the_bold_punisher</c:v>
                </c:pt>
                <c:pt idx="6141">
                  <c:v>sam_where_you_belong</c:v>
                </c:pt>
                <c:pt idx="6142">
                  <c:v>samuraijackleanproduction</c:v>
                </c:pt>
                <c:pt idx="6143">
                  <c:v>sam_the_football_dude</c:v>
                </c:pt>
                <c:pt idx="6144">
                  <c:v>samsonlittlegreenfriend</c:v>
                </c:pt>
                <c:pt idx="6145">
                  <c:v>samslamthebackdoorman</c:v>
                </c:pt>
                <c:pt idx="6146">
                  <c:v>sammy_the_frogprincess</c:v>
                </c:pt>
                <c:pt idx="6147">
                  <c:v>sammy_live_laugh_love</c:v>
                </c:pt>
                <c:pt idx="6148">
                  <c:v>sammy_life_love_death</c:v>
                </c:pt>
                <c:pt idx="6149">
                  <c:v>sammykayfromthemilkyway</c:v>
                </c:pt>
                <c:pt idx="6150">
                  <c:v>sammydoodlebug4life14</c:v>
                </c:pt>
                <c:pt idx="6151">
                  <c:v>sammy_dirty_little_thing</c:v>
                </c:pt>
                <c:pt idx="6152">
                  <c:v>sammyclarkdrumproject</c:v>
                </c:pt>
                <c:pt idx="6153">
                  <c:v>sammotherfuckinghoward</c:v>
                </c:pt>
                <c:pt idx="6154">
                  <c:v>samemandifferentlife</c:v>
                </c:pt>
                <c:pt idx="6155">
                  <c:v>samecrapdifferentday</c:v>
                </c:pt>
                <c:pt idx="6156">
                  <c:v>samebrainfiggyandalex</c:v>
                </c:pt>
                <c:pt idx="6157">
                  <c:v>samcollettemcdonough</c:v>
                </c:pt>
                <c:pt idx="6158">
                  <c:v>samanthathegoodwitch</c:v>
                </c:pt>
                <c:pt idx="6159">
                  <c:v>samanthathebrokenangel</c:v>
                </c:pt>
                <c:pt idx="6160">
                  <c:v>samanthathebeautiful</c:v>
                </c:pt>
                <c:pt idx="6161">
                  <c:v>samantha_paige_woodward</c:v>
                </c:pt>
                <c:pt idx="6162">
                  <c:v>samanthalouiseelizabeth</c:v>
                </c:pt>
                <c:pt idx="6163">
                  <c:v>samanthaleiannamarie</c:v>
                </c:pt>
                <c:pt idx="6164">
                  <c:v>samantha_julia_marissa_18</c:v>
                </c:pt>
                <c:pt idx="6165">
                  <c:v>samantha_hockeychick08</c:v>
                </c:pt>
                <c:pt idx="6166">
                  <c:v>samanthaheartsdanielle</c:v>
                </c:pt>
                <c:pt idx="6167">
                  <c:v>samantha_gray_animalover</c:v>
                </c:pt>
                <c:pt idx="6168">
                  <c:v>samanthafreakingellen</c:v>
                </c:pt>
                <c:pt idx="6169">
                  <c:v>samanthaforeverandaday</c:v>
                </c:pt>
                <c:pt idx="6170">
                  <c:v>samantha_felicia_evans</c:v>
                </c:pt>
                <c:pt idx="6171">
                  <c:v>samantha_ellison2010</c:v>
                </c:pt>
                <c:pt idx="6172">
                  <c:v>samantha_drake_morgan</c:v>
                </c:pt>
                <c:pt idx="6173">
                  <c:v>samanthacrazyforscottie</c:v>
                </c:pt>
                <c:pt idx="6174">
                  <c:v>samanthacarolynclark</c:v>
                </c:pt>
                <c:pt idx="6175">
                  <c:v>samantha_ann_robinson</c:v>
                </c:pt>
                <c:pt idx="6176">
                  <c:v>samantha_ann_goff200</c:v>
                </c:pt>
                <c:pt idx="6177">
                  <c:v>samanthaanddaleforever</c:v>
                </c:pt>
                <c:pt idx="6178">
                  <c:v>samanthaamberstanley</c:v>
                </c:pt>
                <c:pt idx="6179">
                  <c:v>sam42worlddomination</c:v>
                </c:pt>
                <c:pt idx="6180">
                  <c:v>salvetricolorpaulista</c:v>
                </c:pt>
                <c:pt idx="6181">
                  <c:v>salvationcomesourway</c:v>
                </c:pt>
                <c:pt idx="6182">
                  <c:v>saltwaterfishingokinawa</c:v>
                </c:pt>
                <c:pt idx="6183">
                  <c:v>saltvillefirefighter</c:v>
                </c:pt>
                <c:pt idx="6184">
                  <c:v>Sal_The_Silly_Sailor</c:v>
                </c:pt>
                <c:pt idx="6185">
                  <c:v>sally_jesse_raffle_ticket</c:v>
                </c:pt>
                <c:pt idx="6186">
                  <c:v>sallycupcakesandliana</c:v>
                </c:pt>
                <c:pt idx="6187">
                  <c:v>salinaelizabeth_baby</c:v>
                </c:pt>
                <c:pt idx="6188">
                  <c:v>salemorchidofficialband</c:v>
                </c:pt>
                <c:pt idx="6189">
                  <c:v>saladdaydeathbedmotorcade</c:v>
                </c:pt>
                <c:pt idx="6190">
                  <c:v>salaciouslysweetdeedee</c:v>
                </c:pt>
                <c:pt idx="6191">
                  <c:v>sakura_victoria_morgan</c:v>
                </c:pt>
                <c:pt idx="6192">
                  <c:v>sakurastrongandsmart</c:v>
                </c:pt>
                <c:pt idx="6193">
                  <c:v>sakura_sauce_kay_love</c:v>
                </c:pt>
                <c:pt idx="6194">
                  <c:v>sakuraeverlastingkiss</c:v>
                </c:pt>
                <c:pt idx="6195">
                  <c:v>saintmarysyouthgroup</c:v>
                </c:pt>
                <c:pt idx="6196">
                  <c:v>sain_but_really_special</c:v>
                </c:pt>
                <c:pt idx="6197">
                  <c:v>sagittarius_kick_ass88</c:v>
                </c:pt>
                <c:pt idx="6198">
                  <c:v>sagittariusbabygurl100</c:v>
                </c:pt>
                <c:pt idx="6199">
                  <c:v>sagittariusbabygurl10</c:v>
                </c:pt>
                <c:pt idx="6200">
                  <c:v>saginaw_marching_band</c:v>
                </c:pt>
                <c:pt idx="6201">
                  <c:v>safarigirlgonewilder</c:v>
                </c:pt>
                <c:pt idx="6202">
                  <c:v>sadsongsandfairytales</c:v>
                </c:pt>
                <c:pt idx="6203">
                  <c:v>sadness_pain_hate_anger</c:v>
                </c:pt>
                <c:pt idx="6204">
                  <c:v>sadlifethatyoulivebitch</c:v>
                </c:pt>
                <c:pt idx="6205">
                  <c:v>sadclownentertainment</c:v>
                </c:pt>
                <c:pt idx="6206">
                  <c:v>sactownbutterflygirl2005</c:v>
                </c:pt>
                <c:pt idx="6207">
                  <c:v>sacredhistorymagazine</c:v>
                </c:pt>
                <c:pt idx="6208">
                  <c:v>sacredgroundministry</c:v>
                </c:pt>
                <c:pt idx="6209">
                  <c:v>sacramentostripperclass</c:v>
                </c:pt>
                <c:pt idx="6210">
                  <c:v>sabrina_good_charlotte</c:v>
                </c:pt>
                <c:pt idx="6211">
                  <c:v>sabrina_aka_tink_lover</c:v>
                </c:pt>
                <c:pt idx="6212">
                  <c:v>saajuniorclasstalent</c:v>
                </c:pt>
                <c:pt idx="6213">
                  <c:v>ruthless_thug_4_life</c:v>
                </c:pt>
                <c:pt idx="6214">
                  <c:v>ruthiemelaniedianamartin</c:v>
                </c:pt>
                <c:pt idx="6215">
                  <c:v>ruthie_from_the_block</c:v>
                </c:pt>
                <c:pt idx="6216">
                  <c:v>rustyandchuckforever</c:v>
                </c:pt>
                <c:pt idx="6217">
                  <c:v>rustburgultimateclub</c:v>
                </c:pt>
                <c:pt idx="6218">
                  <c:v>russellandpaula4ever</c:v>
                </c:pt>
                <c:pt idx="6219">
                  <c:v>rupturedsurroundsound</c:v>
                </c:pt>
                <c:pt idx="6220">
                  <c:v>runyamoufentertainment</c:v>
                </c:pt>
                <c:pt idx="6221">
                  <c:v>runthatshitfasthello</c:v>
                </c:pt>
                <c:pt idx="6222">
                  <c:v>runninonfaithquartet</c:v>
                </c:pt>
                <c:pt idx="6223">
                  <c:v>running_with_scissors</c:v>
                </c:pt>
                <c:pt idx="6224">
                  <c:v>runningwithscissors555</c:v>
                </c:pt>
                <c:pt idx="6225">
                  <c:v>running_with_scissors41</c:v>
                </c:pt>
                <c:pt idx="6226">
                  <c:v>runningwithscissors29</c:v>
                </c:pt>
                <c:pt idx="6227">
                  <c:v>runningwithscissors248</c:v>
                </c:pt>
                <c:pt idx="6228">
                  <c:v>runningwithscissors100</c:v>
                </c:pt>
                <c:pt idx="6229">
                  <c:v>runningwith_scissors</c:v>
                </c:pt>
                <c:pt idx="6230">
                  <c:v>runningtowardthehorizon</c:v>
                </c:pt>
                <c:pt idx="6231">
                  <c:v>running_though_the_night</c:v>
                </c:pt>
                <c:pt idx="6232">
                  <c:v>runningrazorbackbelle</c:v>
                </c:pt>
                <c:pt idx="6233">
                  <c:v>runningmantwentythree</c:v>
                </c:pt>
                <c:pt idx="6234">
                  <c:v>runningmanlayoutpreview5</c:v>
                </c:pt>
                <c:pt idx="6235">
                  <c:v>runningfromthisnightmare</c:v>
                </c:pt>
                <c:pt idx="6236">
                  <c:v>runningfromthehideaway</c:v>
                </c:pt>
                <c:pt idx="6237">
                  <c:v>runningfromreality75</c:v>
                </c:pt>
                <c:pt idx="6238">
                  <c:v>running_for_the_love</c:v>
                </c:pt>
                <c:pt idx="6239">
                  <c:v>runningandjumping101</c:v>
                </c:pt>
                <c:pt idx="6240">
                  <c:v>runnerrebbel_stunner</c:v>
                </c:pt>
                <c:pt idx="6241">
                  <c:v>run_its_the_forehead</c:v>
                </c:pt>
                <c:pt idx="6242">
                  <c:v>runescapewarrior93999</c:v>
                </c:pt>
                <c:pt idx="6243">
                  <c:v>runescape_super_clan</c:v>
                </c:pt>
                <c:pt idx="6244">
                  <c:v>runescape_punisher545</c:v>
                </c:pt>
                <c:pt idx="6245">
                  <c:v>runescapemaster115011</c:v>
                </c:pt>
                <c:pt idx="6246">
                  <c:v>rumpusroomsoundsystem</c:v>
                </c:pt>
                <c:pt idx="6247">
                  <c:v>rule_the_world_with_love</c:v>
                </c:pt>
                <c:pt idx="6248">
                  <c:v>rulenumberseventysix</c:v>
                </c:pt>
                <c:pt idx="6249">
                  <c:v>rugby_takingbacksunday</c:v>
                </c:pt>
                <c:pt idx="6250">
                  <c:v>rufftownentertainment</c:v>
                </c:pt>
                <c:pt idx="6251">
                  <c:v>rubyrosethepimperish</c:v>
                </c:pt>
                <c:pt idx="6252">
                  <c:v>ruby_red_cherry_drop</c:v>
                </c:pt>
                <c:pt idx="6253">
                  <c:v>ruby_love_anderson_cooper</c:v>
                </c:pt>
                <c:pt idx="6254">
                  <c:v>rubbish_filter_system</c:v>
                </c:pt>
                <c:pt idx="6255">
                  <c:v>rubberduckiechick2992</c:v>
                </c:pt>
                <c:pt idx="6256">
                  <c:v>rubber_chicken_sebastian</c:v>
                </c:pt>
                <c:pt idx="6257">
                  <c:v>rubberchickeninvasion</c:v>
                </c:pt>
                <c:pt idx="6258">
                  <c:v>rubberchickenfactory</c:v>
                </c:pt>
                <c:pt idx="6259">
                  <c:v>rubberchickenexperiment</c:v>
                </c:pt>
                <c:pt idx="6260">
                  <c:v>royalunderscoreknight</c:v>
                </c:pt>
                <c:pt idx="6261">
                  <c:v>royalsocietyclothing</c:v>
                </c:pt>
                <c:pt idx="6262">
                  <c:v>royalequestriancenter</c:v>
                </c:pt>
                <c:pt idx="6263">
                  <c:v>roxy_the_tragic_rabbit</c:v>
                </c:pt>
                <c:pt idx="6264">
                  <c:v>roxysnowboarder80201</c:v>
                </c:pt>
                <c:pt idx="6265">
                  <c:v>roxy_single_babygurl</c:v>
                </c:pt>
                <c:pt idx="6266">
                  <c:v>roxyprincessstephanie</c:v>
                </c:pt>
                <c:pt idx="6267">
                  <c:v>roxy_girl_billabong_21</c:v>
                </c:pt>
                <c:pt idx="6268">
                  <c:v>roxtract_orange_county</c:v>
                </c:pt>
                <c:pt idx="6269">
                  <c:v>roxburypurplehazeunit</c:v>
                </c:pt>
                <c:pt idx="6270">
                  <c:v>roxanneroxieroxybabe</c:v>
                </c:pt>
                <c:pt idx="6271">
                  <c:v>RoxanneElizabethSalinas</c:v>
                </c:pt>
                <c:pt idx="6272">
                  <c:v>roxanneallaboutyouband</c:v>
                </c:pt>
                <c:pt idx="6273">
                  <c:v>rowan_mayfair_vampire</c:v>
                </c:pt>
                <c:pt idx="6274">
                  <c:v>roundupcountrywestern</c:v>
                </c:pt>
                <c:pt idx="6275">
                  <c:v>roundtableconflictmusic</c:v>
                </c:pt>
                <c:pt idx="6276">
                  <c:v>roughsexmakethathurt99</c:v>
                </c:pt>
                <c:pt idx="6277">
                  <c:v>rotten_spoiled_princess</c:v>
                </c:pt>
                <c:pt idx="6278">
                  <c:v>rotaryexperimentseven</c:v>
                </c:pt>
                <c:pt idx="6279">
                  <c:v>roswell_chris_miller</c:v>
                </c:pt>
                <c:pt idx="6280">
                  <c:v>ross_volleyballchick_44</c:v>
                </c:pt>
                <c:pt idx="6281">
                  <c:v>rossparallaxphotoweb</c:v>
                </c:pt>
                <c:pt idx="6282">
                  <c:v>rosshopkins_greenock</c:v>
                </c:pt>
                <c:pt idx="6283">
                  <c:v>rossandchrisareamazing</c:v>
                </c:pt>
                <c:pt idx="6284">
                  <c:v>rosesfromtheconcrete</c:v>
                </c:pt>
                <c:pt idx="6285">
                  <c:v>roses_die__eventually</c:v>
                </c:pt>
                <c:pt idx="6286">
                  <c:v>rose_ruby_sexy_woman</c:v>
                </c:pt>
                <c:pt idx="6287">
                  <c:v>rosegordonphotography</c:v>
                </c:pt>
                <c:pt idx="6288">
                  <c:v>rosefamilyforeverbaby</c:v>
                </c:pt>
                <c:pt idx="6289">
                  <c:v>rosecityaudio_electronics</c:v>
                </c:pt>
                <c:pt idx="6290">
                  <c:v>rosebud_twinkle_star</c:v>
                </c:pt>
                <c:pt idx="6291">
                  <c:v>roscoe_the_traveling_bear</c:v>
                </c:pt>
                <c:pt idx="6292">
                  <c:v>rosanna_she_ran_away</c:v>
                </c:pt>
                <c:pt idx="6293">
                  <c:v>roryoneillphotography</c:v>
                </c:pt>
                <c:pt idx="6294">
                  <c:v>roosterofficialmusic</c:v>
                </c:pt>
                <c:pt idx="6295">
                  <c:v>ronnie_realistictattoo</c:v>
                </c:pt>
                <c:pt idx="6296">
                  <c:v>rondotowarddestruction</c:v>
                </c:pt>
                <c:pt idx="6297">
                  <c:v>ron_burgundy_anchorman</c:v>
                </c:pt>
                <c:pt idx="6298">
                  <c:v>romulus_the_dark_god</c:v>
                </c:pt>
                <c:pt idx="6299">
                  <c:v>romantic_country_guy</c:v>
                </c:pt>
                <c:pt idx="6300">
                  <c:v>romantic_college_guy</c:v>
                </c:pt>
                <c:pt idx="6301">
                  <c:v>romantically_relaxed_boy</c:v>
                </c:pt>
                <c:pt idx="6302">
                  <c:v>romance_love_heartbreak</c:v>
                </c:pt>
                <c:pt idx="6303">
                  <c:v>rolltidewillienelson</c:v>
                </c:pt>
                <c:pt idx="6304">
                  <c:v>rollinwiththesafetyoff</c:v>
                </c:pt>
                <c:pt idx="6305">
                  <c:v>rollingthunderdrumline</c:v>
                </c:pt>
                <c:pt idx="6306">
                  <c:v>roll_film_speed_action</c:v>
                </c:pt>
                <c:pt idx="6307">
                  <c:v>roller_skating_angel</c:v>
                </c:pt>
                <c:pt idx="6308">
                  <c:v>rollergirlmisstsunami</c:v>
                </c:pt>
                <c:pt idx="6309">
                  <c:v>roll_another_blunt_420</c:v>
                </c:pt>
                <c:pt idx="6310">
                  <c:v>roleplayingcodymartin</c:v>
                </c:pt>
                <c:pt idx="6311">
                  <c:v>roleplayer_person_rox</c:v>
                </c:pt>
                <c:pt idx="6312">
                  <c:v>roleplayerjessicaalba</c:v>
                </c:pt>
                <c:pt idx="6313">
                  <c:v>roleplaychickforlife</c:v>
                </c:pt>
                <c:pt idx="6314">
                  <c:v>roguevalleyunderground</c:v>
                </c:pt>
                <c:pt idx="6315">
                  <c:v>rogue_slayer_firecracker</c:v>
                </c:pt>
                <c:pt idx="6316">
                  <c:v>rogerwillalwaysloveyou</c:v>
                </c:pt>
                <c:pt idx="6317">
                  <c:v>rogerstanleeexperience</c:v>
                </c:pt>
                <c:pt idx="6318">
                  <c:v>rogerhickeyproduction</c:v>
                </c:pt>
                <c:pt idx="6319">
                  <c:v>rodriguezfamilyreunion</c:v>
                </c:pt>
                <c:pt idx="6320">
                  <c:v>rodriguez_art_studio</c:v>
                </c:pt>
                <c:pt idx="6321">
                  <c:v>rode_short_bus_yellow</c:v>
                </c:pt>
                <c:pt idx="6322">
                  <c:v>rodeocowgirl9newyork</c:v>
                </c:pt>
                <c:pt idx="6323">
                  <c:v>rocky_the_bearded_dragon</c:v>
                </c:pt>
                <c:pt idx="6324">
                  <c:v>rockyourworld_malena</c:v>
                </c:pt>
                <c:pt idx="6325">
                  <c:v>rockymountainwildlifephot</c:v>
                </c:pt>
                <c:pt idx="6326">
                  <c:v>rocky_mountain_oyster_boy</c:v>
                </c:pt>
                <c:pt idx="6327">
                  <c:v>rockyhorrorpicturebabe</c:v>
                </c:pt>
                <c:pt idx="6328">
                  <c:v>rockwithshootthebreeze</c:v>
                </c:pt>
                <c:pt idx="6329">
                  <c:v>rocktheengagementparty</c:v>
                </c:pt>
                <c:pt idx="6330">
                  <c:v>rockstarprincess2021</c:v>
                </c:pt>
                <c:pt idx="6331">
                  <c:v>rockstar.photographer</c:v>
                </c:pt>
                <c:pt idx="6332">
                  <c:v>rockstar-photographer</c:v>
                </c:pt>
                <c:pt idx="6333">
                  <c:v>rockstar_guitarist_mark</c:v>
                </c:pt>
                <c:pt idx="6334">
                  <c:v>rockstar_entertainment</c:v>
                </c:pt>
                <c:pt idx="6335">
                  <c:v>rock_solid_cheer_chick</c:v>
                </c:pt>
                <c:pt idx="6336">
                  <c:v>rockprincesschickthingy</c:v>
                </c:pt>
                <c:pt idx="6337">
                  <c:v>rockphonicmanagement</c:v>
                </c:pt>
                <c:pt idx="6338">
                  <c:v>rockpaperscissorsmusic</c:v>
                </c:pt>
                <c:pt idx="6339">
                  <c:v>rock_paper_scissors_</c:v>
                </c:pt>
                <c:pt idx="6340">
                  <c:v>rockpaperscissormusic</c:v>
                </c:pt>
                <c:pt idx="6341">
                  <c:v>rock_metal_punk_love</c:v>
                </c:pt>
                <c:pt idx="6342">
                  <c:v>rocking_wit_the_best</c:v>
                </c:pt>
                <c:pt idx="6343">
                  <c:v>rocking_till_midnight</c:v>
                </c:pt>
                <c:pt idx="6344">
                  <c:v>rocking_marty_gabstein</c:v>
                </c:pt>
                <c:pt idx="6345">
                  <c:v>rockinghorsewinner49</c:v>
                </c:pt>
                <c:pt idx="6346">
                  <c:v>rocking_for_the_world</c:v>
                </c:pt>
                <c:pt idx="6347">
                  <c:v>rocking_electro_girl</c:v>
                </c:pt>
                <c:pt idx="6348">
                  <c:v>rockingchairconvention</c:v>
                </c:pt>
                <c:pt idx="6349">
                  <c:v>rockgeorgecircleshirt</c:v>
                </c:pt>
                <c:pt idx="6350">
                  <c:v>rockford_rockbilly_rebel</c:v>
                </c:pt>
                <c:pt idx="6351">
                  <c:v>rocketshipplayground</c:v>
                </c:pt>
                <c:pt idx="6352">
                  <c:v>rocketscientistblonde</c:v>
                </c:pt>
                <c:pt idx="6353">
                  <c:v>rocketrosiemoonshine</c:v>
                </c:pt>
                <c:pt idx="6354">
                  <c:v>rocketman_now_neurologist</c:v>
                </c:pt>
                <c:pt idx="6355">
                  <c:v>rocketfuel_malt_liquor</c:v>
                </c:pt>
                <c:pt idx="6356">
                  <c:v>rockerstatusclothing</c:v>
                </c:pt>
                <c:pt idx="6357">
                  <c:v>rockerskaterchick007</c:v>
                </c:pt>
                <c:pt idx="6358">
                  <c:v>rocker_party_girl_holly</c:v>
                </c:pt>
                <c:pt idx="6359">
                  <c:v>rocker_inside_and_out</c:v>
                </c:pt>
                <c:pt idx="6360">
                  <c:v>rocker_harry_potter_fan</c:v>
                </c:pt>
                <c:pt idx="6361">
                  <c:v>rockerchick_ballerina</c:v>
                </c:pt>
                <c:pt idx="6362">
                  <c:v>rockercaboodledoodle</c:v>
                </c:pt>
                <c:pt idx="6363">
                  <c:v>rock_creek_hell_raiser</c:v>
                </c:pt>
                <c:pt idx="6364">
                  <c:v>rockconfidentialmusic</c:v>
                </c:pt>
                <c:pt idx="6365">
                  <c:v>rockcastle_artillery</c:v>
                </c:pt>
                <c:pt idx="6366">
                  <c:v>rock_and_roll_outlaw</c:v>
                </c:pt>
                <c:pt idx="6367">
                  <c:v>rockandrollisaprostitute</c:v>
                </c:pt>
                <c:pt idx="6368">
                  <c:v>rockandrepublicmusic</c:v>
                </c:pt>
                <c:pt idx="6369">
                  <c:v>rock_and_blues_radio</c:v>
                </c:pt>
                <c:pt idx="6370">
                  <c:v>rockagainstracism200</c:v>
                </c:pt>
                <c:pt idx="6371">
                  <c:v>rochester_localmusic</c:v>
                </c:pt>
                <c:pt idx="6372">
                  <c:v>roccos_urban_fashion</c:v>
                </c:pt>
                <c:pt idx="6373">
                  <c:v>robyn_lynn_trowbridge</c:v>
                </c:pt>
                <c:pt idx="6374">
                  <c:v>robyn_and_alicia_forever</c:v>
                </c:pt>
                <c:pt idx="6375">
                  <c:v>robthelochnessmonster</c:v>
                </c:pt>
                <c:pt idx="6376">
                  <c:v>rob_the_entrepreneur</c:v>
                </c:pt>
                <c:pt idx="6377">
                  <c:v>robotsplayingbasketball</c:v>
                </c:pt>
                <c:pt idx="6378">
                  <c:v>robotspidercorporation</c:v>
                </c:pt>
                <c:pt idx="6379">
                  <c:v>robot_liberation_front</c:v>
                </c:pt>
                <c:pt idx="6380">
                  <c:v>robotliberationfront</c:v>
                </c:pt>
                <c:pt idx="6381">
                  <c:v>robot_chicken_tribute</c:v>
                </c:pt>
                <c:pt idx="6382">
                  <c:v>robotarmsclothingcompany</c:v>
                </c:pt>
                <c:pt idx="6383">
                  <c:v>roblilangelbaby4ever</c:v>
                </c:pt>
                <c:pt idx="6384">
                  <c:v>rob_lewis_stickdeath</c:v>
                </c:pt>
                <c:pt idx="6385">
                  <c:v>robinholdenrecording</c:v>
                </c:pt>
                <c:pt idx="6386">
                  <c:v>robertaandchristian4ever</c:v>
                </c:pt>
                <c:pt idx="6387">
                  <c:v>robbytherollerrapper</c:v>
                </c:pt>
                <c:pt idx="6388">
                  <c:v>robby_the_robot_195</c:v>
                </c:pt>
                <c:pt idx="6389">
                  <c:v>robbygordonracingfan</c:v>
                </c:pt>
                <c:pt idx="6390">
                  <c:v>robbie_put_the_cat_out</c:v>
                </c:pt>
                <c:pt idx="6391">
                  <c:v>robbie_fucking_emergency</c:v>
                </c:pt>
                <c:pt idx="6392">
                  <c:v>robandthemorningfuzz</c:v>
                </c:pt>
                <c:pt idx="6393">
                  <c:v>rob_and_ashley_4ever</c:v>
                </c:pt>
                <c:pt idx="6394">
                  <c:v>rob_against_the_world</c:v>
                </c:pt>
                <c:pt idx="6395">
                  <c:v>roadwarrior42andsnake337</c:v>
                </c:pt>
                <c:pt idx="6396">
                  <c:v>roadrunner_united_rule</c:v>
                </c:pt>
                <c:pt idx="6397">
                  <c:v>roadlesstraveledstore</c:v>
                </c:pt>
                <c:pt idx="6398">
                  <c:v>road_king_master_200</c:v>
                </c:pt>
                <c:pt idx="6399">
                  <c:v>roadhouse_bar_and_grill</c:v>
                </c:pt>
                <c:pt idx="6400">
                  <c:v>rize_with_the_fallen</c:v>
                </c:pt>
                <c:pt idx="6401">
                  <c:v>riversidebravehearts</c:v>
                </c:pt>
                <c:pt idx="6402">
                  <c:v>riverratvideoproducer</c:v>
                </c:pt>
                <c:pt idx="6403">
                  <c:v>riverranchprincess93</c:v>
                </c:pt>
                <c:pt idx="6404">
                  <c:v>riverrainsadness1987</c:v>
                </c:pt>
                <c:pt idx="6405">
                  <c:v>riverfrontsteakhouse</c:v>
                </c:pt>
                <c:pt idx="6406">
                  <c:v>riverfrontentertainment</c:v>
                </c:pt>
                <c:pt idx="6407">
                  <c:v>river_detroit_soccer_club</c:v>
                </c:pt>
                <c:pt idx="6408">
                  <c:v>riverdalevarsitycheer1</c:v>
                </c:pt>
                <c:pt idx="6409">
                  <c:v>riverdalescottishbrigade</c:v>
                </c:pt>
                <c:pt idx="6410">
                  <c:v>rivercitystringquartet</c:v>
                </c:pt>
                <c:pt idx="6411">
                  <c:v>riverbottomnightmarebandforb</c:v>
                </c:pt>
                <c:pt idx="6412">
                  <c:v>ritualconsciousrebel</c:v>
                </c:pt>
                <c:pt idx="6413">
                  <c:v>rita_skeeter_reporter</c:v>
                </c:pt>
                <c:pt idx="6414">
                  <c:v>risquemusicbarcelona</c:v>
                </c:pt>
                <c:pt idx="6415">
                  <c:v>risqueconjurerpoetry</c:v>
                </c:pt>
                <c:pt idx="6416">
                  <c:v>rising_phoenixliondance</c:v>
                </c:pt>
                <c:pt idx="6417">
                  <c:v>rise_with_the_fallen_9999</c:v>
                </c:pt>
                <c:pt idx="6418">
                  <c:v>rise_with_the_fallen77</c:v>
                </c:pt>
                <c:pt idx="6419">
                  <c:v>risewiththefallen417</c:v>
                </c:pt>
                <c:pt idx="6420">
                  <c:v>rise_with_the_fallen_2</c:v>
                </c:pt>
                <c:pt idx="6421">
                  <c:v>rise_with_the_fallen1</c:v>
                </c:pt>
                <c:pt idx="6422">
                  <c:v>rise_with_the_fallen138</c:v>
                </c:pt>
                <c:pt idx="6423">
                  <c:v>rise_with_the_fallen13</c:v>
                </c:pt>
                <c:pt idx="6424">
                  <c:v>rise__with_the_fallen____</c:v>
                </c:pt>
                <c:pt idx="6425">
                  <c:v>rise_against_the_system</c:v>
                </c:pt>
                <c:pt idx="6426">
                  <c:v>rise_against_the_romance</c:v>
                </c:pt>
                <c:pt idx="6427">
                  <c:v>ripzonetopnotchnation</c:v>
                </c:pt>
                <c:pt idx="6428">
                  <c:v>ripyourheartoutmusic</c:v>
                </c:pt>
                <c:pt idx="6429">
                  <c:v>ripronnieolivia1130</c:v>
                </c:pt>
                <c:pt idx="6430">
                  <c:v>ripperletterfromhell92</c:v>
                </c:pt>
                <c:pt idx="6431">
                  <c:v>rip_mac_dre_1970_2004</c:v>
                </c:pt>
                <c:pt idx="6432">
                  <c:v>rip_cowboy_and_grandpa</c:v>
                </c:pt>
                <c:pt idx="6433">
                  <c:v>ripcityryderentertainment</c:v>
                </c:pt>
                <c:pt idx="6434">
                  <c:v>ripandreajeanhartman</c:v>
                </c:pt>
                <c:pt idx="6435">
                  <c:v>riotwinnipegstreetteam</c:v>
                </c:pt>
                <c:pt idx="6436">
                  <c:v>rio_riot_samedifference</c:v>
                </c:pt>
                <c:pt idx="6437">
                  <c:v>riofuckinggoldhammer</c:v>
                </c:pt>
                <c:pt idx="6438">
                  <c:v>ringmaster1871folk4life</c:v>
                </c:pt>
                <c:pt idx="6439">
                  <c:v>ring_around_the_rosie_</c:v>
                </c:pt>
                <c:pt idx="6440">
                  <c:v>ringaroundthechampagne</c:v>
                </c:pt>
                <c:pt idx="6441">
                  <c:v>rileymotherfuckinglappin</c:v>
                </c:pt>
                <c:pt idx="6442">
                  <c:v>rileyhasaneatingdisorder</c:v>
                </c:pt>
                <c:pt idx="6443">
                  <c:v>rileyandariellealways</c:v>
                </c:pt>
                <c:pt idx="6444">
                  <c:v>rikki_and_sierra_4_eva</c:v>
                </c:pt>
                <c:pt idx="6445">
                  <c:v>rightturndownthewrongroad</c:v>
                </c:pt>
                <c:pt idx="6446">
                  <c:v>right_here_waiting27</c:v>
                </c:pt>
                <c:pt idx="6447">
                  <c:v>righthandentertainment</c:v>
                </c:pt>
                <c:pt idx="6448">
                  <c:v>rightcoastvolleyballsurf</c:v>
                </c:pt>
                <c:pt idx="6449">
                  <c:v>rightbeforeyoudisappear</c:v>
                </c:pt>
                <c:pt idx="6450">
                  <c:v>ridgelandcyclingclub</c:v>
                </c:pt>
                <c:pt idx="6451">
                  <c:v>ridgeagainstthemachine</c:v>
                </c:pt>
                <c:pt idx="6452">
                  <c:v>ride_the_lightning_89</c:v>
                </c:pt>
                <c:pt idx="6453">
                  <c:v>riddimwildproduction</c:v>
                </c:pt>
                <c:pt idx="6454">
                  <c:v>riddel_revolutionhelmet43</c:v>
                </c:pt>
                <c:pt idx="6455">
                  <c:v>RICKYTHETROUBLEMAKER</c:v>
                </c:pt>
                <c:pt idx="6456">
                  <c:v>rickymondragonmorales</c:v>
                </c:pt>
                <c:pt idx="6457">
                  <c:v>rickydoddsimplycajun</c:v>
                </c:pt>
                <c:pt idx="6458">
                  <c:v>rickybutlerillustration</c:v>
                </c:pt>
                <c:pt idx="6459">
                  <c:v>rickyandjessica4ever</c:v>
                </c:pt>
                <c:pt idx="6460">
                  <c:v>ricky_and_aly_4_ever</c:v>
                </c:pt>
                <c:pt idx="6461">
                  <c:v>rick_stretch_armstrong</c:v>
                </c:pt>
                <c:pt idx="6462">
                  <c:v>rickstar_teamridgewood</c:v>
                </c:pt>
                <c:pt idx="6463">
                  <c:v>ricksaundersrockstar</c:v>
                </c:pt>
                <c:pt idx="6464">
                  <c:v>rickrossthebossbitch</c:v>
                </c:pt>
                <c:pt idx="6465">
                  <c:v>ricki_michelle_farmer</c:v>
                </c:pt>
                <c:pt idx="6466">
                  <c:v>rickbrimhallphotography</c:v>
                </c:pt>
                <c:pt idx="6467">
                  <c:v>rich_young_and_famous</c:v>
                </c:pt>
                <c:pt idx="6468">
                  <c:v>richwarburtonphotography</c:v>
                </c:pt>
                <c:pt idx="6469">
                  <c:v>rich__uncle__skeleton</c:v>
                </c:pt>
                <c:pt idx="6470">
                  <c:v>rich_thick_chocolate</c:v>
                </c:pt>
                <c:pt idx="6471">
                  <c:v>richelle101_greenday101</c:v>
                </c:pt>
                <c:pt idx="6472">
                  <c:v>richdrumsandvocalsessions</c:v>
                </c:pt>
                <c:pt idx="6473">
                  <c:v>rich_and_kor_forever</c:v>
                </c:pt>
                <c:pt idx="6474">
                  <c:v>ricecube_zombiekiller</c:v>
                </c:pt>
                <c:pt idx="6475">
                  <c:v>rica_strawberrymilkshake</c:v>
                </c:pt>
                <c:pt idx="6476">
                  <c:v>riata_burton_darrell</c:v>
                </c:pt>
                <c:pt idx="6477">
                  <c:v>rhonda_lee_hutchinson_70</c:v>
                </c:pt>
                <c:pt idx="6478">
                  <c:v>rhonda_and_tawnya_4eva</c:v>
                </c:pt>
                <c:pt idx="6479">
                  <c:v>rhinopolisrevolution</c:v>
                </c:pt>
                <c:pt idx="6480">
                  <c:v>reynita_bonita91sickness</c:v>
                </c:pt>
                <c:pt idx="6481">
                  <c:v>revolvingdoortheband</c:v>
                </c:pt>
                <c:pt idx="6482">
                  <c:v>revolvestudentministry</c:v>
                </c:pt>
                <c:pt idx="6483">
                  <c:v>revolutionwrestlingnow</c:v>
                </c:pt>
                <c:pt idx="6484">
                  <c:v>revolutionskateboardteam</c:v>
                </c:pt>
                <c:pt idx="6485">
                  <c:v>revolutionrecordingstudio</c:v>
                </c:pt>
                <c:pt idx="6486">
                  <c:v>revolutionpraiseband</c:v>
                </c:pt>
                <c:pt idx="6487">
                  <c:v>__revolutionplusdesire</c:v>
                </c:pt>
                <c:pt idx="6488">
                  <c:v>revolutionhippiepeacelove</c:v>
                </c:pt>
                <c:pt idx="6489">
                  <c:v>revolutionforpeaceandlove</c:v>
                </c:pt>
                <c:pt idx="6490">
                  <c:v>revolutiondancegroup</c:v>
                </c:pt>
                <c:pt idx="6491">
                  <c:v>revolutionaryblackgirl</c:v>
                </c:pt>
                <c:pt idx="6492">
                  <c:v>revmadnessandthegrimdeacon</c:v>
                </c:pt>
                <c:pt idx="6493">
                  <c:v>reveriejaymetalstudio</c:v>
                </c:pt>
                <c:pt idx="6494">
                  <c:v>reverendstrongnosejackson</c:v>
                </c:pt>
                <c:pt idx="6495">
                  <c:v>reverenddoctordavidquick</c:v>
                </c:pt>
                <c:pt idx="6496">
                  <c:v>reverend_doctor_alex</c:v>
                </c:pt>
                <c:pt idx="6497">
                  <c:v>retroxsuperficiality</c:v>
                </c:pt>
                <c:pt idx="6498">
                  <c:v>retarded_kim_its_true</c:v>
                </c:pt>
                <c:pt idx="6499">
                  <c:v>restassuredstreetteam</c:v>
                </c:pt>
                <c:pt idx="6500">
                  <c:v>respond_with_silence</c:v>
                </c:pt>
                <c:pt idx="6501">
                  <c:v>respect_the_rectangle</c:v>
                </c:pt>
                <c:pt idx="6502">
                  <c:v>respectrecordsusanicethelyrical</c:v>
                </c:pt>
                <c:pt idx="6503">
                  <c:v>respectmodelmanagement</c:v>
                </c:pt>
                <c:pt idx="6504">
                  <c:v>respectablestreetlive</c:v>
                </c:pt>
                <c:pt idx="6505">
                  <c:v>resolve_4_pet_stains</c:v>
                </c:pt>
                <c:pt idx="6506">
                  <c:v>resist_the_conformity</c:v>
                </c:pt>
                <c:pt idx="6507">
                  <c:v>resist_psychic_death</c:v>
                </c:pt>
                <c:pt idx="6508">
                  <c:v>resistance_for_freedom</c:v>
                </c:pt>
                <c:pt idx="6509">
                  <c:v>residentrockstarmusic</c:v>
                </c:pt>
                <c:pt idx="6510">
                  <c:v>resident_evil____slipknot</c:v>
                </c:pt>
                <c:pt idx="6511">
                  <c:v>resident_evil__freak</c:v>
                </c:pt>
                <c:pt idx="6512">
                  <c:v>resident_evil_fan101</c:v>
                </c:pt>
                <c:pt idx="6513">
                  <c:v>resident_evil_competition</c:v>
                </c:pt>
                <c:pt idx="6514">
                  <c:v>reservedforstephanie</c:v>
                </c:pt>
                <c:pt idx="6515">
                  <c:v>research2cure_travel</c:v>
                </c:pt>
                <c:pt idx="6516">
                  <c:v>rescuingthemiserable</c:v>
                </c:pt>
                <c:pt idx="6517">
                  <c:v>requiem_for_the_conqueror</c:v>
                </c:pt>
                <c:pt idx="6518">
                  <c:v>republicanduckhunters</c:v>
                </c:pt>
                <c:pt idx="6519">
                  <c:v>republican_all_the_way</c:v>
                </c:pt>
                <c:pt idx="6520">
                  <c:v>reptilian_guitar_diva</c:v>
                </c:pt>
                <c:pt idx="6521">
                  <c:v>reprimand_the_fallen</c:v>
                </c:pt>
                <c:pt idx="6522">
                  <c:v>representwestpunjab4</c:v>
                </c:pt>
                <c:pt idx="6523">
                  <c:v>represent_the_westside</c:v>
                </c:pt>
                <c:pt idx="6524">
                  <c:v>representhouston4life713</c:v>
                </c:pt>
                <c:pt idx="6525">
                  <c:v>repentanceplacechurch</c:v>
                </c:pt>
                <c:pt idx="6526">
                  <c:v>repeatoffenderdrummer</c:v>
                </c:pt>
                <c:pt idx="6527">
                  <c:v>repdeathwishskatecrew</c:v>
                </c:pt>
                <c:pt idx="6528">
                  <c:v>rent_crazy_theater_guy</c:v>
                </c:pt>
                <c:pt idx="6529">
                  <c:v>renoredlightdistrict</c:v>
                </c:pt>
                <c:pt idx="6530">
                  <c:v>renegadewilleatyourbrain</c:v>
                </c:pt>
                <c:pt idx="6531">
                  <c:v>renegadetaoistpriest</c:v>
                </c:pt>
                <c:pt idx="6532">
                  <c:v>reneewashingtonmitchell</c:v>
                </c:pt>
                <c:pt idx="6533">
                  <c:v>renee_aka_babygirl101</c:v>
                </c:pt>
                <c:pt idx="6534">
                  <c:v>removethisprofile54</c:v>
                </c:pt>
                <c:pt idx="6535">
                  <c:v>removeprofilenowplease</c:v>
                </c:pt>
                <c:pt idx="6536">
                  <c:v>removableheadclothing</c:v>
                </c:pt>
                <c:pt idx="6537">
                  <c:v>remotedesktopprotocol</c:v>
                </c:pt>
                <c:pt idx="6538">
                  <c:v>rememberwhereyouhearditfirst</c:v>
                </c:pt>
                <c:pt idx="6539">
                  <c:v>remember_when_studio</c:v>
                </c:pt>
                <c:pt idx="6540">
                  <c:v>rememberthesilence9</c:v>
                </c:pt>
                <c:pt idx="6541">
                  <c:v>rememberthenamejonathan</c:v>
                </c:pt>
                <c:pt idx="6542">
                  <c:v>rememberthenamebitch</c:v>
                </c:pt>
                <c:pt idx="6543">
                  <c:v>remembertheholocaust</c:v>
                </c:pt>
                <c:pt idx="6544">
                  <c:v>remember_that_one_time</c:v>
                </c:pt>
                <c:pt idx="6545">
                  <c:v>rememberneversurrender</c:v>
                </c:pt>
                <c:pt idx="6546">
                  <c:v>rememberlastnightband</c:v>
                </c:pt>
                <c:pt idx="6547">
                  <c:v>rememberingthesilence</c:v>
                </c:pt>
                <c:pt idx="6548">
                  <c:v>rememberingthelegend</c:v>
                </c:pt>
                <c:pt idx="6549">
                  <c:v>relivin_this_failure</c:v>
                </c:pt>
                <c:pt idx="6550">
                  <c:v>relentlesslightingdesign</c:v>
                </c:pt>
                <c:pt idx="6551">
                  <c:v>release_your_grip_</c:v>
                </c:pt>
                <c:pt idx="6552">
                  <c:v>releasethespiritwithin</c:v>
                </c:pt>
                <c:pt idx="6553">
                  <c:v>releasestubbyboardman</c:v>
                </c:pt>
                <c:pt idx="6554">
                  <c:v>relaxandfloatdownstream</c:v>
                </c:pt>
                <c:pt idx="6555">
                  <c:v>relapsethesoloproject</c:v>
                </c:pt>
                <c:pt idx="6556">
                  <c:v>rejectyourfamilyandgod</c:v>
                </c:pt>
                <c:pt idx="6557">
                  <c:v>reinventingyourexit1911</c:v>
                </c:pt>
                <c:pt idx="6558">
                  <c:v>regretnothingfearevenless</c:v>
                </c:pt>
                <c:pt idx="6559">
                  <c:v>registeredsexoffender513</c:v>
                </c:pt>
                <c:pt idx="6560">
                  <c:v>RegionalVicePresident</c:v>
                </c:pt>
                <c:pt idx="6561">
                  <c:v>regina_rattan_weaver</c:v>
                </c:pt>
                <c:pt idx="6562">
                  <c:v>reggieimmersedindread</c:v>
                </c:pt>
                <c:pt idx="6563">
                  <c:v>reggie7121991andskyber712</c:v>
                </c:pt>
                <c:pt idx="6564">
                  <c:v>regenerationstudentmin</c:v>
                </c:pt>
                <c:pt idx="6565">
                  <c:v>refugehighschoolgroup</c:v>
                </c:pt>
                <c:pt idx="6566">
                  <c:v>refridgerate_upon_arrival</c:v>
                </c:pt>
                <c:pt idx="6567">
                  <c:v>reformed_federalist_party</c:v>
                </c:pt>
                <c:pt idx="6568">
                  <c:v>reflectwhatyoubelieve</c:v>
                </c:pt>
                <c:pt idx="6569">
                  <c:v>reflectionsofaprettysoul</c:v>
                </c:pt>
                <c:pt idx="6570">
                  <c:v>refinanceandpurchase</c:v>
                </c:pt>
                <c:pt idx="6571">
                  <c:v>ree_tony_make_karina</c:v>
                </c:pt>
                <c:pt idx="6572">
                  <c:v>reesewitherspoonlayout</c:v>
                </c:pt>
                <c:pt idx="6573">
                  <c:v>reese_witherspoon_14</c:v>
                </c:pt>
                <c:pt idx="6574">
                  <c:v>reesewitherspoon1234</c:v>
                </c:pt>
                <c:pt idx="6575">
                  <c:v>reelstuffentertainment</c:v>
                </c:pt>
                <c:pt idx="6576">
                  <c:v>reel_around_the_fountain</c:v>
                </c:pt>
                <c:pt idx="6577">
                  <c:v>redyellowpurplegreen</c:v>
                </c:pt>
                <c:pt idx="6578">
                  <c:v>redwithembarrassment</c:v>
                </c:pt>
                <c:pt idx="6579">
                  <c:v>redversionkylebetterer</c:v>
                </c:pt>
                <c:pt idx="6580">
                  <c:v>red_velvet_nightmare</c:v>
                </c:pt>
                <c:pt idx="6581">
                  <c:v>redundantanddemented</c:v>
                </c:pt>
                <c:pt idx="6582">
                  <c:v>redstripeloversociety</c:v>
                </c:pt>
                <c:pt idx="6583">
                  <c:v>red_storm_black_cell</c:v>
                </c:pt>
                <c:pt idx="6584">
                  <c:v>redsquirrelcollective</c:v>
                </c:pt>
                <c:pt idx="6585">
                  <c:v>red_roses_turn_black</c:v>
                </c:pt>
                <c:pt idx="6586">
                  <c:v>redneck_with_attitude17</c:v>
                </c:pt>
                <c:pt idx="6587">
                  <c:v>redneck_tractor_babe</c:v>
                </c:pt>
                <c:pt idx="6588">
                  <c:v>Red_Neck_Soul_Reaper</c:v>
                </c:pt>
                <c:pt idx="6589">
                  <c:v>rednecksoftballplayer</c:v>
                </c:pt>
                <c:pt idx="6590">
                  <c:v>redneck_ricerocketeer</c:v>
                </c:pt>
                <c:pt idx="6591">
                  <c:v>redneck_rebel_cowboy</c:v>
                </c:pt>
                <c:pt idx="6592">
                  <c:v>red_neck_jacksonville</c:v>
                </c:pt>
                <c:pt idx="6593">
                  <c:v>redneck_hippie_whiteboy</c:v>
                </c:pt>
                <c:pt idx="6594">
                  <c:v>redneck_hillbilly_80</c:v>
                </c:pt>
                <c:pt idx="6595">
                  <c:v>redneckgirl_4_life198</c:v>
                </c:pt>
                <c:pt idx="6596">
                  <c:v>redneck_georgia_woman</c:v>
                </c:pt>
                <c:pt idx="6597">
                  <c:v>redneck_for_life_5150</c:v>
                </c:pt>
                <c:pt idx="6598">
                  <c:v>redneckfirefighter82</c:v>
                </c:pt>
                <c:pt idx="6599">
                  <c:v>redneckfirefighter35</c:v>
                </c:pt>
                <c:pt idx="6600">
                  <c:v>redneck_cowgirl_4_life</c:v>
                </c:pt>
                <c:pt idx="6601">
                  <c:v>redneck_country_gurl</c:v>
                </c:pt>
                <c:pt idx="6602">
                  <c:v>redneckcountryboy1992</c:v>
                </c:pt>
                <c:pt idx="6603">
                  <c:v>redneckcountryboy1987</c:v>
                </c:pt>
                <c:pt idx="6604">
                  <c:v>redneckcountryboy1980</c:v>
                </c:pt>
                <c:pt idx="6605">
                  <c:v>redneckcountryboy109</c:v>
                </c:pt>
                <c:pt idx="6606">
                  <c:v>redneckcountryboy09</c:v>
                </c:pt>
                <c:pt idx="6607">
                  <c:v>redneck_clemsongurl88</c:v>
                </c:pt>
                <c:pt idx="6608">
                  <c:v>redneck_chick_always</c:v>
                </c:pt>
                <c:pt idx="6609">
                  <c:v>redneckchick4eva2007</c:v>
                </c:pt>
                <c:pt idx="6610">
                  <c:v>redneckbrotherhood78</c:v>
                </c:pt>
                <c:pt idx="6611">
                  <c:v>redneck_blonde_cutie</c:v>
                </c:pt>
                <c:pt idx="6612">
                  <c:v>redneckbarrelracer31</c:v>
                </c:pt>
                <c:pt idx="6613">
                  <c:v>redneck2005_converse</c:v>
                </c:pt>
                <c:pt idx="6614">
                  <c:v>redman_hialeah_chico</c:v>
                </c:pt>
                <c:pt idx="6615">
                  <c:v>redlightdistrictband</c:v>
                </c:pt>
                <c:pt idx="6616">
                  <c:v>redlightdistrict24_7</c:v>
                </c:pt>
                <c:pt idx="6617">
                  <c:v>red_light_district_21</c:v>
                </c:pt>
                <c:pt idx="6618">
                  <c:v>redlightacceleration</c:v>
                </c:pt>
                <c:pt idx="6619">
                  <c:v>RedlandsYouthMinistry</c:v>
                </c:pt>
                <c:pt idx="6620">
                  <c:v>redhotlittlefirecracker</c:v>
                </c:pt>
                <c:pt idx="6621">
                  <c:v>redheadsaremorefunaliyah</c:v>
                </c:pt>
                <c:pt idx="6622">
                  <c:v>red_head_machine_god</c:v>
                </c:pt>
                <c:pt idx="6623">
                  <c:v>redhead_flirtygirl_37</c:v>
                </c:pt>
                <c:pt idx="6624">
                  <c:v>redheadedstepchildband</c:v>
                </c:pt>
                <c:pt idx="6625">
                  <c:v>red_headed_she_devil</c:v>
                </c:pt>
                <c:pt idx="6626">
                  <c:v>redheaded_redneck_girl</c:v>
                </c:pt>
                <c:pt idx="6627">
                  <c:v>redheadedpartyanimal</c:v>
                </c:pt>
                <c:pt idx="6628">
                  <c:v>RedHeadedHarleyRider</c:v>
                </c:pt>
                <c:pt idx="6629">
                  <c:v>redheadedcowgirl79403</c:v>
                </c:pt>
                <c:pt idx="6630">
                  <c:v>redheadedcookieeater</c:v>
                </c:pt>
                <c:pt idx="6631">
                  <c:v>Red_Headed_Beauty925</c:v>
                </c:pt>
                <c:pt idx="6632">
                  <c:v>redheaddevilangel2004</c:v>
                </c:pt>
                <c:pt idx="6633">
                  <c:v>redhairedprincess2002</c:v>
                </c:pt>
                <c:pt idx="6634">
                  <c:v>red_gumball_for_love</c:v>
                </c:pt>
                <c:pt idx="6635">
                  <c:v>redflagsandlongnights</c:v>
                </c:pt>
                <c:pt idx="6636">
                  <c:v>redflaggraphicdesign</c:v>
                </c:pt>
                <c:pt idx="6637">
                  <c:v>redeyesandblackskies</c:v>
                </c:pt>
                <c:pt idx="6638">
                  <c:v>redeyeproductionscrew</c:v>
                </c:pt>
                <c:pt idx="6639">
                  <c:v>redemptionafterdownfall</c:v>
                </c:pt>
                <c:pt idx="6640">
                  <c:v>redefining_great_ness</c:v>
                </c:pt>
                <c:pt idx="6641">
                  <c:v>reddsohtowncheckherstatus</c:v>
                </c:pt>
                <c:pt idx="6642">
                  <c:v>reddingnightlifemusicpage</c:v>
                </c:pt>
                <c:pt idx="6643">
                  <c:v>reddevilquarterback11</c:v>
                </c:pt>
                <c:pt idx="6644">
                  <c:v>redcheckeredprostitute</c:v>
                </c:pt>
                <c:pt idx="6645">
                  <c:v>redcarpetentertainment</c:v>
                </c:pt>
                <c:pt idx="6646">
                  <c:v>redcarpet_and_rebellion</c:v>
                </c:pt>
                <c:pt idx="6647">
                  <c:v>redbullcivictypermike</c:v>
                </c:pt>
                <c:pt idx="6648">
                  <c:v>redbrown.freezeflame</c:v>
                </c:pt>
                <c:pt idx="6649">
                  <c:v>redbonecatchercoonhound</c:v>
                </c:pt>
                <c:pt idx="6650">
                  <c:v>redbloodedcountrygirl</c:v>
                </c:pt>
                <c:pt idx="6651">
                  <c:v>redblazingdragongeorge</c:v>
                </c:pt>
                <c:pt idx="6652">
                  <c:v>redbeard_the_surveyor</c:v>
                </c:pt>
                <c:pt idx="6653">
                  <c:v>red_ballerina_layout</c:v>
                </c:pt>
                <c:pt idx="6654">
                  <c:v>recoveringbadgebunny</c:v>
                </c:pt>
                <c:pt idx="6655">
                  <c:v>recordingartistbeaux</c:v>
                </c:pt>
                <c:pt idx="6656">
                  <c:v>recognize_skate_team</c:v>
                </c:pt>
                <c:pt idx="6657">
                  <c:v>reclaimourstreets1301</c:v>
                </c:pt>
                <c:pt idx="6658">
                  <c:v>reckless_mouth_piece</c:v>
                </c:pt>
                <c:pt idx="6659">
                  <c:v>recidivistbrutalmetal</c:v>
                </c:pt>
                <c:pt idx="6660">
                  <c:v>rebornlatesummerearlyfrost</c:v>
                </c:pt>
                <c:pt idx="6661">
                  <c:v>rebel_under_pressure</c:v>
                </c:pt>
                <c:pt idx="6662">
                  <c:v>rebelshinecountrygal</c:v>
                </c:pt>
                <c:pt idx="6663">
                  <c:v>rebelrockercrazygirl</c:v>
                </c:pt>
                <c:pt idx="6664">
                  <c:v>rebel_rider_cheer_chick</c:v>
                </c:pt>
                <c:pt idx="6665">
                  <c:v>rebelredneckfromhell</c:v>
                </c:pt>
                <c:pt idx="6666">
                  <c:v>rebellionfromthecore</c:v>
                </c:pt>
                <c:pt idx="6667">
                  <c:v>rebelcountrygirl1982</c:v>
                </c:pt>
                <c:pt idx="6668">
                  <c:v>rebel_chick_from_hell</c:v>
                </c:pt>
                <c:pt idx="6669">
                  <c:v>rebel_against_the_future</c:v>
                </c:pt>
                <c:pt idx="6670">
                  <c:v>rebekkamaksimushkina1988</c:v>
                </c:pt>
                <c:pt idx="6671">
                  <c:v>rebekkaandthemysterybox</c:v>
                </c:pt>
                <c:pt idx="6672">
                  <c:v>rebeccawiththescales</c:v>
                </c:pt>
                <c:pt idx="6673">
                  <c:v>rebecca_the_polarbear</c:v>
                </c:pt>
                <c:pt idx="6674">
                  <c:v>rebeccasimpsonhannifan</c:v>
                </c:pt>
                <c:pt idx="6675">
                  <c:v>rebecca_middlebrooks</c:v>
                </c:pt>
                <c:pt idx="6676">
                  <c:v>rebeccalouisesimpson</c:v>
                </c:pt>
                <c:pt idx="6677">
                  <c:v>rebecca_jane_appleyard</c:v>
                </c:pt>
                <c:pt idx="6678">
                  <c:v>rebecca_danielle_conklin</c:v>
                </c:pt>
                <c:pt idx="6679">
                  <c:v>rebeccaclarkphotography</c:v>
                </c:pt>
                <c:pt idx="6680">
                  <c:v>rebecca_brandon_bloomwood</c:v>
                </c:pt>
                <c:pt idx="6681">
                  <c:v>rebeccaandjerryalways</c:v>
                </c:pt>
                <c:pt idx="6682">
                  <c:v>rebecca4greenday4eva</c:v>
                </c:pt>
                <c:pt idx="6683">
                  <c:v>reasonforbeingtheband</c:v>
                </c:pt>
                <c:pt idx="6684">
                  <c:v>reasonforabandonment</c:v>
                </c:pt>
                <c:pt idx="6685">
                  <c:v>real_vanessa_anne_hudgens</c:v>
                </c:pt>
                <c:pt idx="6686">
                  <c:v>realtyworldsouthwest</c:v>
                </c:pt>
                <c:pt idx="6687">
                  <c:v>realstreetmusicgroup</c:v>
                </c:pt>
                <c:pt idx="6688">
                  <c:v>real_southern_sweetheart</c:v>
                </c:pt>
                <c:pt idx="6689">
                  <c:v>realsouthernhiphop4life</c:v>
                </c:pt>
                <c:pt idx="6690">
                  <c:v>realsoutherngentleman93</c:v>
                </c:pt>
                <c:pt idx="6691">
                  <c:v>realredhairescondido</c:v>
                </c:pt>
                <c:pt idx="6692">
                  <c:v>realniggasgetmoney803</c:v>
                </c:pt>
                <c:pt idx="6693">
                  <c:v>realniggasdontstress</c:v>
                </c:pt>
                <c:pt idx="6694">
                  <c:v>realmentertainmentgroup</c:v>
                </c:pt>
                <c:pt idx="6695">
                  <c:v>reallywaycoolerthanyou</c:v>
                </c:pt>
                <c:pt idx="6696">
                  <c:v>reallyspectacularcompany</c:v>
                </c:pt>
                <c:pt idx="6697">
                  <c:v>really_sexy_naughtychick1</c:v>
                </c:pt>
                <c:pt idx="6698">
                  <c:v>reallysexyleprechaun</c:v>
                </c:pt>
                <c:pt idx="6699">
                  <c:v>reallifepromisekeeper</c:v>
                </c:pt>
                <c:pt idx="6700">
                  <c:v>reallife_entertainment</c:v>
                </c:pt>
                <c:pt idx="6701">
                  <c:v>reallifedramaentertainment</c:v>
                </c:pt>
                <c:pt idx="6702">
                  <c:v>reality_the_teen_life</c:v>
                </c:pt>
                <c:pt idx="6703">
                  <c:v>realityserumstreetteam</c:v>
                </c:pt>
                <c:pt idx="6704">
                  <c:v>realitydistortionfield</c:v>
                </c:pt>
                <c:pt idx="6705">
                  <c:v>realityadvice_tester9</c:v>
                </c:pt>
                <c:pt idx="6706">
                  <c:v>realityadvice_tester</c:v>
                </c:pt>
                <c:pt idx="6707">
                  <c:v>realityadvice_tester5</c:v>
                </c:pt>
                <c:pt idx="6708">
                  <c:v>realityadvice_tester4</c:v>
                </c:pt>
                <c:pt idx="6709">
                  <c:v>realityadvice_tester3</c:v>
                </c:pt>
                <c:pt idx="6710">
                  <c:v>realityadvice_tester2</c:v>
                </c:pt>
                <c:pt idx="6711">
                  <c:v>realityadvice_tester10</c:v>
                </c:pt>
                <c:pt idx="6712">
                  <c:v>realistnewyorkbabygirl</c:v>
                </c:pt>
                <c:pt idx="6713">
                  <c:v>realistchickbreathing</c:v>
                </c:pt>
                <c:pt idx="6714">
                  <c:v>real_individual_person</c:v>
                </c:pt>
                <c:pt idx="6715">
                  <c:v>realhustleentertainment</c:v>
                </c:pt>
                <c:pt idx="6716">
                  <c:v>realhalo2weaponsandstuff</c:v>
                </c:pt>
                <c:pt idx="6717">
                  <c:v>real_fine_place_2_start</c:v>
                </c:pt>
                <c:pt idx="6718">
                  <c:v>realest_chick_you_know</c:v>
                </c:pt>
                <c:pt idx="6719">
                  <c:v>realestatemortgagelady</c:v>
                </c:pt>
                <c:pt idx="6720">
                  <c:v>realestateinvestor08</c:v>
                </c:pt>
                <c:pt idx="6721">
                  <c:v>realestatefirmworldwide</c:v>
                </c:pt>
                <c:pt idx="6722">
                  <c:v>realestate_agent_007</c:v>
                </c:pt>
                <c:pt idx="6723">
                  <c:v>real_country_bitch23</c:v>
                </c:pt>
                <c:pt idx="6724">
                  <c:v>realchick_aka_jamgurl</c:v>
                </c:pt>
                <c:pt idx="6725">
                  <c:v>realabsinthemindedmusic</c:v>
                </c:pt>
                <c:pt idx="6726">
                  <c:v>reafeelingunappreciated</c:v>
                </c:pt>
                <c:pt idx="6727">
                  <c:v>readyandalwayswilling</c:v>
                </c:pt>
                <c:pt idx="6728">
                  <c:v>readingrainbowreunite</c:v>
                </c:pt>
                <c:pt idx="6729">
                  <c:v>readingfestivalweekend</c:v>
                </c:pt>
                <c:pt idx="6730">
                  <c:v>read_between_dalynez</c:v>
                </c:pt>
                <c:pt idx="6731">
                  <c:v>reactiveandbreakdown</c:v>
                </c:pt>
                <c:pt idx="6732">
                  <c:v>reachingthedoorupstairs</c:v>
                </c:pt>
                <c:pt idx="6733">
                  <c:v>reachingandbelieving</c:v>
                </c:pt>
                <c:pt idx="6734">
                  <c:v>razor_blade_suitcase</c:v>
                </c:pt>
                <c:pt idx="6735">
                  <c:v>razorblade_romance_4_life</c:v>
                </c:pt>
                <c:pt idx="6736">
                  <c:v>razorbladeromance101</c:v>
                </c:pt>
                <c:pt idx="6737">
                  <c:v>razorbladecheesecake</c:v>
                </c:pt>
                <c:pt idx="6738">
                  <c:v>raywatsonsecretplace</c:v>
                </c:pt>
                <c:pt idx="6739">
                  <c:v>ray_swimdrumbaseball</c:v>
                </c:pt>
                <c:pt idx="6740">
                  <c:v>raynobleandhisorchestra</c:v>
                </c:pt>
                <c:pt idx="6741">
                  <c:v>raynatamarinandparis</c:v>
                </c:pt>
                <c:pt idx="6742">
                  <c:v>raymon_aka_big_daddy</c:v>
                </c:pt>
                <c:pt idx="6743">
                  <c:v>_rayless_yet_brilliant_</c:v>
                </c:pt>
                <c:pt idx="6744">
                  <c:v>raybakerforpresident</c:v>
                </c:pt>
                <c:pt idx="6745">
                  <c:v>raw_smackdown_fan_4_life</c:v>
                </c:pt>
                <c:pt idx="6746">
                  <c:v>rawnoiseentertainment</c:v>
                </c:pt>
                <c:pt idx="6747">
                  <c:v>rawkin_you_off_the_bed</c:v>
                </c:pt>
                <c:pt idx="6748">
                  <c:v>raw_emotion_diversity</c:v>
                </c:pt>
                <c:pt idx="6749">
                  <c:v>raven_the_blue_devil</c:v>
                </c:pt>
                <c:pt idx="6750">
                  <c:v>ravensblackcaseyjack</c:v>
                </c:pt>
                <c:pt idx="6751">
                  <c:v>ravensandtheprincess</c:v>
                </c:pt>
                <c:pt idx="6752">
                  <c:v>ravenorlandoanneliese</c:v>
                </c:pt>
                <c:pt idx="6753">
                  <c:v>ravenmarierainemichelle</c:v>
                </c:pt>
                <c:pt idx="6754">
                  <c:v>raven_haired_male_beauty</c:v>
                </c:pt>
                <c:pt idx="6755">
                  <c:v>ravenclaw_goddess_cho</c:v>
                </c:pt>
                <c:pt idx="6756">
                  <c:v>ravenclawbluegurl87</c:v>
                </c:pt>
                <c:pt idx="6757">
                  <c:v>ravenclaw_beauty_cho2</c:v>
                </c:pt>
                <c:pt idx="6758">
                  <c:v>rattlesnakedonkeypunch</c:v>
                </c:pt>
                <c:pt idx="6759">
                  <c:v>rat_puke_the_unclean</c:v>
                </c:pt>
                <c:pt idx="6760">
                  <c:v>rational_life_journey</c:v>
                </c:pt>
                <c:pt idx="6761">
                  <c:v>rather_spotty_teapot</c:v>
                </c:pt>
                <c:pt idx="6762">
                  <c:v>rather_naughty_teapot</c:v>
                </c:pt>
                <c:pt idx="6763">
                  <c:v>raspberryartmusicgroup</c:v>
                </c:pt>
                <c:pt idx="6764">
                  <c:v>rasberry_ripple_cripple</c:v>
                </c:pt>
                <c:pt idx="6765">
                  <c:v>raremonkeycatchingeagle</c:v>
                </c:pt>
                <c:pt idx="6766">
                  <c:v>rare_and_elusive_bigfoot</c:v>
                </c:pt>
                <c:pt idx="6767">
                  <c:v>raquel_aka_raiderprincess</c:v>
                </c:pt>
                <c:pt idx="6768">
                  <c:v>rapscallionspunkrock</c:v>
                </c:pt>
                <c:pt idx="6769">
                  <c:v>rappinrubbleforeskin</c:v>
                </c:pt>
                <c:pt idx="6770">
                  <c:v>rapgameentertainment</c:v>
                </c:pt>
                <c:pt idx="6771">
                  <c:v>rapeandpillageforlife</c:v>
                </c:pt>
                <c:pt idx="6772">
                  <c:v>rangermedicteddybear</c:v>
                </c:pt>
                <c:pt idx="6773">
                  <c:v>randywheelersongwriter</c:v>
                </c:pt>
                <c:pt idx="6774">
                  <c:v>randy_pan_the_goat_boy</c:v>
                </c:pt>
                <c:pt idx="6775">
                  <c:v>randomthoughtsofamadman</c:v>
                </c:pt>
                <c:pt idx="6776">
                  <c:v>randomthoughtsofahobo</c:v>
                </c:pt>
                <c:pt idx="6777">
                  <c:v>randomthoughtgenerator</c:v>
                </c:pt>
                <c:pt idx="6778">
                  <c:v>randomtangenttheband</c:v>
                </c:pt>
                <c:pt idx="6779">
                  <c:v>randomnelsondrunkard</c:v>
                </c:pt>
                <c:pt idx="6780">
                  <c:v>random_mushroom_funkyness</c:v>
                </c:pt>
                <c:pt idx="6781">
                  <c:v>randomlyyellowmonkeypie</c:v>
                </c:pt>
                <c:pt idx="6782">
                  <c:v>randomlycreativerockstar</c:v>
                </c:pt>
                <c:pt idx="6783">
                  <c:v>random_hyperness_</c:v>
                </c:pt>
                <c:pt idx="6784">
                  <c:v>randomhomicidalinsanity</c:v>
                </c:pt>
                <c:pt idx="6785">
                  <c:v>random_gypsy_prophet</c:v>
                </c:pt>
                <c:pt idx="6786">
                  <c:v>randomeverywhereelse</c:v>
                </c:pt>
                <c:pt idx="6787">
                  <c:v>randi_lust_like_whoa</c:v>
                </c:pt>
                <c:pt idx="6788">
                  <c:v>randasabertoshiba23051990</c:v>
                </c:pt>
                <c:pt idx="6789">
                  <c:v>ramonhighfashionbeadwork</c:v>
                </c:pt>
                <c:pt idx="6790">
                  <c:v>ramblingsofadangerousman</c:v>
                </c:pt>
                <c:pt idx="6791">
                  <c:v>ramblingriversideblues</c:v>
                </c:pt>
                <c:pt idx="6792">
                  <c:v>ram9kappaalphatheta</c:v>
                </c:pt>
                <c:pt idx="6793">
                  <c:v>ralph_wiggum_punisher</c:v>
                </c:pt>
                <c:pt idx="6794">
                  <c:v>ralphlaurenpresident</c:v>
                </c:pt>
                <c:pt idx="6795">
                  <c:v>raisinghellentertainment</c:v>
                </c:pt>
                <c:pt idx="6796">
                  <c:v>rainy_sunday_mornings</c:v>
                </c:pt>
                <c:pt idx="6797">
                  <c:v>rainstormvideoandfilm</c:v>
                </c:pt>
                <c:pt idx="6798">
                  <c:v>rainshotcandyclothing</c:v>
                </c:pt>
                <c:pt idx="6799">
                  <c:v>raindropswillfall420</c:v>
                </c:pt>
                <c:pt idx="6800">
                  <c:v>rainbowtheaterproject</c:v>
                </c:pt>
                <c:pt idx="6801">
                  <c:v>rainbowsunshinebrigade</c:v>
                </c:pt>
                <c:pt idx="6802">
                  <c:v>rainbowsendridingacademy</c:v>
                </c:pt>
                <c:pt idx="6803">
                  <c:v>rainbowsandstuff200</c:v>
                </c:pt>
                <c:pt idx="6804">
                  <c:v>rainbowpunkprincess17</c:v>
                </c:pt>
                <c:pt idx="6805">
                  <c:v>RainBowPrinCessBitCh</c:v>
                </c:pt>
                <c:pt idx="6806">
                  <c:v>rainbowprincessbarbie</c:v>
                </c:pt>
                <c:pt idx="6807">
                  <c:v>rainbowheartsforever</c:v>
                </c:pt>
                <c:pt idx="6808">
                  <c:v>rainbowgatheringlover</c:v>
                </c:pt>
                <c:pt idx="6809">
                  <c:v>rainbowflavoredraver</c:v>
                </c:pt>
                <c:pt idx="6810">
                  <c:v>rainbowbumpersticker23</c:v>
                </c:pt>
                <c:pt idx="6811">
                  <c:v>rail_road_track_mary</c:v>
                </c:pt>
                <c:pt idx="6812">
                  <c:v>raider_fan_for_life_00</c:v>
                </c:pt>
                <c:pt idx="6813">
                  <c:v>rah_girl_terra_newmexico</c:v>
                </c:pt>
                <c:pt idx="6814">
                  <c:v>ragnarokofflinebattle</c:v>
                </c:pt>
                <c:pt idx="6815">
                  <c:v>raging_mastodon_engage</c:v>
                </c:pt>
                <c:pt idx="6816">
                  <c:v>raginearthdragonrider</c:v>
                </c:pt>
                <c:pt idx="6817">
                  <c:v>rageinsidethemachine</c:v>
                </c:pt>
                <c:pt idx="6818">
                  <c:v>rageagainstthemachine93</c:v>
                </c:pt>
                <c:pt idx="6819">
                  <c:v>rageagainstthemachine7</c:v>
                </c:pt>
                <c:pt idx="6820">
                  <c:v>rageagainstthemachine19</c:v>
                </c:pt>
                <c:pt idx="6821">
                  <c:v>ragdoll_must_not_know</c:v>
                </c:pt>
                <c:pt idx="6822">
                  <c:v>radiowerewolftribute</c:v>
                </c:pt>
                <c:pt idx="6823">
                  <c:v>radiofreepeterborough</c:v>
                </c:pt>
                <c:pt idx="6824">
                  <c:v>radioactivepony_jerry</c:v>
                </c:pt>
                <c:pt idx="6825">
                  <c:v>radioactivemusicpromotion</c:v>
                </c:pt>
                <c:pt idx="6826">
                  <c:v>radioactivebirdbrain</c:v>
                </c:pt>
                <c:pt idx="6827">
                  <c:v>radioactiveanalcreampie</c:v>
                </c:pt>
                <c:pt idx="6828">
                  <c:v>radicalpictureediting</c:v>
                </c:pt>
                <c:pt idx="6829">
                  <c:v>radicallyawesomemusic</c:v>
                </c:pt>
                <c:pt idx="6830">
                  <c:v>radicaldreamerdenise</c:v>
                </c:pt>
                <c:pt idx="6831">
                  <c:v>radiate_this_frequency</c:v>
                </c:pt>
                <c:pt idx="6832">
                  <c:v>radiatethisfrequency</c:v>
                </c:pt>
                <c:pt idx="6833">
                  <c:v>radiantfeministgoddess</c:v>
                </c:pt>
                <c:pt idx="6834">
                  <c:v>racingfeverphotography</c:v>
                </c:pt>
                <c:pt idx="6835">
                  <c:v>rachelthepaperlantern</c:v>
                </c:pt>
                <c:pt idx="6836">
                  <c:v>rachel_the_best_0013</c:v>
                </c:pt>
                <c:pt idx="6837">
                  <c:v>Rachel_softball_player7</c:v>
                </c:pt>
                <c:pt idx="6838">
                  <c:v>rachelpricephotography</c:v>
                </c:pt>
                <c:pt idx="6839">
                  <c:v>rachel_penguin_lover</c:v>
                </c:pt>
                <c:pt idx="6840">
                  <c:v>rachelmonsterphotography</c:v>
                </c:pt>
                <c:pt idx="6841">
                  <c:v>rachelmariemartinez05</c:v>
                </c:pt>
                <c:pt idx="6842">
                  <c:v>rachellouisewoolridge</c:v>
                </c:pt>
                <c:pt idx="6843">
                  <c:v>rachelle_the_deviant</c:v>
                </c:pt>
                <c:pt idx="6844">
                  <c:v>rachel_fucking_marie</c:v>
                </c:pt>
                <c:pt idx="6845">
                  <c:v>rachel_elizabeth_jackson</c:v>
                </c:pt>
                <c:pt idx="6846">
                  <c:v>rachelelizabethjackson</c:v>
                </c:pt>
                <c:pt idx="6847">
                  <c:v>rachelelizabethbishop</c:v>
                </c:pt>
                <c:pt idx="6848">
                  <c:v>rachelbrandoncartercole</c:v>
                </c:pt>
                <c:pt idx="6849">
                  <c:v>rachel_beautifulsmile</c:v>
                </c:pt>
                <c:pt idx="6850">
                  <c:v>rachel_baby_girl2005</c:v>
                </c:pt>
                <c:pt idx="6851">
                  <c:v>rachelandthewannabes</c:v>
                </c:pt>
                <c:pt idx="6852">
                  <c:v>rachelandsaraequallove</c:v>
                </c:pt>
                <c:pt idx="6853">
                  <c:v>Rachelandlukeforever</c:v>
                </c:pt>
                <c:pt idx="6854">
                  <c:v>rachelandlilliantribute</c:v>
                </c:pt>
                <c:pt idx="6855">
                  <c:v>rachelandevanslayout</c:v>
                </c:pt>
                <c:pt idx="6856">
                  <c:v>rachealnbrittany4eva</c:v>
                </c:pt>
                <c:pt idx="6857">
                  <c:v>rachaelwildliferanger</c:v>
                </c:pt>
                <c:pt idx="6858">
                  <c:v>rachaelsparrowpotter</c:v>
                </c:pt>
                <c:pt idx="6859">
                  <c:v>raceyoudownthecorridor</c:v>
                </c:pt>
                <c:pt idx="6860">
                  <c:v>racer4ever_aredneck4sure</c:v>
                </c:pt>
                <c:pt idx="6861">
                  <c:v>rabidrobotbugsindisguise</c:v>
                </c:pt>
                <c:pt idx="6862">
                  <c:v>rabidinbredcornbread</c:v>
                </c:pt>
                <c:pt idx="6863">
                  <c:v>rabidfrostbittenfetus</c:v>
                </c:pt>
                <c:pt idx="6864">
                  <c:v>rabiddogbeastmongrel</c:v>
                </c:pt>
                <c:pt idx="6865">
                  <c:v>rabbitsuitforfoxtrot</c:v>
                </c:pt>
                <c:pt idx="6866">
                  <c:v>quoth_the_raven_lunatic</c:v>
                </c:pt>
                <c:pt idx="6867">
                  <c:v>quoteunquotenormalpeople</c:v>
                </c:pt>
                <c:pt idx="6868">
                  <c:v>quoteunquotemusicalexperience</c:v>
                </c:pt>
                <c:pt idx="6869">
                  <c:v>quixoticstemcellfuturist</c:v>
                </c:pt>
                <c:pt idx="6870">
                  <c:v>quityourjobmakemusic</c:v>
                </c:pt>
                <c:pt idx="6871">
                  <c:v>quityourjibberjabber</c:v>
                </c:pt>
                <c:pt idx="6872">
                  <c:v>quit_snitching_stop_lying</c:v>
                </c:pt>
                <c:pt idx="6873">
                  <c:v>quintanillaalmostlopez</c:v>
                </c:pt>
                <c:pt idx="6874">
                  <c:v>quincy_the_boxer_9752</c:v>
                </c:pt>
                <c:pt idx="6875">
                  <c:v>quietrighteouswarrior</c:v>
                </c:pt>
                <c:pt idx="6876">
                  <c:v>_quietly_losing_control_</c:v>
                </c:pt>
                <c:pt idx="6877">
                  <c:v>quietfirstimpression</c:v>
                </c:pt>
                <c:pt idx="6878">
                  <c:v>quietconfidenceallinawink</c:v>
                </c:pt>
                <c:pt idx="6879">
                  <c:v>quickshiftmotorsports</c:v>
                </c:pt>
                <c:pt idx="6880">
                  <c:v>quick_chick_hot_2_trot</c:v>
                </c:pt>
                <c:pt idx="6881">
                  <c:v>quickand2thepointless</c:v>
                </c:pt>
                <c:pt idx="6882">
                  <c:v>question_the_government</c:v>
                </c:pt>
                <c:pt idx="6883">
                  <c:v>questionmarkpreview3</c:v>
                </c:pt>
                <c:pt idx="6884">
                  <c:v>questionmark_butterfly</c:v>
                </c:pt>
                <c:pt idx="6885">
                  <c:v>questforinfinitepower</c:v>
                </c:pt>
                <c:pt idx="6886">
                  <c:v>quesada_holiday_home</c:v>
                </c:pt>
                <c:pt idx="6887">
                  <c:v>queen_tinkerbell_forever</c:v>
                </c:pt>
                <c:pt idx="6888">
                  <c:v>queen_marie_antoinette</c:v>
                </c:pt>
                <c:pt idx="6889">
                  <c:v>queen_lucy_the_valliant</c:v>
                </c:pt>
                <c:pt idx="6890">
                  <c:v>queen_emma_the_great</c:v>
                </c:pt>
                <c:pt idx="6891">
                  <c:v>queenelizabethwindsor</c:v>
                </c:pt>
                <c:pt idx="6892">
                  <c:v>queendomesticgoddess</c:v>
                </c:pt>
                <c:pt idx="6893">
                  <c:v>queen_diva_butterfly</c:v>
                </c:pt>
                <c:pt idx="6894">
                  <c:v>queen_darkness_angel</c:v>
                </c:pt>
                <c:pt idx="6895">
                  <c:v>queen_bitch_liz_0327</c:v>
                </c:pt>
                <c:pt idx="6896">
                  <c:v>queenbeeleaderprincess</c:v>
                </c:pt>
                <c:pt idx="6897">
                  <c:v>queenann_theantagonist</c:v>
                </c:pt>
                <c:pt idx="6898">
                  <c:v>queen_adrianne_riddle</c:v>
                </c:pt>
                <c:pt idx="6899">
                  <c:v>quatreartistcollective</c:v>
                </c:pt>
                <c:pt idx="6900">
                  <c:v>quarterkeyakabigbody</c:v>
                </c:pt>
                <c:pt idx="6901">
                  <c:v>quarter2_street_team</c:v>
                </c:pt>
                <c:pt idx="6902">
                  <c:v>quantummechanicsmusic</c:v>
                </c:pt>
                <c:pt idx="6903">
                  <c:v>quanticsoulorchestra</c:v>
                </c:pt>
                <c:pt idx="6904">
                  <c:v>pyrowerewolffollower</c:v>
                </c:pt>
                <c:pt idx="6905">
                  <c:v>pyromaniacalpictophilia</c:v>
                </c:pt>
                <c:pt idx="6906">
                  <c:v>putyourstunnashadeson</c:v>
                </c:pt>
                <c:pt idx="6907">
                  <c:v>pussyslipperywhenwet</c:v>
                </c:pt>
                <c:pt idx="6908">
                  <c:v>pussymonsterbrittany</c:v>
                </c:pt>
                <c:pt idx="6909">
                  <c:v>pussy_juice_cocktail</c:v>
                </c:pt>
                <c:pt idx="6910">
                  <c:v>pussy_for_one_person</c:v>
                </c:pt>
                <c:pt idx="6911">
                  <c:v>pushgraphicsphotography</c:v>
                </c:pt>
                <c:pt idx="6912">
                  <c:v>pushbuttonbreakglass</c:v>
                </c:pt>
                <c:pt idx="6913">
                  <c:v>purpole_sticky_punch</c:v>
                </c:pt>
                <c:pt idx="6914">
                  <c:v>purplewarriorprincess</c:v>
                </c:pt>
                <c:pt idx="6915">
                  <c:v>purpletealheartslayout</c:v>
                </c:pt>
                <c:pt idx="6916">
                  <c:v>purpleribbonallstar00</c:v>
                </c:pt>
                <c:pt idx="6917">
                  <c:v>purplequeenfrogtracy</c:v>
                </c:pt>
                <c:pt idx="6918">
                  <c:v>purpleprincessmonique</c:v>
                </c:pt>
                <c:pt idx="6919">
                  <c:v>purple_pretty_princess</c:v>
                </c:pt>
                <c:pt idx="6920">
                  <c:v>purple_polish_pretty_1_13</c:v>
                </c:pt>
                <c:pt idx="6921">
                  <c:v>purplepeopleeater2980</c:v>
                </c:pt>
                <c:pt idx="6922">
                  <c:v>purplepeople_eater42</c:v>
                </c:pt>
                <c:pt idx="6923">
                  <c:v>purple_people_eater17</c:v>
                </c:pt>
                <c:pt idx="6924">
                  <c:v>purple_passion_flower</c:v>
                </c:pt>
                <c:pt idx="6925">
                  <c:v>purple_panty_muncher</c:v>
                </c:pt>
                <c:pt idx="6926">
                  <c:v>purplepandasareattacking</c:v>
                </c:pt>
                <c:pt idx="6927">
                  <c:v>purplemonkeydishwasher88</c:v>
                </c:pt>
                <c:pt idx="6928">
                  <c:v>purple_monkeydishwasher7</c:v>
                </c:pt>
                <c:pt idx="6929">
                  <c:v>purplemonkeydishwasher54</c:v>
                </c:pt>
                <c:pt idx="6930">
                  <c:v>purplemonkeydishwasher123</c:v>
                </c:pt>
                <c:pt idx="6931">
                  <c:v>purple_monkey_dish_washer</c:v>
                </c:pt>
                <c:pt idx="6932">
                  <c:v>purpleleopardpixielady</c:v>
                </c:pt>
                <c:pt idx="6933">
                  <c:v>purplejellydeathtrap</c:v>
                </c:pt>
                <c:pt idx="6934">
                  <c:v>purpleheartsjazztrio</c:v>
                </c:pt>
                <c:pt idx="6935">
                  <c:v>purpleheartsaregreat</c:v>
                </c:pt>
                <c:pt idx="6936">
                  <c:v>purple_haze_all_around</c:v>
                </c:pt>
                <c:pt idx="6937">
                  <c:v>purplefroggiefanatic</c:v>
                </c:pt>
                <c:pt idx="6938">
                  <c:v>purplefire.tarahsalary</c:v>
                </c:pt>
                <c:pt idx="6939">
                  <c:v>purpledragontattooing</c:v>
                </c:pt>
                <c:pt idx="6940">
                  <c:v>purpledragonlady1958</c:v>
                </c:pt>
                <c:pt idx="6941">
                  <c:v>purpledolphinwhisper</c:v>
                </c:pt>
                <c:pt idx="6942">
                  <c:v>purplecitybirdgang187</c:v>
                </c:pt>
                <c:pt idx="6943">
                  <c:v>purplecheeseandgravy</c:v>
                </c:pt>
                <c:pt idx="6944">
                  <c:v>purple_butterfly_lady</c:v>
                </c:pt>
                <c:pt idx="6945">
                  <c:v>purplebutterflygirl21</c:v>
                </c:pt>
                <c:pt idx="6946">
                  <c:v>purplebutterflyangel21</c:v>
                </c:pt>
                <c:pt idx="6947">
                  <c:v>purgatorydeathmetal</c:v>
                </c:pt>
                <c:pt idx="6948">
                  <c:v>pure_unadulterated_fun</c:v>
                </c:pt>
                <c:pt idx="6949">
                  <c:v>pure_sweet_country_gurl</c:v>
                </c:pt>
                <c:pt idx="6950">
                  <c:v>pureromancebuynoelle</c:v>
                </c:pt>
                <c:pt idx="6951">
                  <c:v>pureplasticperfection</c:v>
                </c:pt>
                <c:pt idx="6952">
                  <c:v>purementalstimulation</c:v>
                </c:pt>
                <c:pt idx="6953">
                  <c:v>pure_crazy_beautiful</c:v>
                </c:pt>
                <c:pt idx="6954">
                  <c:v>purecomplexsimplicity</c:v>
                </c:pt>
                <c:pt idx="6955">
                  <c:v>pure_bred_metal_head</c:v>
                </c:pt>
                <c:pt idx="6956">
                  <c:v>pure_blonde_insanity</c:v>
                </c:pt>
                <c:pt idx="6957">
                  <c:v>purdueblondebombshell</c:v>
                </c:pt>
                <c:pt idx="6958">
                  <c:v>puntacanasunmusicfest</c:v>
                </c:pt>
                <c:pt idx="6959">
                  <c:v>punk_shall_live_forever</c:v>
                </c:pt>
                <c:pt idx="6960">
                  <c:v>punkrollingrevolution</c:v>
                </c:pt>
                <c:pt idx="6961">
                  <c:v>punkrockworldmagazine</c:v>
                </c:pt>
                <c:pt idx="6962">
                  <c:v>punkrockprincess_eleven11</c:v>
                </c:pt>
                <c:pt idx="6963">
                  <c:v>punkrockprincesscutie</c:v>
                </c:pt>
                <c:pt idx="6964">
                  <c:v>punk_rock_princess_89</c:v>
                </c:pt>
                <c:pt idx="6965">
                  <c:v>punk_rock_princess77</c:v>
                </c:pt>
                <c:pt idx="6966">
                  <c:v>punk_rock_princess_704</c:v>
                </c:pt>
                <c:pt idx="6967">
                  <c:v>punkrockprincess4ever101</c:v>
                </c:pt>
                <c:pt idx="6968">
                  <c:v>punkrockprincess4207</c:v>
                </c:pt>
                <c:pt idx="6969">
                  <c:v>punkrockprincess4200</c:v>
                </c:pt>
                <c:pt idx="6970">
                  <c:v>punkrockprincess2380</c:v>
                </c:pt>
                <c:pt idx="6971">
                  <c:v>punkrockprincess_200</c:v>
                </c:pt>
                <c:pt idx="6972">
                  <c:v>punkrockprincess1983</c:v>
                </c:pt>
                <c:pt idx="6973">
                  <c:v>punk_rock_princess1</c:v>
                </c:pt>
                <c:pt idx="6974">
                  <c:v>punkrockprincess022</c:v>
                </c:pt>
                <c:pt idx="6975">
                  <c:v>punk_rock_princess00</c:v>
                </c:pt>
                <c:pt idx="6976">
                  <c:v>punk_rock_last_night</c:v>
                </c:pt>
                <c:pt idx="6977">
                  <c:v>punkrockgirl_5_3_10_4</c:v>
                </c:pt>
                <c:pt idx="6978">
                  <c:v>punk_rocker_sweetness</c:v>
                </c:pt>
                <c:pt idx="6979">
                  <c:v>punk_rocker_hot_and_juicy</c:v>
                </c:pt>
                <c:pt idx="6980">
                  <c:v>punkrockergirl_audrey</c:v>
                </c:pt>
                <c:pt idx="6981">
                  <c:v>punkrockerforcoolness</c:v>
                </c:pt>
                <c:pt idx="6982">
                  <c:v>punk_rocker_fob_lover</c:v>
                </c:pt>
                <c:pt idx="6983">
                  <c:v>punkrocker24and1half</c:v>
                </c:pt>
                <c:pt idx="6984">
                  <c:v>punk_rock_country_gurl92</c:v>
                </c:pt>
                <c:pt idx="6985">
                  <c:v>punk_rock_chick11223</c:v>
                </c:pt>
                <c:pt idx="6986">
                  <c:v>_punk_rock_and_roll_</c:v>
                </c:pt>
                <c:pt idx="6987">
                  <c:v>punkprincess_1990_nat</c:v>
                </c:pt>
                <c:pt idx="6988">
                  <c:v>punkpowerfalloutboyrock</c:v>
                </c:pt>
                <c:pt idx="6989">
                  <c:v>punk_little_prankster</c:v>
                </c:pt>
                <c:pt idx="6990">
                  <c:v>punkgurlwithattitude</c:v>
                </c:pt>
                <c:pt idx="6991">
                  <c:v>punk_fun_lover_18_1_200</c:v>
                </c:pt>
                <c:pt idx="6992">
                  <c:v>punk_from_lake_jackson22</c:v>
                </c:pt>
                <c:pt idx="6993">
                  <c:v>punk_from_lake_jackson</c:v>
                </c:pt>
                <c:pt idx="6994">
                  <c:v>punkboy_the_insurrection</c:v>
                </c:pt>
                <c:pt idx="6995">
                  <c:v>punchdrunkpunkrocklove</c:v>
                </c:pt>
                <c:pt idx="6996">
                  <c:v>pumpkin14_princesssorrow</c:v>
                </c:pt>
                <c:pt idx="6997">
                  <c:v>pullthetriggerbitch32</c:v>
                </c:pt>
                <c:pt idx="6998">
                  <c:v>pullingthetrigger911</c:v>
                </c:pt>
                <c:pt idx="6999">
                  <c:v>pullingthetrigger101</c:v>
                </c:pt>
                <c:pt idx="7000">
                  <c:v>puff_themagicdragon8</c:v>
                </c:pt>
                <c:pt idx="7001">
                  <c:v>puff_the_magic_dragon9</c:v>
                </c:pt>
                <c:pt idx="7002">
                  <c:v>_puffthemagicdragon9_</c:v>
                </c:pt>
                <c:pt idx="7003">
                  <c:v>puffthemagicdragon8</c:v>
                </c:pt>
                <c:pt idx="7004">
                  <c:v>puffthemagicdragon5337</c:v>
                </c:pt>
                <c:pt idx="7005">
                  <c:v>puffthemagicdragon11</c:v>
                </c:pt>
                <c:pt idx="7006">
                  <c:v>pueblogallonchallenge</c:v>
                </c:pt>
                <c:pt idx="7007">
                  <c:v>publicentitynumberone</c:v>
                </c:pt>
                <c:pt idx="7008">
                  <c:v>publicdisturbanceband</c:v>
                </c:pt>
                <c:pt idx="7009">
                  <c:v>pterodactylbandwassup</c:v>
                </c:pt>
                <c:pt idx="7010">
                  <c:v>ptarmiganstringquartet</c:v>
                </c:pt>
                <c:pt idx="7011">
                  <c:v>psychresearchproject</c:v>
                </c:pt>
                <c:pt idx="7012">
                  <c:v>psychotic_without_you</c:v>
                </c:pt>
                <c:pt idx="7013">
                  <c:v>psychoticthedemented</c:v>
                </c:pt>
                <c:pt idx="7014">
                  <c:v>psychotic_sommabitch</c:v>
                </c:pt>
                <c:pt idx="7015">
                  <c:v>psychotic_short_person</c:v>
                </c:pt>
                <c:pt idx="7016">
                  <c:v>psychoticreactionshop</c:v>
                </c:pt>
                <c:pt idx="7017">
                  <c:v>psychopathicclownkiller</c:v>
                </c:pt>
                <c:pt idx="7018">
                  <c:v>psychopathicaxemurderer</c:v>
                </c:pt>
                <c:pt idx="7019">
                  <c:v>proximityeffectmusic</c:v>
                </c:pt>
                <c:pt idx="7020">
                  <c:v>provincetownfilmfestival</c:v>
                </c:pt>
                <c:pt idx="7021">
                  <c:v>pro_varsity_wrestler</c:v>
                </c:pt>
                <c:pt idx="7022">
                  <c:v>protectiveolderbrother2</c:v>
                </c:pt>
                <c:pt idx="7023">
                  <c:v>prostheticdancemassacre</c:v>
                </c:pt>
                <c:pt idx="7024">
                  <c:v>prostarmanagementteam</c:v>
                </c:pt>
                <c:pt idx="7025">
                  <c:v>prospernowwithdailycash</c:v>
                </c:pt>
                <c:pt idx="7026">
                  <c:v>prospecthillstreetteam</c:v>
                </c:pt>
                <c:pt idx="7027">
                  <c:v>prosourceentertainment</c:v>
                </c:pt>
                <c:pt idx="7028">
                  <c:v>prophaseforprosperous</c:v>
                </c:pt>
                <c:pt idx="7029">
                  <c:v>propagandamusiccanteen</c:v>
                </c:pt>
                <c:pt idx="7030">
                  <c:v>proofread_edit_write</c:v>
                </c:pt>
                <c:pt idx="7031">
                  <c:v>promisecarvedinstone</c:v>
                </c:pt>
                <c:pt idx="7032">
                  <c:v>prolifeentertainment</c:v>
                </c:pt>
                <c:pt idx="7033">
                  <c:v>projectwesternworldcollapse</c:v>
                </c:pt>
                <c:pt idx="7034">
                  <c:v>projectthinkdifferent</c:v>
                </c:pt>
                <c:pt idx="7035">
                  <c:v>projectselfdestruction</c:v>
                </c:pt>
                <c:pt idx="7036">
                  <c:v>projectrailerparkmarlee</c:v>
                </c:pt>
                <c:pt idx="7037">
                  <c:v>projectpatentertainment</c:v>
                </c:pt>
                <c:pt idx="7038">
                  <c:v>projectneworleans_noise</c:v>
                </c:pt>
                <c:pt idx="7039">
                  <c:v>projectmayhemchicago</c:v>
                </c:pt>
                <c:pt idx="7040">
                  <c:v>projectiledisfunction</c:v>
                </c:pt>
                <c:pt idx="7041">
                  <c:v>projectdestructionderby</c:v>
                </c:pt>
                <c:pt idx="7042">
                  <c:v>projectbornfullblooded</c:v>
                </c:pt>
                <c:pt idx="7043">
                  <c:v>progressivesurfgroup</c:v>
                </c:pt>
                <c:pt idx="7044">
                  <c:v>progressivemetaldrummer13</c:v>
                </c:pt>
                <c:pt idx="7045">
                  <c:v>progressivegrooveacademy</c:v>
                </c:pt>
                <c:pt idx="7046">
                  <c:v>profoundequalityband</c:v>
                </c:pt>
                <c:pt idx="7047">
                  <c:v>profileunderconstruction</c:v>
                </c:pt>
                <c:pt idx="7048">
                  <c:v>professoruniversitymusic</c:v>
                </c:pt>
                <c:pt idx="7049">
                  <c:v>professorsprout_herbology</c:v>
                </c:pt>
                <c:pt idx="7050">
                  <c:v>professorlovelessons</c:v>
                </c:pt>
                <c:pt idx="7051">
                  <c:v>professorjigglestone</c:v>
                </c:pt>
                <c:pt idx="7052">
                  <c:v>professor_humpington</c:v>
                </c:pt>
                <c:pt idx="7053">
                  <c:v>professor_gigglefist</c:v>
                </c:pt>
                <c:pt idx="7054">
                  <c:v>professionaltitleexaminer</c:v>
                </c:pt>
                <c:pt idx="7055">
                  <c:v>professionalpotatopeeler</c:v>
                </c:pt>
                <c:pt idx="7056">
                  <c:v>professional_poker_playa</c:v>
                </c:pt>
                <c:pt idx="7057">
                  <c:v>professionalmalemodel</c:v>
                </c:pt>
                <c:pt idx="7058">
                  <c:v>professionaleyepoker</c:v>
                </c:pt>
                <c:pt idx="7059">
                  <c:v>professionalcivilengineer</c:v>
                </c:pt>
                <c:pt idx="7060">
                  <c:v>professionalbuzzkill</c:v>
                </c:pt>
                <c:pt idx="7061">
                  <c:v>professionalbullrider</c:v>
                </c:pt>
                <c:pt idx="7062">
                  <c:v>prodominoassociation</c:v>
                </c:pt>
                <c:pt idx="7063">
                  <c:v>prodigalsunmediagroup</c:v>
                </c:pt>
                <c:pt idx="7064">
                  <c:v>proctororchestramoose</c:v>
                </c:pt>
                <c:pt idx="7065">
                  <c:v>procitydynamiccertified</c:v>
                </c:pt>
                <c:pt idx="7066">
                  <c:v>processmassdestruction</c:v>
                </c:pt>
                <c:pt idx="7067">
                  <c:v>problemcausingsolution</c:v>
                </c:pt>
                <c:pt idx="7068">
                  <c:v>prizefightermanagement</c:v>
                </c:pt>
                <c:pt idx="7069">
                  <c:v>privateandconfidential</c:v>
                </c:pt>
                <c:pt idx="7070">
                  <c:v>prissyprincessdenise</c:v>
                </c:pt>
                <c:pt idx="7071">
                  <c:v>priscilla_pennington</c:v>
                </c:pt>
                <c:pt idx="7072">
                  <c:v>priscillacarolinefranco</c:v>
                </c:pt>
                <c:pt idx="7073">
                  <c:v>PRISCILLAAKAGUMMYBEAR</c:v>
                </c:pt>
                <c:pt idx="7074">
                  <c:v>princetonstockassociation</c:v>
                </c:pt>
                <c:pt idx="7075">
                  <c:v>princess_wonderwoman</c:v>
                </c:pt>
                <c:pt idx="7076">
                  <c:v>princesswinterwonder</c:v>
                </c:pt>
                <c:pt idx="7077">
                  <c:v>princess_white_thunder</c:v>
                </c:pt>
                <c:pt idx="7078">
                  <c:v>princess_white_kitty</c:v>
                </c:pt>
                <c:pt idx="7079">
                  <c:v>princesswarriordaughter</c:v>
                </c:pt>
                <c:pt idx="7080">
                  <c:v>princessvanessamarie</c:v>
                </c:pt>
                <c:pt idx="7081">
                  <c:v>princesstoadstoolpeach</c:v>
                </c:pt>
                <c:pt idx="7082">
                  <c:v>princesstinkerbelltutu</c:v>
                </c:pt>
                <c:pt idx="7083">
                  <c:v>princesstinkerbelllauren</c:v>
                </c:pt>
                <c:pt idx="7084">
                  <c:v>PrincessTinkerbell923</c:v>
                </c:pt>
                <c:pt idx="7085">
                  <c:v>princesstinkerbell89</c:v>
                </c:pt>
                <c:pt idx="7086">
                  <c:v>princess_tinkerbell2009</c:v>
                </c:pt>
                <c:pt idx="7087">
                  <c:v>princesstinkerbell18</c:v>
                </c:pt>
                <c:pt idx="7088">
                  <c:v>princess_tinkerbell09</c:v>
                </c:pt>
                <c:pt idx="7089">
                  <c:v>princess_tinker_bell</c:v>
                </c:pt>
                <c:pt idx="7090">
                  <c:v>princess_stephielynn</c:v>
                </c:pt>
                <c:pt idx="7091">
                  <c:v>princess_spoiled_baby</c:v>
                </c:pt>
                <c:pt idx="7092">
                  <c:v>princess_sparkle_sarah</c:v>
                </c:pt>
                <c:pt idx="7093">
                  <c:v>princesssparkle_carrie</c:v>
                </c:pt>
                <c:pt idx="7094">
                  <c:v>_princess_skellington_</c:v>
                </c:pt>
                <c:pt idx="7095">
                  <c:v>princessqueenbitch90</c:v>
                </c:pt>
                <c:pt idx="7096">
                  <c:v>princess_punkrock410</c:v>
                </c:pt>
                <c:pt idx="7097">
                  <c:v>princess_pink_lover_4ever</c:v>
                </c:pt>
                <c:pt idx="7098">
                  <c:v>princesspinkbabydoll</c:v>
                </c:pt>
                <c:pt idx="7099">
                  <c:v>princessnaomi1andonly</c:v>
                </c:pt>
                <c:pt idx="7100">
                  <c:v>princessmolliedollie</c:v>
                </c:pt>
                <c:pt idx="7101">
                  <c:v>princessmiahoneybunny</c:v>
                </c:pt>
                <c:pt idx="7102">
                  <c:v>princess_meadow_muffin</c:v>
                </c:pt>
                <c:pt idx="7103">
                  <c:v>princess_marshmallow</c:v>
                </c:pt>
                <c:pt idx="7104">
                  <c:v>princess_love_butterfly</c:v>
                </c:pt>
                <c:pt idx="7105">
                  <c:v>princesslotusblossom</c:v>
                </c:pt>
                <c:pt idx="7106">
                  <c:v>princesslivesinapalace</c:v>
                </c:pt>
                <c:pt idx="7107">
                  <c:v>princess_laura_jayne</c:v>
                </c:pt>
                <c:pt idx="7108">
                  <c:v>princess_laura_elizabeth</c:v>
                </c:pt>
                <c:pt idx="7109">
                  <c:v>princess_kristina_here</c:v>
                </c:pt>
                <c:pt idx="7110">
                  <c:v>princesskimberlyhart</c:v>
                </c:pt>
                <c:pt idx="7111">
                  <c:v>princesskayleigh90210</c:v>
                </c:pt>
                <c:pt idx="7112">
                  <c:v>princess_kayla_perry</c:v>
                </c:pt>
                <c:pt idx="7113">
                  <c:v>princesskaye_sunshine</c:v>
                </c:pt>
                <c:pt idx="7114">
                  <c:v>princesskatethevixen</c:v>
                </c:pt>
                <c:pt idx="7115">
                  <c:v>princesskarlathegreat</c:v>
                </c:pt>
                <c:pt idx="7116">
                  <c:v>princess_karina4ever</c:v>
                </c:pt>
                <c:pt idx="7117">
                  <c:v>princess_jess_sexy_babe</c:v>
                </c:pt>
                <c:pt idx="7118">
                  <c:v>princessjessiebessie</c:v>
                </c:pt>
                <c:pt idx="7119">
                  <c:v>princessjessicaalice</c:v>
                </c:pt>
                <c:pt idx="7120">
                  <c:v>princessimperialpalace</c:v>
                </c:pt>
                <c:pt idx="7121">
                  <c:v>princesshellokitty9</c:v>
                </c:pt>
                <c:pt idx="7122">
                  <c:v>princesshellokitty123</c:v>
                </c:pt>
                <c:pt idx="7123">
                  <c:v>princesshannahbanana</c:v>
                </c:pt>
                <c:pt idx="7124">
                  <c:v>princess_fatty_dipset</c:v>
                </c:pt>
                <c:pt idx="7125">
                  <c:v>princessfairyellenland</c:v>
                </c:pt>
                <c:pt idx="7126">
                  <c:v>princessdonnachristina</c:v>
                </c:pt>
                <c:pt idx="7127">
                  <c:v>PrincessDirtyFancyPants</c:v>
                </c:pt>
                <c:pt idx="7128">
                  <c:v>princessdianamartinez</c:v>
                </c:pt>
                <c:pt idx="7129">
                  <c:v>princessdayplaymatenight</c:v>
                </c:pt>
                <c:pt idx="7130">
                  <c:v>princess_cut_diamond</c:v>
                </c:pt>
                <c:pt idx="7131">
                  <c:v>princesscrunkenergydrink</c:v>
                </c:pt>
                <c:pt idx="7132">
                  <c:v>princess_crankypants</c:v>
                </c:pt>
                <c:pt idx="7133">
                  <c:v>princesscountrybuttercup</c:v>
                </c:pt>
                <c:pt idx="7134">
                  <c:v>princessconsuelacrapbag</c:v>
                </c:pt>
                <c:pt idx="7135">
                  <c:v>princesschristinamaria</c:v>
                </c:pt>
                <c:pt idx="7136">
                  <c:v>princess_chiquis_4eva</c:v>
                </c:pt>
                <c:pt idx="7137">
                  <c:v>princesscharlotteforever</c:v>
                </c:pt>
                <c:pt idx="7138">
                  <c:v>princess_celestial_star</c:v>
                </c:pt>
                <c:pt idx="7139">
                  <c:v>princess_cassandra_lynn</c:v>
                </c:pt>
                <c:pt idx="7140">
                  <c:v>princessbuttonwillow</c:v>
                </c:pt>
                <c:pt idx="7141">
                  <c:v>princessbuttercup4eva</c:v>
                </c:pt>
                <c:pt idx="7142">
                  <c:v>princess_bubblegum15</c:v>
                </c:pt>
                <c:pt idx="7143">
                  <c:v>princessbrittanyspiro</c:v>
                </c:pt>
                <c:pt idx="7144">
                  <c:v>princessbloodyshadow</c:v>
                </c:pt>
                <c:pt idx="7145">
                  <c:v>_princessbitchslave_</c:v>
                </c:pt>
                <c:pt idx="7146">
                  <c:v>princessbiancanicole</c:v>
                </c:pt>
                <c:pt idx="7147">
                  <c:v>princess_belle_monica</c:v>
                </c:pt>
                <c:pt idx="7148">
                  <c:v>princessbatmanforever</c:v>
                </c:pt>
                <c:pt idx="7149">
                  <c:v>princessbaileymorgan</c:v>
                </c:pt>
                <c:pt idx="7150">
                  <c:v>princessbabygurl99</c:v>
                </c:pt>
                <c:pt idx="7151">
                  <c:v>princessbabygirlerica</c:v>
                </c:pt>
                <c:pt idx="7152">
                  <c:v>princessbabydramaqueen</c:v>
                </c:pt>
                <c:pt idx="7153">
                  <c:v>princess_baby_dont_forget</c:v>
                </c:pt>
                <c:pt idx="7154">
                  <c:v>princess_ashleypaige</c:v>
                </c:pt>
                <c:pt idx="7155">
                  <c:v>princessashleynicole7</c:v>
                </c:pt>
                <c:pt idx="7156">
                  <c:v>princessashleylynn05</c:v>
                </c:pt>
                <c:pt idx="7157">
                  <c:v>princess_ariel_the_first</c:v>
                </c:pt>
                <c:pt idx="7158">
                  <c:v>princess_arielle_jade</c:v>
                </c:pt>
                <c:pt idx="7159">
                  <c:v>princess_anna_banana</c:v>
                </c:pt>
                <c:pt idx="7160">
                  <c:v>princessangelamichell</c:v>
                </c:pt>
                <c:pt idx="7161">
                  <c:v>princess_amy_sparkle</c:v>
                </c:pt>
                <c:pt idx="7162">
                  <c:v>princessamyelizabeth</c:v>
                </c:pt>
                <c:pt idx="7163">
                  <c:v>princessambermichelle</c:v>
                </c:pt>
                <c:pt idx="7164">
                  <c:v>princess_aka_babygirl</c:v>
                </c:pt>
                <c:pt idx="7165">
                  <c:v>prince_royalty_hot_boy</c:v>
                </c:pt>
                <c:pt idx="7166">
                  <c:v>princehottiecharming</c:v>
                </c:pt>
                <c:pt idx="7167">
                  <c:v>prince_darling_nikki</c:v>
                </c:pt>
                <c:pt idx="7168">
                  <c:v>princecharming_himself</c:v>
                </c:pt>
                <c:pt idx="7169">
                  <c:v>princecharmingbayarea</c:v>
                </c:pt>
                <c:pt idx="7170">
                  <c:v>primitivecountrylove</c:v>
                </c:pt>
                <c:pt idx="7171">
                  <c:v>primeministerpeterock</c:v>
                </c:pt>
                <c:pt idx="7172">
                  <c:v>primaljellysocialclub</c:v>
                </c:pt>
                <c:pt idx="7173">
                  <c:v>primal_concrete_sledge_9</c:v>
                </c:pt>
                <c:pt idx="7174">
                  <c:v>prima_donna_carlotta</c:v>
                </c:pt>
                <c:pt idx="7175">
                  <c:v>priestess_queen_raye</c:v>
                </c:pt>
                <c:pt idx="7176">
                  <c:v>pridefamentertainment</c:v>
                </c:pt>
                <c:pt idx="7177">
                  <c:v>pride_and_prejudice_13</c:v>
                </c:pt>
                <c:pt idx="7178">
                  <c:v>prickly_and_poisonous</c:v>
                </c:pt>
                <c:pt idx="7179">
                  <c:v>priceforstateassembly</c:v>
                </c:pt>
                <c:pt idx="7180">
                  <c:v>preventthepaintherapy</c:v>
                </c:pt>
                <c:pt idx="7181">
                  <c:v>pretty_young_thing_14</c:v>
                </c:pt>
                <c:pt idx="7182">
                  <c:v>prettyyoungthickchick</c:v>
                </c:pt>
                <c:pt idx="7183">
                  <c:v>pretty_young_tempting</c:v>
                </c:pt>
                <c:pt idx="7184">
                  <c:v>pretty_woman_claudia</c:v>
                </c:pt>
                <c:pt idx="7185">
                  <c:v>pretty_ugly_duckling</c:v>
                </c:pt>
                <c:pt idx="7186">
                  <c:v>prettytonywhattheycallhim</c:v>
                </c:pt>
                <c:pt idx="7187">
                  <c:v>prettysparkels_forme</c:v>
                </c:pt>
                <c:pt idx="7188">
                  <c:v>pretty_soldier_sailormoon</c:v>
                </c:pt>
                <c:pt idx="7189">
                  <c:v>prettyslickforawhitechick</c:v>
                </c:pt>
                <c:pt idx="7190">
                  <c:v>prettysexychocolate08</c:v>
                </c:pt>
                <c:pt idx="7191">
                  <c:v>prettyricky_pleasure</c:v>
                </c:pt>
                <c:pt idx="7192">
                  <c:v>prettyricky_lover_4eva</c:v>
                </c:pt>
                <c:pt idx="7193">
                  <c:v>pretty_punky_princess</c:v>
                </c:pt>
                <c:pt idx="7194">
                  <c:v>prettypunkprincess82</c:v>
                </c:pt>
                <c:pt idx="7195">
                  <c:v>prettyprincessvictoria</c:v>
                </c:pt>
                <c:pt idx="7196">
                  <c:v>pretty_princess_naeema</c:v>
                </c:pt>
                <c:pt idx="7197">
                  <c:v>prettyprincessnae233</c:v>
                </c:pt>
                <c:pt idx="7198">
                  <c:v>pretty_princess_megan</c:v>
                </c:pt>
                <c:pt idx="7199">
                  <c:v>pretty_princess_karen</c:v>
                </c:pt>
                <c:pt idx="7200">
                  <c:v>prettyprincessjenn1985</c:v>
                </c:pt>
                <c:pt idx="7201">
                  <c:v>prettyprincessgurl200</c:v>
                </c:pt>
                <c:pt idx="7202">
                  <c:v>prettyprincessdaniella</c:v>
                </c:pt>
                <c:pt idx="7203">
                  <c:v>prettyprincessbarbie1</c:v>
                </c:pt>
                <c:pt idx="7204">
                  <c:v>prettyprincessballerina</c:v>
                </c:pt>
                <c:pt idx="7205">
                  <c:v>prettyprincessashley</c:v>
                </c:pt>
                <c:pt idx="7206">
                  <c:v>prettyponyprincess0</c:v>
                </c:pt>
                <c:pt idx="7207">
                  <c:v>prettypinkprincessmeg</c:v>
                </c:pt>
                <c:pt idx="7208">
                  <c:v>prettypinkprincess90</c:v>
                </c:pt>
                <c:pt idx="7209">
                  <c:v>prettypinkprincess9</c:v>
                </c:pt>
                <c:pt idx="7210">
                  <c:v>prettypinkprincess140</c:v>
                </c:pt>
                <c:pt idx="7211">
                  <c:v>prettypinkprincess13</c:v>
                </c:pt>
                <c:pt idx="7212">
                  <c:v>pretty_pink_princess_0</c:v>
                </c:pt>
                <c:pt idx="7213">
                  <c:v>_pretty_pink_princess_</c:v>
                </c:pt>
                <c:pt idx="7214">
                  <c:v>prettypinkpopdramaqueen</c:v>
                </c:pt>
                <c:pt idx="7215">
                  <c:v>prettypinkbasketcase</c:v>
                </c:pt>
                <c:pt idx="7216">
                  <c:v>prettypinkbarbiegirl</c:v>
                </c:pt>
                <c:pt idx="7217">
                  <c:v>prettypictureperfect</c:v>
                </c:pt>
                <c:pt idx="7218">
                  <c:v>pretty_people_contest</c:v>
                </c:pt>
                <c:pt idx="7219">
                  <c:v>pretty_much_love_you</c:v>
                </c:pt>
                <c:pt idx="7220">
                  <c:v>prettymuchhardcoreextreme</c:v>
                </c:pt>
                <c:pt idx="7221">
                  <c:v>prettylittletrainwreck</c:v>
                </c:pt>
                <c:pt idx="7222">
                  <c:v>pretty_little_sea_nymph</c:v>
                </c:pt>
                <c:pt idx="7223">
                  <c:v>pretty_lil_princess_1</c:v>
                </c:pt>
                <c:pt idx="7224">
                  <c:v>pretty_lil_hispanic18</c:v>
                </c:pt>
                <c:pt idx="7225">
                  <c:v>prettylildemonicprincess</c:v>
                </c:pt>
                <c:pt idx="7226">
                  <c:v>pretty_lil_countrygurl</c:v>
                </c:pt>
                <c:pt idx="7227">
                  <c:v>pretty_hotpink_princess</c:v>
                </c:pt>
                <c:pt idx="7228">
                  <c:v>pretty_hot_pink_babe</c:v>
                </c:pt>
                <c:pt idx="7229">
                  <c:v>pretty_hot_and_thick</c:v>
                </c:pt>
                <c:pt idx="7230">
                  <c:v>pretty_hot_and_tempting13</c:v>
                </c:pt>
                <c:pt idx="7231">
                  <c:v>pretty_hot_and_tempting07</c:v>
                </c:pt>
                <c:pt idx="7232">
                  <c:v>prettyhatemachine7</c:v>
                </c:pt>
                <c:pt idx="7233">
                  <c:v>pretty_hardcore_court</c:v>
                </c:pt>
                <c:pt idx="7234">
                  <c:v>prettygurl_soccer_09</c:v>
                </c:pt>
                <c:pt idx="7235">
                  <c:v>prettygurlcaroline818</c:v>
                </c:pt>
                <c:pt idx="7236">
                  <c:v>pretty_gorgeous_nicole</c:v>
                </c:pt>
                <c:pt idx="7237">
                  <c:v>prettygirl_withstyle</c:v>
                </c:pt>
                <c:pt idx="7238">
                  <c:v>pretty_girl_position</c:v>
                </c:pt>
                <c:pt idx="7239">
                  <c:v>prettygirlbikinicarwash</c:v>
                </c:pt>
                <c:pt idx="7240">
                  <c:v>prettygirlbabygurl837</c:v>
                </c:pt>
                <c:pt idx="7241">
                  <c:v>pretty_frog_princess</c:v>
                </c:pt>
                <c:pt idx="7242">
                  <c:v>prettyflyforawhiteguy85</c:v>
                </c:pt>
                <c:pt idx="7243">
                  <c:v>prettyfly_forawhitegirl</c:v>
                </c:pt>
                <c:pt idx="7244">
                  <c:v>prettyfacethickwaist</c:v>
                </c:pt>
                <c:pt idx="7245">
                  <c:v>prettydukegirl14489</c:v>
                </c:pt>
                <c:pt idx="7246">
                  <c:v>prettydeadgirlshortfilm</c:v>
                </c:pt>
                <c:pt idx="7247">
                  <c:v>pretty_cute_princess</c:v>
                </c:pt>
                <c:pt idx="7248">
                  <c:v>prettycool_stephanie</c:v>
                </c:pt>
                <c:pt idx="7249">
                  <c:v>pretty_colors_forever</c:v>
                </c:pt>
                <c:pt idx="7250">
                  <c:v>prettybutbrokenhearted</c:v>
                </c:pt>
                <c:pt idx="7251">
                  <c:v>prettybrowneyedgirl89</c:v>
                </c:pt>
                <c:pt idx="7252">
                  <c:v>prettybrowncuttiepie</c:v>
                </c:pt>
                <c:pt idx="7253">
                  <c:v>prettyboyakasweetness</c:v>
                </c:pt>
                <c:pt idx="7254">
                  <c:v>prettyblondeprincess</c:v>
                </c:pt>
                <c:pt idx="7255">
                  <c:v>prettybabyprincess4life</c:v>
                </c:pt>
                <c:pt idx="7256">
                  <c:v>pretty_baby_girl_nikki</c:v>
                </c:pt>
                <c:pt idx="7257">
                  <c:v>prettybabybutterfly0</c:v>
                </c:pt>
                <c:pt idx="7258">
                  <c:v>pretty_athletic_lady</c:v>
                </c:pt>
                <c:pt idx="7259">
                  <c:v>prettyastashleymarie</c:v>
                </c:pt>
                <c:pt idx="7260">
                  <c:v>prettyandverydemented</c:v>
                </c:pt>
                <c:pt idx="7261">
                  <c:v>pretentiousrecordstoreguy</c:v>
                </c:pt>
                <c:pt idx="7262">
                  <c:v>pretend_its_brilliant</c:v>
                </c:pt>
                <c:pt idx="7263">
                  <c:v>prestigealtoclarinet</c:v>
                </c:pt>
                <c:pt idx="7264">
                  <c:v>pressuredropmanchester</c:v>
                </c:pt>
                <c:pt idx="7265">
                  <c:v>pressthisbuttonfortragedy</c:v>
                </c:pt>
                <c:pt idx="7266">
                  <c:v>pressplayentertainmentworld</c:v>
                </c:pt>
                <c:pt idx="7267">
                  <c:v>pressplayentertainment</c:v>
                </c:pt>
                <c:pt idx="7268">
                  <c:v>presscontrolaltdelete</c:v>
                </c:pt>
                <c:pt idx="7269">
                  <c:v>presidentgeorgewashington</c:v>
                </c:pt>
                <c:pt idx="7270">
                  <c:v>presidentbasketballcoach</c:v>
                </c:pt>
                <c:pt idx="7271">
                  <c:v>present_with_god_soon</c:v>
                </c:pt>
                <c:pt idx="7272">
                  <c:v>prescriptiondodgeball</c:v>
                </c:pt>
                <c:pt idx="7273">
                  <c:v>prepared2relocate4love</c:v>
                </c:pt>
                <c:pt idx="7274">
                  <c:v>prepare4peace_pray4war</c:v>
                </c:pt>
                <c:pt idx="7275">
                  <c:v>prepaidlegaljoshandjoe</c:v>
                </c:pt>
                <c:pt idx="7276">
                  <c:v>premierpersonalprotection</c:v>
                </c:pt>
                <c:pt idx="7277">
                  <c:v>premierimageentertainment</c:v>
                </c:pt>
                <c:pt idx="7278">
                  <c:v>premaritaltonguerape</c:v>
                </c:pt>
                <c:pt idx="7279">
                  <c:v>precisionscreenprinting</c:v>
                </c:pt>
                <c:pt idx="7280">
                  <c:v>precious_pretty_gurl</c:v>
                </c:pt>
                <c:pt idx="7281">
                  <c:v>preciouspoodleprincess</c:v>
                </c:pt>
                <c:pt idx="7282">
                  <c:v>precious_pearl_4ever</c:v>
                </c:pt>
                <c:pt idx="7283">
                  <c:v>precious_loca_morenita</c:v>
                </c:pt>
                <c:pt idx="7284">
                  <c:v>Precious_Little_Sweetie</c:v>
                </c:pt>
                <c:pt idx="7285">
                  <c:v>precious_little_butterfly</c:v>
                </c:pt>
                <c:pt idx="7286">
                  <c:v>precious_island_lady</c:v>
                </c:pt>
                <c:pt idx="7287">
                  <c:v>preciousgemstone2002</c:v>
                </c:pt>
                <c:pt idx="7288">
                  <c:v>precious_demon_from_below</c:v>
                </c:pt>
                <c:pt idx="7289">
                  <c:v>preciousblondesunshine</c:v>
                </c:pt>
                <c:pt idx="7290">
                  <c:v>precious_babydoll0813</c:v>
                </c:pt>
                <c:pt idx="7291">
                  <c:v>preciousbabyboy92104</c:v>
                </c:pt>
                <c:pt idx="7292">
                  <c:v>precious_applebottom</c:v>
                </c:pt>
                <c:pt idx="7293">
                  <c:v>preciousanimegirl025</c:v>
                </c:pt>
                <c:pt idx="7294">
                  <c:v>precious_angel_forever</c:v>
                </c:pt>
                <c:pt idx="7295">
                  <c:v>praytherosaryeveryday</c:v>
                </c:pt>
                <c:pt idx="7296">
                  <c:v>praisetoidinaandaustin</c:v>
                </c:pt>
                <c:pt idx="7297">
                  <c:v>praisetheloudsilkscreen</c:v>
                </c:pt>
                <c:pt idx="7298">
                  <c:v>praise_and_worship_team</c:v>
                </c:pt>
                <c:pt idx="7299">
                  <c:v>practicing_the_silence</c:v>
                </c:pt>
                <c:pt idx="7300">
                  <c:v>practicethekissingscene</c:v>
                </c:pt>
                <c:pt idx="7301">
                  <c:v>practice_page4brande</c:v>
                </c:pt>
                <c:pt idx="7302">
                  <c:v>practiceachieveperfection</c:v>
                </c:pt>
                <c:pt idx="7303">
                  <c:v>practicaltrainedkillas</c:v>
                </c:pt>
                <c:pt idx="7304">
                  <c:v>practicalselfdefense</c:v>
                </c:pt>
                <c:pt idx="7305">
                  <c:v>powersportsunlimited</c:v>
                </c:pt>
                <c:pt idx="7306">
                  <c:v>power_ranger_equality</c:v>
                </c:pt>
                <c:pt idx="7307">
                  <c:v>__powerpuff__blossom__</c:v>
                </c:pt>
                <c:pt idx="7308">
                  <c:v>powerlunchproduction</c:v>
                </c:pt>
                <c:pt idx="7309">
                  <c:v>powerfulbeyondmeasure</c:v>
                </c:pt>
                <c:pt idx="7310">
                  <c:v>powerentertainmentgroup</c:v>
                </c:pt>
                <c:pt idx="7311">
                  <c:v>powerbreathandlivingwater</c:v>
                </c:pt>
                <c:pt idx="7312">
                  <c:v>power2thewhitepeople</c:v>
                </c:pt>
                <c:pt idx="7313">
                  <c:v>powderedtoastman2082</c:v>
                </c:pt>
                <c:pt idx="7314">
                  <c:v>_powdered_toast_man_</c:v>
                </c:pt>
                <c:pt idx="7315">
                  <c:v>powdered_sweet_taste01</c:v>
                </c:pt>
                <c:pt idx="7316">
                  <c:v>powbiffsmackwallopbatman</c:v>
                </c:pt>
                <c:pt idx="7317">
                  <c:v>povertyneckhillbillygirl</c:v>
                </c:pt>
                <c:pt idx="7318">
                  <c:v>povertyjetsetofficial</c:v>
                </c:pt>
                <c:pt idx="7319">
                  <c:v>pour_thechampagne_darling</c:v>
                </c:pt>
                <c:pt idx="7320">
                  <c:v>pouringcrimsonregret521</c:v>
                </c:pt>
                <c:pt idx="7321">
                  <c:v>poultrymeatandfishflavour</c:v>
                </c:pt>
                <c:pt idx="7322">
                  <c:v>pottytraininggonebad</c:v>
                </c:pt>
                <c:pt idx="7323">
                  <c:v>potterjessicahaley721</c:v>
                </c:pt>
                <c:pt idx="7324">
                  <c:v>potsmokinghatchetman</c:v>
                </c:pt>
                <c:pt idx="7325">
                  <c:v>potentiallygoodmusic</c:v>
                </c:pt>
                <c:pt idx="7326">
                  <c:v>potatoes_arent_that_cool</c:v>
                </c:pt>
                <c:pt idx="7327">
                  <c:v>potatoes_are_awesome</c:v>
                </c:pt>
                <c:pt idx="7328">
                  <c:v>potatoesandcheesecake</c:v>
                </c:pt>
                <c:pt idx="7329">
                  <c:v>poststructuralismrox</c:v>
                </c:pt>
                <c:pt idx="7330">
                  <c:v>postmodernintellectual</c:v>
                </c:pt>
                <c:pt idx="7331">
                  <c:v>postmodernbeautyqueen</c:v>
                </c:pt>
                <c:pt idx="7332">
                  <c:v>postconcertdancecompany</c:v>
                </c:pt>
                <c:pt idx="7333">
                  <c:v>possessed_little_child</c:v>
                </c:pt>
                <c:pt idx="7334">
                  <c:v>possessedguitarwarrior</c:v>
                </c:pt>
                <c:pt idx="7335">
                  <c:v>positive_placement_tattoo</c:v>
                </c:pt>
                <c:pt idx="7336">
                  <c:v>positive_little_angel</c:v>
                </c:pt>
                <c:pt idx="7337">
                  <c:v>positionclosedofficial</c:v>
                </c:pt>
                <c:pt idx="7338">
                  <c:v>position9_girlsonly</c:v>
                </c:pt>
                <c:pt idx="7339">
                  <c:v>portsmouthlightercompany</c:v>
                </c:pt>
                <c:pt idx="7340">
                  <c:v>portsaintluciehighschool</c:v>
                </c:pt>
                <c:pt idx="7341">
                  <c:v>portlandporcelainveneer</c:v>
                </c:pt>
                <c:pt idx="7342">
                  <c:v>portlandfilmcollective</c:v>
                </c:pt>
                <c:pt idx="7343">
                  <c:v>porter_probaseball_player</c:v>
                </c:pt>
                <c:pt idx="7344">
                  <c:v>portcitylegendkiller</c:v>
                </c:pt>
                <c:pt idx="7345">
                  <c:v>portchestercoachdiner</c:v>
                </c:pt>
                <c:pt idx="7346">
                  <c:v>port_charlotte_comedy</c:v>
                </c:pt>
                <c:pt idx="7347">
                  <c:v>portapottyracoonlover</c:v>
                </c:pt>
                <c:pt idx="7348">
                  <c:v>porridge_springsteen</c:v>
                </c:pt>
                <c:pt idx="7349">
                  <c:v>pork_chop_concertguy</c:v>
                </c:pt>
                <c:pt idx="7350">
                  <c:v>porchmonkey4life1993</c:v>
                </c:pt>
                <c:pt idx="7351">
                  <c:v>porcelainveneerseattle</c:v>
                </c:pt>
                <c:pt idx="7352">
                  <c:v>porcelain_browneyed_girl</c:v>
                </c:pt>
                <c:pt idx="7353">
                  <c:v>pop_will_eat_itself0</c:v>
                </c:pt>
                <c:pt idx="7354">
                  <c:v>pop_went_the_present</c:v>
                </c:pt>
                <c:pt idx="7355">
                  <c:v>populationcontrolbooking</c:v>
                </c:pt>
                <c:pt idx="7356">
                  <c:v>popularentertainmentgroup</c:v>
                </c:pt>
                <c:pt idx="7357">
                  <c:v>poptartcookiemonster</c:v>
                </c:pt>
                <c:pt idx="7358">
                  <c:v>poprockscokesmackbang</c:v>
                </c:pt>
                <c:pt idx="7359">
                  <c:v>poppunkprincess2loveyou</c:v>
                </c:pt>
                <c:pt idx="7360">
                  <c:v>pop_off_entertainment</c:v>
                </c:pt>
                <c:pt idx="7361">
                  <c:v>popeyethesailorman41</c:v>
                </c:pt>
                <c:pt idx="7362">
                  <c:v>popeye_the_sailorman</c:v>
                </c:pt>
                <c:pt idx="7363">
                  <c:v>popcornsuperhetreceived</c:v>
                </c:pt>
                <c:pt idx="7364">
                  <c:v>popcornandstringcheese</c:v>
                </c:pt>
                <c:pt idx="7365">
                  <c:v>pooroldfashionedbaby</c:v>
                </c:pt>
                <c:pt idx="7366">
                  <c:v>poorlychosenscreenname</c:v>
                </c:pt>
                <c:pt idx="7367">
                  <c:v>_poor_little_monkey_</c:v>
                </c:pt>
                <c:pt idx="7368">
                  <c:v>poorlittleluckystrike</c:v>
                </c:pt>
                <c:pt idx="7369">
                  <c:v>pooranimalunderstudy</c:v>
                </c:pt>
                <c:pt idx="7370">
                  <c:v>poopsandthecornbread</c:v>
                </c:pt>
                <c:pt idx="7371">
                  <c:v>poolbeachsummerlovefun</c:v>
                </c:pt>
                <c:pt idx="7372">
                  <c:v>poohbearprincessjazzy</c:v>
                </c:pt>
                <c:pt idx="7373">
                  <c:v>___poohbear___harrypotter</c:v>
                </c:pt>
                <c:pt idx="7374">
                  <c:v>pooh_bear_eats_honey</c:v>
                </c:pt>
                <c:pt idx="7375">
                  <c:v>pontoonpelicanpussycat</c:v>
                </c:pt>
                <c:pt idx="7376">
                  <c:v>ponchocreativedesign</c:v>
                </c:pt>
                <c:pt idx="7377">
                  <c:v>polymorphbodypiercing</c:v>
                </c:pt>
                <c:pt idx="7378">
                  <c:v>pollyanddashabestfriend1997</c:v>
                </c:pt>
                <c:pt idx="7379">
                  <c:v>polkcountyredneck83</c:v>
                </c:pt>
                <c:pt idx="7380">
                  <c:v>polkapeteandhisorchestra</c:v>
                </c:pt>
                <c:pt idx="7381">
                  <c:v>polka_dotted_tragedy</c:v>
                </c:pt>
                <c:pt idx="7382">
                  <c:v>polkadotprincess2903</c:v>
                </c:pt>
                <c:pt idx="7383">
                  <c:v>politicaldancingprincess</c:v>
                </c:pt>
                <c:pt idx="7384">
                  <c:v>politicalagendapeace</c:v>
                </c:pt>
                <c:pt idx="7385">
                  <c:v>polish_diesel_performance</c:v>
                </c:pt>
                <c:pt idx="7386">
                  <c:v>police_constable_strong</c:v>
                </c:pt>
                <c:pt idx="7387">
                  <c:v>pokeyvalentineguitarist1</c:v>
                </c:pt>
                <c:pt idx="7388">
                  <c:v>pokertattooandpiercing</c:v>
                </c:pt>
                <c:pt idx="7389">
                  <c:v>poisonivyentertainment1</c:v>
                </c:pt>
                <c:pt idx="7390">
                  <c:v>poised_penguin_pusher</c:v>
                </c:pt>
                <c:pt idx="7391">
                  <c:v>_poiseandrationality</c:v>
                </c:pt>
                <c:pt idx="7392">
                  <c:v>pointlessmentalcruelty</c:v>
                </c:pt>
                <c:pt idx="7393">
                  <c:v>point44caliberkiller</c:v>
                </c:pt>
                <c:pt idx="7394">
                  <c:v>poetprophetphilosopher</c:v>
                </c:pt>
                <c:pt idx="7395">
                  <c:v>poet4lifealwaysandforever</c:v>
                </c:pt>
                <c:pt idx="7396">
                  <c:v>pocketprotectorposse</c:v>
                </c:pt>
                <c:pt idx="7397">
                  <c:v>plushponyiceprincess</c:v>
                </c:pt>
                <c:pt idx="7398">
                  <c:v>plump_perfection4eva</c:v>
                </c:pt>
                <c:pt idx="7399">
                  <c:v>plumflowerembroidery</c:v>
                </c:pt>
                <c:pt idx="7400">
                  <c:v>plumbingcherrypoppindaddy</c:v>
                </c:pt>
                <c:pt idx="7401">
                  <c:v>plum_always_and_4ever</c:v>
                </c:pt>
                <c:pt idx="7402">
                  <c:v>pluckedrightfromthebrain</c:v>
                </c:pt>
                <c:pt idx="7403">
                  <c:v>pluckedfromobscurity</c:v>
                </c:pt>
                <c:pt idx="7404">
                  <c:v>ploughthroughthischapter</c:v>
                </c:pt>
                <c:pt idx="7405">
                  <c:v>plentifulsexkitten02</c:v>
                </c:pt>
                <c:pt idx="7406">
                  <c:v>pleasureyourwayallday</c:v>
                </c:pt>
                <c:pt idx="7407">
                  <c:v>pleasureyoucantmeasure</c:v>
                </c:pt>
                <c:pt idx="7408">
                  <c:v>pleasureislandclubdread</c:v>
                </c:pt>
                <c:pt idx="7409">
                  <c:v>pleasurablepainclothing</c:v>
                </c:pt>
                <c:pt idx="7410">
                  <c:v>please_taste_the_rainbow</c:v>
                </c:pt>
                <c:pt idx="7411">
                  <c:v>please_stop_killing_music</c:v>
                </c:pt>
                <c:pt idx="7412">
                  <c:v>pleaserefrainfromknocking</c:v>
                </c:pt>
                <c:pt idx="7413">
                  <c:v>pleaseletthisonework</c:v>
                </c:pt>
                <c:pt idx="7414">
                  <c:v>please_enter_name_here</c:v>
                </c:pt>
                <c:pt idx="7415">
                  <c:v>please_dont_eat_that</c:v>
                </c:pt>
                <c:pt idx="7416">
                  <c:v>pleasantvalleyyouthgroup</c:v>
                </c:pt>
                <c:pt idx="7417">
                  <c:v>pleasantvalleylibrary</c:v>
                </c:pt>
                <c:pt idx="7418">
                  <c:v>pleasantstreetconspiracy</c:v>
                </c:pt>
                <c:pt idx="7419">
                  <c:v>plazaworldalldayeveryday</c:v>
                </c:pt>
                <c:pt idx="7420">
                  <c:v>playwithmatchsnothearts</c:v>
                </c:pt>
                <c:pt idx="7421">
                  <c:v>playthatgothicmusicwhiteboy</c:v>
                </c:pt>
                <c:pt idx="7422">
                  <c:v>playthatfunkymusicwhiteboy</c:v>
                </c:pt>
                <c:pt idx="7423">
                  <c:v>play_that_funkymusic</c:v>
                </c:pt>
                <c:pt idx="7424">
                  <c:v>playstation3_warehouse</c:v>
                </c:pt>
                <c:pt idx="7425">
                  <c:v>playstation3fistfight</c:v>
                </c:pt>
                <c:pt idx="7426">
                  <c:v>playmatestripper4life</c:v>
                </c:pt>
                <c:pt idx="7427">
                  <c:v>play_long_love_longer</c:v>
                </c:pt>
                <c:pt idx="7428">
                  <c:v>playlearnlivewithstyle</c:v>
                </c:pt>
                <c:pt idx="7429">
                  <c:v>playingwithnuclearfire</c:v>
                </c:pt>
                <c:pt idx="7430">
                  <c:v>playhannahmate212121</c:v>
                </c:pt>
                <c:pt idx="7431">
                  <c:v>playgurlprincessrena</c:v>
                </c:pt>
                <c:pt idx="7432">
                  <c:v>playgroundlegendband</c:v>
                </c:pt>
                <c:pt idx="7433">
                  <c:v>playgroundeventproduction</c:v>
                </c:pt>
                <c:pt idx="7434">
                  <c:v>playgirl_princess_melanie</c:v>
                </c:pt>
                <c:pt idx="7435">
                  <c:v>playgirl_princess_2007</c:v>
                </c:pt>
                <c:pt idx="7436">
                  <c:v>playgirlallnightlong</c:v>
                </c:pt>
                <c:pt idx="7437">
                  <c:v>playfulpartytimegirl</c:v>
                </c:pt>
                <c:pt idx="7438">
                  <c:v>playforpleasurehomeparty</c:v>
                </c:pt>
                <c:pt idx="7439">
                  <c:v>playdicewiththeuniverse</c:v>
                </c:pt>
                <c:pt idx="7440">
                  <c:v>playdeadillplayalong</c:v>
                </c:pt>
                <c:pt idx="7441">
                  <c:v>playboy_talent_scout</c:v>
                </c:pt>
                <c:pt idx="7442">
                  <c:v>playboy_rebel_bunnie</c:v>
                </c:pt>
                <c:pt idx="7443">
                  <c:v>PlayboyPrincess4life</c:v>
                </c:pt>
                <c:pt idx="7444">
                  <c:v>playboypenguin_bridgette</c:v>
                </c:pt>
                <c:pt idx="7445">
                  <c:v>playboy_central_51_bitch</c:v>
                </c:pt>
                <c:pt idx="7446">
                  <c:v>playboybunnystar29741</c:v>
                </c:pt>
                <c:pt idx="7447">
                  <c:v>playboy_bunny_mate_200</c:v>
                </c:pt>
                <c:pt idx="7448">
                  <c:v>_playboy_bunny_lover_</c:v>
                </c:pt>
                <c:pt idx="7449">
                  <c:v>playboy_bunny_girl14</c:v>
                </c:pt>
                <c:pt idx="7450">
                  <c:v>playboybunnyfromhell</c:v>
                </c:pt>
                <c:pt idx="7451">
                  <c:v>playboy_bunny_chick17</c:v>
                </c:pt>
                <c:pt idx="7452">
                  <c:v>playboybunnychick101</c:v>
                </c:pt>
                <c:pt idx="7453">
                  <c:v>playboy_bunny_bitch_9</c:v>
                </c:pt>
                <c:pt idx="7454">
                  <c:v>playboybunnybabe4life</c:v>
                </c:pt>
                <c:pt idx="7455">
                  <c:v>playboy_bunny_angel17</c:v>
                </c:pt>
                <c:pt idx="7456">
                  <c:v>playanothersweetsong</c:v>
                </c:pt>
                <c:pt idx="7457">
                  <c:v>playalyndasurfergirl</c:v>
                </c:pt>
                <c:pt idx="7458">
                  <c:v>platypuspilotcommunique</c:v>
                </c:pt>
                <c:pt idx="7459">
                  <c:v>platovisionaryphilosopher</c:v>
                </c:pt>
                <c:pt idx="7460">
                  <c:v>platinumsunnentertainment</c:v>
                </c:pt>
                <c:pt idx="7461">
                  <c:v>platinumrecordoperation</c:v>
                </c:pt>
                <c:pt idx="7462">
                  <c:v>platinumproductionsny</c:v>
                </c:pt>
                <c:pt idx="7463">
                  <c:v>platinum_mixed_4_life</c:v>
                </c:pt>
                <c:pt idx="7464">
                  <c:v>platinummarketinggroup</c:v>
                </c:pt>
                <c:pt idx="7465">
                  <c:v>platinumlevelentertainment</c:v>
                </c:pt>
                <c:pt idx="7466">
                  <c:v>platinumkatentertainment</c:v>
                </c:pt>
                <c:pt idx="7467">
                  <c:v>platinumboundmusicgroup</c:v>
                </c:pt>
                <c:pt idx="7468">
                  <c:v>platinumartistsearch1</c:v>
                </c:pt>
                <c:pt idx="7469">
                  <c:v>plastictrashprincess</c:v>
                </c:pt>
                <c:pt idx="7470">
                  <c:v>plasticthingonashoelace</c:v>
                </c:pt>
                <c:pt idx="7471">
                  <c:v>plastic_loveless_letter</c:v>
                </c:pt>
                <c:pt idx="7472">
                  <c:v>plasticfashionbandpage</c:v>
                </c:pt>
                <c:pt idx="7473">
                  <c:v>plasticfantasticjewelry</c:v>
                </c:pt>
                <c:pt idx="7474">
                  <c:v>planktonwillruletheworld</c:v>
                </c:pt>
                <c:pt idx="7475">
                  <c:v>planethollywoodresort</c:v>
                </c:pt>
                <c:pt idx="7476">
                  <c:v>planetgranitehustler</c:v>
                </c:pt>
                <c:pt idx="7477">
                  <c:v>planetexpressshipmusic</c:v>
                </c:pt>
                <c:pt idx="7478">
                  <c:v>planetdancejumpyjosh</c:v>
                </c:pt>
                <c:pt idx="7479">
                  <c:v>planetbudtron420nebula</c:v>
                </c:pt>
                <c:pt idx="7480">
                  <c:v>planetbeacholdmetairie</c:v>
                </c:pt>
                <c:pt idx="7481">
                  <c:v>plan4tomorrowparty2night</c:v>
                </c:pt>
                <c:pt idx="7482">
                  <c:v>plain_yellow_mustard</c:v>
                </c:pt>
                <c:pt idx="7483">
                  <c:v>plagiarizingtheapocalypse</c:v>
                </c:pt>
                <c:pt idx="7484">
                  <c:v>placetobewitthequeen9</c:v>
                </c:pt>
                <c:pt idx="7485">
                  <c:v>pixie_tinkerbell99</c:v>
                </c:pt>
                <c:pt idx="7486">
                  <c:v>pittsburghsteelersong</c:v>
                </c:pt>
                <c:pt idx="7487">
                  <c:v>pittsburghsteelerfan</c:v>
                </c:pt>
                <c:pt idx="7488">
                  <c:v>pittsburghrollerhockey</c:v>
                </c:pt>
                <c:pt idx="7489">
                  <c:v>pith_helmeted_maniac</c:v>
                </c:pt>
                <c:pt idx="7490">
                  <c:v>pitchblackphotography</c:v>
                </c:pt>
                <c:pt idx="7491">
                  <c:v>pitbull_fighting_champ07</c:v>
                </c:pt>
                <c:pt idx="7492">
                  <c:v>piston_basketball4ever</c:v>
                </c:pt>
                <c:pt idx="7493">
                  <c:v>pissingtheyellowfantastic</c:v>
                </c:pt>
                <c:pt idx="7494">
                  <c:v>PirateMonkeyPrincess</c:v>
                </c:pt>
                <c:pt idx="7495">
                  <c:v>pirate_juice_not_poison</c:v>
                </c:pt>
                <c:pt idx="7496">
                  <c:v>piratehookersarefunny</c:v>
                </c:pt>
                <c:pt idx="7497">
                  <c:v>pirate_fanatic_giselle</c:v>
                </c:pt>
                <c:pt idx="7498">
                  <c:v>pipsqueakloveslingling</c:v>
                </c:pt>
                <c:pt idx="7499">
                  <c:v>piper_phoebe_and_paige</c:v>
                </c:pt>
                <c:pt idx="7500">
                  <c:v>piperelizabethhalliwell</c:v>
                </c:pt>
                <c:pt idx="7501">
                  <c:v>pipbransoncorporation</c:v>
                </c:pt>
                <c:pt idx="7502">
                  <c:v>pioneersinparanoiddysfunction</c:v>
                </c:pt>
                <c:pt idx="7503">
                  <c:v>pintaandhergardengrove</c:v>
                </c:pt>
                <c:pt idx="7504">
                  <c:v>pinkystarfish_maroonheart</c:v>
                </c:pt>
                <c:pt idx="7505">
                  <c:v>pinkystarfishgurl_1</c:v>
                </c:pt>
                <c:pt idx="7506">
                  <c:v>pinky_fashionprincess</c:v>
                </c:pt>
                <c:pt idx="7507">
                  <c:v>pinkyandthebrainracing</c:v>
                </c:pt>
                <c:pt idx="7508">
                  <c:v>pinkwithbabybluetester</c:v>
                </c:pt>
                <c:pt idx="7509">
                  <c:v>pinksugarandblackspice12</c:v>
                </c:pt>
                <c:pt idx="7510">
                  <c:v>pink_strawberry_sunshine</c:v>
                </c:pt>
                <c:pt idx="7511">
                  <c:v>pink_strawberry_baller99</c:v>
                </c:pt>
                <c:pt idx="7512">
                  <c:v>pink_ribbonsare_love</c:v>
                </c:pt>
                <c:pt idx="7513">
                  <c:v>pink_princess_tina24</c:v>
                </c:pt>
                <c:pt idx="7514">
                  <c:v>pinkprincessmichelle</c:v>
                </c:pt>
                <c:pt idx="7515">
                  <c:v>pinkprincessforever215</c:v>
                </c:pt>
                <c:pt idx="7516">
                  <c:v>pinkprincesscrystal008</c:v>
                </c:pt>
                <c:pt idx="7517">
                  <c:v>pinkpowerrangerfromhell</c:v>
                </c:pt>
                <c:pt idx="7518">
                  <c:v>pink_powder_princess</c:v>
                </c:pt>
                <c:pt idx="7519">
                  <c:v>pinkpolkadottedpurple</c:v>
                </c:pt>
                <c:pt idx="7520">
                  <c:v>pink_polka_dot_bikini</c:v>
                </c:pt>
                <c:pt idx="7521">
                  <c:v>pink_playboy_bunny55</c:v>
                </c:pt>
                <c:pt idx="7522">
                  <c:v>pink_play_boy_bunny08</c:v>
                </c:pt>
                <c:pt idx="7523">
                  <c:v>pinkplaidpajamapants</c:v>
                </c:pt>
                <c:pt idx="7524">
                  <c:v>pink_passionate_taste</c:v>
                </c:pt>
                <c:pt idx="7525">
                  <c:v>pinkpantherprincess4ever</c:v>
                </c:pt>
                <c:pt idx="7526">
                  <c:v>pinkpantherladies39</c:v>
                </c:pt>
                <c:pt idx="7527">
                  <c:v>pinkpanthergirl24504</c:v>
                </c:pt>
                <c:pt idx="7528">
                  <c:v>pinkpantherbubblelewis</c:v>
                </c:pt>
                <c:pt idx="7529">
                  <c:v>pinkmysticforceranger</c:v>
                </c:pt>
                <c:pt idx="7530">
                  <c:v>pinkluminousinvocation</c:v>
                </c:pt>
                <c:pt idx="7531">
                  <c:v>pinkieswear_photography</c:v>
                </c:pt>
                <c:pt idx="7532">
                  <c:v>Pink_Ice_Princess_2010</c:v>
                </c:pt>
                <c:pt idx="7533">
                  <c:v>pinkhotprincessqueen</c:v>
                </c:pt>
                <c:pt idx="7534">
                  <c:v>pinkhelmetharleychick</c:v>
                </c:pt>
                <c:pt idx="7535">
                  <c:v>pinkgoesgoodwithgreen</c:v>
                </c:pt>
                <c:pt idx="7536">
                  <c:v>pinkfrostedsugarcookie</c:v>
                </c:pt>
                <c:pt idx="7537">
                  <c:v>pinkflipflopprincess</c:v>
                </c:pt>
                <c:pt idx="7538">
                  <c:v>pinkelephantsinlemonade</c:v>
                </c:pt>
                <c:pt idx="7539">
                  <c:v>pinkelephantpromotion</c:v>
                </c:pt>
                <c:pt idx="7540">
                  <c:v>pinkelephantprincess</c:v>
                </c:pt>
                <c:pt idx="7541">
                  <c:v>pinkelephantfromchina</c:v>
                </c:pt>
                <c:pt idx="7542">
                  <c:v>pinkdiamondqueenpooh</c:v>
                </c:pt>
                <c:pt idx="7543">
                  <c:v>pink_diamond_princess_21</c:v>
                </c:pt>
                <c:pt idx="7544">
                  <c:v>pinkdiamondprincess1</c:v>
                </c:pt>
                <c:pt idx="7545">
                  <c:v>pinkdiamondmanagement</c:v>
                </c:pt>
                <c:pt idx="7546">
                  <c:v>pink_cotton_candy_gurl</c:v>
                </c:pt>
                <c:pt idx="7547">
                  <c:v>pink_cookiemonster_500</c:v>
                </c:pt>
                <c:pt idx="7548">
                  <c:v>pinkcheese_greengoat</c:v>
                </c:pt>
                <c:pt idx="7549">
                  <c:v>pinkcheesegreenghost</c:v>
                </c:pt>
                <c:pt idx="7550">
                  <c:v>pinkcandy_totallyrad</c:v>
                </c:pt>
                <c:pt idx="7551">
                  <c:v>pinkbutteflylayoutpreview</c:v>
                </c:pt>
                <c:pt idx="7552">
                  <c:v>pinkblackwhite_layout</c:v>
                </c:pt>
                <c:pt idx="7553">
                  <c:v>pink_belt_rockerdude15</c:v>
                </c:pt>
                <c:pt idx="7554">
                  <c:v>pinkandpurpleforever</c:v>
                </c:pt>
                <c:pt idx="7555">
                  <c:v>pinkandorangeprincess19</c:v>
                </c:pt>
                <c:pt idx="7556">
                  <c:v>pink_and_black_rainbow</c:v>
                </c:pt>
                <c:pt idx="7557">
                  <c:v>pinheadfromhellraiser</c:v>
                </c:pt>
                <c:pt idx="7558">
                  <c:v>pineridgereservation</c:v>
                </c:pt>
                <c:pt idx="7559">
                  <c:v>pineridgeentertainment</c:v>
                </c:pt>
                <c:pt idx="7560">
                  <c:v>pinemountainrailroad</c:v>
                </c:pt>
                <c:pt idx="7561">
                  <c:v>pineapplesaregood100</c:v>
                </c:pt>
                <c:pt idx="7562">
                  <c:v>pineapple.prettygirl</c:v>
                </c:pt>
                <c:pt idx="7563">
                  <c:v>pinchcheekfeedcookie</c:v>
                </c:pt>
                <c:pt idx="7564">
                  <c:v>pinarecordAKAjonathan</c:v>
                </c:pt>
                <c:pt idx="7565">
                  <c:v>pimpsticksandgoldfish</c:v>
                </c:pt>
                <c:pt idx="7566">
                  <c:v>pimp_master_whiteboy</c:v>
                </c:pt>
                <c:pt idx="7567">
                  <c:v>pimpmancookiemonster</c:v>
                </c:pt>
                <c:pt idx="7568">
                  <c:v>pimpjuicethepromoter</c:v>
                </c:pt>
                <c:pt idx="7569">
                  <c:v>pimpinwithhoneyandmoney</c:v>
                </c:pt>
                <c:pt idx="7570">
                  <c:v>pimpinnnaptown317420</c:v>
                </c:pt>
                <c:pt idx="7571">
                  <c:v>pimpingaroundtheworld1</c:v>
                </c:pt>
                <c:pt idx="7572">
                  <c:v>pimpingallovertheworld7</c:v>
                </c:pt>
                <c:pt idx="7573">
                  <c:v>pilieva.adriana123321</c:v>
                </c:pt>
                <c:pt idx="7574">
                  <c:v>pigsarecreepyandugly</c:v>
                </c:pt>
                <c:pt idx="7575">
                  <c:v>pigletandtigger11871</c:v>
                </c:pt>
                <c:pt idx="7576">
                  <c:v>piggylexicookiemonster</c:v>
                </c:pt>
                <c:pt idx="7577">
                  <c:v>piggyandchocolatebutt</c:v>
                </c:pt>
                <c:pt idx="7578">
                  <c:v>pierson_hood_mob_bitch</c:v>
                </c:pt>
                <c:pt idx="7579">
                  <c:v>piercedfromwithinband</c:v>
                </c:pt>
                <c:pt idx="7580">
                  <c:v>pierceddrummerfreak</c:v>
                </c:pt>
                <c:pt idx="7581">
                  <c:v>picturesareeverything</c:v>
                </c:pt>
                <c:pt idx="7582">
                  <c:v>picture_perfect_party_gur</c:v>
                </c:pt>
                <c:pt idx="7583">
                  <c:v>picture_perfect_modeling</c:v>
                </c:pt>
                <c:pt idx="7584">
                  <c:v>pictureperfecthannah</c:v>
                </c:pt>
                <c:pt idx="7585">
                  <c:v>pictureimperfecttheband</c:v>
                </c:pt>
                <c:pt idx="7586">
                  <c:v>picadillycircusclown</c:v>
                </c:pt>
                <c:pt idx="7587">
                  <c:v>pianofeedbackdistortion</c:v>
                </c:pt>
                <c:pt idx="7588">
                  <c:v>physicaltherapydoctor</c:v>
                </c:pt>
                <c:pt idx="7589">
                  <c:v>phototyphoonphotography</c:v>
                </c:pt>
                <c:pt idx="7590">
                  <c:v>phoenixrisingfromtheashes</c:v>
                </c:pt>
                <c:pt idx="7591">
                  <c:v>phoenix_reborn_again</c:v>
                </c:pt>
                <c:pt idx="7592">
                  <c:v>phoenixministerevangelist</c:v>
                </c:pt>
                <c:pt idx="7593">
                  <c:v>phoenixkatherineflame</c:v>
                </c:pt>
                <c:pt idx="7594">
                  <c:v>phoenix_deadly_romance</c:v>
                </c:pt>
                <c:pt idx="7595">
                  <c:v>phoenixcarcleaningservice</c:v>
                </c:pt>
                <c:pt idx="7596">
                  <c:v>phoenix_and_the_harlot</c:v>
                </c:pt>
                <c:pt idx="7597">
                  <c:v>phisigbridgewaterstate</c:v>
                </c:pt>
                <c:pt idx="7598">
                  <c:v>phillyclublivefromtha215</c:v>
                </c:pt>
                <c:pt idx="7599">
                  <c:v>phillycheesesteak_5</c:v>
                </c:pt>
                <c:pt idx="7600">
                  <c:v>phillycheesesteak1992</c:v>
                </c:pt>
                <c:pt idx="7601">
                  <c:v>phillycheeseandjessica</c:v>
                </c:pt>
                <c:pt idx="7602">
                  <c:v>phillis_the_gay_lord</c:v>
                </c:pt>
                <c:pt idx="7603">
                  <c:v>philipinthemetalguitarist</c:v>
                </c:pt>
                <c:pt idx="7604">
                  <c:v>phil_from_the_future</c:v>
                </c:pt>
                <c:pt idx="7605">
                  <c:v>philboydandthehiddentwin</c:v>
                </c:pt>
                <c:pt idx="7606">
                  <c:v>philbentleystreetteam</c:v>
                </c:pt>
                <c:pt idx="7607">
                  <c:v>philandkristyforever</c:v>
                </c:pt>
                <c:pt idx="7608">
                  <c:v>philadelphiasoulfansite</c:v>
                </c:pt>
                <c:pt idx="7609">
                  <c:v>philadelphiamusicreview</c:v>
                </c:pt>
                <c:pt idx="7610">
                  <c:v>philadelphiamainline</c:v>
                </c:pt>
                <c:pt idx="7611">
                  <c:v>philadelphiajerseygirl</c:v>
                </c:pt>
                <c:pt idx="7612">
                  <c:v>phenomenonyouthgroup</c:v>
                </c:pt>
                <c:pt idx="7613">
                  <c:v>phase_2_the_original</c:v>
                </c:pt>
                <c:pt idx="7614">
                  <c:v>phantom_thief_network</c:v>
                </c:pt>
                <c:pt idx="7615">
                  <c:v>peytonmanningfanpage</c:v>
                </c:pt>
                <c:pt idx="7616">
                  <c:v>peytonhappywithlucas</c:v>
                </c:pt>
                <c:pt idx="7617">
                  <c:v>peyton_elizabeth_sawyer0</c:v>
                </c:pt>
                <c:pt idx="7618">
                  <c:v>petethesnowboarder8</c:v>
                </c:pt>
                <c:pt idx="7619">
                  <c:v>peter_the_guitar_dude</c:v>
                </c:pt>
                <c:pt idx="7620">
                  <c:v>peterthegreatandguitar</c:v>
                </c:pt>
                <c:pt idx="7621">
                  <c:v>petersen_stephanie09</c:v>
                </c:pt>
                <c:pt idx="7622">
                  <c:v>peter_parker_spiderman</c:v>
                </c:pt>
                <c:pt idx="7623">
                  <c:v>peterparkerandspiderman</c:v>
                </c:pt>
                <c:pt idx="7624">
                  <c:v>peterparker2spiderman</c:v>
                </c:pt>
                <c:pt idx="7625">
                  <c:v>PETERPANNEVERLAND1234578910</c:v>
                </c:pt>
                <c:pt idx="7626">
                  <c:v>petergriffinforpresident</c:v>
                </c:pt>
                <c:pt idx="7627">
                  <c:v>peter_griffin_4_president</c:v>
                </c:pt>
                <c:pt idx="7628">
                  <c:v>peterfischerguitarplayer</c:v>
                </c:pt>
                <c:pt idx="7629">
                  <c:v>peterferguson_baseball</c:v>
                </c:pt>
                <c:pt idx="7630">
                  <c:v>peter_family_guy_griffin</c:v>
                </c:pt>
                <c:pt idx="7631">
                  <c:v>peterdigitalorchestra</c:v>
                </c:pt>
                <c:pt idx="7632">
                  <c:v>petercrouchrobotdancesong</c:v>
                </c:pt>
                <c:pt idx="7633">
                  <c:v>peterbuiltwreckingmachine</c:v>
                </c:pt>
                <c:pt idx="7634">
                  <c:v>peterandpauline4ever</c:v>
                </c:pt>
                <c:pt idx="7635">
                  <c:v>peterandjacquiecampbell</c:v>
                </c:pt>
                <c:pt idx="7636">
                  <c:v>petelindstrom_photography</c:v>
                </c:pt>
                <c:pt idx="7637">
                  <c:v>petefromdownthestreet</c:v>
                </c:pt>
                <c:pt idx="7638">
                  <c:v>peteandchuckextravaganza</c:v>
                </c:pt>
                <c:pt idx="7639">
                  <c:v>pesky_the_flying_pig</c:v>
                </c:pt>
                <c:pt idx="7640">
                  <c:v>pervertedtwistedfreak</c:v>
                </c:pt>
                <c:pt idx="7641">
                  <c:v>perverseskullcrusher</c:v>
                </c:pt>
                <c:pt idx="7642">
                  <c:v>perversecorpsedeformingapparatus</c:v>
                </c:pt>
                <c:pt idx="7643">
                  <c:v>personalwellnesscoach</c:v>
                </c:pt>
                <c:pt idx="7644">
                  <c:v>personaltouchphotography</c:v>
                </c:pt>
                <c:pt idx="7645">
                  <c:v>personallyyourscollection</c:v>
                </c:pt>
                <c:pt idx="7646">
                  <c:v>personallayouttester</c:v>
                </c:pt>
                <c:pt idx="7647">
                  <c:v>personalitycrisisdeaddoll</c:v>
                </c:pt>
                <c:pt idx="7648">
                  <c:v>personalfocusmarketing</c:v>
                </c:pt>
                <c:pt idx="7649">
                  <c:v>personalchefmichelle</c:v>
                </c:pt>
                <c:pt idx="7650">
                  <c:v>personabletrainwreck</c:v>
                </c:pt>
                <c:pt idx="7651">
                  <c:v>persephone_wolf_goddess</c:v>
                </c:pt>
                <c:pt idx="7652">
                  <c:v>perpetualunderachiever</c:v>
                </c:pt>
                <c:pt idx="7653">
                  <c:v>perpetuallyundulatingman</c:v>
                </c:pt>
                <c:pt idx="7654">
                  <c:v>perpetualdamagemachine</c:v>
                </c:pt>
                <c:pt idx="7655">
                  <c:v>perpetual_black_second</c:v>
                </c:pt>
                <c:pt idx="7656">
                  <c:v>peroxidegirlphotography</c:v>
                </c:pt>
                <c:pt idx="7657">
                  <c:v>permanentcoastholiday</c:v>
                </c:pt>
                <c:pt idx="7658">
                  <c:v>perimeterandfortress</c:v>
                </c:pt>
                <c:pt idx="7659">
                  <c:v>peridianconstruction</c:v>
                </c:pt>
                <c:pt idx="7660">
                  <c:v>perfumeheartseverywhere</c:v>
                </c:pt>
                <c:pt idx="7661">
                  <c:v>performinnovateengineer</c:v>
                </c:pt>
                <c:pt idx="7662">
                  <c:v>performanceplussoftball</c:v>
                </c:pt>
                <c:pt idx="7663">
                  <c:v>perfect_snow_white_world</c:v>
                </c:pt>
                <c:pt idx="7664">
                  <c:v>perfectshotknoxville</c:v>
                </c:pt>
                <c:pt idx="7665">
                  <c:v>perfect_princess_sarah22</c:v>
                </c:pt>
                <c:pt idx="7666">
                  <c:v>perfect_princess_sarah</c:v>
                </c:pt>
                <c:pt idx="7667">
                  <c:v>perfect_playmate_harmony</c:v>
                </c:pt>
                <c:pt idx="7668">
                  <c:v>perfectly_organized_mess</c:v>
                </c:pt>
                <c:pt idx="7669">
                  <c:v>perfectlyjessieangel</c:v>
                </c:pt>
                <c:pt idx="7670">
                  <c:v>perfectly_imperfect4god</c:v>
                </c:pt>
                <c:pt idx="7671">
                  <c:v>perfectly_flawed_princess</c:v>
                </c:pt>
                <c:pt idx="7672">
                  <c:v>perfectlychaoticforlife</c:v>
                </c:pt>
                <c:pt idx="7673">
                  <c:v>perfect_little_angel_99</c:v>
                </c:pt>
                <c:pt idx="7674">
                  <c:v>perfectionwasjustadream</c:v>
                </c:pt>
                <c:pt idx="7675">
                  <c:v>PerfectionThroughSilence</c:v>
                </c:pt>
                <c:pt idx="7676">
                  <c:v>perfectionthroughloudness</c:v>
                </c:pt>
                <c:pt idx="7677">
                  <c:v>perfection_does_exist</c:v>
                </c:pt>
                <c:pt idx="7678">
                  <c:v>perfection_aint_easy</c:v>
                </c:pt>
                <c:pt idx="7679">
                  <c:v>perfectedchaos_renee</c:v>
                </c:pt>
                <c:pt idx="7680">
                  <c:v>perfectdarkskateteam</c:v>
                </c:pt>
                <c:pt idx="7681">
                  <c:v>perfect_angel_gone_bad89</c:v>
                </c:pt>
                <c:pt idx="7682">
                  <c:v>_perfect_and_poisonous_</c:v>
                </c:pt>
                <c:pt idx="7683">
                  <c:v>perennialsareforever</c:v>
                </c:pt>
                <c:pt idx="7684">
                  <c:v>peppyandthefiringsquad</c:v>
                </c:pt>
                <c:pt idx="7685">
                  <c:v>pepperoni_with_cheese</c:v>
                </c:pt>
                <c:pt idx="7686">
                  <c:v>peppermintstickicecream</c:v>
                </c:pt>
                <c:pt idx="7687">
                  <c:v>peppermintcontacttables</c:v>
                </c:pt>
                <c:pt idx="7688">
                  <c:v>peppergreen_contingent</c:v>
                </c:pt>
                <c:pt idx="7689">
                  <c:v>pepperdinehomecoming200</c:v>
                </c:pt>
                <c:pt idx="7690">
                  <c:v>peoplewhowearblacksuck</c:v>
                </c:pt>
                <c:pt idx="7691">
                  <c:v>peoplewhorockchristina</c:v>
                </c:pt>
                <c:pt idx="7692">
                  <c:v>peopleunifiedforflavor</c:v>
                </c:pt>
                <c:pt idx="7693">
                  <c:v>peoplefuckingthrower</c:v>
                </c:pt>
                <c:pt idx="7694">
                  <c:v>peopledonteatcatfood</c:v>
                </c:pt>
                <c:pt idx="7695">
                  <c:v>peoplealwaysleave_1</c:v>
                </c:pt>
                <c:pt idx="7696">
                  <c:v>peopleagainstpoverty</c:v>
                </c:pt>
                <c:pt idx="7697">
                  <c:v>peopleagainstlizmilligan</c:v>
                </c:pt>
                <c:pt idx="7698">
                  <c:v>pensilsharpener_bandit</c:v>
                </c:pt>
                <c:pt idx="7699">
                  <c:v>pennywise_will_eat_you</c:v>
                </c:pt>
                <c:pt idx="7700">
                  <c:v>pennywisepoundfoolish</c:v>
                </c:pt>
                <c:pt idx="7701">
                  <c:v>pennystocksinvesting</c:v>
                </c:pt>
                <c:pt idx="7702">
                  <c:v>pennylanealmostfamous</c:v>
                </c:pt>
                <c:pt idx="7703">
                  <c:v>pennybrightandfamily</c:v>
                </c:pt>
                <c:pt idx="7704">
                  <c:v>penislaserenlargement</c:v>
                </c:pt>
                <c:pt idx="7705">
                  <c:v>peniscockdickfacemother</c:v>
                </c:pt>
                <c:pt idx="7706">
                  <c:v>penisbreathcocksucker</c:v>
                </c:pt>
                <c:pt idx="7707">
                  <c:v>penguinsareprettycool</c:v>
                </c:pt>
                <c:pt idx="7708">
                  <c:v>penguinsareattacking</c:v>
                </c:pt>
                <c:pt idx="7709">
                  <c:v>penguin_lord_forever</c:v>
                </c:pt>
                <c:pt idx="7710">
                  <c:v>pendletondrumfestival</c:v>
                </c:pt>
                <c:pt idx="7711">
                  <c:v>pencilshavingsandstickers</c:v>
                </c:pt>
                <c:pt idx="7712">
                  <c:v>pencilsharpenermonster</c:v>
                </c:pt>
                <c:pt idx="7713">
                  <c:v>pencilfuckingsharpener</c:v>
                </c:pt>
                <c:pt idx="7714">
                  <c:v>pelon_and_dora_forever</c:v>
                </c:pt>
                <c:pt idx="7715">
                  <c:v>pelicanbeaverlip_itch</c:v>
                </c:pt>
                <c:pt idx="7716">
                  <c:v>peggysuedospuntocero</c:v>
                </c:pt>
                <c:pt idx="7717">
                  <c:v>peeweerustyandjessie</c:v>
                </c:pt>
                <c:pt idx="7718">
                  <c:v>peel_out_the_watchword</c:v>
                </c:pt>
                <c:pt idx="7719">
                  <c:v>peek_around_the_corner</c:v>
                </c:pt>
                <c:pt idx="7720">
                  <c:v>peekaboo_ashleyrae_22</c:v>
                </c:pt>
                <c:pt idx="7721">
                  <c:v>pedrovianainvitation</c:v>
                </c:pt>
                <c:pt idx="7722">
                  <c:v>pedroandthechocolatefactory</c:v>
                </c:pt>
                <c:pt idx="7723">
                  <c:v>pedroandrachael4ever</c:v>
                </c:pt>
                <c:pt idx="7724">
                  <c:v>pedestrianyouthgroup</c:v>
                </c:pt>
                <c:pt idx="7725">
                  <c:v>pedalsteeltransmission</c:v>
                </c:pt>
                <c:pt idx="7726">
                  <c:v>pecanchocolatedeluxe</c:v>
                </c:pt>
                <c:pt idx="7727">
                  <c:v>peanutbuttersandwichincorporated</c:v>
                </c:pt>
                <c:pt idx="7728">
                  <c:v>peanutbutterrevolution</c:v>
                </c:pt>
                <c:pt idx="7729">
                  <c:v>peanut_butter_orgasm</c:v>
                </c:pt>
                <c:pt idx="7730">
                  <c:v>peanutbutteronaspoon00</c:v>
                </c:pt>
                <c:pt idx="7731">
                  <c:v>peanutbutterjustworks</c:v>
                </c:pt>
                <c:pt idx="7732">
                  <c:v>peanutbutter_jellytime92</c:v>
                </c:pt>
                <c:pt idx="7733">
                  <c:v>peanut_butter_jelly_time5</c:v>
                </c:pt>
                <c:pt idx="7734">
                  <c:v>peanutbutterjellytime420</c:v>
                </c:pt>
                <c:pt idx="7735">
                  <c:v>peanutbutterjelly_time23</c:v>
                </c:pt>
                <c:pt idx="7736">
                  <c:v>peanutbutterjellytime09</c:v>
                </c:pt>
                <c:pt idx="7737">
                  <c:v>peanutbutterjellytime0</c:v>
                </c:pt>
                <c:pt idx="7738">
                  <c:v>peanutbutterjellyhelp</c:v>
                </c:pt>
                <c:pt idx="7739">
                  <c:v>peanut_butter_jelly_girl</c:v>
                </c:pt>
                <c:pt idx="7740">
                  <c:v>peanutbutter_jelly_dancer</c:v>
                </c:pt>
                <c:pt idx="7741">
                  <c:v>peanutbutterjellybean213</c:v>
                </c:pt>
                <c:pt idx="7742">
                  <c:v>peanutbutterjellybean0809</c:v>
                </c:pt>
                <c:pt idx="7743">
                  <c:v>peanut_butter_jelly_200</c:v>
                </c:pt>
                <c:pt idx="7744">
                  <c:v>peanut_butter_jelly_1</c:v>
                </c:pt>
                <c:pt idx="7745">
                  <c:v>peanut_butterjelly00</c:v>
                </c:pt>
                <c:pt idx="7746">
                  <c:v>peanutbutterholocaust</c:v>
                </c:pt>
                <c:pt idx="7747">
                  <c:v>peanutbutterforpresident2</c:v>
                </c:pt>
                <c:pt idx="7748">
                  <c:v>peanutbutter_delight07</c:v>
                </c:pt>
                <c:pt idx="7749">
                  <c:v>peanutbutter_brownie</c:v>
                </c:pt>
                <c:pt idx="7750">
                  <c:v>peanut_butter_bandit</c:v>
                </c:pt>
                <c:pt idx="7751">
                  <c:v>peanutbutterandkelly</c:v>
                </c:pt>
                <c:pt idx="7752">
                  <c:v>peanutbutterandjelly4life</c:v>
                </c:pt>
                <c:pt idx="7753">
                  <c:v>peanutbutterandjelly413</c:v>
                </c:pt>
                <c:pt idx="7754">
                  <c:v>peanutbutter0jelly0time</c:v>
                </c:pt>
                <c:pt idx="7755">
                  <c:v>peacockpaintingcontractor</c:v>
                </c:pt>
                <c:pt idx="7756">
                  <c:v>peachykeen_jellybean4</c:v>
                </c:pt>
                <c:pt idx="7757">
                  <c:v>peachykeen_hiker_girl</c:v>
                </c:pt>
                <c:pt idx="7758">
                  <c:v>peachyfuzzyotterbabypolar</c:v>
                </c:pt>
                <c:pt idx="7759">
                  <c:v>peachbottomrecruitment</c:v>
                </c:pt>
                <c:pt idx="7760">
                  <c:v>peace_pipe_princess420</c:v>
                </c:pt>
                <c:pt idx="7761">
                  <c:v>peacepandasandpropaganda</c:v>
                </c:pt>
                <c:pt idx="7762">
                  <c:v>_peace_out_gurl_scout_</c:v>
                </c:pt>
                <c:pt idx="7763">
                  <c:v>peace_love_unity_art</c:v>
                </c:pt>
                <c:pt idx="7764">
                  <c:v>peace_love_softball17</c:v>
                </c:pt>
                <c:pt idx="7765">
                  <c:v>peaceloveprayer_kerry</c:v>
                </c:pt>
                <c:pt idx="7766">
                  <c:v>peacelovemusicmaking</c:v>
                </c:pt>
                <c:pt idx="7767">
                  <c:v>peacelovemarinecorps07</c:v>
                </c:pt>
                <c:pt idx="7768">
                  <c:v>peace.love.happyness3</c:v>
                </c:pt>
                <c:pt idx="7769">
                  <c:v>peacelovehappinessman</c:v>
                </c:pt>
                <c:pt idx="7770">
                  <c:v>peacelovehappiness9441</c:v>
                </c:pt>
                <c:pt idx="7771">
                  <c:v>peacelovehappiness93</c:v>
                </c:pt>
                <c:pt idx="7772">
                  <c:v>peace_love_happiness90</c:v>
                </c:pt>
                <c:pt idx="7773">
                  <c:v>peace_love_everything_els</c:v>
                </c:pt>
                <c:pt idx="7774">
                  <c:v>peace_love_and_prosperity</c:v>
                </c:pt>
                <c:pt idx="7775">
                  <c:v>peaceloveandnormajean</c:v>
                </c:pt>
                <c:pt idx="7776">
                  <c:v>peace_loveandhappiness</c:v>
                </c:pt>
                <c:pt idx="7777">
                  <c:v>peaceloveandhappieness</c:v>
                </c:pt>
                <c:pt idx="7778">
                  <c:v>peace_love_and_hairgrease</c:v>
                </c:pt>
                <c:pt idx="7779">
                  <c:v>peace_love_and_erika</c:v>
                </c:pt>
                <c:pt idx="7780">
                  <c:v>peaceloveandchelsea3</c:v>
                </c:pt>
                <c:pt idx="7781">
                  <c:v>peace_love_and_casualty</c:v>
                </c:pt>
                <c:pt idx="7782">
                  <c:v>peace_justice_and_glory</c:v>
                </c:pt>
                <c:pt idx="7783">
                  <c:v>peacefulwarriormovie</c:v>
                </c:pt>
                <c:pt idx="7784">
                  <c:v>peacefulandpassionate</c:v>
                </c:pt>
                <c:pt idx="7785">
                  <c:v>paybackproductionsteam</c:v>
                </c:pt>
                <c:pt idx="7786">
                  <c:v>paxtonpullmanskywalker</c:v>
                </c:pt>
                <c:pt idx="7787">
                  <c:v>paulypocket_the_thrasher</c:v>
                </c:pt>
                <c:pt idx="7788">
                  <c:v>paulineakabingobrat2</c:v>
                </c:pt>
                <c:pt idx="7789">
                  <c:v>paulina_the_last_day</c:v>
                </c:pt>
                <c:pt idx="7790">
                  <c:v>paulinasexylatinaforever</c:v>
                </c:pt>
                <c:pt idx="7791">
                  <c:v>paulaandhappybunnyrox</c:v>
                </c:pt>
                <c:pt idx="7792">
                  <c:v>patwalkerlandscaping</c:v>
                </c:pt>
                <c:pt idx="7793">
                  <c:v>pattymayonnaisemusic</c:v>
                </c:pt>
                <c:pt idx="7794">
                  <c:v>patty_beautiful_nice</c:v>
                </c:pt>
                <c:pt idx="7795">
                  <c:v>patsybroughtsexyback</c:v>
                </c:pt>
                <c:pt idx="7796">
                  <c:v>patrioticplaya_core330</c:v>
                </c:pt>
                <c:pt idx="7797">
                  <c:v>patriciaperryfoundation</c:v>
                </c:pt>
                <c:pt idx="7798">
                  <c:v>patricia_heart_broken</c:v>
                </c:pt>
                <c:pt idx="7799">
                  <c:v>patricia_campos_loos</c:v>
                </c:pt>
                <c:pt idx="7800">
                  <c:v>patientlywaiting4love</c:v>
                </c:pt>
                <c:pt idx="7801">
                  <c:v>patiently_waiting4him</c:v>
                </c:pt>
                <c:pt idx="7802">
                  <c:v>patchworkchaos_christy</c:v>
                </c:pt>
                <c:pt idx="7803">
                  <c:v>pastthebreakingpoint</c:v>
                </c:pt>
                <c:pt idx="7804">
                  <c:v>pastortroyforpresident</c:v>
                </c:pt>
                <c:pt idx="7805">
                  <c:v>past_life_regression</c:v>
                </c:pt>
                <c:pt idx="7806">
                  <c:v>passthatthisdirection</c:v>
                </c:pt>
                <c:pt idx="7807">
                  <c:v>passion_works_bodyshop</c:v>
                </c:pt>
                <c:pt idx="7808">
                  <c:v>passion_with_the_wind</c:v>
                </c:pt>
                <c:pt idx="7809">
                  <c:v>passionfruitprincess</c:v>
                </c:pt>
                <c:pt idx="7810">
                  <c:v>passionfruitmagazine</c:v>
                </c:pt>
                <c:pt idx="7811">
                  <c:v>passion_for_fashion21</c:v>
                </c:pt>
                <c:pt idx="7812">
                  <c:v>passionfordanceproject</c:v>
                </c:pt>
                <c:pt idx="7813">
                  <c:v>passion_for_confusion</c:v>
                </c:pt>
                <c:pt idx="7814">
                  <c:v>passionforcompassion</c:v>
                </c:pt>
                <c:pt idx="7815">
                  <c:v>passionate_married_male</c:v>
                </c:pt>
                <c:pt idx="7816">
                  <c:v>passionatelyhatinglife</c:v>
                </c:pt>
                <c:pt idx="7817">
                  <c:v>passionatedivadanielle</c:v>
                </c:pt>
                <c:pt idx="7818">
                  <c:v>passionateaboutmusic</c:v>
                </c:pt>
                <c:pt idx="7819">
                  <c:v>pass_christian_jackie</c:v>
                </c:pt>
                <c:pt idx="7820">
                  <c:v>partywithoutthepeople</c:v>
                </c:pt>
                <c:pt idx="7821">
                  <c:v>partystarterentertainment</c:v>
                </c:pt>
                <c:pt idx="7822">
                  <c:v>partypoopers_getstuck</c:v>
                </c:pt>
                <c:pt idx="7823">
                  <c:v>partynowpuketomorrow</c:v>
                </c:pt>
                <c:pt idx="7824">
                  <c:v>partyman_all_night_long</c:v>
                </c:pt>
                <c:pt idx="7825">
                  <c:v>partylikerockstar555</c:v>
                </c:pt>
                <c:pt idx="7826">
                  <c:v>Partylikearockstar8</c:v>
                </c:pt>
                <c:pt idx="7827">
                  <c:v>partylikearockstar24</c:v>
                </c:pt>
                <c:pt idx="7828">
                  <c:v>partylikearockstar12</c:v>
                </c:pt>
                <c:pt idx="7829">
                  <c:v>partylikearockstar_09</c:v>
                </c:pt>
                <c:pt idx="7830">
                  <c:v>party_liason_officer</c:v>
                </c:pt>
                <c:pt idx="7831">
                  <c:v>partyitupallnighteveryday</c:v>
                </c:pt>
                <c:pt idx="7832">
                  <c:v>partying_hockey_player22</c:v>
                </c:pt>
                <c:pt idx="7833">
                  <c:v>party_hardy_girl_200</c:v>
                </c:pt>
                <c:pt idx="7834">
                  <c:v>party_hard_and_never_stop</c:v>
                </c:pt>
                <c:pt idx="7835">
                  <c:v>party_girl_brooke_davis</c:v>
                </c:pt>
                <c:pt idx="7836">
                  <c:v>party_girl_and_single</c:v>
                </c:pt>
                <c:pt idx="7837">
                  <c:v>partycrasherextremist</c:v>
                </c:pt>
                <c:pt idx="7838">
                  <c:v>partybreaker_rockstar</c:v>
                </c:pt>
                <c:pt idx="7839">
                  <c:v>partyboyforpresident</c:v>
                </c:pt>
                <c:pt idx="7840">
                  <c:v>party__all___the__time</c:v>
                </c:pt>
                <c:pt idx="7841">
                  <c:v>partyallthefuckingtime</c:v>
                </c:pt>
                <c:pt idx="7842">
                  <c:v>partnersincrimesociety</c:v>
                </c:pt>
                <c:pt idx="7843">
                  <c:v>partnersincrimemusic</c:v>
                </c:pt>
                <c:pt idx="7844">
                  <c:v>partly_confused_most_time</c:v>
                </c:pt>
                <c:pt idx="7845">
                  <c:v>partlycloudygraphics</c:v>
                </c:pt>
                <c:pt idx="7846">
                  <c:v>parsleysagerosemarynutmeg</c:v>
                </c:pt>
                <c:pt idx="7847">
                  <c:v>parklandhighschool98</c:v>
                </c:pt>
                <c:pt idx="7848">
                  <c:v>parkerthefunkymonkey</c:v>
                </c:pt>
                <c:pt idx="7849">
                  <c:v>parkchester_baby_718</c:v>
                </c:pt>
                <c:pt idx="7850">
                  <c:v>paris_and_nikki_rock</c:v>
                </c:pt>
                <c:pt idx="7851">
                  <c:v>parisandnicolereplacement</c:v>
                </c:pt>
                <c:pt idx="7852">
                  <c:v>paraplegiczombiepizzamen</c:v>
                </c:pt>
                <c:pt idx="7853">
                  <c:v>paranormalchickengeek</c:v>
                </c:pt>
                <c:pt idx="7854">
                  <c:v>paranoiaccriticalstudy</c:v>
                </c:pt>
                <c:pt idx="7855">
                  <c:v>paralegaladviceforum</c:v>
                </c:pt>
                <c:pt idx="7856">
                  <c:v>paragonsaxophonequartet</c:v>
                </c:pt>
                <c:pt idx="7857">
                  <c:v>paradoxoppositeattraction</c:v>
                </c:pt>
                <c:pt idx="7858">
                  <c:v>paradisescreenprinting</c:v>
                </c:pt>
                <c:pt idx="7859">
                  <c:v>paperstreetwebdesign</c:v>
                </c:pt>
                <c:pt idx="7860">
                  <c:v>paperscissorsstone82</c:v>
                </c:pt>
                <c:pt idx="7861">
                  <c:v>paperplatebeanshakers</c:v>
                </c:pt>
                <c:pt idx="7862">
                  <c:v>paperbagprincessband</c:v>
                </c:pt>
                <c:pt idx="7863">
                  <c:v>paperbagbanditswilleatyou</c:v>
                </c:pt>
                <c:pt idx="7864">
                  <c:v>paperbackwritertheband</c:v>
                </c:pt>
                <c:pt idx="7865">
                  <c:v>paperandpencilswithlove</c:v>
                </c:pt>
                <c:pt idx="7866">
                  <c:v>papa_thermos_tha_druglord</c:v>
                </c:pt>
                <c:pt idx="7867">
                  <c:v>pantherladypaulamichelle</c:v>
                </c:pt>
                <c:pt idx="7868">
                  <c:v>pantherfootballplaya</c:v>
                </c:pt>
                <c:pt idx="7869">
                  <c:v>panther_cheerdarliin2011</c:v>
                </c:pt>
                <c:pt idx="7870">
                  <c:v>panic_yourfuckinglame</c:v>
                </c:pt>
                <c:pt idx="7871">
                  <c:v>panicstrickenpapacyband</c:v>
                </c:pt>
                <c:pt idx="7872">
                  <c:v>panic_burn_piano_island</c:v>
                </c:pt>
                <c:pt idx="7873">
                  <c:v>pangalactic_gargleblaster</c:v>
                </c:pt>
                <c:pt idx="7874">
                  <c:v>pandoraandhissillybox</c:v>
                </c:pt>
                <c:pt idx="7875">
                  <c:v>pandora_aka_pandy_bear</c:v>
                </c:pt>
                <c:pt idx="7876">
                  <c:v>pandagroomingcompany</c:v>
                </c:pt>
                <c:pt idx="7877">
                  <c:v>pancreaticcancerfighter</c:v>
                </c:pt>
                <c:pt idx="7878">
                  <c:v>pamperedprincessblondie</c:v>
                </c:pt>
                <c:pt idx="7879">
                  <c:v>pamela_denise_anderson</c:v>
                </c:pt>
                <c:pt idx="7880">
                  <c:v>pamela_anderson_girly</c:v>
                </c:pt>
                <c:pt idx="7881">
                  <c:v>palmspringsyachtclub</c:v>
                </c:pt>
                <c:pt idx="7882">
                  <c:v>palmettoprincessmusic</c:v>
                </c:pt>
                <c:pt idx="7883">
                  <c:v>palmermitchellphotography</c:v>
                </c:pt>
                <c:pt idx="7884">
                  <c:v>palmbeachcountyhotboy</c:v>
                </c:pt>
                <c:pt idx="7885">
                  <c:v>pallmallschwaandcompany</c:v>
                </c:pt>
                <c:pt idx="7886">
                  <c:v>paleslaughteringmachine</c:v>
                </c:pt>
                <c:pt idx="7887">
                  <c:v>paisleyskycountrymusic</c:v>
                </c:pt>
                <c:pt idx="7888">
                  <c:v>paintyourwagonwithblood</c:v>
                </c:pt>
                <c:pt idx="7889">
                  <c:v>paintthecolorspretty</c:v>
                </c:pt>
                <c:pt idx="7890">
                  <c:v>paintpastelprincess3</c:v>
                </c:pt>
                <c:pt idx="7891">
                  <c:v>paintpastelprincess101</c:v>
                </c:pt>
                <c:pt idx="7892">
                  <c:v>paintlessdentremoval</c:v>
                </c:pt>
                <c:pt idx="7893">
                  <c:v>paintingwhilerunning</c:v>
                </c:pt>
                <c:pt idx="7894">
                  <c:v>painting_apathetic_truce</c:v>
                </c:pt>
                <c:pt idx="7895">
                  <c:v>painteverythingblack</c:v>
                </c:pt>
                <c:pt idx="7896">
                  <c:v>paintballmonkeyman15</c:v>
                </c:pt>
                <c:pt idx="7897">
                  <c:v>paintballfanaticforever</c:v>
                </c:pt>
                <c:pt idx="7898">
                  <c:v>paintballfanatic1993</c:v>
                </c:pt>
                <c:pt idx="7899">
                  <c:v>paintball4life2007sucker</c:v>
                </c:pt>
                <c:pt idx="7900">
                  <c:v>paine_kingdom_hearts</c:v>
                </c:pt>
                <c:pt idx="7901">
                  <c:v>pain_doesnt_hurt_alot</c:v>
                </c:pt>
                <c:pt idx="7902">
                  <c:v>paige_underscore_alex</c:v>
                </c:pt>
                <c:pt idx="7903">
                  <c:v>paige_the_heartbreaker</c:v>
                </c:pt>
                <c:pt idx="7904">
                  <c:v>paige_single_looking</c:v>
                </c:pt>
                <c:pt idx="7905">
                  <c:v>paigesillygirlstarlet</c:v>
                </c:pt>
                <c:pt idx="7906">
                  <c:v>pagan_whisper_goddess</c:v>
                </c:pt>
                <c:pt idx="7907">
                  <c:v>paddyandmarmaladerock</c:v>
                </c:pt>
                <c:pt idx="7908">
                  <c:v>pactrick_stump_chick</c:v>
                </c:pt>
                <c:pt idx="7909">
                  <c:v>pacific_soul_surfing</c:v>
                </c:pt>
                <c:pt idx="7910">
                  <c:v>pacificnorthwest_guy</c:v>
                </c:pt>
                <c:pt idx="7911">
                  <c:v>pacificnorthwestartist</c:v>
                </c:pt>
                <c:pt idx="7912">
                  <c:v>pacific_coast_academy</c:v>
                </c:pt>
                <c:pt idx="7913">
                  <c:v>pacificchambermanagementgroup</c:v>
                </c:pt>
                <c:pt idx="7914">
                  <c:v>pacificballroomdance</c:v>
                </c:pt>
                <c:pt idx="7915">
                  <c:v>pacificavenueofficial</c:v>
                </c:pt>
                <c:pt idx="7916">
                  <c:v>ozarkcheerleaderbabe</c:v>
                </c:pt>
                <c:pt idx="7917">
                  <c:v>oxfordlanguagecenter</c:v>
                </c:pt>
                <c:pt idx="7918">
                  <c:v>owningeveryonewithwinged</c:v>
                </c:pt>
                <c:pt idx="7919">
                  <c:v>overundergroundcompilation</c:v>
                </c:pt>
                <c:pt idx="7920">
                  <c:v>oversteppedauthority</c:v>
                </c:pt>
                <c:pt idx="7921">
                  <c:v>oversizedghettobubblebutt</c:v>
                </c:pt>
                <c:pt idx="7922">
                  <c:v>overgrownspunkbubble</c:v>
                </c:pt>
                <c:pt idx="7923">
                  <c:v>over40_fitness_expert</c:v>
                </c:pt>
                <c:pt idx="7924">
                  <c:v>outwardboundcostarica</c:v>
                </c:pt>
                <c:pt idx="7925">
                  <c:v>outtherepaperchasin1029</c:v>
                </c:pt>
                <c:pt idx="7926">
                  <c:v>outstandingtinkerbell</c:v>
                </c:pt>
                <c:pt idx="7927">
                  <c:v>outstandingpraisegospel</c:v>
                </c:pt>
                <c:pt idx="7928">
                  <c:v>outrageouslyloveable</c:v>
                </c:pt>
                <c:pt idx="7929">
                  <c:v>outrageoushypnosisshow</c:v>
                </c:pt>
                <c:pt idx="7930">
                  <c:v>outlawfromthedirtysouth</c:v>
                </c:pt>
                <c:pt idx="7931">
                  <c:v>outlandishfecalmatter</c:v>
                </c:pt>
                <c:pt idx="7932">
                  <c:v>outforfuckingrevenge</c:v>
                </c:pt>
                <c:pt idx="7933">
                  <c:v>outdoorsloverwisconsin</c:v>
                </c:pt>
                <c:pt idx="7934">
                  <c:v>outcomingsingingroup</c:v>
                </c:pt>
                <c:pt idx="7935">
                  <c:v>outbreakyouthfellowship</c:v>
                </c:pt>
                <c:pt idx="7936">
                  <c:v>oursuicideprocession</c:v>
                </c:pt>
                <c:pt idx="7937">
                  <c:v>oursilentprocessiontheband</c:v>
                </c:pt>
                <c:pt idx="7938">
                  <c:v>our_love_will_never_die_</c:v>
                </c:pt>
                <c:pt idx="7939">
                  <c:v>ourlovewilllastforever89</c:v>
                </c:pt>
                <c:pt idx="7940">
                  <c:v>ourlovewilllastforever</c:v>
                </c:pt>
                <c:pt idx="7941">
                  <c:v>ourlovespacedanderin</c:v>
                </c:pt>
                <c:pt idx="7942">
                  <c:v>ourloveremainsrestless</c:v>
                </c:pt>
                <c:pt idx="7943">
                  <c:v>our_little_secret_hideout</c:v>
                </c:pt>
                <c:pt idx="7944">
                  <c:v>ourhopefullygoodband</c:v>
                </c:pt>
                <c:pt idx="7945">
                  <c:v>OurHeavensmissingangel</c:v>
                </c:pt>
                <c:pt idx="7946">
                  <c:v>ourgovernmentneedshelp</c:v>
                </c:pt>
                <c:pt idx="7947">
                  <c:v>our_diabolical_rapture</c:v>
                </c:pt>
                <c:pt idx="7948">
                  <c:v>our_beautiful_baby512</c:v>
                </c:pt>
                <c:pt idx="7949">
                  <c:v>ouch_that_does_tickle</c:v>
                </c:pt>
                <c:pt idx="7950">
                  <c:v>otto_wetworks_division</c:v>
                </c:pt>
                <c:pt idx="7951">
                  <c:v>otherwisemusiccanada1</c:v>
                </c:pt>
                <c:pt idx="7952">
                  <c:v>otherwisemusiccanada</c:v>
                </c:pt>
                <c:pt idx="7953">
                  <c:v>otherthefarleftmovement</c:v>
                </c:pt>
                <c:pt idx="7954">
                  <c:v>osaka_the_space_cadet</c:v>
                </c:pt>
                <c:pt idx="7955">
                  <c:v>orlandopunkrockgirlie</c:v>
                </c:pt>
                <c:pt idx="7956">
                  <c:v>orlandopinkprincess21</c:v>
                </c:pt>
                <c:pt idx="7957">
                  <c:v>orlandopenasakabigboy101</c:v>
                </c:pt>
                <c:pt idx="7958">
                  <c:v>orlandokittenscarlet</c:v>
                </c:pt>
                <c:pt idx="7959">
                  <c:v>orlandobloomfansonly</c:v>
                </c:pt>
                <c:pt idx="7960">
                  <c:v>oriontoofeaturingcaitlin</c:v>
                </c:pt>
                <c:pt idx="7961">
                  <c:v>originalunknowndreamer</c:v>
                </c:pt>
                <c:pt idx="7962">
                  <c:v>original_unique_sexy</c:v>
                </c:pt>
                <c:pt idx="7963">
                  <c:v>original_taylor_high_scho</c:v>
                </c:pt>
                <c:pt idx="7964">
                  <c:v>originalstudclothing</c:v>
                </c:pt>
                <c:pt idx="7965">
                  <c:v>original_smooth_ass_bitch</c:v>
                </c:pt>
                <c:pt idx="7966">
                  <c:v>original_sin_drummer</c:v>
                </c:pt>
                <c:pt idx="7967">
                  <c:v>originalschoolgurl9</c:v>
                </c:pt>
                <c:pt idx="7968">
                  <c:v>original.scarlett.satine</c:v>
                </c:pt>
                <c:pt idx="7969">
                  <c:v>originalreefermadnesscast</c:v>
                </c:pt>
                <c:pt idx="7970">
                  <c:v>originalredhotchilipepper</c:v>
                </c:pt>
                <c:pt idx="7971">
                  <c:v>_original_pirate_material</c:v>
                </c:pt>
                <c:pt idx="7972">
                  <c:v>originalmeaganofficial</c:v>
                </c:pt>
                <c:pt idx="7973">
                  <c:v>original_king_eclipse</c:v>
                </c:pt>
                <c:pt idx="7974">
                  <c:v>originaliceprincess22</c:v>
                </c:pt>
                <c:pt idx="7975">
                  <c:v>originalhumanmaterial1</c:v>
                </c:pt>
                <c:pt idx="7976">
                  <c:v>originalhookerstabber</c:v>
                </c:pt>
                <c:pt idx="7977">
                  <c:v>originalgangsterangel</c:v>
                </c:pt>
                <c:pt idx="7978">
                  <c:v>originalfruitskittles</c:v>
                </c:pt>
                <c:pt idx="7979">
                  <c:v>originaldiamondprincess</c:v>
                </c:pt>
                <c:pt idx="7980">
                  <c:v>original_cowgirl_mud_deep</c:v>
                </c:pt>
                <c:pt idx="7981">
                  <c:v>original_cookie_monster</c:v>
                </c:pt>
                <c:pt idx="7982">
                  <c:v>original.baby.hostility</c:v>
                </c:pt>
                <c:pt idx="7983">
                  <c:v>original100percentcowgirl</c:v>
                </c:pt>
                <c:pt idx="7984">
                  <c:v>organizedtrainedsoulgaz</c:v>
                </c:pt>
                <c:pt idx="7985">
                  <c:v>organicpureandnatural</c:v>
                </c:pt>
                <c:pt idx="7986">
                  <c:v>organic_food_for_everyone</c:v>
                </c:pt>
                <c:pt idx="7987">
                  <c:v>oregonstateuniversity</c:v>
                </c:pt>
                <c:pt idx="7988">
                  <c:v>oregonrealestatebroker</c:v>
                </c:pt>
                <c:pt idx="7989">
                  <c:v>oregonparanormalsociety</c:v>
                </c:pt>
                <c:pt idx="7990">
                  <c:v>orderlychaosincorporated</c:v>
                </c:pt>
                <c:pt idx="7991">
                  <c:v>ordered_chaotic_mess</c:v>
                </c:pt>
                <c:pt idx="7992">
                  <c:v>orderedchaosfinalhour</c:v>
                </c:pt>
                <c:pt idx="7993">
                  <c:v>orchidfreakfeelunique</c:v>
                </c:pt>
                <c:pt idx="7994">
                  <c:v>orchardhillchurchband</c:v>
                </c:pt>
                <c:pt idx="7995">
                  <c:v>orange_with_dancing_man_</c:v>
                </c:pt>
                <c:pt idx="7996">
                  <c:v>orangetyedyeflamingo</c:v>
                </c:pt>
                <c:pt idx="7997">
                  <c:v>orange_tangy_tinkerbell</c:v>
                </c:pt>
                <c:pt idx="7998">
                  <c:v>orangetableentertainment</c:v>
                </c:pt>
                <c:pt idx="7999">
                  <c:v>orange_sunshine_girl</c:v>
                </c:pt>
                <c:pt idx="8000">
                  <c:v>orange_sunset_layout</c:v>
                </c:pt>
                <c:pt idx="8001">
                  <c:v>orange_root_vegetable</c:v>
                </c:pt>
                <c:pt idx="8002">
                  <c:v>orange_peanut_butter</c:v>
                </c:pt>
                <c:pt idx="8003">
                  <c:v>orangemochafrappicino93</c:v>
                </c:pt>
                <c:pt idx="8004">
                  <c:v>orangemochafrapbrand</c:v>
                </c:pt>
                <c:pt idx="8005">
                  <c:v>orange_meet_lemon1155</c:v>
                </c:pt>
                <c:pt idx="8006">
                  <c:v>orangejuiceandpotatoes</c:v>
                </c:pt>
                <c:pt idx="8007">
                  <c:v>orangedeliciousdodge</c:v>
                </c:pt>
                <c:pt idx="8008">
                  <c:v>orangecounty_santana</c:v>
                </c:pt>
                <c:pt idx="8009">
                  <c:v>orangecountypunkrock</c:v>
                </c:pt>
                <c:pt idx="8010">
                  <c:v>orangecountyhappyhour</c:v>
                </c:pt>
                <c:pt idx="8011">
                  <c:v>orange_cello_ranger_growl</c:v>
                </c:pt>
                <c:pt idx="8012">
                  <c:v>orangeblossom_bramble</c:v>
                </c:pt>
                <c:pt idx="8013">
                  <c:v>orange_banana_cherry</c:v>
                </c:pt>
                <c:pt idx="8014">
                  <c:v>optionalwordcoalition</c:v>
                </c:pt>
                <c:pt idx="8015">
                  <c:v>optimusprimewillsavedaday</c:v>
                </c:pt>
                <c:pt idx="8016">
                  <c:v>optimusentertainment</c:v>
                </c:pt>
                <c:pt idx="8017">
                  <c:v>optimumwindowcleaning</c:v>
                </c:pt>
                <c:pt idx="8018">
                  <c:v>optimumcapitalmanagement</c:v>
                </c:pt>
                <c:pt idx="8019">
                  <c:v>operation_worldhammer</c:v>
                </c:pt>
                <c:pt idx="8020">
                  <c:v>operationthunderchild</c:v>
                </c:pt>
                <c:pt idx="8021">
                  <c:v>operationsoundsystem</c:v>
                </c:pt>
                <c:pt idx="8022">
                  <c:v>operationfirstresponse</c:v>
                </c:pt>
                <c:pt idx="8023">
                  <c:v>operationfetusconsumption</c:v>
                </c:pt>
                <c:pt idx="8024">
                  <c:v>operation_desert_fox</c:v>
                </c:pt>
                <c:pt idx="8025">
                  <c:v>operationcatchtherabbit</c:v>
                </c:pt>
                <c:pt idx="8026">
                  <c:v>operationalbioticman1</c:v>
                </c:pt>
                <c:pt idx="8027">
                  <c:v>open_view_music_magazine</c:v>
                </c:pt>
                <c:pt idx="8028">
                  <c:v>opensourcetechadvice</c:v>
                </c:pt>
                <c:pt idx="8029">
                  <c:v>openmindfordifferentview</c:v>
                </c:pt>
                <c:pt idx="8030">
                  <c:v>onwardsoldiertheband</c:v>
                </c:pt>
                <c:pt idx="8031">
                  <c:v>ontariowrestlingrecap</c:v>
                </c:pt>
                <c:pt idx="8032">
                  <c:v>ontarioinsurancebroker</c:v>
                </c:pt>
                <c:pt idx="8033">
                  <c:v>onlywayoutentertainment</c:v>
                </c:pt>
                <c:pt idx="8034">
                  <c:v>only_the_strong_survive84</c:v>
                </c:pt>
                <c:pt idx="8035">
                  <c:v>onlythestrongsurvive_7</c:v>
                </c:pt>
                <c:pt idx="8036">
                  <c:v>onlythestrongsurvive13</c:v>
                </c:pt>
                <c:pt idx="8037">
                  <c:v>only_the_first_layer</c:v>
                </c:pt>
                <c:pt idx="8038">
                  <c:v>onlyspacedoutsometimes</c:v>
                </c:pt>
                <c:pt idx="8039">
                  <c:v>onlylovecanbringyouback</c:v>
                </c:pt>
                <c:pt idx="8040">
                  <c:v>_only_left_with_one_heart</c:v>
                </c:pt>
                <c:pt idx="8041">
                  <c:v>onlygodcanjudgekelly</c:v>
                </c:pt>
                <c:pt idx="8042">
                  <c:v>onlyexpecttheunexpected</c:v>
                </c:pt>
                <c:pt idx="8043">
                  <c:v>onlybrunettesarecrazy</c:v>
                </c:pt>
                <c:pt idx="8044">
                  <c:v>onlyanarchistsarepretty__</c:v>
                </c:pt>
                <c:pt idx="8045">
                  <c:v>only4thosewithtruegrit</c:v>
                </c:pt>
                <c:pt idx="8046">
                  <c:v>only_1_will_ever_know</c:v>
                </c:pt>
                <c:pt idx="8047">
                  <c:v>onewiththepuppydogface</c:v>
                </c:pt>
                <c:pt idx="8048">
                  <c:v>onewiththebulletmusic</c:v>
                </c:pt>
                <c:pt idx="8049">
                  <c:v>one_winged_swordsman</c:v>
                </c:pt>
                <c:pt idx="8050">
                  <c:v>onewingedangel_forever</c:v>
                </c:pt>
                <c:pt idx="8051">
                  <c:v>onewheelforlife_ridehard</c:v>
                </c:pt>
                <c:pt idx="8052">
                  <c:v>one_upon_the_journey</c:v>
                </c:pt>
                <c:pt idx="8053">
                  <c:v>onetruedelicateangel</c:v>
                </c:pt>
                <c:pt idx="8054">
                  <c:v>one_true_advice_king</c:v>
                </c:pt>
                <c:pt idx="8055">
                  <c:v>onetreehilllover11253</c:v>
                </c:pt>
                <c:pt idx="8056">
                  <c:v>one_track_mind_music</c:v>
                </c:pt>
                <c:pt idx="8057">
                  <c:v>onetrackmindmagazine</c:v>
                </c:pt>
                <c:pt idx="8058">
                  <c:v>onethousandtwohundred</c:v>
                </c:pt>
                <c:pt idx="8059">
                  <c:v>onethirtyeightphotography</c:v>
                </c:pt>
                <c:pt idx="8060">
                  <c:v>one_sweet_strawberry</c:v>
                </c:pt>
                <c:pt idx="8061">
                  <c:v>onesweetcountrychick</c:v>
                </c:pt>
                <c:pt idx="8062">
                  <c:v>one_stop_entertainment</c:v>
                </c:pt>
                <c:pt idx="8063">
                  <c:v>onesophisticatedchick</c:v>
                </c:pt>
                <c:pt idx="8064">
                  <c:v>onesnapbearphotography</c:v>
                </c:pt>
                <c:pt idx="8065">
                  <c:v>onesilvertongueddevil</c:v>
                </c:pt>
                <c:pt idx="8066">
                  <c:v>oneshorthappybunny87</c:v>
                </c:pt>
                <c:pt idx="8067">
                  <c:v>onesexymothertrucker</c:v>
                </c:pt>
                <c:pt idx="8068">
                  <c:v>one_pound_fifty_for_that</c:v>
                </c:pt>
                <c:pt idx="8069">
                  <c:v>oneparticularharbor7</c:v>
                </c:pt>
                <c:pt idx="8070">
                  <c:v>onenightafteryourdeath</c:v>
                </c:pt>
                <c:pt idx="8071">
                  <c:v>onenessbestkeptsecret</c:v>
                </c:pt>
                <c:pt idx="8072">
                  <c:v>onemissdadecounty305</c:v>
                </c:pt>
                <c:pt idx="8073">
                  <c:v>oneluckybitchsittinpretty</c:v>
                </c:pt>
                <c:pt idx="8074">
                  <c:v>oneloveinternational</c:v>
                </c:pt>
                <c:pt idx="8075">
                  <c:v>one_love_forever017</c:v>
                </c:pt>
                <c:pt idx="8076">
                  <c:v>onelove_aer_princess10</c:v>
                </c:pt>
                <c:pt idx="8077">
                  <c:v>OneLove2AllTheLiving</c:v>
                </c:pt>
                <c:pt idx="8078">
                  <c:v>onejokerafteranother</c:v>
                </c:pt>
                <c:pt idx="8079">
                  <c:v>onehundredpercentpure</c:v>
                </c:pt>
                <c:pt idx="8080">
                  <c:v>onehundredpercentprep</c:v>
                </c:pt>
                <c:pt idx="8081">
                  <c:v>onehundredpercentflirt</c:v>
                </c:pt>
                <c:pt idx="8082">
                  <c:v>onehundredandthirtyseven</c:v>
                </c:pt>
                <c:pt idx="8083">
                  <c:v>one_hot_and_sexy_bitch</c:v>
                </c:pt>
                <c:pt idx="8084">
                  <c:v>one_glorious_harmony</c:v>
                </c:pt>
                <c:pt idx="8085">
                  <c:v>oneglobaluniversemusic</c:v>
                </c:pt>
                <c:pt idx="8086">
                  <c:v>onefuckingcrazybitch</c:v>
                </c:pt>
                <c:pt idx="8087">
                  <c:v>onefingersnotshot1940</c:v>
                </c:pt>
                <c:pt idx="8088">
                  <c:v>onefierce_beercoaster</c:v>
                </c:pt>
                <c:pt idx="8089">
                  <c:v>_one_fierce_beer_coaster_</c:v>
                </c:pt>
                <c:pt idx="8090">
                  <c:v>onefelloutthechestnuttree</c:v>
                </c:pt>
                <c:pt idx="8091">
                  <c:v>oneelevenarcheravenue</c:v>
                </c:pt>
                <c:pt idx="8092">
                  <c:v>onedegreebelownormal</c:v>
                </c:pt>
                <c:pt idx="8093">
                  <c:v>one_crazy_ass_southern9</c:v>
                </c:pt>
                <c:pt idx="8094">
                  <c:v>onebreathremainsband</c:v>
                </c:pt>
                <c:pt idx="8095">
                  <c:v>one_blue_eyed_destiny</c:v>
                </c:pt>
                <c:pt idx="8096">
                  <c:v>oneblonde_bananahead</c:v>
                </c:pt>
                <c:pt idx="8097">
                  <c:v>one_black_winged_angel</c:v>
                </c:pt>
                <c:pt idx="8098">
                  <c:v>onebigwellingtonboot</c:v>
                </c:pt>
                <c:pt idx="8099">
                  <c:v>onebeautifulrose_0311</c:v>
                </c:pt>
                <c:pt idx="8100">
                  <c:v>one_badass_firefighter</c:v>
                </c:pt>
                <c:pt idx="8101">
                  <c:v>one_and_only_yours_truly</c:v>
                </c:pt>
                <c:pt idx="8102">
                  <c:v>oneandonlywhiteboy79</c:v>
                </c:pt>
                <c:pt idx="8103">
                  <c:v>one_and_only_toaster</c:v>
                </c:pt>
                <c:pt idx="8104">
                  <c:v>oneandonlyprincesskelly</c:v>
                </c:pt>
                <c:pt idx="8105">
                  <c:v>oneandonlyprincesscrystal</c:v>
                </c:pt>
                <c:pt idx="8106">
                  <c:v>oneandonlypoisongurl</c:v>
                </c:pt>
                <c:pt idx="8107">
                  <c:v>one_and_only_never_lonely</c:v>
                </c:pt>
                <c:pt idx="8108">
                  <c:v>oneandonlylovelytaylor</c:v>
                </c:pt>
                <c:pt idx="8109">
                  <c:v>oneandonlykelseymarie</c:v>
                </c:pt>
                <c:pt idx="8110">
                  <c:v>oneandonlyhotredhead</c:v>
                </c:pt>
                <c:pt idx="8111">
                  <c:v>one_and_only_ghetto_bitch</c:v>
                </c:pt>
                <c:pt idx="8112">
                  <c:v>one_and_only_farrock_star</c:v>
                </c:pt>
                <c:pt idx="8113">
                  <c:v>oneandonlyentertainment</c:v>
                </c:pt>
                <c:pt idx="8114">
                  <c:v>oneandonly_chrisbrown</c:v>
                </c:pt>
                <c:pt idx="8115">
                  <c:v>one_and_only_babygurl</c:v>
                </c:pt>
                <c:pt idx="8116">
                  <c:v>oneandfourentertainment</c:v>
                </c:pt>
                <c:pt idx="8117">
                  <c:v>one9westentertainment</c:v>
                </c:pt>
                <c:pt idx="8118">
                  <c:v>oncesexygoingdownhill</c:v>
                </c:pt>
                <c:pt idx="8119">
                  <c:v>oncemore_withfeeling</c:v>
                </c:pt>
                <c:pt idx="8120">
                  <c:v>oncearoundthesun355</c:v>
                </c:pt>
                <c:pt idx="8121">
                  <c:v>once_again_heartbroken</c:v>
                </c:pt>
                <c:pt idx="8122">
                  <c:v>omegaexpresstrinidad</c:v>
                </c:pt>
                <c:pt idx="8123">
                  <c:v>ollie_the_cheerleader</c:v>
                </c:pt>
                <c:pt idx="8124">
                  <c:v>oliviathebabygirlpup</c:v>
                </c:pt>
                <c:pt idx="8125">
                  <c:v>olivia_halliwell_again</c:v>
                </c:pt>
                <c:pt idx="8126">
                  <c:v>olive_juice_for_life</c:v>
                </c:pt>
                <c:pt idx="8127">
                  <c:v>olive_green_crayon91</c:v>
                </c:pt>
                <c:pt idx="8128">
                  <c:v>olga_vladimirova1988</c:v>
                </c:pt>
                <c:pt idx="8129">
                  <c:v>olgatatianamarieanastasia</c:v>
                </c:pt>
                <c:pt idx="8130">
                  <c:v>oldsouthalabamahippie</c:v>
                </c:pt>
                <c:pt idx="8131">
                  <c:v>oldschoolspeedskater</c:v>
                </c:pt>
                <c:pt idx="8132">
                  <c:v>oldschoolskatersonline</c:v>
                </c:pt>
                <c:pt idx="8133">
                  <c:v>oldschool_revolution</c:v>
                </c:pt>
                <c:pt idx="8134">
                  <c:v>oldschoolmintcondition</c:v>
                </c:pt>
                <c:pt idx="8135">
                  <c:v>oldschoolhollywood41</c:v>
                </c:pt>
                <c:pt idx="8136">
                  <c:v>oldschoolhiphop4ever</c:v>
                </c:pt>
                <c:pt idx="8137">
                  <c:v>oldschoolchocolate392</c:v>
                </c:pt>
                <c:pt idx="8138">
                  <c:v>oldpeoplehavegoodpot</c:v>
                </c:pt>
                <c:pt idx="8139">
                  <c:v>oldmixedtapesmarch14200</c:v>
                </c:pt>
                <c:pt idx="8140">
                  <c:v>oldgrumpymarkshotsauce</c:v>
                </c:pt>
                <c:pt idx="8141">
                  <c:v>oldgreendaylayoutred</c:v>
                </c:pt>
                <c:pt idx="8142">
                  <c:v>oldcrotchetystickjock</c:v>
                </c:pt>
                <c:pt idx="8143">
                  <c:v>oldbaldguyphotofreak</c:v>
                </c:pt>
                <c:pt idx="8144">
                  <c:v>oilfieldtrashwithhonor</c:v>
                </c:pt>
                <c:pt idx="8145">
                  <c:v>ohmloadtheexperience</c:v>
                </c:pt>
                <c:pt idx="8146">
                  <c:v>offthablockproduction</c:v>
                </c:pt>
                <c:pt idx="8147">
                  <c:v>offshorepowerboatracing</c:v>
                </c:pt>
                <c:pt idx="8148">
                  <c:v>offkiltersemiofficial</c:v>
                </c:pt>
                <c:pt idx="8149">
                  <c:v>officialworldwithout</c:v>
                </c:pt>
                <c:pt idx="8150">
                  <c:v>officialwhiteroseband</c:v>
                </c:pt>
                <c:pt idx="8151">
                  <c:v>officialwhiskermusic</c:v>
                </c:pt>
                <c:pt idx="8152">
                  <c:v>officialvisiondivine</c:v>
                </c:pt>
                <c:pt idx="8153">
                  <c:v>official_vincentvalentine</c:v>
                </c:pt>
                <c:pt idx="8154">
                  <c:v>officialtrustnobodymusic</c:v>
                </c:pt>
                <c:pt idx="8155">
                  <c:v>officialteamcatfacepage</c:v>
                </c:pt>
                <c:pt idx="8156">
                  <c:v>officialsweetinsanity</c:v>
                </c:pt>
                <c:pt idx="8157">
                  <c:v>officialstarvationarmy</c:v>
                </c:pt>
                <c:pt idx="8158">
                  <c:v>officialspiritualwar</c:v>
                </c:pt>
                <c:pt idx="8159">
                  <c:v>officialsilentshadow</c:v>
                </c:pt>
                <c:pt idx="8160">
                  <c:v>officialshadowgallery</c:v>
                </c:pt>
                <c:pt idx="8161">
                  <c:v>official_robby_gordon</c:v>
                </c:pt>
                <c:pt idx="8162">
                  <c:v>official_rick_springfield</c:v>
                </c:pt>
                <c:pt idx="8163">
                  <c:v>officialredneckyachtclub</c:v>
                </c:pt>
                <c:pt idx="8164">
                  <c:v>officialpurplepistol</c:v>
                </c:pt>
                <c:pt idx="8165">
                  <c:v>officialprojectsnowbeast</c:v>
                </c:pt>
                <c:pt idx="8166">
                  <c:v>official_pirate_hookers</c:v>
                </c:pt>
                <c:pt idx="8167">
                  <c:v>officialnightcrawler</c:v>
                </c:pt>
                <c:pt idx="8168">
                  <c:v>officialmiamiflorida</c:v>
                </c:pt>
                <c:pt idx="8169">
                  <c:v>officiallywickedcrew</c:v>
                </c:pt>
                <c:pt idx="8170">
                  <c:v>officially_supergirl_</c:v>
                </c:pt>
                <c:pt idx="8171">
                  <c:v>official_lucid_fan_club</c:v>
                </c:pt>
                <c:pt idx="8172">
                  <c:v>officiallowerclassbrass</c:v>
                </c:pt>
                <c:pt idx="8173">
                  <c:v>official_lil_luke_page</c:v>
                </c:pt>
                <c:pt idx="8174">
                  <c:v>officialkrystalsteal</c:v>
                </c:pt>
                <c:pt idx="8175">
                  <c:v>officialkassiedepaiva</c:v>
                </c:pt>
                <c:pt idx="8176">
                  <c:v>officialheavenshallburn</c:v>
                </c:pt>
                <c:pt idx="8177">
                  <c:v>official_ghostbuster3</c:v>
                </c:pt>
                <c:pt idx="8178">
                  <c:v>official_franzee_profile</c:v>
                </c:pt>
                <c:pt idx="8179">
                  <c:v>officialfourhorsemen</c:v>
                </c:pt>
                <c:pt idx="8180">
                  <c:v>officialfitnessmadesimple</c:v>
                </c:pt>
                <c:pt idx="8181">
                  <c:v>officialfeedbacksite</c:v>
                </c:pt>
                <c:pt idx="8182">
                  <c:v>officialdodgeviperpage</c:v>
                </c:pt>
                <c:pt idx="8183">
                  <c:v>officialdimepiece_101</c:v>
                </c:pt>
                <c:pt idx="8184">
                  <c:v>officialcrimsonmoonlight</c:v>
                </c:pt>
                <c:pt idx="8185">
                  <c:v>officialcomedycentral</c:v>
                </c:pt>
                <c:pt idx="8186">
                  <c:v>officialchrisbeckman</c:v>
                </c:pt>
                <c:pt idx="8187">
                  <c:v>official_blue_pokemon</c:v>
                </c:pt>
                <c:pt idx="8188">
                  <c:v>officialblacksheep_1997</c:v>
                </c:pt>
                <c:pt idx="8189">
                  <c:v>officialblackmarkethero</c:v>
                </c:pt>
                <c:pt idx="8190">
                  <c:v>officerfriendlymusic</c:v>
                </c:pt>
                <c:pt idx="8191">
                  <c:v>oceangirl_animalcrazed</c:v>
                </c:pt>
                <c:pt idx="8192">
                  <c:v>oceanfrontrealestate4sell</c:v>
                </c:pt>
                <c:pt idx="8193">
                  <c:v>ocean_avenue_babe1233</c:v>
                </c:pt>
                <c:pt idx="8194">
                  <c:v>obsessivemadwrestlingfan</c:v>
                </c:pt>
                <c:pt idx="8195">
                  <c:v>obsessivecompulsiveswine</c:v>
                </c:pt>
                <c:pt idx="8196">
                  <c:v>obsessivecompulsive4you</c:v>
                </c:pt>
                <c:pt idx="8197">
                  <c:v>obsessionwithperfection</c:v>
                </c:pt>
                <c:pt idx="8198">
                  <c:v>obscure_vanity_unknown</c:v>
                </c:pt>
                <c:pt idx="8199">
                  <c:v>obscureness_cute_girl</c:v>
                </c:pt>
                <c:pt idx="8200">
                  <c:v>obscene_hideous_dirty</c:v>
                </c:pt>
                <c:pt idx="8201">
                  <c:v>obnoxiouslycutetitle</c:v>
                </c:pt>
                <c:pt idx="8202">
                  <c:v>obliviousthepantomime</c:v>
                </c:pt>
                <c:pt idx="8203">
                  <c:v>objection_your_honor</c:v>
                </c:pt>
                <c:pt idx="8204">
                  <c:v>obesebuffetbeatsprod</c:v>
                </c:pt>
                <c:pt idx="8205">
                  <c:v>obelisk_thetormentor</c:v>
                </c:pt>
                <c:pt idx="8206">
                  <c:v>oath_simulcast_vocalist</c:v>
                </c:pt>
                <c:pt idx="8207">
                  <c:v>oathkeeper_oblivion170</c:v>
                </c:pt>
                <c:pt idx="8208">
                  <c:v>oakridgeentertainment</c:v>
                </c:pt>
                <c:pt idx="8209">
                  <c:v>oakley_mad_scientist</c:v>
                </c:pt>
                <c:pt idx="8210">
                  <c:v>oaklandvertskatepark</c:v>
                </c:pt>
                <c:pt idx="8211">
                  <c:v>oaklandraiderman192</c:v>
                </c:pt>
                <c:pt idx="8212">
                  <c:v>oakland_raider_4_life</c:v>
                </c:pt>
                <c:pt idx="8213">
                  <c:v>oakland_ice_princess23</c:v>
                </c:pt>
                <c:pt idx="8214">
                  <c:v>oakland_bound_4_life</c:v>
                </c:pt>
                <c:pt idx="8215">
                  <c:v>oaklandathleticsteam</c:v>
                </c:pt>
                <c:pt idx="8216">
                  <c:v>oaklandathleticsbaby15</c:v>
                </c:pt>
                <c:pt idx="8217">
                  <c:v>nurtureyourinnerwellbeing</c:v>
                </c:pt>
                <c:pt idx="8218">
                  <c:v>numberthirteenpreview</c:v>
                </c:pt>
                <c:pt idx="8219">
                  <c:v>numbersandlettersonly</c:v>
                </c:pt>
                <c:pt idx="8220">
                  <c:v>numberoneuniquebitch</c:v>
                </c:pt>
                <c:pt idx="8221">
                  <c:v>number_one_stunner_4_life</c:v>
                </c:pt>
                <c:pt idx="8222">
                  <c:v>NUMBERONESTUNNER232</c:v>
                </c:pt>
                <c:pt idx="8223">
                  <c:v>number_one_redneck_bitch</c:v>
                </c:pt>
                <c:pt idx="8224">
                  <c:v>numberoneplantmanager</c:v>
                </c:pt>
                <c:pt idx="8225">
                  <c:v>number_one_piss_head</c:v>
                </c:pt>
                <c:pt idx="8226">
                  <c:v>number_one_mommy2007</c:v>
                </c:pt>
                <c:pt idx="8227">
                  <c:v>numberonehottieplace</c:v>
                </c:pt>
                <c:pt idx="8228">
                  <c:v>numberonehottieforever</c:v>
                </c:pt>
                <c:pt idx="8229">
                  <c:v>numberonehitsongwriter</c:v>
                </c:pt>
                <c:pt idx="8230">
                  <c:v>numberonegreendayfan</c:v>
                </c:pt>
                <c:pt idx="8231">
                  <c:v>numberonecheesecakequeen</c:v>
                </c:pt>
                <c:pt idx="8232">
                  <c:v>number_one_charlotte</c:v>
                </c:pt>
                <c:pt idx="8233">
                  <c:v>number_one_bronco_fan</c:v>
                </c:pt>
                <c:pt idx="8234">
                  <c:v>numberoneaceyoungfan28</c:v>
                </c:pt>
                <c:pt idx="8235">
                  <c:v>number_1_wildcat_fan</c:v>
                </c:pt>
                <c:pt idx="8236">
                  <c:v>number_1_white_chocolate</c:v>
                </c:pt>
                <c:pt idx="8237">
                  <c:v>number_1_toon_supporter</c:v>
                </c:pt>
                <c:pt idx="8238">
                  <c:v>number1studentteacher</c:v>
                </c:pt>
                <c:pt idx="8239">
                  <c:v>number1_soldierlover</c:v>
                </c:pt>
                <c:pt idx="8240">
                  <c:v>number1softballplayer</c:v>
                </c:pt>
                <c:pt idx="8241">
                  <c:v>number1_princess_star</c:v>
                </c:pt>
                <c:pt idx="8242">
                  <c:v>number1party_champion</c:v>
                </c:pt>
                <c:pt idx="8243">
                  <c:v>number1franklinbeast</c:v>
                </c:pt>
                <c:pt idx="8244">
                  <c:v>number_1_evil_princess</c:v>
                </c:pt>
                <c:pt idx="8245">
                  <c:v>number_1cheer_leader</c:v>
                </c:pt>
                <c:pt idx="8246">
                  <c:v>number1badgurl4life9</c:v>
                </c:pt>
                <c:pt idx="8247">
                  <c:v>number_1_baby_girl513</c:v>
                </c:pt>
                <c:pt idx="8248">
                  <c:v>number_1_ashley_fansite</c:v>
                </c:pt>
                <c:pt idx="8249">
                  <c:v>number15southernchampion</c:v>
                </c:pt>
                <c:pt idx="8250">
                  <c:v>nowyouvegot2kill2believe</c:v>
                </c:pt>
                <c:pt idx="8251">
                  <c:v>now_then_stacey_leigh</c:v>
                </c:pt>
                <c:pt idx="8252">
                  <c:v>nowthatsratherfruity</c:v>
                </c:pt>
                <c:pt idx="8253">
                  <c:v>now_its_time_for_justice</c:v>
                </c:pt>
                <c:pt idx="8254">
                  <c:v>nowherenearredemption</c:v>
                </c:pt>
                <c:pt idx="8255">
                  <c:v>nowenteringneverlandranch</c:v>
                </c:pt>
                <c:pt idx="8256">
                  <c:v>novelistparexcellence</c:v>
                </c:pt>
                <c:pt idx="8257">
                  <c:v>novaprospectjamhouse</c:v>
                </c:pt>
                <c:pt idx="8258">
                  <c:v>notyourordinarygirl21</c:v>
                </c:pt>
                <c:pt idx="8259">
                  <c:v>notyourbestestfriend</c:v>
                </c:pt>
                <c:pt idx="8260">
                  <c:v>notyouraverageteenageslut</c:v>
                </c:pt>
                <c:pt idx="8261">
                  <c:v>not_your_average_pussy</c:v>
                </c:pt>
                <c:pt idx="8262">
                  <c:v>not_your_average_princess</c:v>
                </c:pt>
                <c:pt idx="8263">
                  <c:v>notyouraveragepancake</c:v>
                </c:pt>
                <c:pt idx="8264">
                  <c:v>not_your_average_mona</c:v>
                </c:pt>
                <c:pt idx="8265">
                  <c:v>notyouraveragegirl411</c:v>
                </c:pt>
                <c:pt idx="8266">
                  <c:v>notyouraveragegirl2</c:v>
                </c:pt>
                <c:pt idx="8267">
                  <c:v>not_your_average_girl001</c:v>
                </c:pt>
                <c:pt idx="8268">
                  <c:v>notyouraveragebreakdown</c:v>
                </c:pt>
                <c:pt idx="8269">
                  <c:v>notyouraveragebanjoplayer</c:v>
                </c:pt>
                <c:pt idx="8270">
                  <c:v>notworthyourfuckingtime</c:v>
                </c:pt>
                <c:pt idx="8271">
                  <c:v>not_wetback_scratchback_</c:v>
                </c:pt>
                <c:pt idx="8272">
                  <c:v>not_weird_just_random</c:v>
                </c:pt>
                <c:pt idx="8273">
                  <c:v>notvirginiacoalition</c:v>
                </c:pt>
                <c:pt idx="8274">
                  <c:v>not_the_one_two_three</c:v>
                </c:pt>
                <c:pt idx="8275">
                  <c:v>notthemermaidarielle</c:v>
                </c:pt>
                <c:pt idx="8276">
                  <c:v>notspoiled__justblessed</c:v>
                </c:pt>
                <c:pt idx="8277">
                  <c:v>notspecailjustdifferent</c:v>
                </c:pt>
                <c:pt idx="8278">
                  <c:v>not_small_space_efficient</c:v>
                </c:pt>
                <c:pt idx="8279">
                  <c:v>notsew_cool_after_all</c:v>
                </c:pt>
                <c:pt idx="8280">
                  <c:v>not_really_there_yet</c:v>
                </c:pt>
                <c:pt idx="8281">
                  <c:v>not_quite_famous_yet</c:v>
                </c:pt>
                <c:pt idx="8282">
                  <c:v>not_particularly_amusing</c:v>
                </c:pt>
                <c:pt idx="8283">
                  <c:v>notoriousoutlawsound</c:v>
                </c:pt>
                <c:pt idx="8284">
                  <c:v>notoriouslybigpickle</c:v>
                </c:pt>
                <c:pt idx="8285">
                  <c:v>notoriousdiamondqueen</c:v>
                </c:pt>
                <c:pt idx="8286">
                  <c:v>notoriousbeautyqueen</c:v>
                </c:pt>
                <c:pt idx="8287">
                  <c:v>notorious_87_trapstar</c:v>
                </c:pt>
                <c:pt idx="8288">
                  <c:v>notmuchbetterthanyou</c:v>
                </c:pt>
                <c:pt idx="8289">
                  <c:v>not_just_the_ginger_guy</c:v>
                </c:pt>
                <c:pt idx="8290">
                  <c:v>notjustblondebutperfect</c:v>
                </c:pt>
                <c:pt idx="8291">
                  <c:v>notjustanotherteentragedy</c:v>
                </c:pt>
                <c:pt idx="8292">
                  <c:v>not_justanotherprettyface</c:v>
                </c:pt>
                <c:pt idx="8293">
                  <c:v>nothingwhatsoeverband</c:v>
                </c:pt>
                <c:pt idx="8294">
                  <c:v>nothing_wait_everything</c:v>
                </c:pt>
                <c:pt idx="8295">
                  <c:v>nothingstaysthe_same</c:v>
                </c:pt>
                <c:pt idx="8296">
                  <c:v>nothing_stays_for_ever</c:v>
                </c:pt>
                <c:pt idx="8297">
                  <c:v>nothingshortforlauren</c:v>
                </c:pt>
                <c:pt idx="8298">
                  <c:v>nothingrhymeswithmusic</c:v>
                </c:pt>
                <c:pt idx="8299">
                  <c:v>nothinghigherthantruth</c:v>
                </c:pt>
                <c:pt idx="8300">
                  <c:v>nothing_from_nowhere_</c:v>
                </c:pt>
                <c:pt idx="8301">
                  <c:v>nothingforfreemelopunkfrom59</c:v>
                </c:pt>
                <c:pt idx="8302">
                  <c:v>nothingbuteverything101</c:v>
                </c:pt>
                <c:pt idx="8303">
                  <c:v>nothingbuteverything</c:v>
                </c:pt>
                <c:pt idx="8304">
                  <c:v>nothingbutcowboyboots</c:v>
                </c:pt>
                <c:pt idx="8305">
                  <c:v>nothingbutalaureltree</c:v>
                </c:pt>
                <c:pt idx="8306">
                  <c:v>nothing_big_just_piracy</c:v>
                </c:pt>
                <c:pt idx="8307">
                  <c:v>nothingbetterthanthis</c:v>
                </c:pt>
                <c:pt idx="8308">
                  <c:v>nothingandeverything</c:v>
                </c:pt>
                <c:pt idx="8309">
                  <c:v>notguiltyforbeingwhite</c:v>
                </c:pt>
                <c:pt idx="8310">
                  <c:v>not_good_enough_4_you</c:v>
                </c:pt>
                <c:pt idx="8311">
                  <c:v>notgoinganywerestudio</c:v>
                </c:pt>
                <c:pt idx="8312">
                  <c:v>notforhumanconsumption</c:v>
                </c:pt>
                <c:pt idx="8313">
                  <c:v>noteworthychristianmusic</c:v>
                </c:pt>
                <c:pt idx="8314">
                  <c:v>notentirelyperfectagain</c:v>
                </c:pt>
                <c:pt idx="8315">
                  <c:v>notenoughtstarsinthesky</c:v>
                </c:pt>
                <c:pt idx="8316">
                  <c:v>not_easy_being_green</c:v>
                </c:pt>
                <c:pt idx="8317">
                  <c:v>notdistinctlyaverage</c:v>
                </c:pt>
                <c:pt idx="8318">
                  <c:v>not_completely_useless</c:v>
                </c:pt>
                <c:pt idx="8319">
                  <c:v>notanotherprettyface</c:v>
                </c:pt>
                <c:pt idx="8320">
                  <c:v>not_another_plain_jane</c:v>
                </c:pt>
                <c:pt idx="8321">
                  <c:v>notanotherdixiechick</c:v>
                </c:pt>
                <c:pt idx="8322">
                  <c:v>not_another_chinaman</c:v>
                </c:pt>
                <c:pt idx="8323">
                  <c:v>not_another_broken_heart</c:v>
                </c:pt>
                <c:pt idx="8324">
                  <c:v>not_another_ashley_clone</c:v>
                </c:pt>
                <c:pt idx="8325">
                  <c:v>notan_average_whitgirl</c:v>
                </c:pt>
                <c:pt idx="8326">
                  <c:v>notanadvertformyself</c:v>
                </c:pt>
                <c:pt idx="8327">
                  <c:v>not_aloud_above_ground</c:v>
                </c:pt>
                <c:pt idx="8328">
                  <c:v>not_alone_and_lonely</c:v>
                </c:pt>
                <c:pt idx="8329">
                  <c:v>norwichparanormalsociety</c:v>
                </c:pt>
                <c:pt idx="8330">
                  <c:v>norwalkexplorerpost1085</c:v>
                </c:pt>
                <c:pt idx="8331">
                  <c:v>northwatchtowerguardian</c:v>
                </c:pt>
                <c:pt idx="8332">
                  <c:v>northvalleyplastering</c:v>
                </c:pt>
                <c:pt idx="8333">
                  <c:v>northstarshiningbright</c:v>
                </c:pt>
                <c:pt idx="8334">
                  <c:v>northstarphotography</c:v>
                </c:pt>
                <c:pt idx="8335">
                  <c:v>northstarentertainment</c:v>
                </c:pt>
                <c:pt idx="8336">
                  <c:v>northsouthinterstate</c:v>
                </c:pt>
                <c:pt idx="8337">
                  <c:v>northsoundsundaysession</c:v>
                </c:pt>
                <c:pt idx="8338">
                  <c:v>northsidenaughtygirl</c:v>
                </c:pt>
                <c:pt idx="8339">
                  <c:v>northside_knockoutqueen</c:v>
                </c:pt>
                <c:pt idx="8340">
                  <c:v>northside_hustler281</c:v>
                </c:pt>
                <c:pt idx="8341">
                  <c:v>northsideentertainment</c:v>
                </c:pt>
                <c:pt idx="8342">
                  <c:v>north_river_youth_leader</c:v>
                </c:pt>
                <c:pt idx="8343">
                  <c:v>northporthighschooltourchoir</c:v>
                </c:pt>
                <c:pt idx="8344">
                  <c:v>northphillyfreakgurl</c:v>
                </c:pt>
                <c:pt idx="8345">
                  <c:v>northlandyouthministry</c:v>
                </c:pt>
                <c:pt idx="8346">
                  <c:v>northgatehockeyleague</c:v>
                </c:pt>
                <c:pt idx="8347">
                  <c:v>northfloridasongcontest</c:v>
                </c:pt>
                <c:pt idx="8348">
                  <c:v>northeugenecampuslife</c:v>
                </c:pt>
                <c:pt idx="8349">
                  <c:v>northernstarspacedout</c:v>
                </c:pt>
                <c:pt idx="8350">
                  <c:v>northernstarcoffeehouse</c:v>
                </c:pt>
                <c:pt idx="8351">
                  <c:v>northernsouthernbell</c:v>
                </c:pt>
                <c:pt idx="8352">
                  <c:v>northernmonkeycheese</c:v>
                </c:pt>
                <c:pt idx="8353">
                  <c:v>northernhivemindritual</c:v>
                </c:pt>
                <c:pt idx="8354">
                  <c:v>northerngitbassplayer</c:v>
                </c:pt>
                <c:pt idx="8355">
                  <c:v>northernchicsouthernbelle</c:v>
                </c:pt>
                <c:pt idx="8356">
                  <c:v>northernbeachescapoeira</c:v>
                </c:pt>
                <c:pt idx="8357">
                  <c:v>northern_arapaho_angel</c:v>
                </c:pt>
                <c:pt idx="8358">
                  <c:v>north_east_street_tuff</c:v>
                </c:pt>
                <c:pt idx="8359">
                  <c:v>north_durham_bad_boy</c:v>
                </c:pt>
                <c:pt idx="8360">
                  <c:v>north_central_soldier</c:v>
                </c:pt>
                <c:pt idx="8361">
                  <c:v>northcarolinastate_lover</c:v>
                </c:pt>
                <c:pt idx="8362">
                  <c:v>northcarolinanetwork</c:v>
                </c:pt>
                <c:pt idx="8363">
                  <c:v>northcarolinafirefighter</c:v>
                </c:pt>
                <c:pt idx="8364">
                  <c:v>northcarolinaelectroacousticandexperimental</c:v>
                </c:pt>
                <c:pt idx="8365">
                  <c:v>northbroadwayentertainment</c:v>
                </c:pt>
                <c:pt idx="8366">
                  <c:v>northattleborowrestling</c:v>
                </c:pt>
                <c:pt idx="8367">
                  <c:v>northarlingtonskateteam</c:v>
                </c:pt>
                <c:pt idx="8368">
                  <c:v>northamptonstatehospital</c:v>
                </c:pt>
                <c:pt idx="8369">
                  <c:v>normanmisterwestport</c:v>
                </c:pt>
                <c:pt idx="8370">
                  <c:v>normalpeopledownthehall</c:v>
                </c:pt>
                <c:pt idx="8371">
                  <c:v>norma_jeane_mortenson</c:v>
                </c:pt>
                <c:pt idx="8372">
                  <c:v>nori_poet_12_02_1995_till</c:v>
                </c:pt>
                <c:pt idx="8373">
                  <c:v>norfolkthrillseakers</c:v>
                </c:pt>
                <c:pt idx="8374">
                  <c:v>norfolkrestaurantequip</c:v>
                </c:pt>
                <c:pt idx="8375">
                  <c:v>norfolkburritoproject</c:v>
                </c:pt>
                <c:pt idx="8376">
                  <c:v>norcal_noni_distributor</c:v>
                </c:pt>
                <c:pt idx="8377">
                  <c:v>norahluckyliketheceral</c:v>
                </c:pt>
                <c:pt idx="8378">
                  <c:v>nookionthebeach4life</c:v>
                </c:pt>
                <c:pt idx="8379">
                  <c:v>noodlethesoccerplaya10</c:v>
                </c:pt>
                <c:pt idx="8380">
                  <c:v>noodleeatingguitarplayer</c:v>
                </c:pt>
                <c:pt idx="8381">
                  <c:v>non_varsity_cheerleader</c:v>
                </c:pt>
                <c:pt idx="8382">
                  <c:v>nolliekickflip2bluntslide</c:v>
                </c:pt>
                <c:pt idx="8383">
                  <c:v>nolafairyprincess420</c:v>
                </c:pt>
                <c:pt idx="8384">
                  <c:v>nokiaconnectingpeople</c:v>
                </c:pt>
                <c:pt idx="8385">
                  <c:v>noiselesspatientspider</c:v>
                </c:pt>
                <c:pt idx="8386">
                  <c:v>noiseabatementprocedure</c:v>
                </c:pt>
                <c:pt idx="8387">
                  <c:v>noel_adrian_martinez</c:v>
                </c:pt>
                <c:pt idx="8388">
                  <c:v>nocturnalstreetracing</c:v>
                </c:pt>
                <c:pt idx="8389">
                  <c:v>nocturnalrampagemusic</c:v>
                </c:pt>
                <c:pt idx="8390">
                  <c:v>nocturnalmucusenvelope</c:v>
                </c:pt>
                <c:pt idx="8391">
                  <c:v>nobodyherebythatname</c:v>
                </c:pt>
                <c:pt idx="8392">
                  <c:v>nobodyeverybodymusic</c:v>
                </c:pt>
                <c:pt idx="8393">
                  <c:v>nittygrittycleveland</c:v>
                </c:pt>
                <c:pt idx="8394">
                  <c:v>nitro_nymph_pit_bitch</c:v>
                </c:pt>
                <c:pt idx="8395">
                  <c:v>nita_chrisbrown_baby</c:v>
                </c:pt>
                <c:pt idx="8396">
                  <c:v>nirvanawillrockforever</c:v>
                </c:pt>
                <c:pt idx="8397">
                  <c:v>nipplepiercingsarehot</c:v>
                </c:pt>
                <c:pt idx="8398">
                  <c:v>ninthfloorentertainment</c:v>
                </c:pt>
                <c:pt idx="8399">
                  <c:v>nineyearsandcounting</c:v>
                </c:pt>
                <c:pt idx="8400">
                  <c:v>ninetrampsandanunderpass</c:v>
                </c:pt>
                <c:pt idx="8401">
                  <c:v>nineteenthfighterpilot</c:v>
                </c:pt>
                <c:pt idx="8402">
                  <c:v>nina_thebondageworker</c:v>
                </c:pt>
                <c:pt idx="8403">
                  <c:v>nimjustthegirlnextdoor</c:v>
                </c:pt>
                <c:pt idx="8404">
                  <c:v>nikki_wit_the_ghetto_butt</c:v>
                </c:pt>
                <c:pt idx="8405">
                  <c:v>nikki_westerly_roleplayer</c:v>
                </c:pt>
                <c:pt idx="8406">
                  <c:v>nikkiturnertheauthor</c:v>
                </c:pt>
                <c:pt idx="8407">
                  <c:v>nikki_the_fortune_cookie</c:v>
                </c:pt>
                <c:pt idx="8408">
                  <c:v>nikkigiovannijackson</c:v>
                </c:pt>
                <c:pt idx="8409">
                  <c:v>nikkie_nightmarebaby</c:v>
                </c:pt>
                <c:pt idx="8410">
                  <c:v>nikkicreatesomething</c:v>
                </c:pt>
                <c:pt idx="8411">
                  <c:v>nikkicee4gettingthepast</c:v>
                </c:pt>
                <c:pt idx="8412">
                  <c:v>nikkibutterflyprincess</c:v>
                </c:pt>
                <c:pt idx="8413">
                  <c:v>nikiforova_dasha1994_2011</c:v>
                </c:pt>
                <c:pt idx="8414">
                  <c:v>nihilisticaxegrinder</c:v>
                </c:pt>
                <c:pt idx="8415">
                  <c:v>nighttimejoyrideband</c:v>
                </c:pt>
                <c:pt idx="8416">
                  <c:v>nightswatcorporation</c:v>
                </c:pt>
                <c:pt idx="8417">
                  <c:v>nightslocksmithservice</c:v>
                </c:pt>
                <c:pt idx="8418">
                  <c:v>nightslayerdragon123</c:v>
                </c:pt>
                <c:pt idx="8419">
                  <c:v>night_side_beautiful</c:v>
                </c:pt>
                <c:pt idx="8420">
                  <c:v>nightriderentertainment</c:v>
                </c:pt>
                <c:pt idx="8421">
                  <c:v>nightpassquiltseries</c:v>
                </c:pt>
                <c:pt idx="8422">
                  <c:v>night_owl_party_finder</c:v>
                </c:pt>
                <c:pt idx="8423">
                  <c:v>nightmarescreenprinting</c:v>
                </c:pt>
                <c:pt idx="8424">
                  <c:v>nightmare_nightangel</c:v>
                </c:pt>
                <c:pt idx="8425">
                  <c:v>NightmareHauntingyour</c:v>
                </c:pt>
                <c:pt idx="8426">
                  <c:v>nightmarefactoryaustin</c:v>
                </c:pt>
                <c:pt idx="8427">
                  <c:v>nightmarebeforethesleep</c:v>
                </c:pt>
                <c:pt idx="8428">
                  <c:v>nightmare_before_easter</c:v>
                </c:pt>
                <c:pt idx="8429">
                  <c:v>nightlightreflection</c:v>
                </c:pt>
                <c:pt idx="8430">
                  <c:v>nightlifeemeraldcoast</c:v>
                </c:pt>
                <c:pt idx="8431">
                  <c:v>nightfireentertainment</c:v>
                </c:pt>
                <c:pt idx="8432">
                  <c:v>nightfallwintershield</c:v>
                </c:pt>
                <c:pt idx="8433">
                  <c:v>niftynickfordtruckman</c:v>
                </c:pt>
                <c:pt idx="8434">
                  <c:v>niftylayout_samplepage005</c:v>
                </c:pt>
                <c:pt idx="8435">
                  <c:v>nicollebellefontaine</c:v>
                </c:pt>
                <c:pt idx="8436">
                  <c:v>nicolette_worthington</c:v>
                </c:pt>
                <c:pt idx="8437">
                  <c:v>nicolethomasacoustic</c:v>
                </c:pt>
                <c:pt idx="8438">
                  <c:v>nicolesoftballplayer34</c:v>
                </c:pt>
                <c:pt idx="8439">
                  <c:v>nicolemichellekim143</c:v>
                </c:pt>
                <c:pt idx="8440">
                  <c:v>nicolemariephotography</c:v>
                </c:pt>
                <c:pt idx="8441">
                  <c:v>nicole_leona_mae_babe</c:v>
                </c:pt>
                <c:pt idx="8442">
                  <c:v>nicolehutchcraft_foster</c:v>
                </c:pt>
                <c:pt idx="8443">
                  <c:v>nicolefrostphotography</c:v>
                </c:pt>
                <c:pt idx="8444">
                  <c:v>nicole_elizabeth_bolton</c:v>
                </c:pt>
                <c:pt idx="8445">
                  <c:v>nicolechristinamartinez</c:v>
                </c:pt>
                <c:pt idx="8446">
                  <c:v>nicolecampbellphotography</c:v>
                </c:pt>
                <c:pt idx="8447">
                  <c:v>nicolebradleyashleymartinkaren</c:v>
                </c:pt>
                <c:pt idx="8448">
                  <c:v>nicole_and_andy_forever</c:v>
                </c:pt>
                <c:pt idx="8449">
                  <c:v>nicky_the_super_bitch</c:v>
                </c:pt>
                <c:pt idx="8450">
                  <c:v>nicky_the_demented_teen</c:v>
                </c:pt>
                <c:pt idx="8451">
                  <c:v>nickyandfrankieforever</c:v>
                </c:pt>
                <c:pt idx="8452">
                  <c:v>nickthegeorgetownguy</c:v>
                </c:pt>
                <c:pt idx="8453">
                  <c:v>nick_prince_charming</c:v>
                </c:pt>
                <c:pt idx="8454">
                  <c:v>nickplayswithhisself</c:v>
                </c:pt>
                <c:pt idx="8455">
                  <c:v>nicklovesledzeppelin</c:v>
                </c:pt>
                <c:pt idx="8456">
                  <c:v>nickhouseentertainment</c:v>
                </c:pt>
                <c:pt idx="8457">
                  <c:v>nick_from_the_darkside</c:v>
                </c:pt>
                <c:pt idx="8458">
                  <c:v>nick_football_star_norcal</c:v>
                </c:pt>
                <c:pt idx="8459">
                  <c:v>nickelplatedcandyman</c:v>
                </c:pt>
                <c:pt idx="8460">
                  <c:v>nickelback_fan_forever</c:v>
                </c:pt>
                <c:pt idx="8461">
                  <c:v>nickeatsyourchocolate</c:v>
                </c:pt>
                <c:pt idx="8462">
                  <c:v>nick_carter_fan_site</c:v>
                </c:pt>
                <c:pt idx="8463">
                  <c:v>nickcarterfanforlife</c:v>
                </c:pt>
                <c:pt idx="8464">
                  <c:v>nickarnold4president</c:v>
                </c:pt>
                <c:pt idx="8465">
                  <c:v>nickandsabpopnatbrittbree</c:v>
                </c:pt>
                <c:pt idx="8466">
                  <c:v>nichole_northsidegirl</c:v>
                </c:pt>
                <c:pt idx="8467">
                  <c:v>nicholefrommissoulasuper</c:v>
                </c:pt>
                <c:pt idx="8468">
                  <c:v>nichole_cheerbabe_101</c:v>
                </c:pt>
                <c:pt idx="8469">
                  <c:v>nicesweetandprettygirl</c:v>
                </c:pt>
                <c:pt idx="8470">
                  <c:v>nice_lil_colorful_gurl14</c:v>
                </c:pt>
                <c:pt idx="8471">
                  <c:v>nice_guy_finish_last</c:v>
                </c:pt>
                <c:pt idx="8472">
                  <c:v>nicedifferentandunusual</c:v>
                </c:pt>
                <c:pt idx="8473">
                  <c:v>nicebutcouldactnasty</c:v>
                </c:pt>
                <c:pt idx="8474">
                  <c:v>nice_and_twisted_2004</c:v>
                </c:pt>
                <c:pt idx="8475">
                  <c:v>next_top_hairstylist</c:v>
                </c:pt>
                <c:pt idx="8476">
                  <c:v>next_stop_cedarville</c:v>
                </c:pt>
                <c:pt idx="8477">
                  <c:v>nextprofessionalstreaker</c:v>
                </c:pt>
                <c:pt idx="8478">
                  <c:v>nextgenerationguitar</c:v>
                </c:pt>
                <c:pt idx="8479">
                  <c:v>next_generation_alice</c:v>
                </c:pt>
                <c:pt idx="8480">
                  <c:v>next_duke_superstar_10</c:v>
                </c:pt>
                <c:pt idx="8481">
                  <c:v>nextdoorjazzfestival</c:v>
                </c:pt>
                <c:pt idx="8482">
                  <c:v>nextchapterentertainment</c:v>
                </c:pt>
                <c:pt idx="8483">
                  <c:v>next_champ_undertaker</c:v>
                </c:pt>
                <c:pt idx="8484">
                  <c:v>newyorkmusicconnection</c:v>
                </c:pt>
                <c:pt idx="8485">
                  <c:v>newyorkcity2shanghai</c:v>
                </c:pt>
                <c:pt idx="8486">
                  <c:v>new_york_chick_1047</c:v>
                </c:pt>
                <c:pt idx="8487">
                  <c:v>newyorkandcompany123</c:v>
                </c:pt>
                <c:pt idx="8488">
                  <c:v>newyorkalcoholicanxietyattack</c:v>
                </c:pt>
                <c:pt idx="8489">
                  <c:v>newwriter_virginiablanche</c:v>
                </c:pt>
                <c:pt idx="8490">
                  <c:v>newworldresourcecenter</c:v>
                </c:pt>
                <c:pt idx="8491">
                  <c:v>new_world_order_4life</c:v>
                </c:pt>
                <c:pt idx="8492">
                  <c:v>newwave_vintage_clothing</c:v>
                </c:pt>
                <c:pt idx="8493">
                  <c:v>newtonsouthhighschooljazz</c:v>
                </c:pt>
                <c:pt idx="8494">
                  <c:v>newtechnologydivision</c:v>
                </c:pt>
                <c:pt idx="8495">
                  <c:v>newspapperwinslottery</c:v>
                </c:pt>
                <c:pt idx="8496">
                  <c:v>newspaperdeafoldfriend</c:v>
                </c:pt>
                <c:pt idx="8497">
                  <c:v>news_and_destruction</c:v>
                </c:pt>
                <c:pt idx="8498">
                  <c:v>newsalemwitchhunters</c:v>
                </c:pt>
                <c:pt idx="8499">
                  <c:v>newportlivemusicsociety</c:v>
                </c:pt>
                <c:pt idx="8500">
                  <c:v>newporthottiemarissa</c:v>
                </c:pt>
                <c:pt idx="8501">
                  <c:v>newparadigmlogistics</c:v>
                </c:pt>
                <c:pt idx="8502">
                  <c:v>neworleansuptownruler</c:v>
                </c:pt>
                <c:pt idx="8503">
                  <c:v>neworleansshawtie504</c:v>
                </c:pt>
                <c:pt idx="8504">
                  <c:v>neworleansrebirthjazz</c:v>
                </c:pt>
                <c:pt idx="8505">
                  <c:v>neworleans_princess_504</c:v>
                </c:pt>
                <c:pt idx="8506">
                  <c:v>neworleansprincess200</c:v>
                </c:pt>
                <c:pt idx="8507">
                  <c:v>new_orleanshotgurl_4life</c:v>
                </c:pt>
                <c:pt idx="8508">
                  <c:v>neworleansbabygurl1</c:v>
                </c:pt>
                <c:pt idx="8509">
                  <c:v>neworleans504aftermath</c:v>
                </c:pt>
                <c:pt idx="8510">
                  <c:v>neworiginalsonicsound</c:v>
                </c:pt>
                <c:pt idx="8511">
                  <c:v>newly_discovered_space</c:v>
                </c:pt>
                <c:pt idx="8512">
                  <c:v>newlineentertainment</c:v>
                </c:pt>
                <c:pt idx="8513">
                  <c:v>newlifecommunitychurch2</c:v>
                </c:pt>
                <c:pt idx="8514">
                  <c:v>newjerseydimepiece1123</c:v>
                </c:pt>
                <c:pt idx="8515">
                  <c:v>newjerseydeathbrigade</c:v>
                </c:pt>
                <c:pt idx="8516">
                  <c:v>newimagepaintanddesign</c:v>
                </c:pt>
                <c:pt idx="8517">
                  <c:v>new_image_art_gallery</c:v>
                </c:pt>
                <c:pt idx="8518">
                  <c:v>newgroundsaudioportal1</c:v>
                </c:pt>
                <c:pt idx="8519">
                  <c:v>newgenerationentertainment</c:v>
                </c:pt>
                <c:pt idx="8520">
                  <c:v>newfoundglory_fan_2005</c:v>
                </c:pt>
                <c:pt idx="8521">
                  <c:v>newformatimprovisation</c:v>
                </c:pt>
                <c:pt idx="8522">
                  <c:v>newconceptphotography</c:v>
                </c:pt>
                <c:pt idx="8523">
                  <c:v>new_castle_brown_ale</c:v>
                </c:pt>
                <c:pt idx="8524">
                  <c:v>newburystreetadventure</c:v>
                </c:pt>
                <c:pt idx="8525">
                  <c:v>newbridgeposseeffect</c:v>
                </c:pt>
                <c:pt idx="8526">
                  <c:v>newbreedentertainment419</c:v>
                </c:pt>
                <c:pt idx="8527">
                  <c:v>newbreedentertainment1981</c:v>
                </c:pt>
                <c:pt idx="8528">
                  <c:v>newborndeltamike71_455</c:v>
                </c:pt>
                <c:pt idx="8529">
                  <c:v>new_blood_stalker_clan</c:v>
                </c:pt>
                <c:pt idx="8530">
                  <c:v>newberlinjazzguerrilla</c:v>
                </c:pt>
                <c:pt idx="8531">
                  <c:v>neverwasacornflakegirlie</c:v>
                </c:pt>
                <c:pt idx="8532">
                  <c:v>never_use_while_sleeping</c:v>
                </c:pt>
                <c:pt idx="8533">
                  <c:v>neverstopsshopping1992</c:v>
                </c:pt>
                <c:pt idx="8534">
                  <c:v>never_regret_anything</c:v>
                </c:pt>
                <c:pt idx="8535">
                  <c:v>never_really_knowing</c:v>
                </c:pt>
                <c:pt idx="8536">
                  <c:v>neverlovethesamefooltwice</c:v>
                </c:pt>
                <c:pt idx="8537">
                  <c:v>neverlimitdoingjoebeth</c:v>
                </c:pt>
                <c:pt idx="8538">
                  <c:v>neverletthemseeyousweat</c:v>
                </c:pt>
                <c:pt idx="8539">
                  <c:v>neverletgoofthatdream</c:v>
                </c:pt>
                <c:pt idx="8540">
                  <c:v>neverleftnorforsaken</c:v>
                </c:pt>
                <c:pt idx="8541">
                  <c:v>never_leave_this_space</c:v>
                </c:pt>
                <c:pt idx="8542">
                  <c:v>neverleavelonelyalone</c:v>
                </c:pt>
                <c:pt idx="8543">
                  <c:v>neverlandmusicproduction</c:v>
                </c:pt>
                <c:pt idx="8544">
                  <c:v>never_forgotten_randy</c:v>
                </c:pt>
                <c:pt idx="8545">
                  <c:v>neverforgetthatisland</c:v>
                </c:pt>
                <c:pt idx="8546">
                  <c:v>neverforgetgunpowderplot</c:v>
                </c:pt>
                <c:pt idx="8547">
                  <c:v>neverforgetglitterplane</c:v>
                </c:pt>
                <c:pt idx="8548">
                  <c:v>never_ever_forgotten</c:v>
                </c:pt>
                <c:pt idx="8549">
                  <c:v>neverendingvendingmachine</c:v>
                </c:pt>
                <c:pt idx="8550">
                  <c:v>never_ending_struggle</c:v>
                </c:pt>
                <c:pt idx="8551">
                  <c:v>never_ending_sausage</c:v>
                </c:pt>
                <c:pt idx="8552">
                  <c:v>neverendingnightmare101</c:v>
                </c:pt>
                <c:pt idx="8553">
                  <c:v>neverendinglove010109</c:v>
                </c:pt>
                <c:pt idx="8554">
                  <c:v>neverending_fairytale</c:v>
                </c:pt>
                <c:pt idx="8555">
                  <c:v>never_eat_sour_watermelon</c:v>
                </c:pt>
                <c:pt idx="8556">
                  <c:v>never_down_and_out182</c:v>
                </c:pt>
                <c:pt idx="8557">
                  <c:v>neverdiscounttheunderdog</c:v>
                </c:pt>
                <c:pt idx="8558">
                  <c:v>neverdiealwaysliving</c:v>
                </c:pt>
                <c:pt idx="8559">
                  <c:v>never_come_back_down_7</c:v>
                </c:pt>
                <c:pt idx="8560">
                  <c:v>neverbrokeagainentertainment</c:v>
                </c:pt>
                <c:pt idx="8561">
                  <c:v>neverbeenthegirlnextdoor</c:v>
                </c:pt>
                <c:pt idx="8562">
                  <c:v>neverbeenhappier8374</c:v>
                </c:pt>
                <c:pt idx="8563">
                  <c:v>never_been_better214</c:v>
                </c:pt>
                <c:pt idx="8564">
                  <c:v>neveragainwilliloseout</c:v>
                </c:pt>
                <c:pt idx="8565">
                  <c:v>never_4getting_jordan</c:v>
                </c:pt>
                <c:pt idx="8566">
                  <c:v>never4getalwaysremember</c:v>
                </c:pt>
                <c:pt idx="8567">
                  <c:v>neuroticsoundfoundation</c:v>
                </c:pt>
                <c:pt idx="8568">
                  <c:v>neurosisintopsychosis</c:v>
                </c:pt>
                <c:pt idx="8569">
                  <c:v>networkengineeringguy</c:v>
                </c:pt>
                <c:pt idx="8570">
                  <c:v>networkadministrator4hire</c:v>
                </c:pt>
                <c:pt idx="8571">
                  <c:v>nettletonhighschoolband</c:v>
                </c:pt>
                <c:pt idx="8572">
                  <c:v>nessatobydestruction</c:v>
                </c:pt>
                <c:pt idx="8573">
                  <c:v>nessa_tha_caramel_diva</c:v>
                </c:pt>
                <c:pt idx="8574">
                  <c:v>nessa_anne_hudgens_babe</c:v>
                </c:pt>
                <c:pt idx="8575">
                  <c:v>neoteric_always_single</c:v>
                </c:pt>
                <c:pt idx="8576">
                  <c:v>neonportraitphotography</c:v>
                </c:pt>
                <c:pt idx="8577">
                  <c:v>neon_genesis_anderson</c:v>
                </c:pt>
                <c:pt idx="8578">
                  <c:v>nelsonthesupercowboy</c:v>
                </c:pt>
                <c:pt idx="8579">
                  <c:v>nelly_not_the_rapper</c:v>
                </c:pt>
                <c:pt idx="8580">
                  <c:v>nell_finally_got_one</c:v>
                </c:pt>
                <c:pt idx="8581">
                  <c:v>neighborscornerstore</c:v>
                </c:pt>
                <c:pt idx="8582">
                  <c:v>neighborhoodsmokeman</c:v>
                </c:pt>
                <c:pt idx="8583">
                  <c:v>neighborhooddopedealer</c:v>
                </c:pt>
                <c:pt idx="8584">
                  <c:v>neighborhoodcreeprock</c:v>
                </c:pt>
                <c:pt idx="8585">
                  <c:v>neighborhoodbarrelspinner</c:v>
                </c:pt>
                <c:pt idx="8586">
                  <c:v>neighboorhod_trapstar</c:v>
                </c:pt>
                <c:pt idx="8587">
                  <c:v>negativefeedbackbios</c:v>
                </c:pt>
                <c:pt idx="8588">
                  <c:v>nefariousphilosophate</c:v>
                </c:pt>
                <c:pt idx="8589">
                  <c:v>needspecialcomforting</c:v>
                </c:pt>
                <c:pt idx="8590">
                  <c:v>needleandthreadclothes</c:v>
                </c:pt>
                <c:pt idx="8591">
                  <c:v>needleandthepainreaction</c:v>
                </c:pt>
                <c:pt idx="8592">
                  <c:v>needforspeedprostreet</c:v>
                </c:pt>
                <c:pt idx="8593">
                  <c:v>navyofficerrecruiter</c:v>
                </c:pt>
                <c:pt idx="8594">
                  <c:v>nauturalsouhernbeauty</c:v>
                </c:pt>
                <c:pt idx="8595">
                  <c:v>nauticalpearldrummer</c:v>
                </c:pt>
                <c:pt idx="8596">
                  <c:v>naughty_tinkerbell420</c:v>
                </c:pt>
                <c:pt idx="8597">
                  <c:v>naughtysouthernbelle</c:v>
                </c:pt>
                <c:pt idx="8598">
                  <c:v>naughtypolskaprincess913</c:v>
                </c:pt>
                <c:pt idx="8599">
                  <c:v>naughtyplayboypoohbear</c:v>
                </c:pt>
                <c:pt idx="8600">
                  <c:v>naughtyoneentertainment</c:v>
                </c:pt>
                <c:pt idx="8601">
                  <c:v>naughty_nurse_chic_5</c:v>
                </c:pt>
                <c:pt idx="8602">
                  <c:v>naughtynightfuzzymorning</c:v>
                </c:pt>
                <c:pt idx="8603">
                  <c:v>naughtylittleredhead</c:v>
                </c:pt>
                <c:pt idx="8604">
                  <c:v>naughtylilcountrygirl</c:v>
                </c:pt>
                <c:pt idx="8605">
                  <c:v>naughty_lil_angelic_one</c:v>
                </c:pt>
                <c:pt idx="8606">
                  <c:v>naughty_butt_nice_21</c:v>
                </c:pt>
                <c:pt idx="8607">
                  <c:v>naughtybutnicemartin</c:v>
                </c:pt>
                <c:pt idx="8608">
                  <c:v>naughty_but_nice_327</c:v>
                </c:pt>
                <c:pt idx="8609">
                  <c:v>naughtyboystreetclothing</c:v>
                </c:pt>
                <c:pt idx="8610">
                  <c:v>naughty_angel_girl2003</c:v>
                </c:pt>
                <c:pt idx="8611">
                  <c:v>naughtyandnicegirl0214</c:v>
                </c:pt>
                <c:pt idx="8612">
                  <c:v>naturial_born_killer</c:v>
                </c:pt>
                <c:pt idx="8613">
                  <c:v>naturalstory_thefaceshop</c:v>
                </c:pt>
                <c:pt idx="8614">
                  <c:v>naturalimagephotography</c:v>
                </c:pt>
                <c:pt idx="8615">
                  <c:v>naturalhealthandnutrition</c:v>
                </c:pt>
                <c:pt idx="8616">
                  <c:v>naturalessenceskincare</c:v>
                </c:pt>
                <c:pt idx="8617">
                  <c:v>natural_born_winner07</c:v>
                </c:pt>
                <c:pt idx="8618">
                  <c:v>Natural_Born_Sinner13</c:v>
                </c:pt>
                <c:pt idx="8619">
                  <c:v>naturalbornprincess83</c:v>
                </c:pt>
                <c:pt idx="8620">
                  <c:v>naturalbornguitarrist</c:v>
                </c:pt>
                <c:pt idx="8621">
                  <c:v>naturalbornbudsmoker</c:v>
                </c:pt>
                <c:pt idx="8622">
                  <c:v>naturalandmanmadedisaster</c:v>
                </c:pt>
                <c:pt idx="8623">
                  <c:v>nativenewyorker4ever</c:v>
                </c:pt>
                <c:pt idx="8624">
                  <c:v>nativegreenbutterfly</c:v>
                </c:pt>
                <c:pt idx="8625">
                  <c:v>nativeforlifeantuman</c:v>
                </c:pt>
                <c:pt idx="8626">
                  <c:v>native_animal_spirit</c:v>
                </c:pt>
                <c:pt idx="8627">
                  <c:v>nationalunderclassmen</c:v>
                </c:pt>
                <c:pt idx="8628">
                  <c:v>nationalstudentpride</c:v>
                </c:pt>
                <c:pt idx="8629">
                  <c:v>nationalsocialistmovement</c:v>
                </c:pt>
                <c:pt idx="8630">
                  <c:v>nationalpubpokerleague</c:v>
                </c:pt>
                <c:pt idx="8631">
                  <c:v>nationalproductiongroup</c:v>
                </c:pt>
                <c:pt idx="8632">
                  <c:v>nationalprettyboysociety</c:v>
                </c:pt>
                <c:pt idx="8633">
                  <c:v>nationallampooncollege</c:v>
                </c:pt>
                <c:pt idx="8634">
                  <c:v>national_guard_soldier</c:v>
                </c:pt>
                <c:pt idx="8635">
                  <c:v>nationaldisasterrock</c:v>
                </c:pt>
                <c:pt idx="8636">
                  <c:v>nationalcomedycompany</c:v>
                </c:pt>
                <c:pt idx="8637">
                  <c:v>nationalbodychallenge</c:v>
                </c:pt>
                <c:pt idx="8638">
                  <c:v>nationalbeerpongleague</c:v>
                </c:pt>
                <c:pt idx="8639">
                  <c:v>nationalarthonorsociety</c:v>
                </c:pt>
                <c:pt idx="8640">
                  <c:v>nathalienicholemonster</c:v>
                </c:pt>
                <c:pt idx="8641">
                  <c:v>natesyourhuckleberry</c:v>
                </c:pt>
                <c:pt idx="8642">
                  <c:v>nates_softball_gurl_93</c:v>
                </c:pt>
                <c:pt idx="8643">
                  <c:v>natashasciencefitness</c:v>
                </c:pt>
                <c:pt idx="8644">
                  <c:v>natashaonehundredpercent</c:v>
                </c:pt>
                <c:pt idx="8645">
                  <c:v>natasha_fencingmaster</c:v>
                </c:pt>
                <c:pt idx="8646">
                  <c:v>natasha_bedingfield_</c:v>
                </c:pt>
                <c:pt idx="8647">
                  <c:v>natashabananakingston</c:v>
                </c:pt>
                <c:pt idx="8648">
                  <c:v>natalya_gabriella_walker</c:v>
                </c:pt>
                <c:pt idx="8649">
                  <c:v>natalietheworldtraveler</c:v>
                </c:pt>
                <c:pt idx="8650">
                  <c:v>natalierebeccasinger</c:v>
                </c:pt>
                <c:pt idx="8651">
                  <c:v>natalie_rachel_marie</c:v>
                </c:pt>
                <c:pt idx="8652">
                  <c:v>natalierachelanderson</c:v>
                </c:pt>
                <c:pt idx="8653">
                  <c:v>natalie_miller_cocoapuff</c:v>
                </c:pt>
                <c:pt idx="8654">
                  <c:v>natalielaurensaunders</c:v>
                </c:pt>
                <c:pt idx="8655">
                  <c:v>natalie_jordan_lover</c:v>
                </c:pt>
                <c:pt idx="8656">
                  <c:v>nataliejadelouisegibson</c:v>
                </c:pt>
                <c:pt idx="8657">
                  <c:v>nataliedouglashazlewood</c:v>
                </c:pt>
                <c:pt idx="8658">
                  <c:v>nataliechristineward</c:v>
                </c:pt>
                <c:pt idx="8659">
                  <c:v>nataliecatanianelson</c:v>
                </c:pt>
                <c:pt idx="8660">
                  <c:v>nataliecarolinegrace</c:v>
                </c:pt>
                <c:pt idx="8661">
                  <c:v>natalee_thepokemon_master</c:v>
                </c:pt>
                <c:pt idx="8662">
                  <c:v>nasty_strawberry_gurl9</c:v>
                </c:pt>
                <c:pt idx="8663">
                  <c:v>nasty_sivaeva2010_1991</c:v>
                </c:pt>
                <c:pt idx="8664">
                  <c:v>nasty_nates_wicked_jungle</c:v>
                </c:pt>
                <c:pt idx="8665">
                  <c:v>nastyapanova21101997</c:v>
                </c:pt>
                <c:pt idx="8666">
                  <c:v>NashvilleSoccerLeague</c:v>
                </c:pt>
                <c:pt idx="8667">
                  <c:v>nashville_citysearch</c:v>
                </c:pt>
                <c:pt idx="8668">
                  <c:v>narutoakaninetailedfox</c:v>
                </c:pt>
                <c:pt idx="8669">
                  <c:v>naruto21119955991paha</c:v>
                </c:pt>
                <c:pt idx="8670">
                  <c:v>narcoticthrustofficial</c:v>
                </c:pt>
                <c:pt idx="8671">
                  <c:v>narcissitic_plastic_boy</c:v>
                </c:pt>
                <c:pt idx="8672">
                  <c:v>narcassisticdramaqueen</c:v>
                </c:pt>
                <c:pt idx="8673">
                  <c:v>naptownentertainment</c:v>
                </c:pt>
                <c:pt idx="8674">
                  <c:v>napoleon_across_globe</c:v>
                </c:pt>
                <c:pt idx="8675">
                  <c:v>naomicheriephotography</c:v>
                </c:pt>
                <c:pt idx="8676">
                  <c:v>nancymichellegreenberg</c:v>
                </c:pt>
                <c:pt idx="8677">
                  <c:v>nancy_drew_girl_detective</c:v>
                </c:pt>
                <c:pt idx="8678">
                  <c:v>nancy_always_smiling</c:v>
                </c:pt>
                <c:pt idx="8679">
                  <c:v>nana_ultra_absorbante</c:v>
                </c:pt>
                <c:pt idx="8680">
                  <c:v>nameunavailabletoobad</c:v>
                </c:pt>
                <c:pt idx="8681">
                  <c:v>name_that_was_not_picked</c:v>
                </c:pt>
                <c:pt idx="8682">
                  <c:v>nakedweapondarkangel</c:v>
                </c:pt>
                <c:pt idx="8683">
                  <c:v>nailbiterfromseaside</c:v>
                </c:pt>
                <c:pt idx="8684">
                  <c:v>mystifierforthblasphemy</c:v>
                </c:pt>
                <c:pt idx="8685">
                  <c:v>mysticgardennutrition</c:v>
                </c:pt>
                <c:pt idx="8686">
                  <c:v>mystic_force_red_ranger</c:v>
                </c:pt>
                <c:pt idx="8687">
                  <c:v>mystic_fire_entertainment</c:v>
                </c:pt>
                <c:pt idx="8688">
                  <c:v>mysticalsandfilledpit</c:v>
                </c:pt>
                <c:pt idx="8689">
                  <c:v>mysticalmagicalvienna</c:v>
                </c:pt>
                <c:pt idx="8690">
                  <c:v>mystical_flying_pixie91</c:v>
                </c:pt>
                <c:pt idx="8691">
                  <c:v>mysticalfashionscene</c:v>
                </c:pt>
                <c:pt idx="8692">
                  <c:v>mystical_dragon_druid</c:v>
                </c:pt>
                <c:pt idx="8693">
                  <c:v>mysticaldragonbreath</c:v>
                </c:pt>
                <c:pt idx="8694">
                  <c:v>mysticaldarkradiance</c:v>
                </c:pt>
                <c:pt idx="8695">
                  <c:v>mysteryskateboarder1</c:v>
                </c:pt>
                <c:pt idx="8696">
                  <c:v>mysterysciencetheater3000music</c:v>
                </c:pt>
                <c:pt idx="8697">
                  <c:v>mysterydinnerplayhouse</c:v>
                </c:pt>
                <c:pt idx="8698">
                  <c:v>mysterious_monkey_man</c:v>
                </c:pt>
                <c:pt idx="8699">
                  <c:v>mysteriousgranitesphere</c:v>
                </c:pt>
                <c:pt idx="8700">
                  <c:v>mysteriousfivepublishing</c:v>
                </c:pt>
                <c:pt idx="8701">
                  <c:v>mysteriousfallenangel</c:v>
                </c:pt>
                <c:pt idx="8702">
                  <c:v>mysteriousbassoonistgirl</c:v>
                </c:pt>
                <c:pt idx="8703">
                  <c:v>myselfandotherpeople</c:v>
                </c:pt>
                <c:pt idx="8704">
                  <c:v>myrtlethethunderturtle</c:v>
                </c:pt>
                <c:pt idx="8705">
                  <c:v>myriamakamachadolover</c:v>
                </c:pt>
                <c:pt idx="8706">
                  <c:v>mynameisnotavailable5</c:v>
                </c:pt>
                <c:pt idx="8707">
                  <c:v>muteblondiemomospringbaby</c:v>
                </c:pt>
                <c:pt idx="8708">
                  <c:v>mustmakewetforfulleffect</c:v>
                </c:pt>
                <c:pt idx="8709">
                  <c:v>mustlivethecomicallife</c:v>
                </c:pt>
                <c:pt idx="8710">
                  <c:v>mustkilllois100times</c:v>
                </c:pt>
                <c:pt idx="8711">
                  <c:v>muskokaexposurefestival</c:v>
                </c:pt>
                <c:pt idx="8712">
                  <c:v>musicyouwontfindanywhereelse</c:v>
                </c:pt>
                <c:pt idx="8713">
                  <c:v>music__wontletyou__down</c:v>
                </c:pt>
                <c:pt idx="8714">
                  <c:v>music_will_equal_life</c:v>
                </c:pt>
                <c:pt idx="8715">
                  <c:v>musicstephaniethinksisawesome</c:v>
                </c:pt>
                <c:pt idx="8716">
                  <c:v>musicstar_norderstedt</c:v>
                </c:pt>
                <c:pt idx="8717">
                  <c:v>musicstagetheatreislove</c:v>
                </c:pt>
                <c:pt idx="8718">
                  <c:v>musicskateboardinglife</c:v>
                </c:pt>
                <c:pt idx="8719">
                  <c:v>musicmonsterchick19</c:v>
                </c:pt>
                <c:pt idx="8720">
                  <c:v>musicmankaraoke_official</c:v>
                </c:pt>
                <c:pt idx="8721">
                  <c:v>musicmanagerkimberly</c:v>
                </c:pt>
                <c:pt idx="8722">
                  <c:v>musicmanagementunlimited</c:v>
                </c:pt>
                <c:pt idx="8723">
                  <c:v>music_lover_4_life_929</c:v>
                </c:pt>
                <c:pt idx="8724">
                  <c:v>music_love_live_life</c:v>
                </c:pt>
                <c:pt idx="8725">
                  <c:v>music_life_confusion</c:v>
                </c:pt>
                <c:pt idx="8726">
                  <c:v>musicindustryassociation</c:v>
                </c:pt>
                <c:pt idx="8727">
                  <c:v>musician_crazysongwriter</c:v>
                </c:pt>
                <c:pt idx="8728">
                  <c:v>musicforyourentertainment</c:v>
                </c:pt>
                <c:pt idx="8729">
                  <c:v>musicforyourbellybutton</c:v>
                </c:pt>
                <c:pt idx="8730">
                  <c:v>music_for_the_hearted</c:v>
                </c:pt>
                <c:pt idx="8731">
                  <c:v>musicforlifefestival</c:v>
                </c:pt>
                <c:pt idx="8732">
                  <c:v>musicfordaveandwhatnot</c:v>
                </c:pt>
                <c:pt idx="8733">
                  <c:v>musicfootballfanatic</c:v>
                </c:pt>
                <c:pt idx="8734">
                  <c:v>music_dealing_vampire</c:v>
                </c:pt>
                <c:pt idx="8735">
                  <c:v>musicconsultantservice</c:v>
                </c:pt>
                <c:pt idx="8736">
                  <c:v>musicbusinessoverdose</c:v>
                </c:pt>
                <c:pt idx="8737">
                  <c:v>musicbusiness101book</c:v>
                </c:pt>
                <c:pt idx="8738">
                  <c:v>musicandspeedfuelemotion</c:v>
                </c:pt>
                <c:pt idx="8739">
                  <c:v>musicandsongsandstuff</c:v>
                </c:pt>
                <c:pt idx="8740">
                  <c:v>music_always_forever</c:v>
                </c:pt>
                <c:pt idx="8741">
                  <c:v>musicalspiritualtraveler</c:v>
                </c:pt>
                <c:pt idx="8742">
                  <c:v>musicallyandlyrically</c:v>
                </c:pt>
                <c:pt idx="8743">
                  <c:v>musicaldrummer_lightspeed</c:v>
                </c:pt>
                <c:pt idx="8744">
                  <c:v>musicalartistmanagement</c:v>
                </c:pt>
                <c:pt idx="8745">
                  <c:v>musicalangelundercover</c:v>
                </c:pt>
                <c:pt idx="8746">
                  <c:v>music_addict_forever</c:v>
                </c:pt>
                <c:pt idx="8747">
                  <c:v>musicaddictedsassy1989</c:v>
                </c:pt>
                <c:pt idx="8748">
                  <c:v>musclemanjessesavage</c:v>
                </c:pt>
                <c:pt idx="8749">
                  <c:v>musclecarassociation</c:v>
                </c:pt>
                <c:pt idx="8750">
                  <c:v>murrayjuniorhighrockband</c:v>
                </c:pt>
                <c:pt idx="8751">
                  <c:v>murdersuicidemeteorslave</c:v>
                </c:pt>
                <c:pt idx="8752">
                  <c:v>murderousfiligreerox</c:v>
                </c:pt>
                <c:pt idx="8753">
                  <c:v>murderonasundaymorning</c:v>
                </c:pt>
                <c:pt idx="8754">
                  <c:v>murdercaseluxembourg</c:v>
                </c:pt>
                <c:pt idx="8755">
                  <c:v>murderblastingprocess</c:v>
                </c:pt>
                <c:pt idx="8756">
                  <c:v>munster_football_jake</c:v>
                </c:pt>
                <c:pt idx="8757">
                  <c:v>multiplepersonalitydisorder</c:v>
                </c:pt>
                <c:pt idx="8758">
                  <c:v>multimilliondollarrealtor</c:v>
                </c:pt>
                <c:pt idx="8759">
                  <c:v>multimilliondollarman</c:v>
                </c:pt>
                <c:pt idx="8760">
                  <c:v>mugshottentertainment</c:v>
                </c:pt>
                <c:pt idx="8761">
                  <c:v>muffy_the_vampire_slayer</c:v>
                </c:pt>
                <c:pt idx="8762">
                  <c:v>muffinsandthebreakfast</c:v>
                </c:pt>
                <c:pt idx="8763">
                  <c:v>muffin_man_from_hell</c:v>
                </c:pt>
                <c:pt idx="8764">
                  <c:v>muffenssmelllikenoodles</c:v>
                </c:pt>
                <c:pt idx="8765">
                  <c:v>muchbiggahproduction</c:v>
                </c:pt>
                <c:pt idx="8766">
                  <c:v>much_ado_about_nothing_</c:v>
                </c:pt>
                <c:pt idx="8767">
                  <c:v>moviesidefilmfestival</c:v>
                </c:pt>
                <c:pt idx="8768">
                  <c:v>__moviescriptending__</c:v>
                </c:pt>
                <c:pt idx="8769">
                  <c:v>move_out_the_way_bitch</c:v>
                </c:pt>
                <c:pt idx="8770">
                  <c:v>movementwesterndivision</c:v>
                </c:pt>
                <c:pt idx="8771">
                  <c:v>moveforwardneverlookback</c:v>
                </c:pt>
                <c:pt idx="8772">
                  <c:v>mouseturtlecheesecake</c:v>
                </c:pt>
                <c:pt idx="8773">
                  <c:v>mourningstar_clothing</c:v>
                </c:pt>
                <c:pt idx="8774">
                  <c:v>mountpleasantwrestler</c:v>
                </c:pt>
                <c:pt idx="8775">
                  <c:v>mountainstatewireless</c:v>
                </c:pt>
                <c:pt idx="8776">
                  <c:v>mountainshippiestarterkit</c:v>
                </c:pt>
                <c:pt idx="8777">
                  <c:v>mountainranchsamurai</c:v>
                </c:pt>
                <c:pt idx="8778">
                  <c:v>mountainheartofficial</c:v>
                </c:pt>
                <c:pt idx="8779">
                  <c:v>mountaineersportslounge</c:v>
                </c:pt>
                <c:pt idx="8780">
                  <c:v>mountaineerfromabove</c:v>
                </c:pt>
                <c:pt idx="8781">
                  <c:v>mountaineerfanmemphis</c:v>
                </c:pt>
                <c:pt idx="8782">
                  <c:v>mountainboardhireandride</c:v>
                </c:pt>
                <c:pt idx="8783">
                  <c:v>motorcrossracingbabe21</c:v>
                </c:pt>
                <c:pt idx="8784">
                  <c:v>motorcross_chick_135</c:v>
                </c:pt>
                <c:pt idx="8785">
                  <c:v>motivationandfrustration</c:v>
                </c:pt>
                <c:pt idx="8786">
                  <c:v>motionsicknessbeyond</c:v>
                </c:pt>
                <c:pt idx="8787">
                  <c:v>motionpublishingandfilm</c:v>
                </c:pt>
                <c:pt idx="8788">
                  <c:v>motionpicturesoundtrack3</c:v>
                </c:pt>
                <c:pt idx="8789">
                  <c:v>motioncitysoundtrack15</c:v>
                </c:pt>
                <c:pt idx="8790">
                  <c:v>motherwifesisterdaughter</c:v>
                </c:pt>
                <c:pt idx="8791">
                  <c:v>mothertruckerforlife</c:v>
                </c:pt>
                <c:pt idx="8792">
                  <c:v>motherfuckingrockstar</c:v>
                </c:pt>
                <c:pt idx="8793">
                  <c:v>motherfuckingprincess89</c:v>
                </c:pt>
                <c:pt idx="8794">
                  <c:v>motherfuckingprincess123</c:v>
                </c:pt>
                <c:pt idx="8795">
                  <c:v>motherfuckingniggerchrome</c:v>
                </c:pt>
                <c:pt idx="8796">
                  <c:v>motherfuckingcomputer</c:v>
                </c:pt>
                <c:pt idx="8797">
                  <c:v>motherfathersisterbrother</c:v>
                </c:pt>
                <c:pt idx="8798">
                  <c:v>mother_and_nurse1028</c:v>
                </c:pt>
                <c:pt idx="8799">
                  <c:v>motelroom_grandpiano</c:v>
                </c:pt>
                <c:pt idx="8800">
                  <c:v>most_wonderful_feeling</c:v>
                </c:pt>
                <c:pt idx="8801">
                  <c:v>mostvaluablewrestler</c:v>
                </c:pt>
                <c:pt idx="8802">
                  <c:v>most_valuable_princess_09</c:v>
                </c:pt>
                <c:pt idx="8803">
                  <c:v>mostvaluablemagician</c:v>
                </c:pt>
                <c:pt idx="8804">
                  <c:v>most_valuable_latina</c:v>
                </c:pt>
                <c:pt idx="8805">
                  <c:v>most_unique_man_ever</c:v>
                </c:pt>
                <c:pt idx="8806">
                  <c:v>mostmiserablemanindeed</c:v>
                </c:pt>
                <c:pt idx="8807">
                  <c:v>most_metal_since_iron_age</c:v>
                </c:pt>
                <c:pt idx="8808">
                  <c:v>mostknownunknown3000</c:v>
                </c:pt>
                <c:pt idx="8809">
                  <c:v>mostextraordinarymachine</c:v>
                </c:pt>
                <c:pt idx="8810">
                  <c:v>mostexaltedpotentate</c:v>
                </c:pt>
                <c:pt idx="8811">
                  <c:v>mosteligiblebachelor</c:v>
                </c:pt>
                <c:pt idx="8812">
                  <c:v>mostdisturbingprettymuch</c:v>
                </c:pt>
                <c:pt idx="8813">
                  <c:v>mostblueeyedblondeever</c:v>
                </c:pt>
                <c:pt idx="8814">
                  <c:v>mostbeautifulredhead</c:v>
                </c:pt>
                <c:pt idx="8815">
                  <c:v>mostbeautifulletdown</c:v>
                </c:pt>
                <c:pt idx="8816">
                  <c:v>MostBeautifullestThing</c:v>
                </c:pt>
                <c:pt idx="8817">
                  <c:v>mossy_oak_countryboy</c:v>
                </c:pt>
                <c:pt idx="8818">
                  <c:v>moscowdriftteamsuper</c:v>
                </c:pt>
                <c:pt idx="8819">
                  <c:v>mortuaryhackingsession</c:v>
                </c:pt>
                <c:pt idx="8820">
                  <c:v>mortgagecitycorporation</c:v>
                </c:pt>
                <c:pt idx="8821">
                  <c:v>mortalityfadingmusic</c:v>
                </c:pt>
                <c:pt idx="8822">
                  <c:v>morrislovesmashpotato</c:v>
                </c:pt>
                <c:pt idx="8823">
                  <c:v>morphosisenteractive</c:v>
                </c:pt>
                <c:pt idx="8824">
                  <c:v>morphineandchocolate</c:v>
                </c:pt>
                <c:pt idx="8825">
                  <c:v>moroccanprincess4eva</c:v>
                </c:pt>
                <c:pt idx="8826">
                  <c:v>morningstar_photography</c:v>
                </c:pt>
                <c:pt idx="8827">
                  <c:v>morninggloryyeahright</c:v>
                </c:pt>
                <c:pt idx="8828">
                  <c:v>morganthemagnificent</c:v>
                </c:pt>
                <c:pt idx="8829">
                  <c:v>morganreneeentertainment</c:v>
                </c:pt>
                <c:pt idx="8830">
                  <c:v>morganmichellefuller</c:v>
                </c:pt>
                <c:pt idx="8831">
                  <c:v>morganlax_player_2205</c:v>
                </c:pt>
                <c:pt idx="8832">
                  <c:v>morgan_its_all_inside</c:v>
                </c:pt>
                <c:pt idx="8833">
                  <c:v>morgan_elizabeth_compton</c:v>
                </c:pt>
                <c:pt idx="8834">
                  <c:v>morganelizabethbenson</c:v>
                </c:pt>
                <c:pt idx="8835">
                  <c:v>morgancoxphotography</c:v>
                </c:pt>
                <c:pt idx="8836">
                  <c:v>morgan1softballplayer</c:v>
                </c:pt>
                <c:pt idx="8837">
                  <c:v>moretroublethanitsworth</c:v>
                </c:pt>
                <c:pt idx="8838">
                  <c:v>more_than_whats_real</c:v>
                </c:pt>
                <c:pt idx="8839">
                  <c:v>more__than__useless__</c:v>
                </c:pt>
                <c:pt idx="8840">
                  <c:v>more_than_loneliness</c:v>
                </c:pt>
                <c:pt idx="8841">
                  <c:v>morescenethansonnymoore</c:v>
                </c:pt>
                <c:pt idx="8842">
                  <c:v>more_red_wine_please</c:v>
                </c:pt>
                <c:pt idx="8843">
                  <c:v>moreno_salvadorean_guy</c:v>
                </c:pt>
                <c:pt idx="8844">
                  <c:v>moreincrediblethanher</c:v>
                </c:pt>
                <c:pt idx="8845">
                  <c:v>morefairtomethanaprilrain</c:v>
                </c:pt>
                <c:pt idx="8846">
                  <c:v>morbidmollyholyholly</c:v>
                </c:pt>
                <c:pt idx="8847">
                  <c:v>morbid_depressionist</c:v>
                </c:pt>
                <c:pt idx="8848">
                  <c:v>moo_the_galloping_cat</c:v>
                </c:pt>
                <c:pt idx="8849">
                  <c:v>mooregirlcatastrophe</c:v>
                </c:pt>
                <c:pt idx="8850">
                  <c:v>moonwolfformallymindthegap</c:v>
                </c:pt>
                <c:pt idx="8851">
                  <c:v>moon_willow_cherokee</c:v>
                </c:pt>
                <c:pt idx="8852">
                  <c:v>moonshinyhappypeople</c:v>
                </c:pt>
                <c:pt idx="8853">
                  <c:v>MoonshineandHomeGrown</c:v>
                </c:pt>
                <c:pt idx="8854">
                  <c:v>moonscreamlovelyparade</c:v>
                </c:pt>
                <c:pt idx="8855">
                  <c:v>moonprincessprotector</c:v>
                </c:pt>
                <c:pt idx="8856">
                  <c:v>moonlightwalkerwoman</c:v>
                </c:pt>
                <c:pt idx="8857">
                  <c:v>moon_light_slaughter</c:v>
                </c:pt>
                <c:pt idx="8858">
                  <c:v>moonlight_knight_child</c:v>
                </c:pt>
                <c:pt idx="8859">
                  <c:v>moonlightgrahamgreer</c:v>
                </c:pt>
                <c:pt idx="8860">
                  <c:v>moonlightandparadise</c:v>
                </c:pt>
                <c:pt idx="8861">
                  <c:v>__moonlight_aka_luna__</c:v>
                </c:pt>
                <c:pt idx="8862">
                  <c:v>moonchild_blackhippie</c:v>
                </c:pt>
                <c:pt idx="8863">
                  <c:v>monster_under_the_bed</c:v>
                </c:pt>
                <c:pt idx="8864">
                  <c:v>monstertruckextravaganza</c:v>
                </c:pt>
                <c:pt idx="8865">
                  <c:v>monsterfromtheparasol</c:v>
                </c:pt>
                <c:pt idx="8866">
                  <c:v>monroehornetchic1313</c:v>
                </c:pt>
                <c:pt idx="8867">
                  <c:v>monochromeeyespectrum</c:v>
                </c:pt>
                <c:pt idx="8868">
                  <c:v>monkey__yes_the_real_one</c:v>
                </c:pt>
                <c:pt idx="8869">
                  <c:v>monkeywilldanceforfood</c:v>
                </c:pt>
                <c:pt idx="8870">
                  <c:v>monkeythebeautiful92</c:v>
                </c:pt>
                <c:pt idx="8871">
                  <c:v>monkeyquesteither1113</c:v>
                </c:pt>
                <c:pt idx="8872">
                  <c:v>monkeypuzzletreejanine</c:v>
                </c:pt>
                <c:pt idx="8873">
                  <c:v>monkeygoatdonkeychicken</c:v>
                </c:pt>
                <c:pt idx="8874">
                  <c:v>monkeycatchingpopstar</c:v>
                </c:pt>
                <c:pt idx="8875">
                  <c:v>monkeybusinessinstitute</c:v>
                </c:pt>
                <c:pt idx="8876">
                  <c:v>monkeybusiness9stuart</c:v>
                </c:pt>
                <c:pt idx="8877">
                  <c:v>monistaryentertainment</c:v>
                </c:pt>
                <c:pt idx="8878">
                  <c:v>moniquebuchanan_momo</c:v>
                </c:pt>
                <c:pt idx="8879">
                  <c:v>monica_was_here_12_18_0</c:v>
                </c:pt>
                <c:pt idx="8880">
                  <c:v>monicaraye_croballer_12</c:v>
                </c:pt>
                <c:pt idx="8881">
                  <c:v>monica_monique_martinez</c:v>
                </c:pt>
                <c:pt idx="8882">
                  <c:v>monica_merlin_aka_chola</c:v>
                </c:pt>
                <c:pt idx="8883">
                  <c:v>monicamarydivinemercy</c:v>
                </c:pt>
                <c:pt idx="8884">
                  <c:v>monicaforpresident2008</c:v>
                </c:pt>
                <c:pt idx="8885">
                  <c:v>monicafayepicklesmith</c:v>
                </c:pt>
                <c:pt idx="8886">
                  <c:v>mongooserideratheart</c:v>
                </c:pt>
                <c:pt idx="8887">
                  <c:v>mongolia_white_castle</c:v>
                </c:pt>
                <c:pt idx="8888">
                  <c:v>mongolianpopcornbutter</c:v>
                </c:pt>
                <c:pt idx="8889">
                  <c:v>moneytalksitdontspeak</c:v>
                </c:pt>
                <c:pt idx="8890">
                  <c:v>moneytalksandianswer</c:v>
                </c:pt>
                <c:pt idx="8891">
                  <c:v>moneyovereverything30</c:v>
                </c:pt>
                <c:pt idx="8892">
                  <c:v>moneyovereverything323</c:v>
                </c:pt>
                <c:pt idx="8893">
                  <c:v>moneyovereverything0</c:v>
                </c:pt>
                <c:pt idx="8894">
                  <c:v>money_over_everything</c:v>
                </c:pt>
                <c:pt idx="8895">
                  <c:v>moneyovamatterrecordsent</c:v>
                </c:pt>
                <c:pt idx="8896">
                  <c:v>moneymanentertainment</c:v>
                </c:pt>
                <c:pt idx="8897">
                  <c:v>money_maker_for_life</c:v>
                </c:pt>
                <c:pt idx="8898">
                  <c:v>moneymakerandgirltaker</c:v>
                </c:pt>
                <c:pt idx="8899">
                  <c:v>moneymaker4ever213444</c:v>
                </c:pt>
                <c:pt idx="8900">
                  <c:v>moneymachinedontplay</c:v>
                </c:pt>
                <c:pt idx="8901">
                  <c:v>MONEYGOESWITEVERYTHING</c:v>
                </c:pt>
                <c:pt idx="8902">
                  <c:v>moneydoesbuyhappiness</c:v>
                </c:pt>
                <c:pt idx="8903">
                  <c:v>moneyclipsproduction</c:v>
                </c:pt>
                <c:pt idx="8904">
                  <c:v>moneyandmuscleoutlaw</c:v>
                </c:pt>
                <c:pt idx="8905">
                  <c:v>money9power9respect9</c:v>
                </c:pt>
                <c:pt idx="8906">
                  <c:v>monavie_international</c:v>
                </c:pt>
                <c:pt idx="8907">
                  <c:v>monarchsoftballplaya</c:v>
                </c:pt>
                <c:pt idx="8908">
                  <c:v>monarchrevenuemanagement</c:v>
                </c:pt>
                <c:pt idx="8909">
                  <c:v>mona_lisa_photography</c:v>
                </c:pt>
                <c:pt idx="8910">
                  <c:v>mommytoeliandannacate</c:v>
                </c:pt>
                <c:pt idx="8911">
                  <c:v>mommylovesherprincess</c:v>
                </c:pt>
                <c:pt idx="8912">
                  <c:v>mommy_baseball_fan33</c:v>
                </c:pt>
                <c:pt idx="8913">
                  <c:v>mommy2rileyandmadison</c:v>
                </c:pt>
                <c:pt idx="8914">
                  <c:v>mommy2princesstaylor</c:v>
                </c:pt>
                <c:pt idx="8915">
                  <c:v>mommy2brandonandbradley</c:v>
                </c:pt>
                <c:pt idx="8916">
                  <c:v>molly_the_photographer</c:v>
                </c:pt>
                <c:pt idx="8917">
                  <c:v>molly_motorboat_penis</c:v>
                </c:pt>
                <c:pt idx="8918">
                  <c:v>mollydolly_melancholy</c:v>
                </c:pt>
                <c:pt idx="8919">
                  <c:v>mollybloomandherappetite</c:v>
                </c:pt>
                <c:pt idx="8920">
                  <c:v>molesterman99_killer99</c:v>
                </c:pt>
                <c:pt idx="8921">
                  <c:v>moe_money_ova_everything</c:v>
                </c:pt>
                <c:pt idx="8922">
                  <c:v>modestmousesadsappysucker</c:v>
                </c:pt>
                <c:pt idx="8923">
                  <c:v>modernyouthorchestra</c:v>
                </c:pt>
                <c:pt idx="8924">
                  <c:v>modernworldcollection</c:v>
                </c:pt>
                <c:pt idx="8925">
                  <c:v>modernrecordingtechnique</c:v>
                </c:pt>
                <c:pt idx="8926">
                  <c:v>modernrecordingcompany</c:v>
                </c:pt>
                <c:pt idx="8927">
                  <c:v>moderndayknight91290</c:v>
                </c:pt>
                <c:pt idx="8928">
                  <c:v>modernday_cinderella</c:v>
                </c:pt>
                <c:pt idx="8929">
                  <c:v>moderatesituationaleuphoria</c:v>
                </c:pt>
                <c:pt idx="8930">
                  <c:v>model_rockstar_actress</c:v>
                </c:pt>
                <c:pt idx="8931">
                  <c:v>model_jessica_nicole</c:v>
                </c:pt>
                <c:pt idx="8932">
                  <c:v>model_citizen_clothing</c:v>
                </c:pt>
                <c:pt idx="8933">
                  <c:v>modelcitizenclothing</c:v>
                </c:pt>
                <c:pt idx="8934">
                  <c:v>model_christina_hall</c:v>
                </c:pt>
                <c:pt idx="8935">
                  <c:v>mobile_addict_forever</c:v>
                </c:pt>
                <c:pt idx="8936">
                  <c:v>mixtapemeltdownsyracuse</c:v>
                </c:pt>
                <c:pt idx="8937">
                  <c:v>mixmastercolonelsanders</c:v>
                </c:pt>
                <c:pt idx="8938">
                  <c:v>mixed_with_spicy_honey</c:v>
                </c:pt>
                <c:pt idx="8939">
                  <c:v>mixedguyfromblackplanet</c:v>
                </c:pt>
                <c:pt idx="8940">
                  <c:v>mixagainstxenophobia</c:v>
                </c:pt>
                <c:pt idx="8941">
                  <c:v>mitzi.self-hazelwood</c:v>
                </c:pt>
                <c:pt idx="8942">
                  <c:v>mitchell_thomas_bird</c:v>
                </c:pt>
                <c:pt idx="8943">
                  <c:v>_mitchell_the_great_</c:v>
                </c:pt>
                <c:pt idx="8944">
                  <c:v>misunderstood_gurlshelly</c:v>
                </c:pt>
                <c:pt idx="8945">
                  <c:v>misty_madison_gilbert</c:v>
                </c:pt>
                <c:pt idx="8946">
                  <c:v>mistressvictorianorth</c:v>
                </c:pt>
                <c:pt idx="8947">
                  <c:v>mistressrobynleather</c:v>
                </c:pt>
                <c:pt idx="8948">
                  <c:v>mistresslesliesavage</c:v>
                </c:pt>
                <c:pt idx="8949">
                  <c:v>mistressbluespainslut</c:v>
                </c:pt>
                <c:pt idx="8950">
                  <c:v>mister_too_damn_good</c:v>
                </c:pt>
                <c:pt idx="8951">
                  <c:v>misterrustyshackleford</c:v>
                </c:pt>
                <c:pt idx="8952">
                  <c:v>misterinvisiblehiphop</c:v>
                </c:pt>
                <c:pt idx="8953">
                  <c:v>mister_good_from_the_hood</c:v>
                </c:pt>
                <c:pt idx="8954">
                  <c:v>misterconleyversion12</c:v>
                </c:pt>
                <c:pt idx="8955">
                  <c:v>misteradvancedplacement</c:v>
                </c:pt>
                <c:pt idx="8956">
                  <c:v>mist_and_midnight_skies</c:v>
                </c:pt>
                <c:pt idx="8957">
                  <c:v>missythecorpsefactory</c:v>
                </c:pt>
                <c:pt idx="8958">
                  <c:v>missy_imogen_princess</c:v>
                </c:pt>
                <c:pt idx="8959">
                  <c:v>missy_hearts_you_4ever</c:v>
                </c:pt>
                <c:pt idx="8960">
                  <c:v>misswhitegirlattitude</c:v>
                </c:pt>
                <c:pt idx="8961">
                  <c:v>misswestvirginia_2005</c:v>
                </c:pt>
                <c:pt idx="8962">
                  <c:v>miss_victoria_rogers</c:v>
                </c:pt>
                <c:pt idx="8963">
                  <c:v>missunderstoodvintage</c:v>
                </c:pt>
                <c:pt idx="8964">
                  <c:v>missunderstoodgurl11</c:v>
                </c:pt>
                <c:pt idx="8965">
                  <c:v>MissUnderstood_Bitch</c:v>
                </c:pt>
                <c:pt idx="8966">
                  <c:v>misstiffanymaryclaire_</c:v>
                </c:pt>
                <c:pt idx="8967">
                  <c:v>miss_tiffany_breakfast</c:v>
                </c:pt>
                <c:pt idx="8968">
                  <c:v>miss_sweet_angel_4ever</c:v>
                </c:pt>
                <c:pt idx="8969">
                  <c:v>miss_sweet_and_sassy</c:v>
                </c:pt>
                <c:pt idx="8970">
                  <c:v>miss_sexy_brianna_lynn</c:v>
                </c:pt>
                <c:pt idx="8971">
                  <c:v>missseductivezoechick</c:v>
                </c:pt>
                <c:pt idx="8972">
                  <c:v>miss_scandalous_bitch</c:v>
                </c:pt>
                <c:pt idx="8973">
                  <c:v>misssarah_thegothicshoppe</c:v>
                </c:pt>
                <c:pt idx="8974">
                  <c:v>miss_rock_trivia_200</c:v>
                </c:pt>
                <c:pt idx="8975">
                  <c:v>miss_republican_bowhead</c:v>
                </c:pt>
                <c:pt idx="8976">
                  <c:v>missreneefoxydivastyle</c:v>
                </c:pt>
                <c:pt idx="8977">
                  <c:v>miss_razorblade_romance</c:v>
                </c:pt>
                <c:pt idx="8978">
                  <c:v>missquanteriaalexandria</c:v>
                </c:pt>
                <c:pt idx="8979">
                  <c:v>miss_punk_rock_princess</c:v>
                </c:pt>
                <c:pt idx="8980">
                  <c:v>misspriss_maleficent</c:v>
                </c:pt>
                <c:pt idx="8981">
                  <c:v>missprincessjennifer</c:v>
                </c:pt>
                <c:pt idx="8982">
                  <c:v>missprincesscharming</c:v>
                </c:pt>
                <c:pt idx="8983">
                  <c:v>miss_princess_bonnie_</c:v>
                </c:pt>
                <c:pt idx="8984">
                  <c:v>miss_penny_lane_1980</c:v>
                </c:pt>
                <c:pt idx="8985">
                  <c:v>misspeanutbutterlover</c:v>
                </c:pt>
                <c:pt idx="8986">
                  <c:v>miss_peanutbuttercup</c:v>
                </c:pt>
                <c:pt idx="8987">
                  <c:v>missnortheastentertainer</c:v>
                </c:pt>
                <c:pt idx="8988">
                  <c:v>missneworleanscalliope3</c:v>
                </c:pt>
                <c:pt idx="8989">
                  <c:v>miss_new_latina_booty</c:v>
                </c:pt>
                <c:pt idx="8990">
                  <c:v>miss_new_booty_amanda</c:v>
                </c:pt>
                <c:pt idx="8991">
                  <c:v>miss.natalyaromanova</c:v>
                </c:pt>
                <c:pt idx="8992">
                  <c:v>miss_miranda_michelle</c:v>
                </c:pt>
                <c:pt idx="8993">
                  <c:v>missmichaelachatterbox</c:v>
                </c:pt>
                <c:pt idx="8994">
                  <c:v>miss_melissa_matthews</c:v>
                </c:pt>
                <c:pt idx="8995">
                  <c:v>missluckytinaforlife</c:v>
                </c:pt>
                <c:pt idx="8996">
                  <c:v>miss_loaded_god_complex</c:v>
                </c:pt>
                <c:pt idx="8997">
                  <c:v>misslindsaylouwilson</c:v>
                </c:pt>
                <c:pt idx="8998">
                  <c:v>miss_lily_evans_potter</c:v>
                </c:pt>
                <c:pt idx="8999">
                  <c:v>miss_kitty_fantastico_19</c:v>
                </c:pt>
                <c:pt idx="9000">
                  <c:v>misskittenandthehacker</c:v>
                </c:pt>
                <c:pt idx="9001">
                  <c:v>misskelseylovesheather</c:v>
                </c:pt>
                <c:pt idx="9002">
                  <c:v>missjennifromtheblock</c:v>
                </c:pt>
                <c:pt idx="9003">
                  <c:v>miss__jennifer__marie</c:v>
                </c:pt>
                <c:pt idx="9004">
                  <c:v>missjamaicaakadebbie</c:v>
                </c:pt>
                <c:pt idx="9005">
                  <c:v>miss_jacquelyn_michelle</c:v>
                </c:pt>
                <c:pt idx="9006">
                  <c:v>mississippist_basketball</c:v>
                </c:pt>
                <c:pt idx="9007">
                  <c:v>missionsemiimpossible</c:v>
                </c:pt>
                <c:pt idx="9008">
                  <c:v>missionimpossibleand1</c:v>
                </c:pt>
                <c:pt idx="9009">
                  <c:v>missinvisiblepenguin</c:v>
                </c:pt>
                <c:pt idx="9010">
                  <c:v>missinnocentprincess17</c:v>
                </c:pt>
                <c:pt idx="9011">
                  <c:v>missingthejerseyshore</c:v>
                </c:pt>
                <c:pt idx="9012">
                  <c:v>missingthefloridalife</c:v>
                </c:pt>
                <c:pt idx="9013">
                  <c:v>missinginactiontheband1</c:v>
                </c:pt>
                <c:pt idx="9014">
                  <c:v>missinginactionmusic</c:v>
                </c:pt>
                <c:pt idx="9015">
                  <c:v>missing_from_bethlehem</c:v>
                </c:pt>
                <c:pt idx="9016">
                  <c:v>missing_but_not_lost</c:v>
                </c:pt>
                <c:pt idx="9017">
                  <c:v>missingthe9beginning</c:v>
                </c:pt>
                <c:pt idx="9018">
                  <c:v>miss_hot_spicy_cherry</c:v>
                </c:pt>
                <c:pt idx="9019">
                  <c:v>miss_honey_christina18</c:v>
                </c:pt>
                <c:pt idx="9020">
                  <c:v>misshermionejanegranger</c:v>
                </c:pt>
                <c:pt idx="9021">
                  <c:v>missghettocunningham09</c:v>
                </c:pt>
                <c:pt idx="9022">
                  <c:v>miss_genevieve_marie</c:v>
                </c:pt>
                <c:pt idx="9023">
                  <c:v>missfuckingmurder</c:v>
                </c:pt>
                <c:pt idx="9024">
                  <c:v>miss_fortuneburlesque</c:v>
                </c:pt>
                <c:pt idx="9025">
                  <c:v>missflorencepecanfestival</c:v>
                </c:pt>
                <c:pt idx="9026">
                  <c:v>missfirebirdhottie74</c:v>
                </c:pt>
                <c:pt idx="9027">
                  <c:v>miss_fashion_queenie</c:v>
                </c:pt>
                <c:pt idx="9028">
                  <c:v>missfairytaledreamer</c:v>
                </c:pt>
                <c:pt idx="9029">
                  <c:v>missdiamondakaspoiledbaby</c:v>
                </c:pt>
                <c:pt idx="9030">
                  <c:v>miss_crystal_and_julia</c:v>
                </c:pt>
                <c:pt idx="9031">
                  <c:v>miss_conceited_booty</c:v>
                </c:pt>
                <c:pt idx="9032">
                  <c:v>missconceitedandspoiled</c:v>
                </c:pt>
                <c:pt idx="9033">
                  <c:v>missconceitedakamissy</c:v>
                </c:pt>
                <c:pt idx="9034">
                  <c:v>miss_cinnamon_spider</c:v>
                </c:pt>
                <c:pt idx="9035">
                  <c:v>misschocolategirl11</c:v>
                </c:pt>
                <c:pt idx="9036">
                  <c:v>miss_chocolate_delight07</c:v>
                </c:pt>
                <c:pt idx="9037">
                  <c:v>miss_chocolatedelight</c:v>
                </c:pt>
                <c:pt idx="9038">
                  <c:v>miss_chocolate_beauty</c:v>
                </c:pt>
                <c:pt idx="9039">
                  <c:v>misscheerleaderchick</c:v>
                </c:pt>
                <c:pt idx="9040">
                  <c:v>miss_cassandra_nicole</c:v>
                </c:pt>
                <c:pt idx="9041">
                  <c:v>misscarameldelight2000</c:v>
                </c:pt>
                <c:pt idx="9042">
                  <c:v>miss__brittany__lynn__21</c:v>
                </c:pt>
                <c:pt idx="9043">
                  <c:v>miss_bonita_del_barrio</c:v>
                </c:pt>
                <c:pt idx="9044">
                  <c:v>missblueberrymuffin0</c:v>
                </c:pt>
                <c:pt idx="9045">
                  <c:v>miss_blondie_thumper</c:v>
                </c:pt>
                <c:pt idx="9046">
                  <c:v>miss_beautiful_princess</c:v>
                </c:pt>
                <c:pt idx="9047">
                  <c:v>miss_beautiful_blonde</c:v>
                </c:pt>
                <c:pt idx="9048">
                  <c:v>miss_attitude_problem</c:v>
                </c:pt>
                <c:pt idx="9049">
                  <c:v>miss_ashley_michelle</c:v>
                </c:pt>
                <c:pt idx="9050">
                  <c:v>miss_ashley_ladybulldog09</c:v>
                </c:pt>
                <c:pt idx="9051">
                  <c:v>miss_ash_ley_danielle</c:v>
                </c:pt>
                <c:pt idx="9052">
                  <c:v>missashleychrisbrown</c:v>
                </c:pt>
                <c:pt idx="9053">
                  <c:v>miss_applebottom_kitty</c:v>
                </c:pt>
                <c:pt idx="9054">
                  <c:v>missangelinaballerina</c:v>
                </c:pt>
                <c:pt idx="9055">
                  <c:v>missamber_aka_bigbooty</c:v>
                </c:pt>
                <c:pt idx="9056">
                  <c:v>miss_aggie_ladynonya</c:v>
                </c:pt>
                <c:pt idx="9057">
                  <c:v>miss_adrianne_aka_nikki</c:v>
                </c:pt>
                <c:pt idx="9058">
                  <c:v>mishmash_the_almighty</c:v>
                </c:pt>
                <c:pt idx="9059">
                  <c:v>misfit_psychwardcrew</c:v>
                </c:pt>
                <c:pt idx="9060">
                  <c:v>misfitgurl_003_alejandra</c:v>
                </c:pt>
                <c:pt idx="9061">
                  <c:v>misery_needs_company</c:v>
                </c:pt>
                <c:pt idx="9062">
                  <c:v>miserymade_beautiful</c:v>
                </c:pt>
                <c:pt idx="9063">
                  <c:v>miseryandgingraphics</c:v>
                </c:pt>
                <c:pt idx="9064">
                  <c:v>mischievouslittleelf</c:v>
                </c:pt>
                <c:pt idx="9065">
                  <c:v>mischievous_lil_faery</c:v>
                </c:pt>
                <c:pt idx="9066">
                  <c:v>mischiefmayhemandsoap</c:v>
                </c:pt>
                <c:pt idx="9067">
                  <c:v>miscellaneousmusicgroup</c:v>
                </c:pt>
                <c:pt idx="9068">
                  <c:v>mirrorsonlytelloneside</c:v>
                </c:pt>
                <c:pt idx="9069">
                  <c:v>mirkwood_middle_earth</c:v>
                </c:pt>
                <c:pt idx="9070">
                  <c:v>mirkwoodforest_carin</c:v>
                </c:pt>
                <c:pt idx="9071">
                  <c:v>miriam_liltroublemaker</c:v>
                </c:pt>
                <c:pt idx="9072">
                  <c:v>miriam_fansite_and_backup</c:v>
                </c:pt>
                <c:pt idx="9073">
                  <c:v>mirandadeidreadriannebird</c:v>
                </c:pt>
                <c:pt idx="9074">
                  <c:v>miranda_and_peter_forever</c:v>
                </c:pt>
                <c:pt idx="9075">
                  <c:v>miraclesarehappening</c:v>
                </c:pt>
                <c:pt idx="9076">
                  <c:v>miracleandthesoulinterpreter</c:v>
                </c:pt>
                <c:pt idx="9077">
                  <c:v>minutemenbringingthepain</c:v>
                </c:pt>
                <c:pt idx="9078">
                  <c:v>minute_maid_lemonade</c:v>
                </c:pt>
                <c:pt idx="9079">
                  <c:v>mint_licorice_candydoll</c:v>
                </c:pt>
                <c:pt idx="9080">
                  <c:v>minsineyaratam5034250342</c:v>
                </c:pt>
                <c:pt idx="9081">
                  <c:v>minoritythebandmusic</c:v>
                </c:pt>
                <c:pt idx="9082">
                  <c:v>minorityclothinghome</c:v>
                </c:pt>
                <c:pt idx="9083">
                  <c:v>minnie_mouse__tinkerbell</c:v>
                </c:pt>
                <c:pt idx="9084">
                  <c:v>minneapolismessaround</c:v>
                </c:pt>
                <c:pt idx="9085">
                  <c:v>minium_wage_prostitute</c:v>
                </c:pt>
                <c:pt idx="9086">
                  <c:v>ministerwithoutportfolio</c:v>
                </c:pt>
                <c:pt idx="9087">
                  <c:v>mineralanimalvegetable</c:v>
                </c:pt>
                <c:pt idx="9088">
                  <c:v>minecraftstyle20031999</c:v>
                </c:pt>
                <c:pt idx="9089">
                  <c:v>mindwithfearatremble</c:v>
                </c:pt>
                <c:pt idx="9090">
                  <c:v>mindwalkrecordinglabel</c:v>
                </c:pt>
                <c:pt idx="9091">
                  <c:v>mindtripperdancesister</c:v>
                </c:pt>
                <c:pt idx="9092">
                  <c:v>mindstatethecerebralarchitect</c:v>
                </c:pt>
                <c:pt idx="9093">
                  <c:v>mindlessselfindulgence9</c:v>
                </c:pt>
                <c:pt idx="9094">
                  <c:v>mindlessgenocideband</c:v>
                </c:pt>
                <c:pt idx="9095">
                  <c:v>mindframeentertainment</c:v>
                </c:pt>
                <c:pt idx="9096">
                  <c:v>mindbodyspirit_musicman</c:v>
                </c:pt>
                <c:pt idx="9097">
                  <c:v>mindbendentertainment</c:v>
                </c:pt>
                <c:pt idx="9098">
                  <c:v>mimrahman0192115783</c:v>
                </c:pt>
                <c:pt idx="9099">
                  <c:v>mimi_made_allys_space</c:v>
                </c:pt>
                <c:pt idx="9100">
                  <c:v>mimi_aka_tha_princess</c:v>
                </c:pt>
                <c:pt idx="9101">
                  <c:v>milwaukeetoolsnotbeer</c:v>
                </c:pt>
                <c:pt idx="9102">
                  <c:v>milwaukeepunkrockmovie</c:v>
                </c:pt>
                <c:pt idx="9103">
                  <c:v>milwaukeepanfishclub</c:v>
                </c:pt>
                <c:pt idx="9104">
                  <c:v>milwaukee_brewer_girl</c:v>
                </c:pt>
                <c:pt idx="9105">
                  <c:v>miltown_representative</c:v>
                </c:pt>
                <c:pt idx="9106">
                  <c:v>mil_town_latina_gurl</c:v>
                </c:pt>
                <c:pt idx="9107">
                  <c:v>miltownhottestsinger</c:v>
                </c:pt>
                <c:pt idx="9108">
                  <c:v>milotheprojectionist</c:v>
                </c:pt>
                <c:pt idx="9109">
                  <c:v>milo3pointspecialist</c:v>
                </c:pt>
                <c:pt idx="9110">
                  <c:v>million_midget_march</c:v>
                </c:pt>
                <c:pt idx="9111">
                  <c:v>million_dollar_showgirl</c:v>
                </c:pt>
                <c:pt idx="9112">
                  <c:v>milliondollarmovieproject</c:v>
                </c:pt>
                <c:pt idx="9113">
                  <c:v>milliondollarmarijuana</c:v>
                </c:pt>
                <c:pt idx="9114">
                  <c:v>milliondollarman700</c:v>
                </c:pt>
                <c:pt idx="9115">
                  <c:v>milliondollarhappiness</c:v>
                </c:pt>
                <c:pt idx="9116">
                  <c:v>milliondollardrummer</c:v>
                </c:pt>
                <c:pt idx="9117">
                  <c:v>milliondollarcorporation</c:v>
                </c:pt>
                <c:pt idx="9118">
                  <c:v>milliondollarbaby54321</c:v>
                </c:pt>
                <c:pt idx="9119">
                  <c:v>milliondollarbaby_23</c:v>
                </c:pt>
                <c:pt idx="9120">
                  <c:v>million_dollar_baby21</c:v>
                </c:pt>
                <c:pt idx="9121">
                  <c:v>millionboyentertainment</c:v>
                </c:pt>
                <c:pt idx="9122">
                  <c:v>millionairess_lifestyle</c:v>
                </c:pt>
                <c:pt idx="9123">
                  <c:v>millionairemurdertrial</c:v>
                </c:pt>
                <c:pt idx="9124">
                  <c:v>milliethemightymouse</c:v>
                </c:pt>
                <c:pt idx="9125">
                  <c:v>milliethemagnificent</c:v>
                </c:pt>
                <c:pt idx="9126">
                  <c:v>millersixpack_2010hotmail</c:v>
                </c:pt>
                <c:pt idx="9127">
                  <c:v>millerlitelongisland</c:v>
                </c:pt>
                <c:pt idx="9128">
                  <c:v>millerlitecowgirl_02</c:v>
                </c:pt>
                <c:pt idx="9129">
                  <c:v>miller_genuine_draught</c:v>
                </c:pt>
                <c:pt idx="9130">
                  <c:v>millergenuindraftgirl</c:v>
                </c:pt>
                <c:pt idx="9131">
                  <c:v>millenniumrealtygroup</c:v>
                </c:pt>
                <c:pt idx="9132">
                  <c:v>millenniummusiccenter</c:v>
                </c:pt>
                <c:pt idx="9133">
                  <c:v>millenniummiddleschool</c:v>
                </c:pt>
                <c:pt idx="9134">
                  <c:v>millathebloodspiller</c:v>
                </c:pt>
                <c:pt idx="9135">
                  <c:v>milkthecowfeatjefflawrence</c:v>
                </c:pt>
                <c:pt idx="9136">
                  <c:v>milkshakebournemouth</c:v>
                </c:pt>
                <c:pt idx="9137">
                  <c:v>milkdoesabodygood_belle</c:v>
                </c:pt>
                <c:pt idx="9138">
                  <c:v>milkchocolate_crackbaby</c:v>
                </c:pt>
                <c:pt idx="9139">
                  <c:v>milkchocolatecandygirl</c:v>
                </c:pt>
                <c:pt idx="9140">
                  <c:v>milk_and_cookie_captain</c:v>
                </c:pt>
                <c:pt idx="9141">
                  <c:v>militarywifeandmommy</c:v>
                </c:pt>
                <c:pt idx="9142">
                  <c:v>militarygerlintraining</c:v>
                </c:pt>
                <c:pt idx="9143">
                  <c:v>militarycastrofamily</c:v>
                </c:pt>
                <c:pt idx="9144">
                  <c:v>milfordhighschooldrumline</c:v>
                </c:pt>
                <c:pt idx="9145">
                  <c:v>mikeyiscoolerthanyou</c:v>
                </c:pt>
                <c:pt idx="9146">
                  <c:v>mike_the_shadowdancer</c:v>
                </c:pt>
                <c:pt idx="9147">
                  <c:v>mike_the_magnificent</c:v>
                </c:pt>
                <c:pt idx="9148">
                  <c:v>mikethegoodlookingbrother</c:v>
                </c:pt>
                <c:pt idx="9149">
                  <c:v>mikethefatcocksucker</c:v>
                </c:pt>
                <c:pt idx="9150">
                  <c:v>mikesweetwiththemustang</c:v>
                </c:pt>
                <c:pt idx="9151">
                  <c:v>_mike_shela_burnside</c:v>
                </c:pt>
                <c:pt idx="9152">
                  <c:v>mikepleaseacceptthisname</c:v>
                </c:pt>
                <c:pt idx="9153">
                  <c:v>mike_metalforbreakfast</c:v>
                </c:pt>
                <c:pt idx="9154">
                  <c:v>mikemendozatalksport</c:v>
                </c:pt>
                <c:pt idx="9155">
                  <c:v>mikeloveakayoungdutch</c:v>
                </c:pt>
                <c:pt idx="9156">
                  <c:v>mike_king_football_playa</c:v>
                </c:pt>
                <c:pt idx="9157">
                  <c:v>mikejoechrissamapathy</c:v>
                </c:pt>
                <c:pt idx="9158">
                  <c:v>mikehelicoptertech2189</c:v>
                </c:pt>
                <c:pt idx="9159">
                  <c:v>mikefromsuperfreshanddope</c:v>
                </c:pt>
                <c:pt idx="9160">
                  <c:v>mike_collins_superstar</c:v>
                </c:pt>
                <c:pt idx="9161">
                  <c:v>mikecarrolllottolout</c:v>
                </c:pt>
                <c:pt idx="9162">
                  <c:v>mikeblackandemiliewhite</c:v>
                </c:pt>
                <c:pt idx="9163">
                  <c:v>mike_bearingtheblame</c:v>
                </c:pt>
                <c:pt idx="9164">
                  <c:v>mike_and_sarah_4ever</c:v>
                </c:pt>
                <c:pt idx="9165">
                  <c:v>mikeandmichellerobinson</c:v>
                </c:pt>
                <c:pt idx="9166">
                  <c:v>mikeandallisonforever</c:v>
                </c:pt>
                <c:pt idx="9167">
                  <c:v>mike31_the_unforgiven</c:v>
                </c:pt>
                <c:pt idx="9168">
                  <c:v>miharu_the_lone_wolf</c:v>
                </c:pt>
                <c:pt idx="9169">
                  <c:v>mightyjoeyoungsoundtrack</c:v>
                </c:pt>
                <c:pt idx="9170">
                  <c:v>mightyangel_for_life</c:v>
                </c:pt>
                <c:pt idx="9171">
                  <c:v>mightcauseacoldfront</c:v>
                </c:pt>
                <c:pt idx="9172">
                  <c:v>miffanychurbobblecobble</c:v>
                </c:pt>
                <c:pt idx="9173">
                  <c:v>midwestparanormalsociety</c:v>
                </c:pt>
                <c:pt idx="9174">
                  <c:v>midwestmustangassociation</c:v>
                </c:pt>
                <c:pt idx="9175">
                  <c:v>mid_west_entertainment</c:v>
                </c:pt>
                <c:pt idx="9176">
                  <c:v>midtermbreakstreetteam</c:v>
                </c:pt>
                <c:pt idx="9177">
                  <c:v>midtempointernational</c:v>
                </c:pt>
                <c:pt idx="9178">
                  <c:v>midsummersnowsideproject</c:v>
                </c:pt>
                <c:pt idx="9179">
                  <c:v>midnighttemptressamy</c:v>
                </c:pt>
                <c:pt idx="9180">
                  <c:v>midnightsun_lightningrain</c:v>
                </c:pt>
                <c:pt idx="9181">
                  <c:v>midnightsolareclipse</c:v>
                </c:pt>
                <c:pt idx="9182">
                  <c:v>midnightsocietycrashandburn</c:v>
                </c:pt>
                <c:pt idx="9183">
                  <c:v>midnight_snackattacksarah</c:v>
                </c:pt>
                <c:pt idx="9184">
                  <c:v>midnight_motion_band</c:v>
                </c:pt>
                <c:pt idx="9185">
                  <c:v>midnight_moon_mistress</c:v>
                </c:pt>
                <c:pt idx="9186">
                  <c:v>midnightmantheivorydream</c:v>
                </c:pt>
                <c:pt idx="9187">
                  <c:v>midnightloveensemble</c:v>
                </c:pt>
                <c:pt idx="9188">
                  <c:v>midnightillusionmusic</c:v>
                </c:pt>
                <c:pt idx="9189">
                  <c:v>midnight_hour_photography</c:v>
                </c:pt>
                <c:pt idx="9190">
                  <c:v>midnightgenesismetal</c:v>
                </c:pt>
                <c:pt idx="9191">
                  <c:v>midnightempresskingdom</c:v>
                </c:pt>
                <c:pt idx="9192">
                  <c:v>midmonroeanimalhospital</c:v>
                </c:pt>
                <c:pt idx="9193">
                  <c:v>midlifecrisisrockband</c:v>
                </c:pt>
                <c:pt idx="9194">
                  <c:v>midlifecrisisorlando</c:v>
                </c:pt>
                <c:pt idx="9195">
                  <c:v>midknightgamblerscarclub</c:v>
                </c:pt>
                <c:pt idx="9196">
                  <c:v>midgetsmugglerisland</c:v>
                </c:pt>
                <c:pt idx="9197">
                  <c:v>midget_munchkin_teacher</c:v>
                </c:pt>
                <c:pt idx="9198">
                  <c:v>middleschoolworshipteam</c:v>
                </c:pt>
                <c:pt idx="9199">
                  <c:v>middlematadorblocker</c:v>
                </c:pt>
                <c:pt idx="9200">
                  <c:v>middlegeorgiabaseball</c:v>
                </c:pt>
                <c:pt idx="9201">
                  <c:v>middlefingerguitarist</c:v>
                </c:pt>
                <c:pt idx="9202">
                  <c:v>middleeastpeaceorchestra</c:v>
                </c:pt>
                <c:pt idx="9203">
                  <c:v>middleeasternterrorist</c:v>
                </c:pt>
                <c:pt idx="9204">
                  <c:v>middleeasternliterature</c:v>
                </c:pt>
                <c:pt idx="9205">
                  <c:v>middle_eastern_holiday</c:v>
                </c:pt>
                <c:pt idx="9206">
                  <c:v>midbaseball2909blake</c:v>
                </c:pt>
                <c:pt idx="9207">
                  <c:v>midatlanticfilmfestival</c:v>
                </c:pt>
                <c:pt idx="9208">
                  <c:v>midaircollisionofficial</c:v>
                </c:pt>
                <c:pt idx="9209">
                  <c:v>mickymouseashenfelter</c:v>
                </c:pt>
                <c:pt idx="9210">
                  <c:v>micky_and_claire_4ever</c:v>
                </c:pt>
                <c:pt idx="9211">
                  <c:v>mick_master_mike200</c:v>
                </c:pt>
                <c:pt idx="9212">
                  <c:v>michigansportsfan1975</c:v>
                </c:pt>
                <c:pt idx="9213">
                  <c:v>michiganfootballfreak</c:v>
                </c:pt>
                <c:pt idx="9214">
                  <c:v>michiganfootballfan4ever</c:v>
                </c:pt>
                <c:pt idx="9215">
                  <c:v>michigandopedealer420</c:v>
                </c:pt>
                <c:pt idx="9216">
                  <c:v>michellethehappymommy</c:v>
                </c:pt>
                <c:pt idx="9217">
                  <c:v>michellethebombshell</c:v>
                </c:pt>
                <c:pt idx="9218">
                  <c:v>michelletaffyhearts21</c:v>
                </c:pt>
                <c:pt idx="9219">
                  <c:v>michellesoutherncharm</c:v>
                </c:pt>
                <c:pt idx="9220">
                  <c:v>michelle_singsongwriter</c:v>
                </c:pt>
                <c:pt idx="9221">
                  <c:v>michellesingersongwriter</c:v>
                </c:pt>
                <c:pt idx="9222">
                  <c:v>michelleshortandsweet</c:v>
                </c:pt>
                <c:pt idx="9223">
                  <c:v>michelleseckinger01204</c:v>
                </c:pt>
                <c:pt idx="9224">
                  <c:v>michelle_noel_sanders</c:v>
                </c:pt>
                <c:pt idx="9225">
                  <c:v>michelle_nicole_simpson</c:v>
                </c:pt>
                <c:pt idx="9226">
                  <c:v>michellemoralesvincent</c:v>
                </c:pt>
                <c:pt idx="9227">
                  <c:v>michelle_milstead2003</c:v>
                </c:pt>
                <c:pt idx="9228">
                  <c:v>michelle_messing_around</c:v>
                </c:pt>
                <c:pt idx="9229">
                  <c:v>michellemariefreeman</c:v>
                </c:pt>
                <c:pt idx="9230">
                  <c:v>michellelynncampbell</c:v>
                </c:pt>
                <c:pt idx="9231">
                  <c:v>michellelillycrowder</c:v>
                </c:pt>
                <c:pt idx="9232">
                  <c:v>michellelawrencemusic</c:v>
                </c:pt>
                <c:pt idx="9233">
                  <c:v>michelle_jayne_louise</c:v>
                </c:pt>
                <c:pt idx="9234">
                  <c:v>michellehudsontucker</c:v>
                </c:pt>
                <c:pt idx="9235">
                  <c:v>michellehotchocolate</c:v>
                </c:pt>
                <c:pt idx="9236">
                  <c:v>michelle_from_foolhouse</c:v>
                </c:pt>
                <c:pt idx="9237">
                  <c:v>michellefishheadpants</c:v>
                </c:pt>
                <c:pt idx="9238">
                  <c:v>michelle_crazy_like_whoa</c:v>
                </c:pt>
                <c:pt idx="9239">
                  <c:v>michelle_cheerleader4life</c:v>
                </c:pt>
                <c:pt idx="9240">
                  <c:v>michellebuchananmusic</c:v>
                </c:pt>
                <c:pt idx="9241">
                  <c:v>michellebranchhillaryclinton</c:v>
                </c:pt>
                <c:pt idx="9242">
                  <c:v>michellebonillamusic</c:v>
                </c:pt>
                <c:pt idx="9243">
                  <c:v>michelleblueicedtiger</c:v>
                </c:pt>
                <c:pt idx="9244">
                  <c:v>michelle_babygirl805</c:v>
                </c:pt>
                <c:pt idx="9245">
                  <c:v>michellebaby_forever</c:v>
                </c:pt>
                <c:pt idx="9246">
                  <c:v>michelleashleynicole</c:v>
                </c:pt>
                <c:pt idx="9247">
                  <c:v>michelleangelicamartinez</c:v>
                </c:pt>
                <c:pt idx="9248">
                  <c:v>michelleandylanforever</c:v>
                </c:pt>
                <c:pt idx="9249">
                  <c:v>michelleandlindsayfoo</c:v>
                </c:pt>
                <c:pt idx="9250">
                  <c:v>michelle_and_kari_kent</c:v>
                </c:pt>
                <c:pt idx="9251">
                  <c:v>michelle_and_joe_1998</c:v>
                </c:pt>
                <c:pt idx="9252">
                  <c:v>michelle_and_alexandra919</c:v>
                </c:pt>
                <c:pt idx="9253">
                  <c:v>michelle_aka_sunshine</c:v>
                </c:pt>
                <c:pt idx="9254">
                  <c:v>michele_the_sexy_beastie</c:v>
                </c:pt>
                <c:pt idx="9255">
                  <c:v>michele_prettypoison</c:v>
                </c:pt>
                <c:pt idx="9256">
                  <c:v>michelecoxphotography</c:v>
                </c:pt>
                <c:pt idx="9257">
                  <c:v>michaelalancarpenter</c:v>
                </c:pt>
                <c:pt idx="9258">
                  <c:v>michaela_and_maria_rock</c:v>
                </c:pt>
                <c:pt idx="9259">
                  <c:v>miasexysouthernbelle</c:v>
                </c:pt>
                <c:pt idx="9260">
                  <c:v>MiaNterry2gether4eva</c:v>
                </c:pt>
                <c:pt idx="9261">
                  <c:v>miamipolicepatrolsouthend</c:v>
                </c:pt>
                <c:pt idx="9262">
                  <c:v>miamimusicconference</c:v>
                </c:pt>
                <c:pt idx="9263">
                  <c:v>miamigurlindabuilding</c:v>
                </c:pt>
                <c:pt idx="9264">
                  <c:v>miamibeachrecordingstudio</c:v>
                </c:pt>
                <c:pt idx="9265">
                  <c:v>miamibeachrealestate</c:v>
                </c:pt>
                <c:pt idx="9266">
                  <c:v>mia_hearts_the_pepper</c:v>
                </c:pt>
                <c:pt idx="9267">
                  <c:v>mia_got_shot_like_yeah</c:v>
                </c:pt>
                <c:pt idx="9268">
                  <c:v>miabellaprincessmisty</c:v>
                </c:pt>
                <c:pt idx="9269">
                  <c:v>metropolitanmurderweapon</c:v>
                </c:pt>
                <c:pt idx="9270">
                  <c:v>meteorologistnickjohnston</c:v>
                </c:pt>
                <c:pt idx="9271">
                  <c:v>metaphysicalstreetteam</c:v>
                </c:pt>
                <c:pt idx="9272">
                  <c:v>metaphysicalrabbithole</c:v>
                </c:pt>
                <c:pt idx="9273">
                  <c:v>metal_thrashing_madman</c:v>
                </c:pt>
                <c:pt idx="9274">
                  <c:v>metalstormentertainment</c:v>
                </c:pt>
                <c:pt idx="9275">
                  <c:v>metalrockpunkmixtape</c:v>
                </c:pt>
                <c:pt idx="9276">
                  <c:v>metalpeekaboostranger</c:v>
                </c:pt>
                <c:pt idx="9277">
                  <c:v>metal_monster_maniac</c:v>
                </c:pt>
                <c:pt idx="9278">
                  <c:v>metal_head_freak_4_life_</c:v>
                </c:pt>
                <c:pt idx="9279">
                  <c:v>metalheadedguitarfreak</c:v>
                </c:pt>
                <c:pt idx="9280">
                  <c:v>metalbitchphotography</c:v>
                </c:pt>
                <c:pt idx="9281">
                  <c:v>metalandrockarewicked</c:v>
                </c:pt>
                <c:pt idx="9282">
                  <c:v>metalandhardcorefever</c:v>
                </c:pt>
                <c:pt idx="9283">
                  <c:v>messin_with_the_great</c:v>
                </c:pt>
                <c:pt idx="9284">
                  <c:v>messheadclothingtest</c:v>
                </c:pt>
                <c:pt idx="9285">
                  <c:v>messagefromthebeyond</c:v>
                </c:pt>
                <c:pt idx="9286">
                  <c:v>message_beneath_contempt</c:v>
                </c:pt>
                <c:pt idx="9287">
                  <c:v>mesquiteseniorprank0</c:v>
                </c:pt>
                <c:pt idx="9288">
                  <c:v>merrylittlemetalhead</c:v>
                </c:pt>
                <c:pt idx="9289">
                  <c:v>meredithloverforever</c:v>
                </c:pt>
                <c:pt idx="9290">
                  <c:v>meredithcorsonbaldwin</c:v>
                </c:pt>
                <c:pt idx="9291">
                  <c:v>mercynightclubregular</c:v>
                </c:pt>
                <c:pt idx="9292">
                  <c:v>mercyjusticehumilitylove</c:v>
                </c:pt>
                <c:pt idx="9293">
                  <c:v>mercilessmobsopranoboy</c:v>
                </c:pt>
                <c:pt idx="9294">
                  <c:v>mercedespinkiceprincess</c:v>
                </c:pt>
                <c:pt idx="9295">
                  <c:v>mercedes_lynn_conway</c:v>
                </c:pt>
                <c:pt idx="9296">
                  <c:v>mercedesdaniellesmith</c:v>
                </c:pt>
                <c:pt idx="9297">
                  <c:v>mercedesceceliasteelman</c:v>
                </c:pt>
                <c:pt idx="9298">
                  <c:v>mentorsonlyrealhiphop</c:v>
                </c:pt>
                <c:pt idx="9299">
                  <c:v>mentallyunstablegoalie</c:v>
                </c:pt>
                <c:pt idx="9300">
                  <c:v>mentallydisturbedguy</c:v>
                </c:pt>
                <c:pt idx="9301">
                  <c:v>menshouldnotfearpink</c:v>
                </c:pt>
                <c:pt idx="9302">
                  <c:v>mendontprotectyouanymore</c:v>
                </c:pt>
                <c:pt idx="9303">
                  <c:v>memphis_tiger_4_life</c:v>
                </c:pt>
                <c:pt idx="9304">
                  <c:v>memphis_blood_nigger</c:v>
                </c:pt>
                <c:pt idx="9305">
                  <c:v>memoryplayshideandseek</c:v>
                </c:pt>
                <c:pt idx="9306">
                  <c:v>memorial_hall_library</c:v>
                </c:pt>
                <c:pt idx="9307">
                  <c:v>memorialdayweekend4ever</c:v>
                </c:pt>
                <c:pt idx="9308">
                  <c:v>meloncholic_desperation</c:v>
                </c:pt>
                <c:pt idx="9309">
                  <c:v>melodystyleapartment</c:v>
                </c:pt>
                <c:pt idx="9310">
                  <c:v>melody_chapman_tucker</c:v>
                </c:pt>
                <c:pt idx="9311">
                  <c:v>melodicenergycommission</c:v>
                </c:pt>
                <c:pt idx="9312">
                  <c:v>melodicdeathmetalmike</c:v>
                </c:pt>
                <c:pt idx="9313">
                  <c:v>melodicabortionorchestra</c:v>
                </c:pt>
                <c:pt idx="9314">
                  <c:v>mellyloveskelly21385</c:v>
                </c:pt>
                <c:pt idx="9315">
                  <c:v>mellow_yellow_fellow</c:v>
                </c:pt>
                <c:pt idx="9316">
                  <c:v>MellonCollieButterfly</c:v>
                </c:pt>
                <c:pt idx="9317">
                  <c:v>melissatonyaustinevan</c:v>
                </c:pt>
                <c:pt idx="9318">
                  <c:v>melissatheweddingplanner</c:v>
                </c:pt>
                <c:pt idx="9319">
                  <c:v>melissa_the_notorious</c:v>
                </c:pt>
                <c:pt idx="9320">
                  <c:v>melissastinkerbellpage</c:v>
                </c:pt>
                <c:pt idx="9321">
                  <c:v>melissasteinphotography</c:v>
                </c:pt>
                <c:pt idx="9322">
                  <c:v>melissa_soccerbabe09</c:v>
                </c:pt>
                <c:pt idx="9323">
                  <c:v>melissa_sexyblonde_18</c:v>
                </c:pt>
                <c:pt idx="9324">
                  <c:v>melissa_sexy_baby_101</c:v>
                </c:pt>
                <c:pt idx="9325">
                  <c:v>melissa_rock_life_hard</c:v>
                </c:pt>
                <c:pt idx="9326">
                  <c:v>melissareneefranklin</c:v>
                </c:pt>
                <c:pt idx="9327">
                  <c:v>Melissa_Petersen1229</c:v>
                </c:pt>
                <c:pt idx="9328">
                  <c:v>melissa_missy_whatever</c:v>
                </c:pt>
                <c:pt idx="9329">
                  <c:v>melissamichellesmith0128</c:v>
                </c:pt>
                <c:pt idx="9330">
                  <c:v>melissamichellemitchell</c:v>
                </c:pt>
                <c:pt idx="9331">
                  <c:v>melissa_marie_walker</c:v>
                </c:pt>
                <c:pt idx="9332">
                  <c:v>melissamariemartinez</c:v>
                </c:pt>
                <c:pt idx="9333">
                  <c:v>melissa_marie_collins</c:v>
                </c:pt>
                <c:pt idx="9334">
                  <c:v>melissamadethisforme</c:v>
                </c:pt>
                <c:pt idx="9335">
                  <c:v>melissa_little_bastard</c:v>
                </c:pt>
                <c:pt idx="9336">
                  <c:v>melissa_joan_hart_fan</c:v>
                </c:pt>
                <c:pt idx="9337">
                  <c:v>melissa_exotic_piercer</c:v>
                </c:pt>
                <c:pt idx="9338">
                  <c:v>melissachrisanddanny</c:v>
                </c:pt>
                <c:pt idx="9339">
                  <c:v>melissa_aka_the_best</c:v>
                </c:pt>
                <c:pt idx="9340">
                  <c:v>melindawarrenhalliwell</c:v>
                </c:pt>
                <c:pt idx="9341">
                  <c:v>melinda_linda_whiteout</c:v>
                </c:pt>
                <c:pt idx="9342">
                  <c:v>melindajoshandalison</c:v>
                </c:pt>
                <c:pt idx="9343">
                  <c:v>mel_dirtycountrygirl</c:v>
                </c:pt>
                <c:pt idx="9344">
                  <c:v>melaniechapmanalways</c:v>
                </c:pt>
                <c:pt idx="9345">
                  <c:v>melanie__arellano100</c:v>
                </c:pt>
                <c:pt idx="9346">
                  <c:v>melancholymetalchick</c:v>
                </c:pt>
                <c:pt idx="9347">
                  <c:v>melancholicresidualdamage</c:v>
                </c:pt>
                <c:pt idx="9348">
                  <c:v>meitrixstudio54_chris</c:v>
                </c:pt>
                <c:pt idx="9349">
                  <c:v>meinernameristgunter</c:v>
                </c:pt>
                <c:pt idx="9350">
                  <c:v>meharchaingangsoldier54</c:v>
                </c:pt>
                <c:pt idx="9351">
                  <c:v>meghanfrigginelizabeth</c:v>
                </c:pt>
                <c:pt idx="9352">
                  <c:v>meghan7greenmountain</c:v>
                </c:pt>
                <c:pt idx="9353">
                  <c:v>megan_taylor_donahue</c:v>
                </c:pt>
                <c:pt idx="9354">
                  <c:v>meganparker_roleplayer</c:v>
                </c:pt>
                <c:pt idx="9355">
                  <c:v>meganpalmerspikedriver</c:v>
                </c:pt>
                <c:pt idx="9356">
                  <c:v>megan_middlename_gorman</c:v>
                </c:pt>
                <c:pt idx="9357">
                  <c:v>megan_gilbert_spicer</c:v>
                </c:pt>
                <c:pt idx="9358">
                  <c:v>meganelizabethparker</c:v>
                </c:pt>
                <c:pt idx="9359">
                  <c:v>megan_elizabeth_manning</c:v>
                </c:pt>
                <c:pt idx="9360">
                  <c:v>_megan_beautiful_kiss</c:v>
                </c:pt>
                <c:pt idx="9361">
                  <c:v>megan_babygurl_redbone</c:v>
                </c:pt>
                <c:pt idx="9362">
                  <c:v>meganandveetelevision</c:v>
                </c:pt>
                <c:pt idx="9363">
                  <c:v>meganandcarl4fourlife</c:v>
                </c:pt>
                <c:pt idx="9364">
                  <c:v>meganandbrandon4ever</c:v>
                </c:pt>
                <c:pt idx="9365">
                  <c:v>meetthaloverandthefighter</c:v>
                </c:pt>
                <c:pt idx="9366">
                  <c:v>meetandgreet_podcast</c:v>
                </c:pt>
                <c:pt idx="9367">
                  <c:v>medical_injury_lawyer</c:v>
                </c:pt>
                <c:pt idx="9368">
                  <c:v>medford_him_street_team</c:v>
                </c:pt>
                <c:pt idx="9369">
                  <c:v>mechanicaldeathwhore</c:v>
                </c:pt>
                <c:pt idx="9370">
                  <c:v>meatwadmoonmaster1</c:v>
                </c:pt>
                <c:pt idx="9371">
                  <c:v>meangreenturtlemachine</c:v>
                </c:pt>
                <c:pt idx="9372">
                  <c:v>meangreensloppyjoemachine</c:v>
                </c:pt>
                <c:pt idx="9373">
                  <c:v>meanfaceentertainment</c:v>
                </c:pt>
                <c:pt idx="9374">
                  <c:v>meaghan_rachel_ashley</c:v>
                </c:pt>
                <c:pt idx="9375">
                  <c:v>meagan_1andonly_beautiful</c:v>
                </c:pt>
                <c:pt idx="9376">
                  <c:v>meadowbrooknightlife</c:v>
                </c:pt>
                <c:pt idx="9377">
                  <c:v>mayraisprincess4ever</c:v>
                </c:pt>
                <c:pt idx="9378">
                  <c:v>maygoodprevailoverevil</c:v>
                </c:pt>
                <c:pt idx="9379">
                  <c:v>maygodblessourmilitary</c:v>
                </c:pt>
                <c:pt idx="9380">
                  <c:v>mayexperienceturbulence</c:v>
                </c:pt>
                <c:pt idx="9381">
                  <c:v>maycauseinternalbleeding</c:v>
                </c:pt>
                <c:pt idx="9382">
                  <c:v>maybridgerealitygroup</c:v>
                </c:pt>
                <c:pt idx="9383">
                  <c:v>may11981causticalone</c:v>
                </c:pt>
                <c:pt idx="9384">
                  <c:v>maxtownnotgrapestreet</c:v>
                </c:pt>
                <c:pt idx="9385">
                  <c:v>maxine_and_gwendolyn</c:v>
                </c:pt>
                <c:pt idx="9386">
                  <c:v>maximustheinvincible</c:v>
                </c:pt>
                <c:pt idx="9387">
                  <c:v>maximuslapteff472022934</c:v>
                </c:pt>
                <c:pt idx="9388">
                  <c:v>maximumarticulatingthing</c:v>
                </c:pt>
                <c:pt idx="9389">
                  <c:v>maximizeyourenjoyment</c:v>
                </c:pt>
                <c:pt idx="9390">
                  <c:v>maximillionvalentine</c:v>
                </c:pt>
                <c:pt idx="9391">
                  <c:v>maxhiding_questionmark</c:v>
                </c:pt>
                <c:pt idx="9392">
                  <c:v>max89042511499odapob48</c:v>
                </c:pt>
                <c:pt idx="9393">
                  <c:v>mavisbeaconteachestyping</c:v>
                </c:pt>
                <c:pt idx="9394">
                  <c:v>maverickallstarcheer</c:v>
                </c:pt>
                <c:pt idx="9395">
                  <c:v>mattison_basketball25</c:v>
                </c:pt>
                <c:pt idx="9396">
                  <c:v>mattisnotmusicallytalented</c:v>
                </c:pt>
                <c:pt idx="9397">
                  <c:v>mattie_depressed_single</c:v>
                </c:pt>
                <c:pt idx="9398">
                  <c:v>matthewutteruniversity</c:v>
                </c:pt>
                <c:pt idx="9399">
                  <c:v>matthewtravisperry802</c:v>
                </c:pt>
                <c:pt idx="9400">
                  <c:v>matthewthomasmartinez</c:v>
                </c:pt>
                <c:pt idx="9401">
                  <c:v>matthewspervertedorgan</c:v>
                </c:pt>
                <c:pt idx="9402">
                  <c:v>matthewsmusicandworld</c:v>
                </c:pt>
                <c:pt idx="9403">
                  <c:v>matthewpinballwizard</c:v>
                </c:pt>
                <c:pt idx="9404">
                  <c:v>matthewpattersonlancaster</c:v>
                </c:pt>
                <c:pt idx="9405">
                  <c:v>matthewharperphotography</c:v>
                </c:pt>
                <c:pt idx="9406">
                  <c:v>matthewgoodnightrock</c:v>
                </c:pt>
                <c:pt idx="9407">
                  <c:v>matthew_can_kick_ass</c:v>
                </c:pt>
                <c:pt idx="9408">
                  <c:v>matthewbrowncreative</c:v>
                </c:pt>
                <c:pt idx="9409">
                  <c:v>matthewbenjamincompton</c:v>
                </c:pt>
                <c:pt idx="9410">
                  <c:v>matthewandaprilevans</c:v>
                </c:pt>
                <c:pt idx="9411">
                  <c:v>matthewallenanderson</c:v>
                </c:pt>
                <c:pt idx="9412">
                  <c:v>matthew_aka_hollywud</c:v>
                </c:pt>
                <c:pt idx="9413">
                  <c:v>matthecreepycheerleader</c:v>
                </c:pt>
                <c:pt idx="9414">
                  <c:v>matlaevasvetlana1143</c:v>
                </c:pt>
                <c:pt idx="9415">
                  <c:v>mathsuccessunlimited</c:v>
                </c:pt>
                <c:pt idx="9416">
                  <c:v>mathfeaturingbritthuff</c:v>
                </c:pt>
                <c:pt idx="9417">
                  <c:v>matfromthesimpsonworld</c:v>
                </c:pt>
                <c:pt idx="9418">
                  <c:v>materialchickgonefamous</c:v>
                </c:pt>
                <c:pt idx="9419">
                  <c:v>mater_academy_lion_band</c:v>
                </c:pt>
                <c:pt idx="9420">
                  <c:v>matefeedkillrepeat90</c:v>
                </c:pt>
                <c:pt idx="9421">
                  <c:v>masturbateswithtoothbrush</c:v>
                </c:pt>
                <c:pt idx="9422">
                  <c:v>masterwayneakabatman</c:v>
                </c:pt>
                <c:pt idx="9423">
                  <c:v>masterstoneandthecobrakai</c:v>
                </c:pt>
                <c:pt idx="9424">
                  <c:v>mastersplinter_lopez</c:v>
                </c:pt>
                <c:pt idx="9425">
                  <c:v>master_splinter_band</c:v>
                </c:pt>
                <c:pt idx="9426">
                  <c:v>master_shake_the_drizzle</c:v>
                </c:pt>
                <c:pt idx="9427">
                  <c:v>masterplanmanagement</c:v>
                </c:pt>
                <c:pt idx="9428">
                  <c:v>masterpimpplayer200</c:v>
                </c:pt>
                <c:pt idx="9429">
                  <c:v>MasterMassageTherapist</c:v>
                </c:pt>
                <c:pt idx="9430">
                  <c:v>mastergeorgewashington</c:v>
                </c:pt>
                <c:pt idx="9431">
                  <c:v>masterfreckpettyofficer</c:v>
                </c:pt>
                <c:pt idx="9432">
                  <c:v>masterflydavisdazzle</c:v>
                </c:pt>
                <c:pt idx="9433">
                  <c:v>masterdarknessfallen</c:v>
                </c:pt>
                <c:pt idx="9434">
                  <c:v>master_chief_head_shot</c:v>
                </c:pt>
                <c:pt idx="9435">
                  <c:v>masterbedroomtheband</c:v>
                </c:pt>
                <c:pt idx="9436">
                  <c:v>masterandhisslavemarissa</c:v>
                </c:pt>
                <c:pt idx="9437">
                  <c:v>massundergroundtunnel</c:v>
                </c:pt>
                <c:pt idx="9438">
                  <c:v>massoud_atef_represent</c:v>
                </c:pt>
                <c:pt idx="9439">
                  <c:v>massive_paranoia_attack</c:v>
                </c:pt>
                <c:pt idx="9440">
                  <c:v>massiveattackorlando</c:v>
                </c:pt>
                <c:pt idx="9441">
                  <c:v>massage_west_chicago</c:v>
                </c:pt>
                <c:pt idx="9442">
                  <c:v>massagetherapybusiness</c:v>
                </c:pt>
                <c:pt idx="9443">
                  <c:v>massagetherapistmegan</c:v>
                </c:pt>
                <c:pt idx="9444">
                  <c:v>massagetherapistkendra</c:v>
                </c:pt>
                <c:pt idx="9445">
                  <c:v>masonwillruletheworld</c:v>
                </c:pt>
                <c:pt idx="9446">
                  <c:v>masochisticdeathcannibal</c:v>
                </c:pt>
                <c:pt idx="9447">
                  <c:v>maryvilleredneckgirl</c:v>
                </c:pt>
                <c:pt idx="9448">
                  <c:v>marytheresacolapinto</c:v>
                </c:pt>
                <c:pt idx="9449">
                  <c:v>marythehighlandmoocow</c:v>
                </c:pt>
                <c:pt idx="9450">
                  <c:v>mary_tha_brunette_chick</c:v>
                </c:pt>
                <c:pt idx="9451">
                  <c:v>marysflowersuperhead</c:v>
                </c:pt>
                <c:pt idx="9452">
                  <c:v>marypoppinsdeathumbrella</c:v>
                </c:pt>
                <c:pt idx="9453">
                  <c:v>marymargaretunderwood</c:v>
                </c:pt>
                <c:pt idx="9454">
                  <c:v>marylandstateboychoir</c:v>
                </c:pt>
                <c:pt idx="9455">
                  <c:v>mary.kristine.stanley</c:v>
                </c:pt>
                <c:pt idx="9456">
                  <c:v>marykathrynpatterson</c:v>
                </c:pt>
                <c:pt idx="9457">
                  <c:v>marykatherinesuperstar</c:v>
                </c:pt>
                <c:pt idx="9458">
                  <c:v>mary_kate_the_real_thing</c:v>
                </c:pt>
                <c:pt idx="9459">
                  <c:v>marykatelyndespelder</c:v>
                </c:pt>
                <c:pt idx="9460">
                  <c:v>MaryKateandAshleybestsis</c:v>
                </c:pt>
                <c:pt idx="9461">
                  <c:v>marykateandashley111</c:v>
                </c:pt>
                <c:pt idx="9462">
                  <c:v>mary_kate_and_ash_fan2212</c:v>
                </c:pt>
                <c:pt idx="9463">
                  <c:v>mary_ellen_christensen</c:v>
                </c:pt>
                <c:pt idx="9464">
                  <c:v>maryelizabethharkness</c:v>
                </c:pt>
                <c:pt idx="9465">
                  <c:v>maryclosemassagetherapy</c:v>
                </c:pt>
                <c:pt idx="9466">
                  <c:v>mary_catherine_gallager</c:v>
                </c:pt>
                <c:pt idx="9467">
                  <c:v>maryathedancingqueen</c:v>
                </c:pt>
                <c:pt idx="9468">
                  <c:v>maryallisonphotography</c:v>
                </c:pt>
                <c:pt idx="9469">
                  <c:v>marvelous_motion_moon</c:v>
                </c:pt>
                <c:pt idx="9470">
                  <c:v>martonicentertainment</c:v>
                </c:pt>
                <c:pt idx="9471">
                  <c:v>martinguyjazzdrummer</c:v>
                </c:pt>
                <c:pt idx="9472">
                  <c:v>martinezthebeatsmith</c:v>
                </c:pt>
                <c:pt idx="9473">
                  <c:v>martians_from_outerspace</c:v>
                </c:pt>
                <c:pt idx="9474">
                  <c:v>martialartistforlife</c:v>
                </c:pt>
                <c:pt idx="9475">
                  <c:v>marthaelizabethhocking</c:v>
                </c:pt>
                <c:pt idx="9476">
                  <c:v>marshymarshmellowlover</c:v>
                </c:pt>
                <c:pt idx="9477">
                  <c:v>marshmellow_madness51007</c:v>
                </c:pt>
                <c:pt idx="9478">
                  <c:v>marshmancomedyportland</c:v>
                </c:pt>
                <c:pt idx="9479">
                  <c:v>marshmallowsareyummy</c:v>
                </c:pt>
                <c:pt idx="9480">
                  <c:v>married_northwest_guy</c:v>
                </c:pt>
                <c:pt idx="9481">
                  <c:v>marriedmanlooking1973</c:v>
                </c:pt>
                <c:pt idx="9482">
                  <c:v>marriedandstillsingle</c:v>
                </c:pt>
                <c:pt idx="9483">
                  <c:v>marquita_thatbitch_miller</c:v>
                </c:pt>
                <c:pt idx="9484">
                  <c:v>maroon5shewillbeloved</c:v>
                </c:pt>
                <c:pt idx="9485">
                  <c:v>marni_elizabeth_anne</c:v>
                </c:pt>
                <c:pt idx="9486">
                  <c:v>marmitecheesecracker</c:v>
                </c:pt>
                <c:pt idx="9487">
                  <c:v>marmalade_chainsaw9</c:v>
                </c:pt>
                <c:pt idx="9488">
                  <c:v>marlitherainbowmaker</c:v>
                </c:pt>
                <c:pt idx="9489">
                  <c:v>marlinmonroewillifordtenor</c:v>
                </c:pt>
                <c:pt idx="9490">
                  <c:v>marlinmonroewilliford</c:v>
                </c:pt>
                <c:pt idx="9491">
                  <c:v>marleyjuniorthedragon</c:v>
                </c:pt>
                <c:pt idx="9492">
                  <c:v>markwatsonthecomedian</c:v>
                </c:pt>
                <c:pt idx="9493">
                  <c:v>mark_versus_the_world</c:v>
                </c:pt>
                <c:pt idx="9494">
                  <c:v>markthebaseballplayer</c:v>
                </c:pt>
                <c:pt idx="9495">
                  <c:v>mark_tha_cold_chilla</c:v>
                </c:pt>
                <c:pt idx="9496">
                  <c:v>MarksBrownEyedBabyGirl</c:v>
                </c:pt>
                <c:pt idx="9497">
                  <c:v>marks_better_than_blake</c:v>
                </c:pt>
                <c:pt idx="9498">
                  <c:v>marksandmantributepage</c:v>
                </c:pt>
                <c:pt idx="9499">
                  <c:v>marksandmanandmorphine</c:v>
                </c:pt>
                <c:pt idx="9500">
                  <c:v>mark_robinson_4_life</c:v>
                </c:pt>
                <c:pt idx="9501">
                  <c:v>markoneentertainment</c:v>
                </c:pt>
                <c:pt idx="9502">
                  <c:v>marknewtonphotography</c:v>
                </c:pt>
                <c:pt idx="9503">
                  <c:v>mark_hamilton_sloth4ever</c:v>
                </c:pt>
                <c:pt idx="9504">
                  <c:v>markgreenwoodexperience</c:v>
                </c:pt>
                <c:pt idx="9505">
                  <c:v>markgarthwaiteofficial</c:v>
                </c:pt>
                <c:pt idx="9506">
                  <c:v>marker_the_ass_clown</c:v>
                </c:pt>
                <c:pt idx="9507">
                  <c:v>markedhandlewithcare</c:v>
                </c:pt>
                <c:pt idx="9508">
                  <c:v>markdesigner_wisconsin</c:v>
                </c:pt>
                <c:pt idx="9509">
                  <c:v>mark_and_kristina_forever</c:v>
                </c:pt>
                <c:pt idx="9510">
                  <c:v>mark_anderson_fansite</c:v>
                </c:pt>
                <c:pt idx="9511">
                  <c:v>mark_and_brooke_200</c:v>
                </c:pt>
                <c:pt idx="9512">
                  <c:v>mark_aka_the_sax_master</c:v>
                </c:pt>
                <c:pt idx="9513">
                  <c:v>marissawoo_missfairy87</c:v>
                </c:pt>
                <c:pt idx="9514">
                  <c:v>marissatheprincess1234</c:v>
                </c:pt>
                <c:pt idx="9515">
                  <c:v>marissajunevandaveer</c:v>
                </c:pt>
                <c:pt idx="9516">
                  <c:v>marissa_fairchild420</c:v>
                </c:pt>
                <c:pt idx="9517">
                  <c:v>marissaandmanny4ever</c:v>
                </c:pt>
                <c:pt idx="9518">
                  <c:v>marisollachivadecorazon</c:v>
                </c:pt>
                <c:pt idx="9519">
                  <c:v>marisasoftballballer11</c:v>
                </c:pt>
                <c:pt idx="9520">
                  <c:v>marinegirliesecretsis</c:v>
                </c:pt>
                <c:pt idx="9521">
                  <c:v>marine_corp_madness20</c:v>
                </c:pt>
                <c:pt idx="9522">
                  <c:v>marina_miriam_michal</c:v>
                </c:pt>
                <c:pt idx="9523">
                  <c:v>marilynhotchkissmovie</c:v>
                </c:pt>
                <c:pt idx="9524">
                  <c:v>marie_zombie_hearts_you</c:v>
                </c:pt>
                <c:pt idx="9525">
                  <c:v>mariethesocialworker</c:v>
                </c:pt>
                <c:pt idx="9526">
                  <c:v>marieheleneberthelot</c:v>
                </c:pt>
                <c:pt idx="9527">
                  <c:v>marieandcheyenne4ever</c:v>
                </c:pt>
                <c:pt idx="9528">
                  <c:v>maricopacountyprisonband</c:v>
                </c:pt>
                <c:pt idx="9529">
                  <c:v>maribeladrianbrianna</c:v>
                </c:pt>
                <c:pt idx="9530">
                  <c:v>maria_sponge_bob_lover</c:v>
                </c:pt>
                <c:pt idx="9531">
                  <c:v>marianna_thegirlnextdoor</c:v>
                </c:pt>
                <c:pt idx="9532">
                  <c:v>marianaandterraarehot</c:v>
                </c:pt>
                <c:pt idx="9533">
                  <c:v>marialouisarodriguez</c:v>
                </c:pt>
                <c:pt idx="9534">
                  <c:v>mariaelizabethtucker</c:v>
                </c:pt>
                <c:pt idx="9535">
                  <c:v>mariadelcarmenmorales</c:v>
                </c:pt>
                <c:pt idx="9536">
                  <c:v>mariachristinanumber1</c:v>
                </c:pt>
                <c:pt idx="9537">
                  <c:v>mariachifromotherspace</c:v>
                </c:pt>
                <c:pt idx="9538">
                  <c:v>mari9alldayeveryday</c:v>
                </c:pt>
                <c:pt idx="9539">
                  <c:v>margomeganmindymommy</c:v>
                </c:pt>
                <c:pt idx="9540">
                  <c:v>margaritaivanova1990</c:v>
                </c:pt>
                <c:pt idx="9541">
                  <c:v>margaret_thatcher_naked</c:v>
                </c:pt>
                <c:pt idx="9542">
                  <c:v>margaret_spence_moon</c:v>
                </c:pt>
                <c:pt idx="9543">
                  <c:v>margaretrosecollection</c:v>
                </c:pt>
                <c:pt idx="9544">
                  <c:v>mardigrasdivaforever</c:v>
                </c:pt>
                <c:pt idx="9545">
                  <c:v>marcopolocanberraband</c:v>
                </c:pt>
                <c:pt idx="9546">
                  <c:v>marcie_the_killer_ant</c:v>
                </c:pt>
                <c:pt idx="9547">
                  <c:v>marching_band_reject</c:v>
                </c:pt>
                <c:pt idx="9548">
                  <c:v>marchingbandconductor</c:v>
                </c:pt>
                <c:pt idx="9549">
                  <c:v>marcella_thomas_4ever</c:v>
                </c:pt>
                <c:pt idx="9550">
                  <c:v>marcel_black_panther</c:v>
                </c:pt>
                <c:pt idx="9551">
                  <c:v>marbletulipjuicytree3</c:v>
                </c:pt>
                <c:pt idx="9552">
                  <c:v>marbletulipjuicytree</c:v>
                </c:pt>
                <c:pt idx="9553">
                  <c:v>man_your_battlestation</c:v>
                </c:pt>
                <c:pt idx="9554">
                  <c:v>man_with_the_plan_89</c:v>
                </c:pt>
                <c:pt idx="9555">
                  <c:v>man_with_the_golden_gun</c:v>
                </c:pt>
                <c:pt idx="9556">
                  <c:v>manwiththebeautifulface</c:v>
                </c:pt>
                <c:pt idx="9557">
                  <c:v>man_that_you_fear_199</c:v>
                </c:pt>
                <c:pt idx="9558">
                  <c:v>mantarayvocationalschool</c:v>
                </c:pt>
                <c:pt idx="9559">
                  <c:v>manly_eagle_cheerleader</c:v>
                </c:pt>
                <c:pt idx="9560">
                  <c:v>manisauselesspassion</c:v>
                </c:pt>
                <c:pt idx="9561">
                  <c:v>manipulateandeducate</c:v>
                </c:pt>
                <c:pt idx="9562">
                  <c:v>manifestationtheband</c:v>
                </c:pt>
                <c:pt idx="9563">
                  <c:v>manhattansideproject</c:v>
                </c:pt>
                <c:pt idx="9564">
                  <c:v>manhattanprojectgroup</c:v>
                </c:pt>
                <c:pt idx="9565">
                  <c:v>manhandsonmiserytoman</c:v>
                </c:pt>
                <c:pt idx="9566">
                  <c:v>man_eating_village_idiot</c:v>
                </c:pt>
                <c:pt idx="9567">
                  <c:v>Mandythesoutherngurl</c:v>
                </c:pt>
                <c:pt idx="9568">
                  <c:v>mandythapenguinfreak</c:v>
                </c:pt>
                <c:pt idx="9569">
                  <c:v>mandy_phoebe_stephane</c:v>
                </c:pt>
                <c:pt idx="9570">
                  <c:v>mandy_pandy_pooh_bear</c:v>
                </c:pt>
                <c:pt idx="9571">
                  <c:v>mandatorydeathsentence</c:v>
                </c:pt>
                <c:pt idx="9572">
                  <c:v>mandathepolkadotpanda</c:v>
                </c:pt>
                <c:pt idx="9573">
                  <c:v>mandamichellemabelle</c:v>
                </c:pt>
                <c:pt idx="9574">
                  <c:v>mandamanda_girlfriend</c:v>
                </c:pt>
                <c:pt idx="9575">
                  <c:v>manchild_the_original</c:v>
                </c:pt>
                <c:pt idx="9576">
                  <c:v>manchesterunited_lox</c:v>
                </c:pt>
                <c:pt idx="9577">
                  <c:v>Manchester_United_Freak</c:v>
                </c:pt>
                <c:pt idx="9578">
                  <c:v>manchesterunitedfan200</c:v>
                </c:pt>
                <c:pt idx="9579">
                  <c:v>manchesterunitedalex</c:v>
                </c:pt>
                <c:pt idx="9580">
                  <c:v>manchesterstreetdance</c:v>
                </c:pt>
                <c:pt idx="9581">
                  <c:v>manchestermusicsovietunion</c:v>
                </c:pt>
                <c:pt idx="9582">
                  <c:v>manchester_mooseworks</c:v>
                </c:pt>
                <c:pt idx="9583">
                  <c:v>mamma2carlee_courtnee</c:v>
                </c:pt>
                <c:pt idx="9584">
                  <c:v>mallrabbitmelancholic</c:v>
                </c:pt>
                <c:pt idx="9585">
                  <c:v>mallory_the_great_02</c:v>
                </c:pt>
                <c:pt idx="9586">
                  <c:v>mallorylaurencarroll</c:v>
                </c:pt>
                <c:pt idx="9587">
                  <c:v>malikchocolateboywonder</c:v>
                </c:pt>
                <c:pt idx="9588">
                  <c:v>maliciousdomesticgoblin</c:v>
                </c:pt>
                <c:pt idx="9589">
                  <c:v>malewithcamforfemale</c:v>
                </c:pt>
                <c:pt idx="9590">
                  <c:v>malakaientertainment</c:v>
                </c:pt>
                <c:pt idx="9591">
                  <c:v>maladaptiveperfectionism</c:v>
                </c:pt>
                <c:pt idx="9592">
                  <c:v>malachi_the_preacher</c:v>
                </c:pt>
                <c:pt idx="9593">
                  <c:v>makingyourselfbetter</c:v>
                </c:pt>
                <c:pt idx="9594">
                  <c:v>makingpeacewithdistance</c:v>
                </c:pt>
                <c:pt idx="9595">
                  <c:v>makingniggazcheatallova</c:v>
                </c:pt>
                <c:pt idx="9596">
                  <c:v>makeyourselfpittable</c:v>
                </c:pt>
                <c:pt idx="9597">
                  <c:v>makeyourownmoneytoday</c:v>
                </c:pt>
                <c:pt idx="9598">
                  <c:v>makevirginityhistory</c:v>
                </c:pt>
                <c:pt idx="9599">
                  <c:v>makethenightlast4ever</c:v>
                </c:pt>
                <c:pt idx="9600">
                  <c:v>maketheinnocentbleed</c:v>
                </c:pt>
                <c:pt idx="9601">
                  <c:v>makethegoodtimeslast</c:v>
                </c:pt>
                <c:pt idx="9602">
                  <c:v>makesweetslashlovetome</c:v>
                </c:pt>
                <c:pt idx="9603">
                  <c:v>makeskateboardinglegal</c:v>
                </c:pt>
                <c:pt idx="9604">
                  <c:v>make_room_for_the_tuna</c:v>
                </c:pt>
                <c:pt idx="9605">
                  <c:v>make_room_for_the_kim</c:v>
                </c:pt>
                <c:pt idx="9606">
                  <c:v>make_peace_all_around</c:v>
                </c:pt>
                <c:pt idx="9607">
                  <c:v>make_money_get_pussy</c:v>
                </c:pt>
                <c:pt idx="9608">
                  <c:v>make_love_not_war198</c:v>
                </c:pt>
                <c:pt idx="9609">
                  <c:v>makeheartsbeatfaster</c:v>
                </c:pt>
                <c:pt idx="9610">
                  <c:v>make_each_moment_count</c:v>
                </c:pt>
                <c:pt idx="9611">
                  <c:v>makedamnsureyoucantleave</c:v>
                </c:pt>
                <c:pt idx="9612">
                  <c:v>majo_the_dark_princess</c:v>
                </c:pt>
                <c:pt idx="9613">
                  <c:v>majormoneyentertainment200</c:v>
                </c:pt>
                <c:pt idx="9614">
                  <c:v>majormoneyentertainment</c:v>
                </c:pt>
                <c:pt idx="9615">
                  <c:v>majorleagueproduction</c:v>
                </c:pt>
                <c:pt idx="9616">
                  <c:v>majorjetthespacepilot</c:v>
                </c:pt>
                <c:pt idx="9617">
                  <c:v>majestysouthernprince</c:v>
                </c:pt>
                <c:pt idx="9618">
                  <c:v>maisiecrazyjaneinsane</c:v>
                </c:pt>
                <c:pt idx="9619">
                  <c:v>mainsqueezeorchestra</c:v>
                </c:pt>
                <c:pt idx="9620">
                  <c:v>maineventwrestlingfed</c:v>
                </c:pt>
                <c:pt idx="9621">
                  <c:v>magtheotherwhitemeat</c:v>
                </c:pt>
                <c:pt idx="9622">
                  <c:v>magpie_magazine_gallery</c:v>
                </c:pt>
                <c:pt idx="9623">
                  <c:v>magnificentflyingotter</c:v>
                </c:pt>
                <c:pt idx="9624">
                  <c:v>magnettheadvicegiver</c:v>
                </c:pt>
                <c:pt idx="9625">
                  <c:v>magnetfordestruction</c:v>
                </c:pt>
                <c:pt idx="9626">
                  <c:v>magic_tickle_sean_large</c:v>
                </c:pt>
                <c:pt idx="9627">
                  <c:v>magicsoftballplaya14</c:v>
                </c:pt>
                <c:pt idx="9628">
                  <c:v>magicnumberingarchestra</c:v>
                </c:pt>
                <c:pt idx="9629">
                  <c:v>magic_monkey_mushroom_man</c:v>
                </c:pt>
                <c:pt idx="9630">
                  <c:v>magicfairyglitterwand</c:v>
                </c:pt>
                <c:pt idx="9631">
                  <c:v>magicalunicorndancing</c:v>
                </c:pt>
                <c:pt idx="9632">
                  <c:v>magicalmysticalunicorn</c:v>
                </c:pt>
                <c:pt idx="9633">
                  <c:v>magicalbluemushroomtour7</c:v>
                </c:pt>
                <c:pt idx="9634">
                  <c:v>_maggot_illripyouapart</c:v>
                </c:pt>
                <c:pt idx="9635">
                  <c:v>maggothellspawn515</c:v>
                </c:pt>
                <c:pt idx="9636">
                  <c:v>maggiemooandjasminetoo</c:v>
                </c:pt>
                <c:pt idx="9637">
                  <c:v>madwomanfromtheattic</c:v>
                </c:pt>
                <c:pt idx="9638">
                  <c:v>madtown_waterpolo_1</c:v>
                </c:pt>
                <c:pt idx="9639">
                  <c:v>mad_snake_footy_head</c:v>
                </c:pt>
                <c:pt idx="9640">
                  <c:v>mad_scientist_professor</c:v>
                </c:pt>
                <c:pt idx="9641">
                  <c:v>MADmikeTHEshowSTOPPER</c:v>
                </c:pt>
                <c:pt idx="9642">
                  <c:v>madmartiganfromwillow</c:v>
                </c:pt>
                <c:pt idx="9643">
                  <c:v>madisonbellswimfan85</c:v>
                </c:pt>
                <c:pt idx="9644">
                  <c:v>madisonbasementpingpong</c:v>
                </c:pt>
                <c:pt idx="9645">
                  <c:v>mad_hatter_nursery_rhyme</c:v>
                </c:pt>
                <c:pt idx="9646">
                  <c:v>madhatterentertainment</c:v>
                </c:pt>
                <c:pt idx="9647">
                  <c:v>madewithpureoliveoil</c:v>
                </c:pt>
                <c:pt idx="9648">
                  <c:v>madekingentertainment</c:v>
                </c:pt>
                <c:pt idx="9649">
                  <c:v>madeinheavenlondonjeans</c:v>
                </c:pt>
                <c:pt idx="9650">
                  <c:v>made4war_youthministry</c:v>
                </c:pt>
                <c:pt idx="9651">
                  <c:v>maddy_bear_needs_love_</c:v>
                </c:pt>
                <c:pt idx="9652">
                  <c:v>maddie_will_rock_you</c:v>
                </c:pt>
                <c:pt idx="9653">
                  <c:v>maddie_thecandiegurl</c:v>
                </c:pt>
                <c:pt idx="9654">
                  <c:v>maddie_candy_countergirl</c:v>
                </c:pt>
                <c:pt idx="9655">
                  <c:v>maddie_ashley_candy_girl</c:v>
                </c:pt>
                <c:pt idx="9656">
                  <c:v>maddennationmixtapevol1</c:v>
                </c:pt>
                <c:pt idx="9657">
                  <c:v>madchichollistergirl</c:v>
                </c:pt>
                <c:pt idx="9658">
                  <c:v>madamesnoopy_firstlady</c:v>
                </c:pt>
                <c:pt idx="9659">
                  <c:v>madame_princess_jennifer</c:v>
                </c:pt>
                <c:pt idx="9660">
                  <c:v>madame_jojo_and_fluffy</c:v>
                </c:pt>
                <c:pt idx="9661">
                  <c:v>madadrenalinescientist</c:v>
                </c:pt>
                <c:pt idx="9662">
                  <c:v>mad_about_you_4_life</c:v>
                </c:pt>
                <c:pt idx="9663">
                  <c:v>mackwearclothingcompany</c:v>
                </c:pt>
                <c:pt idx="9664">
                  <c:v>macktheyouthminister</c:v>
                </c:pt>
                <c:pt idx="9665">
                  <c:v>mackdaddymiddleton89</c:v>
                </c:pt>
                <c:pt idx="9666">
                  <c:v>machinist_mate_watson</c:v>
                </c:pt>
                <c:pt idx="9667">
                  <c:v>lyssaashleyescalante</c:v>
                </c:pt>
                <c:pt idx="9668">
                  <c:v>lysanne_wrestlingfan</c:v>
                </c:pt>
                <c:pt idx="9669">
                  <c:v>lyricalwhitechocolate</c:v>
                </c:pt>
                <c:pt idx="9670">
                  <c:v>lyrical_stronghearts</c:v>
                </c:pt>
                <c:pt idx="9671">
                  <c:v>lyricalprincess4life</c:v>
                </c:pt>
                <c:pt idx="9672">
                  <c:v>lyrical_poetic_angel</c:v>
                </c:pt>
                <c:pt idx="9673">
                  <c:v>lyricallytherhymesaya</c:v>
                </c:pt>
                <c:pt idx="9674">
                  <c:v>lyntondenisetogether4eva</c:v>
                </c:pt>
                <c:pt idx="9675">
                  <c:v>lynnetteblakephotography</c:v>
                </c:pt>
                <c:pt idx="9676">
                  <c:v>lynnepattalockbarker</c:v>
                </c:pt>
                <c:pt idx="9677">
                  <c:v>lyndseyhattawaymusic</c:v>
                </c:pt>
                <c:pt idx="9678">
                  <c:v>lyingthroughyourteeth</c:v>
                </c:pt>
                <c:pt idx="9679">
                  <c:v>Lusty_love_goddess27</c:v>
                </c:pt>
                <c:pt idx="9680">
                  <c:v>luscious_very_talented</c:v>
                </c:pt>
                <c:pt idx="9681">
                  <c:v>lusciouslittlelauren</c:v>
                </c:pt>
                <c:pt idx="9682">
                  <c:v>luscious_little_babe</c:v>
                </c:pt>
                <c:pt idx="9683">
                  <c:v>lusciouscaramelbeauty</c:v>
                </c:pt>
                <c:pt idx="9684">
                  <c:v>lure_tattoo_and_piercing</c:v>
                </c:pt>
                <c:pt idx="9685">
                  <c:v>lunartacticsofficialpage</c:v>
                </c:pt>
                <c:pt idx="9686">
                  <c:v>lunarstar_mooncelestial</c:v>
                </c:pt>
                <c:pt idx="9687">
                  <c:v>lunamusicinternational</c:v>
                </c:pt>
                <c:pt idx="9688">
                  <c:v>luna_for_the_quibbler</c:v>
                </c:pt>
                <c:pt idx="9689">
                  <c:v>lumenslightandliving</c:v>
                </c:pt>
                <c:pt idx="9690">
                  <c:v>lukewhitephotographer</c:v>
                </c:pt>
                <c:pt idx="9691">
                  <c:v>luke_the_slightlyconfused</c:v>
                </c:pt>
                <c:pt idx="9692">
                  <c:v>luke_joe_awesomeness</c:v>
                </c:pt>
                <c:pt idx="9693">
                  <c:v>lukechosethisforjade</c:v>
                </c:pt>
                <c:pt idx="9694">
                  <c:v>luckythegreatandterrible</c:v>
                </c:pt>
                <c:pt idx="9695">
                  <c:v>luckystrikelouisville</c:v>
                </c:pt>
                <c:pt idx="9696">
                  <c:v>lucky_rich_white_bitch</c:v>
                </c:pt>
                <c:pt idx="9697">
                  <c:v>luckylittle13michelle</c:v>
                </c:pt>
                <c:pt idx="9698">
                  <c:v>lucky_leperchun_hippie</c:v>
                </c:pt>
                <c:pt idx="9699">
                  <c:v>luckycharmentertainment</c:v>
                </c:pt>
                <c:pt idx="9700">
                  <c:v>lucky_7_roses_are_red</c:v>
                </c:pt>
                <c:pt idx="9701">
                  <c:v>lucky13tattoosandpiercing</c:v>
                </c:pt>
                <c:pt idx="9702">
                  <c:v>luckchancefatedestiny</c:v>
                </c:pt>
                <c:pt idx="9703">
                  <c:v>lucindamarieelizabethrose</c:v>
                </c:pt>
                <c:pt idx="9704">
                  <c:v>lucidnightmareband01</c:v>
                </c:pt>
                <c:pt idx="9705">
                  <c:v>lucasandtheitchsensation</c:v>
                </c:pt>
                <c:pt idx="9706">
                  <c:v>loyalty_fidelity_truth</c:v>
                </c:pt>
                <c:pt idx="9707">
                  <c:v>loyalist_revolution_party</c:v>
                </c:pt>
                <c:pt idx="9708">
                  <c:v>lowsoftshoulderproject</c:v>
                </c:pt>
                <c:pt idx="9709">
                  <c:v>low_life_boogiewoogie</c:v>
                </c:pt>
                <c:pt idx="9710">
                  <c:v>lowflyingpanicattack</c:v>
                </c:pt>
                <c:pt idx="9711">
                  <c:v>lowerwoodlandskatepark</c:v>
                </c:pt>
                <c:pt idx="9712">
                  <c:v>lower_east_side_chick18</c:v>
                </c:pt>
                <c:pt idx="9713">
                  <c:v>lowcostmerchantaccount</c:v>
                </c:pt>
                <c:pt idx="9714">
                  <c:v>loving_you_forever0</c:v>
                </c:pt>
                <c:pt idx="9715">
                  <c:v>loving_you_4ever_421</c:v>
                </c:pt>
                <c:pt idx="9716">
                  <c:v>lovingwifeandmother4real</c:v>
                </c:pt>
                <c:pt idx="9717">
                  <c:v>lovingvanessahudgens</c:v>
                </c:pt>
                <c:pt idx="9718">
                  <c:v>lovingsis2_aka_maxine_law</c:v>
                </c:pt>
                <c:pt idx="9719">
                  <c:v>loving_leah_heartschi2</c:v>
                </c:pt>
                <c:pt idx="9720">
                  <c:v>lovingjessicaforever</c:v>
                </c:pt>
                <c:pt idx="9721">
                  <c:v>loving_jesse_forever</c:v>
                </c:pt>
                <c:pt idx="9722">
                  <c:v>lovinghiphopforever1212</c:v>
                </c:pt>
                <c:pt idx="9723">
                  <c:v>loving_hating_living</c:v>
                </c:pt>
                <c:pt idx="9724">
                  <c:v>lovingcaringgentleman</c:v>
                </c:pt>
                <c:pt idx="9725">
                  <c:v>lovingandlivinglife123</c:v>
                </c:pt>
                <c:pt idx="9726">
                  <c:v>love_your_sexy_kitten</c:v>
                </c:pt>
                <c:pt idx="9727">
                  <c:v>love_you_lots_brunette</c:v>
                </c:pt>
                <c:pt idx="9728">
                  <c:v>lovewithouthypocrisy</c:v>
                </c:pt>
                <c:pt idx="9729">
                  <c:v>lovewisdomunderstanding</c:v>
                </c:pt>
                <c:pt idx="9730">
                  <c:v>love_will_tear_you_apart</c:v>
                </c:pt>
                <c:pt idx="9731">
                  <c:v>lovewhatawonderfulword</c:v>
                </c:pt>
                <c:pt idx="9732">
                  <c:v>lovetravelsatillegalspeed</c:v>
                </c:pt>
                <c:pt idx="9733">
                  <c:v>lovetheworldregardless</c:v>
                </c:pt>
                <c:pt idx="9734">
                  <c:v>love_the_rain_likesilence</c:v>
                </c:pt>
                <c:pt idx="9735">
                  <c:v>lovetheplayboygirlalways</c:v>
                </c:pt>
                <c:pt idx="9736">
                  <c:v>lovethepersonyouarefirst</c:v>
                </c:pt>
                <c:pt idx="9737">
                  <c:v>love_the_lovely_laura</c:v>
                </c:pt>
                <c:pt idx="9738">
                  <c:v>lovethegame_vanessa21</c:v>
                </c:pt>
                <c:pt idx="9739">
                  <c:v>love_thats_different</c:v>
                </c:pt>
                <c:pt idx="9740">
                  <c:v>lovestruckpointblank</c:v>
                </c:pt>
                <c:pt idx="9741">
                  <c:v>love_struck_for_him_00</c:v>
                </c:pt>
                <c:pt idx="9742">
                  <c:v>lovesnotonlyblindbutdeaf</c:v>
                </c:pt>
                <c:pt idx="9743">
                  <c:v>lovesharkandthestonerfunkorchestra</c:v>
                </c:pt>
                <c:pt idx="9744">
                  <c:v>lover_under_the_cover</c:v>
                </c:pt>
                <c:pt idx="9745">
                  <c:v>loverly_beautiful_becca</c:v>
                </c:pt>
                <c:pt idx="9746">
                  <c:v>loverhymeswithkristen</c:v>
                </c:pt>
                <c:pt idx="9747">
                  <c:v>loverejoicesinthetruth</c:v>
                </c:pt>
                <c:pt idx="9748">
                  <c:v>loverboy1919hockey19</c:v>
                </c:pt>
                <c:pt idx="9749">
                  <c:v>lover_2_harry_potter</c:v>
                </c:pt>
                <c:pt idx="9750">
                  <c:v>love_pride_and_prejudice</c:v>
                </c:pt>
                <c:pt idx="9751">
                  <c:v>love_peace_joycoolness23</c:v>
                </c:pt>
                <c:pt idx="9752">
                  <c:v>lovepeacehippiegrease</c:v>
                </c:pt>
                <c:pt idx="9753">
                  <c:v>lovepeaceandtranquility</c:v>
                </c:pt>
                <c:pt idx="9754">
                  <c:v>love_peace_and_jackie</c:v>
                </c:pt>
                <c:pt idx="9755">
                  <c:v>lovepeaceandhappiness1</c:v>
                </c:pt>
                <c:pt idx="9756">
                  <c:v>lovepeaceandbacongrease</c:v>
                </c:pt>
                <c:pt idx="9757">
                  <c:v>love_over_everything</c:v>
                </c:pt>
                <c:pt idx="9758">
                  <c:v>love_oneyoualwayslike</c:v>
                </c:pt>
                <c:pt idx="9759">
                  <c:v>lovemysterious_chemistry</c:v>
                </c:pt>
                <c:pt idx="9760">
                  <c:v>lovemustfollowyouaround</c:v>
                </c:pt>
                <c:pt idx="9761">
                  <c:v>lovemusicangelbaby1234</c:v>
                </c:pt>
                <c:pt idx="9762">
                  <c:v>lovemeinthepouringrain</c:v>
                </c:pt>
                <c:pt idx="9763">
                  <c:v>love_marissa_allways</c:v>
                </c:pt>
                <c:pt idx="9764">
                  <c:v>lovelywhitechocolate510</c:v>
                </c:pt>
                <c:pt idx="9765">
                  <c:v>LovelySweetFantastic</c:v>
                </c:pt>
                <c:pt idx="9766">
                  <c:v>lovely_samantha_benson</c:v>
                </c:pt>
                <c:pt idx="9767">
                  <c:v>lovelyritametermaid5</c:v>
                </c:pt>
                <c:pt idx="9768">
                  <c:v>lovely_pink_princess</c:v>
                </c:pt>
                <c:pt idx="9769">
                  <c:v>lovelypalmspringshouse</c:v>
                </c:pt>
                <c:pt idx="9770">
                  <c:v>lovely_nessa_hudgens</c:v>
                </c:pt>
                <c:pt idx="9771">
                  <c:v>lovely_miss_elizabeth</c:v>
                </c:pt>
                <c:pt idx="9772">
                  <c:v>lovely_miss_christina</c:v>
                </c:pt>
                <c:pt idx="9773">
                  <c:v>lovelyloyalnettleton</c:v>
                </c:pt>
                <c:pt idx="9774">
                  <c:v>lovely_little_chelsea</c:v>
                </c:pt>
                <c:pt idx="9775">
                  <c:v>lovely_little_blonde</c:v>
                </c:pt>
                <c:pt idx="9776">
                  <c:v>lovelylayoutsandmore</c:v>
                </c:pt>
                <c:pt idx="9777">
                  <c:v>lovelygurlshavemorefun</c:v>
                </c:pt>
                <c:pt idx="9778">
                  <c:v>lovely_diva_princess</c:v>
                </c:pt>
                <c:pt idx="9779">
                  <c:v>lovely_but_dangerous</c:v>
                </c:pt>
                <c:pt idx="9780">
                  <c:v>lovelybrokenvampirekiss</c:v>
                </c:pt>
                <c:pt idx="9781">
                  <c:v>lovelyblackandsexy21</c:v>
                </c:pt>
                <c:pt idx="9782">
                  <c:v>lovelybabygurlprincess</c:v>
                </c:pt>
                <c:pt idx="9783">
                  <c:v>lovelyana_crazygirl_1</c:v>
                </c:pt>
                <c:pt idx="9784">
                  <c:v>love_live_laugh_party</c:v>
                </c:pt>
                <c:pt idx="9785">
                  <c:v>lovelikeelectrocution1111</c:v>
                </c:pt>
                <c:pt idx="9786">
                  <c:v>love_life_surf_smiling</c:v>
                </c:pt>
                <c:pt idx="9787">
                  <c:v>love_life_photography</c:v>
                </c:pt>
                <c:pt idx="9788">
                  <c:v>lovelie_mustangchick</c:v>
                </c:pt>
                <c:pt idx="9789">
                  <c:v>loveless_rocker_4ever</c:v>
                </c:pt>
                <c:pt idx="9790">
                  <c:v>love_laugh_live_party</c:v>
                </c:pt>
                <c:pt idx="9791">
                  <c:v>lovelaughlivelifealways</c:v>
                </c:pt>
                <c:pt idx="9792">
                  <c:v>lovelaughbelievesoar</c:v>
                </c:pt>
                <c:pt idx="9793">
                  <c:v>love_laugh_and_smile</c:v>
                </c:pt>
                <c:pt idx="9794">
                  <c:v>love_laugh_and_dream</c:v>
                </c:pt>
                <c:pt idx="9795">
                  <c:v>love_hope_beauty_death</c:v>
                </c:pt>
                <c:pt idx="9796">
                  <c:v>lovehimalwaysandforever</c:v>
                </c:pt>
                <c:pt idx="9797">
                  <c:v>loveherforever_natalie</c:v>
                </c:pt>
                <c:pt idx="9798">
                  <c:v>loveheartsandglitter</c:v>
                </c:pt>
                <c:pt idx="9799">
                  <c:v>love_hate_everything</c:v>
                </c:pt>
                <c:pt idx="9800">
                  <c:v>lovehatebodypiercing</c:v>
                </c:pt>
                <c:pt idx="9801">
                  <c:v>Love_hate_and_heartbreak</c:v>
                </c:pt>
                <c:pt idx="9802">
                  <c:v>lovefuryenergypassion_101</c:v>
                </c:pt>
                <c:pt idx="9803">
                  <c:v>loveforhighschoolmusical</c:v>
                </c:pt>
                <c:pt idx="9804">
                  <c:v>love_faith_happiness</c:v>
                </c:pt>
                <c:pt idx="9805">
                  <c:v>love_envy_admire_honor</c:v>
                </c:pt>
                <c:pt idx="9806">
                  <c:v>loveelizaweta11092000</c:v>
                </c:pt>
                <c:pt idx="9807">
                  <c:v>lovedrippingwithblood</c:v>
                </c:pt>
                <c:pt idx="9808">
                  <c:v>love_dont_last_4_ever</c:v>
                </c:pt>
                <c:pt idx="9809">
                  <c:v>lovedontcostathing2002</c:v>
                </c:pt>
                <c:pt idx="9810">
                  <c:v>lovedoesntworkthatway</c:v>
                </c:pt>
                <c:pt idx="9811">
                  <c:v>love_doesnt_last_4ever</c:v>
                </c:pt>
                <c:pt idx="9812">
                  <c:v>lovedoesntalwayshurt</c:v>
                </c:pt>
                <c:pt idx="9813">
                  <c:v>love_devotion_surrender</c:v>
                </c:pt>
                <c:pt idx="9814">
                  <c:v>lovecutieangelbeauty</c:v>
                </c:pt>
                <c:pt idx="9815">
                  <c:v>love_comes_softly909</c:v>
                </c:pt>
                <c:pt idx="9816">
                  <c:v>love_can_kill_your_heart</c:v>
                </c:pt>
                <c:pt idx="9817">
                  <c:v>lovebucketofficial05</c:v>
                </c:pt>
                <c:pt idx="9818">
                  <c:v>love_blink_182_forever</c:v>
                </c:pt>
                <c:pt idx="9819">
                  <c:v>love_big_hard_dick_24_7</c:v>
                </c:pt>
                <c:pt idx="9820">
                  <c:v>lovebeautyandphotography</c:v>
                </c:pt>
                <c:pt idx="9821">
                  <c:v>love_angle_music_baby_</c:v>
                </c:pt>
                <c:pt idx="9822">
                  <c:v>loveangelmusichayley</c:v>
                </c:pt>
                <c:pt idx="9823">
                  <c:v>loveangelmusicbabygirl</c:v>
                </c:pt>
                <c:pt idx="9824">
                  <c:v>love_angel_music_baby_</c:v>
                </c:pt>
                <c:pt idx="9825">
                  <c:v>love_angel_music_baby102</c:v>
                </c:pt>
                <c:pt idx="9826">
                  <c:v>love_angel_music_baby01</c:v>
                </c:pt>
                <c:pt idx="9827">
                  <c:v>love_and_pain_are_equal</c:v>
                </c:pt>
                <c:pt idx="9828">
                  <c:v>love_and_hate_collide</c:v>
                </c:pt>
                <c:pt idx="9829">
                  <c:v>loveandhappinessmusic</c:v>
                </c:pt>
                <c:pt idx="9830">
                  <c:v>loveandbasketball_jaybear</c:v>
                </c:pt>
                <c:pt idx="9831">
                  <c:v>Love_and_Basketball11</c:v>
                </c:pt>
                <c:pt idx="9832">
                  <c:v>loveandbasketball_10</c:v>
                </c:pt>
                <c:pt idx="9833">
                  <c:v>lovealways_liveforever</c:v>
                </c:pt>
                <c:pt idx="9834">
                  <c:v>love_always_laugh_often</c:v>
                </c:pt>
                <c:pt idx="9835">
                  <c:v>lovealwaysfailswithhim</c:v>
                </c:pt>
                <c:pt idx="9836">
                  <c:v>lovealwayscomesback_99</c:v>
                </c:pt>
                <c:pt idx="9837">
                  <c:v>lovealltrustfewwrongnone</c:v>
                </c:pt>
                <c:pt idx="9838">
                  <c:v>_love_all_trust_few_</c:v>
                </c:pt>
                <c:pt idx="9839">
                  <c:v>loveaffair_camera_whore</c:v>
                </c:pt>
                <c:pt idx="9840">
                  <c:v>loveactuallyprincess</c:v>
                </c:pt>
                <c:pt idx="9841">
                  <c:v>loveable_til_the_end</c:v>
                </c:pt>
                <c:pt idx="9842">
                  <c:v>loveablesweetdorkymamii</c:v>
                </c:pt>
                <c:pt idx="9843">
                  <c:v>loveable_kissable_nae</c:v>
                </c:pt>
                <c:pt idx="9844">
                  <c:v>loveable_harley_goddess</c:v>
                </c:pt>
                <c:pt idx="9845">
                  <c:v>loveablebrowneyedgurly</c:v>
                </c:pt>
                <c:pt idx="9846">
                  <c:v>loveablebrowneyedbaby</c:v>
                </c:pt>
                <c:pt idx="9847">
                  <c:v>love2lickthepussyyeah</c:v>
                </c:pt>
                <c:pt idx="9848">
                  <c:v>lovablesmalltowngirl</c:v>
                </c:pt>
                <c:pt idx="9849">
                  <c:v>lovable_kissable_woman</c:v>
                </c:pt>
                <c:pt idx="9850">
                  <c:v>lovablebadgirlgoneworse</c:v>
                </c:pt>
                <c:pt idx="9851">
                  <c:v>louisedreamphotography</c:v>
                </c:pt>
                <c:pt idx="9852">
                  <c:v>lost_without_progress</c:v>
                </c:pt>
                <c:pt idx="9853">
                  <c:v>lost_tribe_revolution</c:v>
                </c:pt>
                <c:pt idx="9854">
                  <c:v>lostsoultheotherteam</c:v>
                </c:pt>
                <c:pt idx="9855">
                  <c:v>lostscienceclubhouse</c:v>
                </c:pt>
                <c:pt idx="9856">
                  <c:v>lostmechanicalanimal</c:v>
                </c:pt>
                <c:pt idx="9857">
                  <c:v>lost_lonely_heartbroken</c:v>
                </c:pt>
                <c:pt idx="9858">
                  <c:v>lost_hopeless_romantic</c:v>
                </c:pt>
                <c:pt idx="9859">
                  <c:v>lostforeverandneverfound</c:v>
                </c:pt>
                <c:pt idx="9860">
                  <c:v>lostchildrennetlabel</c:v>
                </c:pt>
                <c:pt idx="9861">
                  <c:v>lostcausetilltuesday</c:v>
                </c:pt>
                <c:pt idx="9862">
                  <c:v>lost_but_not_forsaken</c:v>
                </c:pt>
                <c:pt idx="9863">
                  <c:v>lostbrokenandconfused</c:v>
                </c:pt>
                <c:pt idx="9864">
                  <c:v>lost_boy_incorporation2</c:v>
                </c:pt>
                <c:pt idx="9865">
                  <c:v>lostbodyinnerselfdestroy</c:v>
                </c:pt>
                <c:pt idx="9866">
                  <c:v>lostbetweenheavenandhell</c:v>
                </c:pt>
                <c:pt idx="9867">
                  <c:v>lost_and_lonely_angel</c:v>
                </c:pt>
                <c:pt idx="9868">
                  <c:v>lost_and_lonely_4ever</c:v>
                </c:pt>
                <c:pt idx="9869">
                  <c:v>lost_and_forgotten_love</c:v>
                </c:pt>
                <c:pt idx="9870">
                  <c:v>lost_and_forgotten_3</c:v>
                </c:pt>
                <c:pt idx="9871">
                  <c:v>loser_rockstar92002</c:v>
                </c:pt>
                <c:pt idx="9872">
                  <c:v>loserpaintcontractor</c:v>
                </c:pt>
                <c:pt idx="9873">
                  <c:v>loser_down_the_street</c:v>
                </c:pt>
                <c:pt idx="9874">
                  <c:v>losealmosteverything</c:v>
                </c:pt>
                <c:pt idx="9875">
                  <c:v>lorraineandgravytrainrock</c:v>
                </c:pt>
                <c:pt idx="9876">
                  <c:v>loreal_miss_volleyball_</c:v>
                </c:pt>
                <c:pt idx="9877">
                  <c:v>lordnelsonwhinchester</c:v>
                </c:pt>
                <c:pt idx="9878">
                  <c:v>lordmarshalchristian</c:v>
                </c:pt>
                <c:pt idx="9879">
                  <c:v>lordloverocket5times</c:v>
                </c:pt>
                <c:pt idx="9880">
                  <c:v>lordhighwhatshisname</c:v>
                </c:pt>
                <c:pt idx="9881">
                  <c:v>lordhavehisgrilledcheese</c:v>
                </c:pt>
                <c:pt idx="9882">
                  <c:v>lord_gold_throneroom</c:v>
                </c:pt>
                <c:pt idx="9883">
                  <c:v>lordfreddievalentine</c:v>
                </c:pt>
                <c:pt idx="9884">
                  <c:v>lord_balrog_and_ambrosia</c:v>
                </c:pt>
                <c:pt idx="9885">
                  <c:v>lorainerossphotography</c:v>
                </c:pt>
                <c:pt idx="9886">
                  <c:v>lopez_man_that_turret</c:v>
                </c:pt>
                <c:pt idx="9887">
                  <c:v>lopez_gurl_the_original_1</c:v>
                </c:pt>
                <c:pt idx="9888">
                  <c:v>loosespiritphotography</c:v>
                </c:pt>
                <c:pt idx="9889">
                  <c:v>looseoffthegreygoose</c:v>
                </c:pt>
                <c:pt idx="9890">
                  <c:v>loosecontrolwithlove</c:v>
                </c:pt>
                <c:pt idx="9891">
                  <c:v>looneytoonfromthehood</c:v>
                </c:pt>
                <c:pt idx="9892">
                  <c:v>lookwhatyouvedonetome</c:v>
                </c:pt>
                <c:pt idx="9893">
                  <c:v>look_poor_think_rich</c:v>
                </c:pt>
                <c:pt idx="9894">
                  <c:v>look_outside_tha_box</c:v>
                </c:pt>
                <c:pt idx="9895">
                  <c:v>look_its_savannah_35</c:v>
                </c:pt>
                <c:pt idx="9896">
                  <c:v>look_its_london_tipton</c:v>
                </c:pt>
                <c:pt idx="9897">
                  <c:v>lookinsideyourself21</c:v>
                </c:pt>
                <c:pt idx="9898">
                  <c:v>lookingthroughyourwindow</c:v>
                </c:pt>
                <c:pt idx="9899">
                  <c:v>lookingjustdiscovered</c:v>
                </c:pt>
                <c:pt idx="9900">
                  <c:v>lookingforward2weekend</c:v>
                </c:pt>
                <c:pt idx="9901">
                  <c:v>lookingforprincecharming2</c:v>
                </c:pt>
                <c:pt idx="9902">
                  <c:v>looking_for_paradise</c:v>
                </c:pt>
                <c:pt idx="9903">
                  <c:v>lookingformargaritaville</c:v>
                </c:pt>
                <c:pt idx="9904">
                  <c:v>looking_for_lucky_break</c:v>
                </c:pt>
                <c:pt idx="9905">
                  <c:v>lookingforintegrity2</c:v>
                </c:pt>
                <c:pt idx="9906">
                  <c:v>lookingforfemalesinger</c:v>
                </c:pt>
                <c:pt idx="9907">
                  <c:v>lookingforfemalebassist</c:v>
                </c:pt>
                <c:pt idx="9908">
                  <c:v>lookingforbeautyqueen</c:v>
                </c:pt>
                <c:pt idx="9909">
                  <c:v>lookingforaspecialgirl</c:v>
                </c:pt>
                <c:pt idx="9910">
                  <c:v>lookingforarelationship</c:v>
                </c:pt>
                <c:pt idx="9911">
                  <c:v>lookingforapurplerose</c:v>
                </c:pt>
                <c:pt idx="9912">
                  <c:v>lookingforaphotographer</c:v>
                </c:pt>
                <c:pt idx="9913">
                  <c:v>lookingbutnotwaiting</c:v>
                </c:pt>
                <c:pt idx="9914">
                  <c:v>lookingbeyondtomorrow</c:v>
                </c:pt>
                <c:pt idx="9915">
                  <c:v>lookfromlondonhosiery</c:v>
                </c:pt>
                <c:pt idx="9916">
                  <c:v>look_deep_into_the_parker</c:v>
                </c:pt>
                <c:pt idx="9917">
                  <c:v>lookbutdonttouch8800</c:v>
                </c:pt>
                <c:pt idx="9918">
                  <c:v>look_but_dont_touch07</c:v>
                </c:pt>
                <c:pt idx="9919">
                  <c:v>look_beyond_the_mask</c:v>
                </c:pt>
                <c:pt idx="9920">
                  <c:v>lookbetternakedparty</c:v>
                </c:pt>
                <c:pt idx="9921">
                  <c:v>lookbeforeyouleapkeep</c:v>
                </c:pt>
                <c:pt idx="9922">
                  <c:v>lonnie_followyourheart</c:v>
                </c:pt>
                <c:pt idx="9923">
                  <c:v>lonniefisherforpresident</c:v>
                </c:pt>
                <c:pt idx="9924">
                  <c:v>longwalksonthebeach9</c:v>
                </c:pt>
                <c:pt idx="9925">
                  <c:v>long_term_memory_loss</c:v>
                </c:pt>
                <c:pt idx="9926">
                  <c:v>longroadforashortcut0</c:v>
                </c:pt>
                <c:pt idx="9927">
                  <c:v>longmoneyheavyweight</c:v>
                </c:pt>
                <c:pt idx="9928">
                  <c:v>longlivethelivingend</c:v>
                </c:pt>
                <c:pt idx="9929">
                  <c:v>long_live_donnie_the_pimp</c:v>
                </c:pt>
                <c:pt idx="9930">
                  <c:v>longlastingconfusion</c:v>
                </c:pt>
                <c:pt idx="9931">
                  <c:v>longitudeandlatitude</c:v>
                </c:pt>
                <c:pt idx="9932">
                  <c:v>longislandverbalassaultsquad</c:v>
                </c:pt>
                <c:pt idx="9933">
                  <c:v>longislandphotography</c:v>
                </c:pt>
                <c:pt idx="9934">
                  <c:v>longislandblueswarehouse</c:v>
                </c:pt>
                <c:pt idx="9935">
                  <c:v>longing_for_your_touch</c:v>
                </c:pt>
                <c:pt idx="9936">
                  <c:v>longingforahappyheart</c:v>
                </c:pt>
                <c:pt idx="9937">
                  <c:v>longhornsareannoying</c:v>
                </c:pt>
                <c:pt idx="9938">
                  <c:v>longhorn_freak_4_life</c:v>
                </c:pt>
                <c:pt idx="9939">
                  <c:v>longhornfootballplaya10</c:v>
                </c:pt>
                <c:pt idx="9940">
                  <c:v>longhorn_fan_for_life</c:v>
                </c:pt>
                <c:pt idx="9941">
                  <c:v>longhorn_cutie_4ever</c:v>
                </c:pt>
                <c:pt idx="9942">
                  <c:v>longhair_countryboy3</c:v>
                </c:pt>
                <c:pt idx="9943">
                  <c:v>longcoolwomanblackdress</c:v>
                </c:pt>
                <c:pt idx="9944">
                  <c:v>longboyentertainment</c:v>
                </c:pt>
                <c:pt idx="9945">
                  <c:v>longboardingchristian89</c:v>
                </c:pt>
                <c:pt idx="9946">
                  <c:v>longbeachindoorpercussion</c:v>
                </c:pt>
                <c:pt idx="9947">
                  <c:v>long_beach_huntington</c:v>
                </c:pt>
                <c:pt idx="9948">
                  <c:v>longbeachhighschoolband</c:v>
                </c:pt>
                <c:pt idx="9949">
                  <c:v>longbeachdrinkingclub</c:v>
                </c:pt>
                <c:pt idx="9950">
                  <c:v>lonewolfbobbyoriginal</c:v>
                </c:pt>
                <c:pt idx="9951">
                  <c:v>lonesometravelerbluegrassband</c:v>
                </c:pt>
                <c:pt idx="9952">
                  <c:v>lonesomestandardtime</c:v>
                </c:pt>
                <c:pt idx="9953">
                  <c:v>lone_pine_landscaping</c:v>
                </c:pt>
                <c:pt idx="9954">
                  <c:v>lonely_suicidal_gurl</c:v>
                </c:pt>
                <c:pt idx="9955">
                  <c:v>lonelymalesocialworker</c:v>
                </c:pt>
                <c:pt idx="9956">
                  <c:v>lonely_lady_joker93</c:v>
                </c:pt>
                <c:pt idx="9957">
                  <c:v>lonely_heart_calling</c:v>
                </c:pt>
                <c:pt idx="9958">
                  <c:v>lonelydaycheerfulnight</c:v>
                </c:pt>
                <c:pt idx="9959">
                  <c:v>lonelybitchdamnright</c:v>
                </c:pt>
                <c:pt idx="9960">
                  <c:v>lonely_and_invisible</c:v>
                </c:pt>
                <c:pt idx="9961">
                  <c:v>lonely_and_heartbroken</c:v>
                </c:pt>
                <c:pt idx="9962">
                  <c:v>lonely_and_empty_inside</c:v>
                </c:pt>
                <c:pt idx="9963">
                  <c:v>londonphilharmonicchoir</c:v>
                </c:pt>
                <c:pt idx="9964">
                  <c:v>londonmusicphotography</c:v>
                </c:pt>
                <c:pt idx="9965">
                  <c:v>london.mentaldisorder</c:v>
                </c:pt>
                <c:pt idx="9966">
                  <c:v>lolly_lollipop_laura</c:v>
                </c:pt>
                <c:pt idx="9967">
                  <c:v>lolly_aka_lildreamer</c:v>
                </c:pt>
                <c:pt idx="9968">
                  <c:v>lollipopandpeppermint</c:v>
                </c:pt>
                <c:pt idx="9969">
                  <c:v>lolita_slut_ass_bitch</c:v>
                </c:pt>
                <c:pt idx="9970">
                  <c:v>lola_the_attack_parrot</c:v>
                </c:pt>
                <c:pt idx="9971">
                  <c:v>lolababe_personalaccount</c:v>
                </c:pt>
                <c:pt idx="9972">
                  <c:v>lois_shall_die_painfully</c:v>
                </c:pt>
                <c:pt idx="9973">
                  <c:v>logicandtheilluminati</c:v>
                </c:pt>
                <c:pt idx="9974">
                  <c:v>Logan_the_bone_mangler</c:v>
                </c:pt>
                <c:pt idx="9975">
                  <c:v>loganrogersvilledrumline</c:v>
                </c:pt>
                <c:pt idx="9976">
                  <c:v>loganknightphotography</c:v>
                </c:pt>
                <c:pt idx="9977">
                  <c:v>logandoesgainesville</c:v>
                </c:pt>
                <c:pt idx="9978">
                  <c:v>locophotophotography</c:v>
                </c:pt>
                <c:pt idx="9979">
                  <c:v>lockstockfascination</c:v>
                </c:pt>
                <c:pt idx="9980">
                  <c:v>lockhartstadiumjune25</c:v>
                </c:pt>
                <c:pt idx="9981">
                  <c:v>lockandloadpresident</c:v>
                </c:pt>
                <c:pt idx="9982">
                  <c:v>lochnessiethemonster</c:v>
                </c:pt>
                <c:pt idx="9983">
                  <c:v>localundergroundbeat</c:v>
                </c:pt>
                <c:pt idx="9984">
                  <c:v>localskatingandcoolstuff</c:v>
                </c:pt>
                <c:pt idx="9985">
                  <c:v>_local_music_support_</c:v>
                </c:pt>
                <c:pt idx="9986">
                  <c:v>locallybonedandbangerated</c:v>
                </c:pt>
                <c:pt idx="9987">
                  <c:v>local_islandgirl_808</c:v>
                </c:pt>
                <c:pt idx="9988">
                  <c:v>localcontractorsearch</c:v>
                </c:pt>
                <c:pt idx="9989">
                  <c:v>localcolorartistnetwork</c:v>
                </c:pt>
                <c:pt idx="9990">
                  <c:v>local313andpanicnightlife</c:v>
                </c:pt>
                <c:pt idx="9991">
                  <c:v>lobsterkittybiteshard</c:v>
                </c:pt>
                <c:pt idx="9992">
                  <c:v>loading123pleasewait</c:v>
                </c:pt>
                <c:pt idx="9993">
                  <c:v>loadedgoatsacramento</c:v>
                </c:pt>
                <c:pt idx="9994">
                  <c:v>loadedchamberorchestra</c:v>
                </c:pt>
                <c:pt idx="9995">
                  <c:v>llamaworlddomination</c:v>
                </c:pt>
                <c:pt idx="9996">
                  <c:v>lizwiththepurplehair</c:v>
                </c:pt>
                <c:pt idx="9997">
                  <c:v>lizsolomonimaginarygirl</c:v>
                </c:pt>
                <c:pt idx="9998">
                  <c:v>lizloveswill_1-18-2008</c:v>
                </c:pt>
              </c:strCache>
            </c:strRef>
          </c:cat>
          <c:val>
            <c:numRef>
              <c:f>Sheet1!$B$2:$B$10000</c:f>
              <c:numCache>
                <c:formatCode>General</c:formatCode>
                <c:ptCount val="9999"/>
                <c:pt idx="0">
                  <c:v>258.0</c:v>
                </c:pt>
                <c:pt idx="1">
                  <c:v>87.0</c:v>
                </c:pt>
                <c:pt idx="2">
                  <c:v>85.0</c:v>
                </c:pt>
                <c:pt idx="3">
                  <c:v>82.0</c:v>
                </c:pt>
                <c:pt idx="4">
                  <c:v>69.0</c:v>
                </c:pt>
                <c:pt idx="5">
                  <c:v>63.0</c:v>
                </c:pt>
                <c:pt idx="6">
                  <c:v>59.0</c:v>
                </c:pt>
                <c:pt idx="7">
                  <c:v>58.0</c:v>
                </c:pt>
                <c:pt idx="8">
                  <c:v>52.0</c:v>
                </c:pt>
                <c:pt idx="9">
                  <c:v>51.0</c:v>
                </c:pt>
                <c:pt idx="10">
                  <c:v>51.0</c:v>
                </c:pt>
                <c:pt idx="11">
                  <c:v>49.0</c:v>
                </c:pt>
                <c:pt idx="12">
                  <c:v>48.0</c:v>
                </c:pt>
                <c:pt idx="13">
                  <c:v>44.0</c:v>
                </c:pt>
                <c:pt idx="14">
                  <c:v>44.0</c:v>
                </c:pt>
                <c:pt idx="15">
                  <c:v>44.0</c:v>
                </c:pt>
                <c:pt idx="16">
                  <c:v>38.0</c:v>
                </c:pt>
                <c:pt idx="17">
                  <c:v>37.0</c:v>
                </c:pt>
                <c:pt idx="18">
                  <c:v>33.0</c:v>
                </c:pt>
                <c:pt idx="19">
                  <c:v>33.0</c:v>
                </c:pt>
                <c:pt idx="20">
                  <c:v>32.0</c:v>
                </c:pt>
                <c:pt idx="21">
                  <c:v>29.0</c:v>
                </c:pt>
                <c:pt idx="22">
                  <c:v>29.0</c:v>
                </c:pt>
                <c:pt idx="23">
                  <c:v>27.0</c:v>
                </c:pt>
                <c:pt idx="24">
                  <c:v>24.0</c:v>
                </c:pt>
                <c:pt idx="25">
                  <c:v>23.0</c:v>
                </c:pt>
                <c:pt idx="26">
                  <c:v>21.0</c:v>
                </c:pt>
                <c:pt idx="27">
                  <c:v>20.0</c:v>
                </c:pt>
                <c:pt idx="28">
                  <c:v>20.0</c:v>
                </c:pt>
                <c:pt idx="29">
                  <c:v>20.0</c:v>
                </c:pt>
                <c:pt idx="30">
                  <c:v>20.0</c:v>
                </c:pt>
                <c:pt idx="31">
                  <c:v>19.0</c:v>
                </c:pt>
                <c:pt idx="32">
                  <c:v>19.0</c:v>
                </c:pt>
                <c:pt idx="33">
                  <c:v>19.0</c:v>
                </c:pt>
                <c:pt idx="34">
                  <c:v>17.0</c:v>
                </c:pt>
                <c:pt idx="35">
                  <c:v>17.0</c:v>
                </c:pt>
                <c:pt idx="36">
                  <c:v>17.0</c:v>
                </c:pt>
                <c:pt idx="37">
                  <c:v>17.0</c:v>
                </c:pt>
                <c:pt idx="38">
                  <c:v>16.0</c:v>
                </c:pt>
                <c:pt idx="39">
                  <c:v>16.0</c:v>
                </c:pt>
                <c:pt idx="40">
                  <c:v>16.0</c:v>
                </c:pt>
                <c:pt idx="41">
                  <c:v>16.0</c:v>
                </c:pt>
                <c:pt idx="42">
                  <c:v>16.0</c:v>
                </c:pt>
                <c:pt idx="43">
                  <c:v>15.0</c:v>
                </c:pt>
                <c:pt idx="44">
                  <c:v>15.0</c:v>
                </c:pt>
                <c:pt idx="45">
                  <c:v>14.0</c:v>
                </c:pt>
                <c:pt idx="46">
                  <c:v>14.0</c:v>
                </c:pt>
                <c:pt idx="47">
                  <c:v>14.0</c:v>
                </c:pt>
                <c:pt idx="48">
                  <c:v>14.0</c:v>
                </c:pt>
                <c:pt idx="49">
                  <c:v>14.0</c:v>
                </c:pt>
                <c:pt idx="50">
                  <c:v>14.0</c:v>
                </c:pt>
                <c:pt idx="51">
                  <c:v>13.0</c:v>
                </c:pt>
                <c:pt idx="52">
                  <c:v>13.0</c:v>
                </c:pt>
                <c:pt idx="53">
                  <c:v>13.0</c:v>
                </c:pt>
                <c:pt idx="54">
                  <c:v>13.0</c:v>
                </c:pt>
                <c:pt idx="55">
                  <c:v>13.0</c:v>
                </c:pt>
                <c:pt idx="56">
                  <c:v>13.0</c:v>
                </c:pt>
                <c:pt idx="57">
                  <c:v>13.0</c:v>
                </c:pt>
                <c:pt idx="58">
                  <c:v>13.0</c:v>
                </c:pt>
                <c:pt idx="59">
                  <c:v>13.0</c:v>
                </c:pt>
                <c:pt idx="60">
                  <c:v>13.0</c:v>
                </c:pt>
                <c:pt idx="61">
                  <c:v>12.0</c:v>
                </c:pt>
                <c:pt idx="62">
                  <c:v>12.0</c:v>
                </c:pt>
                <c:pt idx="63">
                  <c:v>12.0</c:v>
                </c:pt>
                <c:pt idx="64">
                  <c:v>12.0</c:v>
                </c:pt>
                <c:pt idx="65">
                  <c:v>12.0</c:v>
                </c:pt>
                <c:pt idx="66">
                  <c:v>12.0</c:v>
                </c:pt>
                <c:pt idx="67">
                  <c:v>12.0</c:v>
                </c:pt>
                <c:pt idx="68">
                  <c:v>12.0</c:v>
                </c:pt>
                <c:pt idx="69">
                  <c:v>12.0</c:v>
                </c:pt>
                <c:pt idx="70">
                  <c:v>12.0</c:v>
                </c:pt>
                <c:pt idx="71">
                  <c:v>11.0</c:v>
                </c:pt>
                <c:pt idx="72">
                  <c:v>11.0</c:v>
                </c:pt>
                <c:pt idx="73">
                  <c:v>11.0</c:v>
                </c:pt>
                <c:pt idx="74">
                  <c:v>11.0</c:v>
                </c:pt>
                <c:pt idx="75">
                  <c:v>11.0</c:v>
                </c:pt>
                <c:pt idx="76">
                  <c:v>11.0</c:v>
                </c:pt>
                <c:pt idx="77">
                  <c:v>11.0</c:v>
                </c:pt>
                <c:pt idx="78">
                  <c:v>11.0</c:v>
                </c:pt>
                <c:pt idx="79">
                  <c:v>11.0</c:v>
                </c:pt>
                <c:pt idx="80">
                  <c:v>10.0</c:v>
                </c:pt>
                <c:pt idx="81">
                  <c:v>10.0</c:v>
                </c:pt>
                <c:pt idx="82">
                  <c:v>10.0</c:v>
                </c:pt>
                <c:pt idx="83">
                  <c:v>10.0</c:v>
                </c:pt>
                <c:pt idx="84">
                  <c:v>10.0</c:v>
                </c:pt>
                <c:pt idx="85">
                  <c:v>10.0</c:v>
                </c:pt>
                <c:pt idx="86">
                  <c:v>10.0</c:v>
                </c:pt>
                <c:pt idx="87">
                  <c:v>10.0</c:v>
                </c:pt>
                <c:pt idx="88">
                  <c:v>10.0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9.0</c:v>
                </c:pt>
                <c:pt idx="126">
                  <c:v>9.0</c:v>
                </c:pt>
                <c:pt idx="127">
                  <c:v>9.0</c:v>
                </c:pt>
                <c:pt idx="128">
                  <c:v>9.0</c:v>
                </c:pt>
                <c:pt idx="129">
                  <c:v>9.0</c:v>
                </c:pt>
                <c:pt idx="130">
                  <c:v>8.0</c:v>
                </c:pt>
                <c:pt idx="131">
                  <c:v>8.0</c:v>
                </c:pt>
                <c:pt idx="132">
                  <c:v>8.0</c:v>
                </c:pt>
                <c:pt idx="133">
                  <c:v>8.0</c:v>
                </c:pt>
                <c:pt idx="134">
                  <c:v>8.0</c:v>
                </c:pt>
                <c:pt idx="135">
                  <c:v>8.0</c:v>
                </c:pt>
                <c:pt idx="136">
                  <c:v>8.0</c:v>
                </c:pt>
                <c:pt idx="137">
                  <c:v>8.0</c:v>
                </c:pt>
                <c:pt idx="138">
                  <c:v>8.0</c:v>
                </c:pt>
                <c:pt idx="139">
                  <c:v>8.0</c:v>
                </c:pt>
                <c:pt idx="140">
                  <c:v>8.0</c:v>
                </c:pt>
                <c:pt idx="141">
                  <c:v>8.0</c:v>
                </c:pt>
                <c:pt idx="142">
                  <c:v>8.0</c:v>
                </c:pt>
                <c:pt idx="143">
                  <c:v>8.0</c:v>
                </c:pt>
                <c:pt idx="144">
                  <c:v>8.0</c:v>
                </c:pt>
                <c:pt idx="145">
                  <c:v>8.0</c:v>
                </c:pt>
                <c:pt idx="146">
                  <c:v>8.0</c:v>
                </c:pt>
                <c:pt idx="147">
                  <c:v>8.0</c:v>
                </c:pt>
                <c:pt idx="148">
                  <c:v>8.0</c:v>
                </c:pt>
                <c:pt idx="149">
                  <c:v>8.0</c:v>
                </c:pt>
                <c:pt idx="150">
                  <c:v>8.0</c:v>
                </c:pt>
                <c:pt idx="151">
                  <c:v>8.0</c:v>
                </c:pt>
                <c:pt idx="152">
                  <c:v>8.0</c:v>
                </c:pt>
                <c:pt idx="153">
                  <c:v>8.0</c:v>
                </c:pt>
                <c:pt idx="154">
                  <c:v>8.0</c:v>
                </c:pt>
                <c:pt idx="155">
                  <c:v>8.0</c:v>
                </c:pt>
                <c:pt idx="156">
                  <c:v>8.0</c:v>
                </c:pt>
                <c:pt idx="157">
                  <c:v>8.0</c:v>
                </c:pt>
                <c:pt idx="158">
                  <c:v>8.0</c:v>
                </c:pt>
                <c:pt idx="159">
                  <c:v>8.0</c:v>
                </c:pt>
                <c:pt idx="160">
                  <c:v>8.0</c:v>
                </c:pt>
                <c:pt idx="161">
                  <c:v>8.0</c:v>
                </c:pt>
                <c:pt idx="162">
                  <c:v>8.0</c:v>
                </c:pt>
                <c:pt idx="163">
                  <c:v>8.0</c:v>
                </c:pt>
                <c:pt idx="164">
                  <c:v>8.0</c:v>
                </c:pt>
                <c:pt idx="165">
                  <c:v>8.0</c:v>
                </c:pt>
                <c:pt idx="166">
                  <c:v>8.0</c:v>
                </c:pt>
                <c:pt idx="167">
                  <c:v>8.0</c:v>
                </c:pt>
                <c:pt idx="168">
                  <c:v>8.0</c:v>
                </c:pt>
                <c:pt idx="169">
                  <c:v>8.0</c:v>
                </c:pt>
                <c:pt idx="170">
                  <c:v>8.0</c:v>
                </c:pt>
                <c:pt idx="171">
                  <c:v>8.0</c:v>
                </c:pt>
                <c:pt idx="172">
                  <c:v>8.0</c:v>
                </c:pt>
                <c:pt idx="173">
                  <c:v>8.0</c:v>
                </c:pt>
                <c:pt idx="174">
                  <c:v>8.0</c:v>
                </c:pt>
                <c:pt idx="175">
                  <c:v>8.0</c:v>
                </c:pt>
                <c:pt idx="176">
                  <c:v>8.0</c:v>
                </c:pt>
                <c:pt idx="177">
                  <c:v>8.0</c:v>
                </c:pt>
                <c:pt idx="178">
                  <c:v>8.0</c:v>
                </c:pt>
                <c:pt idx="179">
                  <c:v>8.0</c:v>
                </c:pt>
                <c:pt idx="180">
                  <c:v>8.0</c:v>
                </c:pt>
                <c:pt idx="181">
                  <c:v>8.0</c:v>
                </c:pt>
                <c:pt idx="182">
                  <c:v>8.0</c:v>
                </c:pt>
                <c:pt idx="183">
                  <c:v>8.0</c:v>
                </c:pt>
                <c:pt idx="184">
                  <c:v>8.0</c:v>
                </c:pt>
                <c:pt idx="185">
                  <c:v>8.0</c:v>
                </c:pt>
                <c:pt idx="186">
                  <c:v>8.0</c:v>
                </c:pt>
                <c:pt idx="187">
                  <c:v>8.0</c:v>
                </c:pt>
                <c:pt idx="188">
                  <c:v>8.0</c:v>
                </c:pt>
                <c:pt idx="189">
                  <c:v>8.0</c:v>
                </c:pt>
                <c:pt idx="190">
                  <c:v>8.0</c:v>
                </c:pt>
                <c:pt idx="191">
                  <c:v>8.0</c:v>
                </c:pt>
                <c:pt idx="192">
                  <c:v>8.0</c:v>
                </c:pt>
                <c:pt idx="193">
                  <c:v>8.0</c:v>
                </c:pt>
                <c:pt idx="194">
                  <c:v>8.0</c:v>
                </c:pt>
                <c:pt idx="195">
                  <c:v>8.0</c:v>
                </c:pt>
                <c:pt idx="196">
                  <c:v>8.0</c:v>
                </c:pt>
                <c:pt idx="197">
                  <c:v>8.0</c:v>
                </c:pt>
                <c:pt idx="198">
                  <c:v>8.0</c:v>
                </c:pt>
                <c:pt idx="199">
                  <c:v>8.0</c:v>
                </c:pt>
                <c:pt idx="200">
                  <c:v>8.0</c:v>
                </c:pt>
                <c:pt idx="201">
                  <c:v>8.0</c:v>
                </c:pt>
                <c:pt idx="202">
                  <c:v>8.0</c:v>
                </c:pt>
                <c:pt idx="203">
                  <c:v>8.0</c:v>
                </c:pt>
                <c:pt idx="204">
                  <c:v>8.0</c:v>
                </c:pt>
                <c:pt idx="205">
                  <c:v>8.0</c:v>
                </c:pt>
                <c:pt idx="206">
                  <c:v>8.0</c:v>
                </c:pt>
                <c:pt idx="207">
                  <c:v>8.0</c:v>
                </c:pt>
                <c:pt idx="208">
                  <c:v>8.0</c:v>
                </c:pt>
                <c:pt idx="209">
                  <c:v>8.0</c:v>
                </c:pt>
                <c:pt idx="210">
                  <c:v>8.0</c:v>
                </c:pt>
                <c:pt idx="211">
                  <c:v>8.0</c:v>
                </c:pt>
                <c:pt idx="212">
                  <c:v>8.0</c:v>
                </c:pt>
                <c:pt idx="213">
                  <c:v>8.0</c:v>
                </c:pt>
                <c:pt idx="214">
                  <c:v>8.0</c:v>
                </c:pt>
                <c:pt idx="215">
                  <c:v>8.0</c:v>
                </c:pt>
                <c:pt idx="216">
                  <c:v>8.0</c:v>
                </c:pt>
                <c:pt idx="217">
                  <c:v>7.0</c:v>
                </c:pt>
                <c:pt idx="218">
                  <c:v>7.0</c:v>
                </c:pt>
                <c:pt idx="219">
                  <c:v>7.0</c:v>
                </c:pt>
                <c:pt idx="220">
                  <c:v>7.0</c:v>
                </c:pt>
                <c:pt idx="221">
                  <c:v>7.0</c:v>
                </c:pt>
                <c:pt idx="222">
                  <c:v>7.0</c:v>
                </c:pt>
                <c:pt idx="223">
                  <c:v>7.0</c:v>
                </c:pt>
                <c:pt idx="224">
                  <c:v>7.0</c:v>
                </c:pt>
                <c:pt idx="225">
                  <c:v>7.0</c:v>
                </c:pt>
                <c:pt idx="226">
                  <c:v>7.0</c:v>
                </c:pt>
                <c:pt idx="227">
                  <c:v>7.0</c:v>
                </c:pt>
                <c:pt idx="228">
                  <c:v>7.0</c:v>
                </c:pt>
                <c:pt idx="229">
                  <c:v>7.0</c:v>
                </c:pt>
                <c:pt idx="230">
                  <c:v>7.0</c:v>
                </c:pt>
                <c:pt idx="231">
                  <c:v>7.0</c:v>
                </c:pt>
                <c:pt idx="232">
                  <c:v>7.0</c:v>
                </c:pt>
                <c:pt idx="233">
                  <c:v>7.0</c:v>
                </c:pt>
                <c:pt idx="234">
                  <c:v>7.0</c:v>
                </c:pt>
                <c:pt idx="235">
                  <c:v>7.0</c:v>
                </c:pt>
                <c:pt idx="236">
                  <c:v>7.0</c:v>
                </c:pt>
                <c:pt idx="237">
                  <c:v>7.0</c:v>
                </c:pt>
                <c:pt idx="238">
                  <c:v>7.0</c:v>
                </c:pt>
                <c:pt idx="239">
                  <c:v>7.0</c:v>
                </c:pt>
                <c:pt idx="240">
                  <c:v>7.0</c:v>
                </c:pt>
                <c:pt idx="241">
                  <c:v>7.0</c:v>
                </c:pt>
                <c:pt idx="242">
                  <c:v>7.0</c:v>
                </c:pt>
                <c:pt idx="243">
                  <c:v>7.0</c:v>
                </c:pt>
                <c:pt idx="244">
                  <c:v>7.0</c:v>
                </c:pt>
                <c:pt idx="245">
                  <c:v>7.0</c:v>
                </c:pt>
                <c:pt idx="246">
                  <c:v>7.0</c:v>
                </c:pt>
                <c:pt idx="247">
                  <c:v>7.0</c:v>
                </c:pt>
                <c:pt idx="248">
                  <c:v>7.0</c:v>
                </c:pt>
                <c:pt idx="249">
                  <c:v>7.0</c:v>
                </c:pt>
                <c:pt idx="250">
                  <c:v>7.0</c:v>
                </c:pt>
                <c:pt idx="251">
                  <c:v>7.0</c:v>
                </c:pt>
                <c:pt idx="252">
                  <c:v>7.0</c:v>
                </c:pt>
                <c:pt idx="253">
                  <c:v>7.0</c:v>
                </c:pt>
                <c:pt idx="254">
                  <c:v>7.0</c:v>
                </c:pt>
                <c:pt idx="255">
                  <c:v>7.0</c:v>
                </c:pt>
                <c:pt idx="256">
                  <c:v>7.0</c:v>
                </c:pt>
                <c:pt idx="257">
                  <c:v>7.0</c:v>
                </c:pt>
                <c:pt idx="258">
                  <c:v>7.0</c:v>
                </c:pt>
                <c:pt idx="259">
                  <c:v>7.0</c:v>
                </c:pt>
                <c:pt idx="260">
                  <c:v>7.0</c:v>
                </c:pt>
                <c:pt idx="261">
                  <c:v>7.0</c:v>
                </c:pt>
                <c:pt idx="262">
                  <c:v>7.0</c:v>
                </c:pt>
                <c:pt idx="263">
                  <c:v>7.0</c:v>
                </c:pt>
                <c:pt idx="264">
                  <c:v>7.0</c:v>
                </c:pt>
                <c:pt idx="265">
                  <c:v>7.0</c:v>
                </c:pt>
                <c:pt idx="266">
                  <c:v>7.0</c:v>
                </c:pt>
                <c:pt idx="267">
                  <c:v>7.0</c:v>
                </c:pt>
                <c:pt idx="268">
                  <c:v>7.0</c:v>
                </c:pt>
                <c:pt idx="269">
                  <c:v>7.0</c:v>
                </c:pt>
                <c:pt idx="270">
                  <c:v>7.0</c:v>
                </c:pt>
                <c:pt idx="271">
                  <c:v>7.0</c:v>
                </c:pt>
                <c:pt idx="272">
                  <c:v>7.0</c:v>
                </c:pt>
                <c:pt idx="273">
                  <c:v>7.0</c:v>
                </c:pt>
                <c:pt idx="274">
                  <c:v>7.0</c:v>
                </c:pt>
                <c:pt idx="275">
                  <c:v>7.0</c:v>
                </c:pt>
                <c:pt idx="276">
                  <c:v>7.0</c:v>
                </c:pt>
                <c:pt idx="277">
                  <c:v>7.0</c:v>
                </c:pt>
                <c:pt idx="278">
                  <c:v>7.0</c:v>
                </c:pt>
                <c:pt idx="279">
                  <c:v>7.0</c:v>
                </c:pt>
                <c:pt idx="280">
                  <c:v>7.0</c:v>
                </c:pt>
                <c:pt idx="281">
                  <c:v>7.0</c:v>
                </c:pt>
                <c:pt idx="282">
                  <c:v>7.0</c:v>
                </c:pt>
                <c:pt idx="283">
                  <c:v>7.0</c:v>
                </c:pt>
                <c:pt idx="284">
                  <c:v>7.0</c:v>
                </c:pt>
                <c:pt idx="285">
                  <c:v>7.0</c:v>
                </c:pt>
                <c:pt idx="286">
                  <c:v>7.0</c:v>
                </c:pt>
                <c:pt idx="287">
                  <c:v>7.0</c:v>
                </c:pt>
                <c:pt idx="288">
                  <c:v>7.0</c:v>
                </c:pt>
                <c:pt idx="289">
                  <c:v>7.0</c:v>
                </c:pt>
                <c:pt idx="290">
                  <c:v>7.0</c:v>
                </c:pt>
                <c:pt idx="291">
                  <c:v>7.0</c:v>
                </c:pt>
                <c:pt idx="292">
                  <c:v>7.0</c:v>
                </c:pt>
                <c:pt idx="293">
                  <c:v>7.0</c:v>
                </c:pt>
                <c:pt idx="294">
                  <c:v>7.0</c:v>
                </c:pt>
                <c:pt idx="295">
                  <c:v>7.0</c:v>
                </c:pt>
                <c:pt idx="296">
                  <c:v>7.0</c:v>
                </c:pt>
                <c:pt idx="297">
                  <c:v>7.0</c:v>
                </c:pt>
                <c:pt idx="298">
                  <c:v>7.0</c:v>
                </c:pt>
                <c:pt idx="299">
                  <c:v>7.0</c:v>
                </c:pt>
                <c:pt idx="300">
                  <c:v>7.0</c:v>
                </c:pt>
                <c:pt idx="301">
                  <c:v>7.0</c:v>
                </c:pt>
                <c:pt idx="302">
                  <c:v>7.0</c:v>
                </c:pt>
                <c:pt idx="303">
                  <c:v>7.0</c:v>
                </c:pt>
                <c:pt idx="304">
                  <c:v>7.0</c:v>
                </c:pt>
                <c:pt idx="305">
                  <c:v>7.0</c:v>
                </c:pt>
                <c:pt idx="306">
                  <c:v>7.0</c:v>
                </c:pt>
                <c:pt idx="307">
                  <c:v>7.0</c:v>
                </c:pt>
                <c:pt idx="308">
                  <c:v>7.0</c:v>
                </c:pt>
                <c:pt idx="309">
                  <c:v>7.0</c:v>
                </c:pt>
                <c:pt idx="310">
                  <c:v>7.0</c:v>
                </c:pt>
                <c:pt idx="311">
                  <c:v>7.0</c:v>
                </c:pt>
                <c:pt idx="312">
                  <c:v>7.0</c:v>
                </c:pt>
                <c:pt idx="313">
                  <c:v>7.0</c:v>
                </c:pt>
                <c:pt idx="314">
                  <c:v>7.0</c:v>
                </c:pt>
                <c:pt idx="315">
                  <c:v>7.0</c:v>
                </c:pt>
                <c:pt idx="316">
                  <c:v>7.0</c:v>
                </c:pt>
                <c:pt idx="317">
                  <c:v>7.0</c:v>
                </c:pt>
                <c:pt idx="318">
                  <c:v>7.0</c:v>
                </c:pt>
                <c:pt idx="319">
                  <c:v>7.0</c:v>
                </c:pt>
                <c:pt idx="320">
                  <c:v>7.0</c:v>
                </c:pt>
                <c:pt idx="321">
                  <c:v>7.0</c:v>
                </c:pt>
                <c:pt idx="322">
                  <c:v>7.0</c:v>
                </c:pt>
                <c:pt idx="323">
                  <c:v>7.0</c:v>
                </c:pt>
                <c:pt idx="324">
                  <c:v>7.0</c:v>
                </c:pt>
                <c:pt idx="325">
                  <c:v>7.0</c:v>
                </c:pt>
                <c:pt idx="326">
                  <c:v>7.0</c:v>
                </c:pt>
                <c:pt idx="327">
                  <c:v>7.0</c:v>
                </c:pt>
                <c:pt idx="328">
                  <c:v>7.0</c:v>
                </c:pt>
                <c:pt idx="329">
                  <c:v>7.0</c:v>
                </c:pt>
                <c:pt idx="330">
                  <c:v>7.0</c:v>
                </c:pt>
                <c:pt idx="331">
                  <c:v>7.0</c:v>
                </c:pt>
                <c:pt idx="332">
                  <c:v>7.0</c:v>
                </c:pt>
                <c:pt idx="333">
                  <c:v>7.0</c:v>
                </c:pt>
                <c:pt idx="334">
                  <c:v>7.0</c:v>
                </c:pt>
                <c:pt idx="335">
                  <c:v>7.0</c:v>
                </c:pt>
                <c:pt idx="336">
                  <c:v>7.0</c:v>
                </c:pt>
                <c:pt idx="337">
                  <c:v>7.0</c:v>
                </c:pt>
                <c:pt idx="338">
                  <c:v>7.0</c:v>
                </c:pt>
                <c:pt idx="339">
                  <c:v>7.0</c:v>
                </c:pt>
                <c:pt idx="340">
                  <c:v>7.0</c:v>
                </c:pt>
                <c:pt idx="341">
                  <c:v>7.0</c:v>
                </c:pt>
                <c:pt idx="342">
                  <c:v>7.0</c:v>
                </c:pt>
                <c:pt idx="343">
                  <c:v>7.0</c:v>
                </c:pt>
                <c:pt idx="344">
                  <c:v>7.0</c:v>
                </c:pt>
                <c:pt idx="345">
                  <c:v>7.0</c:v>
                </c:pt>
                <c:pt idx="346">
                  <c:v>7.0</c:v>
                </c:pt>
                <c:pt idx="347">
                  <c:v>7.0</c:v>
                </c:pt>
                <c:pt idx="348">
                  <c:v>7.0</c:v>
                </c:pt>
                <c:pt idx="349">
                  <c:v>7.0</c:v>
                </c:pt>
                <c:pt idx="350">
                  <c:v>7.0</c:v>
                </c:pt>
                <c:pt idx="351">
                  <c:v>7.0</c:v>
                </c:pt>
                <c:pt idx="352">
                  <c:v>7.0</c:v>
                </c:pt>
                <c:pt idx="353">
                  <c:v>7.0</c:v>
                </c:pt>
                <c:pt idx="354">
                  <c:v>7.0</c:v>
                </c:pt>
                <c:pt idx="355">
                  <c:v>7.0</c:v>
                </c:pt>
                <c:pt idx="356">
                  <c:v>7.0</c:v>
                </c:pt>
                <c:pt idx="357">
                  <c:v>7.0</c:v>
                </c:pt>
                <c:pt idx="358">
                  <c:v>7.0</c:v>
                </c:pt>
                <c:pt idx="359">
                  <c:v>7.0</c:v>
                </c:pt>
                <c:pt idx="360">
                  <c:v>7.0</c:v>
                </c:pt>
                <c:pt idx="361">
                  <c:v>7.0</c:v>
                </c:pt>
                <c:pt idx="362">
                  <c:v>7.0</c:v>
                </c:pt>
                <c:pt idx="363">
                  <c:v>7.0</c:v>
                </c:pt>
                <c:pt idx="364">
                  <c:v>7.0</c:v>
                </c:pt>
                <c:pt idx="365">
                  <c:v>7.0</c:v>
                </c:pt>
                <c:pt idx="366">
                  <c:v>7.0</c:v>
                </c:pt>
                <c:pt idx="367">
                  <c:v>7.0</c:v>
                </c:pt>
                <c:pt idx="368">
                  <c:v>7.0</c:v>
                </c:pt>
                <c:pt idx="369">
                  <c:v>7.0</c:v>
                </c:pt>
                <c:pt idx="370">
                  <c:v>7.0</c:v>
                </c:pt>
                <c:pt idx="371">
                  <c:v>7.0</c:v>
                </c:pt>
                <c:pt idx="372">
                  <c:v>7.0</c:v>
                </c:pt>
                <c:pt idx="373">
                  <c:v>7.0</c:v>
                </c:pt>
                <c:pt idx="374">
                  <c:v>7.0</c:v>
                </c:pt>
                <c:pt idx="375">
                  <c:v>7.0</c:v>
                </c:pt>
                <c:pt idx="376">
                  <c:v>7.0</c:v>
                </c:pt>
                <c:pt idx="377">
                  <c:v>7.0</c:v>
                </c:pt>
                <c:pt idx="378">
                  <c:v>7.0</c:v>
                </c:pt>
                <c:pt idx="379">
                  <c:v>7.0</c:v>
                </c:pt>
                <c:pt idx="380">
                  <c:v>7.0</c:v>
                </c:pt>
                <c:pt idx="381">
                  <c:v>7.0</c:v>
                </c:pt>
                <c:pt idx="382">
                  <c:v>7.0</c:v>
                </c:pt>
                <c:pt idx="383">
                  <c:v>7.0</c:v>
                </c:pt>
                <c:pt idx="384">
                  <c:v>7.0</c:v>
                </c:pt>
                <c:pt idx="385">
                  <c:v>7.0</c:v>
                </c:pt>
                <c:pt idx="386">
                  <c:v>7.0</c:v>
                </c:pt>
                <c:pt idx="387">
                  <c:v>6.0</c:v>
                </c:pt>
                <c:pt idx="388">
                  <c:v>6.0</c:v>
                </c:pt>
                <c:pt idx="389">
                  <c:v>6.0</c:v>
                </c:pt>
                <c:pt idx="390">
                  <c:v>6.0</c:v>
                </c:pt>
                <c:pt idx="391">
                  <c:v>6.0</c:v>
                </c:pt>
                <c:pt idx="392">
                  <c:v>6.0</c:v>
                </c:pt>
                <c:pt idx="393">
                  <c:v>6.0</c:v>
                </c:pt>
                <c:pt idx="394">
                  <c:v>6.0</c:v>
                </c:pt>
                <c:pt idx="395">
                  <c:v>6.0</c:v>
                </c:pt>
                <c:pt idx="396">
                  <c:v>6.0</c:v>
                </c:pt>
                <c:pt idx="397">
                  <c:v>6.0</c:v>
                </c:pt>
                <c:pt idx="398">
                  <c:v>6.0</c:v>
                </c:pt>
                <c:pt idx="399">
                  <c:v>6.0</c:v>
                </c:pt>
                <c:pt idx="400">
                  <c:v>6.0</c:v>
                </c:pt>
                <c:pt idx="401">
                  <c:v>6.0</c:v>
                </c:pt>
                <c:pt idx="402">
                  <c:v>6.0</c:v>
                </c:pt>
                <c:pt idx="403">
                  <c:v>6.0</c:v>
                </c:pt>
                <c:pt idx="404">
                  <c:v>6.0</c:v>
                </c:pt>
                <c:pt idx="405">
                  <c:v>6.0</c:v>
                </c:pt>
                <c:pt idx="406">
                  <c:v>6.0</c:v>
                </c:pt>
                <c:pt idx="407">
                  <c:v>6.0</c:v>
                </c:pt>
                <c:pt idx="408">
                  <c:v>6.0</c:v>
                </c:pt>
                <c:pt idx="409">
                  <c:v>6.0</c:v>
                </c:pt>
                <c:pt idx="410">
                  <c:v>6.0</c:v>
                </c:pt>
                <c:pt idx="411">
                  <c:v>6.0</c:v>
                </c:pt>
                <c:pt idx="412">
                  <c:v>6.0</c:v>
                </c:pt>
                <c:pt idx="413">
                  <c:v>6.0</c:v>
                </c:pt>
                <c:pt idx="414">
                  <c:v>6.0</c:v>
                </c:pt>
                <c:pt idx="415">
                  <c:v>6.0</c:v>
                </c:pt>
                <c:pt idx="416">
                  <c:v>6.0</c:v>
                </c:pt>
                <c:pt idx="417">
                  <c:v>6.0</c:v>
                </c:pt>
                <c:pt idx="418">
                  <c:v>6.0</c:v>
                </c:pt>
                <c:pt idx="419">
                  <c:v>6.0</c:v>
                </c:pt>
                <c:pt idx="420">
                  <c:v>6.0</c:v>
                </c:pt>
                <c:pt idx="421">
                  <c:v>6.0</c:v>
                </c:pt>
                <c:pt idx="422">
                  <c:v>6.0</c:v>
                </c:pt>
                <c:pt idx="423">
                  <c:v>6.0</c:v>
                </c:pt>
                <c:pt idx="424">
                  <c:v>6.0</c:v>
                </c:pt>
                <c:pt idx="425">
                  <c:v>6.0</c:v>
                </c:pt>
                <c:pt idx="426">
                  <c:v>6.0</c:v>
                </c:pt>
                <c:pt idx="427">
                  <c:v>6.0</c:v>
                </c:pt>
                <c:pt idx="428">
                  <c:v>6.0</c:v>
                </c:pt>
                <c:pt idx="429">
                  <c:v>6.0</c:v>
                </c:pt>
                <c:pt idx="430">
                  <c:v>6.0</c:v>
                </c:pt>
                <c:pt idx="431">
                  <c:v>6.0</c:v>
                </c:pt>
                <c:pt idx="432">
                  <c:v>6.0</c:v>
                </c:pt>
                <c:pt idx="433">
                  <c:v>6.0</c:v>
                </c:pt>
                <c:pt idx="434">
                  <c:v>6.0</c:v>
                </c:pt>
                <c:pt idx="435">
                  <c:v>6.0</c:v>
                </c:pt>
                <c:pt idx="436">
                  <c:v>6.0</c:v>
                </c:pt>
                <c:pt idx="437">
                  <c:v>6.0</c:v>
                </c:pt>
                <c:pt idx="438">
                  <c:v>6.0</c:v>
                </c:pt>
                <c:pt idx="439">
                  <c:v>6.0</c:v>
                </c:pt>
                <c:pt idx="440">
                  <c:v>6.0</c:v>
                </c:pt>
                <c:pt idx="441">
                  <c:v>6.0</c:v>
                </c:pt>
                <c:pt idx="442">
                  <c:v>6.0</c:v>
                </c:pt>
                <c:pt idx="443">
                  <c:v>6.0</c:v>
                </c:pt>
                <c:pt idx="444">
                  <c:v>6.0</c:v>
                </c:pt>
                <c:pt idx="445">
                  <c:v>6.0</c:v>
                </c:pt>
                <c:pt idx="446">
                  <c:v>6.0</c:v>
                </c:pt>
                <c:pt idx="447">
                  <c:v>6.0</c:v>
                </c:pt>
                <c:pt idx="448">
                  <c:v>6.0</c:v>
                </c:pt>
                <c:pt idx="449">
                  <c:v>6.0</c:v>
                </c:pt>
                <c:pt idx="450">
                  <c:v>6.0</c:v>
                </c:pt>
                <c:pt idx="451">
                  <c:v>6.0</c:v>
                </c:pt>
                <c:pt idx="452">
                  <c:v>6.0</c:v>
                </c:pt>
                <c:pt idx="453">
                  <c:v>6.0</c:v>
                </c:pt>
                <c:pt idx="454">
                  <c:v>6.0</c:v>
                </c:pt>
                <c:pt idx="455">
                  <c:v>6.0</c:v>
                </c:pt>
                <c:pt idx="456">
                  <c:v>6.0</c:v>
                </c:pt>
                <c:pt idx="457">
                  <c:v>6.0</c:v>
                </c:pt>
                <c:pt idx="458">
                  <c:v>6.0</c:v>
                </c:pt>
                <c:pt idx="459">
                  <c:v>6.0</c:v>
                </c:pt>
                <c:pt idx="460">
                  <c:v>6.0</c:v>
                </c:pt>
                <c:pt idx="461">
                  <c:v>6.0</c:v>
                </c:pt>
                <c:pt idx="462">
                  <c:v>6.0</c:v>
                </c:pt>
                <c:pt idx="463">
                  <c:v>6.0</c:v>
                </c:pt>
                <c:pt idx="464">
                  <c:v>6.0</c:v>
                </c:pt>
                <c:pt idx="465">
                  <c:v>6.0</c:v>
                </c:pt>
                <c:pt idx="466">
                  <c:v>6.0</c:v>
                </c:pt>
                <c:pt idx="467">
                  <c:v>6.0</c:v>
                </c:pt>
                <c:pt idx="468">
                  <c:v>6.0</c:v>
                </c:pt>
                <c:pt idx="469">
                  <c:v>6.0</c:v>
                </c:pt>
                <c:pt idx="470">
                  <c:v>6.0</c:v>
                </c:pt>
                <c:pt idx="471">
                  <c:v>6.0</c:v>
                </c:pt>
                <c:pt idx="472">
                  <c:v>6.0</c:v>
                </c:pt>
                <c:pt idx="473">
                  <c:v>6.0</c:v>
                </c:pt>
                <c:pt idx="474">
                  <c:v>6.0</c:v>
                </c:pt>
                <c:pt idx="475">
                  <c:v>6.0</c:v>
                </c:pt>
                <c:pt idx="476">
                  <c:v>6.0</c:v>
                </c:pt>
                <c:pt idx="477">
                  <c:v>6.0</c:v>
                </c:pt>
                <c:pt idx="478">
                  <c:v>6.0</c:v>
                </c:pt>
                <c:pt idx="479">
                  <c:v>6.0</c:v>
                </c:pt>
                <c:pt idx="480">
                  <c:v>6.0</c:v>
                </c:pt>
                <c:pt idx="481">
                  <c:v>6.0</c:v>
                </c:pt>
                <c:pt idx="482">
                  <c:v>6.0</c:v>
                </c:pt>
                <c:pt idx="483">
                  <c:v>6.0</c:v>
                </c:pt>
                <c:pt idx="484">
                  <c:v>6.0</c:v>
                </c:pt>
                <c:pt idx="485">
                  <c:v>6.0</c:v>
                </c:pt>
                <c:pt idx="486">
                  <c:v>6.0</c:v>
                </c:pt>
                <c:pt idx="487">
                  <c:v>6.0</c:v>
                </c:pt>
                <c:pt idx="488">
                  <c:v>6.0</c:v>
                </c:pt>
                <c:pt idx="489">
                  <c:v>6.0</c:v>
                </c:pt>
                <c:pt idx="490">
                  <c:v>6.0</c:v>
                </c:pt>
                <c:pt idx="491">
                  <c:v>6.0</c:v>
                </c:pt>
                <c:pt idx="492">
                  <c:v>6.0</c:v>
                </c:pt>
                <c:pt idx="493">
                  <c:v>6.0</c:v>
                </c:pt>
                <c:pt idx="494">
                  <c:v>6.0</c:v>
                </c:pt>
                <c:pt idx="495">
                  <c:v>6.0</c:v>
                </c:pt>
                <c:pt idx="496">
                  <c:v>6.0</c:v>
                </c:pt>
                <c:pt idx="497">
                  <c:v>6.0</c:v>
                </c:pt>
                <c:pt idx="498">
                  <c:v>6.0</c:v>
                </c:pt>
                <c:pt idx="499">
                  <c:v>6.0</c:v>
                </c:pt>
                <c:pt idx="500">
                  <c:v>6.0</c:v>
                </c:pt>
                <c:pt idx="501">
                  <c:v>6.0</c:v>
                </c:pt>
                <c:pt idx="502">
                  <c:v>6.0</c:v>
                </c:pt>
                <c:pt idx="503">
                  <c:v>6.0</c:v>
                </c:pt>
                <c:pt idx="504">
                  <c:v>6.0</c:v>
                </c:pt>
                <c:pt idx="505">
                  <c:v>6.0</c:v>
                </c:pt>
                <c:pt idx="506">
                  <c:v>6.0</c:v>
                </c:pt>
                <c:pt idx="507">
                  <c:v>6.0</c:v>
                </c:pt>
                <c:pt idx="508">
                  <c:v>6.0</c:v>
                </c:pt>
                <c:pt idx="509">
                  <c:v>6.0</c:v>
                </c:pt>
                <c:pt idx="510">
                  <c:v>6.0</c:v>
                </c:pt>
                <c:pt idx="511">
                  <c:v>6.0</c:v>
                </c:pt>
                <c:pt idx="512">
                  <c:v>6.0</c:v>
                </c:pt>
                <c:pt idx="513">
                  <c:v>6.0</c:v>
                </c:pt>
                <c:pt idx="514">
                  <c:v>6.0</c:v>
                </c:pt>
                <c:pt idx="515">
                  <c:v>6.0</c:v>
                </c:pt>
                <c:pt idx="516">
                  <c:v>6.0</c:v>
                </c:pt>
                <c:pt idx="517">
                  <c:v>6.0</c:v>
                </c:pt>
                <c:pt idx="518">
                  <c:v>6.0</c:v>
                </c:pt>
                <c:pt idx="519">
                  <c:v>6.0</c:v>
                </c:pt>
                <c:pt idx="520">
                  <c:v>6.0</c:v>
                </c:pt>
                <c:pt idx="521">
                  <c:v>6.0</c:v>
                </c:pt>
                <c:pt idx="522">
                  <c:v>6.0</c:v>
                </c:pt>
                <c:pt idx="523">
                  <c:v>6.0</c:v>
                </c:pt>
                <c:pt idx="524">
                  <c:v>6.0</c:v>
                </c:pt>
                <c:pt idx="525">
                  <c:v>6.0</c:v>
                </c:pt>
                <c:pt idx="526">
                  <c:v>6.0</c:v>
                </c:pt>
                <c:pt idx="527">
                  <c:v>6.0</c:v>
                </c:pt>
                <c:pt idx="528">
                  <c:v>6.0</c:v>
                </c:pt>
                <c:pt idx="529">
                  <c:v>6.0</c:v>
                </c:pt>
                <c:pt idx="530">
                  <c:v>6.0</c:v>
                </c:pt>
                <c:pt idx="531">
                  <c:v>6.0</c:v>
                </c:pt>
                <c:pt idx="532">
                  <c:v>6.0</c:v>
                </c:pt>
                <c:pt idx="533">
                  <c:v>6.0</c:v>
                </c:pt>
                <c:pt idx="534">
                  <c:v>6.0</c:v>
                </c:pt>
                <c:pt idx="535">
                  <c:v>6.0</c:v>
                </c:pt>
                <c:pt idx="536">
                  <c:v>6.0</c:v>
                </c:pt>
                <c:pt idx="537">
                  <c:v>6.0</c:v>
                </c:pt>
                <c:pt idx="538">
                  <c:v>6.0</c:v>
                </c:pt>
                <c:pt idx="539">
                  <c:v>6.0</c:v>
                </c:pt>
                <c:pt idx="540">
                  <c:v>6.0</c:v>
                </c:pt>
                <c:pt idx="541">
                  <c:v>6.0</c:v>
                </c:pt>
                <c:pt idx="542">
                  <c:v>6.0</c:v>
                </c:pt>
                <c:pt idx="543">
                  <c:v>6.0</c:v>
                </c:pt>
                <c:pt idx="544">
                  <c:v>6.0</c:v>
                </c:pt>
                <c:pt idx="545">
                  <c:v>6.0</c:v>
                </c:pt>
                <c:pt idx="546">
                  <c:v>6.0</c:v>
                </c:pt>
                <c:pt idx="547">
                  <c:v>6.0</c:v>
                </c:pt>
                <c:pt idx="548">
                  <c:v>6.0</c:v>
                </c:pt>
                <c:pt idx="549">
                  <c:v>6.0</c:v>
                </c:pt>
                <c:pt idx="550">
                  <c:v>6.0</c:v>
                </c:pt>
                <c:pt idx="551">
                  <c:v>6.0</c:v>
                </c:pt>
                <c:pt idx="552">
                  <c:v>6.0</c:v>
                </c:pt>
                <c:pt idx="553">
                  <c:v>6.0</c:v>
                </c:pt>
                <c:pt idx="554">
                  <c:v>6.0</c:v>
                </c:pt>
                <c:pt idx="555">
                  <c:v>6.0</c:v>
                </c:pt>
                <c:pt idx="556">
                  <c:v>6.0</c:v>
                </c:pt>
                <c:pt idx="557">
                  <c:v>6.0</c:v>
                </c:pt>
                <c:pt idx="558">
                  <c:v>6.0</c:v>
                </c:pt>
                <c:pt idx="559">
                  <c:v>6.0</c:v>
                </c:pt>
                <c:pt idx="560">
                  <c:v>6.0</c:v>
                </c:pt>
                <c:pt idx="561">
                  <c:v>6.0</c:v>
                </c:pt>
                <c:pt idx="562">
                  <c:v>6.0</c:v>
                </c:pt>
                <c:pt idx="563">
                  <c:v>6.0</c:v>
                </c:pt>
                <c:pt idx="564">
                  <c:v>6.0</c:v>
                </c:pt>
                <c:pt idx="565">
                  <c:v>6.0</c:v>
                </c:pt>
                <c:pt idx="566">
                  <c:v>6.0</c:v>
                </c:pt>
                <c:pt idx="567">
                  <c:v>6.0</c:v>
                </c:pt>
                <c:pt idx="568">
                  <c:v>6.0</c:v>
                </c:pt>
                <c:pt idx="569">
                  <c:v>6.0</c:v>
                </c:pt>
                <c:pt idx="570">
                  <c:v>6.0</c:v>
                </c:pt>
                <c:pt idx="571">
                  <c:v>6.0</c:v>
                </c:pt>
                <c:pt idx="572">
                  <c:v>6.0</c:v>
                </c:pt>
                <c:pt idx="573">
                  <c:v>6.0</c:v>
                </c:pt>
                <c:pt idx="574">
                  <c:v>6.0</c:v>
                </c:pt>
                <c:pt idx="575">
                  <c:v>6.0</c:v>
                </c:pt>
                <c:pt idx="576">
                  <c:v>6.0</c:v>
                </c:pt>
                <c:pt idx="577">
                  <c:v>6.0</c:v>
                </c:pt>
                <c:pt idx="578">
                  <c:v>6.0</c:v>
                </c:pt>
                <c:pt idx="579">
                  <c:v>6.0</c:v>
                </c:pt>
                <c:pt idx="580">
                  <c:v>6.0</c:v>
                </c:pt>
                <c:pt idx="581">
                  <c:v>6.0</c:v>
                </c:pt>
                <c:pt idx="582">
                  <c:v>6.0</c:v>
                </c:pt>
                <c:pt idx="583">
                  <c:v>6.0</c:v>
                </c:pt>
                <c:pt idx="584">
                  <c:v>6.0</c:v>
                </c:pt>
                <c:pt idx="585">
                  <c:v>6.0</c:v>
                </c:pt>
                <c:pt idx="586">
                  <c:v>6.0</c:v>
                </c:pt>
                <c:pt idx="587">
                  <c:v>6.0</c:v>
                </c:pt>
                <c:pt idx="588">
                  <c:v>6.0</c:v>
                </c:pt>
                <c:pt idx="589">
                  <c:v>6.0</c:v>
                </c:pt>
                <c:pt idx="590">
                  <c:v>6.0</c:v>
                </c:pt>
                <c:pt idx="591">
                  <c:v>6.0</c:v>
                </c:pt>
                <c:pt idx="592">
                  <c:v>6.0</c:v>
                </c:pt>
                <c:pt idx="593">
                  <c:v>6.0</c:v>
                </c:pt>
                <c:pt idx="594">
                  <c:v>6.0</c:v>
                </c:pt>
                <c:pt idx="595">
                  <c:v>6.0</c:v>
                </c:pt>
                <c:pt idx="596">
                  <c:v>6.0</c:v>
                </c:pt>
                <c:pt idx="597">
                  <c:v>6.0</c:v>
                </c:pt>
                <c:pt idx="598">
                  <c:v>6.0</c:v>
                </c:pt>
                <c:pt idx="599">
                  <c:v>6.0</c:v>
                </c:pt>
                <c:pt idx="600">
                  <c:v>6.0</c:v>
                </c:pt>
                <c:pt idx="601">
                  <c:v>6.0</c:v>
                </c:pt>
                <c:pt idx="602">
                  <c:v>6.0</c:v>
                </c:pt>
                <c:pt idx="603">
                  <c:v>6.0</c:v>
                </c:pt>
                <c:pt idx="604">
                  <c:v>6.0</c:v>
                </c:pt>
                <c:pt idx="605">
                  <c:v>6.0</c:v>
                </c:pt>
                <c:pt idx="606">
                  <c:v>6.0</c:v>
                </c:pt>
                <c:pt idx="607">
                  <c:v>6.0</c:v>
                </c:pt>
                <c:pt idx="608">
                  <c:v>6.0</c:v>
                </c:pt>
                <c:pt idx="609">
                  <c:v>6.0</c:v>
                </c:pt>
                <c:pt idx="610">
                  <c:v>6.0</c:v>
                </c:pt>
                <c:pt idx="611">
                  <c:v>6.0</c:v>
                </c:pt>
                <c:pt idx="612">
                  <c:v>6.0</c:v>
                </c:pt>
                <c:pt idx="613">
                  <c:v>6.0</c:v>
                </c:pt>
                <c:pt idx="614">
                  <c:v>6.0</c:v>
                </c:pt>
                <c:pt idx="615">
                  <c:v>6.0</c:v>
                </c:pt>
                <c:pt idx="616">
                  <c:v>6.0</c:v>
                </c:pt>
                <c:pt idx="617">
                  <c:v>6.0</c:v>
                </c:pt>
                <c:pt idx="618">
                  <c:v>6.0</c:v>
                </c:pt>
                <c:pt idx="619">
                  <c:v>6.0</c:v>
                </c:pt>
                <c:pt idx="620">
                  <c:v>6.0</c:v>
                </c:pt>
                <c:pt idx="621">
                  <c:v>6.0</c:v>
                </c:pt>
                <c:pt idx="622">
                  <c:v>6.0</c:v>
                </c:pt>
                <c:pt idx="623">
                  <c:v>6.0</c:v>
                </c:pt>
                <c:pt idx="624">
                  <c:v>6.0</c:v>
                </c:pt>
                <c:pt idx="625">
                  <c:v>6.0</c:v>
                </c:pt>
                <c:pt idx="626">
                  <c:v>6.0</c:v>
                </c:pt>
                <c:pt idx="627">
                  <c:v>6.0</c:v>
                </c:pt>
                <c:pt idx="628">
                  <c:v>6.0</c:v>
                </c:pt>
                <c:pt idx="629">
                  <c:v>6.0</c:v>
                </c:pt>
                <c:pt idx="630">
                  <c:v>6.0</c:v>
                </c:pt>
                <c:pt idx="631">
                  <c:v>6.0</c:v>
                </c:pt>
                <c:pt idx="632">
                  <c:v>6.0</c:v>
                </c:pt>
                <c:pt idx="633">
                  <c:v>6.0</c:v>
                </c:pt>
                <c:pt idx="634">
                  <c:v>6.0</c:v>
                </c:pt>
                <c:pt idx="635">
                  <c:v>6.0</c:v>
                </c:pt>
                <c:pt idx="636">
                  <c:v>6.0</c:v>
                </c:pt>
                <c:pt idx="637">
                  <c:v>6.0</c:v>
                </c:pt>
                <c:pt idx="638">
                  <c:v>6.0</c:v>
                </c:pt>
                <c:pt idx="639">
                  <c:v>6.0</c:v>
                </c:pt>
                <c:pt idx="640">
                  <c:v>6.0</c:v>
                </c:pt>
                <c:pt idx="641">
                  <c:v>6.0</c:v>
                </c:pt>
                <c:pt idx="642">
                  <c:v>6.0</c:v>
                </c:pt>
                <c:pt idx="643">
                  <c:v>6.0</c:v>
                </c:pt>
                <c:pt idx="644">
                  <c:v>6.0</c:v>
                </c:pt>
                <c:pt idx="645">
                  <c:v>6.0</c:v>
                </c:pt>
                <c:pt idx="646">
                  <c:v>6.0</c:v>
                </c:pt>
                <c:pt idx="647">
                  <c:v>6.0</c:v>
                </c:pt>
                <c:pt idx="648">
                  <c:v>6.0</c:v>
                </c:pt>
                <c:pt idx="649">
                  <c:v>6.0</c:v>
                </c:pt>
                <c:pt idx="650">
                  <c:v>6.0</c:v>
                </c:pt>
                <c:pt idx="651">
                  <c:v>6.0</c:v>
                </c:pt>
                <c:pt idx="652">
                  <c:v>6.0</c:v>
                </c:pt>
                <c:pt idx="653">
                  <c:v>6.0</c:v>
                </c:pt>
                <c:pt idx="654">
                  <c:v>6.0</c:v>
                </c:pt>
                <c:pt idx="655">
                  <c:v>6.0</c:v>
                </c:pt>
                <c:pt idx="656">
                  <c:v>6.0</c:v>
                </c:pt>
                <c:pt idx="657">
                  <c:v>6.0</c:v>
                </c:pt>
                <c:pt idx="658">
                  <c:v>6.0</c:v>
                </c:pt>
                <c:pt idx="659">
                  <c:v>6.0</c:v>
                </c:pt>
                <c:pt idx="660">
                  <c:v>6.0</c:v>
                </c:pt>
                <c:pt idx="661">
                  <c:v>6.0</c:v>
                </c:pt>
                <c:pt idx="662">
                  <c:v>6.0</c:v>
                </c:pt>
                <c:pt idx="663">
                  <c:v>6.0</c:v>
                </c:pt>
                <c:pt idx="664">
                  <c:v>6.0</c:v>
                </c:pt>
                <c:pt idx="665">
                  <c:v>6.0</c:v>
                </c:pt>
                <c:pt idx="666">
                  <c:v>6.0</c:v>
                </c:pt>
                <c:pt idx="667">
                  <c:v>6.0</c:v>
                </c:pt>
                <c:pt idx="668">
                  <c:v>6.0</c:v>
                </c:pt>
                <c:pt idx="669">
                  <c:v>6.0</c:v>
                </c:pt>
                <c:pt idx="670">
                  <c:v>6.0</c:v>
                </c:pt>
                <c:pt idx="671">
                  <c:v>6.0</c:v>
                </c:pt>
                <c:pt idx="672">
                  <c:v>6.0</c:v>
                </c:pt>
                <c:pt idx="673">
                  <c:v>6.0</c:v>
                </c:pt>
                <c:pt idx="674">
                  <c:v>6.0</c:v>
                </c:pt>
                <c:pt idx="675">
                  <c:v>6.0</c:v>
                </c:pt>
                <c:pt idx="676">
                  <c:v>6.0</c:v>
                </c:pt>
                <c:pt idx="677">
                  <c:v>6.0</c:v>
                </c:pt>
                <c:pt idx="678">
                  <c:v>6.0</c:v>
                </c:pt>
                <c:pt idx="679">
                  <c:v>6.0</c:v>
                </c:pt>
                <c:pt idx="680">
                  <c:v>6.0</c:v>
                </c:pt>
                <c:pt idx="681">
                  <c:v>6.0</c:v>
                </c:pt>
                <c:pt idx="682">
                  <c:v>6.0</c:v>
                </c:pt>
                <c:pt idx="683">
                  <c:v>6.0</c:v>
                </c:pt>
                <c:pt idx="684">
                  <c:v>6.0</c:v>
                </c:pt>
                <c:pt idx="685">
                  <c:v>6.0</c:v>
                </c:pt>
                <c:pt idx="686">
                  <c:v>6.0</c:v>
                </c:pt>
                <c:pt idx="687">
                  <c:v>6.0</c:v>
                </c:pt>
                <c:pt idx="688">
                  <c:v>6.0</c:v>
                </c:pt>
                <c:pt idx="689">
                  <c:v>6.0</c:v>
                </c:pt>
                <c:pt idx="690">
                  <c:v>6.0</c:v>
                </c:pt>
                <c:pt idx="691">
                  <c:v>6.0</c:v>
                </c:pt>
                <c:pt idx="692">
                  <c:v>6.0</c:v>
                </c:pt>
                <c:pt idx="693">
                  <c:v>6.0</c:v>
                </c:pt>
                <c:pt idx="694">
                  <c:v>6.0</c:v>
                </c:pt>
                <c:pt idx="695">
                  <c:v>6.0</c:v>
                </c:pt>
                <c:pt idx="696">
                  <c:v>6.0</c:v>
                </c:pt>
                <c:pt idx="697">
                  <c:v>6.0</c:v>
                </c:pt>
                <c:pt idx="698">
                  <c:v>6.0</c:v>
                </c:pt>
                <c:pt idx="699">
                  <c:v>6.0</c:v>
                </c:pt>
                <c:pt idx="700">
                  <c:v>6.0</c:v>
                </c:pt>
                <c:pt idx="701">
                  <c:v>6.0</c:v>
                </c:pt>
                <c:pt idx="702">
                  <c:v>6.0</c:v>
                </c:pt>
                <c:pt idx="703">
                  <c:v>6.0</c:v>
                </c:pt>
                <c:pt idx="704">
                  <c:v>6.0</c:v>
                </c:pt>
                <c:pt idx="705">
                  <c:v>6.0</c:v>
                </c:pt>
                <c:pt idx="706">
                  <c:v>6.0</c:v>
                </c:pt>
                <c:pt idx="707">
                  <c:v>6.0</c:v>
                </c:pt>
                <c:pt idx="708">
                  <c:v>6.0</c:v>
                </c:pt>
                <c:pt idx="709">
                  <c:v>6.0</c:v>
                </c:pt>
                <c:pt idx="710">
                  <c:v>6.0</c:v>
                </c:pt>
                <c:pt idx="711">
                  <c:v>6.0</c:v>
                </c:pt>
                <c:pt idx="712">
                  <c:v>6.0</c:v>
                </c:pt>
                <c:pt idx="713">
                  <c:v>6.0</c:v>
                </c:pt>
                <c:pt idx="714">
                  <c:v>6.0</c:v>
                </c:pt>
                <c:pt idx="715">
                  <c:v>6.0</c:v>
                </c:pt>
                <c:pt idx="716">
                  <c:v>6.0</c:v>
                </c:pt>
                <c:pt idx="717">
                  <c:v>6.0</c:v>
                </c:pt>
                <c:pt idx="718">
                  <c:v>6.0</c:v>
                </c:pt>
                <c:pt idx="719">
                  <c:v>6.0</c:v>
                </c:pt>
                <c:pt idx="720">
                  <c:v>6.0</c:v>
                </c:pt>
                <c:pt idx="721">
                  <c:v>6.0</c:v>
                </c:pt>
                <c:pt idx="722">
                  <c:v>6.0</c:v>
                </c:pt>
                <c:pt idx="723">
                  <c:v>6.0</c:v>
                </c:pt>
                <c:pt idx="724">
                  <c:v>6.0</c:v>
                </c:pt>
                <c:pt idx="725">
                  <c:v>6.0</c:v>
                </c:pt>
                <c:pt idx="726">
                  <c:v>6.0</c:v>
                </c:pt>
                <c:pt idx="727">
                  <c:v>6.0</c:v>
                </c:pt>
                <c:pt idx="728">
                  <c:v>6.0</c:v>
                </c:pt>
                <c:pt idx="729">
                  <c:v>6.0</c:v>
                </c:pt>
                <c:pt idx="730">
                  <c:v>6.0</c:v>
                </c:pt>
                <c:pt idx="731">
                  <c:v>6.0</c:v>
                </c:pt>
                <c:pt idx="732">
                  <c:v>6.0</c:v>
                </c:pt>
                <c:pt idx="733">
                  <c:v>6.0</c:v>
                </c:pt>
                <c:pt idx="734">
                  <c:v>6.0</c:v>
                </c:pt>
                <c:pt idx="735">
                  <c:v>6.0</c:v>
                </c:pt>
                <c:pt idx="736">
                  <c:v>6.0</c:v>
                </c:pt>
                <c:pt idx="737">
                  <c:v>6.0</c:v>
                </c:pt>
                <c:pt idx="738">
                  <c:v>6.0</c:v>
                </c:pt>
                <c:pt idx="739">
                  <c:v>6.0</c:v>
                </c:pt>
                <c:pt idx="740">
                  <c:v>6.0</c:v>
                </c:pt>
                <c:pt idx="741">
                  <c:v>6.0</c:v>
                </c:pt>
                <c:pt idx="742">
                  <c:v>6.0</c:v>
                </c:pt>
                <c:pt idx="743">
                  <c:v>6.0</c:v>
                </c:pt>
                <c:pt idx="744">
                  <c:v>6.0</c:v>
                </c:pt>
                <c:pt idx="745">
                  <c:v>6.0</c:v>
                </c:pt>
                <c:pt idx="746">
                  <c:v>6.0</c:v>
                </c:pt>
                <c:pt idx="747">
                  <c:v>6.0</c:v>
                </c:pt>
                <c:pt idx="748">
                  <c:v>6.0</c:v>
                </c:pt>
                <c:pt idx="749">
                  <c:v>6.0</c:v>
                </c:pt>
                <c:pt idx="750">
                  <c:v>6.0</c:v>
                </c:pt>
                <c:pt idx="751">
                  <c:v>6.0</c:v>
                </c:pt>
                <c:pt idx="752">
                  <c:v>6.0</c:v>
                </c:pt>
                <c:pt idx="753">
                  <c:v>6.0</c:v>
                </c:pt>
                <c:pt idx="754">
                  <c:v>6.0</c:v>
                </c:pt>
                <c:pt idx="755">
                  <c:v>6.0</c:v>
                </c:pt>
                <c:pt idx="756">
                  <c:v>6.0</c:v>
                </c:pt>
                <c:pt idx="757">
                  <c:v>6.0</c:v>
                </c:pt>
                <c:pt idx="758">
                  <c:v>6.0</c:v>
                </c:pt>
                <c:pt idx="759">
                  <c:v>6.0</c:v>
                </c:pt>
                <c:pt idx="760">
                  <c:v>6.0</c:v>
                </c:pt>
                <c:pt idx="761">
                  <c:v>6.0</c:v>
                </c:pt>
                <c:pt idx="762">
                  <c:v>6.0</c:v>
                </c:pt>
                <c:pt idx="763">
                  <c:v>6.0</c:v>
                </c:pt>
                <c:pt idx="764">
                  <c:v>6.0</c:v>
                </c:pt>
                <c:pt idx="765">
                  <c:v>6.0</c:v>
                </c:pt>
                <c:pt idx="766">
                  <c:v>6.0</c:v>
                </c:pt>
                <c:pt idx="767">
                  <c:v>6.0</c:v>
                </c:pt>
                <c:pt idx="768">
                  <c:v>6.0</c:v>
                </c:pt>
                <c:pt idx="769">
                  <c:v>6.0</c:v>
                </c:pt>
                <c:pt idx="770">
                  <c:v>6.0</c:v>
                </c:pt>
                <c:pt idx="771">
                  <c:v>6.0</c:v>
                </c:pt>
                <c:pt idx="772">
                  <c:v>6.0</c:v>
                </c:pt>
                <c:pt idx="773">
                  <c:v>6.0</c:v>
                </c:pt>
                <c:pt idx="774">
                  <c:v>6.0</c:v>
                </c:pt>
                <c:pt idx="775">
                  <c:v>6.0</c:v>
                </c:pt>
                <c:pt idx="776">
                  <c:v>6.0</c:v>
                </c:pt>
                <c:pt idx="777">
                  <c:v>6.0</c:v>
                </c:pt>
                <c:pt idx="778">
                  <c:v>6.0</c:v>
                </c:pt>
                <c:pt idx="779">
                  <c:v>6.0</c:v>
                </c:pt>
                <c:pt idx="780">
                  <c:v>6.0</c:v>
                </c:pt>
                <c:pt idx="781">
                  <c:v>6.0</c:v>
                </c:pt>
                <c:pt idx="782">
                  <c:v>6.0</c:v>
                </c:pt>
                <c:pt idx="783">
                  <c:v>6.0</c:v>
                </c:pt>
                <c:pt idx="784">
                  <c:v>6.0</c:v>
                </c:pt>
                <c:pt idx="785">
                  <c:v>6.0</c:v>
                </c:pt>
                <c:pt idx="786">
                  <c:v>6.0</c:v>
                </c:pt>
                <c:pt idx="787">
                  <c:v>6.0</c:v>
                </c:pt>
                <c:pt idx="788">
                  <c:v>6.0</c:v>
                </c:pt>
                <c:pt idx="789">
                  <c:v>6.0</c:v>
                </c:pt>
                <c:pt idx="790">
                  <c:v>6.0</c:v>
                </c:pt>
                <c:pt idx="791">
                  <c:v>6.0</c:v>
                </c:pt>
                <c:pt idx="792">
                  <c:v>6.0</c:v>
                </c:pt>
                <c:pt idx="793">
                  <c:v>6.0</c:v>
                </c:pt>
                <c:pt idx="794">
                  <c:v>6.0</c:v>
                </c:pt>
                <c:pt idx="795">
                  <c:v>6.0</c:v>
                </c:pt>
                <c:pt idx="796">
                  <c:v>6.0</c:v>
                </c:pt>
                <c:pt idx="797">
                  <c:v>6.0</c:v>
                </c:pt>
                <c:pt idx="798">
                  <c:v>6.0</c:v>
                </c:pt>
                <c:pt idx="799">
                  <c:v>6.0</c:v>
                </c:pt>
                <c:pt idx="800">
                  <c:v>6.0</c:v>
                </c:pt>
                <c:pt idx="801">
                  <c:v>6.0</c:v>
                </c:pt>
                <c:pt idx="802">
                  <c:v>6.0</c:v>
                </c:pt>
                <c:pt idx="803">
                  <c:v>6.0</c:v>
                </c:pt>
                <c:pt idx="804">
                  <c:v>6.0</c:v>
                </c:pt>
                <c:pt idx="805">
                  <c:v>6.0</c:v>
                </c:pt>
                <c:pt idx="806">
                  <c:v>6.0</c:v>
                </c:pt>
                <c:pt idx="807">
                  <c:v>6.0</c:v>
                </c:pt>
                <c:pt idx="808">
                  <c:v>6.0</c:v>
                </c:pt>
                <c:pt idx="809">
                  <c:v>6.0</c:v>
                </c:pt>
                <c:pt idx="810">
                  <c:v>6.0</c:v>
                </c:pt>
                <c:pt idx="811">
                  <c:v>6.0</c:v>
                </c:pt>
                <c:pt idx="812">
                  <c:v>6.0</c:v>
                </c:pt>
                <c:pt idx="813">
                  <c:v>6.0</c:v>
                </c:pt>
                <c:pt idx="814">
                  <c:v>6.0</c:v>
                </c:pt>
                <c:pt idx="815">
                  <c:v>6.0</c:v>
                </c:pt>
                <c:pt idx="816">
                  <c:v>6.0</c:v>
                </c:pt>
                <c:pt idx="817">
                  <c:v>6.0</c:v>
                </c:pt>
                <c:pt idx="818">
                  <c:v>6.0</c:v>
                </c:pt>
                <c:pt idx="819">
                  <c:v>6.0</c:v>
                </c:pt>
                <c:pt idx="820">
                  <c:v>6.0</c:v>
                </c:pt>
                <c:pt idx="821">
                  <c:v>6.0</c:v>
                </c:pt>
                <c:pt idx="822">
                  <c:v>6.0</c:v>
                </c:pt>
                <c:pt idx="823">
                  <c:v>6.0</c:v>
                </c:pt>
                <c:pt idx="824">
                  <c:v>6.0</c:v>
                </c:pt>
                <c:pt idx="825">
                  <c:v>6.0</c:v>
                </c:pt>
                <c:pt idx="826">
                  <c:v>6.0</c:v>
                </c:pt>
                <c:pt idx="827">
                  <c:v>6.0</c:v>
                </c:pt>
                <c:pt idx="828">
                  <c:v>6.0</c:v>
                </c:pt>
                <c:pt idx="829">
                  <c:v>6.0</c:v>
                </c:pt>
                <c:pt idx="830">
                  <c:v>6.0</c:v>
                </c:pt>
                <c:pt idx="831">
                  <c:v>6.0</c:v>
                </c:pt>
                <c:pt idx="832">
                  <c:v>6.0</c:v>
                </c:pt>
                <c:pt idx="833">
                  <c:v>6.0</c:v>
                </c:pt>
                <c:pt idx="834">
                  <c:v>6.0</c:v>
                </c:pt>
                <c:pt idx="835">
                  <c:v>6.0</c:v>
                </c:pt>
                <c:pt idx="836">
                  <c:v>6.0</c:v>
                </c:pt>
                <c:pt idx="837">
                  <c:v>6.0</c:v>
                </c:pt>
                <c:pt idx="838">
                  <c:v>6.0</c:v>
                </c:pt>
                <c:pt idx="839">
                  <c:v>6.0</c:v>
                </c:pt>
                <c:pt idx="840">
                  <c:v>6.0</c:v>
                </c:pt>
                <c:pt idx="841">
                  <c:v>6.0</c:v>
                </c:pt>
                <c:pt idx="842">
                  <c:v>6.0</c:v>
                </c:pt>
                <c:pt idx="843">
                  <c:v>6.0</c:v>
                </c:pt>
                <c:pt idx="844">
                  <c:v>6.0</c:v>
                </c:pt>
                <c:pt idx="845">
                  <c:v>6.0</c:v>
                </c:pt>
                <c:pt idx="846">
                  <c:v>6.0</c:v>
                </c:pt>
                <c:pt idx="847">
                  <c:v>6.0</c:v>
                </c:pt>
                <c:pt idx="848">
                  <c:v>6.0</c:v>
                </c:pt>
                <c:pt idx="849">
                  <c:v>6.0</c:v>
                </c:pt>
                <c:pt idx="850">
                  <c:v>6.0</c:v>
                </c:pt>
                <c:pt idx="851">
                  <c:v>6.0</c:v>
                </c:pt>
                <c:pt idx="852">
                  <c:v>6.0</c:v>
                </c:pt>
                <c:pt idx="853">
                  <c:v>6.0</c:v>
                </c:pt>
                <c:pt idx="854">
                  <c:v>6.0</c:v>
                </c:pt>
                <c:pt idx="855">
                  <c:v>6.0</c:v>
                </c:pt>
                <c:pt idx="856">
                  <c:v>6.0</c:v>
                </c:pt>
                <c:pt idx="857">
                  <c:v>6.0</c:v>
                </c:pt>
                <c:pt idx="858">
                  <c:v>6.0</c:v>
                </c:pt>
                <c:pt idx="859">
                  <c:v>6.0</c:v>
                </c:pt>
                <c:pt idx="860">
                  <c:v>6.0</c:v>
                </c:pt>
                <c:pt idx="861">
                  <c:v>6.0</c:v>
                </c:pt>
                <c:pt idx="862">
                  <c:v>6.0</c:v>
                </c:pt>
                <c:pt idx="863">
                  <c:v>6.0</c:v>
                </c:pt>
                <c:pt idx="864">
                  <c:v>6.0</c:v>
                </c:pt>
                <c:pt idx="865">
                  <c:v>6.0</c:v>
                </c:pt>
                <c:pt idx="866">
                  <c:v>6.0</c:v>
                </c:pt>
                <c:pt idx="867">
                  <c:v>6.0</c:v>
                </c:pt>
                <c:pt idx="868">
                  <c:v>6.0</c:v>
                </c:pt>
                <c:pt idx="869">
                  <c:v>6.0</c:v>
                </c:pt>
                <c:pt idx="870">
                  <c:v>6.0</c:v>
                </c:pt>
                <c:pt idx="871">
                  <c:v>6.0</c:v>
                </c:pt>
                <c:pt idx="872">
                  <c:v>6.0</c:v>
                </c:pt>
                <c:pt idx="873">
                  <c:v>6.0</c:v>
                </c:pt>
                <c:pt idx="874">
                  <c:v>6.0</c:v>
                </c:pt>
                <c:pt idx="875">
                  <c:v>6.0</c:v>
                </c:pt>
                <c:pt idx="876">
                  <c:v>6.0</c:v>
                </c:pt>
                <c:pt idx="877">
                  <c:v>6.0</c:v>
                </c:pt>
                <c:pt idx="878">
                  <c:v>6.0</c:v>
                </c:pt>
                <c:pt idx="879">
                  <c:v>6.0</c:v>
                </c:pt>
                <c:pt idx="880">
                  <c:v>6.0</c:v>
                </c:pt>
                <c:pt idx="881">
                  <c:v>6.0</c:v>
                </c:pt>
                <c:pt idx="882">
                  <c:v>6.0</c:v>
                </c:pt>
                <c:pt idx="883">
                  <c:v>6.0</c:v>
                </c:pt>
                <c:pt idx="884">
                  <c:v>6.0</c:v>
                </c:pt>
                <c:pt idx="885">
                  <c:v>6.0</c:v>
                </c:pt>
                <c:pt idx="886">
                  <c:v>6.0</c:v>
                </c:pt>
                <c:pt idx="887">
                  <c:v>6.0</c:v>
                </c:pt>
                <c:pt idx="888">
                  <c:v>6.0</c:v>
                </c:pt>
                <c:pt idx="889">
                  <c:v>6.0</c:v>
                </c:pt>
                <c:pt idx="890">
                  <c:v>6.0</c:v>
                </c:pt>
                <c:pt idx="891">
                  <c:v>6.0</c:v>
                </c:pt>
                <c:pt idx="892">
                  <c:v>6.0</c:v>
                </c:pt>
                <c:pt idx="893">
                  <c:v>6.0</c:v>
                </c:pt>
                <c:pt idx="894">
                  <c:v>6.0</c:v>
                </c:pt>
                <c:pt idx="895">
                  <c:v>6.0</c:v>
                </c:pt>
                <c:pt idx="896">
                  <c:v>6.0</c:v>
                </c:pt>
                <c:pt idx="897">
                  <c:v>6.0</c:v>
                </c:pt>
                <c:pt idx="898">
                  <c:v>6.0</c:v>
                </c:pt>
                <c:pt idx="899">
                  <c:v>6.0</c:v>
                </c:pt>
                <c:pt idx="900">
                  <c:v>6.0</c:v>
                </c:pt>
                <c:pt idx="901">
                  <c:v>6.0</c:v>
                </c:pt>
                <c:pt idx="902">
                  <c:v>6.0</c:v>
                </c:pt>
                <c:pt idx="903">
                  <c:v>6.0</c:v>
                </c:pt>
                <c:pt idx="904">
                  <c:v>6.0</c:v>
                </c:pt>
                <c:pt idx="905">
                  <c:v>6.0</c:v>
                </c:pt>
                <c:pt idx="906">
                  <c:v>6.0</c:v>
                </c:pt>
                <c:pt idx="907">
                  <c:v>6.0</c:v>
                </c:pt>
                <c:pt idx="908">
                  <c:v>6.0</c:v>
                </c:pt>
                <c:pt idx="909">
                  <c:v>6.0</c:v>
                </c:pt>
                <c:pt idx="910">
                  <c:v>6.0</c:v>
                </c:pt>
                <c:pt idx="911">
                  <c:v>6.0</c:v>
                </c:pt>
                <c:pt idx="912">
                  <c:v>6.0</c:v>
                </c:pt>
                <c:pt idx="913">
                  <c:v>6.0</c:v>
                </c:pt>
                <c:pt idx="914">
                  <c:v>6.0</c:v>
                </c:pt>
                <c:pt idx="915">
                  <c:v>6.0</c:v>
                </c:pt>
                <c:pt idx="916">
                  <c:v>6.0</c:v>
                </c:pt>
                <c:pt idx="917">
                  <c:v>6.0</c:v>
                </c:pt>
                <c:pt idx="918">
                  <c:v>6.0</c:v>
                </c:pt>
                <c:pt idx="919">
                  <c:v>6.0</c:v>
                </c:pt>
                <c:pt idx="920">
                  <c:v>6.0</c:v>
                </c:pt>
                <c:pt idx="921">
                  <c:v>6.0</c:v>
                </c:pt>
                <c:pt idx="922">
                  <c:v>6.0</c:v>
                </c:pt>
                <c:pt idx="923">
                  <c:v>6.0</c:v>
                </c:pt>
                <c:pt idx="924">
                  <c:v>6.0</c:v>
                </c:pt>
                <c:pt idx="925">
                  <c:v>6.0</c:v>
                </c:pt>
                <c:pt idx="926">
                  <c:v>6.0</c:v>
                </c:pt>
                <c:pt idx="927">
                  <c:v>6.0</c:v>
                </c:pt>
                <c:pt idx="928">
                  <c:v>6.0</c:v>
                </c:pt>
                <c:pt idx="929">
                  <c:v>6.0</c:v>
                </c:pt>
                <c:pt idx="930">
                  <c:v>6.0</c:v>
                </c:pt>
                <c:pt idx="931">
                  <c:v>6.0</c:v>
                </c:pt>
                <c:pt idx="932">
                  <c:v>6.0</c:v>
                </c:pt>
                <c:pt idx="933">
                  <c:v>6.0</c:v>
                </c:pt>
                <c:pt idx="934">
                  <c:v>6.0</c:v>
                </c:pt>
                <c:pt idx="935">
                  <c:v>6.0</c:v>
                </c:pt>
                <c:pt idx="936">
                  <c:v>6.0</c:v>
                </c:pt>
                <c:pt idx="937">
                  <c:v>6.0</c:v>
                </c:pt>
                <c:pt idx="938">
                  <c:v>6.0</c:v>
                </c:pt>
                <c:pt idx="939">
                  <c:v>6.0</c:v>
                </c:pt>
                <c:pt idx="940">
                  <c:v>6.0</c:v>
                </c:pt>
                <c:pt idx="941">
                  <c:v>6.0</c:v>
                </c:pt>
                <c:pt idx="942">
                  <c:v>6.0</c:v>
                </c:pt>
                <c:pt idx="943">
                  <c:v>6.0</c:v>
                </c:pt>
                <c:pt idx="944">
                  <c:v>6.0</c:v>
                </c:pt>
                <c:pt idx="945">
                  <c:v>6.0</c:v>
                </c:pt>
                <c:pt idx="946">
                  <c:v>6.0</c:v>
                </c:pt>
                <c:pt idx="947">
                  <c:v>6.0</c:v>
                </c:pt>
                <c:pt idx="948">
                  <c:v>6.0</c:v>
                </c:pt>
                <c:pt idx="949">
                  <c:v>6.0</c:v>
                </c:pt>
                <c:pt idx="950">
                  <c:v>6.0</c:v>
                </c:pt>
                <c:pt idx="951">
                  <c:v>6.0</c:v>
                </c:pt>
                <c:pt idx="952">
                  <c:v>6.0</c:v>
                </c:pt>
                <c:pt idx="953">
                  <c:v>6.0</c:v>
                </c:pt>
                <c:pt idx="954">
                  <c:v>6.0</c:v>
                </c:pt>
                <c:pt idx="955">
                  <c:v>6.0</c:v>
                </c:pt>
                <c:pt idx="956">
                  <c:v>6.0</c:v>
                </c:pt>
                <c:pt idx="957">
                  <c:v>6.0</c:v>
                </c:pt>
                <c:pt idx="958">
                  <c:v>6.0</c:v>
                </c:pt>
                <c:pt idx="959">
                  <c:v>6.0</c:v>
                </c:pt>
                <c:pt idx="960">
                  <c:v>6.0</c:v>
                </c:pt>
                <c:pt idx="961">
                  <c:v>6.0</c:v>
                </c:pt>
                <c:pt idx="962">
                  <c:v>6.0</c:v>
                </c:pt>
                <c:pt idx="963">
                  <c:v>6.0</c:v>
                </c:pt>
                <c:pt idx="964">
                  <c:v>6.0</c:v>
                </c:pt>
                <c:pt idx="965">
                  <c:v>6.0</c:v>
                </c:pt>
                <c:pt idx="966">
                  <c:v>6.0</c:v>
                </c:pt>
                <c:pt idx="967">
                  <c:v>6.0</c:v>
                </c:pt>
                <c:pt idx="968">
                  <c:v>6.0</c:v>
                </c:pt>
                <c:pt idx="969">
                  <c:v>6.0</c:v>
                </c:pt>
                <c:pt idx="970">
                  <c:v>6.0</c:v>
                </c:pt>
                <c:pt idx="971">
                  <c:v>6.0</c:v>
                </c:pt>
                <c:pt idx="972">
                  <c:v>6.0</c:v>
                </c:pt>
                <c:pt idx="973">
                  <c:v>6.0</c:v>
                </c:pt>
                <c:pt idx="974">
                  <c:v>6.0</c:v>
                </c:pt>
                <c:pt idx="975">
                  <c:v>6.0</c:v>
                </c:pt>
                <c:pt idx="976">
                  <c:v>6.0</c:v>
                </c:pt>
                <c:pt idx="977">
                  <c:v>6.0</c:v>
                </c:pt>
                <c:pt idx="978">
                  <c:v>6.0</c:v>
                </c:pt>
                <c:pt idx="979">
                  <c:v>6.0</c:v>
                </c:pt>
                <c:pt idx="980">
                  <c:v>6.0</c:v>
                </c:pt>
                <c:pt idx="981">
                  <c:v>6.0</c:v>
                </c:pt>
                <c:pt idx="982">
                  <c:v>6.0</c:v>
                </c:pt>
                <c:pt idx="983">
                  <c:v>6.0</c:v>
                </c:pt>
                <c:pt idx="984">
                  <c:v>6.0</c:v>
                </c:pt>
                <c:pt idx="985">
                  <c:v>6.0</c:v>
                </c:pt>
                <c:pt idx="986">
                  <c:v>6.0</c:v>
                </c:pt>
                <c:pt idx="987">
                  <c:v>6.0</c:v>
                </c:pt>
                <c:pt idx="988">
                  <c:v>6.0</c:v>
                </c:pt>
                <c:pt idx="989">
                  <c:v>6.0</c:v>
                </c:pt>
                <c:pt idx="990">
                  <c:v>6.0</c:v>
                </c:pt>
                <c:pt idx="991">
                  <c:v>6.0</c:v>
                </c:pt>
                <c:pt idx="992">
                  <c:v>6.0</c:v>
                </c:pt>
                <c:pt idx="993">
                  <c:v>6.0</c:v>
                </c:pt>
                <c:pt idx="994">
                  <c:v>6.0</c:v>
                </c:pt>
                <c:pt idx="995">
                  <c:v>6.0</c:v>
                </c:pt>
                <c:pt idx="996">
                  <c:v>6.0</c:v>
                </c:pt>
                <c:pt idx="997">
                  <c:v>6.0</c:v>
                </c:pt>
                <c:pt idx="998">
                  <c:v>6.0</c:v>
                </c:pt>
                <c:pt idx="999">
                  <c:v>6.0</c:v>
                </c:pt>
                <c:pt idx="1000">
                  <c:v>6.0</c:v>
                </c:pt>
                <c:pt idx="1001">
                  <c:v>6.0</c:v>
                </c:pt>
                <c:pt idx="1002">
                  <c:v>6.0</c:v>
                </c:pt>
                <c:pt idx="1003">
                  <c:v>6.0</c:v>
                </c:pt>
                <c:pt idx="1004">
                  <c:v>6.0</c:v>
                </c:pt>
                <c:pt idx="1005">
                  <c:v>6.0</c:v>
                </c:pt>
                <c:pt idx="1006">
                  <c:v>6.0</c:v>
                </c:pt>
                <c:pt idx="1007">
                  <c:v>6.0</c:v>
                </c:pt>
                <c:pt idx="1008">
                  <c:v>6.0</c:v>
                </c:pt>
                <c:pt idx="1009">
                  <c:v>6.0</c:v>
                </c:pt>
                <c:pt idx="1010">
                  <c:v>6.0</c:v>
                </c:pt>
                <c:pt idx="1011">
                  <c:v>6.0</c:v>
                </c:pt>
                <c:pt idx="1012">
                  <c:v>6.0</c:v>
                </c:pt>
                <c:pt idx="1013">
                  <c:v>6.0</c:v>
                </c:pt>
                <c:pt idx="1014">
                  <c:v>6.0</c:v>
                </c:pt>
                <c:pt idx="1015">
                  <c:v>6.0</c:v>
                </c:pt>
                <c:pt idx="1016">
                  <c:v>6.0</c:v>
                </c:pt>
                <c:pt idx="1017">
                  <c:v>6.0</c:v>
                </c:pt>
                <c:pt idx="1018">
                  <c:v>6.0</c:v>
                </c:pt>
                <c:pt idx="1019">
                  <c:v>6.0</c:v>
                </c:pt>
                <c:pt idx="1020">
                  <c:v>6.0</c:v>
                </c:pt>
                <c:pt idx="1021">
                  <c:v>6.0</c:v>
                </c:pt>
                <c:pt idx="1022">
                  <c:v>6.0</c:v>
                </c:pt>
                <c:pt idx="1023">
                  <c:v>6.0</c:v>
                </c:pt>
                <c:pt idx="1024">
                  <c:v>6.0</c:v>
                </c:pt>
                <c:pt idx="1025">
                  <c:v>6.0</c:v>
                </c:pt>
                <c:pt idx="1026">
                  <c:v>6.0</c:v>
                </c:pt>
                <c:pt idx="1027">
                  <c:v>6.0</c:v>
                </c:pt>
                <c:pt idx="1028">
                  <c:v>6.0</c:v>
                </c:pt>
                <c:pt idx="1029">
                  <c:v>6.0</c:v>
                </c:pt>
                <c:pt idx="1030">
                  <c:v>6.0</c:v>
                </c:pt>
                <c:pt idx="1031">
                  <c:v>6.0</c:v>
                </c:pt>
                <c:pt idx="1032">
                  <c:v>6.0</c:v>
                </c:pt>
                <c:pt idx="1033">
                  <c:v>6.0</c:v>
                </c:pt>
                <c:pt idx="1034">
                  <c:v>6.0</c:v>
                </c:pt>
                <c:pt idx="1035">
                  <c:v>6.0</c:v>
                </c:pt>
                <c:pt idx="1036">
                  <c:v>6.0</c:v>
                </c:pt>
                <c:pt idx="1037">
                  <c:v>6.0</c:v>
                </c:pt>
                <c:pt idx="1038">
                  <c:v>6.0</c:v>
                </c:pt>
                <c:pt idx="1039">
                  <c:v>6.0</c:v>
                </c:pt>
                <c:pt idx="1040">
                  <c:v>6.0</c:v>
                </c:pt>
                <c:pt idx="1041">
                  <c:v>6.0</c:v>
                </c:pt>
                <c:pt idx="1042">
                  <c:v>6.0</c:v>
                </c:pt>
                <c:pt idx="1043">
                  <c:v>6.0</c:v>
                </c:pt>
                <c:pt idx="1044">
                  <c:v>6.0</c:v>
                </c:pt>
                <c:pt idx="1045">
                  <c:v>6.0</c:v>
                </c:pt>
                <c:pt idx="1046">
                  <c:v>6.0</c:v>
                </c:pt>
                <c:pt idx="1047">
                  <c:v>6.0</c:v>
                </c:pt>
                <c:pt idx="1048">
                  <c:v>6.0</c:v>
                </c:pt>
                <c:pt idx="1049">
                  <c:v>6.0</c:v>
                </c:pt>
                <c:pt idx="1050">
                  <c:v>6.0</c:v>
                </c:pt>
                <c:pt idx="1051">
                  <c:v>6.0</c:v>
                </c:pt>
                <c:pt idx="1052">
                  <c:v>6.0</c:v>
                </c:pt>
                <c:pt idx="1053">
                  <c:v>6.0</c:v>
                </c:pt>
                <c:pt idx="1054">
                  <c:v>6.0</c:v>
                </c:pt>
                <c:pt idx="1055">
                  <c:v>6.0</c:v>
                </c:pt>
                <c:pt idx="1056">
                  <c:v>6.0</c:v>
                </c:pt>
                <c:pt idx="1057">
                  <c:v>6.0</c:v>
                </c:pt>
                <c:pt idx="1058">
                  <c:v>6.0</c:v>
                </c:pt>
                <c:pt idx="1059">
                  <c:v>6.0</c:v>
                </c:pt>
                <c:pt idx="1060">
                  <c:v>6.0</c:v>
                </c:pt>
                <c:pt idx="1061">
                  <c:v>6.0</c:v>
                </c:pt>
                <c:pt idx="1062">
                  <c:v>6.0</c:v>
                </c:pt>
                <c:pt idx="1063">
                  <c:v>6.0</c:v>
                </c:pt>
                <c:pt idx="1064">
                  <c:v>6.0</c:v>
                </c:pt>
                <c:pt idx="1065">
                  <c:v>6.0</c:v>
                </c:pt>
                <c:pt idx="1066">
                  <c:v>6.0</c:v>
                </c:pt>
                <c:pt idx="1067">
                  <c:v>6.0</c:v>
                </c:pt>
                <c:pt idx="1068">
                  <c:v>6.0</c:v>
                </c:pt>
                <c:pt idx="1069">
                  <c:v>6.0</c:v>
                </c:pt>
                <c:pt idx="1070">
                  <c:v>6.0</c:v>
                </c:pt>
                <c:pt idx="1071">
                  <c:v>6.0</c:v>
                </c:pt>
                <c:pt idx="1072">
                  <c:v>6.0</c:v>
                </c:pt>
                <c:pt idx="1073">
                  <c:v>6.0</c:v>
                </c:pt>
                <c:pt idx="1074">
                  <c:v>6.0</c:v>
                </c:pt>
                <c:pt idx="1075">
                  <c:v>6.0</c:v>
                </c:pt>
                <c:pt idx="1076">
                  <c:v>6.0</c:v>
                </c:pt>
                <c:pt idx="1077">
                  <c:v>6.0</c:v>
                </c:pt>
                <c:pt idx="1078">
                  <c:v>6.0</c:v>
                </c:pt>
                <c:pt idx="1079">
                  <c:v>6.0</c:v>
                </c:pt>
                <c:pt idx="1080">
                  <c:v>6.0</c:v>
                </c:pt>
                <c:pt idx="1081">
                  <c:v>6.0</c:v>
                </c:pt>
                <c:pt idx="1082">
                  <c:v>6.0</c:v>
                </c:pt>
                <c:pt idx="1083">
                  <c:v>6.0</c:v>
                </c:pt>
                <c:pt idx="1084">
                  <c:v>6.0</c:v>
                </c:pt>
                <c:pt idx="1085">
                  <c:v>6.0</c:v>
                </c:pt>
                <c:pt idx="1086">
                  <c:v>6.0</c:v>
                </c:pt>
                <c:pt idx="1087">
                  <c:v>6.0</c:v>
                </c:pt>
                <c:pt idx="1088">
                  <c:v>6.0</c:v>
                </c:pt>
                <c:pt idx="1089">
                  <c:v>6.0</c:v>
                </c:pt>
                <c:pt idx="1090">
                  <c:v>6.0</c:v>
                </c:pt>
                <c:pt idx="1091">
                  <c:v>6.0</c:v>
                </c:pt>
                <c:pt idx="1092">
                  <c:v>6.0</c:v>
                </c:pt>
                <c:pt idx="1093">
                  <c:v>6.0</c:v>
                </c:pt>
                <c:pt idx="1094">
                  <c:v>6.0</c:v>
                </c:pt>
                <c:pt idx="1095">
                  <c:v>6.0</c:v>
                </c:pt>
                <c:pt idx="1096">
                  <c:v>6.0</c:v>
                </c:pt>
                <c:pt idx="1097">
                  <c:v>6.0</c:v>
                </c:pt>
                <c:pt idx="1098">
                  <c:v>6.0</c:v>
                </c:pt>
                <c:pt idx="1099">
                  <c:v>6.0</c:v>
                </c:pt>
                <c:pt idx="1100">
                  <c:v>6.0</c:v>
                </c:pt>
                <c:pt idx="1101">
                  <c:v>6.0</c:v>
                </c:pt>
                <c:pt idx="1102">
                  <c:v>6.0</c:v>
                </c:pt>
                <c:pt idx="1103">
                  <c:v>6.0</c:v>
                </c:pt>
                <c:pt idx="1104">
                  <c:v>6.0</c:v>
                </c:pt>
                <c:pt idx="1105">
                  <c:v>6.0</c:v>
                </c:pt>
                <c:pt idx="1106">
                  <c:v>6.0</c:v>
                </c:pt>
                <c:pt idx="1107">
                  <c:v>6.0</c:v>
                </c:pt>
                <c:pt idx="1108">
                  <c:v>6.0</c:v>
                </c:pt>
                <c:pt idx="1109">
                  <c:v>6.0</c:v>
                </c:pt>
                <c:pt idx="1110">
                  <c:v>6.0</c:v>
                </c:pt>
                <c:pt idx="1111">
                  <c:v>6.0</c:v>
                </c:pt>
                <c:pt idx="1112">
                  <c:v>6.0</c:v>
                </c:pt>
                <c:pt idx="1113">
                  <c:v>6.0</c:v>
                </c:pt>
                <c:pt idx="1114">
                  <c:v>6.0</c:v>
                </c:pt>
                <c:pt idx="1115">
                  <c:v>6.0</c:v>
                </c:pt>
                <c:pt idx="1116">
                  <c:v>6.0</c:v>
                </c:pt>
                <c:pt idx="1117">
                  <c:v>6.0</c:v>
                </c:pt>
                <c:pt idx="1118">
                  <c:v>6.0</c:v>
                </c:pt>
                <c:pt idx="1119">
                  <c:v>6.0</c:v>
                </c:pt>
                <c:pt idx="1120">
                  <c:v>6.0</c:v>
                </c:pt>
                <c:pt idx="1121">
                  <c:v>6.0</c:v>
                </c:pt>
                <c:pt idx="1122">
                  <c:v>6.0</c:v>
                </c:pt>
                <c:pt idx="1123">
                  <c:v>6.0</c:v>
                </c:pt>
                <c:pt idx="1124">
                  <c:v>6.0</c:v>
                </c:pt>
                <c:pt idx="1125">
                  <c:v>6.0</c:v>
                </c:pt>
                <c:pt idx="1126">
                  <c:v>6.0</c:v>
                </c:pt>
                <c:pt idx="1127">
                  <c:v>6.0</c:v>
                </c:pt>
                <c:pt idx="1128">
                  <c:v>6.0</c:v>
                </c:pt>
                <c:pt idx="1129">
                  <c:v>6.0</c:v>
                </c:pt>
                <c:pt idx="1130">
                  <c:v>6.0</c:v>
                </c:pt>
                <c:pt idx="1131">
                  <c:v>6.0</c:v>
                </c:pt>
                <c:pt idx="1132">
                  <c:v>6.0</c:v>
                </c:pt>
                <c:pt idx="1133">
                  <c:v>6.0</c:v>
                </c:pt>
                <c:pt idx="1134">
                  <c:v>6.0</c:v>
                </c:pt>
                <c:pt idx="1135">
                  <c:v>6.0</c:v>
                </c:pt>
                <c:pt idx="1136">
                  <c:v>6.0</c:v>
                </c:pt>
                <c:pt idx="1137">
                  <c:v>6.0</c:v>
                </c:pt>
                <c:pt idx="1138">
                  <c:v>6.0</c:v>
                </c:pt>
                <c:pt idx="1139">
                  <c:v>6.0</c:v>
                </c:pt>
                <c:pt idx="1140">
                  <c:v>6.0</c:v>
                </c:pt>
                <c:pt idx="1141">
                  <c:v>6.0</c:v>
                </c:pt>
                <c:pt idx="1142">
                  <c:v>6.0</c:v>
                </c:pt>
                <c:pt idx="1143">
                  <c:v>6.0</c:v>
                </c:pt>
                <c:pt idx="1144">
                  <c:v>6.0</c:v>
                </c:pt>
                <c:pt idx="1145">
                  <c:v>6.0</c:v>
                </c:pt>
                <c:pt idx="1146">
                  <c:v>6.0</c:v>
                </c:pt>
                <c:pt idx="1147">
                  <c:v>6.0</c:v>
                </c:pt>
                <c:pt idx="1148">
                  <c:v>6.0</c:v>
                </c:pt>
                <c:pt idx="1149">
                  <c:v>6.0</c:v>
                </c:pt>
                <c:pt idx="1150">
                  <c:v>6.0</c:v>
                </c:pt>
                <c:pt idx="1151">
                  <c:v>6.0</c:v>
                </c:pt>
                <c:pt idx="1152">
                  <c:v>6.0</c:v>
                </c:pt>
                <c:pt idx="1153">
                  <c:v>6.0</c:v>
                </c:pt>
                <c:pt idx="1154">
                  <c:v>6.0</c:v>
                </c:pt>
                <c:pt idx="1155">
                  <c:v>6.0</c:v>
                </c:pt>
                <c:pt idx="1156">
                  <c:v>6.0</c:v>
                </c:pt>
                <c:pt idx="1157">
                  <c:v>6.0</c:v>
                </c:pt>
                <c:pt idx="1158">
                  <c:v>6.0</c:v>
                </c:pt>
                <c:pt idx="1159">
                  <c:v>6.0</c:v>
                </c:pt>
                <c:pt idx="1160">
                  <c:v>6.0</c:v>
                </c:pt>
                <c:pt idx="1161">
                  <c:v>6.0</c:v>
                </c:pt>
                <c:pt idx="1162">
                  <c:v>6.0</c:v>
                </c:pt>
                <c:pt idx="1163">
                  <c:v>6.0</c:v>
                </c:pt>
                <c:pt idx="1164">
                  <c:v>6.0</c:v>
                </c:pt>
                <c:pt idx="1165">
                  <c:v>6.0</c:v>
                </c:pt>
                <c:pt idx="1166">
                  <c:v>6.0</c:v>
                </c:pt>
                <c:pt idx="1167">
                  <c:v>6.0</c:v>
                </c:pt>
                <c:pt idx="1168">
                  <c:v>6.0</c:v>
                </c:pt>
                <c:pt idx="1169">
                  <c:v>6.0</c:v>
                </c:pt>
                <c:pt idx="1170">
                  <c:v>6.0</c:v>
                </c:pt>
                <c:pt idx="1171">
                  <c:v>6.0</c:v>
                </c:pt>
                <c:pt idx="1172">
                  <c:v>6.0</c:v>
                </c:pt>
                <c:pt idx="1173">
                  <c:v>6.0</c:v>
                </c:pt>
                <c:pt idx="1174">
                  <c:v>6.0</c:v>
                </c:pt>
                <c:pt idx="1175">
                  <c:v>6.0</c:v>
                </c:pt>
                <c:pt idx="1176">
                  <c:v>6.0</c:v>
                </c:pt>
                <c:pt idx="1177">
                  <c:v>6.0</c:v>
                </c:pt>
                <c:pt idx="1178">
                  <c:v>6.0</c:v>
                </c:pt>
                <c:pt idx="1179">
                  <c:v>6.0</c:v>
                </c:pt>
                <c:pt idx="1180">
                  <c:v>6.0</c:v>
                </c:pt>
                <c:pt idx="1181">
                  <c:v>6.0</c:v>
                </c:pt>
                <c:pt idx="1182">
                  <c:v>6.0</c:v>
                </c:pt>
                <c:pt idx="1183">
                  <c:v>6.0</c:v>
                </c:pt>
                <c:pt idx="1184">
                  <c:v>6.0</c:v>
                </c:pt>
                <c:pt idx="1185">
                  <c:v>6.0</c:v>
                </c:pt>
                <c:pt idx="1186">
                  <c:v>6.0</c:v>
                </c:pt>
                <c:pt idx="1187">
                  <c:v>6.0</c:v>
                </c:pt>
                <c:pt idx="1188">
                  <c:v>6.0</c:v>
                </c:pt>
                <c:pt idx="1189">
                  <c:v>6.0</c:v>
                </c:pt>
                <c:pt idx="1190">
                  <c:v>6.0</c:v>
                </c:pt>
                <c:pt idx="1191">
                  <c:v>6.0</c:v>
                </c:pt>
                <c:pt idx="1192">
                  <c:v>6.0</c:v>
                </c:pt>
                <c:pt idx="1193">
                  <c:v>6.0</c:v>
                </c:pt>
                <c:pt idx="1194">
                  <c:v>6.0</c:v>
                </c:pt>
                <c:pt idx="1195">
                  <c:v>6.0</c:v>
                </c:pt>
                <c:pt idx="1196">
                  <c:v>6.0</c:v>
                </c:pt>
                <c:pt idx="1197">
                  <c:v>6.0</c:v>
                </c:pt>
                <c:pt idx="1198">
                  <c:v>6.0</c:v>
                </c:pt>
                <c:pt idx="1199">
                  <c:v>6.0</c:v>
                </c:pt>
                <c:pt idx="1200">
                  <c:v>6.0</c:v>
                </c:pt>
                <c:pt idx="1201">
                  <c:v>6.0</c:v>
                </c:pt>
                <c:pt idx="1202">
                  <c:v>6.0</c:v>
                </c:pt>
                <c:pt idx="1203">
                  <c:v>6.0</c:v>
                </c:pt>
                <c:pt idx="1204">
                  <c:v>6.0</c:v>
                </c:pt>
                <c:pt idx="1205">
                  <c:v>6.0</c:v>
                </c:pt>
                <c:pt idx="1206">
                  <c:v>6.0</c:v>
                </c:pt>
                <c:pt idx="1207">
                  <c:v>6.0</c:v>
                </c:pt>
                <c:pt idx="1208">
                  <c:v>6.0</c:v>
                </c:pt>
                <c:pt idx="1209">
                  <c:v>6.0</c:v>
                </c:pt>
                <c:pt idx="1210">
                  <c:v>6.0</c:v>
                </c:pt>
                <c:pt idx="1211">
                  <c:v>6.0</c:v>
                </c:pt>
                <c:pt idx="1212">
                  <c:v>6.0</c:v>
                </c:pt>
                <c:pt idx="1213">
                  <c:v>6.0</c:v>
                </c:pt>
                <c:pt idx="1214">
                  <c:v>6.0</c:v>
                </c:pt>
                <c:pt idx="1215">
                  <c:v>6.0</c:v>
                </c:pt>
                <c:pt idx="1216">
                  <c:v>6.0</c:v>
                </c:pt>
                <c:pt idx="1217">
                  <c:v>6.0</c:v>
                </c:pt>
                <c:pt idx="1218">
                  <c:v>6.0</c:v>
                </c:pt>
                <c:pt idx="1219">
                  <c:v>6.0</c:v>
                </c:pt>
                <c:pt idx="1220">
                  <c:v>6.0</c:v>
                </c:pt>
                <c:pt idx="1221">
                  <c:v>6.0</c:v>
                </c:pt>
                <c:pt idx="1222">
                  <c:v>6.0</c:v>
                </c:pt>
                <c:pt idx="1223">
                  <c:v>6.0</c:v>
                </c:pt>
                <c:pt idx="1224">
                  <c:v>6.0</c:v>
                </c:pt>
                <c:pt idx="1225">
                  <c:v>6.0</c:v>
                </c:pt>
                <c:pt idx="1226">
                  <c:v>6.0</c:v>
                </c:pt>
                <c:pt idx="1227">
                  <c:v>6.0</c:v>
                </c:pt>
                <c:pt idx="1228">
                  <c:v>6.0</c:v>
                </c:pt>
                <c:pt idx="1229">
                  <c:v>6.0</c:v>
                </c:pt>
                <c:pt idx="1230">
                  <c:v>6.0</c:v>
                </c:pt>
                <c:pt idx="1231">
                  <c:v>6.0</c:v>
                </c:pt>
                <c:pt idx="1232">
                  <c:v>6.0</c:v>
                </c:pt>
                <c:pt idx="1233">
                  <c:v>6.0</c:v>
                </c:pt>
                <c:pt idx="1234">
                  <c:v>6.0</c:v>
                </c:pt>
                <c:pt idx="1235">
                  <c:v>6.0</c:v>
                </c:pt>
                <c:pt idx="1236">
                  <c:v>6.0</c:v>
                </c:pt>
                <c:pt idx="1237">
                  <c:v>6.0</c:v>
                </c:pt>
                <c:pt idx="1238">
                  <c:v>6.0</c:v>
                </c:pt>
                <c:pt idx="1239">
                  <c:v>6.0</c:v>
                </c:pt>
                <c:pt idx="1240">
                  <c:v>6.0</c:v>
                </c:pt>
                <c:pt idx="1241">
                  <c:v>6.0</c:v>
                </c:pt>
                <c:pt idx="1242">
                  <c:v>6.0</c:v>
                </c:pt>
                <c:pt idx="1243">
                  <c:v>6.0</c:v>
                </c:pt>
                <c:pt idx="1244">
                  <c:v>6.0</c:v>
                </c:pt>
                <c:pt idx="1245">
                  <c:v>6.0</c:v>
                </c:pt>
                <c:pt idx="1246">
                  <c:v>6.0</c:v>
                </c:pt>
                <c:pt idx="1247">
                  <c:v>6.0</c:v>
                </c:pt>
                <c:pt idx="1248">
                  <c:v>6.0</c:v>
                </c:pt>
                <c:pt idx="1249">
                  <c:v>6.0</c:v>
                </c:pt>
                <c:pt idx="1250">
                  <c:v>6.0</c:v>
                </c:pt>
                <c:pt idx="1251">
                  <c:v>6.0</c:v>
                </c:pt>
                <c:pt idx="1252">
                  <c:v>6.0</c:v>
                </c:pt>
                <c:pt idx="1253">
                  <c:v>6.0</c:v>
                </c:pt>
                <c:pt idx="1254">
                  <c:v>6.0</c:v>
                </c:pt>
                <c:pt idx="1255">
                  <c:v>6.0</c:v>
                </c:pt>
                <c:pt idx="1256">
                  <c:v>6.0</c:v>
                </c:pt>
                <c:pt idx="1257">
                  <c:v>6.0</c:v>
                </c:pt>
                <c:pt idx="1258">
                  <c:v>6.0</c:v>
                </c:pt>
                <c:pt idx="1259">
                  <c:v>6.0</c:v>
                </c:pt>
                <c:pt idx="1260">
                  <c:v>6.0</c:v>
                </c:pt>
                <c:pt idx="1261">
                  <c:v>6.0</c:v>
                </c:pt>
                <c:pt idx="1262">
                  <c:v>6.0</c:v>
                </c:pt>
                <c:pt idx="1263">
                  <c:v>6.0</c:v>
                </c:pt>
                <c:pt idx="1264">
                  <c:v>6.0</c:v>
                </c:pt>
                <c:pt idx="1265">
                  <c:v>6.0</c:v>
                </c:pt>
                <c:pt idx="1266">
                  <c:v>6.0</c:v>
                </c:pt>
                <c:pt idx="1267">
                  <c:v>6.0</c:v>
                </c:pt>
                <c:pt idx="1268">
                  <c:v>6.0</c:v>
                </c:pt>
                <c:pt idx="1269">
                  <c:v>6.0</c:v>
                </c:pt>
                <c:pt idx="1270">
                  <c:v>6.0</c:v>
                </c:pt>
                <c:pt idx="1271">
                  <c:v>6.0</c:v>
                </c:pt>
                <c:pt idx="1272">
                  <c:v>6.0</c:v>
                </c:pt>
                <c:pt idx="1273">
                  <c:v>6.0</c:v>
                </c:pt>
                <c:pt idx="1274">
                  <c:v>6.0</c:v>
                </c:pt>
                <c:pt idx="1275">
                  <c:v>6.0</c:v>
                </c:pt>
                <c:pt idx="1276">
                  <c:v>6.0</c:v>
                </c:pt>
                <c:pt idx="1277">
                  <c:v>6.0</c:v>
                </c:pt>
                <c:pt idx="1278">
                  <c:v>6.0</c:v>
                </c:pt>
                <c:pt idx="1279">
                  <c:v>6.0</c:v>
                </c:pt>
                <c:pt idx="1280">
                  <c:v>6.0</c:v>
                </c:pt>
                <c:pt idx="1281">
                  <c:v>6.0</c:v>
                </c:pt>
                <c:pt idx="1282">
                  <c:v>6.0</c:v>
                </c:pt>
                <c:pt idx="1283">
                  <c:v>6.0</c:v>
                </c:pt>
                <c:pt idx="1284">
                  <c:v>6.0</c:v>
                </c:pt>
                <c:pt idx="1285">
                  <c:v>6.0</c:v>
                </c:pt>
                <c:pt idx="1286">
                  <c:v>6.0</c:v>
                </c:pt>
                <c:pt idx="1287">
                  <c:v>6.0</c:v>
                </c:pt>
                <c:pt idx="1288">
                  <c:v>6.0</c:v>
                </c:pt>
                <c:pt idx="1289">
                  <c:v>6.0</c:v>
                </c:pt>
                <c:pt idx="1290">
                  <c:v>6.0</c:v>
                </c:pt>
                <c:pt idx="1291">
                  <c:v>6.0</c:v>
                </c:pt>
                <c:pt idx="1292">
                  <c:v>6.0</c:v>
                </c:pt>
                <c:pt idx="1293">
                  <c:v>6.0</c:v>
                </c:pt>
                <c:pt idx="1294">
                  <c:v>6.0</c:v>
                </c:pt>
                <c:pt idx="1295">
                  <c:v>6.0</c:v>
                </c:pt>
                <c:pt idx="1296">
                  <c:v>6.0</c:v>
                </c:pt>
                <c:pt idx="1297">
                  <c:v>6.0</c:v>
                </c:pt>
                <c:pt idx="1298">
                  <c:v>6.0</c:v>
                </c:pt>
                <c:pt idx="1299">
                  <c:v>6.0</c:v>
                </c:pt>
                <c:pt idx="1300">
                  <c:v>6.0</c:v>
                </c:pt>
                <c:pt idx="1301">
                  <c:v>6.0</c:v>
                </c:pt>
                <c:pt idx="1302">
                  <c:v>6.0</c:v>
                </c:pt>
                <c:pt idx="1303">
                  <c:v>6.0</c:v>
                </c:pt>
                <c:pt idx="1304">
                  <c:v>6.0</c:v>
                </c:pt>
                <c:pt idx="1305">
                  <c:v>6.0</c:v>
                </c:pt>
                <c:pt idx="1306">
                  <c:v>6.0</c:v>
                </c:pt>
                <c:pt idx="1307">
                  <c:v>6.0</c:v>
                </c:pt>
                <c:pt idx="1308">
                  <c:v>6.0</c:v>
                </c:pt>
                <c:pt idx="1309">
                  <c:v>6.0</c:v>
                </c:pt>
                <c:pt idx="1310">
                  <c:v>6.0</c:v>
                </c:pt>
                <c:pt idx="1311">
                  <c:v>6.0</c:v>
                </c:pt>
                <c:pt idx="1312">
                  <c:v>6.0</c:v>
                </c:pt>
                <c:pt idx="1313">
                  <c:v>6.0</c:v>
                </c:pt>
                <c:pt idx="1314">
                  <c:v>6.0</c:v>
                </c:pt>
                <c:pt idx="1315">
                  <c:v>6.0</c:v>
                </c:pt>
                <c:pt idx="1316">
                  <c:v>6.0</c:v>
                </c:pt>
                <c:pt idx="1317">
                  <c:v>6.0</c:v>
                </c:pt>
                <c:pt idx="1318">
                  <c:v>6.0</c:v>
                </c:pt>
                <c:pt idx="1319">
                  <c:v>6.0</c:v>
                </c:pt>
                <c:pt idx="1320">
                  <c:v>6.0</c:v>
                </c:pt>
                <c:pt idx="1321">
                  <c:v>6.0</c:v>
                </c:pt>
                <c:pt idx="1322">
                  <c:v>6.0</c:v>
                </c:pt>
                <c:pt idx="1323">
                  <c:v>6.0</c:v>
                </c:pt>
                <c:pt idx="1324">
                  <c:v>6.0</c:v>
                </c:pt>
                <c:pt idx="1325">
                  <c:v>6.0</c:v>
                </c:pt>
                <c:pt idx="1326">
                  <c:v>6.0</c:v>
                </c:pt>
                <c:pt idx="1327">
                  <c:v>6.0</c:v>
                </c:pt>
                <c:pt idx="1328">
                  <c:v>6.0</c:v>
                </c:pt>
                <c:pt idx="1329">
                  <c:v>6.0</c:v>
                </c:pt>
                <c:pt idx="1330">
                  <c:v>6.0</c:v>
                </c:pt>
                <c:pt idx="1331">
                  <c:v>6.0</c:v>
                </c:pt>
                <c:pt idx="1332">
                  <c:v>6.0</c:v>
                </c:pt>
                <c:pt idx="1333">
                  <c:v>6.0</c:v>
                </c:pt>
                <c:pt idx="1334">
                  <c:v>6.0</c:v>
                </c:pt>
                <c:pt idx="1335">
                  <c:v>6.0</c:v>
                </c:pt>
                <c:pt idx="1336">
                  <c:v>6.0</c:v>
                </c:pt>
                <c:pt idx="1337">
                  <c:v>6.0</c:v>
                </c:pt>
                <c:pt idx="1338">
                  <c:v>6.0</c:v>
                </c:pt>
                <c:pt idx="1339">
                  <c:v>6.0</c:v>
                </c:pt>
                <c:pt idx="1340">
                  <c:v>6.0</c:v>
                </c:pt>
                <c:pt idx="1341">
                  <c:v>6.0</c:v>
                </c:pt>
                <c:pt idx="1342">
                  <c:v>6.0</c:v>
                </c:pt>
                <c:pt idx="1343">
                  <c:v>6.0</c:v>
                </c:pt>
                <c:pt idx="1344">
                  <c:v>6.0</c:v>
                </c:pt>
                <c:pt idx="1345">
                  <c:v>6.0</c:v>
                </c:pt>
                <c:pt idx="1346">
                  <c:v>6.0</c:v>
                </c:pt>
                <c:pt idx="1347">
                  <c:v>6.0</c:v>
                </c:pt>
                <c:pt idx="1348">
                  <c:v>6.0</c:v>
                </c:pt>
                <c:pt idx="1349">
                  <c:v>6.0</c:v>
                </c:pt>
                <c:pt idx="1350">
                  <c:v>6.0</c:v>
                </c:pt>
                <c:pt idx="1351">
                  <c:v>6.0</c:v>
                </c:pt>
                <c:pt idx="1352">
                  <c:v>6.0</c:v>
                </c:pt>
                <c:pt idx="1353">
                  <c:v>6.0</c:v>
                </c:pt>
                <c:pt idx="1354">
                  <c:v>6.0</c:v>
                </c:pt>
                <c:pt idx="1355">
                  <c:v>6.0</c:v>
                </c:pt>
                <c:pt idx="1356">
                  <c:v>6.0</c:v>
                </c:pt>
                <c:pt idx="1357">
                  <c:v>6.0</c:v>
                </c:pt>
                <c:pt idx="1358">
                  <c:v>6.0</c:v>
                </c:pt>
                <c:pt idx="1359">
                  <c:v>6.0</c:v>
                </c:pt>
                <c:pt idx="1360">
                  <c:v>6.0</c:v>
                </c:pt>
                <c:pt idx="1361">
                  <c:v>6.0</c:v>
                </c:pt>
                <c:pt idx="1362">
                  <c:v>6.0</c:v>
                </c:pt>
                <c:pt idx="1363">
                  <c:v>6.0</c:v>
                </c:pt>
                <c:pt idx="1364">
                  <c:v>6.0</c:v>
                </c:pt>
                <c:pt idx="1365">
                  <c:v>6.0</c:v>
                </c:pt>
                <c:pt idx="1366">
                  <c:v>6.0</c:v>
                </c:pt>
                <c:pt idx="1367">
                  <c:v>6.0</c:v>
                </c:pt>
                <c:pt idx="1368">
                  <c:v>6.0</c:v>
                </c:pt>
                <c:pt idx="1369">
                  <c:v>6.0</c:v>
                </c:pt>
                <c:pt idx="1370">
                  <c:v>6.0</c:v>
                </c:pt>
                <c:pt idx="1371">
                  <c:v>6.0</c:v>
                </c:pt>
                <c:pt idx="1372">
                  <c:v>6.0</c:v>
                </c:pt>
                <c:pt idx="1373">
                  <c:v>6.0</c:v>
                </c:pt>
                <c:pt idx="1374">
                  <c:v>6.0</c:v>
                </c:pt>
                <c:pt idx="1375">
                  <c:v>6.0</c:v>
                </c:pt>
                <c:pt idx="1376">
                  <c:v>6.0</c:v>
                </c:pt>
                <c:pt idx="1377">
                  <c:v>6.0</c:v>
                </c:pt>
                <c:pt idx="1378">
                  <c:v>6.0</c:v>
                </c:pt>
                <c:pt idx="1379">
                  <c:v>6.0</c:v>
                </c:pt>
                <c:pt idx="1380">
                  <c:v>6.0</c:v>
                </c:pt>
                <c:pt idx="1381">
                  <c:v>6.0</c:v>
                </c:pt>
                <c:pt idx="1382">
                  <c:v>6.0</c:v>
                </c:pt>
                <c:pt idx="1383">
                  <c:v>6.0</c:v>
                </c:pt>
                <c:pt idx="1384">
                  <c:v>6.0</c:v>
                </c:pt>
                <c:pt idx="1385">
                  <c:v>6.0</c:v>
                </c:pt>
                <c:pt idx="1386">
                  <c:v>6.0</c:v>
                </c:pt>
                <c:pt idx="1387">
                  <c:v>6.0</c:v>
                </c:pt>
                <c:pt idx="1388">
                  <c:v>6.0</c:v>
                </c:pt>
                <c:pt idx="1389">
                  <c:v>6.0</c:v>
                </c:pt>
                <c:pt idx="1390">
                  <c:v>6.0</c:v>
                </c:pt>
                <c:pt idx="1391">
                  <c:v>6.0</c:v>
                </c:pt>
                <c:pt idx="1392">
                  <c:v>6.0</c:v>
                </c:pt>
                <c:pt idx="1393">
                  <c:v>6.0</c:v>
                </c:pt>
                <c:pt idx="1394">
                  <c:v>6.0</c:v>
                </c:pt>
                <c:pt idx="1395">
                  <c:v>6.0</c:v>
                </c:pt>
                <c:pt idx="1396">
                  <c:v>6.0</c:v>
                </c:pt>
                <c:pt idx="1397">
                  <c:v>6.0</c:v>
                </c:pt>
                <c:pt idx="1398">
                  <c:v>6.0</c:v>
                </c:pt>
                <c:pt idx="1399">
                  <c:v>6.0</c:v>
                </c:pt>
                <c:pt idx="1400">
                  <c:v>6.0</c:v>
                </c:pt>
                <c:pt idx="1401">
                  <c:v>6.0</c:v>
                </c:pt>
                <c:pt idx="1402">
                  <c:v>6.0</c:v>
                </c:pt>
                <c:pt idx="1403">
                  <c:v>6.0</c:v>
                </c:pt>
                <c:pt idx="1404">
                  <c:v>6.0</c:v>
                </c:pt>
                <c:pt idx="1405">
                  <c:v>6.0</c:v>
                </c:pt>
                <c:pt idx="1406">
                  <c:v>6.0</c:v>
                </c:pt>
                <c:pt idx="1407">
                  <c:v>6.0</c:v>
                </c:pt>
                <c:pt idx="1408">
                  <c:v>6.0</c:v>
                </c:pt>
                <c:pt idx="1409">
                  <c:v>6.0</c:v>
                </c:pt>
                <c:pt idx="1410">
                  <c:v>6.0</c:v>
                </c:pt>
                <c:pt idx="1411">
                  <c:v>6.0</c:v>
                </c:pt>
                <c:pt idx="1412">
                  <c:v>6.0</c:v>
                </c:pt>
                <c:pt idx="1413">
                  <c:v>6.0</c:v>
                </c:pt>
                <c:pt idx="1414">
                  <c:v>6.0</c:v>
                </c:pt>
                <c:pt idx="1415">
                  <c:v>6.0</c:v>
                </c:pt>
                <c:pt idx="1416">
                  <c:v>6.0</c:v>
                </c:pt>
                <c:pt idx="1417">
                  <c:v>6.0</c:v>
                </c:pt>
                <c:pt idx="1418">
                  <c:v>6.0</c:v>
                </c:pt>
                <c:pt idx="1419">
                  <c:v>6.0</c:v>
                </c:pt>
                <c:pt idx="1420">
                  <c:v>6.0</c:v>
                </c:pt>
                <c:pt idx="1421">
                  <c:v>6.0</c:v>
                </c:pt>
                <c:pt idx="1422">
                  <c:v>6.0</c:v>
                </c:pt>
                <c:pt idx="1423">
                  <c:v>6.0</c:v>
                </c:pt>
                <c:pt idx="1424">
                  <c:v>6.0</c:v>
                </c:pt>
                <c:pt idx="1425">
                  <c:v>6.0</c:v>
                </c:pt>
                <c:pt idx="1426">
                  <c:v>6.0</c:v>
                </c:pt>
                <c:pt idx="1427">
                  <c:v>6.0</c:v>
                </c:pt>
                <c:pt idx="1428">
                  <c:v>6.0</c:v>
                </c:pt>
                <c:pt idx="1429">
                  <c:v>6.0</c:v>
                </c:pt>
                <c:pt idx="1430">
                  <c:v>6.0</c:v>
                </c:pt>
                <c:pt idx="1431">
                  <c:v>6.0</c:v>
                </c:pt>
                <c:pt idx="1432">
                  <c:v>6.0</c:v>
                </c:pt>
                <c:pt idx="1433">
                  <c:v>6.0</c:v>
                </c:pt>
                <c:pt idx="1434">
                  <c:v>6.0</c:v>
                </c:pt>
                <c:pt idx="1435">
                  <c:v>6.0</c:v>
                </c:pt>
                <c:pt idx="1436">
                  <c:v>6.0</c:v>
                </c:pt>
                <c:pt idx="1437">
                  <c:v>6.0</c:v>
                </c:pt>
                <c:pt idx="1438">
                  <c:v>6.0</c:v>
                </c:pt>
                <c:pt idx="1439">
                  <c:v>6.0</c:v>
                </c:pt>
                <c:pt idx="1440">
                  <c:v>6.0</c:v>
                </c:pt>
                <c:pt idx="1441">
                  <c:v>6.0</c:v>
                </c:pt>
                <c:pt idx="1442">
                  <c:v>6.0</c:v>
                </c:pt>
                <c:pt idx="1443">
                  <c:v>6.0</c:v>
                </c:pt>
                <c:pt idx="1444">
                  <c:v>6.0</c:v>
                </c:pt>
                <c:pt idx="1445">
                  <c:v>6.0</c:v>
                </c:pt>
                <c:pt idx="1446">
                  <c:v>6.0</c:v>
                </c:pt>
                <c:pt idx="1447">
                  <c:v>6.0</c:v>
                </c:pt>
                <c:pt idx="1448">
                  <c:v>6.0</c:v>
                </c:pt>
                <c:pt idx="1449">
                  <c:v>6.0</c:v>
                </c:pt>
                <c:pt idx="1450">
                  <c:v>6.0</c:v>
                </c:pt>
                <c:pt idx="1451">
                  <c:v>6.0</c:v>
                </c:pt>
                <c:pt idx="1452">
                  <c:v>6.0</c:v>
                </c:pt>
                <c:pt idx="1453">
                  <c:v>6.0</c:v>
                </c:pt>
                <c:pt idx="1454">
                  <c:v>6.0</c:v>
                </c:pt>
                <c:pt idx="1455">
                  <c:v>6.0</c:v>
                </c:pt>
                <c:pt idx="1456">
                  <c:v>6.0</c:v>
                </c:pt>
                <c:pt idx="1457">
                  <c:v>6.0</c:v>
                </c:pt>
                <c:pt idx="1458">
                  <c:v>6.0</c:v>
                </c:pt>
                <c:pt idx="1459">
                  <c:v>6.0</c:v>
                </c:pt>
                <c:pt idx="1460">
                  <c:v>6.0</c:v>
                </c:pt>
                <c:pt idx="1461">
                  <c:v>6.0</c:v>
                </c:pt>
                <c:pt idx="1462">
                  <c:v>6.0</c:v>
                </c:pt>
                <c:pt idx="1463">
                  <c:v>6.0</c:v>
                </c:pt>
                <c:pt idx="1464">
                  <c:v>6.0</c:v>
                </c:pt>
                <c:pt idx="1465">
                  <c:v>6.0</c:v>
                </c:pt>
                <c:pt idx="1466">
                  <c:v>6.0</c:v>
                </c:pt>
                <c:pt idx="1467">
                  <c:v>6.0</c:v>
                </c:pt>
                <c:pt idx="1468">
                  <c:v>6.0</c:v>
                </c:pt>
                <c:pt idx="1469">
                  <c:v>6.0</c:v>
                </c:pt>
                <c:pt idx="1470">
                  <c:v>6.0</c:v>
                </c:pt>
                <c:pt idx="1471">
                  <c:v>6.0</c:v>
                </c:pt>
                <c:pt idx="1472">
                  <c:v>6.0</c:v>
                </c:pt>
                <c:pt idx="1473">
                  <c:v>6.0</c:v>
                </c:pt>
                <c:pt idx="1474">
                  <c:v>6.0</c:v>
                </c:pt>
                <c:pt idx="1475">
                  <c:v>6.0</c:v>
                </c:pt>
                <c:pt idx="1476">
                  <c:v>6.0</c:v>
                </c:pt>
                <c:pt idx="1477">
                  <c:v>6.0</c:v>
                </c:pt>
                <c:pt idx="1478">
                  <c:v>6.0</c:v>
                </c:pt>
                <c:pt idx="1479">
                  <c:v>6.0</c:v>
                </c:pt>
                <c:pt idx="1480">
                  <c:v>6.0</c:v>
                </c:pt>
                <c:pt idx="1481">
                  <c:v>6.0</c:v>
                </c:pt>
                <c:pt idx="1482">
                  <c:v>6.0</c:v>
                </c:pt>
                <c:pt idx="1483">
                  <c:v>6.0</c:v>
                </c:pt>
                <c:pt idx="1484">
                  <c:v>6.0</c:v>
                </c:pt>
                <c:pt idx="1485">
                  <c:v>6.0</c:v>
                </c:pt>
                <c:pt idx="1486">
                  <c:v>6.0</c:v>
                </c:pt>
                <c:pt idx="1487">
                  <c:v>6.0</c:v>
                </c:pt>
                <c:pt idx="1488">
                  <c:v>6.0</c:v>
                </c:pt>
                <c:pt idx="1489">
                  <c:v>6.0</c:v>
                </c:pt>
                <c:pt idx="1490">
                  <c:v>6.0</c:v>
                </c:pt>
                <c:pt idx="1491">
                  <c:v>6.0</c:v>
                </c:pt>
                <c:pt idx="1492">
                  <c:v>6.0</c:v>
                </c:pt>
                <c:pt idx="1493">
                  <c:v>6.0</c:v>
                </c:pt>
                <c:pt idx="1494">
                  <c:v>6.0</c:v>
                </c:pt>
                <c:pt idx="1495">
                  <c:v>6.0</c:v>
                </c:pt>
                <c:pt idx="1496">
                  <c:v>6.0</c:v>
                </c:pt>
                <c:pt idx="1497">
                  <c:v>6.0</c:v>
                </c:pt>
                <c:pt idx="1498">
                  <c:v>6.0</c:v>
                </c:pt>
                <c:pt idx="1499">
                  <c:v>6.0</c:v>
                </c:pt>
                <c:pt idx="1500">
                  <c:v>6.0</c:v>
                </c:pt>
                <c:pt idx="1501">
                  <c:v>6.0</c:v>
                </c:pt>
                <c:pt idx="1502">
                  <c:v>6.0</c:v>
                </c:pt>
                <c:pt idx="1503">
                  <c:v>6.0</c:v>
                </c:pt>
                <c:pt idx="1504">
                  <c:v>6.0</c:v>
                </c:pt>
                <c:pt idx="1505">
                  <c:v>6.0</c:v>
                </c:pt>
                <c:pt idx="1506">
                  <c:v>6.0</c:v>
                </c:pt>
                <c:pt idx="1507">
                  <c:v>6.0</c:v>
                </c:pt>
                <c:pt idx="1508">
                  <c:v>6.0</c:v>
                </c:pt>
                <c:pt idx="1509">
                  <c:v>6.0</c:v>
                </c:pt>
                <c:pt idx="1510">
                  <c:v>6.0</c:v>
                </c:pt>
                <c:pt idx="1511">
                  <c:v>6.0</c:v>
                </c:pt>
                <c:pt idx="1512">
                  <c:v>6.0</c:v>
                </c:pt>
                <c:pt idx="1513">
                  <c:v>6.0</c:v>
                </c:pt>
                <c:pt idx="1514">
                  <c:v>6.0</c:v>
                </c:pt>
                <c:pt idx="1515">
                  <c:v>6.0</c:v>
                </c:pt>
                <c:pt idx="1516">
                  <c:v>6.0</c:v>
                </c:pt>
                <c:pt idx="1517">
                  <c:v>6.0</c:v>
                </c:pt>
                <c:pt idx="1518">
                  <c:v>6.0</c:v>
                </c:pt>
                <c:pt idx="1519">
                  <c:v>6.0</c:v>
                </c:pt>
                <c:pt idx="1520">
                  <c:v>6.0</c:v>
                </c:pt>
                <c:pt idx="1521">
                  <c:v>6.0</c:v>
                </c:pt>
                <c:pt idx="1522">
                  <c:v>6.0</c:v>
                </c:pt>
                <c:pt idx="1523">
                  <c:v>6.0</c:v>
                </c:pt>
                <c:pt idx="1524">
                  <c:v>6.0</c:v>
                </c:pt>
                <c:pt idx="1525">
                  <c:v>6.0</c:v>
                </c:pt>
                <c:pt idx="1526">
                  <c:v>6.0</c:v>
                </c:pt>
                <c:pt idx="1527">
                  <c:v>6.0</c:v>
                </c:pt>
                <c:pt idx="1528">
                  <c:v>6.0</c:v>
                </c:pt>
                <c:pt idx="1529">
                  <c:v>6.0</c:v>
                </c:pt>
                <c:pt idx="1530">
                  <c:v>6.0</c:v>
                </c:pt>
                <c:pt idx="1531">
                  <c:v>6.0</c:v>
                </c:pt>
                <c:pt idx="1532">
                  <c:v>6.0</c:v>
                </c:pt>
                <c:pt idx="1533">
                  <c:v>6.0</c:v>
                </c:pt>
                <c:pt idx="1534">
                  <c:v>6.0</c:v>
                </c:pt>
                <c:pt idx="1535">
                  <c:v>6.0</c:v>
                </c:pt>
                <c:pt idx="1536">
                  <c:v>6.0</c:v>
                </c:pt>
                <c:pt idx="1537">
                  <c:v>6.0</c:v>
                </c:pt>
                <c:pt idx="1538">
                  <c:v>6.0</c:v>
                </c:pt>
                <c:pt idx="1539">
                  <c:v>6.0</c:v>
                </c:pt>
                <c:pt idx="1540">
                  <c:v>6.0</c:v>
                </c:pt>
                <c:pt idx="1541">
                  <c:v>6.0</c:v>
                </c:pt>
                <c:pt idx="1542">
                  <c:v>6.0</c:v>
                </c:pt>
                <c:pt idx="1543">
                  <c:v>6.0</c:v>
                </c:pt>
                <c:pt idx="1544">
                  <c:v>6.0</c:v>
                </c:pt>
                <c:pt idx="1545">
                  <c:v>6.0</c:v>
                </c:pt>
                <c:pt idx="1546">
                  <c:v>6.0</c:v>
                </c:pt>
                <c:pt idx="1547">
                  <c:v>6.0</c:v>
                </c:pt>
                <c:pt idx="1548">
                  <c:v>6.0</c:v>
                </c:pt>
                <c:pt idx="1549">
                  <c:v>6.0</c:v>
                </c:pt>
                <c:pt idx="1550">
                  <c:v>6.0</c:v>
                </c:pt>
                <c:pt idx="1551">
                  <c:v>6.0</c:v>
                </c:pt>
                <c:pt idx="1552">
                  <c:v>6.0</c:v>
                </c:pt>
                <c:pt idx="1553">
                  <c:v>6.0</c:v>
                </c:pt>
                <c:pt idx="1554">
                  <c:v>6.0</c:v>
                </c:pt>
                <c:pt idx="1555">
                  <c:v>6.0</c:v>
                </c:pt>
                <c:pt idx="1556">
                  <c:v>6.0</c:v>
                </c:pt>
                <c:pt idx="1557">
                  <c:v>6.0</c:v>
                </c:pt>
                <c:pt idx="1558">
                  <c:v>6.0</c:v>
                </c:pt>
                <c:pt idx="1559">
                  <c:v>6.0</c:v>
                </c:pt>
                <c:pt idx="1560">
                  <c:v>6.0</c:v>
                </c:pt>
                <c:pt idx="1561">
                  <c:v>6.0</c:v>
                </c:pt>
                <c:pt idx="1562">
                  <c:v>6.0</c:v>
                </c:pt>
                <c:pt idx="1563">
                  <c:v>6.0</c:v>
                </c:pt>
                <c:pt idx="1564">
                  <c:v>6.0</c:v>
                </c:pt>
                <c:pt idx="1565">
                  <c:v>6.0</c:v>
                </c:pt>
                <c:pt idx="1566">
                  <c:v>6.0</c:v>
                </c:pt>
                <c:pt idx="1567">
                  <c:v>6.0</c:v>
                </c:pt>
                <c:pt idx="1568">
                  <c:v>6.0</c:v>
                </c:pt>
                <c:pt idx="1569">
                  <c:v>6.0</c:v>
                </c:pt>
                <c:pt idx="1570">
                  <c:v>6.0</c:v>
                </c:pt>
                <c:pt idx="1571">
                  <c:v>6.0</c:v>
                </c:pt>
                <c:pt idx="1572">
                  <c:v>6.0</c:v>
                </c:pt>
                <c:pt idx="1573">
                  <c:v>6.0</c:v>
                </c:pt>
                <c:pt idx="1574">
                  <c:v>6.0</c:v>
                </c:pt>
                <c:pt idx="1575">
                  <c:v>6.0</c:v>
                </c:pt>
                <c:pt idx="1576">
                  <c:v>6.0</c:v>
                </c:pt>
                <c:pt idx="1577">
                  <c:v>6.0</c:v>
                </c:pt>
                <c:pt idx="1578">
                  <c:v>6.0</c:v>
                </c:pt>
                <c:pt idx="1579">
                  <c:v>6.0</c:v>
                </c:pt>
                <c:pt idx="1580">
                  <c:v>6.0</c:v>
                </c:pt>
                <c:pt idx="1581">
                  <c:v>6.0</c:v>
                </c:pt>
                <c:pt idx="1582">
                  <c:v>6.0</c:v>
                </c:pt>
                <c:pt idx="1583">
                  <c:v>6.0</c:v>
                </c:pt>
                <c:pt idx="1584">
                  <c:v>6.0</c:v>
                </c:pt>
                <c:pt idx="1585">
                  <c:v>6.0</c:v>
                </c:pt>
                <c:pt idx="1586">
                  <c:v>6.0</c:v>
                </c:pt>
                <c:pt idx="1587">
                  <c:v>6.0</c:v>
                </c:pt>
                <c:pt idx="1588">
                  <c:v>6.0</c:v>
                </c:pt>
                <c:pt idx="1589">
                  <c:v>6.0</c:v>
                </c:pt>
                <c:pt idx="1590">
                  <c:v>6.0</c:v>
                </c:pt>
                <c:pt idx="1591">
                  <c:v>6.0</c:v>
                </c:pt>
                <c:pt idx="1592">
                  <c:v>6.0</c:v>
                </c:pt>
                <c:pt idx="1593">
                  <c:v>6.0</c:v>
                </c:pt>
                <c:pt idx="1594">
                  <c:v>6.0</c:v>
                </c:pt>
                <c:pt idx="1595">
                  <c:v>6.0</c:v>
                </c:pt>
                <c:pt idx="1596">
                  <c:v>6.0</c:v>
                </c:pt>
                <c:pt idx="1597">
                  <c:v>6.0</c:v>
                </c:pt>
                <c:pt idx="1598">
                  <c:v>6.0</c:v>
                </c:pt>
                <c:pt idx="1599">
                  <c:v>6.0</c:v>
                </c:pt>
                <c:pt idx="1600">
                  <c:v>6.0</c:v>
                </c:pt>
                <c:pt idx="1601">
                  <c:v>6.0</c:v>
                </c:pt>
                <c:pt idx="1602">
                  <c:v>6.0</c:v>
                </c:pt>
                <c:pt idx="1603">
                  <c:v>6.0</c:v>
                </c:pt>
                <c:pt idx="1604">
                  <c:v>6.0</c:v>
                </c:pt>
                <c:pt idx="1605">
                  <c:v>6.0</c:v>
                </c:pt>
                <c:pt idx="1606">
                  <c:v>6.0</c:v>
                </c:pt>
                <c:pt idx="1607">
                  <c:v>6.0</c:v>
                </c:pt>
                <c:pt idx="1608">
                  <c:v>6.0</c:v>
                </c:pt>
                <c:pt idx="1609">
                  <c:v>6.0</c:v>
                </c:pt>
                <c:pt idx="1610">
                  <c:v>6.0</c:v>
                </c:pt>
                <c:pt idx="1611">
                  <c:v>6.0</c:v>
                </c:pt>
                <c:pt idx="1612">
                  <c:v>6.0</c:v>
                </c:pt>
                <c:pt idx="1613">
                  <c:v>6.0</c:v>
                </c:pt>
                <c:pt idx="1614">
                  <c:v>6.0</c:v>
                </c:pt>
                <c:pt idx="1615">
                  <c:v>6.0</c:v>
                </c:pt>
                <c:pt idx="1616">
                  <c:v>6.0</c:v>
                </c:pt>
                <c:pt idx="1617">
                  <c:v>6.0</c:v>
                </c:pt>
                <c:pt idx="1618">
                  <c:v>6.0</c:v>
                </c:pt>
                <c:pt idx="1619">
                  <c:v>6.0</c:v>
                </c:pt>
                <c:pt idx="1620">
                  <c:v>6.0</c:v>
                </c:pt>
                <c:pt idx="1621">
                  <c:v>6.0</c:v>
                </c:pt>
                <c:pt idx="1622">
                  <c:v>6.0</c:v>
                </c:pt>
                <c:pt idx="1623">
                  <c:v>6.0</c:v>
                </c:pt>
                <c:pt idx="1624">
                  <c:v>6.0</c:v>
                </c:pt>
                <c:pt idx="1625">
                  <c:v>6.0</c:v>
                </c:pt>
                <c:pt idx="1626">
                  <c:v>6.0</c:v>
                </c:pt>
                <c:pt idx="1627">
                  <c:v>6.0</c:v>
                </c:pt>
                <c:pt idx="1628">
                  <c:v>6.0</c:v>
                </c:pt>
                <c:pt idx="1629">
                  <c:v>6.0</c:v>
                </c:pt>
                <c:pt idx="1630">
                  <c:v>6.0</c:v>
                </c:pt>
                <c:pt idx="1631">
                  <c:v>6.0</c:v>
                </c:pt>
                <c:pt idx="1632">
                  <c:v>6.0</c:v>
                </c:pt>
                <c:pt idx="1633">
                  <c:v>6.0</c:v>
                </c:pt>
                <c:pt idx="1634">
                  <c:v>6.0</c:v>
                </c:pt>
                <c:pt idx="1635">
                  <c:v>6.0</c:v>
                </c:pt>
                <c:pt idx="1636">
                  <c:v>6.0</c:v>
                </c:pt>
                <c:pt idx="1637">
                  <c:v>6.0</c:v>
                </c:pt>
                <c:pt idx="1638">
                  <c:v>6.0</c:v>
                </c:pt>
                <c:pt idx="1639">
                  <c:v>6.0</c:v>
                </c:pt>
                <c:pt idx="1640">
                  <c:v>6.0</c:v>
                </c:pt>
                <c:pt idx="1641">
                  <c:v>6.0</c:v>
                </c:pt>
                <c:pt idx="1642">
                  <c:v>6.0</c:v>
                </c:pt>
                <c:pt idx="1643">
                  <c:v>6.0</c:v>
                </c:pt>
                <c:pt idx="1644">
                  <c:v>6.0</c:v>
                </c:pt>
                <c:pt idx="1645">
                  <c:v>6.0</c:v>
                </c:pt>
                <c:pt idx="1646">
                  <c:v>6.0</c:v>
                </c:pt>
                <c:pt idx="1647">
                  <c:v>6.0</c:v>
                </c:pt>
                <c:pt idx="1648">
                  <c:v>6.0</c:v>
                </c:pt>
                <c:pt idx="1649">
                  <c:v>6.0</c:v>
                </c:pt>
                <c:pt idx="1650">
                  <c:v>6.0</c:v>
                </c:pt>
                <c:pt idx="1651">
                  <c:v>6.0</c:v>
                </c:pt>
                <c:pt idx="1652">
                  <c:v>6.0</c:v>
                </c:pt>
                <c:pt idx="1653">
                  <c:v>6.0</c:v>
                </c:pt>
                <c:pt idx="1654">
                  <c:v>6.0</c:v>
                </c:pt>
                <c:pt idx="1655">
                  <c:v>6.0</c:v>
                </c:pt>
                <c:pt idx="1656">
                  <c:v>6.0</c:v>
                </c:pt>
                <c:pt idx="1657">
                  <c:v>6.0</c:v>
                </c:pt>
                <c:pt idx="1658">
                  <c:v>6.0</c:v>
                </c:pt>
                <c:pt idx="1659">
                  <c:v>6.0</c:v>
                </c:pt>
                <c:pt idx="1660">
                  <c:v>6.0</c:v>
                </c:pt>
                <c:pt idx="1661">
                  <c:v>6.0</c:v>
                </c:pt>
                <c:pt idx="1662">
                  <c:v>6.0</c:v>
                </c:pt>
                <c:pt idx="1663">
                  <c:v>6.0</c:v>
                </c:pt>
                <c:pt idx="1664">
                  <c:v>6.0</c:v>
                </c:pt>
                <c:pt idx="1665">
                  <c:v>6.0</c:v>
                </c:pt>
                <c:pt idx="1666">
                  <c:v>6.0</c:v>
                </c:pt>
                <c:pt idx="1667">
                  <c:v>6.0</c:v>
                </c:pt>
                <c:pt idx="1668">
                  <c:v>6.0</c:v>
                </c:pt>
                <c:pt idx="1669">
                  <c:v>6.0</c:v>
                </c:pt>
                <c:pt idx="1670">
                  <c:v>6.0</c:v>
                </c:pt>
                <c:pt idx="1671">
                  <c:v>6.0</c:v>
                </c:pt>
                <c:pt idx="1672">
                  <c:v>6.0</c:v>
                </c:pt>
                <c:pt idx="1673">
                  <c:v>6.0</c:v>
                </c:pt>
                <c:pt idx="1674">
                  <c:v>6.0</c:v>
                </c:pt>
                <c:pt idx="1675">
                  <c:v>6.0</c:v>
                </c:pt>
                <c:pt idx="1676">
                  <c:v>6.0</c:v>
                </c:pt>
                <c:pt idx="1677">
                  <c:v>6.0</c:v>
                </c:pt>
                <c:pt idx="1678">
                  <c:v>6.0</c:v>
                </c:pt>
                <c:pt idx="1679">
                  <c:v>6.0</c:v>
                </c:pt>
                <c:pt idx="1680">
                  <c:v>6.0</c:v>
                </c:pt>
                <c:pt idx="1681">
                  <c:v>6.0</c:v>
                </c:pt>
                <c:pt idx="1682">
                  <c:v>6.0</c:v>
                </c:pt>
                <c:pt idx="1683">
                  <c:v>6.0</c:v>
                </c:pt>
                <c:pt idx="1684">
                  <c:v>6.0</c:v>
                </c:pt>
                <c:pt idx="1685">
                  <c:v>6.0</c:v>
                </c:pt>
                <c:pt idx="1686">
                  <c:v>6.0</c:v>
                </c:pt>
                <c:pt idx="1687">
                  <c:v>6.0</c:v>
                </c:pt>
                <c:pt idx="1688">
                  <c:v>6.0</c:v>
                </c:pt>
                <c:pt idx="1689">
                  <c:v>6.0</c:v>
                </c:pt>
                <c:pt idx="1690">
                  <c:v>6.0</c:v>
                </c:pt>
                <c:pt idx="1691">
                  <c:v>6.0</c:v>
                </c:pt>
                <c:pt idx="1692">
                  <c:v>6.0</c:v>
                </c:pt>
                <c:pt idx="1693">
                  <c:v>6.0</c:v>
                </c:pt>
                <c:pt idx="1694">
                  <c:v>6.0</c:v>
                </c:pt>
                <c:pt idx="1695">
                  <c:v>6.0</c:v>
                </c:pt>
                <c:pt idx="1696">
                  <c:v>6.0</c:v>
                </c:pt>
                <c:pt idx="1697">
                  <c:v>6.0</c:v>
                </c:pt>
                <c:pt idx="1698">
                  <c:v>6.0</c:v>
                </c:pt>
                <c:pt idx="1699">
                  <c:v>6.0</c:v>
                </c:pt>
                <c:pt idx="1700">
                  <c:v>6.0</c:v>
                </c:pt>
                <c:pt idx="1701">
                  <c:v>6.0</c:v>
                </c:pt>
                <c:pt idx="1702">
                  <c:v>6.0</c:v>
                </c:pt>
                <c:pt idx="1703">
                  <c:v>6.0</c:v>
                </c:pt>
                <c:pt idx="1704">
                  <c:v>6.0</c:v>
                </c:pt>
                <c:pt idx="1705">
                  <c:v>6.0</c:v>
                </c:pt>
                <c:pt idx="1706">
                  <c:v>6.0</c:v>
                </c:pt>
                <c:pt idx="1707">
                  <c:v>6.0</c:v>
                </c:pt>
                <c:pt idx="1708">
                  <c:v>6.0</c:v>
                </c:pt>
                <c:pt idx="1709">
                  <c:v>6.0</c:v>
                </c:pt>
                <c:pt idx="1710">
                  <c:v>6.0</c:v>
                </c:pt>
                <c:pt idx="1711">
                  <c:v>6.0</c:v>
                </c:pt>
                <c:pt idx="1712">
                  <c:v>6.0</c:v>
                </c:pt>
                <c:pt idx="1713">
                  <c:v>6.0</c:v>
                </c:pt>
                <c:pt idx="1714">
                  <c:v>6.0</c:v>
                </c:pt>
                <c:pt idx="1715">
                  <c:v>6.0</c:v>
                </c:pt>
                <c:pt idx="1716">
                  <c:v>6.0</c:v>
                </c:pt>
                <c:pt idx="1717">
                  <c:v>6.0</c:v>
                </c:pt>
                <c:pt idx="1718">
                  <c:v>6.0</c:v>
                </c:pt>
                <c:pt idx="1719">
                  <c:v>6.0</c:v>
                </c:pt>
                <c:pt idx="1720">
                  <c:v>6.0</c:v>
                </c:pt>
                <c:pt idx="1721">
                  <c:v>6.0</c:v>
                </c:pt>
                <c:pt idx="1722">
                  <c:v>6.0</c:v>
                </c:pt>
                <c:pt idx="1723">
                  <c:v>6.0</c:v>
                </c:pt>
                <c:pt idx="1724">
                  <c:v>6.0</c:v>
                </c:pt>
                <c:pt idx="1725">
                  <c:v>6.0</c:v>
                </c:pt>
                <c:pt idx="1726">
                  <c:v>6.0</c:v>
                </c:pt>
                <c:pt idx="1727">
                  <c:v>6.0</c:v>
                </c:pt>
                <c:pt idx="1728">
                  <c:v>6.0</c:v>
                </c:pt>
                <c:pt idx="1729">
                  <c:v>6.0</c:v>
                </c:pt>
                <c:pt idx="1730">
                  <c:v>6.0</c:v>
                </c:pt>
                <c:pt idx="1731">
                  <c:v>6.0</c:v>
                </c:pt>
                <c:pt idx="1732">
                  <c:v>6.0</c:v>
                </c:pt>
                <c:pt idx="1733">
                  <c:v>6.0</c:v>
                </c:pt>
                <c:pt idx="1734">
                  <c:v>6.0</c:v>
                </c:pt>
                <c:pt idx="1735">
                  <c:v>6.0</c:v>
                </c:pt>
                <c:pt idx="1736">
                  <c:v>6.0</c:v>
                </c:pt>
                <c:pt idx="1737">
                  <c:v>6.0</c:v>
                </c:pt>
                <c:pt idx="1738">
                  <c:v>6.0</c:v>
                </c:pt>
                <c:pt idx="1739">
                  <c:v>6.0</c:v>
                </c:pt>
                <c:pt idx="1740">
                  <c:v>6.0</c:v>
                </c:pt>
                <c:pt idx="1741">
                  <c:v>6.0</c:v>
                </c:pt>
                <c:pt idx="1742">
                  <c:v>6.0</c:v>
                </c:pt>
                <c:pt idx="1743">
                  <c:v>6.0</c:v>
                </c:pt>
                <c:pt idx="1744">
                  <c:v>6.0</c:v>
                </c:pt>
                <c:pt idx="1745">
                  <c:v>6.0</c:v>
                </c:pt>
                <c:pt idx="1746">
                  <c:v>6.0</c:v>
                </c:pt>
                <c:pt idx="1747">
                  <c:v>6.0</c:v>
                </c:pt>
                <c:pt idx="1748">
                  <c:v>6.0</c:v>
                </c:pt>
                <c:pt idx="1749">
                  <c:v>6.0</c:v>
                </c:pt>
                <c:pt idx="1750">
                  <c:v>6.0</c:v>
                </c:pt>
                <c:pt idx="1751">
                  <c:v>6.0</c:v>
                </c:pt>
                <c:pt idx="1752">
                  <c:v>6.0</c:v>
                </c:pt>
                <c:pt idx="1753">
                  <c:v>6.0</c:v>
                </c:pt>
                <c:pt idx="1754">
                  <c:v>6.0</c:v>
                </c:pt>
                <c:pt idx="1755">
                  <c:v>6.0</c:v>
                </c:pt>
                <c:pt idx="1756">
                  <c:v>6.0</c:v>
                </c:pt>
                <c:pt idx="1757">
                  <c:v>6.0</c:v>
                </c:pt>
                <c:pt idx="1758">
                  <c:v>6.0</c:v>
                </c:pt>
                <c:pt idx="1759">
                  <c:v>6.0</c:v>
                </c:pt>
                <c:pt idx="1760">
                  <c:v>6.0</c:v>
                </c:pt>
                <c:pt idx="1761">
                  <c:v>6.0</c:v>
                </c:pt>
                <c:pt idx="1762">
                  <c:v>6.0</c:v>
                </c:pt>
                <c:pt idx="1763">
                  <c:v>6.0</c:v>
                </c:pt>
                <c:pt idx="1764">
                  <c:v>6.0</c:v>
                </c:pt>
                <c:pt idx="1765">
                  <c:v>6.0</c:v>
                </c:pt>
                <c:pt idx="1766">
                  <c:v>6.0</c:v>
                </c:pt>
                <c:pt idx="1767">
                  <c:v>6.0</c:v>
                </c:pt>
                <c:pt idx="1768">
                  <c:v>6.0</c:v>
                </c:pt>
                <c:pt idx="1769">
                  <c:v>6.0</c:v>
                </c:pt>
                <c:pt idx="1770">
                  <c:v>6.0</c:v>
                </c:pt>
                <c:pt idx="1771">
                  <c:v>6.0</c:v>
                </c:pt>
                <c:pt idx="1772">
                  <c:v>6.0</c:v>
                </c:pt>
                <c:pt idx="1773">
                  <c:v>6.0</c:v>
                </c:pt>
                <c:pt idx="1774">
                  <c:v>6.0</c:v>
                </c:pt>
                <c:pt idx="1775">
                  <c:v>6.0</c:v>
                </c:pt>
                <c:pt idx="1776">
                  <c:v>6.0</c:v>
                </c:pt>
                <c:pt idx="1777">
                  <c:v>6.0</c:v>
                </c:pt>
                <c:pt idx="1778">
                  <c:v>6.0</c:v>
                </c:pt>
                <c:pt idx="1779">
                  <c:v>6.0</c:v>
                </c:pt>
                <c:pt idx="1780">
                  <c:v>6.0</c:v>
                </c:pt>
                <c:pt idx="1781">
                  <c:v>6.0</c:v>
                </c:pt>
                <c:pt idx="1782">
                  <c:v>6.0</c:v>
                </c:pt>
                <c:pt idx="1783">
                  <c:v>6.0</c:v>
                </c:pt>
                <c:pt idx="1784">
                  <c:v>6.0</c:v>
                </c:pt>
                <c:pt idx="1785">
                  <c:v>6.0</c:v>
                </c:pt>
                <c:pt idx="1786">
                  <c:v>6.0</c:v>
                </c:pt>
                <c:pt idx="1787">
                  <c:v>6.0</c:v>
                </c:pt>
                <c:pt idx="1788">
                  <c:v>6.0</c:v>
                </c:pt>
                <c:pt idx="1789">
                  <c:v>6.0</c:v>
                </c:pt>
                <c:pt idx="1790">
                  <c:v>6.0</c:v>
                </c:pt>
                <c:pt idx="1791">
                  <c:v>6.0</c:v>
                </c:pt>
                <c:pt idx="1792">
                  <c:v>6.0</c:v>
                </c:pt>
                <c:pt idx="1793">
                  <c:v>6.0</c:v>
                </c:pt>
                <c:pt idx="1794">
                  <c:v>6.0</c:v>
                </c:pt>
                <c:pt idx="1795">
                  <c:v>6.0</c:v>
                </c:pt>
                <c:pt idx="1796">
                  <c:v>6.0</c:v>
                </c:pt>
                <c:pt idx="1797">
                  <c:v>6.0</c:v>
                </c:pt>
                <c:pt idx="1798">
                  <c:v>6.0</c:v>
                </c:pt>
                <c:pt idx="1799">
                  <c:v>6.0</c:v>
                </c:pt>
                <c:pt idx="1800">
                  <c:v>6.0</c:v>
                </c:pt>
                <c:pt idx="1801">
                  <c:v>6.0</c:v>
                </c:pt>
                <c:pt idx="1802">
                  <c:v>6.0</c:v>
                </c:pt>
                <c:pt idx="1803">
                  <c:v>6.0</c:v>
                </c:pt>
                <c:pt idx="1804">
                  <c:v>6.0</c:v>
                </c:pt>
                <c:pt idx="1805">
                  <c:v>6.0</c:v>
                </c:pt>
                <c:pt idx="1806">
                  <c:v>6.0</c:v>
                </c:pt>
                <c:pt idx="1807">
                  <c:v>6.0</c:v>
                </c:pt>
                <c:pt idx="1808">
                  <c:v>6.0</c:v>
                </c:pt>
                <c:pt idx="1809">
                  <c:v>6.0</c:v>
                </c:pt>
                <c:pt idx="1810">
                  <c:v>6.0</c:v>
                </c:pt>
                <c:pt idx="1811">
                  <c:v>6.0</c:v>
                </c:pt>
                <c:pt idx="1812">
                  <c:v>6.0</c:v>
                </c:pt>
                <c:pt idx="1813">
                  <c:v>6.0</c:v>
                </c:pt>
                <c:pt idx="1814">
                  <c:v>6.0</c:v>
                </c:pt>
                <c:pt idx="1815">
                  <c:v>6.0</c:v>
                </c:pt>
                <c:pt idx="1816">
                  <c:v>6.0</c:v>
                </c:pt>
                <c:pt idx="1817">
                  <c:v>6.0</c:v>
                </c:pt>
                <c:pt idx="1818">
                  <c:v>6.0</c:v>
                </c:pt>
                <c:pt idx="1819">
                  <c:v>6.0</c:v>
                </c:pt>
                <c:pt idx="1820">
                  <c:v>6.0</c:v>
                </c:pt>
                <c:pt idx="1821">
                  <c:v>6.0</c:v>
                </c:pt>
                <c:pt idx="1822">
                  <c:v>6.0</c:v>
                </c:pt>
                <c:pt idx="1823">
                  <c:v>6.0</c:v>
                </c:pt>
                <c:pt idx="1824">
                  <c:v>6.0</c:v>
                </c:pt>
                <c:pt idx="1825">
                  <c:v>6.0</c:v>
                </c:pt>
                <c:pt idx="1826">
                  <c:v>6.0</c:v>
                </c:pt>
                <c:pt idx="1827">
                  <c:v>6.0</c:v>
                </c:pt>
                <c:pt idx="1828">
                  <c:v>6.0</c:v>
                </c:pt>
                <c:pt idx="1829">
                  <c:v>6.0</c:v>
                </c:pt>
                <c:pt idx="1830">
                  <c:v>6.0</c:v>
                </c:pt>
                <c:pt idx="1831">
                  <c:v>6.0</c:v>
                </c:pt>
                <c:pt idx="1832">
                  <c:v>6.0</c:v>
                </c:pt>
                <c:pt idx="1833">
                  <c:v>6.0</c:v>
                </c:pt>
                <c:pt idx="1834">
                  <c:v>6.0</c:v>
                </c:pt>
                <c:pt idx="1835">
                  <c:v>6.0</c:v>
                </c:pt>
                <c:pt idx="1836">
                  <c:v>6.0</c:v>
                </c:pt>
                <c:pt idx="1837">
                  <c:v>6.0</c:v>
                </c:pt>
                <c:pt idx="1838">
                  <c:v>6.0</c:v>
                </c:pt>
                <c:pt idx="1839">
                  <c:v>6.0</c:v>
                </c:pt>
                <c:pt idx="1840">
                  <c:v>6.0</c:v>
                </c:pt>
                <c:pt idx="1841">
                  <c:v>6.0</c:v>
                </c:pt>
                <c:pt idx="1842">
                  <c:v>6.0</c:v>
                </c:pt>
                <c:pt idx="1843">
                  <c:v>6.0</c:v>
                </c:pt>
                <c:pt idx="1844">
                  <c:v>6.0</c:v>
                </c:pt>
                <c:pt idx="1845">
                  <c:v>6.0</c:v>
                </c:pt>
                <c:pt idx="1846">
                  <c:v>6.0</c:v>
                </c:pt>
                <c:pt idx="1847">
                  <c:v>6.0</c:v>
                </c:pt>
                <c:pt idx="1848">
                  <c:v>6.0</c:v>
                </c:pt>
                <c:pt idx="1849">
                  <c:v>6.0</c:v>
                </c:pt>
                <c:pt idx="1850">
                  <c:v>6.0</c:v>
                </c:pt>
                <c:pt idx="1851">
                  <c:v>6.0</c:v>
                </c:pt>
                <c:pt idx="1852">
                  <c:v>6.0</c:v>
                </c:pt>
                <c:pt idx="1853">
                  <c:v>6.0</c:v>
                </c:pt>
                <c:pt idx="1854">
                  <c:v>6.0</c:v>
                </c:pt>
                <c:pt idx="1855">
                  <c:v>6.0</c:v>
                </c:pt>
                <c:pt idx="1856">
                  <c:v>6.0</c:v>
                </c:pt>
                <c:pt idx="1857">
                  <c:v>6.0</c:v>
                </c:pt>
                <c:pt idx="1858">
                  <c:v>6.0</c:v>
                </c:pt>
                <c:pt idx="1859">
                  <c:v>6.0</c:v>
                </c:pt>
                <c:pt idx="1860">
                  <c:v>6.0</c:v>
                </c:pt>
                <c:pt idx="1861">
                  <c:v>6.0</c:v>
                </c:pt>
                <c:pt idx="1862">
                  <c:v>6.0</c:v>
                </c:pt>
                <c:pt idx="1863">
                  <c:v>6.0</c:v>
                </c:pt>
                <c:pt idx="1864">
                  <c:v>6.0</c:v>
                </c:pt>
                <c:pt idx="1865">
                  <c:v>6.0</c:v>
                </c:pt>
                <c:pt idx="1866">
                  <c:v>6.0</c:v>
                </c:pt>
                <c:pt idx="1867">
                  <c:v>6.0</c:v>
                </c:pt>
                <c:pt idx="1868">
                  <c:v>6.0</c:v>
                </c:pt>
                <c:pt idx="1869">
                  <c:v>6.0</c:v>
                </c:pt>
                <c:pt idx="1870">
                  <c:v>6.0</c:v>
                </c:pt>
                <c:pt idx="1871">
                  <c:v>6.0</c:v>
                </c:pt>
                <c:pt idx="1872">
                  <c:v>6.0</c:v>
                </c:pt>
                <c:pt idx="1873">
                  <c:v>6.0</c:v>
                </c:pt>
                <c:pt idx="1874">
                  <c:v>6.0</c:v>
                </c:pt>
                <c:pt idx="1875">
                  <c:v>6.0</c:v>
                </c:pt>
                <c:pt idx="1876">
                  <c:v>6.0</c:v>
                </c:pt>
                <c:pt idx="1877">
                  <c:v>6.0</c:v>
                </c:pt>
                <c:pt idx="1878">
                  <c:v>6.0</c:v>
                </c:pt>
                <c:pt idx="1879">
                  <c:v>6.0</c:v>
                </c:pt>
                <c:pt idx="1880">
                  <c:v>6.0</c:v>
                </c:pt>
                <c:pt idx="1881">
                  <c:v>6.0</c:v>
                </c:pt>
                <c:pt idx="1882">
                  <c:v>6.0</c:v>
                </c:pt>
                <c:pt idx="1883">
                  <c:v>6.0</c:v>
                </c:pt>
                <c:pt idx="1884">
                  <c:v>6.0</c:v>
                </c:pt>
                <c:pt idx="1885">
                  <c:v>6.0</c:v>
                </c:pt>
                <c:pt idx="1886">
                  <c:v>6.0</c:v>
                </c:pt>
                <c:pt idx="1887">
                  <c:v>6.0</c:v>
                </c:pt>
                <c:pt idx="1888">
                  <c:v>6.0</c:v>
                </c:pt>
                <c:pt idx="1889">
                  <c:v>6.0</c:v>
                </c:pt>
                <c:pt idx="1890">
                  <c:v>6.0</c:v>
                </c:pt>
                <c:pt idx="1891">
                  <c:v>6.0</c:v>
                </c:pt>
                <c:pt idx="1892">
                  <c:v>6.0</c:v>
                </c:pt>
                <c:pt idx="1893">
                  <c:v>6.0</c:v>
                </c:pt>
                <c:pt idx="1894">
                  <c:v>6.0</c:v>
                </c:pt>
                <c:pt idx="1895">
                  <c:v>6.0</c:v>
                </c:pt>
                <c:pt idx="1896">
                  <c:v>6.0</c:v>
                </c:pt>
                <c:pt idx="1897">
                  <c:v>6.0</c:v>
                </c:pt>
                <c:pt idx="1898">
                  <c:v>6.0</c:v>
                </c:pt>
                <c:pt idx="1899">
                  <c:v>6.0</c:v>
                </c:pt>
                <c:pt idx="1900">
                  <c:v>6.0</c:v>
                </c:pt>
                <c:pt idx="1901">
                  <c:v>6.0</c:v>
                </c:pt>
                <c:pt idx="1902">
                  <c:v>6.0</c:v>
                </c:pt>
                <c:pt idx="1903">
                  <c:v>6.0</c:v>
                </c:pt>
                <c:pt idx="1904">
                  <c:v>6.0</c:v>
                </c:pt>
                <c:pt idx="1905">
                  <c:v>6.0</c:v>
                </c:pt>
                <c:pt idx="1906">
                  <c:v>6.0</c:v>
                </c:pt>
                <c:pt idx="1907">
                  <c:v>6.0</c:v>
                </c:pt>
                <c:pt idx="1908">
                  <c:v>6.0</c:v>
                </c:pt>
                <c:pt idx="1909">
                  <c:v>6.0</c:v>
                </c:pt>
                <c:pt idx="1910">
                  <c:v>6.0</c:v>
                </c:pt>
                <c:pt idx="1911">
                  <c:v>6.0</c:v>
                </c:pt>
                <c:pt idx="1912">
                  <c:v>6.0</c:v>
                </c:pt>
                <c:pt idx="1913">
                  <c:v>6.0</c:v>
                </c:pt>
                <c:pt idx="1914">
                  <c:v>6.0</c:v>
                </c:pt>
                <c:pt idx="1915">
                  <c:v>6.0</c:v>
                </c:pt>
                <c:pt idx="1916">
                  <c:v>6.0</c:v>
                </c:pt>
                <c:pt idx="1917">
                  <c:v>6.0</c:v>
                </c:pt>
                <c:pt idx="1918">
                  <c:v>6.0</c:v>
                </c:pt>
                <c:pt idx="1919">
                  <c:v>6.0</c:v>
                </c:pt>
                <c:pt idx="1920">
                  <c:v>6.0</c:v>
                </c:pt>
                <c:pt idx="1921">
                  <c:v>6.0</c:v>
                </c:pt>
                <c:pt idx="1922">
                  <c:v>6.0</c:v>
                </c:pt>
                <c:pt idx="1923">
                  <c:v>6.0</c:v>
                </c:pt>
                <c:pt idx="1924">
                  <c:v>6.0</c:v>
                </c:pt>
                <c:pt idx="1925">
                  <c:v>6.0</c:v>
                </c:pt>
                <c:pt idx="1926">
                  <c:v>6.0</c:v>
                </c:pt>
                <c:pt idx="1927">
                  <c:v>6.0</c:v>
                </c:pt>
                <c:pt idx="1928">
                  <c:v>6.0</c:v>
                </c:pt>
                <c:pt idx="1929">
                  <c:v>6.0</c:v>
                </c:pt>
                <c:pt idx="1930">
                  <c:v>6.0</c:v>
                </c:pt>
                <c:pt idx="1931">
                  <c:v>6.0</c:v>
                </c:pt>
                <c:pt idx="1932">
                  <c:v>6.0</c:v>
                </c:pt>
                <c:pt idx="1933">
                  <c:v>6.0</c:v>
                </c:pt>
                <c:pt idx="1934">
                  <c:v>6.0</c:v>
                </c:pt>
                <c:pt idx="1935">
                  <c:v>6.0</c:v>
                </c:pt>
                <c:pt idx="1936">
                  <c:v>6.0</c:v>
                </c:pt>
                <c:pt idx="1937">
                  <c:v>6.0</c:v>
                </c:pt>
                <c:pt idx="1938">
                  <c:v>6.0</c:v>
                </c:pt>
                <c:pt idx="1939">
                  <c:v>6.0</c:v>
                </c:pt>
                <c:pt idx="1940">
                  <c:v>6.0</c:v>
                </c:pt>
                <c:pt idx="1941">
                  <c:v>6.0</c:v>
                </c:pt>
                <c:pt idx="1942">
                  <c:v>6.0</c:v>
                </c:pt>
                <c:pt idx="1943">
                  <c:v>6.0</c:v>
                </c:pt>
                <c:pt idx="1944">
                  <c:v>6.0</c:v>
                </c:pt>
                <c:pt idx="1945">
                  <c:v>6.0</c:v>
                </c:pt>
                <c:pt idx="1946">
                  <c:v>6.0</c:v>
                </c:pt>
                <c:pt idx="1947">
                  <c:v>6.0</c:v>
                </c:pt>
                <c:pt idx="1948">
                  <c:v>6.0</c:v>
                </c:pt>
                <c:pt idx="1949">
                  <c:v>6.0</c:v>
                </c:pt>
                <c:pt idx="1950">
                  <c:v>6.0</c:v>
                </c:pt>
                <c:pt idx="1951">
                  <c:v>6.0</c:v>
                </c:pt>
                <c:pt idx="1952">
                  <c:v>6.0</c:v>
                </c:pt>
                <c:pt idx="1953">
                  <c:v>6.0</c:v>
                </c:pt>
                <c:pt idx="1954">
                  <c:v>6.0</c:v>
                </c:pt>
                <c:pt idx="1955">
                  <c:v>6.0</c:v>
                </c:pt>
                <c:pt idx="1956">
                  <c:v>6.0</c:v>
                </c:pt>
                <c:pt idx="1957">
                  <c:v>6.0</c:v>
                </c:pt>
                <c:pt idx="1958">
                  <c:v>6.0</c:v>
                </c:pt>
                <c:pt idx="1959">
                  <c:v>6.0</c:v>
                </c:pt>
                <c:pt idx="1960">
                  <c:v>6.0</c:v>
                </c:pt>
                <c:pt idx="1961">
                  <c:v>6.0</c:v>
                </c:pt>
                <c:pt idx="1962">
                  <c:v>6.0</c:v>
                </c:pt>
                <c:pt idx="1963">
                  <c:v>6.0</c:v>
                </c:pt>
                <c:pt idx="1964">
                  <c:v>6.0</c:v>
                </c:pt>
                <c:pt idx="1965">
                  <c:v>6.0</c:v>
                </c:pt>
                <c:pt idx="1966">
                  <c:v>6.0</c:v>
                </c:pt>
                <c:pt idx="1967">
                  <c:v>6.0</c:v>
                </c:pt>
                <c:pt idx="1968">
                  <c:v>6.0</c:v>
                </c:pt>
                <c:pt idx="1969">
                  <c:v>6.0</c:v>
                </c:pt>
                <c:pt idx="1970">
                  <c:v>6.0</c:v>
                </c:pt>
                <c:pt idx="1971">
                  <c:v>6.0</c:v>
                </c:pt>
                <c:pt idx="1972">
                  <c:v>6.0</c:v>
                </c:pt>
                <c:pt idx="1973">
                  <c:v>6.0</c:v>
                </c:pt>
                <c:pt idx="1974">
                  <c:v>6.0</c:v>
                </c:pt>
                <c:pt idx="1975">
                  <c:v>6.0</c:v>
                </c:pt>
                <c:pt idx="1976">
                  <c:v>6.0</c:v>
                </c:pt>
                <c:pt idx="1977">
                  <c:v>6.0</c:v>
                </c:pt>
                <c:pt idx="1978">
                  <c:v>6.0</c:v>
                </c:pt>
                <c:pt idx="1979">
                  <c:v>6.0</c:v>
                </c:pt>
                <c:pt idx="1980">
                  <c:v>6.0</c:v>
                </c:pt>
                <c:pt idx="1981">
                  <c:v>6.0</c:v>
                </c:pt>
                <c:pt idx="1982">
                  <c:v>6.0</c:v>
                </c:pt>
                <c:pt idx="1983">
                  <c:v>6.0</c:v>
                </c:pt>
                <c:pt idx="1984">
                  <c:v>6.0</c:v>
                </c:pt>
                <c:pt idx="1985">
                  <c:v>6.0</c:v>
                </c:pt>
                <c:pt idx="1986">
                  <c:v>6.0</c:v>
                </c:pt>
                <c:pt idx="1987">
                  <c:v>6.0</c:v>
                </c:pt>
                <c:pt idx="1988">
                  <c:v>6.0</c:v>
                </c:pt>
                <c:pt idx="1989">
                  <c:v>6.0</c:v>
                </c:pt>
                <c:pt idx="1990">
                  <c:v>6.0</c:v>
                </c:pt>
                <c:pt idx="1991">
                  <c:v>6.0</c:v>
                </c:pt>
                <c:pt idx="1992">
                  <c:v>6.0</c:v>
                </c:pt>
                <c:pt idx="1993">
                  <c:v>6.0</c:v>
                </c:pt>
                <c:pt idx="1994">
                  <c:v>6.0</c:v>
                </c:pt>
                <c:pt idx="1995">
                  <c:v>6.0</c:v>
                </c:pt>
                <c:pt idx="1996">
                  <c:v>6.0</c:v>
                </c:pt>
                <c:pt idx="1997">
                  <c:v>6.0</c:v>
                </c:pt>
                <c:pt idx="1998">
                  <c:v>6.0</c:v>
                </c:pt>
                <c:pt idx="1999">
                  <c:v>6.0</c:v>
                </c:pt>
                <c:pt idx="2000">
                  <c:v>6.0</c:v>
                </c:pt>
                <c:pt idx="2001">
                  <c:v>6.0</c:v>
                </c:pt>
                <c:pt idx="2002">
                  <c:v>6.0</c:v>
                </c:pt>
                <c:pt idx="2003">
                  <c:v>6.0</c:v>
                </c:pt>
                <c:pt idx="2004">
                  <c:v>6.0</c:v>
                </c:pt>
                <c:pt idx="2005">
                  <c:v>6.0</c:v>
                </c:pt>
                <c:pt idx="2006">
                  <c:v>6.0</c:v>
                </c:pt>
                <c:pt idx="2007">
                  <c:v>6.0</c:v>
                </c:pt>
                <c:pt idx="2008">
                  <c:v>6.0</c:v>
                </c:pt>
                <c:pt idx="2009">
                  <c:v>6.0</c:v>
                </c:pt>
                <c:pt idx="2010">
                  <c:v>6.0</c:v>
                </c:pt>
                <c:pt idx="2011">
                  <c:v>6.0</c:v>
                </c:pt>
                <c:pt idx="2012">
                  <c:v>6.0</c:v>
                </c:pt>
                <c:pt idx="2013">
                  <c:v>6.0</c:v>
                </c:pt>
                <c:pt idx="2014">
                  <c:v>6.0</c:v>
                </c:pt>
                <c:pt idx="2015">
                  <c:v>6.0</c:v>
                </c:pt>
                <c:pt idx="2016">
                  <c:v>6.0</c:v>
                </c:pt>
                <c:pt idx="2017">
                  <c:v>6.0</c:v>
                </c:pt>
                <c:pt idx="2018">
                  <c:v>6.0</c:v>
                </c:pt>
                <c:pt idx="2019">
                  <c:v>6.0</c:v>
                </c:pt>
                <c:pt idx="2020">
                  <c:v>6.0</c:v>
                </c:pt>
                <c:pt idx="2021">
                  <c:v>6.0</c:v>
                </c:pt>
                <c:pt idx="2022">
                  <c:v>6.0</c:v>
                </c:pt>
                <c:pt idx="2023">
                  <c:v>6.0</c:v>
                </c:pt>
                <c:pt idx="2024">
                  <c:v>6.0</c:v>
                </c:pt>
                <c:pt idx="2025">
                  <c:v>6.0</c:v>
                </c:pt>
                <c:pt idx="2026">
                  <c:v>6.0</c:v>
                </c:pt>
                <c:pt idx="2027">
                  <c:v>6.0</c:v>
                </c:pt>
                <c:pt idx="2028">
                  <c:v>6.0</c:v>
                </c:pt>
                <c:pt idx="2029">
                  <c:v>6.0</c:v>
                </c:pt>
                <c:pt idx="2030">
                  <c:v>6.0</c:v>
                </c:pt>
                <c:pt idx="2031">
                  <c:v>6.0</c:v>
                </c:pt>
                <c:pt idx="2032">
                  <c:v>6.0</c:v>
                </c:pt>
                <c:pt idx="2033">
                  <c:v>6.0</c:v>
                </c:pt>
                <c:pt idx="2034">
                  <c:v>6.0</c:v>
                </c:pt>
                <c:pt idx="2035">
                  <c:v>6.0</c:v>
                </c:pt>
                <c:pt idx="2036">
                  <c:v>6.0</c:v>
                </c:pt>
                <c:pt idx="2037">
                  <c:v>6.0</c:v>
                </c:pt>
                <c:pt idx="2038">
                  <c:v>6.0</c:v>
                </c:pt>
                <c:pt idx="2039">
                  <c:v>6.0</c:v>
                </c:pt>
                <c:pt idx="2040">
                  <c:v>6.0</c:v>
                </c:pt>
                <c:pt idx="2041">
                  <c:v>6.0</c:v>
                </c:pt>
                <c:pt idx="2042">
                  <c:v>6.0</c:v>
                </c:pt>
                <c:pt idx="2043">
                  <c:v>6.0</c:v>
                </c:pt>
                <c:pt idx="2044">
                  <c:v>6.0</c:v>
                </c:pt>
                <c:pt idx="2045">
                  <c:v>6.0</c:v>
                </c:pt>
                <c:pt idx="2046">
                  <c:v>6.0</c:v>
                </c:pt>
                <c:pt idx="2047">
                  <c:v>6.0</c:v>
                </c:pt>
                <c:pt idx="2048">
                  <c:v>6.0</c:v>
                </c:pt>
                <c:pt idx="2049">
                  <c:v>6.0</c:v>
                </c:pt>
                <c:pt idx="2050">
                  <c:v>6.0</c:v>
                </c:pt>
                <c:pt idx="2051">
                  <c:v>6.0</c:v>
                </c:pt>
                <c:pt idx="2052">
                  <c:v>6.0</c:v>
                </c:pt>
                <c:pt idx="2053">
                  <c:v>6.0</c:v>
                </c:pt>
                <c:pt idx="2054">
                  <c:v>6.0</c:v>
                </c:pt>
                <c:pt idx="2055">
                  <c:v>6.0</c:v>
                </c:pt>
                <c:pt idx="2056">
                  <c:v>6.0</c:v>
                </c:pt>
                <c:pt idx="2057">
                  <c:v>6.0</c:v>
                </c:pt>
                <c:pt idx="2058">
                  <c:v>6.0</c:v>
                </c:pt>
                <c:pt idx="2059">
                  <c:v>6.0</c:v>
                </c:pt>
                <c:pt idx="2060">
                  <c:v>6.0</c:v>
                </c:pt>
                <c:pt idx="2061">
                  <c:v>6.0</c:v>
                </c:pt>
                <c:pt idx="2062">
                  <c:v>6.0</c:v>
                </c:pt>
                <c:pt idx="2063">
                  <c:v>6.0</c:v>
                </c:pt>
                <c:pt idx="2064">
                  <c:v>6.0</c:v>
                </c:pt>
                <c:pt idx="2065">
                  <c:v>6.0</c:v>
                </c:pt>
                <c:pt idx="2066">
                  <c:v>6.0</c:v>
                </c:pt>
                <c:pt idx="2067">
                  <c:v>6.0</c:v>
                </c:pt>
                <c:pt idx="2068">
                  <c:v>6.0</c:v>
                </c:pt>
                <c:pt idx="2069">
                  <c:v>6.0</c:v>
                </c:pt>
                <c:pt idx="2070">
                  <c:v>6.0</c:v>
                </c:pt>
                <c:pt idx="2071">
                  <c:v>6.0</c:v>
                </c:pt>
                <c:pt idx="2072">
                  <c:v>6.0</c:v>
                </c:pt>
                <c:pt idx="2073">
                  <c:v>6.0</c:v>
                </c:pt>
                <c:pt idx="2074">
                  <c:v>6.0</c:v>
                </c:pt>
                <c:pt idx="2075">
                  <c:v>6.0</c:v>
                </c:pt>
                <c:pt idx="2076">
                  <c:v>6.0</c:v>
                </c:pt>
                <c:pt idx="2077">
                  <c:v>6.0</c:v>
                </c:pt>
                <c:pt idx="2078">
                  <c:v>6.0</c:v>
                </c:pt>
                <c:pt idx="2079">
                  <c:v>6.0</c:v>
                </c:pt>
                <c:pt idx="2080">
                  <c:v>6.0</c:v>
                </c:pt>
                <c:pt idx="2081">
                  <c:v>6.0</c:v>
                </c:pt>
                <c:pt idx="2082">
                  <c:v>6.0</c:v>
                </c:pt>
                <c:pt idx="2083">
                  <c:v>6.0</c:v>
                </c:pt>
                <c:pt idx="2084">
                  <c:v>6.0</c:v>
                </c:pt>
                <c:pt idx="2085">
                  <c:v>6.0</c:v>
                </c:pt>
                <c:pt idx="2086">
                  <c:v>6.0</c:v>
                </c:pt>
                <c:pt idx="2087">
                  <c:v>6.0</c:v>
                </c:pt>
                <c:pt idx="2088">
                  <c:v>6.0</c:v>
                </c:pt>
                <c:pt idx="2089">
                  <c:v>6.0</c:v>
                </c:pt>
                <c:pt idx="2090">
                  <c:v>6.0</c:v>
                </c:pt>
                <c:pt idx="2091">
                  <c:v>6.0</c:v>
                </c:pt>
                <c:pt idx="2092">
                  <c:v>6.0</c:v>
                </c:pt>
                <c:pt idx="2093">
                  <c:v>6.0</c:v>
                </c:pt>
                <c:pt idx="2094">
                  <c:v>6.0</c:v>
                </c:pt>
                <c:pt idx="2095">
                  <c:v>6.0</c:v>
                </c:pt>
                <c:pt idx="2096">
                  <c:v>6.0</c:v>
                </c:pt>
                <c:pt idx="2097">
                  <c:v>6.0</c:v>
                </c:pt>
                <c:pt idx="2098">
                  <c:v>6.0</c:v>
                </c:pt>
                <c:pt idx="2099">
                  <c:v>6.0</c:v>
                </c:pt>
                <c:pt idx="2100">
                  <c:v>6.0</c:v>
                </c:pt>
                <c:pt idx="2101">
                  <c:v>6.0</c:v>
                </c:pt>
                <c:pt idx="2102">
                  <c:v>6.0</c:v>
                </c:pt>
                <c:pt idx="2103">
                  <c:v>6.0</c:v>
                </c:pt>
                <c:pt idx="2104">
                  <c:v>6.0</c:v>
                </c:pt>
                <c:pt idx="2105">
                  <c:v>6.0</c:v>
                </c:pt>
                <c:pt idx="2106">
                  <c:v>6.0</c:v>
                </c:pt>
                <c:pt idx="2107">
                  <c:v>6.0</c:v>
                </c:pt>
                <c:pt idx="2108">
                  <c:v>6.0</c:v>
                </c:pt>
                <c:pt idx="2109">
                  <c:v>6.0</c:v>
                </c:pt>
                <c:pt idx="2110">
                  <c:v>6.0</c:v>
                </c:pt>
                <c:pt idx="2111">
                  <c:v>6.0</c:v>
                </c:pt>
                <c:pt idx="2112">
                  <c:v>6.0</c:v>
                </c:pt>
                <c:pt idx="2113">
                  <c:v>6.0</c:v>
                </c:pt>
                <c:pt idx="2114">
                  <c:v>6.0</c:v>
                </c:pt>
                <c:pt idx="2115">
                  <c:v>6.0</c:v>
                </c:pt>
                <c:pt idx="2116">
                  <c:v>6.0</c:v>
                </c:pt>
                <c:pt idx="2117">
                  <c:v>6.0</c:v>
                </c:pt>
                <c:pt idx="2118">
                  <c:v>6.0</c:v>
                </c:pt>
                <c:pt idx="2119">
                  <c:v>6.0</c:v>
                </c:pt>
                <c:pt idx="2120">
                  <c:v>6.0</c:v>
                </c:pt>
                <c:pt idx="2121">
                  <c:v>6.0</c:v>
                </c:pt>
                <c:pt idx="2122">
                  <c:v>6.0</c:v>
                </c:pt>
                <c:pt idx="2123">
                  <c:v>6.0</c:v>
                </c:pt>
                <c:pt idx="2124">
                  <c:v>6.0</c:v>
                </c:pt>
                <c:pt idx="2125">
                  <c:v>6.0</c:v>
                </c:pt>
                <c:pt idx="2126">
                  <c:v>6.0</c:v>
                </c:pt>
                <c:pt idx="2127">
                  <c:v>6.0</c:v>
                </c:pt>
                <c:pt idx="2128">
                  <c:v>6.0</c:v>
                </c:pt>
                <c:pt idx="2129">
                  <c:v>6.0</c:v>
                </c:pt>
                <c:pt idx="2130">
                  <c:v>6.0</c:v>
                </c:pt>
                <c:pt idx="2131">
                  <c:v>6.0</c:v>
                </c:pt>
                <c:pt idx="2132">
                  <c:v>6.0</c:v>
                </c:pt>
                <c:pt idx="2133">
                  <c:v>6.0</c:v>
                </c:pt>
                <c:pt idx="2134">
                  <c:v>6.0</c:v>
                </c:pt>
                <c:pt idx="2135">
                  <c:v>6.0</c:v>
                </c:pt>
                <c:pt idx="2136">
                  <c:v>6.0</c:v>
                </c:pt>
                <c:pt idx="2137">
                  <c:v>6.0</c:v>
                </c:pt>
                <c:pt idx="2138">
                  <c:v>6.0</c:v>
                </c:pt>
                <c:pt idx="2139">
                  <c:v>6.0</c:v>
                </c:pt>
                <c:pt idx="2140">
                  <c:v>6.0</c:v>
                </c:pt>
                <c:pt idx="2141">
                  <c:v>6.0</c:v>
                </c:pt>
                <c:pt idx="2142">
                  <c:v>6.0</c:v>
                </c:pt>
                <c:pt idx="2143">
                  <c:v>6.0</c:v>
                </c:pt>
                <c:pt idx="2144">
                  <c:v>6.0</c:v>
                </c:pt>
                <c:pt idx="2145">
                  <c:v>6.0</c:v>
                </c:pt>
                <c:pt idx="2146">
                  <c:v>6.0</c:v>
                </c:pt>
                <c:pt idx="2147">
                  <c:v>6.0</c:v>
                </c:pt>
                <c:pt idx="2148">
                  <c:v>6.0</c:v>
                </c:pt>
                <c:pt idx="2149">
                  <c:v>6.0</c:v>
                </c:pt>
                <c:pt idx="2150">
                  <c:v>6.0</c:v>
                </c:pt>
                <c:pt idx="2151">
                  <c:v>6.0</c:v>
                </c:pt>
                <c:pt idx="2152">
                  <c:v>6.0</c:v>
                </c:pt>
                <c:pt idx="2153">
                  <c:v>6.0</c:v>
                </c:pt>
                <c:pt idx="2154">
                  <c:v>6.0</c:v>
                </c:pt>
                <c:pt idx="2155">
                  <c:v>6.0</c:v>
                </c:pt>
                <c:pt idx="2156">
                  <c:v>6.0</c:v>
                </c:pt>
                <c:pt idx="2157">
                  <c:v>6.0</c:v>
                </c:pt>
                <c:pt idx="2158">
                  <c:v>6.0</c:v>
                </c:pt>
                <c:pt idx="2159">
                  <c:v>6.0</c:v>
                </c:pt>
                <c:pt idx="2160">
                  <c:v>6.0</c:v>
                </c:pt>
                <c:pt idx="2161">
                  <c:v>6.0</c:v>
                </c:pt>
                <c:pt idx="2162">
                  <c:v>6.0</c:v>
                </c:pt>
                <c:pt idx="2163">
                  <c:v>6.0</c:v>
                </c:pt>
                <c:pt idx="2164">
                  <c:v>6.0</c:v>
                </c:pt>
                <c:pt idx="2165">
                  <c:v>6.0</c:v>
                </c:pt>
                <c:pt idx="2166">
                  <c:v>6.0</c:v>
                </c:pt>
                <c:pt idx="2167">
                  <c:v>6.0</c:v>
                </c:pt>
                <c:pt idx="2168">
                  <c:v>6.0</c:v>
                </c:pt>
                <c:pt idx="2169">
                  <c:v>6.0</c:v>
                </c:pt>
                <c:pt idx="2170">
                  <c:v>6.0</c:v>
                </c:pt>
                <c:pt idx="2171">
                  <c:v>6.0</c:v>
                </c:pt>
                <c:pt idx="2172">
                  <c:v>6.0</c:v>
                </c:pt>
                <c:pt idx="2173">
                  <c:v>6.0</c:v>
                </c:pt>
                <c:pt idx="2174">
                  <c:v>6.0</c:v>
                </c:pt>
                <c:pt idx="2175">
                  <c:v>6.0</c:v>
                </c:pt>
                <c:pt idx="2176">
                  <c:v>6.0</c:v>
                </c:pt>
                <c:pt idx="2177">
                  <c:v>6.0</c:v>
                </c:pt>
                <c:pt idx="2178">
                  <c:v>6.0</c:v>
                </c:pt>
                <c:pt idx="2179">
                  <c:v>6.0</c:v>
                </c:pt>
                <c:pt idx="2180">
                  <c:v>6.0</c:v>
                </c:pt>
                <c:pt idx="2181">
                  <c:v>6.0</c:v>
                </c:pt>
                <c:pt idx="2182">
                  <c:v>6.0</c:v>
                </c:pt>
                <c:pt idx="2183">
                  <c:v>6.0</c:v>
                </c:pt>
                <c:pt idx="2184">
                  <c:v>6.0</c:v>
                </c:pt>
                <c:pt idx="2185">
                  <c:v>6.0</c:v>
                </c:pt>
                <c:pt idx="2186">
                  <c:v>6.0</c:v>
                </c:pt>
                <c:pt idx="2187">
                  <c:v>6.0</c:v>
                </c:pt>
                <c:pt idx="2188">
                  <c:v>6.0</c:v>
                </c:pt>
                <c:pt idx="2189">
                  <c:v>6.0</c:v>
                </c:pt>
                <c:pt idx="2190">
                  <c:v>6.0</c:v>
                </c:pt>
                <c:pt idx="2191">
                  <c:v>6.0</c:v>
                </c:pt>
                <c:pt idx="2192">
                  <c:v>6.0</c:v>
                </c:pt>
                <c:pt idx="2193">
                  <c:v>6.0</c:v>
                </c:pt>
                <c:pt idx="2194">
                  <c:v>6.0</c:v>
                </c:pt>
                <c:pt idx="2195">
                  <c:v>6.0</c:v>
                </c:pt>
                <c:pt idx="2196">
                  <c:v>6.0</c:v>
                </c:pt>
                <c:pt idx="2197">
                  <c:v>6.0</c:v>
                </c:pt>
                <c:pt idx="2198">
                  <c:v>6.0</c:v>
                </c:pt>
                <c:pt idx="2199">
                  <c:v>6.0</c:v>
                </c:pt>
                <c:pt idx="2200">
                  <c:v>6.0</c:v>
                </c:pt>
                <c:pt idx="2201">
                  <c:v>6.0</c:v>
                </c:pt>
                <c:pt idx="2202">
                  <c:v>6.0</c:v>
                </c:pt>
                <c:pt idx="2203">
                  <c:v>6.0</c:v>
                </c:pt>
                <c:pt idx="2204">
                  <c:v>6.0</c:v>
                </c:pt>
                <c:pt idx="2205">
                  <c:v>6.0</c:v>
                </c:pt>
                <c:pt idx="2206">
                  <c:v>6.0</c:v>
                </c:pt>
                <c:pt idx="2207">
                  <c:v>6.0</c:v>
                </c:pt>
                <c:pt idx="2208">
                  <c:v>6.0</c:v>
                </c:pt>
                <c:pt idx="2209">
                  <c:v>6.0</c:v>
                </c:pt>
                <c:pt idx="2210">
                  <c:v>6.0</c:v>
                </c:pt>
                <c:pt idx="2211">
                  <c:v>6.0</c:v>
                </c:pt>
                <c:pt idx="2212">
                  <c:v>6.0</c:v>
                </c:pt>
                <c:pt idx="2213">
                  <c:v>6.0</c:v>
                </c:pt>
                <c:pt idx="2214">
                  <c:v>6.0</c:v>
                </c:pt>
                <c:pt idx="2215">
                  <c:v>6.0</c:v>
                </c:pt>
                <c:pt idx="2216">
                  <c:v>6.0</c:v>
                </c:pt>
                <c:pt idx="2217">
                  <c:v>6.0</c:v>
                </c:pt>
                <c:pt idx="2218">
                  <c:v>6.0</c:v>
                </c:pt>
                <c:pt idx="2219">
                  <c:v>6.0</c:v>
                </c:pt>
                <c:pt idx="2220">
                  <c:v>6.0</c:v>
                </c:pt>
                <c:pt idx="2221">
                  <c:v>6.0</c:v>
                </c:pt>
                <c:pt idx="2222">
                  <c:v>6.0</c:v>
                </c:pt>
                <c:pt idx="2223">
                  <c:v>6.0</c:v>
                </c:pt>
                <c:pt idx="2224">
                  <c:v>6.0</c:v>
                </c:pt>
                <c:pt idx="2225">
                  <c:v>6.0</c:v>
                </c:pt>
                <c:pt idx="2226">
                  <c:v>6.0</c:v>
                </c:pt>
                <c:pt idx="2227">
                  <c:v>6.0</c:v>
                </c:pt>
                <c:pt idx="2228">
                  <c:v>6.0</c:v>
                </c:pt>
                <c:pt idx="2229">
                  <c:v>6.0</c:v>
                </c:pt>
                <c:pt idx="2230">
                  <c:v>6.0</c:v>
                </c:pt>
                <c:pt idx="2231">
                  <c:v>6.0</c:v>
                </c:pt>
                <c:pt idx="2232">
                  <c:v>6.0</c:v>
                </c:pt>
                <c:pt idx="2233">
                  <c:v>6.0</c:v>
                </c:pt>
                <c:pt idx="2234">
                  <c:v>6.0</c:v>
                </c:pt>
                <c:pt idx="2235">
                  <c:v>6.0</c:v>
                </c:pt>
                <c:pt idx="2236">
                  <c:v>6.0</c:v>
                </c:pt>
                <c:pt idx="2237">
                  <c:v>6.0</c:v>
                </c:pt>
                <c:pt idx="2238">
                  <c:v>6.0</c:v>
                </c:pt>
                <c:pt idx="2239">
                  <c:v>6.0</c:v>
                </c:pt>
                <c:pt idx="2240">
                  <c:v>6.0</c:v>
                </c:pt>
                <c:pt idx="2241">
                  <c:v>6.0</c:v>
                </c:pt>
                <c:pt idx="2242">
                  <c:v>6.0</c:v>
                </c:pt>
                <c:pt idx="2243">
                  <c:v>6.0</c:v>
                </c:pt>
                <c:pt idx="2244">
                  <c:v>6.0</c:v>
                </c:pt>
                <c:pt idx="2245">
                  <c:v>6.0</c:v>
                </c:pt>
                <c:pt idx="2246">
                  <c:v>6.0</c:v>
                </c:pt>
                <c:pt idx="2247">
                  <c:v>6.0</c:v>
                </c:pt>
                <c:pt idx="2248">
                  <c:v>6.0</c:v>
                </c:pt>
                <c:pt idx="2249">
                  <c:v>6.0</c:v>
                </c:pt>
                <c:pt idx="2250">
                  <c:v>6.0</c:v>
                </c:pt>
                <c:pt idx="2251">
                  <c:v>6.0</c:v>
                </c:pt>
                <c:pt idx="2252">
                  <c:v>6.0</c:v>
                </c:pt>
                <c:pt idx="2253">
                  <c:v>6.0</c:v>
                </c:pt>
                <c:pt idx="2254">
                  <c:v>6.0</c:v>
                </c:pt>
                <c:pt idx="2255">
                  <c:v>6.0</c:v>
                </c:pt>
                <c:pt idx="2256">
                  <c:v>6.0</c:v>
                </c:pt>
                <c:pt idx="2257">
                  <c:v>6.0</c:v>
                </c:pt>
                <c:pt idx="2258">
                  <c:v>6.0</c:v>
                </c:pt>
                <c:pt idx="2259">
                  <c:v>6.0</c:v>
                </c:pt>
                <c:pt idx="2260">
                  <c:v>6.0</c:v>
                </c:pt>
                <c:pt idx="2261">
                  <c:v>6.0</c:v>
                </c:pt>
                <c:pt idx="2262">
                  <c:v>6.0</c:v>
                </c:pt>
                <c:pt idx="2263">
                  <c:v>6.0</c:v>
                </c:pt>
                <c:pt idx="2264">
                  <c:v>6.0</c:v>
                </c:pt>
                <c:pt idx="2265">
                  <c:v>6.0</c:v>
                </c:pt>
                <c:pt idx="2266">
                  <c:v>6.0</c:v>
                </c:pt>
                <c:pt idx="2267">
                  <c:v>6.0</c:v>
                </c:pt>
                <c:pt idx="2268">
                  <c:v>6.0</c:v>
                </c:pt>
                <c:pt idx="2269">
                  <c:v>6.0</c:v>
                </c:pt>
                <c:pt idx="2270">
                  <c:v>6.0</c:v>
                </c:pt>
                <c:pt idx="2271">
                  <c:v>6.0</c:v>
                </c:pt>
                <c:pt idx="2272">
                  <c:v>6.0</c:v>
                </c:pt>
                <c:pt idx="2273">
                  <c:v>6.0</c:v>
                </c:pt>
                <c:pt idx="2274">
                  <c:v>6.0</c:v>
                </c:pt>
                <c:pt idx="2275">
                  <c:v>6.0</c:v>
                </c:pt>
                <c:pt idx="2276">
                  <c:v>6.0</c:v>
                </c:pt>
                <c:pt idx="2277">
                  <c:v>6.0</c:v>
                </c:pt>
                <c:pt idx="2278">
                  <c:v>6.0</c:v>
                </c:pt>
                <c:pt idx="2279">
                  <c:v>6.0</c:v>
                </c:pt>
                <c:pt idx="2280">
                  <c:v>6.0</c:v>
                </c:pt>
                <c:pt idx="2281">
                  <c:v>6.0</c:v>
                </c:pt>
                <c:pt idx="2282">
                  <c:v>6.0</c:v>
                </c:pt>
                <c:pt idx="2283">
                  <c:v>6.0</c:v>
                </c:pt>
                <c:pt idx="2284">
                  <c:v>6.0</c:v>
                </c:pt>
                <c:pt idx="2285">
                  <c:v>6.0</c:v>
                </c:pt>
                <c:pt idx="2286">
                  <c:v>6.0</c:v>
                </c:pt>
                <c:pt idx="2287">
                  <c:v>6.0</c:v>
                </c:pt>
                <c:pt idx="2288">
                  <c:v>6.0</c:v>
                </c:pt>
                <c:pt idx="2289">
                  <c:v>6.0</c:v>
                </c:pt>
                <c:pt idx="2290">
                  <c:v>6.0</c:v>
                </c:pt>
                <c:pt idx="2291">
                  <c:v>6.0</c:v>
                </c:pt>
                <c:pt idx="2292">
                  <c:v>6.0</c:v>
                </c:pt>
                <c:pt idx="2293">
                  <c:v>6.0</c:v>
                </c:pt>
                <c:pt idx="2294">
                  <c:v>6.0</c:v>
                </c:pt>
                <c:pt idx="2295">
                  <c:v>6.0</c:v>
                </c:pt>
                <c:pt idx="2296">
                  <c:v>6.0</c:v>
                </c:pt>
                <c:pt idx="2297">
                  <c:v>6.0</c:v>
                </c:pt>
                <c:pt idx="2298">
                  <c:v>6.0</c:v>
                </c:pt>
                <c:pt idx="2299">
                  <c:v>6.0</c:v>
                </c:pt>
                <c:pt idx="2300">
                  <c:v>6.0</c:v>
                </c:pt>
                <c:pt idx="2301">
                  <c:v>6.0</c:v>
                </c:pt>
                <c:pt idx="2302">
                  <c:v>6.0</c:v>
                </c:pt>
                <c:pt idx="2303">
                  <c:v>6.0</c:v>
                </c:pt>
                <c:pt idx="2304">
                  <c:v>6.0</c:v>
                </c:pt>
                <c:pt idx="2305">
                  <c:v>6.0</c:v>
                </c:pt>
                <c:pt idx="2306">
                  <c:v>6.0</c:v>
                </c:pt>
                <c:pt idx="2307">
                  <c:v>6.0</c:v>
                </c:pt>
                <c:pt idx="2308">
                  <c:v>6.0</c:v>
                </c:pt>
                <c:pt idx="2309">
                  <c:v>6.0</c:v>
                </c:pt>
                <c:pt idx="2310">
                  <c:v>6.0</c:v>
                </c:pt>
                <c:pt idx="2311">
                  <c:v>6.0</c:v>
                </c:pt>
                <c:pt idx="2312">
                  <c:v>6.0</c:v>
                </c:pt>
                <c:pt idx="2313">
                  <c:v>6.0</c:v>
                </c:pt>
                <c:pt idx="2314">
                  <c:v>6.0</c:v>
                </c:pt>
                <c:pt idx="2315">
                  <c:v>6.0</c:v>
                </c:pt>
                <c:pt idx="2316">
                  <c:v>6.0</c:v>
                </c:pt>
                <c:pt idx="2317">
                  <c:v>6.0</c:v>
                </c:pt>
                <c:pt idx="2318">
                  <c:v>6.0</c:v>
                </c:pt>
                <c:pt idx="2319">
                  <c:v>6.0</c:v>
                </c:pt>
                <c:pt idx="2320">
                  <c:v>6.0</c:v>
                </c:pt>
                <c:pt idx="2321">
                  <c:v>6.0</c:v>
                </c:pt>
                <c:pt idx="2322">
                  <c:v>6.0</c:v>
                </c:pt>
                <c:pt idx="2323">
                  <c:v>6.0</c:v>
                </c:pt>
                <c:pt idx="2324">
                  <c:v>6.0</c:v>
                </c:pt>
                <c:pt idx="2325">
                  <c:v>6.0</c:v>
                </c:pt>
                <c:pt idx="2326">
                  <c:v>6.0</c:v>
                </c:pt>
                <c:pt idx="2327">
                  <c:v>6.0</c:v>
                </c:pt>
                <c:pt idx="2328">
                  <c:v>6.0</c:v>
                </c:pt>
                <c:pt idx="2329">
                  <c:v>6.0</c:v>
                </c:pt>
                <c:pt idx="2330">
                  <c:v>6.0</c:v>
                </c:pt>
                <c:pt idx="2331">
                  <c:v>6.0</c:v>
                </c:pt>
                <c:pt idx="2332">
                  <c:v>6.0</c:v>
                </c:pt>
                <c:pt idx="2333">
                  <c:v>6.0</c:v>
                </c:pt>
                <c:pt idx="2334">
                  <c:v>6.0</c:v>
                </c:pt>
                <c:pt idx="2335">
                  <c:v>6.0</c:v>
                </c:pt>
                <c:pt idx="2336">
                  <c:v>6.0</c:v>
                </c:pt>
                <c:pt idx="2337">
                  <c:v>6.0</c:v>
                </c:pt>
                <c:pt idx="2338">
                  <c:v>6.0</c:v>
                </c:pt>
                <c:pt idx="2339">
                  <c:v>6.0</c:v>
                </c:pt>
                <c:pt idx="2340">
                  <c:v>6.0</c:v>
                </c:pt>
                <c:pt idx="2341">
                  <c:v>6.0</c:v>
                </c:pt>
                <c:pt idx="2342">
                  <c:v>6.0</c:v>
                </c:pt>
                <c:pt idx="2343">
                  <c:v>6.0</c:v>
                </c:pt>
                <c:pt idx="2344">
                  <c:v>6.0</c:v>
                </c:pt>
                <c:pt idx="2345">
                  <c:v>6.0</c:v>
                </c:pt>
                <c:pt idx="2346">
                  <c:v>6.0</c:v>
                </c:pt>
                <c:pt idx="2347">
                  <c:v>6.0</c:v>
                </c:pt>
                <c:pt idx="2348">
                  <c:v>6.0</c:v>
                </c:pt>
                <c:pt idx="2349">
                  <c:v>6.0</c:v>
                </c:pt>
                <c:pt idx="2350">
                  <c:v>6.0</c:v>
                </c:pt>
                <c:pt idx="2351">
                  <c:v>6.0</c:v>
                </c:pt>
                <c:pt idx="2352">
                  <c:v>6.0</c:v>
                </c:pt>
                <c:pt idx="2353">
                  <c:v>6.0</c:v>
                </c:pt>
                <c:pt idx="2354">
                  <c:v>6.0</c:v>
                </c:pt>
                <c:pt idx="2355">
                  <c:v>6.0</c:v>
                </c:pt>
                <c:pt idx="2356">
                  <c:v>6.0</c:v>
                </c:pt>
                <c:pt idx="2357">
                  <c:v>6.0</c:v>
                </c:pt>
                <c:pt idx="2358">
                  <c:v>6.0</c:v>
                </c:pt>
                <c:pt idx="2359">
                  <c:v>6.0</c:v>
                </c:pt>
                <c:pt idx="2360">
                  <c:v>6.0</c:v>
                </c:pt>
                <c:pt idx="2361">
                  <c:v>6.0</c:v>
                </c:pt>
                <c:pt idx="2362">
                  <c:v>6.0</c:v>
                </c:pt>
                <c:pt idx="2363">
                  <c:v>6.0</c:v>
                </c:pt>
                <c:pt idx="2364">
                  <c:v>6.0</c:v>
                </c:pt>
                <c:pt idx="2365">
                  <c:v>6.0</c:v>
                </c:pt>
                <c:pt idx="2366">
                  <c:v>6.0</c:v>
                </c:pt>
                <c:pt idx="2367">
                  <c:v>6.0</c:v>
                </c:pt>
                <c:pt idx="2368">
                  <c:v>6.0</c:v>
                </c:pt>
                <c:pt idx="2369">
                  <c:v>6.0</c:v>
                </c:pt>
                <c:pt idx="2370">
                  <c:v>6.0</c:v>
                </c:pt>
                <c:pt idx="2371">
                  <c:v>6.0</c:v>
                </c:pt>
                <c:pt idx="2372">
                  <c:v>6.0</c:v>
                </c:pt>
                <c:pt idx="2373">
                  <c:v>6.0</c:v>
                </c:pt>
                <c:pt idx="2374">
                  <c:v>6.0</c:v>
                </c:pt>
                <c:pt idx="2375">
                  <c:v>6.0</c:v>
                </c:pt>
                <c:pt idx="2376">
                  <c:v>6.0</c:v>
                </c:pt>
                <c:pt idx="2377">
                  <c:v>6.0</c:v>
                </c:pt>
                <c:pt idx="2378">
                  <c:v>6.0</c:v>
                </c:pt>
                <c:pt idx="2379">
                  <c:v>6.0</c:v>
                </c:pt>
                <c:pt idx="2380">
                  <c:v>6.0</c:v>
                </c:pt>
                <c:pt idx="2381">
                  <c:v>6.0</c:v>
                </c:pt>
                <c:pt idx="2382">
                  <c:v>6.0</c:v>
                </c:pt>
                <c:pt idx="2383">
                  <c:v>6.0</c:v>
                </c:pt>
                <c:pt idx="2384">
                  <c:v>6.0</c:v>
                </c:pt>
                <c:pt idx="2385">
                  <c:v>6.0</c:v>
                </c:pt>
                <c:pt idx="2386">
                  <c:v>6.0</c:v>
                </c:pt>
                <c:pt idx="2387">
                  <c:v>6.0</c:v>
                </c:pt>
                <c:pt idx="2388">
                  <c:v>6.0</c:v>
                </c:pt>
                <c:pt idx="2389">
                  <c:v>6.0</c:v>
                </c:pt>
                <c:pt idx="2390">
                  <c:v>6.0</c:v>
                </c:pt>
                <c:pt idx="2391">
                  <c:v>6.0</c:v>
                </c:pt>
                <c:pt idx="2392">
                  <c:v>6.0</c:v>
                </c:pt>
                <c:pt idx="2393">
                  <c:v>6.0</c:v>
                </c:pt>
                <c:pt idx="2394">
                  <c:v>6.0</c:v>
                </c:pt>
                <c:pt idx="2395">
                  <c:v>6.0</c:v>
                </c:pt>
                <c:pt idx="2396">
                  <c:v>6.0</c:v>
                </c:pt>
                <c:pt idx="2397">
                  <c:v>6.0</c:v>
                </c:pt>
                <c:pt idx="2398">
                  <c:v>6.0</c:v>
                </c:pt>
                <c:pt idx="2399">
                  <c:v>6.0</c:v>
                </c:pt>
                <c:pt idx="2400">
                  <c:v>6.0</c:v>
                </c:pt>
                <c:pt idx="2401">
                  <c:v>6.0</c:v>
                </c:pt>
                <c:pt idx="2402">
                  <c:v>6.0</c:v>
                </c:pt>
                <c:pt idx="2403">
                  <c:v>6.0</c:v>
                </c:pt>
                <c:pt idx="2404">
                  <c:v>6.0</c:v>
                </c:pt>
                <c:pt idx="2405">
                  <c:v>6.0</c:v>
                </c:pt>
                <c:pt idx="2406">
                  <c:v>6.0</c:v>
                </c:pt>
                <c:pt idx="2407">
                  <c:v>6.0</c:v>
                </c:pt>
                <c:pt idx="2408">
                  <c:v>6.0</c:v>
                </c:pt>
                <c:pt idx="2409">
                  <c:v>6.0</c:v>
                </c:pt>
                <c:pt idx="2410">
                  <c:v>6.0</c:v>
                </c:pt>
                <c:pt idx="2411">
                  <c:v>6.0</c:v>
                </c:pt>
                <c:pt idx="2412">
                  <c:v>6.0</c:v>
                </c:pt>
                <c:pt idx="2413">
                  <c:v>6.0</c:v>
                </c:pt>
                <c:pt idx="2414">
                  <c:v>6.0</c:v>
                </c:pt>
                <c:pt idx="2415">
                  <c:v>6.0</c:v>
                </c:pt>
                <c:pt idx="2416">
                  <c:v>6.0</c:v>
                </c:pt>
                <c:pt idx="2417">
                  <c:v>6.0</c:v>
                </c:pt>
                <c:pt idx="2418">
                  <c:v>6.0</c:v>
                </c:pt>
                <c:pt idx="2419">
                  <c:v>6.0</c:v>
                </c:pt>
                <c:pt idx="2420">
                  <c:v>6.0</c:v>
                </c:pt>
                <c:pt idx="2421">
                  <c:v>6.0</c:v>
                </c:pt>
                <c:pt idx="2422">
                  <c:v>6.0</c:v>
                </c:pt>
                <c:pt idx="2423">
                  <c:v>6.0</c:v>
                </c:pt>
                <c:pt idx="2424">
                  <c:v>6.0</c:v>
                </c:pt>
                <c:pt idx="2425">
                  <c:v>6.0</c:v>
                </c:pt>
                <c:pt idx="2426">
                  <c:v>6.0</c:v>
                </c:pt>
                <c:pt idx="2427">
                  <c:v>6.0</c:v>
                </c:pt>
                <c:pt idx="2428">
                  <c:v>6.0</c:v>
                </c:pt>
                <c:pt idx="2429">
                  <c:v>6.0</c:v>
                </c:pt>
                <c:pt idx="2430">
                  <c:v>6.0</c:v>
                </c:pt>
                <c:pt idx="2431">
                  <c:v>6.0</c:v>
                </c:pt>
                <c:pt idx="2432">
                  <c:v>6.0</c:v>
                </c:pt>
                <c:pt idx="2433">
                  <c:v>6.0</c:v>
                </c:pt>
                <c:pt idx="2434">
                  <c:v>6.0</c:v>
                </c:pt>
                <c:pt idx="2435">
                  <c:v>6.0</c:v>
                </c:pt>
                <c:pt idx="2436">
                  <c:v>6.0</c:v>
                </c:pt>
                <c:pt idx="2437">
                  <c:v>6.0</c:v>
                </c:pt>
                <c:pt idx="2438">
                  <c:v>6.0</c:v>
                </c:pt>
                <c:pt idx="2439">
                  <c:v>6.0</c:v>
                </c:pt>
                <c:pt idx="2440">
                  <c:v>6.0</c:v>
                </c:pt>
                <c:pt idx="2441">
                  <c:v>6.0</c:v>
                </c:pt>
                <c:pt idx="2442">
                  <c:v>6.0</c:v>
                </c:pt>
                <c:pt idx="2443">
                  <c:v>6.0</c:v>
                </c:pt>
                <c:pt idx="2444">
                  <c:v>6.0</c:v>
                </c:pt>
                <c:pt idx="2445">
                  <c:v>6.0</c:v>
                </c:pt>
                <c:pt idx="2446">
                  <c:v>6.0</c:v>
                </c:pt>
                <c:pt idx="2447">
                  <c:v>6.0</c:v>
                </c:pt>
                <c:pt idx="2448">
                  <c:v>6.0</c:v>
                </c:pt>
                <c:pt idx="2449">
                  <c:v>6.0</c:v>
                </c:pt>
                <c:pt idx="2450">
                  <c:v>6.0</c:v>
                </c:pt>
                <c:pt idx="2451">
                  <c:v>6.0</c:v>
                </c:pt>
                <c:pt idx="2452">
                  <c:v>6.0</c:v>
                </c:pt>
                <c:pt idx="2453">
                  <c:v>6.0</c:v>
                </c:pt>
                <c:pt idx="2454">
                  <c:v>6.0</c:v>
                </c:pt>
                <c:pt idx="2455">
                  <c:v>6.0</c:v>
                </c:pt>
                <c:pt idx="2456">
                  <c:v>6.0</c:v>
                </c:pt>
                <c:pt idx="2457">
                  <c:v>6.0</c:v>
                </c:pt>
                <c:pt idx="2458">
                  <c:v>6.0</c:v>
                </c:pt>
                <c:pt idx="2459">
                  <c:v>6.0</c:v>
                </c:pt>
                <c:pt idx="2460">
                  <c:v>6.0</c:v>
                </c:pt>
                <c:pt idx="2461">
                  <c:v>6.0</c:v>
                </c:pt>
                <c:pt idx="2462">
                  <c:v>6.0</c:v>
                </c:pt>
                <c:pt idx="2463">
                  <c:v>6.0</c:v>
                </c:pt>
                <c:pt idx="2464">
                  <c:v>6.0</c:v>
                </c:pt>
                <c:pt idx="2465">
                  <c:v>6.0</c:v>
                </c:pt>
                <c:pt idx="2466">
                  <c:v>6.0</c:v>
                </c:pt>
                <c:pt idx="2467">
                  <c:v>6.0</c:v>
                </c:pt>
                <c:pt idx="2468">
                  <c:v>6.0</c:v>
                </c:pt>
                <c:pt idx="2469">
                  <c:v>6.0</c:v>
                </c:pt>
                <c:pt idx="2470">
                  <c:v>6.0</c:v>
                </c:pt>
                <c:pt idx="2471">
                  <c:v>6.0</c:v>
                </c:pt>
                <c:pt idx="2472">
                  <c:v>6.0</c:v>
                </c:pt>
                <c:pt idx="2473">
                  <c:v>6.0</c:v>
                </c:pt>
                <c:pt idx="2474">
                  <c:v>6.0</c:v>
                </c:pt>
                <c:pt idx="2475">
                  <c:v>6.0</c:v>
                </c:pt>
                <c:pt idx="2476">
                  <c:v>6.0</c:v>
                </c:pt>
                <c:pt idx="2477">
                  <c:v>6.0</c:v>
                </c:pt>
                <c:pt idx="2478">
                  <c:v>6.0</c:v>
                </c:pt>
                <c:pt idx="2479">
                  <c:v>6.0</c:v>
                </c:pt>
                <c:pt idx="2480">
                  <c:v>6.0</c:v>
                </c:pt>
                <c:pt idx="2481">
                  <c:v>6.0</c:v>
                </c:pt>
                <c:pt idx="2482">
                  <c:v>6.0</c:v>
                </c:pt>
                <c:pt idx="2483">
                  <c:v>6.0</c:v>
                </c:pt>
                <c:pt idx="2484">
                  <c:v>6.0</c:v>
                </c:pt>
                <c:pt idx="2485">
                  <c:v>6.0</c:v>
                </c:pt>
                <c:pt idx="2486">
                  <c:v>6.0</c:v>
                </c:pt>
                <c:pt idx="2487">
                  <c:v>6.0</c:v>
                </c:pt>
                <c:pt idx="2488">
                  <c:v>6.0</c:v>
                </c:pt>
                <c:pt idx="2489">
                  <c:v>6.0</c:v>
                </c:pt>
                <c:pt idx="2490">
                  <c:v>6.0</c:v>
                </c:pt>
                <c:pt idx="2491">
                  <c:v>6.0</c:v>
                </c:pt>
                <c:pt idx="2492">
                  <c:v>6.0</c:v>
                </c:pt>
                <c:pt idx="2493">
                  <c:v>6.0</c:v>
                </c:pt>
                <c:pt idx="2494">
                  <c:v>6.0</c:v>
                </c:pt>
                <c:pt idx="2495">
                  <c:v>6.0</c:v>
                </c:pt>
                <c:pt idx="2496">
                  <c:v>6.0</c:v>
                </c:pt>
                <c:pt idx="2497">
                  <c:v>6.0</c:v>
                </c:pt>
                <c:pt idx="2498">
                  <c:v>6.0</c:v>
                </c:pt>
                <c:pt idx="2499">
                  <c:v>6.0</c:v>
                </c:pt>
                <c:pt idx="2500">
                  <c:v>6.0</c:v>
                </c:pt>
                <c:pt idx="2501">
                  <c:v>6.0</c:v>
                </c:pt>
                <c:pt idx="2502">
                  <c:v>6.0</c:v>
                </c:pt>
                <c:pt idx="2503">
                  <c:v>6.0</c:v>
                </c:pt>
                <c:pt idx="2504">
                  <c:v>6.0</c:v>
                </c:pt>
                <c:pt idx="2505">
                  <c:v>6.0</c:v>
                </c:pt>
                <c:pt idx="2506">
                  <c:v>6.0</c:v>
                </c:pt>
                <c:pt idx="2507">
                  <c:v>6.0</c:v>
                </c:pt>
                <c:pt idx="2508">
                  <c:v>6.0</c:v>
                </c:pt>
                <c:pt idx="2509">
                  <c:v>6.0</c:v>
                </c:pt>
                <c:pt idx="2510">
                  <c:v>6.0</c:v>
                </c:pt>
                <c:pt idx="2511">
                  <c:v>6.0</c:v>
                </c:pt>
                <c:pt idx="2512">
                  <c:v>6.0</c:v>
                </c:pt>
                <c:pt idx="2513">
                  <c:v>6.0</c:v>
                </c:pt>
                <c:pt idx="2514">
                  <c:v>6.0</c:v>
                </c:pt>
                <c:pt idx="2515">
                  <c:v>6.0</c:v>
                </c:pt>
                <c:pt idx="2516">
                  <c:v>6.0</c:v>
                </c:pt>
                <c:pt idx="2517">
                  <c:v>6.0</c:v>
                </c:pt>
                <c:pt idx="2518">
                  <c:v>6.0</c:v>
                </c:pt>
                <c:pt idx="2519">
                  <c:v>6.0</c:v>
                </c:pt>
                <c:pt idx="2520">
                  <c:v>6.0</c:v>
                </c:pt>
                <c:pt idx="2521">
                  <c:v>6.0</c:v>
                </c:pt>
                <c:pt idx="2522">
                  <c:v>6.0</c:v>
                </c:pt>
                <c:pt idx="2523">
                  <c:v>6.0</c:v>
                </c:pt>
                <c:pt idx="2524">
                  <c:v>6.0</c:v>
                </c:pt>
                <c:pt idx="2525">
                  <c:v>6.0</c:v>
                </c:pt>
                <c:pt idx="2526">
                  <c:v>6.0</c:v>
                </c:pt>
                <c:pt idx="2527">
                  <c:v>6.0</c:v>
                </c:pt>
                <c:pt idx="2528">
                  <c:v>6.0</c:v>
                </c:pt>
                <c:pt idx="2529">
                  <c:v>6.0</c:v>
                </c:pt>
                <c:pt idx="2530">
                  <c:v>6.0</c:v>
                </c:pt>
                <c:pt idx="2531">
                  <c:v>6.0</c:v>
                </c:pt>
                <c:pt idx="2532">
                  <c:v>6.0</c:v>
                </c:pt>
                <c:pt idx="2533">
                  <c:v>6.0</c:v>
                </c:pt>
                <c:pt idx="2534">
                  <c:v>6.0</c:v>
                </c:pt>
                <c:pt idx="2535">
                  <c:v>6.0</c:v>
                </c:pt>
                <c:pt idx="2536">
                  <c:v>6.0</c:v>
                </c:pt>
                <c:pt idx="2537">
                  <c:v>6.0</c:v>
                </c:pt>
                <c:pt idx="2538">
                  <c:v>6.0</c:v>
                </c:pt>
                <c:pt idx="2539">
                  <c:v>6.0</c:v>
                </c:pt>
                <c:pt idx="2540">
                  <c:v>6.0</c:v>
                </c:pt>
                <c:pt idx="2541">
                  <c:v>6.0</c:v>
                </c:pt>
                <c:pt idx="2542">
                  <c:v>6.0</c:v>
                </c:pt>
                <c:pt idx="2543">
                  <c:v>6.0</c:v>
                </c:pt>
                <c:pt idx="2544">
                  <c:v>6.0</c:v>
                </c:pt>
                <c:pt idx="2545">
                  <c:v>6.0</c:v>
                </c:pt>
                <c:pt idx="2546">
                  <c:v>6.0</c:v>
                </c:pt>
                <c:pt idx="2547">
                  <c:v>6.0</c:v>
                </c:pt>
                <c:pt idx="2548">
                  <c:v>6.0</c:v>
                </c:pt>
                <c:pt idx="2549">
                  <c:v>6.0</c:v>
                </c:pt>
                <c:pt idx="2550">
                  <c:v>6.0</c:v>
                </c:pt>
                <c:pt idx="2551">
                  <c:v>6.0</c:v>
                </c:pt>
                <c:pt idx="2552">
                  <c:v>6.0</c:v>
                </c:pt>
                <c:pt idx="2553">
                  <c:v>6.0</c:v>
                </c:pt>
                <c:pt idx="2554">
                  <c:v>6.0</c:v>
                </c:pt>
                <c:pt idx="2555">
                  <c:v>6.0</c:v>
                </c:pt>
                <c:pt idx="2556">
                  <c:v>6.0</c:v>
                </c:pt>
                <c:pt idx="2557">
                  <c:v>6.0</c:v>
                </c:pt>
                <c:pt idx="2558">
                  <c:v>6.0</c:v>
                </c:pt>
                <c:pt idx="2559">
                  <c:v>6.0</c:v>
                </c:pt>
                <c:pt idx="2560">
                  <c:v>6.0</c:v>
                </c:pt>
                <c:pt idx="2561">
                  <c:v>6.0</c:v>
                </c:pt>
                <c:pt idx="2562">
                  <c:v>6.0</c:v>
                </c:pt>
                <c:pt idx="2563">
                  <c:v>6.0</c:v>
                </c:pt>
                <c:pt idx="2564">
                  <c:v>6.0</c:v>
                </c:pt>
                <c:pt idx="2565">
                  <c:v>6.0</c:v>
                </c:pt>
                <c:pt idx="2566">
                  <c:v>6.0</c:v>
                </c:pt>
                <c:pt idx="2567">
                  <c:v>6.0</c:v>
                </c:pt>
                <c:pt idx="2568">
                  <c:v>6.0</c:v>
                </c:pt>
                <c:pt idx="2569">
                  <c:v>6.0</c:v>
                </c:pt>
                <c:pt idx="2570">
                  <c:v>6.0</c:v>
                </c:pt>
                <c:pt idx="2571">
                  <c:v>6.0</c:v>
                </c:pt>
                <c:pt idx="2572">
                  <c:v>6.0</c:v>
                </c:pt>
                <c:pt idx="2573">
                  <c:v>6.0</c:v>
                </c:pt>
                <c:pt idx="2574">
                  <c:v>6.0</c:v>
                </c:pt>
                <c:pt idx="2575">
                  <c:v>6.0</c:v>
                </c:pt>
                <c:pt idx="2576">
                  <c:v>6.0</c:v>
                </c:pt>
                <c:pt idx="2577">
                  <c:v>6.0</c:v>
                </c:pt>
                <c:pt idx="2578">
                  <c:v>6.0</c:v>
                </c:pt>
                <c:pt idx="2579">
                  <c:v>6.0</c:v>
                </c:pt>
                <c:pt idx="2580">
                  <c:v>6.0</c:v>
                </c:pt>
                <c:pt idx="2581">
                  <c:v>6.0</c:v>
                </c:pt>
                <c:pt idx="2582">
                  <c:v>6.0</c:v>
                </c:pt>
                <c:pt idx="2583">
                  <c:v>6.0</c:v>
                </c:pt>
                <c:pt idx="2584">
                  <c:v>6.0</c:v>
                </c:pt>
                <c:pt idx="2585">
                  <c:v>6.0</c:v>
                </c:pt>
                <c:pt idx="2586">
                  <c:v>6.0</c:v>
                </c:pt>
                <c:pt idx="2587">
                  <c:v>6.0</c:v>
                </c:pt>
                <c:pt idx="2588">
                  <c:v>6.0</c:v>
                </c:pt>
                <c:pt idx="2589">
                  <c:v>6.0</c:v>
                </c:pt>
                <c:pt idx="2590">
                  <c:v>6.0</c:v>
                </c:pt>
                <c:pt idx="2591">
                  <c:v>6.0</c:v>
                </c:pt>
                <c:pt idx="2592">
                  <c:v>6.0</c:v>
                </c:pt>
                <c:pt idx="2593">
                  <c:v>6.0</c:v>
                </c:pt>
                <c:pt idx="2594">
                  <c:v>6.0</c:v>
                </c:pt>
                <c:pt idx="2595">
                  <c:v>6.0</c:v>
                </c:pt>
                <c:pt idx="2596">
                  <c:v>6.0</c:v>
                </c:pt>
                <c:pt idx="2597">
                  <c:v>6.0</c:v>
                </c:pt>
                <c:pt idx="2598">
                  <c:v>6.0</c:v>
                </c:pt>
                <c:pt idx="2599">
                  <c:v>6.0</c:v>
                </c:pt>
                <c:pt idx="2600">
                  <c:v>6.0</c:v>
                </c:pt>
                <c:pt idx="2601">
                  <c:v>6.0</c:v>
                </c:pt>
                <c:pt idx="2602">
                  <c:v>6.0</c:v>
                </c:pt>
                <c:pt idx="2603">
                  <c:v>6.0</c:v>
                </c:pt>
                <c:pt idx="2604">
                  <c:v>6.0</c:v>
                </c:pt>
                <c:pt idx="2605">
                  <c:v>6.0</c:v>
                </c:pt>
                <c:pt idx="2606">
                  <c:v>6.0</c:v>
                </c:pt>
                <c:pt idx="2607">
                  <c:v>6.0</c:v>
                </c:pt>
                <c:pt idx="2608">
                  <c:v>6.0</c:v>
                </c:pt>
                <c:pt idx="2609">
                  <c:v>6.0</c:v>
                </c:pt>
                <c:pt idx="2610">
                  <c:v>6.0</c:v>
                </c:pt>
                <c:pt idx="2611">
                  <c:v>6.0</c:v>
                </c:pt>
                <c:pt idx="2612">
                  <c:v>6.0</c:v>
                </c:pt>
                <c:pt idx="2613">
                  <c:v>6.0</c:v>
                </c:pt>
                <c:pt idx="2614">
                  <c:v>6.0</c:v>
                </c:pt>
                <c:pt idx="2615">
                  <c:v>6.0</c:v>
                </c:pt>
                <c:pt idx="2616">
                  <c:v>6.0</c:v>
                </c:pt>
                <c:pt idx="2617">
                  <c:v>6.0</c:v>
                </c:pt>
                <c:pt idx="2618">
                  <c:v>6.0</c:v>
                </c:pt>
                <c:pt idx="2619">
                  <c:v>6.0</c:v>
                </c:pt>
                <c:pt idx="2620">
                  <c:v>6.0</c:v>
                </c:pt>
                <c:pt idx="2621">
                  <c:v>6.0</c:v>
                </c:pt>
                <c:pt idx="2622">
                  <c:v>6.0</c:v>
                </c:pt>
                <c:pt idx="2623">
                  <c:v>6.0</c:v>
                </c:pt>
                <c:pt idx="2624">
                  <c:v>6.0</c:v>
                </c:pt>
                <c:pt idx="2625">
                  <c:v>6.0</c:v>
                </c:pt>
                <c:pt idx="2626">
                  <c:v>6.0</c:v>
                </c:pt>
                <c:pt idx="2627">
                  <c:v>6.0</c:v>
                </c:pt>
                <c:pt idx="2628">
                  <c:v>6.0</c:v>
                </c:pt>
                <c:pt idx="2629">
                  <c:v>6.0</c:v>
                </c:pt>
                <c:pt idx="2630">
                  <c:v>6.0</c:v>
                </c:pt>
                <c:pt idx="2631">
                  <c:v>6.0</c:v>
                </c:pt>
                <c:pt idx="2632">
                  <c:v>6.0</c:v>
                </c:pt>
                <c:pt idx="2633">
                  <c:v>6.0</c:v>
                </c:pt>
                <c:pt idx="2634">
                  <c:v>6.0</c:v>
                </c:pt>
                <c:pt idx="2635">
                  <c:v>6.0</c:v>
                </c:pt>
                <c:pt idx="2636">
                  <c:v>6.0</c:v>
                </c:pt>
                <c:pt idx="2637">
                  <c:v>6.0</c:v>
                </c:pt>
                <c:pt idx="2638">
                  <c:v>6.0</c:v>
                </c:pt>
                <c:pt idx="2639">
                  <c:v>6.0</c:v>
                </c:pt>
                <c:pt idx="2640">
                  <c:v>6.0</c:v>
                </c:pt>
                <c:pt idx="2641">
                  <c:v>6.0</c:v>
                </c:pt>
                <c:pt idx="2642">
                  <c:v>6.0</c:v>
                </c:pt>
                <c:pt idx="2643">
                  <c:v>6.0</c:v>
                </c:pt>
                <c:pt idx="2644">
                  <c:v>6.0</c:v>
                </c:pt>
                <c:pt idx="2645">
                  <c:v>6.0</c:v>
                </c:pt>
                <c:pt idx="2646">
                  <c:v>6.0</c:v>
                </c:pt>
                <c:pt idx="2647">
                  <c:v>6.0</c:v>
                </c:pt>
                <c:pt idx="2648">
                  <c:v>6.0</c:v>
                </c:pt>
                <c:pt idx="2649">
                  <c:v>6.0</c:v>
                </c:pt>
                <c:pt idx="2650">
                  <c:v>6.0</c:v>
                </c:pt>
                <c:pt idx="2651">
                  <c:v>6.0</c:v>
                </c:pt>
                <c:pt idx="2652">
                  <c:v>6.0</c:v>
                </c:pt>
                <c:pt idx="2653">
                  <c:v>6.0</c:v>
                </c:pt>
                <c:pt idx="2654">
                  <c:v>6.0</c:v>
                </c:pt>
                <c:pt idx="2655">
                  <c:v>6.0</c:v>
                </c:pt>
                <c:pt idx="2656">
                  <c:v>6.0</c:v>
                </c:pt>
                <c:pt idx="2657">
                  <c:v>6.0</c:v>
                </c:pt>
                <c:pt idx="2658">
                  <c:v>6.0</c:v>
                </c:pt>
                <c:pt idx="2659">
                  <c:v>6.0</c:v>
                </c:pt>
                <c:pt idx="2660">
                  <c:v>6.0</c:v>
                </c:pt>
                <c:pt idx="2661">
                  <c:v>6.0</c:v>
                </c:pt>
                <c:pt idx="2662">
                  <c:v>6.0</c:v>
                </c:pt>
                <c:pt idx="2663">
                  <c:v>6.0</c:v>
                </c:pt>
                <c:pt idx="2664">
                  <c:v>6.0</c:v>
                </c:pt>
                <c:pt idx="2665">
                  <c:v>6.0</c:v>
                </c:pt>
                <c:pt idx="2666">
                  <c:v>6.0</c:v>
                </c:pt>
                <c:pt idx="2667">
                  <c:v>6.0</c:v>
                </c:pt>
                <c:pt idx="2668">
                  <c:v>6.0</c:v>
                </c:pt>
                <c:pt idx="2669">
                  <c:v>6.0</c:v>
                </c:pt>
                <c:pt idx="2670">
                  <c:v>6.0</c:v>
                </c:pt>
                <c:pt idx="2671">
                  <c:v>6.0</c:v>
                </c:pt>
                <c:pt idx="2672">
                  <c:v>6.0</c:v>
                </c:pt>
                <c:pt idx="2673">
                  <c:v>6.0</c:v>
                </c:pt>
                <c:pt idx="2674">
                  <c:v>6.0</c:v>
                </c:pt>
                <c:pt idx="2675">
                  <c:v>6.0</c:v>
                </c:pt>
                <c:pt idx="2676">
                  <c:v>6.0</c:v>
                </c:pt>
                <c:pt idx="2677">
                  <c:v>6.0</c:v>
                </c:pt>
                <c:pt idx="2678">
                  <c:v>6.0</c:v>
                </c:pt>
                <c:pt idx="2679">
                  <c:v>6.0</c:v>
                </c:pt>
                <c:pt idx="2680">
                  <c:v>6.0</c:v>
                </c:pt>
                <c:pt idx="2681">
                  <c:v>6.0</c:v>
                </c:pt>
                <c:pt idx="2682">
                  <c:v>6.0</c:v>
                </c:pt>
                <c:pt idx="2683">
                  <c:v>6.0</c:v>
                </c:pt>
                <c:pt idx="2684">
                  <c:v>6.0</c:v>
                </c:pt>
                <c:pt idx="2685">
                  <c:v>6.0</c:v>
                </c:pt>
                <c:pt idx="2686">
                  <c:v>6.0</c:v>
                </c:pt>
                <c:pt idx="2687">
                  <c:v>6.0</c:v>
                </c:pt>
                <c:pt idx="2688">
                  <c:v>6.0</c:v>
                </c:pt>
                <c:pt idx="2689">
                  <c:v>6.0</c:v>
                </c:pt>
                <c:pt idx="2690">
                  <c:v>6.0</c:v>
                </c:pt>
                <c:pt idx="2691">
                  <c:v>6.0</c:v>
                </c:pt>
                <c:pt idx="2692">
                  <c:v>6.0</c:v>
                </c:pt>
                <c:pt idx="2693">
                  <c:v>6.0</c:v>
                </c:pt>
                <c:pt idx="2694">
                  <c:v>6.0</c:v>
                </c:pt>
                <c:pt idx="2695">
                  <c:v>6.0</c:v>
                </c:pt>
                <c:pt idx="2696">
                  <c:v>6.0</c:v>
                </c:pt>
                <c:pt idx="2697">
                  <c:v>6.0</c:v>
                </c:pt>
                <c:pt idx="2698">
                  <c:v>6.0</c:v>
                </c:pt>
                <c:pt idx="2699">
                  <c:v>6.0</c:v>
                </c:pt>
                <c:pt idx="2700">
                  <c:v>6.0</c:v>
                </c:pt>
                <c:pt idx="2701">
                  <c:v>6.0</c:v>
                </c:pt>
                <c:pt idx="2702">
                  <c:v>6.0</c:v>
                </c:pt>
                <c:pt idx="2703">
                  <c:v>6.0</c:v>
                </c:pt>
                <c:pt idx="2704">
                  <c:v>6.0</c:v>
                </c:pt>
                <c:pt idx="2705">
                  <c:v>6.0</c:v>
                </c:pt>
                <c:pt idx="2706">
                  <c:v>6.0</c:v>
                </c:pt>
                <c:pt idx="2707">
                  <c:v>6.0</c:v>
                </c:pt>
                <c:pt idx="2708">
                  <c:v>6.0</c:v>
                </c:pt>
                <c:pt idx="2709">
                  <c:v>6.0</c:v>
                </c:pt>
                <c:pt idx="2710">
                  <c:v>6.0</c:v>
                </c:pt>
                <c:pt idx="2711">
                  <c:v>6.0</c:v>
                </c:pt>
                <c:pt idx="2712">
                  <c:v>6.0</c:v>
                </c:pt>
                <c:pt idx="2713">
                  <c:v>6.0</c:v>
                </c:pt>
                <c:pt idx="2714">
                  <c:v>6.0</c:v>
                </c:pt>
                <c:pt idx="2715">
                  <c:v>6.0</c:v>
                </c:pt>
                <c:pt idx="2716">
                  <c:v>6.0</c:v>
                </c:pt>
                <c:pt idx="2717">
                  <c:v>6.0</c:v>
                </c:pt>
                <c:pt idx="2718">
                  <c:v>6.0</c:v>
                </c:pt>
                <c:pt idx="2719">
                  <c:v>6.0</c:v>
                </c:pt>
                <c:pt idx="2720">
                  <c:v>6.0</c:v>
                </c:pt>
                <c:pt idx="2721">
                  <c:v>6.0</c:v>
                </c:pt>
                <c:pt idx="2722">
                  <c:v>6.0</c:v>
                </c:pt>
                <c:pt idx="2723">
                  <c:v>6.0</c:v>
                </c:pt>
                <c:pt idx="2724">
                  <c:v>6.0</c:v>
                </c:pt>
                <c:pt idx="2725">
                  <c:v>6.0</c:v>
                </c:pt>
                <c:pt idx="2726">
                  <c:v>6.0</c:v>
                </c:pt>
                <c:pt idx="2727">
                  <c:v>6.0</c:v>
                </c:pt>
                <c:pt idx="2728">
                  <c:v>6.0</c:v>
                </c:pt>
                <c:pt idx="2729">
                  <c:v>6.0</c:v>
                </c:pt>
                <c:pt idx="2730">
                  <c:v>6.0</c:v>
                </c:pt>
                <c:pt idx="2731">
                  <c:v>6.0</c:v>
                </c:pt>
                <c:pt idx="2732">
                  <c:v>6.0</c:v>
                </c:pt>
                <c:pt idx="2733">
                  <c:v>6.0</c:v>
                </c:pt>
                <c:pt idx="2734">
                  <c:v>6.0</c:v>
                </c:pt>
                <c:pt idx="2735">
                  <c:v>6.0</c:v>
                </c:pt>
                <c:pt idx="2736">
                  <c:v>6.0</c:v>
                </c:pt>
                <c:pt idx="2737">
                  <c:v>6.0</c:v>
                </c:pt>
                <c:pt idx="2738">
                  <c:v>6.0</c:v>
                </c:pt>
                <c:pt idx="2739">
                  <c:v>6.0</c:v>
                </c:pt>
                <c:pt idx="2740">
                  <c:v>6.0</c:v>
                </c:pt>
                <c:pt idx="2741">
                  <c:v>6.0</c:v>
                </c:pt>
                <c:pt idx="2742">
                  <c:v>6.0</c:v>
                </c:pt>
                <c:pt idx="2743">
                  <c:v>6.0</c:v>
                </c:pt>
                <c:pt idx="2744">
                  <c:v>6.0</c:v>
                </c:pt>
                <c:pt idx="2745">
                  <c:v>6.0</c:v>
                </c:pt>
                <c:pt idx="2746">
                  <c:v>6.0</c:v>
                </c:pt>
                <c:pt idx="2747">
                  <c:v>6.0</c:v>
                </c:pt>
                <c:pt idx="2748">
                  <c:v>6.0</c:v>
                </c:pt>
                <c:pt idx="2749">
                  <c:v>6.0</c:v>
                </c:pt>
                <c:pt idx="2750">
                  <c:v>6.0</c:v>
                </c:pt>
                <c:pt idx="2751">
                  <c:v>6.0</c:v>
                </c:pt>
                <c:pt idx="2752">
                  <c:v>6.0</c:v>
                </c:pt>
                <c:pt idx="2753">
                  <c:v>6.0</c:v>
                </c:pt>
                <c:pt idx="2754">
                  <c:v>6.0</c:v>
                </c:pt>
                <c:pt idx="2755">
                  <c:v>6.0</c:v>
                </c:pt>
                <c:pt idx="2756">
                  <c:v>6.0</c:v>
                </c:pt>
                <c:pt idx="2757">
                  <c:v>6.0</c:v>
                </c:pt>
                <c:pt idx="2758">
                  <c:v>6.0</c:v>
                </c:pt>
                <c:pt idx="2759">
                  <c:v>6.0</c:v>
                </c:pt>
                <c:pt idx="2760">
                  <c:v>6.0</c:v>
                </c:pt>
                <c:pt idx="2761">
                  <c:v>6.0</c:v>
                </c:pt>
                <c:pt idx="2762">
                  <c:v>6.0</c:v>
                </c:pt>
                <c:pt idx="2763">
                  <c:v>6.0</c:v>
                </c:pt>
                <c:pt idx="2764">
                  <c:v>6.0</c:v>
                </c:pt>
                <c:pt idx="2765">
                  <c:v>6.0</c:v>
                </c:pt>
                <c:pt idx="2766">
                  <c:v>6.0</c:v>
                </c:pt>
                <c:pt idx="2767">
                  <c:v>6.0</c:v>
                </c:pt>
                <c:pt idx="2768">
                  <c:v>6.0</c:v>
                </c:pt>
                <c:pt idx="2769">
                  <c:v>6.0</c:v>
                </c:pt>
                <c:pt idx="2770">
                  <c:v>6.0</c:v>
                </c:pt>
                <c:pt idx="2771">
                  <c:v>6.0</c:v>
                </c:pt>
                <c:pt idx="2772">
                  <c:v>6.0</c:v>
                </c:pt>
                <c:pt idx="2773">
                  <c:v>6.0</c:v>
                </c:pt>
                <c:pt idx="2774">
                  <c:v>6.0</c:v>
                </c:pt>
                <c:pt idx="2775">
                  <c:v>6.0</c:v>
                </c:pt>
                <c:pt idx="2776">
                  <c:v>6.0</c:v>
                </c:pt>
                <c:pt idx="2777">
                  <c:v>6.0</c:v>
                </c:pt>
                <c:pt idx="2778">
                  <c:v>6.0</c:v>
                </c:pt>
                <c:pt idx="2779">
                  <c:v>6.0</c:v>
                </c:pt>
                <c:pt idx="2780">
                  <c:v>6.0</c:v>
                </c:pt>
                <c:pt idx="2781">
                  <c:v>6.0</c:v>
                </c:pt>
                <c:pt idx="2782">
                  <c:v>6.0</c:v>
                </c:pt>
                <c:pt idx="2783">
                  <c:v>6.0</c:v>
                </c:pt>
                <c:pt idx="2784">
                  <c:v>6.0</c:v>
                </c:pt>
                <c:pt idx="2785">
                  <c:v>6.0</c:v>
                </c:pt>
                <c:pt idx="2786">
                  <c:v>6.0</c:v>
                </c:pt>
                <c:pt idx="2787">
                  <c:v>6.0</c:v>
                </c:pt>
                <c:pt idx="2788">
                  <c:v>6.0</c:v>
                </c:pt>
                <c:pt idx="2789">
                  <c:v>6.0</c:v>
                </c:pt>
                <c:pt idx="2790">
                  <c:v>6.0</c:v>
                </c:pt>
                <c:pt idx="2791">
                  <c:v>6.0</c:v>
                </c:pt>
                <c:pt idx="2792">
                  <c:v>6.0</c:v>
                </c:pt>
                <c:pt idx="2793">
                  <c:v>6.0</c:v>
                </c:pt>
                <c:pt idx="2794">
                  <c:v>6.0</c:v>
                </c:pt>
                <c:pt idx="2795">
                  <c:v>6.0</c:v>
                </c:pt>
                <c:pt idx="2796">
                  <c:v>6.0</c:v>
                </c:pt>
                <c:pt idx="2797">
                  <c:v>6.0</c:v>
                </c:pt>
                <c:pt idx="2798">
                  <c:v>6.0</c:v>
                </c:pt>
                <c:pt idx="2799">
                  <c:v>6.0</c:v>
                </c:pt>
                <c:pt idx="2800">
                  <c:v>6.0</c:v>
                </c:pt>
                <c:pt idx="2801">
                  <c:v>6.0</c:v>
                </c:pt>
                <c:pt idx="2802">
                  <c:v>6.0</c:v>
                </c:pt>
                <c:pt idx="2803">
                  <c:v>6.0</c:v>
                </c:pt>
                <c:pt idx="2804">
                  <c:v>6.0</c:v>
                </c:pt>
                <c:pt idx="2805">
                  <c:v>6.0</c:v>
                </c:pt>
                <c:pt idx="2806">
                  <c:v>6.0</c:v>
                </c:pt>
                <c:pt idx="2807">
                  <c:v>6.0</c:v>
                </c:pt>
                <c:pt idx="2808">
                  <c:v>6.0</c:v>
                </c:pt>
                <c:pt idx="2809">
                  <c:v>6.0</c:v>
                </c:pt>
                <c:pt idx="2810">
                  <c:v>6.0</c:v>
                </c:pt>
                <c:pt idx="2811">
                  <c:v>6.0</c:v>
                </c:pt>
                <c:pt idx="2812">
                  <c:v>6.0</c:v>
                </c:pt>
                <c:pt idx="2813">
                  <c:v>6.0</c:v>
                </c:pt>
                <c:pt idx="2814">
                  <c:v>6.0</c:v>
                </c:pt>
                <c:pt idx="2815">
                  <c:v>6.0</c:v>
                </c:pt>
                <c:pt idx="2816">
                  <c:v>6.0</c:v>
                </c:pt>
                <c:pt idx="2817">
                  <c:v>6.0</c:v>
                </c:pt>
                <c:pt idx="2818">
                  <c:v>6.0</c:v>
                </c:pt>
                <c:pt idx="2819">
                  <c:v>6.0</c:v>
                </c:pt>
                <c:pt idx="2820">
                  <c:v>6.0</c:v>
                </c:pt>
                <c:pt idx="2821">
                  <c:v>6.0</c:v>
                </c:pt>
                <c:pt idx="2822">
                  <c:v>6.0</c:v>
                </c:pt>
                <c:pt idx="2823">
                  <c:v>6.0</c:v>
                </c:pt>
                <c:pt idx="2824">
                  <c:v>6.0</c:v>
                </c:pt>
                <c:pt idx="2825">
                  <c:v>6.0</c:v>
                </c:pt>
                <c:pt idx="2826">
                  <c:v>6.0</c:v>
                </c:pt>
                <c:pt idx="2827">
                  <c:v>6.0</c:v>
                </c:pt>
                <c:pt idx="2828">
                  <c:v>6.0</c:v>
                </c:pt>
                <c:pt idx="2829">
                  <c:v>6.0</c:v>
                </c:pt>
                <c:pt idx="2830">
                  <c:v>6.0</c:v>
                </c:pt>
                <c:pt idx="2831">
                  <c:v>6.0</c:v>
                </c:pt>
                <c:pt idx="2832">
                  <c:v>6.0</c:v>
                </c:pt>
                <c:pt idx="2833">
                  <c:v>6.0</c:v>
                </c:pt>
                <c:pt idx="2834">
                  <c:v>6.0</c:v>
                </c:pt>
                <c:pt idx="2835">
                  <c:v>6.0</c:v>
                </c:pt>
                <c:pt idx="2836">
                  <c:v>6.0</c:v>
                </c:pt>
                <c:pt idx="2837">
                  <c:v>6.0</c:v>
                </c:pt>
                <c:pt idx="2838">
                  <c:v>6.0</c:v>
                </c:pt>
                <c:pt idx="2839">
                  <c:v>6.0</c:v>
                </c:pt>
                <c:pt idx="2840">
                  <c:v>6.0</c:v>
                </c:pt>
                <c:pt idx="2841">
                  <c:v>6.0</c:v>
                </c:pt>
                <c:pt idx="2842">
                  <c:v>6.0</c:v>
                </c:pt>
                <c:pt idx="2843">
                  <c:v>6.0</c:v>
                </c:pt>
                <c:pt idx="2844">
                  <c:v>6.0</c:v>
                </c:pt>
                <c:pt idx="2845">
                  <c:v>6.0</c:v>
                </c:pt>
                <c:pt idx="2846">
                  <c:v>6.0</c:v>
                </c:pt>
                <c:pt idx="2847">
                  <c:v>6.0</c:v>
                </c:pt>
                <c:pt idx="2848">
                  <c:v>6.0</c:v>
                </c:pt>
                <c:pt idx="2849">
                  <c:v>6.0</c:v>
                </c:pt>
                <c:pt idx="2850">
                  <c:v>6.0</c:v>
                </c:pt>
                <c:pt idx="2851">
                  <c:v>6.0</c:v>
                </c:pt>
                <c:pt idx="2852">
                  <c:v>6.0</c:v>
                </c:pt>
                <c:pt idx="2853">
                  <c:v>6.0</c:v>
                </c:pt>
                <c:pt idx="2854">
                  <c:v>6.0</c:v>
                </c:pt>
                <c:pt idx="2855">
                  <c:v>6.0</c:v>
                </c:pt>
                <c:pt idx="2856">
                  <c:v>6.0</c:v>
                </c:pt>
                <c:pt idx="2857">
                  <c:v>6.0</c:v>
                </c:pt>
                <c:pt idx="2858">
                  <c:v>6.0</c:v>
                </c:pt>
                <c:pt idx="2859">
                  <c:v>6.0</c:v>
                </c:pt>
                <c:pt idx="2860">
                  <c:v>6.0</c:v>
                </c:pt>
                <c:pt idx="2861">
                  <c:v>6.0</c:v>
                </c:pt>
                <c:pt idx="2862">
                  <c:v>6.0</c:v>
                </c:pt>
                <c:pt idx="2863">
                  <c:v>6.0</c:v>
                </c:pt>
                <c:pt idx="2864">
                  <c:v>6.0</c:v>
                </c:pt>
                <c:pt idx="2865">
                  <c:v>6.0</c:v>
                </c:pt>
                <c:pt idx="2866">
                  <c:v>6.0</c:v>
                </c:pt>
                <c:pt idx="2867">
                  <c:v>6.0</c:v>
                </c:pt>
                <c:pt idx="2868">
                  <c:v>6.0</c:v>
                </c:pt>
                <c:pt idx="2869">
                  <c:v>6.0</c:v>
                </c:pt>
                <c:pt idx="2870">
                  <c:v>6.0</c:v>
                </c:pt>
                <c:pt idx="2871">
                  <c:v>6.0</c:v>
                </c:pt>
                <c:pt idx="2872">
                  <c:v>6.0</c:v>
                </c:pt>
                <c:pt idx="2873">
                  <c:v>6.0</c:v>
                </c:pt>
                <c:pt idx="2874">
                  <c:v>6.0</c:v>
                </c:pt>
                <c:pt idx="2875">
                  <c:v>6.0</c:v>
                </c:pt>
                <c:pt idx="2876">
                  <c:v>6.0</c:v>
                </c:pt>
                <c:pt idx="2877">
                  <c:v>6.0</c:v>
                </c:pt>
                <c:pt idx="2878">
                  <c:v>6.0</c:v>
                </c:pt>
                <c:pt idx="2879">
                  <c:v>6.0</c:v>
                </c:pt>
                <c:pt idx="2880">
                  <c:v>6.0</c:v>
                </c:pt>
                <c:pt idx="2881">
                  <c:v>6.0</c:v>
                </c:pt>
                <c:pt idx="2882">
                  <c:v>6.0</c:v>
                </c:pt>
                <c:pt idx="2883">
                  <c:v>6.0</c:v>
                </c:pt>
                <c:pt idx="2884">
                  <c:v>6.0</c:v>
                </c:pt>
                <c:pt idx="2885">
                  <c:v>6.0</c:v>
                </c:pt>
                <c:pt idx="2886">
                  <c:v>6.0</c:v>
                </c:pt>
                <c:pt idx="2887">
                  <c:v>6.0</c:v>
                </c:pt>
                <c:pt idx="2888">
                  <c:v>6.0</c:v>
                </c:pt>
                <c:pt idx="2889">
                  <c:v>6.0</c:v>
                </c:pt>
                <c:pt idx="2890">
                  <c:v>6.0</c:v>
                </c:pt>
                <c:pt idx="2891">
                  <c:v>6.0</c:v>
                </c:pt>
                <c:pt idx="2892">
                  <c:v>6.0</c:v>
                </c:pt>
                <c:pt idx="2893">
                  <c:v>6.0</c:v>
                </c:pt>
                <c:pt idx="2894">
                  <c:v>6.0</c:v>
                </c:pt>
                <c:pt idx="2895">
                  <c:v>6.0</c:v>
                </c:pt>
                <c:pt idx="2896">
                  <c:v>6.0</c:v>
                </c:pt>
                <c:pt idx="2897">
                  <c:v>6.0</c:v>
                </c:pt>
                <c:pt idx="2898">
                  <c:v>6.0</c:v>
                </c:pt>
                <c:pt idx="2899">
                  <c:v>6.0</c:v>
                </c:pt>
                <c:pt idx="2900">
                  <c:v>6.0</c:v>
                </c:pt>
                <c:pt idx="2901">
                  <c:v>6.0</c:v>
                </c:pt>
                <c:pt idx="2902">
                  <c:v>6.0</c:v>
                </c:pt>
                <c:pt idx="2903">
                  <c:v>6.0</c:v>
                </c:pt>
                <c:pt idx="2904">
                  <c:v>6.0</c:v>
                </c:pt>
                <c:pt idx="2905">
                  <c:v>6.0</c:v>
                </c:pt>
                <c:pt idx="2906">
                  <c:v>6.0</c:v>
                </c:pt>
                <c:pt idx="2907">
                  <c:v>6.0</c:v>
                </c:pt>
                <c:pt idx="2908">
                  <c:v>6.0</c:v>
                </c:pt>
                <c:pt idx="2909">
                  <c:v>6.0</c:v>
                </c:pt>
                <c:pt idx="2910">
                  <c:v>6.0</c:v>
                </c:pt>
                <c:pt idx="2911">
                  <c:v>6.0</c:v>
                </c:pt>
                <c:pt idx="2912">
                  <c:v>6.0</c:v>
                </c:pt>
                <c:pt idx="2913">
                  <c:v>6.0</c:v>
                </c:pt>
                <c:pt idx="2914">
                  <c:v>6.0</c:v>
                </c:pt>
                <c:pt idx="2915">
                  <c:v>6.0</c:v>
                </c:pt>
                <c:pt idx="2916">
                  <c:v>6.0</c:v>
                </c:pt>
                <c:pt idx="2917">
                  <c:v>6.0</c:v>
                </c:pt>
                <c:pt idx="2918">
                  <c:v>6.0</c:v>
                </c:pt>
                <c:pt idx="2919">
                  <c:v>6.0</c:v>
                </c:pt>
                <c:pt idx="2920">
                  <c:v>6.0</c:v>
                </c:pt>
                <c:pt idx="2921">
                  <c:v>6.0</c:v>
                </c:pt>
                <c:pt idx="2922">
                  <c:v>6.0</c:v>
                </c:pt>
                <c:pt idx="2923">
                  <c:v>6.0</c:v>
                </c:pt>
                <c:pt idx="2924">
                  <c:v>6.0</c:v>
                </c:pt>
                <c:pt idx="2925">
                  <c:v>6.0</c:v>
                </c:pt>
                <c:pt idx="2926">
                  <c:v>6.0</c:v>
                </c:pt>
                <c:pt idx="2927">
                  <c:v>6.0</c:v>
                </c:pt>
                <c:pt idx="2928">
                  <c:v>6.0</c:v>
                </c:pt>
                <c:pt idx="2929">
                  <c:v>6.0</c:v>
                </c:pt>
                <c:pt idx="2930">
                  <c:v>6.0</c:v>
                </c:pt>
                <c:pt idx="2931">
                  <c:v>6.0</c:v>
                </c:pt>
                <c:pt idx="2932">
                  <c:v>6.0</c:v>
                </c:pt>
                <c:pt idx="2933">
                  <c:v>6.0</c:v>
                </c:pt>
                <c:pt idx="2934">
                  <c:v>6.0</c:v>
                </c:pt>
                <c:pt idx="2935">
                  <c:v>6.0</c:v>
                </c:pt>
                <c:pt idx="2936">
                  <c:v>6.0</c:v>
                </c:pt>
                <c:pt idx="2937">
                  <c:v>6.0</c:v>
                </c:pt>
                <c:pt idx="2938">
                  <c:v>6.0</c:v>
                </c:pt>
                <c:pt idx="2939">
                  <c:v>6.0</c:v>
                </c:pt>
                <c:pt idx="2940">
                  <c:v>6.0</c:v>
                </c:pt>
                <c:pt idx="2941">
                  <c:v>6.0</c:v>
                </c:pt>
                <c:pt idx="2942">
                  <c:v>6.0</c:v>
                </c:pt>
                <c:pt idx="2943">
                  <c:v>6.0</c:v>
                </c:pt>
                <c:pt idx="2944">
                  <c:v>6.0</c:v>
                </c:pt>
                <c:pt idx="2945">
                  <c:v>6.0</c:v>
                </c:pt>
                <c:pt idx="2946">
                  <c:v>6.0</c:v>
                </c:pt>
                <c:pt idx="2947">
                  <c:v>6.0</c:v>
                </c:pt>
                <c:pt idx="2948">
                  <c:v>6.0</c:v>
                </c:pt>
                <c:pt idx="2949">
                  <c:v>6.0</c:v>
                </c:pt>
                <c:pt idx="2950">
                  <c:v>6.0</c:v>
                </c:pt>
                <c:pt idx="2951">
                  <c:v>6.0</c:v>
                </c:pt>
                <c:pt idx="2952">
                  <c:v>6.0</c:v>
                </c:pt>
                <c:pt idx="2953">
                  <c:v>6.0</c:v>
                </c:pt>
                <c:pt idx="2954">
                  <c:v>6.0</c:v>
                </c:pt>
                <c:pt idx="2955">
                  <c:v>6.0</c:v>
                </c:pt>
                <c:pt idx="2956">
                  <c:v>6.0</c:v>
                </c:pt>
                <c:pt idx="2957">
                  <c:v>6.0</c:v>
                </c:pt>
                <c:pt idx="2958">
                  <c:v>6.0</c:v>
                </c:pt>
                <c:pt idx="2959">
                  <c:v>6.0</c:v>
                </c:pt>
                <c:pt idx="2960">
                  <c:v>6.0</c:v>
                </c:pt>
                <c:pt idx="2961">
                  <c:v>6.0</c:v>
                </c:pt>
                <c:pt idx="2962">
                  <c:v>6.0</c:v>
                </c:pt>
                <c:pt idx="2963">
                  <c:v>6.0</c:v>
                </c:pt>
                <c:pt idx="2964">
                  <c:v>6.0</c:v>
                </c:pt>
                <c:pt idx="2965">
                  <c:v>6.0</c:v>
                </c:pt>
                <c:pt idx="2966">
                  <c:v>6.0</c:v>
                </c:pt>
                <c:pt idx="2967">
                  <c:v>6.0</c:v>
                </c:pt>
                <c:pt idx="2968">
                  <c:v>6.0</c:v>
                </c:pt>
                <c:pt idx="2969">
                  <c:v>6.0</c:v>
                </c:pt>
                <c:pt idx="2970">
                  <c:v>6.0</c:v>
                </c:pt>
                <c:pt idx="2971">
                  <c:v>6.0</c:v>
                </c:pt>
                <c:pt idx="2972">
                  <c:v>6.0</c:v>
                </c:pt>
                <c:pt idx="2973">
                  <c:v>6.0</c:v>
                </c:pt>
                <c:pt idx="2974">
                  <c:v>6.0</c:v>
                </c:pt>
                <c:pt idx="2975">
                  <c:v>6.0</c:v>
                </c:pt>
                <c:pt idx="2976">
                  <c:v>6.0</c:v>
                </c:pt>
                <c:pt idx="2977">
                  <c:v>6.0</c:v>
                </c:pt>
                <c:pt idx="2978">
                  <c:v>6.0</c:v>
                </c:pt>
                <c:pt idx="2979">
                  <c:v>6.0</c:v>
                </c:pt>
                <c:pt idx="2980">
                  <c:v>6.0</c:v>
                </c:pt>
                <c:pt idx="2981">
                  <c:v>6.0</c:v>
                </c:pt>
                <c:pt idx="2982">
                  <c:v>6.0</c:v>
                </c:pt>
                <c:pt idx="2983">
                  <c:v>6.0</c:v>
                </c:pt>
                <c:pt idx="2984">
                  <c:v>6.0</c:v>
                </c:pt>
                <c:pt idx="2985">
                  <c:v>6.0</c:v>
                </c:pt>
                <c:pt idx="2986">
                  <c:v>6.0</c:v>
                </c:pt>
                <c:pt idx="2987">
                  <c:v>6.0</c:v>
                </c:pt>
                <c:pt idx="2988">
                  <c:v>6.0</c:v>
                </c:pt>
                <c:pt idx="2989">
                  <c:v>6.0</c:v>
                </c:pt>
                <c:pt idx="2990">
                  <c:v>6.0</c:v>
                </c:pt>
                <c:pt idx="2991">
                  <c:v>6.0</c:v>
                </c:pt>
                <c:pt idx="2992">
                  <c:v>6.0</c:v>
                </c:pt>
                <c:pt idx="2993">
                  <c:v>6.0</c:v>
                </c:pt>
                <c:pt idx="2994">
                  <c:v>6.0</c:v>
                </c:pt>
                <c:pt idx="2995">
                  <c:v>6.0</c:v>
                </c:pt>
                <c:pt idx="2996">
                  <c:v>6.0</c:v>
                </c:pt>
                <c:pt idx="2997">
                  <c:v>6.0</c:v>
                </c:pt>
                <c:pt idx="2998">
                  <c:v>6.0</c:v>
                </c:pt>
                <c:pt idx="2999">
                  <c:v>6.0</c:v>
                </c:pt>
                <c:pt idx="3000">
                  <c:v>6.0</c:v>
                </c:pt>
                <c:pt idx="3001">
                  <c:v>6.0</c:v>
                </c:pt>
                <c:pt idx="3002">
                  <c:v>6.0</c:v>
                </c:pt>
                <c:pt idx="3003">
                  <c:v>6.0</c:v>
                </c:pt>
                <c:pt idx="3004">
                  <c:v>6.0</c:v>
                </c:pt>
                <c:pt idx="3005">
                  <c:v>6.0</c:v>
                </c:pt>
                <c:pt idx="3006">
                  <c:v>6.0</c:v>
                </c:pt>
                <c:pt idx="3007">
                  <c:v>6.0</c:v>
                </c:pt>
                <c:pt idx="3008">
                  <c:v>6.0</c:v>
                </c:pt>
                <c:pt idx="3009">
                  <c:v>6.0</c:v>
                </c:pt>
                <c:pt idx="3010">
                  <c:v>6.0</c:v>
                </c:pt>
                <c:pt idx="3011">
                  <c:v>6.0</c:v>
                </c:pt>
                <c:pt idx="3012">
                  <c:v>6.0</c:v>
                </c:pt>
                <c:pt idx="3013">
                  <c:v>6.0</c:v>
                </c:pt>
                <c:pt idx="3014">
                  <c:v>6.0</c:v>
                </c:pt>
                <c:pt idx="3015">
                  <c:v>6.0</c:v>
                </c:pt>
                <c:pt idx="3016">
                  <c:v>6.0</c:v>
                </c:pt>
                <c:pt idx="3017">
                  <c:v>6.0</c:v>
                </c:pt>
                <c:pt idx="3018">
                  <c:v>6.0</c:v>
                </c:pt>
                <c:pt idx="3019">
                  <c:v>6.0</c:v>
                </c:pt>
                <c:pt idx="3020">
                  <c:v>6.0</c:v>
                </c:pt>
                <c:pt idx="3021">
                  <c:v>6.0</c:v>
                </c:pt>
                <c:pt idx="3022">
                  <c:v>6.0</c:v>
                </c:pt>
                <c:pt idx="3023">
                  <c:v>6.0</c:v>
                </c:pt>
                <c:pt idx="3024">
                  <c:v>6.0</c:v>
                </c:pt>
                <c:pt idx="3025">
                  <c:v>6.0</c:v>
                </c:pt>
                <c:pt idx="3026">
                  <c:v>6.0</c:v>
                </c:pt>
                <c:pt idx="3027">
                  <c:v>6.0</c:v>
                </c:pt>
                <c:pt idx="3028">
                  <c:v>6.0</c:v>
                </c:pt>
                <c:pt idx="3029">
                  <c:v>6.0</c:v>
                </c:pt>
                <c:pt idx="3030">
                  <c:v>6.0</c:v>
                </c:pt>
                <c:pt idx="3031">
                  <c:v>6.0</c:v>
                </c:pt>
                <c:pt idx="3032">
                  <c:v>6.0</c:v>
                </c:pt>
                <c:pt idx="3033">
                  <c:v>6.0</c:v>
                </c:pt>
                <c:pt idx="3034">
                  <c:v>6.0</c:v>
                </c:pt>
                <c:pt idx="3035">
                  <c:v>6.0</c:v>
                </c:pt>
                <c:pt idx="3036">
                  <c:v>6.0</c:v>
                </c:pt>
                <c:pt idx="3037">
                  <c:v>6.0</c:v>
                </c:pt>
                <c:pt idx="3038">
                  <c:v>6.0</c:v>
                </c:pt>
                <c:pt idx="3039">
                  <c:v>6.0</c:v>
                </c:pt>
                <c:pt idx="3040">
                  <c:v>6.0</c:v>
                </c:pt>
                <c:pt idx="3041">
                  <c:v>6.0</c:v>
                </c:pt>
                <c:pt idx="3042">
                  <c:v>6.0</c:v>
                </c:pt>
                <c:pt idx="3043">
                  <c:v>6.0</c:v>
                </c:pt>
                <c:pt idx="3044">
                  <c:v>6.0</c:v>
                </c:pt>
                <c:pt idx="3045">
                  <c:v>6.0</c:v>
                </c:pt>
                <c:pt idx="3046">
                  <c:v>6.0</c:v>
                </c:pt>
                <c:pt idx="3047">
                  <c:v>6.0</c:v>
                </c:pt>
                <c:pt idx="3048">
                  <c:v>6.0</c:v>
                </c:pt>
                <c:pt idx="3049">
                  <c:v>6.0</c:v>
                </c:pt>
                <c:pt idx="3050">
                  <c:v>6.0</c:v>
                </c:pt>
                <c:pt idx="3051">
                  <c:v>6.0</c:v>
                </c:pt>
                <c:pt idx="3052">
                  <c:v>6.0</c:v>
                </c:pt>
                <c:pt idx="3053">
                  <c:v>6.0</c:v>
                </c:pt>
                <c:pt idx="3054">
                  <c:v>6.0</c:v>
                </c:pt>
                <c:pt idx="3055">
                  <c:v>6.0</c:v>
                </c:pt>
                <c:pt idx="3056">
                  <c:v>6.0</c:v>
                </c:pt>
                <c:pt idx="3057">
                  <c:v>6.0</c:v>
                </c:pt>
                <c:pt idx="3058">
                  <c:v>6.0</c:v>
                </c:pt>
                <c:pt idx="3059">
                  <c:v>6.0</c:v>
                </c:pt>
                <c:pt idx="3060">
                  <c:v>6.0</c:v>
                </c:pt>
                <c:pt idx="3061">
                  <c:v>6.0</c:v>
                </c:pt>
                <c:pt idx="3062">
                  <c:v>6.0</c:v>
                </c:pt>
                <c:pt idx="3063">
                  <c:v>6.0</c:v>
                </c:pt>
                <c:pt idx="3064">
                  <c:v>6.0</c:v>
                </c:pt>
                <c:pt idx="3065">
                  <c:v>6.0</c:v>
                </c:pt>
                <c:pt idx="3066">
                  <c:v>6.0</c:v>
                </c:pt>
                <c:pt idx="3067">
                  <c:v>6.0</c:v>
                </c:pt>
                <c:pt idx="3068">
                  <c:v>6.0</c:v>
                </c:pt>
                <c:pt idx="3069">
                  <c:v>6.0</c:v>
                </c:pt>
                <c:pt idx="3070">
                  <c:v>6.0</c:v>
                </c:pt>
                <c:pt idx="3071">
                  <c:v>6.0</c:v>
                </c:pt>
                <c:pt idx="3072">
                  <c:v>6.0</c:v>
                </c:pt>
                <c:pt idx="3073">
                  <c:v>6.0</c:v>
                </c:pt>
                <c:pt idx="3074">
                  <c:v>6.0</c:v>
                </c:pt>
                <c:pt idx="3075">
                  <c:v>6.0</c:v>
                </c:pt>
                <c:pt idx="3076">
                  <c:v>6.0</c:v>
                </c:pt>
                <c:pt idx="3077">
                  <c:v>6.0</c:v>
                </c:pt>
                <c:pt idx="3078">
                  <c:v>6.0</c:v>
                </c:pt>
                <c:pt idx="3079">
                  <c:v>6.0</c:v>
                </c:pt>
                <c:pt idx="3080">
                  <c:v>6.0</c:v>
                </c:pt>
                <c:pt idx="3081">
                  <c:v>6.0</c:v>
                </c:pt>
                <c:pt idx="3082">
                  <c:v>6.0</c:v>
                </c:pt>
                <c:pt idx="3083">
                  <c:v>6.0</c:v>
                </c:pt>
                <c:pt idx="3084">
                  <c:v>6.0</c:v>
                </c:pt>
                <c:pt idx="3085">
                  <c:v>6.0</c:v>
                </c:pt>
                <c:pt idx="3086">
                  <c:v>6.0</c:v>
                </c:pt>
                <c:pt idx="3087">
                  <c:v>6.0</c:v>
                </c:pt>
                <c:pt idx="3088">
                  <c:v>6.0</c:v>
                </c:pt>
                <c:pt idx="3089">
                  <c:v>6.0</c:v>
                </c:pt>
                <c:pt idx="3090">
                  <c:v>6.0</c:v>
                </c:pt>
                <c:pt idx="3091">
                  <c:v>6.0</c:v>
                </c:pt>
                <c:pt idx="3092">
                  <c:v>6.0</c:v>
                </c:pt>
                <c:pt idx="3093">
                  <c:v>6.0</c:v>
                </c:pt>
                <c:pt idx="3094">
                  <c:v>6.0</c:v>
                </c:pt>
                <c:pt idx="3095">
                  <c:v>6.0</c:v>
                </c:pt>
                <c:pt idx="3096">
                  <c:v>6.0</c:v>
                </c:pt>
                <c:pt idx="3097">
                  <c:v>6.0</c:v>
                </c:pt>
                <c:pt idx="3098">
                  <c:v>6.0</c:v>
                </c:pt>
                <c:pt idx="3099">
                  <c:v>6.0</c:v>
                </c:pt>
                <c:pt idx="3100">
                  <c:v>6.0</c:v>
                </c:pt>
                <c:pt idx="3101">
                  <c:v>6.0</c:v>
                </c:pt>
                <c:pt idx="3102">
                  <c:v>6.0</c:v>
                </c:pt>
                <c:pt idx="3103">
                  <c:v>6.0</c:v>
                </c:pt>
                <c:pt idx="3104">
                  <c:v>6.0</c:v>
                </c:pt>
                <c:pt idx="3105">
                  <c:v>6.0</c:v>
                </c:pt>
                <c:pt idx="3106">
                  <c:v>6.0</c:v>
                </c:pt>
                <c:pt idx="3107">
                  <c:v>6.0</c:v>
                </c:pt>
                <c:pt idx="3108">
                  <c:v>6.0</c:v>
                </c:pt>
                <c:pt idx="3109">
                  <c:v>6.0</c:v>
                </c:pt>
                <c:pt idx="3110">
                  <c:v>6.0</c:v>
                </c:pt>
                <c:pt idx="3111">
                  <c:v>6.0</c:v>
                </c:pt>
                <c:pt idx="3112">
                  <c:v>6.0</c:v>
                </c:pt>
                <c:pt idx="3113">
                  <c:v>6.0</c:v>
                </c:pt>
                <c:pt idx="3114">
                  <c:v>6.0</c:v>
                </c:pt>
                <c:pt idx="3115">
                  <c:v>6.0</c:v>
                </c:pt>
                <c:pt idx="3116">
                  <c:v>6.0</c:v>
                </c:pt>
                <c:pt idx="3117">
                  <c:v>6.0</c:v>
                </c:pt>
                <c:pt idx="3118">
                  <c:v>6.0</c:v>
                </c:pt>
                <c:pt idx="3119">
                  <c:v>6.0</c:v>
                </c:pt>
                <c:pt idx="3120">
                  <c:v>6.0</c:v>
                </c:pt>
                <c:pt idx="3121">
                  <c:v>6.0</c:v>
                </c:pt>
                <c:pt idx="3122">
                  <c:v>6.0</c:v>
                </c:pt>
                <c:pt idx="3123">
                  <c:v>6.0</c:v>
                </c:pt>
                <c:pt idx="3124">
                  <c:v>6.0</c:v>
                </c:pt>
                <c:pt idx="3125">
                  <c:v>6.0</c:v>
                </c:pt>
                <c:pt idx="3126">
                  <c:v>6.0</c:v>
                </c:pt>
                <c:pt idx="3127">
                  <c:v>6.0</c:v>
                </c:pt>
                <c:pt idx="3128">
                  <c:v>6.0</c:v>
                </c:pt>
                <c:pt idx="3129">
                  <c:v>6.0</c:v>
                </c:pt>
                <c:pt idx="3130">
                  <c:v>6.0</c:v>
                </c:pt>
                <c:pt idx="3131">
                  <c:v>6.0</c:v>
                </c:pt>
                <c:pt idx="3132">
                  <c:v>6.0</c:v>
                </c:pt>
                <c:pt idx="3133">
                  <c:v>6.0</c:v>
                </c:pt>
                <c:pt idx="3134">
                  <c:v>6.0</c:v>
                </c:pt>
                <c:pt idx="3135">
                  <c:v>6.0</c:v>
                </c:pt>
                <c:pt idx="3136">
                  <c:v>6.0</c:v>
                </c:pt>
                <c:pt idx="3137">
                  <c:v>6.0</c:v>
                </c:pt>
                <c:pt idx="3138">
                  <c:v>6.0</c:v>
                </c:pt>
                <c:pt idx="3139">
                  <c:v>6.0</c:v>
                </c:pt>
                <c:pt idx="3140">
                  <c:v>6.0</c:v>
                </c:pt>
                <c:pt idx="3141">
                  <c:v>6.0</c:v>
                </c:pt>
                <c:pt idx="3142">
                  <c:v>6.0</c:v>
                </c:pt>
                <c:pt idx="3143">
                  <c:v>6.0</c:v>
                </c:pt>
                <c:pt idx="3144">
                  <c:v>6.0</c:v>
                </c:pt>
                <c:pt idx="3145">
                  <c:v>6.0</c:v>
                </c:pt>
                <c:pt idx="3146">
                  <c:v>6.0</c:v>
                </c:pt>
                <c:pt idx="3147">
                  <c:v>6.0</c:v>
                </c:pt>
                <c:pt idx="3148">
                  <c:v>6.0</c:v>
                </c:pt>
                <c:pt idx="3149">
                  <c:v>6.0</c:v>
                </c:pt>
                <c:pt idx="3150">
                  <c:v>6.0</c:v>
                </c:pt>
                <c:pt idx="3151">
                  <c:v>6.0</c:v>
                </c:pt>
                <c:pt idx="3152">
                  <c:v>6.0</c:v>
                </c:pt>
                <c:pt idx="3153">
                  <c:v>6.0</c:v>
                </c:pt>
                <c:pt idx="3154">
                  <c:v>6.0</c:v>
                </c:pt>
                <c:pt idx="3155">
                  <c:v>6.0</c:v>
                </c:pt>
                <c:pt idx="3156">
                  <c:v>6.0</c:v>
                </c:pt>
                <c:pt idx="3157">
                  <c:v>6.0</c:v>
                </c:pt>
                <c:pt idx="3158">
                  <c:v>6.0</c:v>
                </c:pt>
                <c:pt idx="3159">
                  <c:v>6.0</c:v>
                </c:pt>
                <c:pt idx="3160">
                  <c:v>6.0</c:v>
                </c:pt>
                <c:pt idx="3161">
                  <c:v>6.0</c:v>
                </c:pt>
                <c:pt idx="3162">
                  <c:v>6.0</c:v>
                </c:pt>
                <c:pt idx="3163">
                  <c:v>6.0</c:v>
                </c:pt>
                <c:pt idx="3164">
                  <c:v>6.0</c:v>
                </c:pt>
                <c:pt idx="3165">
                  <c:v>6.0</c:v>
                </c:pt>
                <c:pt idx="3166">
                  <c:v>6.0</c:v>
                </c:pt>
                <c:pt idx="3167">
                  <c:v>6.0</c:v>
                </c:pt>
                <c:pt idx="3168">
                  <c:v>6.0</c:v>
                </c:pt>
                <c:pt idx="3169">
                  <c:v>6.0</c:v>
                </c:pt>
                <c:pt idx="3170">
                  <c:v>6.0</c:v>
                </c:pt>
                <c:pt idx="3171">
                  <c:v>6.0</c:v>
                </c:pt>
                <c:pt idx="3172">
                  <c:v>6.0</c:v>
                </c:pt>
                <c:pt idx="3173">
                  <c:v>6.0</c:v>
                </c:pt>
                <c:pt idx="3174">
                  <c:v>6.0</c:v>
                </c:pt>
                <c:pt idx="3175">
                  <c:v>6.0</c:v>
                </c:pt>
                <c:pt idx="3176">
                  <c:v>6.0</c:v>
                </c:pt>
                <c:pt idx="3177">
                  <c:v>6.0</c:v>
                </c:pt>
                <c:pt idx="3178">
                  <c:v>6.0</c:v>
                </c:pt>
                <c:pt idx="3179">
                  <c:v>6.0</c:v>
                </c:pt>
                <c:pt idx="3180">
                  <c:v>6.0</c:v>
                </c:pt>
                <c:pt idx="3181">
                  <c:v>6.0</c:v>
                </c:pt>
                <c:pt idx="3182">
                  <c:v>6.0</c:v>
                </c:pt>
                <c:pt idx="3183">
                  <c:v>6.0</c:v>
                </c:pt>
                <c:pt idx="3184">
                  <c:v>6.0</c:v>
                </c:pt>
                <c:pt idx="3185">
                  <c:v>6.0</c:v>
                </c:pt>
                <c:pt idx="3186">
                  <c:v>6.0</c:v>
                </c:pt>
                <c:pt idx="3187">
                  <c:v>6.0</c:v>
                </c:pt>
                <c:pt idx="3188">
                  <c:v>6.0</c:v>
                </c:pt>
                <c:pt idx="3189">
                  <c:v>6.0</c:v>
                </c:pt>
                <c:pt idx="3190">
                  <c:v>6.0</c:v>
                </c:pt>
                <c:pt idx="3191">
                  <c:v>6.0</c:v>
                </c:pt>
                <c:pt idx="3192">
                  <c:v>6.0</c:v>
                </c:pt>
                <c:pt idx="3193">
                  <c:v>6.0</c:v>
                </c:pt>
                <c:pt idx="3194">
                  <c:v>6.0</c:v>
                </c:pt>
                <c:pt idx="3195">
                  <c:v>6.0</c:v>
                </c:pt>
                <c:pt idx="3196">
                  <c:v>6.0</c:v>
                </c:pt>
                <c:pt idx="3197">
                  <c:v>6.0</c:v>
                </c:pt>
                <c:pt idx="3198">
                  <c:v>6.0</c:v>
                </c:pt>
                <c:pt idx="3199">
                  <c:v>6.0</c:v>
                </c:pt>
                <c:pt idx="3200">
                  <c:v>6.0</c:v>
                </c:pt>
                <c:pt idx="3201">
                  <c:v>6.0</c:v>
                </c:pt>
                <c:pt idx="3202">
                  <c:v>6.0</c:v>
                </c:pt>
                <c:pt idx="3203">
                  <c:v>6.0</c:v>
                </c:pt>
                <c:pt idx="3204">
                  <c:v>6.0</c:v>
                </c:pt>
                <c:pt idx="3205">
                  <c:v>6.0</c:v>
                </c:pt>
                <c:pt idx="3206">
                  <c:v>6.0</c:v>
                </c:pt>
                <c:pt idx="3207">
                  <c:v>6.0</c:v>
                </c:pt>
                <c:pt idx="3208">
                  <c:v>6.0</c:v>
                </c:pt>
                <c:pt idx="3209">
                  <c:v>6.0</c:v>
                </c:pt>
                <c:pt idx="3210">
                  <c:v>6.0</c:v>
                </c:pt>
                <c:pt idx="3211">
                  <c:v>6.0</c:v>
                </c:pt>
                <c:pt idx="3212">
                  <c:v>6.0</c:v>
                </c:pt>
                <c:pt idx="3213">
                  <c:v>6.0</c:v>
                </c:pt>
                <c:pt idx="3214">
                  <c:v>6.0</c:v>
                </c:pt>
                <c:pt idx="3215">
                  <c:v>6.0</c:v>
                </c:pt>
                <c:pt idx="3216">
                  <c:v>6.0</c:v>
                </c:pt>
                <c:pt idx="3217">
                  <c:v>6.0</c:v>
                </c:pt>
                <c:pt idx="3218">
                  <c:v>6.0</c:v>
                </c:pt>
                <c:pt idx="3219">
                  <c:v>6.0</c:v>
                </c:pt>
                <c:pt idx="3220">
                  <c:v>6.0</c:v>
                </c:pt>
                <c:pt idx="3221">
                  <c:v>6.0</c:v>
                </c:pt>
                <c:pt idx="3222">
                  <c:v>6.0</c:v>
                </c:pt>
                <c:pt idx="3223">
                  <c:v>6.0</c:v>
                </c:pt>
                <c:pt idx="3224">
                  <c:v>6.0</c:v>
                </c:pt>
                <c:pt idx="3225">
                  <c:v>6.0</c:v>
                </c:pt>
                <c:pt idx="3226">
                  <c:v>6.0</c:v>
                </c:pt>
                <c:pt idx="3227">
                  <c:v>6.0</c:v>
                </c:pt>
                <c:pt idx="3228">
                  <c:v>6.0</c:v>
                </c:pt>
                <c:pt idx="3229">
                  <c:v>6.0</c:v>
                </c:pt>
                <c:pt idx="3230">
                  <c:v>6.0</c:v>
                </c:pt>
                <c:pt idx="3231">
                  <c:v>6.0</c:v>
                </c:pt>
                <c:pt idx="3232">
                  <c:v>6.0</c:v>
                </c:pt>
                <c:pt idx="3233">
                  <c:v>6.0</c:v>
                </c:pt>
                <c:pt idx="3234">
                  <c:v>6.0</c:v>
                </c:pt>
                <c:pt idx="3235">
                  <c:v>6.0</c:v>
                </c:pt>
                <c:pt idx="3236">
                  <c:v>6.0</c:v>
                </c:pt>
                <c:pt idx="3237">
                  <c:v>6.0</c:v>
                </c:pt>
                <c:pt idx="3238">
                  <c:v>6.0</c:v>
                </c:pt>
                <c:pt idx="3239">
                  <c:v>6.0</c:v>
                </c:pt>
                <c:pt idx="3240">
                  <c:v>6.0</c:v>
                </c:pt>
                <c:pt idx="3241">
                  <c:v>6.0</c:v>
                </c:pt>
                <c:pt idx="3242">
                  <c:v>6.0</c:v>
                </c:pt>
                <c:pt idx="3243">
                  <c:v>6.0</c:v>
                </c:pt>
                <c:pt idx="3244">
                  <c:v>6.0</c:v>
                </c:pt>
                <c:pt idx="3245">
                  <c:v>6.0</c:v>
                </c:pt>
                <c:pt idx="3246">
                  <c:v>6.0</c:v>
                </c:pt>
                <c:pt idx="3247">
                  <c:v>6.0</c:v>
                </c:pt>
                <c:pt idx="3248">
                  <c:v>6.0</c:v>
                </c:pt>
                <c:pt idx="3249">
                  <c:v>6.0</c:v>
                </c:pt>
                <c:pt idx="3250">
                  <c:v>6.0</c:v>
                </c:pt>
                <c:pt idx="3251">
                  <c:v>6.0</c:v>
                </c:pt>
                <c:pt idx="3252">
                  <c:v>6.0</c:v>
                </c:pt>
                <c:pt idx="3253">
                  <c:v>6.0</c:v>
                </c:pt>
                <c:pt idx="3254">
                  <c:v>6.0</c:v>
                </c:pt>
                <c:pt idx="3255">
                  <c:v>6.0</c:v>
                </c:pt>
                <c:pt idx="3256">
                  <c:v>6.0</c:v>
                </c:pt>
                <c:pt idx="3257">
                  <c:v>6.0</c:v>
                </c:pt>
                <c:pt idx="3258">
                  <c:v>6.0</c:v>
                </c:pt>
                <c:pt idx="3259">
                  <c:v>6.0</c:v>
                </c:pt>
                <c:pt idx="3260">
                  <c:v>6.0</c:v>
                </c:pt>
                <c:pt idx="3261">
                  <c:v>6.0</c:v>
                </c:pt>
                <c:pt idx="3262">
                  <c:v>6.0</c:v>
                </c:pt>
                <c:pt idx="3263">
                  <c:v>6.0</c:v>
                </c:pt>
                <c:pt idx="3264">
                  <c:v>6.0</c:v>
                </c:pt>
                <c:pt idx="3265">
                  <c:v>6.0</c:v>
                </c:pt>
                <c:pt idx="3266">
                  <c:v>6.0</c:v>
                </c:pt>
                <c:pt idx="3267">
                  <c:v>6.0</c:v>
                </c:pt>
                <c:pt idx="3268">
                  <c:v>6.0</c:v>
                </c:pt>
                <c:pt idx="3269">
                  <c:v>6.0</c:v>
                </c:pt>
                <c:pt idx="3270">
                  <c:v>6.0</c:v>
                </c:pt>
                <c:pt idx="3271">
                  <c:v>6.0</c:v>
                </c:pt>
                <c:pt idx="3272">
                  <c:v>6.0</c:v>
                </c:pt>
                <c:pt idx="3273">
                  <c:v>6.0</c:v>
                </c:pt>
                <c:pt idx="3274">
                  <c:v>6.0</c:v>
                </c:pt>
                <c:pt idx="3275">
                  <c:v>6.0</c:v>
                </c:pt>
                <c:pt idx="3276">
                  <c:v>6.0</c:v>
                </c:pt>
                <c:pt idx="3277">
                  <c:v>6.0</c:v>
                </c:pt>
                <c:pt idx="3278">
                  <c:v>6.0</c:v>
                </c:pt>
                <c:pt idx="3279">
                  <c:v>6.0</c:v>
                </c:pt>
                <c:pt idx="3280">
                  <c:v>6.0</c:v>
                </c:pt>
                <c:pt idx="3281">
                  <c:v>6.0</c:v>
                </c:pt>
                <c:pt idx="3282">
                  <c:v>6.0</c:v>
                </c:pt>
                <c:pt idx="3283">
                  <c:v>6.0</c:v>
                </c:pt>
                <c:pt idx="3284">
                  <c:v>6.0</c:v>
                </c:pt>
                <c:pt idx="3285">
                  <c:v>6.0</c:v>
                </c:pt>
                <c:pt idx="3286">
                  <c:v>6.0</c:v>
                </c:pt>
                <c:pt idx="3287">
                  <c:v>6.0</c:v>
                </c:pt>
                <c:pt idx="3288">
                  <c:v>6.0</c:v>
                </c:pt>
                <c:pt idx="3289">
                  <c:v>6.0</c:v>
                </c:pt>
                <c:pt idx="3290">
                  <c:v>6.0</c:v>
                </c:pt>
                <c:pt idx="3291">
                  <c:v>6.0</c:v>
                </c:pt>
                <c:pt idx="3292">
                  <c:v>6.0</c:v>
                </c:pt>
                <c:pt idx="3293">
                  <c:v>6.0</c:v>
                </c:pt>
                <c:pt idx="3294">
                  <c:v>6.0</c:v>
                </c:pt>
                <c:pt idx="3295">
                  <c:v>6.0</c:v>
                </c:pt>
                <c:pt idx="3296">
                  <c:v>6.0</c:v>
                </c:pt>
                <c:pt idx="3297">
                  <c:v>6.0</c:v>
                </c:pt>
                <c:pt idx="3298">
                  <c:v>6.0</c:v>
                </c:pt>
                <c:pt idx="3299">
                  <c:v>6.0</c:v>
                </c:pt>
                <c:pt idx="3300">
                  <c:v>6.0</c:v>
                </c:pt>
                <c:pt idx="3301">
                  <c:v>6.0</c:v>
                </c:pt>
                <c:pt idx="3302">
                  <c:v>6.0</c:v>
                </c:pt>
                <c:pt idx="3303">
                  <c:v>6.0</c:v>
                </c:pt>
                <c:pt idx="3304">
                  <c:v>6.0</c:v>
                </c:pt>
                <c:pt idx="3305">
                  <c:v>6.0</c:v>
                </c:pt>
                <c:pt idx="3306">
                  <c:v>6.0</c:v>
                </c:pt>
                <c:pt idx="3307">
                  <c:v>6.0</c:v>
                </c:pt>
                <c:pt idx="3308">
                  <c:v>6.0</c:v>
                </c:pt>
                <c:pt idx="3309">
                  <c:v>6.0</c:v>
                </c:pt>
                <c:pt idx="3310">
                  <c:v>6.0</c:v>
                </c:pt>
                <c:pt idx="3311">
                  <c:v>6.0</c:v>
                </c:pt>
                <c:pt idx="3312">
                  <c:v>6.0</c:v>
                </c:pt>
                <c:pt idx="3313">
                  <c:v>6.0</c:v>
                </c:pt>
                <c:pt idx="3314">
                  <c:v>6.0</c:v>
                </c:pt>
                <c:pt idx="3315">
                  <c:v>6.0</c:v>
                </c:pt>
                <c:pt idx="3316">
                  <c:v>6.0</c:v>
                </c:pt>
                <c:pt idx="3317">
                  <c:v>6.0</c:v>
                </c:pt>
                <c:pt idx="3318">
                  <c:v>6.0</c:v>
                </c:pt>
                <c:pt idx="3319">
                  <c:v>6.0</c:v>
                </c:pt>
                <c:pt idx="3320">
                  <c:v>6.0</c:v>
                </c:pt>
                <c:pt idx="3321">
                  <c:v>6.0</c:v>
                </c:pt>
                <c:pt idx="3322">
                  <c:v>6.0</c:v>
                </c:pt>
                <c:pt idx="3323">
                  <c:v>6.0</c:v>
                </c:pt>
                <c:pt idx="3324">
                  <c:v>6.0</c:v>
                </c:pt>
                <c:pt idx="3325">
                  <c:v>6.0</c:v>
                </c:pt>
                <c:pt idx="3326">
                  <c:v>6.0</c:v>
                </c:pt>
                <c:pt idx="3327">
                  <c:v>6.0</c:v>
                </c:pt>
                <c:pt idx="3328">
                  <c:v>6.0</c:v>
                </c:pt>
                <c:pt idx="3329">
                  <c:v>6.0</c:v>
                </c:pt>
                <c:pt idx="3330">
                  <c:v>6.0</c:v>
                </c:pt>
                <c:pt idx="3331">
                  <c:v>6.0</c:v>
                </c:pt>
                <c:pt idx="3332">
                  <c:v>6.0</c:v>
                </c:pt>
                <c:pt idx="3333">
                  <c:v>6.0</c:v>
                </c:pt>
                <c:pt idx="3334">
                  <c:v>6.0</c:v>
                </c:pt>
                <c:pt idx="3335">
                  <c:v>6.0</c:v>
                </c:pt>
                <c:pt idx="3336">
                  <c:v>6.0</c:v>
                </c:pt>
                <c:pt idx="3337">
                  <c:v>6.0</c:v>
                </c:pt>
                <c:pt idx="3338">
                  <c:v>6.0</c:v>
                </c:pt>
                <c:pt idx="3339">
                  <c:v>6.0</c:v>
                </c:pt>
                <c:pt idx="3340">
                  <c:v>6.0</c:v>
                </c:pt>
                <c:pt idx="3341">
                  <c:v>6.0</c:v>
                </c:pt>
                <c:pt idx="3342">
                  <c:v>6.0</c:v>
                </c:pt>
                <c:pt idx="3343">
                  <c:v>6.0</c:v>
                </c:pt>
                <c:pt idx="3344">
                  <c:v>6.0</c:v>
                </c:pt>
                <c:pt idx="3345">
                  <c:v>6.0</c:v>
                </c:pt>
                <c:pt idx="3346">
                  <c:v>6.0</c:v>
                </c:pt>
                <c:pt idx="3347">
                  <c:v>6.0</c:v>
                </c:pt>
                <c:pt idx="3348">
                  <c:v>6.0</c:v>
                </c:pt>
                <c:pt idx="3349">
                  <c:v>6.0</c:v>
                </c:pt>
                <c:pt idx="3350">
                  <c:v>6.0</c:v>
                </c:pt>
                <c:pt idx="3351">
                  <c:v>6.0</c:v>
                </c:pt>
                <c:pt idx="3352">
                  <c:v>6.0</c:v>
                </c:pt>
                <c:pt idx="3353">
                  <c:v>6.0</c:v>
                </c:pt>
                <c:pt idx="3354">
                  <c:v>6.0</c:v>
                </c:pt>
                <c:pt idx="3355">
                  <c:v>6.0</c:v>
                </c:pt>
                <c:pt idx="3356">
                  <c:v>6.0</c:v>
                </c:pt>
                <c:pt idx="3357">
                  <c:v>6.0</c:v>
                </c:pt>
                <c:pt idx="3358">
                  <c:v>6.0</c:v>
                </c:pt>
                <c:pt idx="3359">
                  <c:v>6.0</c:v>
                </c:pt>
                <c:pt idx="3360">
                  <c:v>6.0</c:v>
                </c:pt>
                <c:pt idx="3361">
                  <c:v>6.0</c:v>
                </c:pt>
                <c:pt idx="3362">
                  <c:v>6.0</c:v>
                </c:pt>
                <c:pt idx="3363">
                  <c:v>6.0</c:v>
                </c:pt>
                <c:pt idx="3364">
                  <c:v>6.0</c:v>
                </c:pt>
                <c:pt idx="3365">
                  <c:v>6.0</c:v>
                </c:pt>
                <c:pt idx="3366">
                  <c:v>6.0</c:v>
                </c:pt>
                <c:pt idx="3367">
                  <c:v>6.0</c:v>
                </c:pt>
                <c:pt idx="3368">
                  <c:v>6.0</c:v>
                </c:pt>
                <c:pt idx="3369">
                  <c:v>6.0</c:v>
                </c:pt>
                <c:pt idx="3370">
                  <c:v>6.0</c:v>
                </c:pt>
                <c:pt idx="3371">
                  <c:v>6.0</c:v>
                </c:pt>
                <c:pt idx="3372">
                  <c:v>6.0</c:v>
                </c:pt>
                <c:pt idx="3373">
                  <c:v>6.0</c:v>
                </c:pt>
                <c:pt idx="3374">
                  <c:v>6.0</c:v>
                </c:pt>
                <c:pt idx="3375">
                  <c:v>6.0</c:v>
                </c:pt>
                <c:pt idx="3376">
                  <c:v>6.0</c:v>
                </c:pt>
                <c:pt idx="3377">
                  <c:v>6.0</c:v>
                </c:pt>
                <c:pt idx="3378">
                  <c:v>6.0</c:v>
                </c:pt>
                <c:pt idx="3379">
                  <c:v>6.0</c:v>
                </c:pt>
                <c:pt idx="3380">
                  <c:v>6.0</c:v>
                </c:pt>
                <c:pt idx="3381">
                  <c:v>6.0</c:v>
                </c:pt>
                <c:pt idx="3382">
                  <c:v>6.0</c:v>
                </c:pt>
                <c:pt idx="3383">
                  <c:v>6.0</c:v>
                </c:pt>
                <c:pt idx="3384">
                  <c:v>6.0</c:v>
                </c:pt>
                <c:pt idx="3385">
                  <c:v>6.0</c:v>
                </c:pt>
                <c:pt idx="3386">
                  <c:v>6.0</c:v>
                </c:pt>
                <c:pt idx="3387">
                  <c:v>6.0</c:v>
                </c:pt>
                <c:pt idx="3388">
                  <c:v>6.0</c:v>
                </c:pt>
                <c:pt idx="3389">
                  <c:v>6.0</c:v>
                </c:pt>
                <c:pt idx="3390">
                  <c:v>6.0</c:v>
                </c:pt>
                <c:pt idx="3391">
                  <c:v>6.0</c:v>
                </c:pt>
                <c:pt idx="3392">
                  <c:v>6.0</c:v>
                </c:pt>
                <c:pt idx="3393">
                  <c:v>6.0</c:v>
                </c:pt>
                <c:pt idx="3394">
                  <c:v>6.0</c:v>
                </c:pt>
                <c:pt idx="3395">
                  <c:v>6.0</c:v>
                </c:pt>
                <c:pt idx="3396">
                  <c:v>6.0</c:v>
                </c:pt>
                <c:pt idx="3397">
                  <c:v>6.0</c:v>
                </c:pt>
                <c:pt idx="3398">
                  <c:v>6.0</c:v>
                </c:pt>
                <c:pt idx="3399">
                  <c:v>6.0</c:v>
                </c:pt>
                <c:pt idx="3400">
                  <c:v>6.0</c:v>
                </c:pt>
                <c:pt idx="3401">
                  <c:v>6.0</c:v>
                </c:pt>
                <c:pt idx="3402">
                  <c:v>6.0</c:v>
                </c:pt>
                <c:pt idx="3403">
                  <c:v>6.0</c:v>
                </c:pt>
                <c:pt idx="3404">
                  <c:v>6.0</c:v>
                </c:pt>
                <c:pt idx="3405">
                  <c:v>6.0</c:v>
                </c:pt>
                <c:pt idx="3406">
                  <c:v>6.0</c:v>
                </c:pt>
                <c:pt idx="3407">
                  <c:v>6.0</c:v>
                </c:pt>
                <c:pt idx="3408">
                  <c:v>6.0</c:v>
                </c:pt>
                <c:pt idx="3409">
                  <c:v>6.0</c:v>
                </c:pt>
                <c:pt idx="3410">
                  <c:v>6.0</c:v>
                </c:pt>
                <c:pt idx="3411">
                  <c:v>6.0</c:v>
                </c:pt>
                <c:pt idx="3412">
                  <c:v>6.0</c:v>
                </c:pt>
                <c:pt idx="3413">
                  <c:v>6.0</c:v>
                </c:pt>
                <c:pt idx="3414">
                  <c:v>6.0</c:v>
                </c:pt>
                <c:pt idx="3415">
                  <c:v>6.0</c:v>
                </c:pt>
                <c:pt idx="3416">
                  <c:v>6.0</c:v>
                </c:pt>
                <c:pt idx="3417">
                  <c:v>6.0</c:v>
                </c:pt>
                <c:pt idx="3418">
                  <c:v>6.0</c:v>
                </c:pt>
                <c:pt idx="3419">
                  <c:v>6.0</c:v>
                </c:pt>
                <c:pt idx="3420">
                  <c:v>6.0</c:v>
                </c:pt>
                <c:pt idx="3421">
                  <c:v>6.0</c:v>
                </c:pt>
                <c:pt idx="3422">
                  <c:v>6.0</c:v>
                </c:pt>
                <c:pt idx="3423">
                  <c:v>6.0</c:v>
                </c:pt>
                <c:pt idx="3424">
                  <c:v>6.0</c:v>
                </c:pt>
                <c:pt idx="3425">
                  <c:v>6.0</c:v>
                </c:pt>
                <c:pt idx="3426">
                  <c:v>6.0</c:v>
                </c:pt>
                <c:pt idx="3427">
                  <c:v>6.0</c:v>
                </c:pt>
                <c:pt idx="3428">
                  <c:v>6.0</c:v>
                </c:pt>
                <c:pt idx="3429">
                  <c:v>6.0</c:v>
                </c:pt>
                <c:pt idx="3430">
                  <c:v>6.0</c:v>
                </c:pt>
                <c:pt idx="3431">
                  <c:v>6.0</c:v>
                </c:pt>
                <c:pt idx="3432">
                  <c:v>6.0</c:v>
                </c:pt>
                <c:pt idx="3433">
                  <c:v>6.0</c:v>
                </c:pt>
                <c:pt idx="3434">
                  <c:v>6.0</c:v>
                </c:pt>
                <c:pt idx="3435">
                  <c:v>6.0</c:v>
                </c:pt>
                <c:pt idx="3436">
                  <c:v>6.0</c:v>
                </c:pt>
                <c:pt idx="3437">
                  <c:v>6.0</c:v>
                </c:pt>
                <c:pt idx="3438">
                  <c:v>6.0</c:v>
                </c:pt>
                <c:pt idx="3439">
                  <c:v>6.0</c:v>
                </c:pt>
                <c:pt idx="3440">
                  <c:v>6.0</c:v>
                </c:pt>
                <c:pt idx="3441">
                  <c:v>6.0</c:v>
                </c:pt>
                <c:pt idx="3442">
                  <c:v>6.0</c:v>
                </c:pt>
                <c:pt idx="3443">
                  <c:v>6.0</c:v>
                </c:pt>
                <c:pt idx="3444">
                  <c:v>6.0</c:v>
                </c:pt>
                <c:pt idx="3445">
                  <c:v>6.0</c:v>
                </c:pt>
                <c:pt idx="3446">
                  <c:v>6.0</c:v>
                </c:pt>
                <c:pt idx="3447">
                  <c:v>6.0</c:v>
                </c:pt>
                <c:pt idx="3448">
                  <c:v>6.0</c:v>
                </c:pt>
                <c:pt idx="3449">
                  <c:v>6.0</c:v>
                </c:pt>
                <c:pt idx="3450">
                  <c:v>6.0</c:v>
                </c:pt>
                <c:pt idx="3451">
                  <c:v>6.0</c:v>
                </c:pt>
                <c:pt idx="3452">
                  <c:v>6.0</c:v>
                </c:pt>
                <c:pt idx="3453">
                  <c:v>6.0</c:v>
                </c:pt>
                <c:pt idx="3454">
                  <c:v>6.0</c:v>
                </c:pt>
                <c:pt idx="3455">
                  <c:v>6.0</c:v>
                </c:pt>
                <c:pt idx="3456">
                  <c:v>6.0</c:v>
                </c:pt>
                <c:pt idx="3457">
                  <c:v>6.0</c:v>
                </c:pt>
                <c:pt idx="3458">
                  <c:v>6.0</c:v>
                </c:pt>
                <c:pt idx="3459">
                  <c:v>6.0</c:v>
                </c:pt>
                <c:pt idx="3460">
                  <c:v>6.0</c:v>
                </c:pt>
                <c:pt idx="3461">
                  <c:v>6.0</c:v>
                </c:pt>
                <c:pt idx="3462">
                  <c:v>6.0</c:v>
                </c:pt>
                <c:pt idx="3463">
                  <c:v>6.0</c:v>
                </c:pt>
                <c:pt idx="3464">
                  <c:v>6.0</c:v>
                </c:pt>
                <c:pt idx="3465">
                  <c:v>6.0</c:v>
                </c:pt>
                <c:pt idx="3466">
                  <c:v>6.0</c:v>
                </c:pt>
                <c:pt idx="3467">
                  <c:v>6.0</c:v>
                </c:pt>
                <c:pt idx="3468">
                  <c:v>6.0</c:v>
                </c:pt>
                <c:pt idx="3469">
                  <c:v>6.0</c:v>
                </c:pt>
                <c:pt idx="3470">
                  <c:v>6.0</c:v>
                </c:pt>
                <c:pt idx="3471">
                  <c:v>6.0</c:v>
                </c:pt>
                <c:pt idx="3472">
                  <c:v>6.0</c:v>
                </c:pt>
                <c:pt idx="3473">
                  <c:v>6.0</c:v>
                </c:pt>
                <c:pt idx="3474">
                  <c:v>6.0</c:v>
                </c:pt>
                <c:pt idx="3475">
                  <c:v>6.0</c:v>
                </c:pt>
                <c:pt idx="3476">
                  <c:v>6.0</c:v>
                </c:pt>
                <c:pt idx="3477">
                  <c:v>6.0</c:v>
                </c:pt>
                <c:pt idx="3478">
                  <c:v>6.0</c:v>
                </c:pt>
                <c:pt idx="3479">
                  <c:v>6.0</c:v>
                </c:pt>
                <c:pt idx="3480">
                  <c:v>6.0</c:v>
                </c:pt>
                <c:pt idx="3481">
                  <c:v>6.0</c:v>
                </c:pt>
                <c:pt idx="3482">
                  <c:v>6.0</c:v>
                </c:pt>
                <c:pt idx="3483">
                  <c:v>6.0</c:v>
                </c:pt>
                <c:pt idx="3484">
                  <c:v>6.0</c:v>
                </c:pt>
                <c:pt idx="3485">
                  <c:v>6.0</c:v>
                </c:pt>
                <c:pt idx="3486">
                  <c:v>6.0</c:v>
                </c:pt>
                <c:pt idx="3487">
                  <c:v>6.0</c:v>
                </c:pt>
                <c:pt idx="3488">
                  <c:v>6.0</c:v>
                </c:pt>
                <c:pt idx="3489">
                  <c:v>6.0</c:v>
                </c:pt>
                <c:pt idx="3490">
                  <c:v>6.0</c:v>
                </c:pt>
                <c:pt idx="3491">
                  <c:v>6.0</c:v>
                </c:pt>
                <c:pt idx="3492">
                  <c:v>6.0</c:v>
                </c:pt>
                <c:pt idx="3493">
                  <c:v>6.0</c:v>
                </c:pt>
                <c:pt idx="3494">
                  <c:v>6.0</c:v>
                </c:pt>
                <c:pt idx="3495">
                  <c:v>6.0</c:v>
                </c:pt>
                <c:pt idx="3496">
                  <c:v>6.0</c:v>
                </c:pt>
                <c:pt idx="3497">
                  <c:v>6.0</c:v>
                </c:pt>
                <c:pt idx="3498">
                  <c:v>6.0</c:v>
                </c:pt>
                <c:pt idx="3499">
                  <c:v>6.0</c:v>
                </c:pt>
                <c:pt idx="3500">
                  <c:v>6.0</c:v>
                </c:pt>
                <c:pt idx="3501">
                  <c:v>6.0</c:v>
                </c:pt>
                <c:pt idx="3502">
                  <c:v>6.0</c:v>
                </c:pt>
                <c:pt idx="3503">
                  <c:v>6.0</c:v>
                </c:pt>
                <c:pt idx="3504">
                  <c:v>6.0</c:v>
                </c:pt>
                <c:pt idx="3505">
                  <c:v>6.0</c:v>
                </c:pt>
                <c:pt idx="3506">
                  <c:v>6.0</c:v>
                </c:pt>
                <c:pt idx="3507">
                  <c:v>6.0</c:v>
                </c:pt>
                <c:pt idx="3508">
                  <c:v>6.0</c:v>
                </c:pt>
                <c:pt idx="3509">
                  <c:v>6.0</c:v>
                </c:pt>
                <c:pt idx="3510">
                  <c:v>6.0</c:v>
                </c:pt>
                <c:pt idx="3511">
                  <c:v>6.0</c:v>
                </c:pt>
                <c:pt idx="3512">
                  <c:v>6.0</c:v>
                </c:pt>
                <c:pt idx="3513">
                  <c:v>6.0</c:v>
                </c:pt>
                <c:pt idx="3514">
                  <c:v>6.0</c:v>
                </c:pt>
                <c:pt idx="3515">
                  <c:v>6.0</c:v>
                </c:pt>
                <c:pt idx="3516">
                  <c:v>6.0</c:v>
                </c:pt>
                <c:pt idx="3517">
                  <c:v>6.0</c:v>
                </c:pt>
                <c:pt idx="3518">
                  <c:v>6.0</c:v>
                </c:pt>
                <c:pt idx="3519">
                  <c:v>6.0</c:v>
                </c:pt>
                <c:pt idx="3520">
                  <c:v>6.0</c:v>
                </c:pt>
                <c:pt idx="3521">
                  <c:v>6.0</c:v>
                </c:pt>
                <c:pt idx="3522">
                  <c:v>6.0</c:v>
                </c:pt>
                <c:pt idx="3523">
                  <c:v>6.0</c:v>
                </c:pt>
                <c:pt idx="3524">
                  <c:v>6.0</c:v>
                </c:pt>
                <c:pt idx="3525">
                  <c:v>6.0</c:v>
                </c:pt>
                <c:pt idx="3526">
                  <c:v>6.0</c:v>
                </c:pt>
                <c:pt idx="3527">
                  <c:v>6.0</c:v>
                </c:pt>
                <c:pt idx="3528">
                  <c:v>6.0</c:v>
                </c:pt>
                <c:pt idx="3529">
                  <c:v>6.0</c:v>
                </c:pt>
                <c:pt idx="3530">
                  <c:v>6.0</c:v>
                </c:pt>
                <c:pt idx="3531">
                  <c:v>6.0</c:v>
                </c:pt>
                <c:pt idx="3532">
                  <c:v>6.0</c:v>
                </c:pt>
                <c:pt idx="3533">
                  <c:v>6.0</c:v>
                </c:pt>
                <c:pt idx="3534">
                  <c:v>6.0</c:v>
                </c:pt>
                <c:pt idx="3535">
                  <c:v>6.0</c:v>
                </c:pt>
                <c:pt idx="3536">
                  <c:v>6.0</c:v>
                </c:pt>
                <c:pt idx="3537">
                  <c:v>6.0</c:v>
                </c:pt>
                <c:pt idx="3538">
                  <c:v>6.0</c:v>
                </c:pt>
                <c:pt idx="3539">
                  <c:v>6.0</c:v>
                </c:pt>
                <c:pt idx="3540">
                  <c:v>6.0</c:v>
                </c:pt>
                <c:pt idx="3541">
                  <c:v>6.0</c:v>
                </c:pt>
                <c:pt idx="3542">
                  <c:v>6.0</c:v>
                </c:pt>
                <c:pt idx="3543">
                  <c:v>6.0</c:v>
                </c:pt>
                <c:pt idx="3544">
                  <c:v>6.0</c:v>
                </c:pt>
                <c:pt idx="3545">
                  <c:v>6.0</c:v>
                </c:pt>
                <c:pt idx="3546">
                  <c:v>6.0</c:v>
                </c:pt>
                <c:pt idx="3547">
                  <c:v>6.0</c:v>
                </c:pt>
                <c:pt idx="3548">
                  <c:v>6.0</c:v>
                </c:pt>
                <c:pt idx="3549">
                  <c:v>6.0</c:v>
                </c:pt>
                <c:pt idx="3550">
                  <c:v>6.0</c:v>
                </c:pt>
                <c:pt idx="3551">
                  <c:v>6.0</c:v>
                </c:pt>
                <c:pt idx="3552">
                  <c:v>6.0</c:v>
                </c:pt>
                <c:pt idx="3553">
                  <c:v>6.0</c:v>
                </c:pt>
                <c:pt idx="3554">
                  <c:v>6.0</c:v>
                </c:pt>
                <c:pt idx="3555">
                  <c:v>6.0</c:v>
                </c:pt>
                <c:pt idx="3556">
                  <c:v>6.0</c:v>
                </c:pt>
                <c:pt idx="3557">
                  <c:v>6.0</c:v>
                </c:pt>
                <c:pt idx="3558">
                  <c:v>6.0</c:v>
                </c:pt>
                <c:pt idx="3559">
                  <c:v>6.0</c:v>
                </c:pt>
                <c:pt idx="3560">
                  <c:v>6.0</c:v>
                </c:pt>
                <c:pt idx="3561">
                  <c:v>6.0</c:v>
                </c:pt>
                <c:pt idx="3562">
                  <c:v>6.0</c:v>
                </c:pt>
                <c:pt idx="3563">
                  <c:v>6.0</c:v>
                </c:pt>
                <c:pt idx="3564">
                  <c:v>6.0</c:v>
                </c:pt>
                <c:pt idx="3565">
                  <c:v>6.0</c:v>
                </c:pt>
                <c:pt idx="3566">
                  <c:v>6.0</c:v>
                </c:pt>
                <c:pt idx="3567">
                  <c:v>6.0</c:v>
                </c:pt>
                <c:pt idx="3568">
                  <c:v>6.0</c:v>
                </c:pt>
                <c:pt idx="3569">
                  <c:v>6.0</c:v>
                </c:pt>
                <c:pt idx="3570">
                  <c:v>6.0</c:v>
                </c:pt>
                <c:pt idx="3571">
                  <c:v>6.0</c:v>
                </c:pt>
                <c:pt idx="3572">
                  <c:v>6.0</c:v>
                </c:pt>
                <c:pt idx="3573">
                  <c:v>6.0</c:v>
                </c:pt>
                <c:pt idx="3574">
                  <c:v>6.0</c:v>
                </c:pt>
                <c:pt idx="3575">
                  <c:v>6.0</c:v>
                </c:pt>
                <c:pt idx="3576">
                  <c:v>6.0</c:v>
                </c:pt>
                <c:pt idx="3577">
                  <c:v>6.0</c:v>
                </c:pt>
                <c:pt idx="3578">
                  <c:v>6.0</c:v>
                </c:pt>
                <c:pt idx="3579">
                  <c:v>6.0</c:v>
                </c:pt>
                <c:pt idx="3580">
                  <c:v>6.0</c:v>
                </c:pt>
                <c:pt idx="3581">
                  <c:v>6.0</c:v>
                </c:pt>
                <c:pt idx="3582">
                  <c:v>6.0</c:v>
                </c:pt>
                <c:pt idx="3583">
                  <c:v>6.0</c:v>
                </c:pt>
                <c:pt idx="3584">
                  <c:v>6.0</c:v>
                </c:pt>
                <c:pt idx="3585">
                  <c:v>6.0</c:v>
                </c:pt>
                <c:pt idx="3586">
                  <c:v>6.0</c:v>
                </c:pt>
                <c:pt idx="3587">
                  <c:v>6.0</c:v>
                </c:pt>
                <c:pt idx="3588">
                  <c:v>6.0</c:v>
                </c:pt>
                <c:pt idx="3589">
                  <c:v>6.0</c:v>
                </c:pt>
                <c:pt idx="3590">
                  <c:v>6.0</c:v>
                </c:pt>
                <c:pt idx="3591">
                  <c:v>6.0</c:v>
                </c:pt>
                <c:pt idx="3592">
                  <c:v>6.0</c:v>
                </c:pt>
                <c:pt idx="3593">
                  <c:v>6.0</c:v>
                </c:pt>
                <c:pt idx="3594">
                  <c:v>6.0</c:v>
                </c:pt>
                <c:pt idx="3595">
                  <c:v>6.0</c:v>
                </c:pt>
                <c:pt idx="3596">
                  <c:v>6.0</c:v>
                </c:pt>
                <c:pt idx="3597">
                  <c:v>6.0</c:v>
                </c:pt>
                <c:pt idx="3598">
                  <c:v>6.0</c:v>
                </c:pt>
                <c:pt idx="3599">
                  <c:v>6.0</c:v>
                </c:pt>
                <c:pt idx="3600">
                  <c:v>6.0</c:v>
                </c:pt>
                <c:pt idx="3601">
                  <c:v>6.0</c:v>
                </c:pt>
                <c:pt idx="3602">
                  <c:v>6.0</c:v>
                </c:pt>
                <c:pt idx="3603">
                  <c:v>6.0</c:v>
                </c:pt>
                <c:pt idx="3604">
                  <c:v>6.0</c:v>
                </c:pt>
                <c:pt idx="3605">
                  <c:v>6.0</c:v>
                </c:pt>
                <c:pt idx="3606">
                  <c:v>6.0</c:v>
                </c:pt>
                <c:pt idx="3607">
                  <c:v>6.0</c:v>
                </c:pt>
                <c:pt idx="3608">
                  <c:v>6.0</c:v>
                </c:pt>
                <c:pt idx="3609">
                  <c:v>6.0</c:v>
                </c:pt>
                <c:pt idx="3610">
                  <c:v>6.0</c:v>
                </c:pt>
                <c:pt idx="3611">
                  <c:v>6.0</c:v>
                </c:pt>
                <c:pt idx="3612">
                  <c:v>6.0</c:v>
                </c:pt>
                <c:pt idx="3613">
                  <c:v>6.0</c:v>
                </c:pt>
                <c:pt idx="3614">
                  <c:v>6.0</c:v>
                </c:pt>
                <c:pt idx="3615">
                  <c:v>6.0</c:v>
                </c:pt>
                <c:pt idx="3616">
                  <c:v>6.0</c:v>
                </c:pt>
                <c:pt idx="3617">
                  <c:v>6.0</c:v>
                </c:pt>
                <c:pt idx="3618">
                  <c:v>6.0</c:v>
                </c:pt>
                <c:pt idx="3619">
                  <c:v>6.0</c:v>
                </c:pt>
                <c:pt idx="3620">
                  <c:v>6.0</c:v>
                </c:pt>
                <c:pt idx="3621">
                  <c:v>6.0</c:v>
                </c:pt>
                <c:pt idx="3622">
                  <c:v>6.0</c:v>
                </c:pt>
                <c:pt idx="3623">
                  <c:v>6.0</c:v>
                </c:pt>
                <c:pt idx="3624">
                  <c:v>6.0</c:v>
                </c:pt>
                <c:pt idx="3625">
                  <c:v>6.0</c:v>
                </c:pt>
                <c:pt idx="3626">
                  <c:v>6.0</c:v>
                </c:pt>
                <c:pt idx="3627">
                  <c:v>6.0</c:v>
                </c:pt>
                <c:pt idx="3628">
                  <c:v>6.0</c:v>
                </c:pt>
                <c:pt idx="3629">
                  <c:v>6.0</c:v>
                </c:pt>
                <c:pt idx="3630">
                  <c:v>6.0</c:v>
                </c:pt>
                <c:pt idx="3631">
                  <c:v>6.0</c:v>
                </c:pt>
                <c:pt idx="3632">
                  <c:v>6.0</c:v>
                </c:pt>
                <c:pt idx="3633">
                  <c:v>6.0</c:v>
                </c:pt>
                <c:pt idx="3634">
                  <c:v>6.0</c:v>
                </c:pt>
                <c:pt idx="3635">
                  <c:v>6.0</c:v>
                </c:pt>
                <c:pt idx="3636">
                  <c:v>6.0</c:v>
                </c:pt>
                <c:pt idx="3637">
                  <c:v>6.0</c:v>
                </c:pt>
                <c:pt idx="3638">
                  <c:v>6.0</c:v>
                </c:pt>
                <c:pt idx="3639">
                  <c:v>6.0</c:v>
                </c:pt>
                <c:pt idx="3640">
                  <c:v>6.0</c:v>
                </c:pt>
                <c:pt idx="3641">
                  <c:v>6.0</c:v>
                </c:pt>
                <c:pt idx="3642">
                  <c:v>6.0</c:v>
                </c:pt>
                <c:pt idx="3643">
                  <c:v>6.0</c:v>
                </c:pt>
                <c:pt idx="3644">
                  <c:v>6.0</c:v>
                </c:pt>
                <c:pt idx="3645">
                  <c:v>6.0</c:v>
                </c:pt>
                <c:pt idx="3646">
                  <c:v>6.0</c:v>
                </c:pt>
                <c:pt idx="3647">
                  <c:v>6.0</c:v>
                </c:pt>
                <c:pt idx="3648">
                  <c:v>6.0</c:v>
                </c:pt>
                <c:pt idx="3649">
                  <c:v>6.0</c:v>
                </c:pt>
                <c:pt idx="3650">
                  <c:v>6.0</c:v>
                </c:pt>
                <c:pt idx="3651">
                  <c:v>6.0</c:v>
                </c:pt>
                <c:pt idx="3652">
                  <c:v>6.0</c:v>
                </c:pt>
                <c:pt idx="3653">
                  <c:v>6.0</c:v>
                </c:pt>
                <c:pt idx="3654">
                  <c:v>6.0</c:v>
                </c:pt>
                <c:pt idx="3655">
                  <c:v>6.0</c:v>
                </c:pt>
                <c:pt idx="3656">
                  <c:v>6.0</c:v>
                </c:pt>
                <c:pt idx="3657">
                  <c:v>6.0</c:v>
                </c:pt>
                <c:pt idx="3658">
                  <c:v>6.0</c:v>
                </c:pt>
                <c:pt idx="3659">
                  <c:v>6.0</c:v>
                </c:pt>
                <c:pt idx="3660">
                  <c:v>6.0</c:v>
                </c:pt>
                <c:pt idx="3661">
                  <c:v>6.0</c:v>
                </c:pt>
                <c:pt idx="3662">
                  <c:v>6.0</c:v>
                </c:pt>
                <c:pt idx="3663">
                  <c:v>6.0</c:v>
                </c:pt>
                <c:pt idx="3664">
                  <c:v>6.0</c:v>
                </c:pt>
                <c:pt idx="3665">
                  <c:v>6.0</c:v>
                </c:pt>
                <c:pt idx="3666">
                  <c:v>6.0</c:v>
                </c:pt>
                <c:pt idx="3667">
                  <c:v>6.0</c:v>
                </c:pt>
                <c:pt idx="3668">
                  <c:v>6.0</c:v>
                </c:pt>
                <c:pt idx="3669">
                  <c:v>6.0</c:v>
                </c:pt>
                <c:pt idx="3670">
                  <c:v>6.0</c:v>
                </c:pt>
                <c:pt idx="3671">
                  <c:v>6.0</c:v>
                </c:pt>
                <c:pt idx="3672">
                  <c:v>6.0</c:v>
                </c:pt>
                <c:pt idx="3673">
                  <c:v>6.0</c:v>
                </c:pt>
                <c:pt idx="3674">
                  <c:v>6.0</c:v>
                </c:pt>
                <c:pt idx="3675">
                  <c:v>6.0</c:v>
                </c:pt>
                <c:pt idx="3676">
                  <c:v>6.0</c:v>
                </c:pt>
                <c:pt idx="3677">
                  <c:v>6.0</c:v>
                </c:pt>
                <c:pt idx="3678">
                  <c:v>6.0</c:v>
                </c:pt>
                <c:pt idx="3679">
                  <c:v>6.0</c:v>
                </c:pt>
                <c:pt idx="3680">
                  <c:v>6.0</c:v>
                </c:pt>
                <c:pt idx="3681">
                  <c:v>6.0</c:v>
                </c:pt>
                <c:pt idx="3682">
                  <c:v>6.0</c:v>
                </c:pt>
                <c:pt idx="3683">
                  <c:v>6.0</c:v>
                </c:pt>
                <c:pt idx="3684">
                  <c:v>6.0</c:v>
                </c:pt>
                <c:pt idx="3685">
                  <c:v>6.0</c:v>
                </c:pt>
                <c:pt idx="3686">
                  <c:v>6.0</c:v>
                </c:pt>
                <c:pt idx="3687">
                  <c:v>6.0</c:v>
                </c:pt>
                <c:pt idx="3688">
                  <c:v>6.0</c:v>
                </c:pt>
                <c:pt idx="3689">
                  <c:v>6.0</c:v>
                </c:pt>
                <c:pt idx="3690">
                  <c:v>6.0</c:v>
                </c:pt>
                <c:pt idx="3691">
                  <c:v>6.0</c:v>
                </c:pt>
                <c:pt idx="3692">
                  <c:v>6.0</c:v>
                </c:pt>
                <c:pt idx="3693">
                  <c:v>6.0</c:v>
                </c:pt>
                <c:pt idx="3694">
                  <c:v>6.0</c:v>
                </c:pt>
                <c:pt idx="3695">
                  <c:v>6.0</c:v>
                </c:pt>
                <c:pt idx="3696">
                  <c:v>6.0</c:v>
                </c:pt>
                <c:pt idx="3697">
                  <c:v>6.0</c:v>
                </c:pt>
                <c:pt idx="3698">
                  <c:v>6.0</c:v>
                </c:pt>
                <c:pt idx="3699">
                  <c:v>6.0</c:v>
                </c:pt>
                <c:pt idx="3700">
                  <c:v>6.0</c:v>
                </c:pt>
                <c:pt idx="3701">
                  <c:v>6.0</c:v>
                </c:pt>
                <c:pt idx="3702">
                  <c:v>6.0</c:v>
                </c:pt>
                <c:pt idx="3703">
                  <c:v>6.0</c:v>
                </c:pt>
                <c:pt idx="3704">
                  <c:v>6.0</c:v>
                </c:pt>
                <c:pt idx="3705">
                  <c:v>6.0</c:v>
                </c:pt>
                <c:pt idx="3706">
                  <c:v>6.0</c:v>
                </c:pt>
                <c:pt idx="3707">
                  <c:v>6.0</c:v>
                </c:pt>
                <c:pt idx="3708">
                  <c:v>6.0</c:v>
                </c:pt>
                <c:pt idx="3709">
                  <c:v>6.0</c:v>
                </c:pt>
                <c:pt idx="3710">
                  <c:v>6.0</c:v>
                </c:pt>
                <c:pt idx="3711">
                  <c:v>6.0</c:v>
                </c:pt>
                <c:pt idx="3712">
                  <c:v>6.0</c:v>
                </c:pt>
                <c:pt idx="3713">
                  <c:v>6.0</c:v>
                </c:pt>
                <c:pt idx="3714">
                  <c:v>6.0</c:v>
                </c:pt>
                <c:pt idx="3715">
                  <c:v>6.0</c:v>
                </c:pt>
                <c:pt idx="3716">
                  <c:v>6.0</c:v>
                </c:pt>
                <c:pt idx="3717">
                  <c:v>6.0</c:v>
                </c:pt>
                <c:pt idx="3718">
                  <c:v>6.0</c:v>
                </c:pt>
                <c:pt idx="3719">
                  <c:v>6.0</c:v>
                </c:pt>
                <c:pt idx="3720">
                  <c:v>6.0</c:v>
                </c:pt>
                <c:pt idx="3721">
                  <c:v>6.0</c:v>
                </c:pt>
                <c:pt idx="3722">
                  <c:v>6.0</c:v>
                </c:pt>
                <c:pt idx="3723">
                  <c:v>6.0</c:v>
                </c:pt>
                <c:pt idx="3724">
                  <c:v>6.0</c:v>
                </c:pt>
                <c:pt idx="3725">
                  <c:v>6.0</c:v>
                </c:pt>
                <c:pt idx="3726">
                  <c:v>6.0</c:v>
                </c:pt>
                <c:pt idx="3727">
                  <c:v>6.0</c:v>
                </c:pt>
                <c:pt idx="3728">
                  <c:v>6.0</c:v>
                </c:pt>
                <c:pt idx="3729">
                  <c:v>6.0</c:v>
                </c:pt>
                <c:pt idx="3730">
                  <c:v>6.0</c:v>
                </c:pt>
                <c:pt idx="3731">
                  <c:v>6.0</c:v>
                </c:pt>
                <c:pt idx="3732">
                  <c:v>6.0</c:v>
                </c:pt>
                <c:pt idx="3733">
                  <c:v>6.0</c:v>
                </c:pt>
                <c:pt idx="3734">
                  <c:v>6.0</c:v>
                </c:pt>
                <c:pt idx="3735">
                  <c:v>6.0</c:v>
                </c:pt>
                <c:pt idx="3736">
                  <c:v>6.0</c:v>
                </c:pt>
                <c:pt idx="3737">
                  <c:v>6.0</c:v>
                </c:pt>
                <c:pt idx="3738">
                  <c:v>6.0</c:v>
                </c:pt>
                <c:pt idx="3739">
                  <c:v>6.0</c:v>
                </c:pt>
                <c:pt idx="3740">
                  <c:v>6.0</c:v>
                </c:pt>
                <c:pt idx="3741">
                  <c:v>6.0</c:v>
                </c:pt>
                <c:pt idx="3742">
                  <c:v>6.0</c:v>
                </c:pt>
                <c:pt idx="3743">
                  <c:v>6.0</c:v>
                </c:pt>
                <c:pt idx="3744">
                  <c:v>6.0</c:v>
                </c:pt>
                <c:pt idx="3745">
                  <c:v>6.0</c:v>
                </c:pt>
                <c:pt idx="3746">
                  <c:v>6.0</c:v>
                </c:pt>
                <c:pt idx="3747">
                  <c:v>6.0</c:v>
                </c:pt>
                <c:pt idx="3748">
                  <c:v>6.0</c:v>
                </c:pt>
                <c:pt idx="3749">
                  <c:v>6.0</c:v>
                </c:pt>
                <c:pt idx="3750">
                  <c:v>6.0</c:v>
                </c:pt>
                <c:pt idx="3751">
                  <c:v>6.0</c:v>
                </c:pt>
                <c:pt idx="3752">
                  <c:v>6.0</c:v>
                </c:pt>
                <c:pt idx="3753">
                  <c:v>6.0</c:v>
                </c:pt>
                <c:pt idx="3754">
                  <c:v>6.0</c:v>
                </c:pt>
                <c:pt idx="3755">
                  <c:v>6.0</c:v>
                </c:pt>
                <c:pt idx="3756">
                  <c:v>6.0</c:v>
                </c:pt>
                <c:pt idx="3757">
                  <c:v>6.0</c:v>
                </c:pt>
                <c:pt idx="3758">
                  <c:v>6.0</c:v>
                </c:pt>
                <c:pt idx="3759">
                  <c:v>6.0</c:v>
                </c:pt>
                <c:pt idx="3760">
                  <c:v>6.0</c:v>
                </c:pt>
                <c:pt idx="3761">
                  <c:v>6.0</c:v>
                </c:pt>
                <c:pt idx="3762">
                  <c:v>6.0</c:v>
                </c:pt>
                <c:pt idx="3763">
                  <c:v>6.0</c:v>
                </c:pt>
                <c:pt idx="3764">
                  <c:v>6.0</c:v>
                </c:pt>
                <c:pt idx="3765">
                  <c:v>6.0</c:v>
                </c:pt>
                <c:pt idx="3766">
                  <c:v>6.0</c:v>
                </c:pt>
                <c:pt idx="3767">
                  <c:v>6.0</c:v>
                </c:pt>
                <c:pt idx="3768">
                  <c:v>6.0</c:v>
                </c:pt>
                <c:pt idx="3769">
                  <c:v>6.0</c:v>
                </c:pt>
                <c:pt idx="3770">
                  <c:v>6.0</c:v>
                </c:pt>
                <c:pt idx="3771">
                  <c:v>6.0</c:v>
                </c:pt>
                <c:pt idx="3772">
                  <c:v>6.0</c:v>
                </c:pt>
                <c:pt idx="3773">
                  <c:v>6.0</c:v>
                </c:pt>
                <c:pt idx="3774">
                  <c:v>6.0</c:v>
                </c:pt>
                <c:pt idx="3775">
                  <c:v>6.0</c:v>
                </c:pt>
                <c:pt idx="3776">
                  <c:v>6.0</c:v>
                </c:pt>
                <c:pt idx="3777">
                  <c:v>6.0</c:v>
                </c:pt>
                <c:pt idx="3778">
                  <c:v>6.0</c:v>
                </c:pt>
                <c:pt idx="3779">
                  <c:v>6.0</c:v>
                </c:pt>
                <c:pt idx="3780">
                  <c:v>6.0</c:v>
                </c:pt>
                <c:pt idx="3781">
                  <c:v>6.0</c:v>
                </c:pt>
                <c:pt idx="3782">
                  <c:v>6.0</c:v>
                </c:pt>
                <c:pt idx="3783">
                  <c:v>6.0</c:v>
                </c:pt>
                <c:pt idx="3784">
                  <c:v>6.0</c:v>
                </c:pt>
                <c:pt idx="3785">
                  <c:v>6.0</c:v>
                </c:pt>
                <c:pt idx="3786">
                  <c:v>6.0</c:v>
                </c:pt>
                <c:pt idx="3787">
                  <c:v>6.0</c:v>
                </c:pt>
                <c:pt idx="3788">
                  <c:v>6.0</c:v>
                </c:pt>
                <c:pt idx="3789">
                  <c:v>6.0</c:v>
                </c:pt>
                <c:pt idx="3790">
                  <c:v>6.0</c:v>
                </c:pt>
                <c:pt idx="3791">
                  <c:v>6.0</c:v>
                </c:pt>
                <c:pt idx="3792">
                  <c:v>6.0</c:v>
                </c:pt>
                <c:pt idx="3793">
                  <c:v>6.0</c:v>
                </c:pt>
                <c:pt idx="3794">
                  <c:v>6.0</c:v>
                </c:pt>
                <c:pt idx="3795">
                  <c:v>6.0</c:v>
                </c:pt>
                <c:pt idx="3796">
                  <c:v>6.0</c:v>
                </c:pt>
                <c:pt idx="3797">
                  <c:v>6.0</c:v>
                </c:pt>
                <c:pt idx="3798">
                  <c:v>6.0</c:v>
                </c:pt>
                <c:pt idx="3799">
                  <c:v>6.0</c:v>
                </c:pt>
                <c:pt idx="3800">
                  <c:v>6.0</c:v>
                </c:pt>
                <c:pt idx="3801">
                  <c:v>6.0</c:v>
                </c:pt>
                <c:pt idx="3802">
                  <c:v>6.0</c:v>
                </c:pt>
                <c:pt idx="3803">
                  <c:v>6.0</c:v>
                </c:pt>
                <c:pt idx="3804">
                  <c:v>6.0</c:v>
                </c:pt>
                <c:pt idx="3805">
                  <c:v>6.0</c:v>
                </c:pt>
                <c:pt idx="3806">
                  <c:v>6.0</c:v>
                </c:pt>
                <c:pt idx="3807">
                  <c:v>6.0</c:v>
                </c:pt>
                <c:pt idx="3808">
                  <c:v>6.0</c:v>
                </c:pt>
                <c:pt idx="3809">
                  <c:v>6.0</c:v>
                </c:pt>
                <c:pt idx="3810">
                  <c:v>6.0</c:v>
                </c:pt>
                <c:pt idx="3811">
                  <c:v>6.0</c:v>
                </c:pt>
                <c:pt idx="3812">
                  <c:v>6.0</c:v>
                </c:pt>
                <c:pt idx="3813">
                  <c:v>6.0</c:v>
                </c:pt>
                <c:pt idx="3814">
                  <c:v>6.0</c:v>
                </c:pt>
                <c:pt idx="3815">
                  <c:v>6.0</c:v>
                </c:pt>
                <c:pt idx="3816">
                  <c:v>6.0</c:v>
                </c:pt>
                <c:pt idx="3817">
                  <c:v>6.0</c:v>
                </c:pt>
                <c:pt idx="3818">
                  <c:v>6.0</c:v>
                </c:pt>
                <c:pt idx="3819">
                  <c:v>6.0</c:v>
                </c:pt>
                <c:pt idx="3820">
                  <c:v>6.0</c:v>
                </c:pt>
                <c:pt idx="3821">
                  <c:v>6.0</c:v>
                </c:pt>
                <c:pt idx="3822">
                  <c:v>6.0</c:v>
                </c:pt>
                <c:pt idx="3823">
                  <c:v>6.0</c:v>
                </c:pt>
                <c:pt idx="3824">
                  <c:v>6.0</c:v>
                </c:pt>
                <c:pt idx="3825">
                  <c:v>6.0</c:v>
                </c:pt>
                <c:pt idx="3826">
                  <c:v>6.0</c:v>
                </c:pt>
                <c:pt idx="3827">
                  <c:v>6.0</c:v>
                </c:pt>
                <c:pt idx="3828">
                  <c:v>6.0</c:v>
                </c:pt>
                <c:pt idx="3829">
                  <c:v>6.0</c:v>
                </c:pt>
                <c:pt idx="3830">
                  <c:v>6.0</c:v>
                </c:pt>
                <c:pt idx="3831">
                  <c:v>6.0</c:v>
                </c:pt>
                <c:pt idx="3832">
                  <c:v>6.0</c:v>
                </c:pt>
                <c:pt idx="3833">
                  <c:v>6.0</c:v>
                </c:pt>
                <c:pt idx="3834">
                  <c:v>6.0</c:v>
                </c:pt>
                <c:pt idx="3835">
                  <c:v>6.0</c:v>
                </c:pt>
                <c:pt idx="3836">
                  <c:v>6.0</c:v>
                </c:pt>
                <c:pt idx="3837">
                  <c:v>6.0</c:v>
                </c:pt>
                <c:pt idx="3838">
                  <c:v>6.0</c:v>
                </c:pt>
                <c:pt idx="3839">
                  <c:v>6.0</c:v>
                </c:pt>
                <c:pt idx="3840">
                  <c:v>6.0</c:v>
                </c:pt>
                <c:pt idx="3841">
                  <c:v>6.0</c:v>
                </c:pt>
                <c:pt idx="3842">
                  <c:v>6.0</c:v>
                </c:pt>
                <c:pt idx="3843">
                  <c:v>6.0</c:v>
                </c:pt>
                <c:pt idx="3844">
                  <c:v>6.0</c:v>
                </c:pt>
                <c:pt idx="3845">
                  <c:v>6.0</c:v>
                </c:pt>
                <c:pt idx="3846">
                  <c:v>6.0</c:v>
                </c:pt>
                <c:pt idx="3847">
                  <c:v>6.0</c:v>
                </c:pt>
                <c:pt idx="3848">
                  <c:v>6.0</c:v>
                </c:pt>
                <c:pt idx="3849">
                  <c:v>6.0</c:v>
                </c:pt>
                <c:pt idx="3850">
                  <c:v>6.0</c:v>
                </c:pt>
                <c:pt idx="3851">
                  <c:v>6.0</c:v>
                </c:pt>
                <c:pt idx="3852">
                  <c:v>6.0</c:v>
                </c:pt>
                <c:pt idx="3853">
                  <c:v>6.0</c:v>
                </c:pt>
                <c:pt idx="3854">
                  <c:v>6.0</c:v>
                </c:pt>
                <c:pt idx="3855">
                  <c:v>6.0</c:v>
                </c:pt>
                <c:pt idx="3856">
                  <c:v>6.0</c:v>
                </c:pt>
                <c:pt idx="3857">
                  <c:v>6.0</c:v>
                </c:pt>
                <c:pt idx="3858">
                  <c:v>6.0</c:v>
                </c:pt>
                <c:pt idx="3859">
                  <c:v>6.0</c:v>
                </c:pt>
                <c:pt idx="3860">
                  <c:v>6.0</c:v>
                </c:pt>
                <c:pt idx="3861">
                  <c:v>6.0</c:v>
                </c:pt>
                <c:pt idx="3862">
                  <c:v>6.0</c:v>
                </c:pt>
                <c:pt idx="3863">
                  <c:v>6.0</c:v>
                </c:pt>
                <c:pt idx="3864">
                  <c:v>6.0</c:v>
                </c:pt>
                <c:pt idx="3865">
                  <c:v>6.0</c:v>
                </c:pt>
                <c:pt idx="3866">
                  <c:v>6.0</c:v>
                </c:pt>
                <c:pt idx="3867">
                  <c:v>6.0</c:v>
                </c:pt>
                <c:pt idx="3868">
                  <c:v>6.0</c:v>
                </c:pt>
                <c:pt idx="3869">
                  <c:v>6.0</c:v>
                </c:pt>
                <c:pt idx="3870">
                  <c:v>6.0</c:v>
                </c:pt>
                <c:pt idx="3871">
                  <c:v>6.0</c:v>
                </c:pt>
                <c:pt idx="3872">
                  <c:v>6.0</c:v>
                </c:pt>
                <c:pt idx="3873">
                  <c:v>6.0</c:v>
                </c:pt>
                <c:pt idx="3874">
                  <c:v>6.0</c:v>
                </c:pt>
                <c:pt idx="3875">
                  <c:v>6.0</c:v>
                </c:pt>
                <c:pt idx="3876">
                  <c:v>6.0</c:v>
                </c:pt>
                <c:pt idx="3877">
                  <c:v>6.0</c:v>
                </c:pt>
                <c:pt idx="3878">
                  <c:v>6.0</c:v>
                </c:pt>
                <c:pt idx="3879">
                  <c:v>6.0</c:v>
                </c:pt>
                <c:pt idx="3880">
                  <c:v>6.0</c:v>
                </c:pt>
                <c:pt idx="3881">
                  <c:v>6.0</c:v>
                </c:pt>
                <c:pt idx="3882">
                  <c:v>6.0</c:v>
                </c:pt>
                <c:pt idx="3883">
                  <c:v>6.0</c:v>
                </c:pt>
                <c:pt idx="3884">
                  <c:v>6.0</c:v>
                </c:pt>
                <c:pt idx="3885">
                  <c:v>6.0</c:v>
                </c:pt>
                <c:pt idx="3886">
                  <c:v>6.0</c:v>
                </c:pt>
                <c:pt idx="3887">
                  <c:v>6.0</c:v>
                </c:pt>
                <c:pt idx="3888">
                  <c:v>6.0</c:v>
                </c:pt>
                <c:pt idx="3889">
                  <c:v>6.0</c:v>
                </c:pt>
                <c:pt idx="3890">
                  <c:v>6.0</c:v>
                </c:pt>
                <c:pt idx="3891">
                  <c:v>6.0</c:v>
                </c:pt>
                <c:pt idx="3892">
                  <c:v>6.0</c:v>
                </c:pt>
                <c:pt idx="3893">
                  <c:v>6.0</c:v>
                </c:pt>
                <c:pt idx="3894">
                  <c:v>6.0</c:v>
                </c:pt>
                <c:pt idx="3895">
                  <c:v>6.0</c:v>
                </c:pt>
                <c:pt idx="3896">
                  <c:v>6.0</c:v>
                </c:pt>
                <c:pt idx="3897">
                  <c:v>6.0</c:v>
                </c:pt>
                <c:pt idx="3898">
                  <c:v>6.0</c:v>
                </c:pt>
                <c:pt idx="3899">
                  <c:v>6.0</c:v>
                </c:pt>
                <c:pt idx="3900">
                  <c:v>6.0</c:v>
                </c:pt>
                <c:pt idx="3901">
                  <c:v>6.0</c:v>
                </c:pt>
                <c:pt idx="3902">
                  <c:v>6.0</c:v>
                </c:pt>
                <c:pt idx="3903">
                  <c:v>6.0</c:v>
                </c:pt>
                <c:pt idx="3904">
                  <c:v>6.0</c:v>
                </c:pt>
                <c:pt idx="3905">
                  <c:v>6.0</c:v>
                </c:pt>
                <c:pt idx="3906">
                  <c:v>6.0</c:v>
                </c:pt>
                <c:pt idx="3907">
                  <c:v>6.0</c:v>
                </c:pt>
                <c:pt idx="3908">
                  <c:v>6.0</c:v>
                </c:pt>
                <c:pt idx="3909">
                  <c:v>6.0</c:v>
                </c:pt>
                <c:pt idx="3910">
                  <c:v>6.0</c:v>
                </c:pt>
                <c:pt idx="3911">
                  <c:v>6.0</c:v>
                </c:pt>
                <c:pt idx="3912">
                  <c:v>6.0</c:v>
                </c:pt>
                <c:pt idx="3913">
                  <c:v>6.0</c:v>
                </c:pt>
                <c:pt idx="3914">
                  <c:v>6.0</c:v>
                </c:pt>
                <c:pt idx="3915">
                  <c:v>6.0</c:v>
                </c:pt>
                <c:pt idx="3916">
                  <c:v>6.0</c:v>
                </c:pt>
                <c:pt idx="3917">
                  <c:v>6.0</c:v>
                </c:pt>
                <c:pt idx="3918">
                  <c:v>6.0</c:v>
                </c:pt>
                <c:pt idx="3919">
                  <c:v>6.0</c:v>
                </c:pt>
                <c:pt idx="3920">
                  <c:v>6.0</c:v>
                </c:pt>
                <c:pt idx="3921">
                  <c:v>6.0</c:v>
                </c:pt>
                <c:pt idx="3922">
                  <c:v>6.0</c:v>
                </c:pt>
                <c:pt idx="3923">
                  <c:v>6.0</c:v>
                </c:pt>
                <c:pt idx="3924">
                  <c:v>6.0</c:v>
                </c:pt>
                <c:pt idx="3925">
                  <c:v>6.0</c:v>
                </c:pt>
                <c:pt idx="3926">
                  <c:v>6.0</c:v>
                </c:pt>
                <c:pt idx="3927">
                  <c:v>6.0</c:v>
                </c:pt>
                <c:pt idx="3928">
                  <c:v>6.0</c:v>
                </c:pt>
                <c:pt idx="3929">
                  <c:v>6.0</c:v>
                </c:pt>
                <c:pt idx="3930">
                  <c:v>6.0</c:v>
                </c:pt>
                <c:pt idx="3931">
                  <c:v>6.0</c:v>
                </c:pt>
                <c:pt idx="3932">
                  <c:v>6.0</c:v>
                </c:pt>
                <c:pt idx="3933">
                  <c:v>6.0</c:v>
                </c:pt>
                <c:pt idx="3934">
                  <c:v>6.0</c:v>
                </c:pt>
                <c:pt idx="3935">
                  <c:v>6.0</c:v>
                </c:pt>
                <c:pt idx="3936">
                  <c:v>6.0</c:v>
                </c:pt>
                <c:pt idx="3937">
                  <c:v>6.0</c:v>
                </c:pt>
                <c:pt idx="3938">
                  <c:v>6.0</c:v>
                </c:pt>
                <c:pt idx="3939">
                  <c:v>6.0</c:v>
                </c:pt>
                <c:pt idx="3940">
                  <c:v>6.0</c:v>
                </c:pt>
                <c:pt idx="3941">
                  <c:v>6.0</c:v>
                </c:pt>
                <c:pt idx="3942">
                  <c:v>6.0</c:v>
                </c:pt>
                <c:pt idx="3943">
                  <c:v>6.0</c:v>
                </c:pt>
                <c:pt idx="3944">
                  <c:v>6.0</c:v>
                </c:pt>
                <c:pt idx="3945">
                  <c:v>6.0</c:v>
                </c:pt>
                <c:pt idx="3946">
                  <c:v>6.0</c:v>
                </c:pt>
                <c:pt idx="3947">
                  <c:v>6.0</c:v>
                </c:pt>
                <c:pt idx="3948">
                  <c:v>6.0</c:v>
                </c:pt>
                <c:pt idx="3949">
                  <c:v>6.0</c:v>
                </c:pt>
                <c:pt idx="3950">
                  <c:v>6.0</c:v>
                </c:pt>
                <c:pt idx="3951">
                  <c:v>6.0</c:v>
                </c:pt>
                <c:pt idx="3952">
                  <c:v>6.0</c:v>
                </c:pt>
                <c:pt idx="3953">
                  <c:v>6.0</c:v>
                </c:pt>
                <c:pt idx="3954">
                  <c:v>6.0</c:v>
                </c:pt>
                <c:pt idx="3955">
                  <c:v>6.0</c:v>
                </c:pt>
                <c:pt idx="3956">
                  <c:v>6.0</c:v>
                </c:pt>
                <c:pt idx="3957">
                  <c:v>6.0</c:v>
                </c:pt>
                <c:pt idx="3958">
                  <c:v>6.0</c:v>
                </c:pt>
                <c:pt idx="3959">
                  <c:v>6.0</c:v>
                </c:pt>
                <c:pt idx="3960">
                  <c:v>6.0</c:v>
                </c:pt>
                <c:pt idx="3961">
                  <c:v>6.0</c:v>
                </c:pt>
                <c:pt idx="3962">
                  <c:v>6.0</c:v>
                </c:pt>
                <c:pt idx="3963">
                  <c:v>6.0</c:v>
                </c:pt>
                <c:pt idx="3964">
                  <c:v>6.0</c:v>
                </c:pt>
                <c:pt idx="3965">
                  <c:v>6.0</c:v>
                </c:pt>
                <c:pt idx="3966">
                  <c:v>6.0</c:v>
                </c:pt>
                <c:pt idx="3967">
                  <c:v>6.0</c:v>
                </c:pt>
                <c:pt idx="3968">
                  <c:v>6.0</c:v>
                </c:pt>
                <c:pt idx="3969">
                  <c:v>6.0</c:v>
                </c:pt>
                <c:pt idx="3970">
                  <c:v>6.0</c:v>
                </c:pt>
                <c:pt idx="3971">
                  <c:v>6.0</c:v>
                </c:pt>
                <c:pt idx="3972">
                  <c:v>6.0</c:v>
                </c:pt>
                <c:pt idx="3973">
                  <c:v>6.0</c:v>
                </c:pt>
                <c:pt idx="3974">
                  <c:v>6.0</c:v>
                </c:pt>
                <c:pt idx="3975">
                  <c:v>6.0</c:v>
                </c:pt>
                <c:pt idx="3976">
                  <c:v>6.0</c:v>
                </c:pt>
                <c:pt idx="3977">
                  <c:v>6.0</c:v>
                </c:pt>
                <c:pt idx="3978">
                  <c:v>6.0</c:v>
                </c:pt>
                <c:pt idx="3979">
                  <c:v>6.0</c:v>
                </c:pt>
                <c:pt idx="3980">
                  <c:v>6.0</c:v>
                </c:pt>
                <c:pt idx="3981">
                  <c:v>6.0</c:v>
                </c:pt>
                <c:pt idx="3982">
                  <c:v>6.0</c:v>
                </c:pt>
                <c:pt idx="3983">
                  <c:v>6.0</c:v>
                </c:pt>
                <c:pt idx="3984">
                  <c:v>6.0</c:v>
                </c:pt>
                <c:pt idx="3985">
                  <c:v>6.0</c:v>
                </c:pt>
                <c:pt idx="3986">
                  <c:v>6.0</c:v>
                </c:pt>
                <c:pt idx="3987">
                  <c:v>6.0</c:v>
                </c:pt>
                <c:pt idx="3988">
                  <c:v>6.0</c:v>
                </c:pt>
                <c:pt idx="3989">
                  <c:v>6.0</c:v>
                </c:pt>
                <c:pt idx="3990">
                  <c:v>6.0</c:v>
                </c:pt>
                <c:pt idx="3991">
                  <c:v>6.0</c:v>
                </c:pt>
                <c:pt idx="3992">
                  <c:v>6.0</c:v>
                </c:pt>
                <c:pt idx="3993">
                  <c:v>6.0</c:v>
                </c:pt>
                <c:pt idx="3994">
                  <c:v>6.0</c:v>
                </c:pt>
                <c:pt idx="3995">
                  <c:v>6.0</c:v>
                </c:pt>
                <c:pt idx="3996">
                  <c:v>6.0</c:v>
                </c:pt>
                <c:pt idx="3997">
                  <c:v>6.0</c:v>
                </c:pt>
                <c:pt idx="3998">
                  <c:v>6.0</c:v>
                </c:pt>
                <c:pt idx="3999">
                  <c:v>6.0</c:v>
                </c:pt>
                <c:pt idx="4000">
                  <c:v>6.0</c:v>
                </c:pt>
                <c:pt idx="4001">
                  <c:v>6.0</c:v>
                </c:pt>
                <c:pt idx="4002">
                  <c:v>6.0</c:v>
                </c:pt>
                <c:pt idx="4003">
                  <c:v>6.0</c:v>
                </c:pt>
                <c:pt idx="4004">
                  <c:v>6.0</c:v>
                </c:pt>
                <c:pt idx="4005">
                  <c:v>6.0</c:v>
                </c:pt>
                <c:pt idx="4006">
                  <c:v>6.0</c:v>
                </c:pt>
                <c:pt idx="4007">
                  <c:v>6.0</c:v>
                </c:pt>
                <c:pt idx="4008">
                  <c:v>6.0</c:v>
                </c:pt>
                <c:pt idx="4009">
                  <c:v>6.0</c:v>
                </c:pt>
                <c:pt idx="4010">
                  <c:v>6.0</c:v>
                </c:pt>
                <c:pt idx="4011">
                  <c:v>6.0</c:v>
                </c:pt>
                <c:pt idx="4012">
                  <c:v>6.0</c:v>
                </c:pt>
                <c:pt idx="4013">
                  <c:v>6.0</c:v>
                </c:pt>
                <c:pt idx="4014">
                  <c:v>6.0</c:v>
                </c:pt>
                <c:pt idx="4015">
                  <c:v>6.0</c:v>
                </c:pt>
                <c:pt idx="4016">
                  <c:v>6.0</c:v>
                </c:pt>
                <c:pt idx="4017">
                  <c:v>6.0</c:v>
                </c:pt>
                <c:pt idx="4018">
                  <c:v>6.0</c:v>
                </c:pt>
                <c:pt idx="4019">
                  <c:v>6.0</c:v>
                </c:pt>
                <c:pt idx="4020">
                  <c:v>6.0</c:v>
                </c:pt>
                <c:pt idx="4021">
                  <c:v>6.0</c:v>
                </c:pt>
                <c:pt idx="4022">
                  <c:v>6.0</c:v>
                </c:pt>
                <c:pt idx="4023">
                  <c:v>6.0</c:v>
                </c:pt>
                <c:pt idx="4024">
                  <c:v>6.0</c:v>
                </c:pt>
                <c:pt idx="4025">
                  <c:v>6.0</c:v>
                </c:pt>
                <c:pt idx="4026">
                  <c:v>6.0</c:v>
                </c:pt>
                <c:pt idx="4027">
                  <c:v>6.0</c:v>
                </c:pt>
                <c:pt idx="4028">
                  <c:v>6.0</c:v>
                </c:pt>
                <c:pt idx="4029">
                  <c:v>6.0</c:v>
                </c:pt>
                <c:pt idx="4030">
                  <c:v>6.0</c:v>
                </c:pt>
                <c:pt idx="4031">
                  <c:v>6.0</c:v>
                </c:pt>
                <c:pt idx="4032">
                  <c:v>6.0</c:v>
                </c:pt>
                <c:pt idx="4033">
                  <c:v>6.0</c:v>
                </c:pt>
                <c:pt idx="4034">
                  <c:v>6.0</c:v>
                </c:pt>
                <c:pt idx="4035">
                  <c:v>6.0</c:v>
                </c:pt>
                <c:pt idx="4036">
                  <c:v>6.0</c:v>
                </c:pt>
                <c:pt idx="4037">
                  <c:v>6.0</c:v>
                </c:pt>
                <c:pt idx="4038">
                  <c:v>6.0</c:v>
                </c:pt>
                <c:pt idx="4039">
                  <c:v>6.0</c:v>
                </c:pt>
                <c:pt idx="4040">
                  <c:v>6.0</c:v>
                </c:pt>
                <c:pt idx="4041">
                  <c:v>6.0</c:v>
                </c:pt>
                <c:pt idx="4042">
                  <c:v>6.0</c:v>
                </c:pt>
                <c:pt idx="4043">
                  <c:v>6.0</c:v>
                </c:pt>
                <c:pt idx="4044">
                  <c:v>6.0</c:v>
                </c:pt>
                <c:pt idx="4045">
                  <c:v>6.0</c:v>
                </c:pt>
                <c:pt idx="4046">
                  <c:v>6.0</c:v>
                </c:pt>
                <c:pt idx="4047">
                  <c:v>6.0</c:v>
                </c:pt>
                <c:pt idx="4048">
                  <c:v>6.0</c:v>
                </c:pt>
                <c:pt idx="4049">
                  <c:v>6.0</c:v>
                </c:pt>
                <c:pt idx="4050">
                  <c:v>6.0</c:v>
                </c:pt>
                <c:pt idx="4051">
                  <c:v>6.0</c:v>
                </c:pt>
                <c:pt idx="4052">
                  <c:v>6.0</c:v>
                </c:pt>
                <c:pt idx="4053">
                  <c:v>6.0</c:v>
                </c:pt>
                <c:pt idx="4054">
                  <c:v>6.0</c:v>
                </c:pt>
                <c:pt idx="4055">
                  <c:v>6.0</c:v>
                </c:pt>
                <c:pt idx="4056">
                  <c:v>6.0</c:v>
                </c:pt>
                <c:pt idx="4057">
                  <c:v>6.0</c:v>
                </c:pt>
                <c:pt idx="4058">
                  <c:v>6.0</c:v>
                </c:pt>
                <c:pt idx="4059">
                  <c:v>6.0</c:v>
                </c:pt>
                <c:pt idx="4060">
                  <c:v>6.0</c:v>
                </c:pt>
                <c:pt idx="4061">
                  <c:v>6.0</c:v>
                </c:pt>
                <c:pt idx="4062">
                  <c:v>6.0</c:v>
                </c:pt>
                <c:pt idx="4063">
                  <c:v>6.0</c:v>
                </c:pt>
                <c:pt idx="4064">
                  <c:v>6.0</c:v>
                </c:pt>
                <c:pt idx="4065">
                  <c:v>6.0</c:v>
                </c:pt>
                <c:pt idx="4066">
                  <c:v>6.0</c:v>
                </c:pt>
                <c:pt idx="4067">
                  <c:v>6.0</c:v>
                </c:pt>
                <c:pt idx="4068">
                  <c:v>6.0</c:v>
                </c:pt>
                <c:pt idx="4069">
                  <c:v>6.0</c:v>
                </c:pt>
                <c:pt idx="4070">
                  <c:v>6.0</c:v>
                </c:pt>
                <c:pt idx="4071">
                  <c:v>6.0</c:v>
                </c:pt>
                <c:pt idx="4072">
                  <c:v>6.0</c:v>
                </c:pt>
                <c:pt idx="4073">
                  <c:v>6.0</c:v>
                </c:pt>
                <c:pt idx="4074">
                  <c:v>6.0</c:v>
                </c:pt>
                <c:pt idx="4075">
                  <c:v>6.0</c:v>
                </c:pt>
                <c:pt idx="4076">
                  <c:v>6.0</c:v>
                </c:pt>
                <c:pt idx="4077">
                  <c:v>6.0</c:v>
                </c:pt>
                <c:pt idx="4078">
                  <c:v>6.0</c:v>
                </c:pt>
                <c:pt idx="4079">
                  <c:v>6.0</c:v>
                </c:pt>
                <c:pt idx="4080">
                  <c:v>6.0</c:v>
                </c:pt>
                <c:pt idx="4081">
                  <c:v>6.0</c:v>
                </c:pt>
                <c:pt idx="4082">
                  <c:v>6.0</c:v>
                </c:pt>
                <c:pt idx="4083">
                  <c:v>6.0</c:v>
                </c:pt>
                <c:pt idx="4084">
                  <c:v>6.0</c:v>
                </c:pt>
                <c:pt idx="4085">
                  <c:v>6.0</c:v>
                </c:pt>
                <c:pt idx="4086">
                  <c:v>6.0</c:v>
                </c:pt>
                <c:pt idx="4087">
                  <c:v>6.0</c:v>
                </c:pt>
                <c:pt idx="4088">
                  <c:v>6.0</c:v>
                </c:pt>
                <c:pt idx="4089">
                  <c:v>6.0</c:v>
                </c:pt>
                <c:pt idx="4090">
                  <c:v>6.0</c:v>
                </c:pt>
                <c:pt idx="4091">
                  <c:v>6.0</c:v>
                </c:pt>
                <c:pt idx="4092">
                  <c:v>6.0</c:v>
                </c:pt>
                <c:pt idx="4093">
                  <c:v>6.0</c:v>
                </c:pt>
                <c:pt idx="4094">
                  <c:v>6.0</c:v>
                </c:pt>
                <c:pt idx="4095">
                  <c:v>6.0</c:v>
                </c:pt>
                <c:pt idx="4096">
                  <c:v>6.0</c:v>
                </c:pt>
                <c:pt idx="4097">
                  <c:v>6.0</c:v>
                </c:pt>
                <c:pt idx="4098">
                  <c:v>6.0</c:v>
                </c:pt>
                <c:pt idx="4099">
                  <c:v>6.0</c:v>
                </c:pt>
                <c:pt idx="4100">
                  <c:v>6.0</c:v>
                </c:pt>
                <c:pt idx="4101">
                  <c:v>6.0</c:v>
                </c:pt>
                <c:pt idx="4102">
                  <c:v>6.0</c:v>
                </c:pt>
                <c:pt idx="4103">
                  <c:v>6.0</c:v>
                </c:pt>
                <c:pt idx="4104">
                  <c:v>6.0</c:v>
                </c:pt>
                <c:pt idx="4105">
                  <c:v>6.0</c:v>
                </c:pt>
                <c:pt idx="4106">
                  <c:v>6.0</c:v>
                </c:pt>
                <c:pt idx="4107">
                  <c:v>6.0</c:v>
                </c:pt>
                <c:pt idx="4108">
                  <c:v>6.0</c:v>
                </c:pt>
                <c:pt idx="4109">
                  <c:v>6.0</c:v>
                </c:pt>
                <c:pt idx="4110">
                  <c:v>6.0</c:v>
                </c:pt>
                <c:pt idx="4111">
                  <c:v>6.0</c:v>
                </c:pt>
                <c:pt idx="4112">
                  <c:v>6.0</c:v>
                </c:pt>
                <c:pt idx="4113">
                  <c:v>6.0</c:v>
                </c:pt>
                <c:pt idx="4114">
                  <c:v>6.0</c:v>
                </c:pt>
                <c:pt idx="4115">
                  <c:v>6.0</c:v>
                </c:pt>
                <c:pt idx="4116">
                  <c:v>6.0</c:v>
                </c:pt>
                <c:pt idx="4117">
                  <c:v>6.0</c:v>
                </c:pt>
                <c:pt idx="4118">
                  <c:v>6.0</c:v>
                </c:pt>
                <c:pt idx="4119">
                  <c:v>6.0</c:v>
                </c:pt>
                <c:pt idx="4120">
                  <c:v>6.0</c:v>
                </c:pt>
                <c:pt idx="4121">
                  <c:v>6.0</c:v>
                </c:pt>
                <c:pt idx="4122">
                  <c:v>6.0</c:v>
                </c:pt>
                <c:pt idx="4123">
                  <c:v>6.0</c:v>
                </c:pt>
                <c:pt idx="4124">
                  <c:v>6.0</c:v>
                </c:pt>
                <c:pt idx="4125">
                  <c:v>6.0</c:v>
                </c:pt>
                <c:pt idx="4126">
                  <c:v>6.0</c:v>
                </c:pt>
                <c:pt idx="4127">
                  <c:v>6.0</c:v>
                </c:pt>
                <c:pt idx="4128">
                  <c:v>6.0</c:v>
                </c:pt>
                <c:pt idx="4129">
                  <c:v>6.0</c:v>
                </c:pt>
                <c:pt idx="4130">
                  <c:v>6.0</c:v>
                </c:pt>
                <c:pt idx="4131">
                  <c:v>6.0</c:v>
                </c:pt>
                <c:pt idx="4132">
                  <c:v>6.0</c:v>
                </c:pt>
                <c:pt idx="4133">
                  <c:v>6.0</c:v>
                </c:pt>
                <c:pt idx="4134">
                  <c:v>6.0</c:v>
                </c:pt>
                <c:pt idx="4135">
                  <c:v>6.0</c:v>
                </c:pt>
                <c:pt idx="4136">
                  <c:v>6.0</c:v>
                </c:pt>
                <c:pt idx="4137">
                  <c:v>6.0</c:v>
                </c:pt>
                <c:pt idx="4138">
                  <c:v>6.0</c:v>
                </c:pt>
                <c:pt idx="4139">
                  <c:v>6.0</c:v>
                </c:pt>
                <c:pt idx="4140">
                  <c:v>6.0</c:v>
                </c:pt>
                <c:pt idx="4141">
                  <c:v>6.0</c:v>
                </c:pt>
                <c:pt idx="4142">
                  <c:v>6.0</c:v>
                </c:pt>
                <c:pt idx="4143">
                  <c:v>6.0</c:v>
                </c:pt>
                <c:pt idx="4144">
                  <c:v>6.0</c:v>
                </c:pt>
                <c:pt idx="4145">
                  <c:v>6.0</c:v>
                </c:pt>
                <c:pt idx="4146">
                  <c:v>6.0</c:v>
                </c:pt>
                <c:pt idx="4147">
                  <c:v>6.0</c:v>
                </c:pt>
                <c:pt idx="4148">
                  <c:v>6.0</c:v>
                </c:pt>
                <c:pt idx="4149">
                  <c:v>6.0</c:v>
                </c:pt>
                <c:pt idx="4150">
                  <c:v>6.0</c:v>
                </c:pt>
                <c:pt idx="4151">
                  <c:v>6.0</c:v>
                </c:pt>
                <c:pt idx="4152">
                  <c:v>6.0</c:v>
                </c:pt>
                <c:pt idx="4153">
                  <c:v>6.0</c:v>
                </c:pt>
                <c:pt idx="4154">
                  <c:v>6.0</c:v>
                </c:pt>
                <c:pt idx="4155">
                  <c:v>6.0</c:v>
                </c:pt>
                <c:pt idx="4156">
                  <c:v>6.0</c:v>
                </c:pt>
                <c:pt idx="4157">
                  <c:v>6.0</c:v>
                </c:pt>
                <c:pt idx="4158">
                  <c:v>6.0</c:v>
                </c:pt>
                <c:pt idx="4159">
                  <c:v>6.0</c:v>
                </c:pt>
                <c:pt idx="4160">
                  <c:v>6.0</c:v>
                </c:pt>
                <c:pt idx="4161">
                  <c:v>6.0</c:v>
                </c:pt>
                <c:pt idx="4162">
                  <c:v>6.0</c:v>
                </c:pt>
                <c:pt idx="4163">
                  <c:v>6.0</c:v>
                </c:pt>
                <c:pt idx="4164">
                  <c:v>6.0</c:v>
                </c:pt>
                <c:pt idx="4165">
                  <c:v>6.0</c:v>
                </c:pt>
                <c:pt idx="4166">
                  <c:v>6.0</c:v>
                </c:pt>
                <c:pt idx="4167">
                  <c:v>6.0</c:v>
                </c:pt>
                <c:pt idx="4168">
                  <c:v>6.0</c:v>
                </c:pt>
                <c:pt idx="4169">
                  <c:v>6.0</c:v>
                </c:pt>
                <c:pt idx="4170">
                  <c:v>6.0</c:v>
                </c:pt>
                <c:pt idx="4171">
                  <c:v>6.0</c:v>
                </c:pt>
                <c:pt idx="4172">
                  <c:v>6.0</c:v>
                </c:pt>
                <c:pt idx="4173">
                  <c:v>6.0</c:v>
                </c:pt>
                <c:pt idx="4174">
                  <c:v>6.0</c:v>
                </c:pt>
                <c:pt idx="4175">
                  <c:v>6.0</c:v>
                </c:pt>
                <c:pt idx="4176">
                  <c:v>6.0</c:v>
                </c:pt>
                <c:pt idx="4177">
                  <c:v>6.0</c:v>
                </c:pt>
                <c:pt idx="4178">
                  <c:v>6.0</c:v>
                </c:pt>
                <c:pt idx="4179">
                  <c:v>6.0</c:v>
                </c:pt>
                <c:pt idx="4180">
                  <c:v>6.0</c:v>
                </c:pt>
                <c:pt idx="4181">
                  <c:v>6.0</c:v>
                </c:pt>
                <c:pt idx="4182">
                  <c:v>6.0</c:v>
                </c:pt>
                <c:pt idx="4183">
                  <c:v>6.0</c:v>
                </c:pt>
                <c:pt idx="4184">
                  <c:v>6.0</c:v>
                </c:pt>
                <c:pt idx="4185">
                  <c:v>6.0</c:v>
                </c:pt>
                <c:pt idx="4186">
                  <c:v>6.0</c:v>
                </c:pt>
                <c:pt idx="4187">
                  <c:v>6.0</c:v>
                </c:pt>
                <c:pt idx="4188">
                  <c:v>6.0</c:v>
                </c:pt>
                <c:pt idx="4189">
                  <c:v>6.0</c:v>
                </c:pt>
                <c:pt idx="4190">
                  <c:v>6.0</c:v>
                </c:pt>
                <c:pt idx="4191">
                  <c:v>6.0</c:v>
                </c:pt>
                <c:pt idx="4192">
                  <c:v>6.0</c:v>
                </c:pt>
                <c:pt idx="4193">
                  <c:v>6.0</c:v>
                </c:pt>
                <c:pt idx="4194">
                  <c:v>6.0</c:v>
                </c:pt>
                <c:pt idx="4195">
                  <c:v>6.0</c:v>
                </c:pt>
                <c:pt idx="4196">
                  <c:v>6.0</c:v>
                </c:pt>
                <c:pt idx="4197">
                  <c:v>6.0</c:v>
                </c:pt>
                <c:pt idx="4198">
                  <c:v>6.0</c:v>
                </c:pt>
                <c:pt idx="4199">
                  <c:v>6.0</c:v>
                </c:pt>
                <c:pt idx="4200">
                  <c:v>6.0</c:v>
                </c:pt>
                <c:pt idx="4201">
                  <c:v>6.0</c:v>
                </c:pt>
                <c:pt idx="4202">
                  <c:v>6.0</c:v>
                </c:pt>
                <c:pt idx="4203">
                  <c:v>6.0</c:v>
                </c:pt>
                <c:pt idx="4204">
                  <c:v>6.0</c:v>
                </c:pt>
                <c:pt idx="4205">
                  <c:v>6.0</c:v>
                </c:pt>
                <c:pt idx="4206">
                  <c:v>6.0</c:v>
                </c:pt>
                <c:pt idx="4207">
                  <c:v>6.0</c:v>
                </c:pt>
                <c:pt idx="4208">
                  <c:v>6.0</c:v>
                </c:pt>
                <c:pt idx="4209">
                  <c:v>6.0</c:v>
                </c:pt>
                <c:pt idx="4210">
                  <c:v>6.0</c:v>
                </c:pt>
                <c:pt idx="4211">
                  <c:v>6.0</c:v>
                </c:pt>
                <c:pt idx="4212">
                  <c:v>6.0</c:v>
                </c:pt>
                <c:pt idx="4213">
                  <c:v>6.0</c:v>
                </c:pt>
                <c:pt idx="4214">
                  <c:v>6.0</c:v>
                </c:pt>
                <c:pt idx="4215">
                  <c:v>6.0</c:v>
                </c:pt>
                <c:pt idx="4216">
                  <c:v>6.0</c:v>
                </c:pt>
                <c:pt idx="4217">
                  <c:v>6.0</c:v>
                </c:pt>
                <c:pt idx="4218">
                  <c:v>6.0</c:v>
                </c:pt>
                <c:pt idx="4219">
                  <c:v>6.0</c:v>
                </c:pt>
                <c:pt idx="4220">
                  <c:v>6.0</c:v>
                </c:pt>
                <c:pt idx="4221">
                  <c:v>6.0</c:v>
                </c:pt>
                <c:pt idx="4222">
                  <c:v>6.0</c:v>
                </c:pt>
                <c:pt idx="4223">
                  <c:v>6.0</c:v>
                </c:pt>
                <c:pt idx="4224">
                  <c:v>6.0</c:v>
                </c:pt>
                <c:pt idx="4225">
                  <c:v>6.0</c:v>
                </c:pt>
                <c:pt idx="4226">
                  <c:v>6.0</c:v>
                </c:pt>
                <c:pt idx="4227">
                  <c:v>6.0</c:v>
                </c:pt>
                <c:pt idx="4228">
                  <c:v>6.0</c:v>
                </c:pt>
                <c:pt idx="4229">
                  <c:v>6.0</c:v>
                </c:pt>
                <c:pt idx="4230">
                  <c:v>6.0</c:v>
                </c:pt>
                <c:pt idx="4231">
                  <c:v>6.0</c:v>
                </c:pt>
                <c:pt idx="4232">
                  <c:v>6.0</c:v>
                </c:pt>
                <c:pt idx="4233">
                  <c:v>6.0</c:v>
                </c:pt>
                <c:pt idx="4234">
                  <c:v>6.0</c:v>
                </c:pt>
                <c:pt idx="4235">
                  <c:v>6.0</c:v>
                </c:pt>
                <c:pt idx="4236">
                  <c:v>6.0</c:v>
                </c:pt>
                <c:pt idx="4237">
                  <c:v>6.0</c:v>
                </c:pt>
                <c:pt idx="4238">
                  <c:v>6.0</c:v>
                </c:pt>
                <c:pt idx="4239">
                  <c:v>6.0</c:v>
                </c:pt>
                <c:pt idx="4240">
                  <c:v>6.0</c:v>
                </c:pt>
                <c:pt idx="4241">
                  <c:v>6.0</c:v>
                </c:pt>
                <c:pt idx="4242">
                  <c:v>6.0</c:v>
                </c:pt>
                <c:pt idx="4243">
                  <c:v>6.0</c:v>
                </c:pt>
                <c:pt idx="4244">
                  <c:v>6.0</c:v>
                </c:pt>
                <c:pt idx="4245">
                  <c:v>6.0</c:v>
                </c:pt>
                <c:pt idx="4246">
                  <c:v>6.0</c:v>
                </c:pt>
                <c:pt idx="4247">
                  <c:v>6.0</c:v>
                </c:pt>
                <c:pt idx="4248">
                  <c:v>6.0</c:v>
                </c:pt>
                <c:pt idx="4249">
                  <c:v>6.0</c:v>
                </c:pt>
                <c:pt idx="4250">
                  <c:v>6.0</c:v>
                </c:pt>
                <c:pt idx="4251">
                  <c:v>6.0</c:v>
                </c:pt>
                <c:pt idx="4252">
                  <c:v>6.0</c:v>
                </c:pt>
                <c:pt idx="4253">
                  <c:v>6.0</c:v>
                </c:pt>
                <c:pt idx="4254">
                  <c:v>6.0</c:v>
                </c:pt>
                <c:pt idx="4255">
                  <c:v>6.0</c:v>
                </c:pt>
                <c:pt idx="4256">
                  <c:v>6.0</c:v>
                </c:pt>
                <c:pt idx="4257">
                  <c:v>6.0</c:v>
                </c:pt>
                <c:pt idx="4258">
                  <c:v>6.0</c:v>
                </c:pt>
                <c:pt idx="4259">
                  <c:v>6.0</c:v>
                </c:pt>
                <c:pt idx="4260">
                  <c:v>6.0</c:v>
                </c:pt>
                <c:pt idx="4261">
                  <c:v>6.0</c:v>
                </c:pt>
                <c:pt idx="4262">
                  <c:v>6.0</c:v>
                </c:pt>
                <c:pt idx="4263">
                  <c:v>6.0</c:v>
                </c:pt>
                <c:pt idx="4264">
                  <c:v>6.0</c:v>
                </c:pt>
                <c:pt idx="4265">
                  <c:v>6.0</c:v>
                </c:pt>
                <c:pt idx="4266">
                  <c:v>6.0</c:v>
                </c:pt>
                <c:pt idx="4267">
                  <c:v>6.0</c:v>
                </c:pt>
                <c:pt idx="4268">
                  <c:v>6.0</c:v>
                </c:pt>
                <c:pt idx="4269">
                  <c:v>6.0</c:v>
                </c:pt>
                <c:pt idx="4270">
                  <c:v>6.0</c:v>
                </c:pt>
                <c:pt idx="4271">
                  <c:v>6.0</c:v>
                </c:pt>
                <c:pt idx="4272">
                  <c:v>6.0</c:v>
                </c:pt>
                <c:pt idx="4273">
                  <c:v>6.0</c:v>
                </c:pt>
                <c:pt idx="4274">
                  <c:v>6.0</c:v>
                </c:pt>
                <c:pt idx="4275">
                  <c:v>6.0</c:v>
                </c:pt>
                <c:pt idx="4276">
                  <c:v>6.0</c:v>
                </c:pt>
                <c:pt idx="4277">
                  <c:v>6.0</c:v>
                </c:pt>
                <c:pt idx="4278">
                  <c:v>6.0</c:v>
                </c:pt>
                <c:pt idx="4279">
                  <c:v>6.0</c:v>
                </c:pt>
                <c:pt idx="4280">
                  <c:v>6.0</c:v>
                </c:pt>
                <c:pt idx="4281">
                  <c:v>6.0</c:v>
                </c:pt>
                <c:pt idx="4282">
                  <c:v>6.0</c:v>
                </c:pt>
                <c:pt idx="4283">
                  <c:v>6.0</c:v>
                </c:pt>
                <c:pt idx="4284">
                  <c:v>6.0</c:v>
                </c:pt>
                <c:pt idx="4285">
                  <c:v>6.0</c:v>
                </c:pt>
                <c:pt idx="4286">
                  <c:v>6.0</c:v>
                </c:pt>
                <c:pt idx="4287">
                  <c:v>6.0</c:v>
                </c:pt>
                <c:pt idx="4288">
                  <c:v>6.0</c:v>
                </c:pt>
                <c:pt idx="4289">
                  <c:v>6.0</c:v>
                </c:pt>
                <c:pt idx="4290">
                  <c:v>6.0</c:v>
                </c:pt>
                <c:pt idx="4291">
                  <c:v>6.0</c:v>
                </c:pt>
                <c:pt idx="4292">
                  <c:v>6.0</c:v>
                </c:pt>
                <c:pt idx="4293">
                  <c:v>6.0</c:v>
                </c:pt>
                <c:pt idx="4294">
                  <c:v>6.0</c:v>
                </c:pt>
                <c:pt idx="4295">
                  <c:v>6.0</c:v>
                </c:pt>
                <c:pt idx="4296">
                  <c:v>6.0</c:v>
                </c:pt>
                <c:pt idx="4297">
                  <c:v>6.0</c:v>
                </c:pt>
                <c:pt idx="4298">
                  <c:v>6.0</c:v>
                </c:pt>
                <c:pt idx="4299">
                  <c:v>6.0</c:v>
                </c:pt>
                <c:pt idx="4300">
                  <c:v>6.0</c:v>
                </c:pt>
                <c:pt idx="4301">
                  <c:v>6.0</c:v>
                </c:pt>
                <c:pt idx="4302">
                  <c:v>6.0</c:v>
                </c:pt>
                <c:pt idx="4303">
                  <c:v>6.0</c:v>
                </c:pt>
                <c:pt idx="4304">
                  <c:v>6.0</c:v>
                </c:pt>
                <c:pt idx="4305">
                  <c:v>6.0</c:v>
                </c:pt>
                <c:pt idx="4306">
                  <c:v>6.0</c:v>
                </c:pt>
                <c:pt idx="4307">
                  <c:v>6.0</c:v>
                </c:pt>
                <c:pt idx="4308">
                  <c:v>6.0</c:v>
                </c:pt>
                <c:pt idx="4309">
                  <c:v>6.0</c:v>
                </c:pt>
                <c:pt idx="4310">
                  <c:v>6.0</c:v>
                </c:pt>
                <c:pt idx="4311">
                  <c:v>6.0</c:v>
                </c:pt>
                <c:pt idx="4312">
                  <c:v>6.0</c:v>
                </c:pt>
                <c:pt idx="4313">
                  <c:v>6.0</c:v>
                </c:pt>
                <c:pt idx="4314">
                  <c:v>6.0</c:v>
                </c:pt>
                <c:pt idx="4315">
                  <c:v>6.0</c:v>
                </c:pt>
                <c:pt idx="4316">
                  <c:v>6.0</c:v>
                </c:pt>
                <c:pt idx="4317">
                  <c:v>6.0</c:v>
                </c:pt>
                <c:pt idx="4318">
                  <c:v>6.0</c:v>
                </c:pt>
                <c:pt idx="4319">
                  <c:v>6.0</c:v>
                </c:pt>
                <c:pt idx="4320">
                  <c:v>6.0</c:v>
                </c:pt>
                <c:pt idx="4321">
                  <c:v>6.0</c:v>
                </c:pt>
                <c:pt idx="4322">
                  <c:v>6.0</c:v>
                </c:pt>
                <c:pt idx="4323">
                  <c:v>6.0</c:v>
                </c:pt>
                <c:pt idx="4324">
                  <c:v>6.0</c:v>
                </c:pt>
                <c:pt idx="4325">
                  <c:v>6.0</c:v>
                </c:pt>
                <c:pt idx="4326">
                  <c:v>6.0</c:v>
                </c:pt>
                <c:pt idx="4327">
                  <c:v>6.0</c:v>
                </c:pt>
                <c:pt idx="4328">
                  <c:v>6.0</c:v>
                </c:pt>
                <c:pt idx="4329">
                  <c:v>6.0</c:v>
                </c:pt>
                <c:pt idx="4330">
                  <c:v>6.0</c:v>
                </c:pt>
                <c:pt idx="4331">
                  <c:v>6.0</c:v>
                </c:pt>
                <c:pt idx="4332">
                  <c:v>6.0</c:v>
                </c:pt>
                <c:pt idx="4333">
                  <c:v>6.0</c:v>
                </c:pt>
                <c:pt idx="4334">
                  <c:v>6.0</c:v>
                </c:pt>
                <c:pt idx="4335">
                  <c:v>6.0</c:v>
                </c:pt>
                <c:pt idx="4336">
                  <c:v>6.0</c:v>
                </c:pt>
                <c:pt idx="4337">
                  <c:v>6.0</c:v>
                </c:pt>
                <c:pt idx="4338">
                  <c:v>6.0</c:v>
                </c:pt>
                <c:pt idx="4339">
                  <c:v>6.0</c:v>
                </c:pt>
                <c:pt idx="4340">
                  <c:v>6.0</c:v>
                </c:pt>
                <c:pt idx="4341">
                  <c:v>6.0</c:v>
                </c:pt>
                <c:pt idx="4342">
                  <c:v>6.0</c:v>
                </c:pt>
                <c:pt idx="4343">
                  <c:v>6.0</c:v>
                </c:pt>
                <c:pt idx="4344">
                  <c:v>6.0</c:v>
                </c:pt>
                <c:pt idx="4345">
                  <c:v>6.0</c:v>
                </c:pt>
                <c:pt idx="4346">
                  <c:v>6.0</c:v>
                </c:pt>
                <c:pt idx="4347">
                  <c:v>6.0</c:v>
                </c:pt>
                <c:pt idx="4348">
                  <c:v>6.0</c:v>
                </c:pt>
                <c:pt idx="4349">
                  <c:v>6.0</c:v>
                </c:pt>
                <c:pt idx="4350">
                  <c:v>6.0</c:v>
                </c:pt>
                <c:pt idx="4351">
                  <c:v>6.0</c:v>
                </c:pt>
                <c:pt idx="4352">
                  <c:v>6.0</c:v>
                </c:pt>
                <c:pt idx="4353">
                  <c:v>6.0</c:v>
                </c:pt>
                <c:pt idx="4354">
                  <c:v>6.0</c:v>
                </c:pt>
                <c:pt idx="4355">
                  <c:v>6.0</c:v>
                </c:pt>
                <c:pt idx="4356">
                  <c:v>6.0</c:v>
                </c:pt>
                <c:pt idx="4357">
                  <c:v>6.0</c:v>
                </c:pt>
                <c:pt idx="4358">
                  <c:v>6.0</c:v>
                </c:pt>
                <c:pt idx="4359">
                  <c:v>6.0</c:v>
                </c:pt>
                <c:pt idx="4360">
                  <c:v>6.0</c:v>
                </c:pt>
                <c:pt idx="4361">
                  <c:v>6.0</c:v>
                </c:pt>
                <c:pt idx="4362">
                  <c:v>6.0</c:v>
                </c:pt>
                <c:pt idx="4363">
                  <c:v>6.0</c:v>
                </c:pt>
                <c:pt idx="4364">
                  <c:v>6.0</c:v>
                </c:pt>
                <c:pt idx="4365">
                  <c:v>6.0</c:v>
                </c:pt>
                <c:pt idx="4366">
                  <c:v>6.0</c:v>
                </c:pt>
                <c:pt idx="4367">
                  <c:v>6.0</c:v>
                </c:pt>
                <c:pt idx="4368">
                  <c:v>6.0</c:v>
                </c:pt>
                <c:pt idx="4369">
                  <c:v>6.0</c:v>
                </c:pt>
                <c:pt idx="4370">
                  <c:v>6.0</c:v>
                </c:pt>
                <c:pt idx="4371">
                  <c:v>6.0</c:v>
                </c:pt>
                <c:pt idx="4372">
                  <c:v>6.0</c:v>
                </c:pt>
                <c:pt idx="4373">
                  <c:v>6.0</c:v>
                </c:pt>
                <c:pt idx="4374">
                  <c:v>6.0</c:v>
                </c:pt>
                <c:pt idx="4375">
                  <c:v>6.0</c:v>
                </c:pt>
                <c:pt idx="4376">
                  <c:v>6.0</c:v>
                </c:pt>
                <c:pt idx="4377">
                  <c:v>6.0</c:v>
                </c:pt>
                <c:pt idx="4378">
                  <c:v>6.0</c:v>
                </c:pt>
                <c:pt idx="4379">
                  <c:v>6.0</c:v>
                </c:pt>
                <c:pt idx="4380">
                  <c:v>6.0</c:v>
                </c:pt>
                <c:pt idx="4381">
                  <c:v>6.0</c:v>
                </c:pt>
                <c:pt idx="4382">
                  <c:v>6.0</c:v>
                </c:pt>
                <c:pt idx="4383">
                  <c:v>6.0</c:v>
                </c:pt>
                <c:pt idx="4384">
                  <c:v>6.0</c:v>
                </c:pt>
                <c:pt idx="4385">
                  <c:v>6.0</c:v>
                </c:pt>
                <c:pt idx="4386">
                  <c:v>6.0</c:v>
                </c:pt>
                <c:pt idx="4387">
                  <c:v>6.0</c:v>
                </c:pt>
                <c:pt idx="4388">
                  <c:v>6.0</c:v>
                </c:pt>
                <c:pt idx="4389">
                  <c:v>6.0</c:v>
                </c:pt>
                <c:pt idx="4390">
                  <c:v>6.0</c:v>
                </c:pt>
                <c:pt idx="4391">
                  <c:v>6.0</c:v>
                </c:pt>
                <c:pt idx="4392">
                  <c:v>6.0</c:v>
                </c:pt>
                <c:pt idx="4393">
                  <c:v>6.0</c:v>
                </c:pt>
                <c:pt idx="4394">
                  <c:v>6.0</c:v>
                </c:pt>
                <c:pt idx="4395">
                  <c:v>6.0</c:v>
                </c:pt>
                <c:pt idx="4396">
                  <c:v>6.0</c:v>
                </c:pt>
                <c:pt idx="4397">
                  <c:v>6.0</c:v>
                </c:pt>
                <c:pt idx="4398">
                  <c:v>6.0</c:v>
                </c:pt>
                <c:pt idx="4399">
                  <c:v>6.0</c:v>
                </c:pt>
                <c:pt idx="4400">
                  <c:v>6.0</c:v>
                </c:pt>
                <c:pt idx="4401">
                  <c:v>6.0</c:v>
                </c:pt>
                <c:pt idx="4402">
                  <c:v>6.0</c:v>
                </c:pt>
                <c:pt idx="4403">
                  <c:v>6.0</c:v>
                </c:pt>
                <c:pt idx="4404">
                  <c:v>6.0</c:v>
                </c:pt>
                <c:pt idx="4405">
                  <c:v>6.0</c:v>
                </c:pt>
                <c:pt idx="4406">
                  <c:v>6.0</c:v>
                </c:pt>
                <c:pt idx="4407">
                  <c:v>6.0</c:v>
                </c:pt>
                <c:pt idx="4408">
                  <c:v>6.0</c:v>
                </c:pt>
                <c:pt idx="4409">
                  <c:v>6.0</c:v>
                </c:pt>
                <c:pt idx="4410">
                  <c:v>6.0</c:v>
                </c:pt>
                <c:pt idx="4411">
                  <c:v>6.0</c:v>
                </c:pt>
                <c:pt idx="4412">
                  <c:v>6.0</c:v>
                </c:pt>
                <c:pt idx="4413">
                  <c:v>6.0</c:v>
                </c:pt>
                <c:pt idx="4414">
                  <c:v>6.0</c:v>
                </c:pt>
                <c:pt idx="4415">
                  <c:v>6.0</c:v>
                </c:pt>
                <c:pt idx="4416">
                  <c:v>6.0</c:v>
                </c:pt>
                <c:pt idx="4417">
                  <c:v>6.0</c:v>
                </c:pt>
                <c:pt idx="4418">
                  <c:v>6.0</c:v>
                </c:pt>
                <c:pt idx="4419">
                  <c:v>6.0</c:v>
                </c:pt>
                <c:pt idx="4420">
                  <c:v>6.0</c:v>
                </c:pt>
                <c:pt idx="4421">
                  <c:v>6.0</c:v>
                </c:pt>
                <c:pt idx="4422">
                  <c:v>6.0</c:v>
                </c:pt>
                <c:pt idx="4423">
                  <c:v>6.0</c:v>
                </c:pt>
                <c:pt idx="4424">
                  <c:v>6.0</c:v>
                </c:pt>
                <c:pt idx="4425">
                  <c:v>6.0</c:v>
                </c:pt>
                <c:pt idx="4426">
                  <c:v>6.0</c:v>
                </c:pt>
                <c:pt idx="4427">
                  <c:v>6.0</c:v>
                </c:pt>
                <c:pt idx="4428">
                  <c:v>6.0</c:v>
                </c:pt>
                <c:pt idx="4429">
                  <c:v>6.0</c:v>
                </c:pt>
                <c:pt idx="4430">
                  <c:v>6.0</c:v>
                </c:pt>
                <c:pt idx="4431">
                  <c:v>6.0</c:v>
                </c:pt>
                <c:pt idx="4432">
                  <c:v>6.0</c:v>
                </c:pt>
                <c:pt idx="4433">
                  <c:v>6.0</c:v>
                </c:pt>
                <c:pt idx="4434">
                  <c:v>6.0</c:v>
                </c:pt>
                <c:pt idx="4435">
                  <c:v>6.0</c:v>
                </c:pt>
                <c:pt idx="4436">
                  <c:v>6.0</c:v>
                </c:pt>
                <c:pt idx="4437">
                  <c:v>6.0</c:v>
                </c:pt>
                <c:pt idx="4438">
                  <c:v>6.0</c:v>
                </c:pt>
                <c:pt idx="4439">
                  <c:v>6.0</c:v>
                </c:pt>
                <c:pt idx="4440">
                  <c:v>6.0</c:v>
                </c:pt>
                <c:pt idx="4441">
                  <c:v>6.0</c:v>
                </c:pt>
                <c:pt idx="4442">
                  <c:v>6.0</c:v>
                </c:pt>
                <c:pt idx="4443">
                  <c:v>6.0</c:v>
                </c:pt>
                <c:pt idx="4444">
                  <c:v>6.0</c:v>
                </c:pt>
                <c:pt idx="4445">
                  <c:v>6.0</c:v>
                </c:pt>
                <c:pt idx="4446">
                  <c:v>6.0</c:v>
                </c:pt>
                <c:pt idx="4447">
                  <c:v>6.0</c:v>
                </c:pt>
                <c:pt idx="4448">
                  <c:v>6.0</c:v>
                </c:pt>
                <c:pt idx="4449">
                  <c:v>6.0</c:v>
                </c:pt>
                <c:pt idx="4450">
                  <c:v>6.0</c:v>
                </c:pt>
                <c:pt idx="4451">
                  <c:v>6.0</c:v>
                </c:pt>
                <c:pt idx="4452">
                  <c:v>6.0</c:v>
                </c:pt>
                <c:pt idx="4453">
                  <c:v>6.0</c:v>
                </c:pt>
                <c:pt idx="4454">
                  <c:v>6.0</c:v>
                </c:pt>
                <c:pt idx="4455">
                  <c:v>6.0</c:v>
                </c:pt>
                <c:pt idx="4456">
                  <c:v>6.0</c:v>
                </c:pt>
                <c:pt idx="4457">
                  <c:v>6.0</c:v>
                </c:pt>
                <c:pt idx="4458">
                  <c:v>6.0</c:v>
                </c:pt>
                <c:pt idx="4459">
                  <c:v>6.0</c:v>
                </c:pt>
                <c:pt idx="4460">
                  <c:v>6.0</c:v>
                </c:pt>
                <c:pt idx="4461">
                  <c:v>6.0</c:v>
                </c:pt>
                <c:pt idx="4462">
                  <c:v>6.0</c:v>
                </c:pt>
                <c:pt idx="4463">
                  <c:v>6.0</c:v>
                </c:pt>
                <c:pt idx="4464">
                  <c:v>6.0</c:v>
                </c:pt>
                <c:pt idx="4465">
                  <c:v>6.0</c:v>
                </c:pt>
                <c:pt idx="4466">
                  <c:v>6.0</c:v>
                </c:pt>
                <c:pt idx="4467">
                  <c:v>6.0</c:v>
                </c:pt>
                <c:pt idx="4468">
                  <c:v>6.0</c:v>
                </c:pt>
                <c:pt idx="4469">
                  <c:v>6.0</c:v>
                </c:pt>
                <c:pt idx="4470">
                  <c:v>6.0</c:v>
                </c:pt>
                <c:pt idx="4471">
                  <c:v>6.0</c:v>
                </c:pt>
                <c:pt idx="4472">
                  <c:v>6.0</c:v>
                </c:pt>
                <c:pt idx="4473">
                  <c:v>6.0</c:v>
                </c:pt>
                <c:pt idx="4474">
                  <c:v>6.0</c:v>
                </c:pt>
                <c:pt idx="4475">
                  <c:v>6.0</c:v>
                </c:pt>
                <c:pt idx="4476">
                  <c:v>6.0</c:v>
                </c:pt>
                <c:pt idx="4477">
                  <c:v>6.0</c:v>
                </c:pt>
                <c:pt idx="4478">
                  <c:v>6.0</c:v>
                </c:pt>
                <c:pt idx="4479">
                  <c:v>6.0</c:v>
                </c:pt>
                <c:pt idx="4480">
                  <c:v>6.0</c:v>
                </c:pt>
                <c:pt idx="4481">
                  <c:v>6.0</c:v>
                </c:pt>
                <c:pt idx="4482">
                  <c:v>6.0</c:v>
                </c:pt>
                <c:pt idx="4483">
                  <c:v>6.0</c:v>
                </c:pt>
                <c:pt idx="4484">
                  <c:v>6.0</c:v>
                </c:pt>
                <c:pt idx="4485">
                  <c:v>6.0</c:v>
                </c:pt>
                <c:pt idx="4486">
                  <c:v>6.0</c:v>
                </c:pt>
                <c:pt idx="4487">
                  <c:v>6.0</c:v>
                </c:pt>
                <c:pt idx="4488">
                  <c:v>6.0</c:v>
                </c:pt>
                <c:pt idx="4489">
                  <c:v>6.0</c:v>
                </c:pt>
                <c:pt idx="4490">
                  <c:v>6.0</c:v>
                </c:pt>
                <c:pt idx="4491">
                  <c:v>6.0</c:v>
                </c:pt>
                <c:pt idx="4492">
                  <c:v>6.0</c:v>
                </c:pt>
                <c:pt idx="4493">
                  <c:v>6.0</c:v>
                </c:pt>
                <c:pt idx="4494">
                  <c:v>6.0</c:v>
                </c:pt>
                <c:pt idx="4495">
                  <c:v>6.0</c:v>
                </c:pt>
                <c:pt idx="4496">
                  <c:v>6.0</c:v>
                </c:pt>
                <c:pt idx="4497">
                  <c:v>6.0</c:v>
                </c:pt>
                <c:pt idx="4498">
                  <c:v>6.0</c:v>
                </c:pt>
                <c:pt idx="4499">
                  <c:v>6.0</c:v>
                </c:pt>
                <c:pt idx="4500">
                  <c:v>6.0</c:v>
                </c:pt>
                <c:pt idx="4501">
                  <c:v>6.0</c:v>
                </c:pt>
                <c:pt idx="4502">
                  <c:v>6.0</c:v>
                </c:pt>
                <c:pt idx="4503">
                  <c:v>6.0</c:v>
                </c:pt>
                <c:pt idx="4504">
                  <c:v>6.0</c:v>
                </c:pt>
                <c:pt idx="4505">
                  <c:v>6.0</c:v>
                </c:pt>
                <c:pt idx="4506">
                  <c:v>6.0</c:v>
                </c:pt>
                <c:pt idx="4507">
                  <c:v>6.0</c:v>
                </c:pt>
                <c:pt idx="4508">
                  <c:v>6.0</c:v>
                </c:pt>
                <c:pt idx="4509">
                  <c:v>6.0</c:v>
                </c:pt>
                <c:pt idx="4510">
                  <c:v>6.0</c:v>
                </c:pt>
                <c:pt idx="4511">
                  <c:v>6.0</c:v>
                </c:pt>
                <c:pt idx="4512">
                  <c:v>6.0</c:v>
                </c:pt>
                <c:pt idx="4513">
                  <c:v>6.0</c:v>
                </c:pt>
                <c:pt idx="4514">
                  <c:v>6.0</c:v>
                </c:pt>
                <c:pt idx="4515">
                  <c:v>6.0</c:v>
                </c:pt>
                <c:pt idx="4516">
                  <c:v>6.0</c:v>
                </c:pt>
                <c:pt idx="4517">
                  <c:v>6.0</c:v>
                </c:pt>
                <c:pt idx="4518">
                  <c:v>6.0</c:v>
                </c:pt>
                <c:pt idx="4519">
                  <c:v>6.0</c:v>
                </c:pt>
                <c:pt idx="4520">
                  <c:v>6.0</c:v>
                </c:pt>
                <c:pt idx="4521">
                  <c:v>6.0</c:v>
                </c:pt>
                <c:pt idx="4522">
                  <c:v>6.0</c:v>
                </c:pt>
                <c:pt idx="4523">
                  <c:v>6.0</c:v>
                </c:pt>
                <c:pt idx="4524">
                  <c:v>6.0</c:v>
                </c:pt>
                <c:pt idx="4525">
                  <c:v>6.0</c:v>
                </c:pt>
                <c:pt idx="4526">
                  <c:v>6.0</c:v>
                </c:pt>
                <c:pt idx="4527">
                  <c:v>6.0</c:v>
                </c:pt>
                <c:pt idx="4528">
                  <c:v>6.0</c:v>
                </c:pt>
                <c:pt idx="4529">
                  <c:v>6.0</c:v>
                </c:pt>
                <c:pt idx="4530">
                  <c:v>6.0</c:v>
                </c:pt>
                <c:pt idx="4531">
                  <c:v>6.0</c:v>
                </c:pt>
                <c:pt idx="4532">
                  <c:v>6.0</c:v>
                </c:pt>
                <c:pt idx="4533">
                  <c:v>6.0</c:v>
                </c:pt>
                <c:pt idx="4534">
                  <c:v>6.0</c:v>
                </c:pt>
                <c:pt idx="4535">
                  <c:v>6.0</c:v>
                </c:pt>
                <c:pt idx="4536">
                  <c:v>6.0</c:v>
                </c:pt>
                <c:pt idx="4537">
                  <c:v>6.0</c:v>
                </c:pt>
                <c:pt idx="4538">
                  <c:v>6.0</c:v>
                </c:pt>
                <c:pt idx="4539">
                  <c:v>6.0</c:v>
                </c:pt>
                <c:pt idx="4540">
                  <c:v>6.0</c:v>
                </c:pt>
                <c:pt idx="4541">
                  <c:v>6.0</c:v>
                </c:pt>
                <c:pt idx="4542">
                  <c:v>6.0</c:v>
                </c:pt>
                <c:pt idx="4543">
                  <c:v>6.0</c:v>
                </c:pt>
                <c:pt idx="4544">
                  <c:v>6.0</c:v>
                </c:pt>
                <c:pt idx="4545">
                  <c:v>6.0</c:v>
                </c:pt>
                <c:pt idx="4546">
                  <c:v>6.0</c:v>
                </c:pt>
                <c:pt idx="4547">
                  <c:v>6.0</c:v>
                </c:pt>
                <c:pt idx="4548">
                  <c:v>6.0</c:v>
                </c:pt>
                <c:pt idx="4549">
                  <c:v>6.0</c:v>
                </c:pt>
                <c:pt idx="4550">
                  <c:v>6.0</c:v>
                </c:pt>
                <c:pt idx="4551">
                  <c:v>6.0</c:v>
                </c:pt>
                <c:pt idx="4552">
                  <c:v>6.0</c:v>
                </c:pt>
                <c:pt idx="4553">
                  <c:v>6.0</c:v>
                </c:pt>
                <c:pt idx="4554">
                  <c:v>6.0</c:v>
                </c:pt>
                <c:pt idx="4555">
                  <c:v>6.0</c:v>
                </c:pt>
                <c:pt idx="4556">
                  <c:v>6.0</c:v>
                </c:pt>
                <c:pt idx="4557">
                  <c:v>6.0</c:v>
                </c:pt>
                <c:pt idx="4558">
                  <c:v>6.0</c:v>
                </c:pt>
                <c:pt idx="4559">
                  <c:v>6.0</c:v>
                </c:pt>
                <c:pt idx="4560">
                  <c:v>6.0</c:v>
                </c:pt>
                <c:pt idx="4561">
                  <c:v>6.0</c:v>
                </c:pt>
                <c:pt idx="4562">
                  <c:v>6.0</c:v>
                </c:pt>
                <c:pt idx="4563">
                  <c:v>6.0</c:v>
                </c:pt>
                <c:pt idx="4564">
                  <c:v>6.0</c:v>
                </c:pt>
                <c:pt idx="4565">
                  <c:v>6.0</c:v>
                </c:pt>
                <c:pt idx="4566">
                  <c:v>6.0</c:v>
                </c:pt>
                <c:pt idx="4567">
                  <c:v>6.0</c:v>
                </c:pt>
                <c:pt idx="4568">
                  <c:v>6.0</c:v>
                </c:pt>
                <c:pt idx="4569">
                  <c:v>6.0</c:v>
                </c:pt>
                <c:pt idx="4570">
                  <c:v>6.0</c:v>
                </c:pt>
                <c:pt idx="4571">
                  <c:v>6.0</c:v>
                </c:pt>
                <c:pt idx="4572">
                  <c:v>6.0</c:v>
                </c:pt>
                <c:pt idx="4573">
                  <c:v>6.0</c:v>
                </c:pt>
                <c:pt idx="4574">
                  <c:v>6.0</c:v>
                </c:pt>
                <c:pt idx="4575">
                  <c:v>6.0</c:v>
                </c:pt>
                <c:pt idx="4576">
                  <c:v>6.0</c:v>
                </c:pt>
                <c:pt idx="4577">
                  <c:v>6.0</c:v>
                </c:pt>
                <c:pt idx="4578">
                  <c:v>6.0</c:v>
                </c:pt>
                <c:pt idx="4579">
                  <c:v>6.0</c:v>
                </c:pt>
                <c:pt idx="4580">
                  <c:v>6.0</c:v>
                </c:pt>
                <c:pt idx="4581">
                  <c:v>6.0</c:v>
                </c:pt>
                <c:pt idx="4582">
                  <c:v>6.0</c:v>
                </c:pt>
                <c:pt idx="4583">
                  <c:v>6.0</c:v>
                </c:pt>
                <c:pt idx="4584">
                  <c:v>6.0</c:v>
                </c:pt>
                <c:pt idx="4585">
                  <c:v>6.0</c:v>
                </c:pt>
                <c:pt idx="4586">
                  <c:v>6.0</c:v>
                </c:pt>
                <c:pt idx="4587">
                  <c:v>6.0</c:v>
                </c:pt>
                <c:pt idx="4588">
                  <c:v>6.0</c:v>
                </c:pt>
                <c:pt idx="4589">
                  <c:v>6.0</c:v>
                </c:pt>
                <c:pt idx="4590">
                  <c:v>6.0</c:v>
                </c:pt>
                <c:pt idx="4591">
                  <c:v>6.0</c:v>
                </c:pt>
                <c:pt idx="4592">
                  <c:v>6.0</c:v>
                </c:pt>
                <c:pt idx="4593">
                  <c:v>6.0</c:v>
                </c:pt>
                <c:pt idx="4594">
                  <c:v>6.0</c:v>
                </c:pt>
                <c:pt idx="4595">
                  <c:v>6.0</c:v>
                </c:pt>
                <c:pt idx="4596">
                  <c:v>6.0</c:v>
                </c:pt>
                <c:pt idx="4597">
                  <c:v>6.0</c:v>
                </c:pt>
                <c:pt idx="4598">
                  <c:v>6.0</c:v>
                </c:pt>
                <c:pt idx="4599">
                  <c:v>6.0</c:v>
                </c:pt>
                <c:pt idx="4600">
                  <c:v>6.0</c:v>
                </c:pt>
                <c:pt idx="4601">
                  <c:v>6.0</c:v>
                </c:pt>
                <c:pt idx="4602">
                  <c:v>6.0</c:v>
                </c:pt>
                <c:pt idx="4603">
                  <c:v>6.0</c:v>
                </c:pt>
                <c:pt idx="4604">
                  <c:v>6.0</c:v>
                </c:pt>
                <c:pt idx="4605">
                  <c:v>6.0</c:v>
                </c:pt>
                <c:pt idx="4606">
                  <c:v>6.0</c:v>
                </c:pt>
                <c:pt idx="4607">
                  <c:v>6.0</c:v>
                </c:pt>
                <c:pt idx="4608">
                  <c:v>6.0</c:v>
                </c:pt>
                <c:pt idx="4609">
                  <c:v>6.0</c:v>
                </c:pt>
                <c:pt idx="4610">
                  <c:v>6.0</c:v>
                </c:pt>
                <c:pt idx="4611">
                  <c:v>6.0</c:v>
                </c:pt>
                <c:pt idx="4612">
                  <c:v>6.0</c:v>
                </c:pt>
                <c:pt idx="4613">
                  <c:v>6.0</c:v>
                </c:pt>
                <c:pt idx="4614">
                  <c:v>6.0</c:v>
                </c:pt>
                <c:pt idx="4615">
                  <c:v>6.0</c:v>
                </c:pt>
                <c:pt idx="4616">
                  <c:v>6.0</c:v>
                </c:pt>
                <c:pt idx="4617">
                  <c:v>6.0</c:v>
                </c:pt>
                <c:pt idx="4618">
                  <c:v>6.0</c:v>
                </c:pt>
                <c:pt idx="4619">
                  <c:v>6.0</c:v>
                </c:pt>
                <c:pt idx="4620">
                  <c:v>6.0</c:v>
                </c:pt>
                <c:pt idx="4621">
                  <c:v>6.0</c:v>
                </c:pt>
                <c:pt idx="4622">
                  <c:v>6.0</c:v>
                </c:pt>
                <c:pt idx="4623">
                  <c:v>6.0</c:v>
                </c:pt>
                <c:pt idx="4624">
                  <c:v>6.0</c:v>
                </c:pt>
                <c:pt idx="4625">
                  <c:v>6.0</c:v>
                </c:pt>
                <c:pt idx="4626">
                  <c:v>6.0</c:v>
                </c:pt>
                <c:pt idx="4627">
                  <c:v>6.0</c:v>
                </c:pt>
                <c:pt idx="4628">
                  <c:v>6.0</c:v>
                </c:pt>
                <c:pt idx="4629">
                  <c:v>6.0</c:v>
                </c:pt>
                <c:pt idx="4630">
                  <c:v>6.0</c:v>
                </c:pt>
                <c:pt idx="4631">
                  <c:v>6.0</c:v>
                </c:pt>
                <c:pt idx="4632">
                  <c:v>6.0</c:v>
                </c:pt>
                <c:pt idx="4633">
                  <c:v>6.0</c:v>
                </c:pt>
                <c:pt idx="4634">
                  <c:v>6.0</c:v>
                </c:pt>
                <c:pt idx="4635">
                  <c:v>6.0</c:v>
                </c:pt>
                <c:pt idx="4636">
                  <c:v>6.0</c:v>
                </c:pt>
                <c:pt idx="4637">
                  <c:v>6.0</c:v>
                </c:pt>
                <c:pt idx="4638">
                  <c:v>6.0</c:v>
                </c:pt>
                <c:pt idx="4639">
                  <c:v>6.0</c:v>
                </c:pt>
                <c:pt idx="4640">
                  <c:v>6.0</c:v>
                </c:pt>
                <c:pt idx="4641">
                  <c:v>6.0</c:v>
                </c:pt>
                <c:pt idx="4642">
                  <c:v>6.0</c:v>
                </c:pt>
                <c:pt idx="4643">
                  <c:v>6.0</c:v>
                </c:pt>
                <c:pt idx="4644">
                  <c:v>6.0</c:v>
                </c:pt>
                <c:pt idx="4645">
                  <c:v>6.0</c:v>
                </c:pt>
                <c:pt idx="4646">
                  <c:v>6.0</c:v>
                </c:pt>
                <c:pt idx="4647">
                  <c:v>6.0</c:v>
                </c:pt>
                <c:pt idx="4648">
                  <c:v>6.0</c:v>
                </c:pt>
                <c:pt idx="4649">
                  <c:v>6.0</c:v>
                </c:pt>
                <c:pt idx="4650">
                  <c:v>6.0</c:v>
                </c:pt>
                <c:pt idx="4651">
                  <c:v>6.0</c:v>
                </c:pt>
                <c:pt idx="4652">
                  <c:v>6.0</c:v>
                </c:pt>
                <c:pt idx="4653">
                  <c:v>6.0</c:v>
                </c:pt>
                <c:pt idx="4654">
                  <c:v>6.0</c:v>
                </c:pt>
                <c:pt idx="4655">
                  <c:v>6.0</c:v>
                </c:pt>
                <c:pt idx="4656">
                  <c:v>6.0</c:v>
                </c:pt>
                <c:pt idx="4657">
                  <c:v>6.0</c:v>
                </c:pt>
                <c:pt idx="4658">
                  <c:v>6.0</c:v>
                </c:pt>
                <c:pt idx="4659">
                  <c:v>6.0</c:v>
                </c:pt>
                <c:pt idx="4660">
                  <c:v>6.0</c:v>
                </c:pt>
                <c:pt idx="4661">
                  <c:v>6.0</c:v>
                </c:pt>
                <c:pt idx="4662">
                  <c:v>6.0</c:v>
                </c:pt>
                <c:pt idx="4663">
                  <c:v>6.0</c:v>
                </c:pt>
                <c:pt idx="4664">
                  <c:v>6.0</c:v>
                </c:pt>
                <c:pt idx="4665">
                  <c:v>6.0</c:v>
                </c:pt>
                <c:pt idx="4666">
                  <c:v>6.0</c:v>
                </c:pt>
                <c:pt idx="4667">
                  <c:v>6.0</c:v>
                </c:pt>
                <c:pt idx="4668">
                  <c:v>6.0</c:v>
                </c:pt>
                <c:pt idx="4669">
                  <c:v>6.0</c:v>
                </c:pt>
                <c:pt idx="4670">
                  <c:v>6.0</c:v>
                </c:pt>
                <c:pt idx="4671">
                  <c:v>6.0</c:v>
                </c:pt>
                <c:pt idx="4672">
                  <c:v>6.0</c:v>
                </c:pt>
                <c:pt idx="4673">
                  <c:v>6.0</c:v>
                </c:pt>
                <c:pt idx="4674">
                  <c:v>6.0</c:v>
                </c:pt>
                <c:pt idx="4675">
                  <c:v>6.0</c:v>
                </c:pt>
                <c:pt idx="4676">
                  <c:v>6.0</c:v>
                </c:pt>
                <c:pt idx="4677">
                  <c:v>6.0</c:v>
                </c:pt>
                <c:pt idx="4678">
                  <c:v>6.0</c:v>
                </c:pt>
                <c:pt idx="4679">
                  <c:v>6.0</c:v>
                </c:pt>
                <c:pt idx="4680">
                  <c:v>6.0</c:v>
                </c:pt>
                <c:pt idx="4681">
                  <c:v>6.0</c:v>
                </c:pt>
                <c:pt idx="4682">
                  <c:v>6.0</c:v>
                </c:pt>
                <c:pt idx="4683">
                  <c:v>6.0</c:v>
                </c:pt>
                <c:pt idx="4684">
                  <c:v>6.0</c:v>
                </c:pt>
                <c:pt idx="4685">
                  <c:v>6.0</c:v>
                </c:pt>
                <c:pt idx="4686">
                  <c:v>6.0</c:v>
                </c:pt>
                <c:pt idx="4687">
                  <c:v>6.0</c:v>
                </c:pt>
                <c:pt idx="4688">
                  <c:v>6.0</c:v>
                </c:pt>
                <c:pt idx="4689">
                  <c:v>6.0</c:v>
                </c:pt>
                <c:pt idx="4690">
                  <c:v>6.0</c:v>
                </c:pt>
                <c:pt idx="4691">
                  <c:v>6.0</c:v>
                </c:pt>
                <c:pt idx="4692">
                  <c:v>6.0</c:v>
                </c:pt>
                <c:pt idx="4693">
                  <c:v>6.0</c:v>
                </c:pt>
                <c:pt idx="4694">
                  <c:v>6.0</c:v>
                </c:pt>
                <c:pt idx="4695">
                  <c:v>6.0</c:v>
                </c:pt>
                <c:pt idx="4696">
                  <c:v>6.0</c:v>
                </c:pt>
                <c:pt idx="4697">
                  <c:v>6.0</c:v>
                </c:pt>
                <c:pt idx="4698">
                  <c:v>6.0</c:v>
                </c:pt>
                <c:pt idx="4699">
                  <c:v>6.0</c:v>
                </c:pt>
                <c:pt idx="4700">
                  <c:v>6.0</c:v>
                </c:pt>
                <c:pt idx="4701">
                  <c:v>6.0</c:v>
                </c:pt>
                <c:pt idx="4702">
                  <c:v>6.0</c:v>
                </c:pt>
                <c:pt idx="4703">
                  <c:v>6.0</c:v>
                </c:pt>
                <c:pt idx="4704">
                  <c:v>6.0</c:v>
                </c:pt>
                <c:pt idx="4705">
                  <c:v>6.0</c:v>
                </c:pt>
                <c:pt idx="4706">
                  <c:v>6.0</c:v>
                </c:pt>
                <c:pt idx="4707">
                  <c:v>6.0</c:v>
                </c:pt>
                <c:pt idx="4708">
                  <c:v>6.0</c:v>
                </c:pt>
                <c:pt idx="4709">
                  <c:v>6.0</c:v>
                </c:pt>
                <c:pt idx="4710">
                  <c:v>6.0</c:v>
                </c:pt>
                <c:pt idx="4711">
                  <c:v>6.0</c:v>
                </c:pt>
                <c:pt idx="4712">
                  <c:v>6.0</c:v>
                </c:pt>
                <c:pt idx="4713">
                  <c:v>6.0</c:v>
                </c:pt>
                <c:pt idx="4714">
                  <c:v>6.0</c:v>
                </c:pt>
                <c:pt idx="4715">
                  <c:v>6.0</c:v>
                </c:pt>
                <c:pt idx="4716">
                  <c:v>6.0</c:v>
                </c:pt>
                <c:pt idx="4717">
                  <c:v>6.0</c:v>
                </c:pt>
                <c:pt idx="4718">
                  <c:v>6.0</c:v>
                </c:pt>
                <c:pt idx="4719">
                  <c:v>6.0</c:v>
                </c:pt>
                <c:pt idx="4720">
                  <c:v>6.0</c:v>
                </c:pt>
                <c:pt idx="4721">
                  <c:v>6.0</c:v>
                </c:pt>
                <c:pt idx="4722">
                  <c:v>6.0</c:v>
                </c:pt>
                <c:pt idx="4723">
                  <c:v>6.0</c:v>
                </c:pt>
                <c:pt idx="4724">
                  <c:v>6.0</c:v>
                </c:pt>
                <c:pt idx="4725">
                  <c:v>6.0</c:v>
                </c:pt>
                <c:pt idx="4726">
                  <c:v>6.0</c:v>
                </c:pt>
                <c:pt idx="4727">
                  <c:v>6.0</c:v>
                </c:pt>
                <c:pt idx="4728">
                  <c:v>6.0</c:v>
                </c:pt>
                <c:pt idx="4729">
                  <c:v>6.0</c:v>
                </c:pt>
                <c:pt idx="4730">
                  <c:v>6.0</c:v>
                </c:pt>
                <c:pt idx="4731">
                  <c:v>6.0</c:v>
                </c:pt>
                <c:pt idx="4732">
                  <c:v>6.0</c:v>
                </c:pt>
                <c:pt idx="4733">
                  <c:v>6.0</c:v>
                </c:pt>
                <c:pt idx="4734">
                  <c:v>6.0</c:v>
                </c:pt>
                <c:pt idx="4735">
                  <c:v>6.0</c:v>
                </c:pt>
                <c:pt idx="4736">
                  <c:v>6.0</c:v>
                </c:pt>
                <c:pt idx="4737">
                  <c:v>6.0</c:v>
                </c:pt>
                <c:pt idx="4738">
                  <c:v>6.0</c:v>
                </c:pt>
                <c:pt idx="4739">
                  <c:v>6.0</c:v>
                </c:pt>
                <c:pt idx="4740">
                  <c:v>6.0</c:v>
                </c:pt>
                <c:pt idx="4741">
                  <c:v>6.0</c:v>
                </c:pt>
                <c:pt idx="4742">
                  <c:v>6.0</c:v>
                </c:pt>
                <c:pt idx="4743">
                  <c:v>6.0</c:v>
                </c:pt>
                <c:pt idx="4744">
                  <c:v>6.0</c:v>
                </c:pt>
                <c:pt idx="4745">
                  <c:v>6.0</c:v>
                </c:pt>
                <c:pt idx="4746">
                  <c:v>6.0</c:v>
                </c:pt>
                <c:pt idx="4747">
                  <c:v>6.0</c:v>
                </c:pt>
                <c:pt idx="4748">
                  <c:v>6.0</c:v>
                </c:pt>
                <c:pt idx="4749">
                  <c:v>6.0</c:v>
                </c:pt>
                <c:pt idx="4750">
                  <c:v>6.0</c:v>
                </c:pt>
                <c:pt idx="4751">
                  <c:v>6.0</c:v>
                </c:pt>
                <c:pt idx="4752">
                  <c:v>6.0</c:v>
                </c:pt>
                <c:pt idx="4753">
                  <c:v>6.0</c:v>
                </c:pt>
                <c:pt idx="4754">
                  <c:v>6.0</c:v>
                </c:pt>
                <c:pt idx="4755">
                  <c:v>6.0</c:v>
                </c:pt>
                <c:pt idx="4756">
                  <c:v>6.0</c:v>
                </c:pt>
                <c:pt idx="4757">
                  <c:v>6.0</c:v>
                </c:pt>
                <c:pt idx="4758">
                  <c:v>6.0</c:v>
                </c:pt>
                <c:pt idx="4759">
                  <c:v>6.0</c:v>
                </c:pt>
                <c:pt idx="4760">
                  <c:v>6.0</c:v>
                </c:pt>
                <c:pt idx="4761">
                  <c:v>6.0</c:v>
                </c:pt>
                <c:pt idx="4762">
                  <c:v>6.0</c:v>
                </c:pt>
                <c:pt idx="4763">
                  <c:v>6.0</c:v>
                </c:pt>
                <c:pt idx="4764">
                  <c:v>6.0</c:v>
                </c:pt>
                <c:pt idx="4765">
                  <c:v>6.0</c:v>
                </c:pt>
                <c:pt idx="4766">
                  <c:v>6.0</c:v>
                </c:pt>
                <c:pt idx="4767">
                  <c:v>6.0</c:v>
                </c:pt>
                <c:pt idx="4768">
                  <c:v>6.0</c:v>
                </c:pt>
                <c:pt idx="4769">
                  <c:v>6.0</c:v>
                </c:pt>
                <c:pt idx="4770">
                  <c:v>6.0</c:v>
                </c:pt>
                <c:pt idx="4771">
                  <c:v>6.0</c:v>
                </c:pt>
                <c:pt idx="4772">
                  <c:v>6.0</c:v>
                </c:pt>
                <c:pt idx="4773">
                  <c:v>6.0</c:v>
                </c:pt>
                <c:pt idx="4774">
                  <c:v>6.0</c:v>
                </c:pt>
                <c:pt idx="4775">
                  <c:v>6.0</c:v>
                </c:pt>
                <c:pt idx="4776">
                  <c:v>6.0</c:v>
                </c:pt>
                <c:pt idx="4777">
                  <c:v>6.0</c:v>
                </c:pt>
                <c:pt idx="4778">
                  <c:v>6.0</c:v>
                </c:pt>
                <c:pt idx="4779">
                  <c:v>6.0</c:v>
                </c:pt>
                <c:pt idx="4780">
                  <c:v>6.0</c:v>
                </c:pt>
                <c:pt idx="4781">
                  <c:v>6.0</c:v>
                </c:pt>
                <c:pt idx="4782">
                  <c:v>6.0</c:v>
                </c:pt>
                <c:pt idx="4783">
                  <c:v>6.0</c:v>
                </c:pt>
                <c:pt idx="4784">
                  <c:v>6.0</c:v>
                </c:pt>
                <c:pt idx="4785">
                  <c:v>6.0</c:v>
                </c:pt>
                <c:pt idx="4786">
                  <c:v>6.0</c:v>
                </c:pt>
                <c:pt idx="4787">
                  <c:v>6.0</c:v>
                </c:pt>
                <c:pt idx="4788">
                  <c:v>6.0</c:v>
                </c:pt>
                <c:pt idx="4789">
                  <c:v>6.0</c:v>
                </c:pt>
                <c:pt idx="4790">
                  <c:v>6.0</c:v>
                </c:pt>
                <c:pt idx="4791">
                  <c:v>6.0</c:v>
                </c:pt>
                <c:pt idx="4792">
                  <c:v>6.0</c:v>
                </c:pt>
                <c:pt idx="4793">
                  <c:v>6.0</c:v>
                </c:pt>
                <c:pt idx="4794">
                  <c:v>6.0</c:v>
                </c:pt>
                <c:pt idx="4795">
                  <c:v>6.0</c:v>
                </c:pt>
                <c:pt idx="4796">
                  <c:v>6.0</c:v>
                </c:pt>
                <c:pt idx="4797">
                  <c:v>6.0</c:v>
                </c:pt>
                <c:pt idx="4798">
                  <c:v>6.0</c:v>
                </c:pt>
                <c:pt idx="4799">
                  <c:v>6.0</c:v>
                </c:pt>
                <c:pt idx="4800">
                  <c:v>6.0</c:v>
                </c:pt>
                <c:pt idx="4801">
                  <c:v>6.0</c:v>
                </c:pt>
                <c:pt idx="4802">
                  <c:v>6.0</c:v>
                </c:pt>
                <c:pt idx="4803">
                  <c:v>6.0</c:v>
                </c:pt>
                <c:pt idx="4804">
                  <c:v>6.0</c:v>
                </c:pt>
                <c:pt idx="4805">
                  <c:v>6.0</c:v>
                </c:pt>
                <c:pt idx="4806">
                  <c:v>6.0</c:v>
                </c:pt>
                <c:pt idx="4807">
                  <c:v>6.0</c:v>
                </c:pt>
                <c:pt idx="4808">
                  <c:v>6.0</c:v>
                </c:pt>
                <c:pt idx="4809">
                  <c:v>6.0</c:v>
                </c:pt>
                <c:pt idx="4810">
                  <c:v>6.0</c:v>
                </c:pt>
                <c:pt idx="4811">
                  <c:v>6.0</c:v>
                </c:pt>
                <c:pt idx="4812">
                  <c:v>6.0</c:v>
                </c:pt>
                <c:pt idx="4813">
                  <c:v>6.0</c:v>
                </c:pt>
                <c:pt idx="4814">
                  <c:v>6.0</c:v>
                </c:pt>
                <c:pt idx="4815">
                  <c:v>6.0</c:v>
                </c:pt>
                <c:pt idx="4816">
                  <c:v>6.0</c:v>
                </c:pt>
                <c:pt idx="4817">
                  <c:v>6.0</c:v>
                </c:pt>
                <c:pt idx="4818">
                  <c:v>6.0</c:v>
                </c:pt>
                <c:pt idx="4819">
                  <c:v>6.0</c:v>
                </c:pt>
                <c:pt idx="4820">
                  <c:v>6.0</c:v>
                </c:pt>
                <c:pt idx="4821">
                  <c:v>6.0</c:v>
                </c:pt>
                <c:pt idx="4822">
                  <c:v>6.0</c:v>
                </c:pt>
                <c:pt idx="4823">
                  <c:v>6.0</c:v>
                </c:pt>
                <c:pt idx="4824">
                  <c:v>6.0</c:v>
                </c:pt>
                <c:pt idx="4825">
                  <c:v>6.0</c:v>
                </c:pt>
                <c:pt idx="4826">
                  <c:v>6.0</c:v>
                </c:pt>
                <c:pt idx="4827">
                  <c:v>6.0</c:v>
                </c:pt>
                <c:pt idx="4828">
                  <c:v>6.0</c:v>
                </c:pt>
                <c:pt idx="4829">
                  <c:v>6.0</c:v>
                </c:pt>
                <c:pt idx="4830">
                  <c:v>6.0</c:v>
                </c:pt>
                <c:pt idx="4831">
                  <c:v>6.0</c:v>
                </c:pt>
                <c:pt idx="4832">
                  <c:v>6.0</c:v>
                </c:pt>
                <c:pt idx="4833">
                  <c:v>6.0</c:v>
                </c:pt>
                <c:pt idx="4834">
                  <c:v>6.0</c:v>
                </c:pt>
                <c:pt idx="4835">
                  <c:v>6.0</c:v>
                </c:pt>
                <c:pt idx="4836">
                  <c:v>6.0</c:v>
                </c:pt>
                <c:pt idx="4837">
                  <c:v>6.0</c:v>
                </c:pt>
                <c:pt idx="4838">
                  <c:v>6.0</c:v>
                </c:pt>
                <c:pt idx="4839">
                  <c:v>6.0</c:v>
                </c:pt>
                <c:pt idx="4840">
                  <c:v>6.0</c:v>
                </c:pt>
                <c:pt idx="4841">
                  <c:v>6.0</c:v>
                </c:pt>
                <c:pt idx="4842">
                  <c:v>6.0</c:v>
                </c:pt>
                <c:pt idx="4843">
                  <c:v>6.0</c:v>
                </c:pt>
                <c:pt idx="4844">
                  <c:v>6.0</c:v>
                </c:pt>
                <c:pt idx="4845">
                  <c:v>6.0</c:v>
                </c:pt>
                <c:pt idx="4846">
                  <c:v>6.0</c:v>
                </c:pt>
                <c:pt idx="4847">
                  <c:v>6.0</c:v>
                </c:pt>
                <c:pt idx="4848">
                  <c:v>6.0</c:v>
                </c:pt>
                <c:pt idx="4849">
                  <c:v>6.0</c:v>
                </c:pt>
                <c:pt idx="4850">
                  <c:v>6.0</c:v>
                </c:pt>
                <c:pt idx="4851">
                  <c:v>6.0</c:v>
                </c:pt>
                <c:pt idx="4852">
                  <c:v>6.0</c:v>
                </c:pt>
                <c:pt idx="4853">
                  <c:v>6.0</c:v>
                </c:pt>
                <c:pt idx="4854">
                  <c:v>6.0</c:v>
                </c:pt>
                <c:pt idx="4855">
                  <c:v>6.0</c:v>
                </c:pt>
                <c:pt idx="4856">
                  <c:v>6.0</c:v>
                </c:pt>
                <c:pt idx="4857">
                  <c:v>6.0</c:v>
                </c:pt>
                <c:pt idx="4858">
                  <c:v>6.0</c:v>
                </c:pt>
                <c:pt idx="4859">
                  <c:v>6.0</c:v>
                </c:pt>
                <c:pt idx="4860">
                  <c:v>6.0</c:v>
                </c:pt>
                <c:pt idx="4861">
                  <c:v>6.0</c:v>
                </c:pt>
                <c:pt idx="4862">
                  <c:v>6.0</c:v>
                </c:pt>
                <c:pt idx="4863">
                  <c:v>6.0</c:v>
                </c:pt>
                <c:pt idx="4864">
                  <c:v>6.0</c:v>
                </c:pt>
                <c:pt idx="4865">
                  <c:v>6.0</c:v>
                </c:pt>
                <c:pt idx="4866">
                  <c:v>6.0</c:v>
                </c:pt>
                <c:pt idx="4867">
                  <c:v>6.0</c:v>
                </c:pt>
                <c:pt idx="4868">
                  <c:v>6.0</c:v>
                </c:pt>
                <c:pt idx="4869">
                  <c:v>6.0</c:v>
                </c:pt>
                <c:pt idx="4870">
                  <c:v>6.0</c:v>
                </c:pt>
                <c:pt idx="4871">
                  <c:v>6.0</c:v>
                </c:pt>
                <c:pt idx="4872">
                  <c:v>6.0</c:v>
                </c:pt>
                <c:pt idx="4873">
                  <c:v>6.0</c:v>
                </c:pt>
                <c:pt idx="4874">
                  <c:v>6.0</c:v>
                </c:pt>
                <c:pt idx="4875">
                  <c:v>6.0</c:v>
                </c:pt>
                <c:pt idx="4876">
                  <c:v>6.0</c:v>
                </c:pt>
                <c:pt idx="4877">
                  <c:v>6.0</c:v>
                </c:pt>
                <c:pt idx="4878">
                  <c:v>6.0</c:v>
                </c:pt>
                <c:pt idx="4879">
                  <c:v>6.0</c:v>
                </c:pt>
                <c:pt idx="4880">
                  <c:v>6.0</c:v>
                </c:pt>
                <c:pt idx="4881">
                  <c:v>6.0</c:v>
                </c:pt>
                <c:pt idx="4882">
                  <c:v>6.0</c:v>
                </c:pt>
                <c:pt idx="4883">
                  <c:v>6.0</c:v>
                </c:pt>
                <c:pt idx="4884">
                  <c:v>6.0</c:v>
                </c:pt>
                <c:pt idx="4885">
                  <c:v>6.0</c:v>
                </c:pt>
                <c:pt idx="4886">
                  <c:v>6.0</c:v>
                </c:pt>
                <c:pt idx="4887">
                  <c:v>6.0</c:v>
                </c:pt>
                <c:pt idx="4888">
                  <c:v>6.0</c:v>
                </c:pt>
                <c:pt idx="4889">
                  <c:v>6.0</c:v>
                </c:pt>
                <c:pt idx="4890">
                  <c:v>6.0</c:v>
                </c:pt>
                <c:pt idx="4891">
                  <c:v>6.0</c:v>
                </c:pt>
                <c:pt idx="4892">
                  <c:v>6.0</c:v>
                </c:pt>
                <c:pt idx="4893">
                  <c:v>6.0</c:v>
                </c:pt>
                <c:pt idx="4894">
                  <c:v>6.0</c:v>
                </c:pt>
                <c:pt idx="4895">
                  <c:v>6.0</c:v>
                </c:pt>
                <c:pt idx="4896">
                  <c:v>6.0</c:v>
                </c:pt>
                <c:pt idx="4897">
                  <c:v>6.0</c:v>
                </c:pt>
                <c:pt idx="4898">
                  <c:v>6.0</c:v>
                </c:pt>
                <c:pt idx="4899">
                  <c:v>6.0</c:v>
                </c:pt>
                <c:pt idx="4900">
                  <c:v>6.0</c:v>
                </c:pt>
                <c:pt idx="4901">
                  <c:v>6.0</c:v>
                </c:pt>
                <c:pt idx="4902">
                  <c:v>6.0</c:v>
                </c:pt>
                <c:pt idx="4903">
                  <c:v>6.0</c:v>
                </c:pt>
                <c:pt idx="4904">
                  <c:v>6.0</c:v>
                </c:pt>
                <c:pt idx="4905">
                  <c:v>6.0</c:v>
                </c:pt>
                <c:pt idx="4906">
                  <c:v>6.0</c:v>
                </c:pt>
                <c:pt idx="4907">
                  <c:v>6.0</c:v>
                </c:pt>
                <c:pt idx="4908">
                  <c:v>6.0</c:v>
                </c:pt>
                <c:pt idx="4909">
                  <c:v>6.0</c:v>
                </c:pt>
                <c:pt idx="4910">
                  <c:v>6.0</c:v>
                </c:pt>
                <c:pt idx="4911">
                  <c:v>6.0</c:v>
                </c:pt>
                <c:pt idx="4912">
                  <c:v>6.0</c:v>
                </c:pt>
                <c:pt idx="4913">
                  <c:v>6.0</c:v>
                </c:pt>
                <c:pt idx="4914">
                  <c:v>6.0</c:v>
                </c:pt>
                <c:pt idx="4915">
                  <c:v>6.0</c:v>
                </c:pt>
                <c:pt idx="4916">
                  <c:v>6.0</c:v>
                </c:pt>
                <c:pt idx="4917">
                  <c:v>6.0</c:v>
                </c:pt>
                <c:pt idx="4918">
                  <c:v>6.0</c:v>
                </c:pt>
                <c:pt idx="4919">
                  <c:v>6.0</c:v>
                </c:pt>
                <c:pt idx="4920">
                  <c:v>6.0</c:v>
                </c:pt>
                <c:pt idx="4921">
                  <c:v>6.0</c:v>
                </c:pt>
                <c:pt idx="4922">
                  <c:v>6.0</c:v>
                </c:pt>
                <c:pt idx="4923">
                  <c:v>6.0</c:v>
                </c:pt>
                <c:pt idx="4924">
                  <c:v>6.0</c:v>
                </c:pt>
                <c:pt idx="4925">
                  <c:v>6.0</c:v>
                </c:pt>
                <c:pt idx="4926">
                  <c:v>6.0</c:v>
                </c:pt>
                <c:pt idx="4927">
                  <c:v>6.0</c:v>
                </c:pt>
                <c:pt idx="4928">
                  <c:v>6.0</c:v>
                </c:pt>
                <c:pt idx="4929">
                  <c:v>6.0</c:v>
                </c:pt>
                <c:pt idx="4930">
                  <c:v>6.0</c:v>
                </c:pt>
                <c:pt idx="4931">
                  <c:v>6.0</c:v>
                </c:pt>
                <c:pt idx="4932">
                  <c:v>6.0</c:v>
                </c:pt>
                <c:pt idx="4933">
                  <c:v>6.0</c:v>
                </c:pt>
                <c:pt idx="4934">
                  <c:v>6.0</c:v>
                </c:pt>
                <c:pt idx="4935">
                  <c:v>6.0</c:v>
                </c:pt>
                <c:pt idx="4936">
                  <c:v>6.0</c:v>
                </c:pt>
                <c:pt idx="4937">
                  <c:v>6.0</c:v>
                </c:pt>
                <c:pt idx="4938">
                  <c:v>6.0</c:v>
                </c:pt>
                <c:pt idx="4939">
                  <c:v>6.0</c:v>
                </c:pt>
                <c:pt idx="4940">
                  <c:v>6.0</c:v>
                </c:pt>
                <c:pt idx="4941">
                  <c:v>6.0</c:v>
                </c:pt>
                <c:pt idx="4942">
                  <c:v>6.0</c:v>
                </c:pt>
                <c:pt idx="4943">
                  <c:v>6.0</c:v>
                </c:pt>
                <c:pt idx="4944">
                  <c:v>6.0</c:v>
                </c:pt>
                <c:pt idx="4945">
                  <c:v>6.0</c:v>
                </c:pt>
                <c:pt idx="4946">
                  <c:v>6.0</c:v>
                </c:pt>
                <c:pt idx="4947">
                  <c:v>6.0</c:v>
                </c:pt>
                <c:pt idx="4948">
                  <c:v>6.0</c:v>
                </c:pt>
                <c:pt idx="4949">
                  <c:v>6.0</c:v>
                </c:pt>
                <c:pt idx="4950">
                  <c:v>6.0</c:v>
                </c:pt>
                <c:pt idx="4951">
                  <c:v>6.0</c:v>
                </c:pt>
                <c:pt idx="4952">
                  <c:v>6.0</c:v>
                </c:pt>
                <c:pt idx="4953">
                  <c:v>6.0</c:v>
                </c:pt>
                <c:pt idx="4954">
                  <c:v>6.0</c:v>
                </c:pt>
                <c:pt idx="4955">
                  <c:v>6.0</c:v>
                </c:pt>
                <c:pt idx="4956">
                  <c:v>6.0</c:v>
                </c:pt>
                <c:pt idx="4957">
                  <c:v>6.0</c:v>
                </c:pt>
                <c:pt idx="4958">
                  <c:v>6.0</c:v>
                </c:pt>
                <c:pt idx="4959">
                  <c:v>6.0</c:v>
                </c:pt>
                <c:pt idx="4960">
                  <c:v>6.0</c:v>
                </c:pt>
                <c:pt idx="4961">
                  <c:v>6.0</c:v>
                </c:pt>
                <c:pt idx="4962">
                  <c:v>6.0</c:v>
                </c:pt>
                <c:pt idx="4963">
                  <c:v>6.0</c:v>
                </c:pt>
                <c:pt idx="4964">
                  <c:v>6.0</c:v>
                </c:pt>
                <c:pt idx="4965">
                  <c:v>6.0</c:v>
                </c:pt>
                <c:pt idx="4966">
                  <c:v>6.0</c:v>
                </c:pt>
                <c:pt idx="4967">
                  <c:v>6.0</c:v>
                </c:pt>
                <c:pt idx="4968">
                  <c:v>6.0</c:v>
                </c:pt>
                <c:pt idx="4969">
                  <c:v>6.0</c:v>
                </c:pt>
                <c:pt idx="4970">
                  <c:v>6.0</c:v>
                </c:pt>
                <c:pt idx="4971">
                  <c:v>6.0</c:v>
                </c:pt>
                <c:pt idx="4972">
                  <c:v>6.0</c:v>
                </c:pt>
                <c:pt idx="4973">
                  <c:v>6.0</c:v>
                </c:pt>
                <c:pt idx="4974">
                  <c:v>6.0</c:v>
                </c:pt>
                <c:pt idx="4975">
                  <c:v>6.0</c:v>
                </c:pt>
                <c:pt idx="4976">
                  <c:v>6.0</c:v>
                </c:pt>
                <c:pt idx="4977">
                  <c:v>6.0</c:v>
                </c:pt>
                <c:pt idx="4978">
                  <c:v>6.0</c:v>
                </c:pt>
                <c:pt idx="4979">
                  <c:v>6.0</c:v>
                </c:pt>
                <c:pt idx="4980">
                  <c:v>6.0</c:v>
                </c:pt>
                <c:pt idx="4981">
                  <c:v>6.0</c:v>
                </c:pt>
                <c:pt idx="4982">
                  <c:v>6.0</c:v>
                </c:pt>
                <c:pt idx="4983">
                  <c:v>6.0</c:v>
                </c:pt>
                <c:pt idx="4984">
                  <c:v>6.0</c:v>
                </c:pt>
                <c:pt idx="4985">
                  <c:v>6.0</c:v>
                </c:pt>
                <c:pt idx="4986">
                  <c:v>6.0</c:v>
                </c:pt>
                <c:pt idx="4987">
                  <c:v>6.0</c:v>
                </c:pt>
                <c:pt idx="4988">
                  <c:v>6.0</c:v>
                </c:pt>
                <c:pt idx="4989">
                  <c:v>6.0</c:v>
                </c:pt>
                <c:pt idx="4990">
                  <c:v>6.0</c:v>
                </c:pt>
                <c:pt idx="4991">
                  <c:v>6.0</c:v>
                </c:pt>
                <c:pt idx="4992">
                  <c:v>6.0</c:v>
                </c:pt>
                <c:pt idx="4993">
                  <c:v>6.0</c:v>
                </c:pt>
                <c:pt idx="4994">
                  <c:v>6.0</c:v>
                </c:pt>
                <c:pt idx="4995">
                  <c:v>6.0</c:v>
                </c:pt>
                <c:pt idx="4996">
                  <c:v>6.0</c:v>
                </c:pt>
                <c:pt idx="4997">
                  <c:v>6.0</c:v>
                </c:pt>
                <c:pt idx="4998">
                  <c:v>6.0</c:v>
                </c:pt>
                <c:pt idx="4999">
                  <c:v>6.0</c:v>
                </c:pt>
                <c:pt idx="5000">
                  <c:v>6.0</c:v>
                </c:pt>
                <c:pt idx="5001">
                  <c:v>6.0</c:v>
                </c:pt>
                <c:pt idx="5002">
                  <c:v>6.0</c:v>
                </c:pt>
                <c:pt idx="5003">
                  <c:v>6.0</c:v>
                </c:pt>
                <c:pt idx="5004">
                  <c:v>6.0</c:v>
                </c:pt>
                <c:pt idx="5005">
                  <c:v>6.0</c:v>
                </c:pt>
                <c:pt idx="5006">
                  <c:v>6.0</c:v>
                </c:pt>
                <c:pt idx="5007">
                  <c:v>6.0</c:v>
                </c:pt>
                <c:pt idx="5008">
                  <c:v>6.0</c:v>
                </c:pt>
                <c:pt idx="5009">
                  <c:v>6.0</c:v>
                </c:pt>
                <c:pt idx="5010">
                  <c:v>6.0</c:v>
                </c:pt>
                <c:pt idx="5011">
                  <c:v>6.0</c:v>
                </c:pt>
                <c:pt idx="5012">
                  <c:v>6.0</c:v>
                </c:pt>
                <c:pt idx="5013">
                  <c:v>6.0</c:v>
                </c:pt>
                <c:pt idx="5014">
                  <c:v>6.0</c:v>
                </c:pt>
                <c:pt idx="5015">
                  <c:v>6.0</c:v>
                </c:pt>
                <c:pt idx="5016">
                  <c:v>6.0</c:v>
                </c:pt>
                <c:pt idx="5017">
                  <c:v>6.0</c:v>
                </c:pt>
                <c:pt idx="5018">
                  <c:v>6.0</c:v>
                </c:pt>
                <c:pt idx="5019">
                  <c:v>6.0</c:v>
                </c:pt>
                <c:pt idx="5020">
                  <c:v>6.0</c:v>
                </c:pt>
                <c:pt idx="5021">
                  <c:v>6.0</c:v>
                </c:pt>
                <c:pt idx="5022">
                  <c:v>6.0</c:v>
                </c:pt>
                <c:pt idx="5023">
                  <c:v>6.0</c:v>
                </c:pt>
                <c:pt idx="5024">
                  <c:v>6.0</c:v>
                </c:pt>
                <c:pt idx="5025">
                  <c:v>6.0</c:v>
                </c:pt>
                <c:pt idx="5026">
                  <c:v>6.0</c:v>
                </c:pt>
                <c:pt idx="5027">
                  <c:v>6.0</c:v>
                </c:pt>
                <c:pt idx="5028">
                  <c:v>6.0</c:v>
                </c:pt>
                <c:pt idx="5029">
                  <c:v>6.0</c:v>
                </c:pt>
                <c:pt idx="5030">
                  <c:v>6.0</c:v>
                </c:pt>
                <c:pt idx="5031">
                  <c:v>6.0</c:v>
                </c:pt>
                <c:pt idx="5032">
                  <c:v>6.0</c:v>
                </c:pt>
                <c:pt idx="5033">
                  <c:v>6.0</c:v>
                </c:pt>
                <c:pt idx="5034">
                  <c:v>6.0</c:v>
                </c:pt>
                <c:pt idx="5035">
                  <c:v>6.0</c:v>
                </c:pt>
                <c:pt idx="5036">
                  <c:v>6.0</c:v>
                </c:pt>
                <c:pt idx="5037">
                  <c:v>6.0</c:v>
                </c:pt>
                <c:pt idx="5038">
                  <c:v>6.0</c:v>
                </c:pt>
                <c:pt idx="5039">
                  <c:v>6.0</c:v>
                </c:pt>
                <c:pt idx="5040">
                  <c:v>6.0</c:v>
                </c:pt>
                <c:pt idx="5041">
                  <c:v>6.0</c:v>
                </c:pt>
                <c:pt idx="5042">
                  <c:v>6.0</c:v>
                </c:pt>
                <c:pt idx="5043">
                  <c:v>6.0</c:v>
                </c:pt>
                <c:pt idx="5044">
                  <c:v>6.0</c:v>
                </c:pt>
                <c:pt idx="5045">
                  <c:v>6.0</c:v>
                </c:pt>
                <c:pt idx="5046">
                  <c:v>6.0</c:v>
                </c:pt>
                <c:pt idx="5047">
                  <c:v>6.0</c:v>
                </c:pt>
                <c:pt idx="5048">
                  <c:v>6.0</c:v>
                </c:pt>
                <c:pt idx="5049">
                  <c:v>6.0</c:v>
                </c:pt>
                <c:pt idx="5050">
                  <c:v>6.0</c:v>
                </c:pt>
                <c:pt idx="5051">
                  <c:v>6.0</c:v>
                </c:pt>
                <c:pt idx="5052">
                  <c:v>6.0</c:v>
                </c:pt>
                <c:pt idx="5053">
                  <c:v>6.0</c:v>
                </c:pt>
                <c:pt idx="5054">
                  <c:v>6.0</c:v>
                </c:pt>
                <c:pt idx="5055">
                  <c:v>6.0</c:v>
                </c:pt>
                <c:pt idx="5056">
                  <c:v>6.0</c:v>
                </c:pt>
                <c:pt idx="5057">
                  <c:v>6.0</c:v>
                </c:pt>
                <c:pt idx="5058">
                  <c:v>6.0</c:v>
                </c:pt>
                <c:pt idx="5059">
                  <c:v>6.0</c:v>
                </c:pt>
                <c:pt idx="5060">
                  <c:v>6.0</c:v>
                </c:pt>
                <c:pt idx="5061">
                  <c:v>6.0</c:v>
                </c:pt>
                <c:pt idx="5062">
                  <c:v>6.0</c:v>
                </c:pt>
                <c:pt idx="5063">
                  <c:v>6.0</c:v>
                </c:pt>
                <c:pt idx="5064">
                  <c:v>6.0</c:v>
                </c:pt>
                <c:pt idx="5065">
                  <c:v>6.0</c:v>
                </c:pt>
                <c:pt idx="5066">
                  <c:v>6.0</c:v>
                </c:pt>
                <c:pt idx="5067">
                  <c:v>6.0</c:v>
                </c:pt>
                <c:pt idx="5068">
                  <c:v>6.0</c:v>
                </c:pt>
                <c:pt idx="5069">
                  <c:v>6.0</c:v>
                </c:pt>
                <c:pt idx="5070">
                  <c:v>6.0</c:v>
                </c:pt>
                <c:pt idx="5071">
                  <c:v>6.0</c:v>
                </c:pt>
                <c:pt idx="5072">
                  <c:v>6.0</c:v>
                </c:pt>
                <c:pt idx="5073">
                  <c:v>6.0</c:v>
                </c:pt>
                <c:pt idx="5074">
                  <c:v>6.0</c:v>
                </c:pt>
                <c:pt idx="5075">
                  <c:v>6.0</c:v>
                </c:pt>
                <c:pt idx="5076">
                  <c:v>6.0</c:v>
                </c:pt>
                <c:pt idx="5077">
                  <c:v>6.0</c:v>
                </c:pt>
                <c:pt idx="5078">
                  <c:v>6.0</c:v>
                </c:pt>
                <c:pt idx="5079">
                  <c:v>6.0</c:v>
                </c:pt>
                <c:pt idx="5080">
                  <c:v>6.0</c:v>
                </c:pt>
                <c:pt idx="5081">
                  <c:v>6.0</c:v>
                </c:pt>
                <c:pt idx="5082">
                  <c:v>6.0</c:v>
                </c:pt>
                <c:pt idx="5083">
                  <c:v>6.0</c:v>
                </c:pt>
                <c:pt idx="5084">
                  <c:v>6.0</c:v>
                </c:pt>
                <c:pt idx="5085">
                  <c:v>6.0</c:v>
                </c:pt>
                <c:pt idx="5086">
                  <c:v>6.0</c:v>
                </c:pt>
                <c:pt idx="5087">
                  <c:v>6.0</c:v>
                </c:pt>
                <c:pt idx="5088">
                  <c:v>6.0</c:v>
                </c:pt>
                <c:pt idx="5089">
                  <c:v>6.0</c:v>
                </c:pt>
                <c:pt idx="5090">
                  <c:v>6.0</c:v>
                </c:pt>
                <c:pt idx="5091">
                  <c:v>6.0</c:v>
                </c:pt>
                <c:pt idx="5092">
                  <c:v>6.0</c:v>
                </c:pt>
                <c:pt idx="5093">
                  <c:v>6.0</c:v>
                </c:pt>
                <c:pt idx="5094">
                  <c:v>6.0</c:v>
                </c:pt>
                <c:pt idx="5095">
                  <c:v>6.0</c:v>
                </c:pt>
                <c:pt idx="5096">
                  <c:v>6.0</c:v>
                </c:pt>
                <c:pt idx="5097">
                  <c:v>6.0</c:v>
                </c:pt>
                <c:pt idx="5098">
                  <c:v>6.0</c:v>
                </c:pt>
                <c:pt idx="5099">
                  <c:v>6.0</c:v>
                </c:pt>
                <c:pt idx="5100">
                  <c:v>6.0</c:v>
                </c:pt>
                <c:pt idx="5101">
                  <c:v>6.0</c:v>
                </c:pt>
                <c:pt idx="5102">
                  <c:v>6.0</c:v>
                </c:pt>
                <c:pt idx="5103">
                  <c:v>6.0</c:v>
                </c:pt>
                <c:pt idx="5104">
                  <c:v>6.0</c:v>
                </c:pt>
                <c:pt idx="5105">
                  <c:v>6.0</c:v>
                </c:pt>
                <c:pt idx="5106">
                  <c:v>6.0</c:v>
                </c:pt>
                <c:pt idx="5107">
                  <c:v>6.0</c:v>
                </c:pt>
                <c:pt idx="5108">
                  <c:v>6.0</c:v>
                </c:pt>
                <c:pt idx="5109">
                  <c:v>6.0</c:v>
                </c:pt>
                <c:pt idx="5110">
                  <c:v>6.0</c:v>
                </c:pt>
                <c:pt idx="5111">
                  <c:v>6.0</c:v>
                </c:pt>
                <c:pt idx="5112">
                  <c:v>6.0</c:v>
                </c:pt>
                <c:pt idx="5113">
                  <c:v>6.0</c:v>
                </c:pt>
                <c:pt idx="5114">
                  <c:v>6.0</c:v>
                </c:pt>
                <c:pt idx="5115">
                  <c:v>6.0</c:v>
                </c:pt>
                <c:pt idx="5116">
                  <c:v>6.0</c:v>
                </c:pt>
                <c:pt idx="5117">
                  <c:v>6.0</c:v>
                </c:pt>
                <c:pt idx="5118">
                  <c:v>6.0</c:v>
                </c:pt>
                <c:pt idx="5119">
                  <c:v>6.0</c:v>
                </c:pt>
                <c:pt idx="5120">
                  <c:v>6.0</c:v>
                </c:pt>
                <c:pt idx="5121">
                  <c:v>6.0</c:v>
                </c:pt>
                <c:pt idx="5122">
                  <c:v>6.0</c:v>
                </c:pt>
                <c:pt idx="5123">
                  <c:v>6.0</c:v>
                </c:pt>
                <c:pt idx="5124">
                  <c:v>6.0</c:v>
                </c:pt>
                <c:pt idx="5125">
                  <c:v>6.0</c:v>
                </c:pt>
                <c:pt idx="5126">
                  <c:v>6.0</c:v>
                </c:pt>
                <c:pt idx="5127">
                  <c:v>6.0</c:v>
                </c:pt>
                <c:pt idx="5128">
                  <c:v>6.0</c:v>
                </c:pt>
                <c:pt idx="5129">
                  <c:v>6.0</c:v>
                </c:pt>
                <c:pt idx="5130">
                  <c:v>6.0</c:v>
                </c:pt>
                <c:pt idx="5131">
                  <c:v>6.0</c:v>
                </c:pt>
                <c:pt idx="5132">
                  <c:v>6.0</c:v>
                </c:pt>
                <c:pt idx="5133">
                  <c:v>6.0</c:v>
                </c:pt>
                <c:pt idx="5134">
                  <c:v>6.0</c:v>
                </c:pt>
                <c:pt idx="5135">
                  <c:v>6.0</c:v>
                </c:pt>
                <c:pt idx="5136">
                  <c:v>6.0</c:v>
                </c:pt>
                <c:pt idx="5137">
                  <c:v>6.0</c:v>
                </c:pt>
                <c:pt idx="5138">
                  <c:v>6.0</c:v>
                </c:pt>
                <c:pt idx="5139">
                  <c:v>6.0</c:v>
                </c:pt>
                <c:pt idx="5140">
                  <c:v>6.0</c:v>
                </c:pt>
                <c:pt idx="5141">
                  <c:v>6.0</c:v>
                </c:pt>
                <c:pt idx="5142">
                  <c:v>6.0</c:v>
                </c:pt>
                <c:pt idx="5143">
                  <c:v>6.0</c:v>
                </c:pt>
                <c:pt idx="5144">
                  <c:v>6.0</c:v>
                </c:pt>
                <c:pt idx="5145">
                  <c:v>6.0</c:v>
                </c:pt>
                <c:pt idx="5146">
                  <c:v>6.0</c:v>
                </c:pt>
                <c:pt idx="5147">
                  <c:v>6.0</c:v>
                </c:pt>
                <c:pt idx="5148">
                  <c:v>6.0</c:v>
                </c:pt>
                <c:pt idx="5149">
                  <c:v>6.0</c:v>
                </c:pt>
                <c:pt idx="5150">
                  <c:v>6.0</c:v>
                </c:pt>
                <c:pt idx="5151">
                  <c:v>6.0</c:v>
                </c:pt>
                <c:pt idx="5152">
                  <c:v>6.0</c:v>
                </c:pt>
                <c:pt idx="5153">
                  <c:v>6.0</c:v>
                </c:pt>
                <c:pt idx="5154">
                  <c:v>6.0</c:v>
                </c:pt>
                <c:pt idx="5155">
                  <c:v>6.0</c:v>
                </c:pt>
                <c:pt idx="5156">
                  <c:v>6.0</c:v>
                </c:pt>
                <c:pt idx="5157">
                  <c:v>6.0</c:v>
                </c:pt>
                <c:pt idx="5158">
                  <c:v>6.0</c:v>
                </c:pt>
                <c:pt idx="5159">
                  <c:v>6.0</c:v>
                </c:pt>
                <c:pt idx="5160">
                  <c:v>6.0</c:v>
                </c:pt>
                <c:pt idx="5161">
                  <c:v>6.0</c:v>
                </c:pt>
                <c:pt idx="5162">
                  <c:v>6.0</c:v>
                </c:pt>
                <c:pt idx="5163">
                  <c:v>6.0</c:v>
                </c:pt>
                <c:pt idx="5164">
                  <c:v>6.0</c:v>
                </c:pt>
                <c:pt idx="5165">
                  <c:v>6.0</c:v>
                </c:pt>
                <c:pt idx="5166">
                  <c:v>6.0</c:v>
                </c:pt>
                <c:pt idx="5167">
                  <c:v>6.0</c:v>
                </c:pt>
                <c:pt idx="5168">
                  <c:v>6.0</c:v>
                </c:pt>
                <c:pt idx="5169">
                  <c:v>6.0</c:v>
                </c:pt>
                <c:pt idx="5170">
                  <c:v>6.0</c:v>
                </c:pt>
                <c:pt idx="5171">
                  <c:v>6.0</c:v>
                </c:pt>
                <c:pt idx="5172">
                  <c:v>6.0</c:v>
                </c:pt>
                <c:pt idx="5173">
                  <c:v>6.0</c:v>
                </c:pt>
                <c:pt idx="5174">
                  <c:v>6.0</c:v>
                </c:pt>
                <c:pt idx="5175">
                  <c:v>6.0</c:v>
                </c:pt>
                <c:pt idx="5176">
                  <c:v>6.0</c:v>
                </c:pt>
                <c:pt idx="5177">
                  <c:v>6.0</c:v>
                </c:pt>
                <c:pt idx="5178">
                  <c:v>6.0</c:v>
                </c:pt>
                <c:pt idx="5179">
                  <c:v>6.0</c:v>
                </c:pt>
                <c:pt idx="5180">
                  <c:v>6.0</c:v>
                </c:pt>
                <c:pt idx="5181">
                  <c:v>6.0</c:v>
                </c:pt>
                <c:pt idx="5182">
                  <c:v>6.0</c:v>
                </c:pt>
                <c:pt idx="5183">
                  <c:v>6.0</c:v>
                </c:pt>
                <c:pt idx="5184">
                  <c:v>6.0</c:v>
                </c:pt>
                <c:pt idx="5185">
                  <c:v>6.0</c:v>
                </c:pt>
                <c:pt idx="5186">
                  <c:v>6.0</c:v>
                </c:pt>
                <c:pt idx="5187">
                  <c:v>6.0</c:v>
                </c:pt>
                <c:pt idx="5188">
                  <c:v>6.0</c:v>
                </c:pt>
                <c:pt idx="5189">
                  <c:v>6.0</c:v>
                </c:pt>
                <c:pt idx="5190">
                  <c:v>6.0</c:v>
                </c:pt>
                <c:pt idx="5191">
                  <c:v>6.0</c:v>
                </c:pt>
                <c:pt idx="5192">
                  <c:v>6.0</c:v>
                </c:pt>
                <c:pt idx="5193">
                  <c:v>6.0</c:v>
                </c:pt>
                <c:pt idx="5194">
                  <c:v>6.0</c:v>
                </c:pt>
                <c:pt idx="5195">
                  <c:v>6.0</c:v>
                </c:pt>
                <c:pt idx="5196">
                  <c:v>6.0</c:v>
                </c:pt>
                <c:pt idx="5197">
                  <c:v>6.0</c:v>
                </c:pt>
                <c:pt idx="5198">
                  <c:v>6.0</c:v>
                </c:pt>
                <c:pt idx="5199">
                  <c:v>6.0</c:v>
                </c:pt>
                <c:pt idx="5200">
                  <c:v>6.0</c:v>
                </c:pt>
                <c:pt idx="5201">
                  <c:v>6.0</c:v>
                </c:pt>
                <c:pt idx="5202">
                  <c:v>6.0</c:v>
                </c:pt>
                <c:pt idx="5203">
                  <c:v>6.0</c:v>
                </c:pt>
                <c:pt idx="5204">
                  <c:v>6.0</c:v>
                </c:pt>
                <c:pt idx="5205">
                  <c:v>6.0</c:v>
                </c:pt>
                <c:pt idx="5206">
                  <c:v>6.0</c:v>
                </c:pt>
                <c:pt idx="5207">
                  <c:v>6.0</c:v>
                </c:pt>
                <c:pt idx="5208">
                  <c:v>6.0</c:v>
                </c:pt>
                <c:pt idx="5209">
                  <c:v>6.0</c:v>
                </c:pt>
                <c:pt idx="5210">
                  <c:v>6.0</c:v>
                </c:pt>
                <c:pt idx="5211">
                  <c:v>6.0</c:v>
                </c:pt>
                <c:pt idx="5212">
                  <c:v>6.0</c:v>
                </c:pt>
                <c:pt idx="5213">
                  <c:v>6.0</c:v>
                </c:pt>
                <c:pt idx="5214">
                  <c:v>6.0</c:v>
                </c:pt>
                <c:pt idx="5215">
                  <c:v>6.0</c:v>
                </c:pt>
                <c:pt idx="5216">
                  <c:v>6.0</c:v>
                </c:pt>
                <c:pt idx="5217">
                  <c:v>6.0</c:v>
                </c:pt>
                <c:pt idx="5218">
                  <c:v>6.0</c:v>
                </c:pt>
                <c:pt idx="5219">
                  <c:v>6.0</c:v>
                </c:pt>
                <c:pt idx="5220">
                  <c:v>6.0</c:v>
                </c:pt>
                <c:pt idx="5221">
                  <c:v>6.0</c:v>
                </c:pt>
                <c:pt idx="5222">
                  <c:v>6.0</c:v>
                </c:pt>
                <c:pt idx="5223">
                  <c:v>6.0</c:v>
                </c:pt>
                <c:pt idx="5224">
                  <c:v>6.0</c:v>
                </c:pt>
                <c:pt idx="5225">
                  <c:v>6.0</c:v>
                </c:pt>
                <c:pt idx="5226">
                  <c:v>6.0</c:v>
                </c:pt>
                <c:pt idx="5227">
                  <c:v>6.0</c:v>
                </c:pt>
                <c:pt idx="5228">
                  <c:v>6.0</c:v>
                </c:pt>
                <c:pt idx="5229">
                  <c:v>6.0</c:v>
                </c:pt>
                <c:pt idx="5230">
                  <c:v>6.0</c:v>
                </c:pt>
                <c:pt idx="5231">
                  <c:v>6.0</c:v>
                </c:pt>
                <c:pt idx="5232">
                  <c:v>6.0</c:v>
                </c:pt>
                <c:pt idx="5233">
                  <c:v>6.0</c:v>
                </c:pt>
                <c:pt idx="5234">
                  <c:v>6.0</c:v>
                </c:pt>
                <c:pt idx="5235">
                  <c:v>6.0</c:v>
                </c:pt>
                <c:pt idx="5236">
                  <c:v>6.0</c:v>
                </c:pt>
                <c:pt idx="5237">
                  <c:v>6.0</c:v>
                </c:pt>
                <c:pt idx="5238">
                  <c:v>6.0</c:v>
                </c:pt>
                <c:pt idx="5239">
                  <c:v>6.0</c:v>
                </c:pt>
                <c:pt idx="5240">
                  <c:v>6.0</c:v>
                </c:pt>
                <c:pt idx="5241">
                  <c:v>6.0</c:v>
                </c:pt>
                <c:pt idx="5242">
                  <c:v>6.0</c:v>
                </c:pt>
                <c:pt idx="5243">
                  <c:v>6.0</c:v>
                </c:pt>
                <c:pt idx="5244">
                  <c:v>6.0</c:v>
                </c:pt>
                <c:pt idx="5245">
                  <c:v>6.0</c:v>
                </c:pt>
                <c:pt idx="5246">
                  <c:v>6.0</c:v>
                </c:pt>
                <c:pt idx="5247">
                  <c:v>6.0</c:v>
                </c:pt>
                <c:pt idx="5248">
                  <c:v>6.0</c:v>
                </c:pt>
                <c:pt idx="5249">
                  <c:v>6.0</c:v>
                </c:pt>
                <c:pt idx="5250">
                  <c:v>6.0</c:v>
                </c:pt>
                <c:pt idx="5251">
                  <c:v>6.0</c:v>
                </c:pt>
                <c:pt idx="5252">
                  <c:v>6.0</c:v>
                </c:pt>
                <c:pt idx="5253">
                  <c:v>6.0</c:v>
                </c:pt>
                <c:pt idx="5254">
                  <c:v>6.0</c:v>
                </c:pt>
                <c:pt idx="5255">
                  <c:v>6.0</c:v>
                </c:pt>
                <c:pt idx="5256">
                  <c:v>6.0</c:v>
                </c:pt>
                <c:pt idx="5257">
                  <c:v>6.0</c:v>
                </c:pt>
                <c:pt idx="5258">
                  <c:v>6.0</c:v>
                </c:pt>
                <c:pt idx="5259">
                  <c:v>6.0</c:v>
                </c:pt>
                <c:pt idx="5260">
                  <c:v>6.0</c:v>
                </c:pt>
                <c:pt idx="5261">
                  <c:v>6.0</c:v>
                </c:pt>
                <c:pt idx="5262">
                  <c:v>6.0</c:v>
                </c:pt>
                <c:pt idx="5263">
                  <c:v>6.0</c:v>
                </c:pt>
                <c:pt idx="5264">
                  <c:v>6.0</c:v>
                </c:pt>
                <c:pt idx="5265">
                  <c:v>6.0</c:v>
                </c:pt>
                <c:pt idx="5266">
                  <c:v>6.0</c:v>
                </c:pt>
                <c:pt idx="5267">
                  <c:v>6.0</c:v>
                </c:pt>
                <c:pt idx="5268">
                  <c:v>6.0</c:v>
                </c:pt>
                <c:pt idx="5269">
                  <c:v>6.0</c:v>
                </c:pt>
                <c:pt idx="5270">
                  <c:v>6.0</c:v>
                </c:pt>
                <c:pt idx="5271">
                  <c:v>6.0</c:v>
                </c:pt>
                <c:pt idx="5272">
                  <c:v>6.0</c:v>
                </c:pt>
                <c:pt idx="5273">
                  <c:v>6.0</c:v>
                </c:pt>
                <c:pt idx="5274">
                  <c:v>6.0</c:v>
                </c:pt>
                <c:pt idx="5275">
                  <c:v>6.0</c:v>
                </c:pt>
                <c:pt idx="5276">
                  <c:v>6.0</c:v>
                </c:pt>
                <c:pt idx="5277">
                  <c:v>6.0</c:v>
                </c:pt>
                <c:pt idx="5278">
                  <c:v>6.0</c:v>
                </c:pt>
                <c:pt idx="5279">
                  <c:v>6.0</c:v>
                </c:pt>
                <c:pt idx="5280">
                  <c:v>6.0</c:v>
                </c:pt>
                <c:pt idx="5281">
                  <c:v>6.0</c:v>
                </c:pt>
                <c:pt idx="5282">
                  <c:v>6.0</c:v>
                </c:pt>
                <c:pt idx="5283">
                  <c:v>6.0</c:v>
                </c:pt>
                <c:pt idx="5284">
                  <c:v>6.0</c:v>
                </c:pt>
                <c:pt idx="5285">
                  <c:v>6.0</c:v>
                </c:pt>
                <c:pt idx="5286">
                  <c:v>6.0</c:v>
                </c:pt>
                <c:pt idx="5287">
                  <c:v>6.0</c:v>
                </c:pt>
                <c:pt idx="5288">
                  <c:v>6.0</c:v>
                </c:pt>
                <c:pt idx="5289">
                  <c:v>6.0</c:v>
                </c:pt>
                <c:pt idx="5290">
                  <c:v>6.0</c:v>
                </c:pt>
                <c:pt idx="5291">
                  <c:v>6.0</c:v>
                </c:pt>
                <c:pt idx="5292">
                  <c:v>6.0</c:v>
                </c:pt>
                <c:pt idx="5293">
                  <c:v>6.0</c:v>
                </c:pt>
                <c:pt idx="5294">
                  <c:v>6.0</c:v>
                </c:pt>
                <c:pt idx="5295">
                  <c:v>6.0</c:v>
                </c:pt>
                <c:pt idx="5296">
                  <c:v>6.0</c:v>
                </c:pt>
                <c:pt idx="5297">
                  <c:v>6.0</c:v>
                </c:pt>
                <c:pt idx="5298">
                  <c:v>6.0</c:v>
                </c:pt>
                <c:pt idx="5299">
                  <c:v>6.0</c:v>
                </c:pt>
                <c:pt idx="5300">
                  <c:v>6.0</c:v>
                </c:pt>
                <c:pt idx="5301">
                  <c:v>6.0</c:v>
                </c:pt>
                <c:pt idx="5302">
                  <c:v>6.0</c:v>
                </c:pt>
                <c:pt idx="5303">
                  <c:v>6.0</c:v>
                </c:pt>
                <c:pt idx="5304">
                  <c:v>6.0</c:v>
                </c:pt>
                <c:pt idx="5305">
                  <c:v>6.0</c:v>
                </c:pt>
                <c:pt idx="5306">
                  <c:v>6.0</c:v>
                </c:pt>
                <c:pt idx="5307">
                  <c:v>6.0</c:v>
                </c:pt>
                <c:pt idx="5308">
                  <c:v>6.0</c:v>
                </c:pt>
                <c:pt idx="5309">
                  <c:v>6.0</c:v>
                </c:pt>
                <c:pt idx="5310">
                  <c:v>6.0</c:v>
                </c:pt>
                <c:pt idx="5311">
                  <c:v>6.0</c:v>
                </c:pt>
                <c:pt idx="5312">
                  <c:v>6.0</c:v>
                </c:pt>
                <c:pt idx="5313">
                  <c:v>6.0</c:v>
                </c:pt>
                <c:pt idx="5314">
                  <c:v>6.0</c:v>
                </c:pt>
                <c:pt idx="5315">
                  <c:v>6.0</c:v>
                </c:pt>
                <c:pt idx="5316">
                  <c:v>6.0</c:v>
                </c:pt>
                <c:pt idx="5317">
                  <c:v>6.0</c:v>
                </c:pt>
                <c:pt idx="5318">
                  <c:v>6.0</c:v>
                </c:pt>
                <c:pt idx="5319">
                  <c:v>6.0</c:v>
                </c:pt>
                <c:pt idx="5320">
                  <c:v>6.0</c:v>
                </c:pt>
                <c:pt idx="5321">
                  <c:v>6.0</c:v>
                </c:pt>
                <c:pt idx="5322">
                  <c:v>6.0</c:v>
                </c:pt>
                <c:pt idx="5323">
                  <c:v>6.0</c:v>
                </c:pt>
                <c:pt idx="5324">
                  <c:v>6.0</c:v>
                </c:pt>
                <c:pt idx="5325">
                  <c:v>6.0</c:v>
                </c:pt>
                <c:pt idx="5326">
                  <c:v>6.0</c:v>
                </c:pt>
                <c:pt idx="5327">
                  <c:v>6.0</c:v>
                </c:pt>
                <c:pt idx="5328">
                  <c:v>6.0</c:v>
                </c:pt>
                <c:pt idx="5329">
                  <c:v>6.0</c:v>
                </c:pt>
                <c:pt idx="5330">
                  <c:v>6.0</c:v>
                </c:pt>
                <c:pt idx="5331">
                  <c:v>6.0</c:v>
                </c:pt>
                <c:pt idx="5332">
                  <c:v>6.0</c:v>
                </c:pt>
                <c:pt idx="5333">
                  <c:v>6.0</c:v>
                </c:pt>
                <c:pt idx="5334">
                  <c:v>6.0</c:v>
                </c:pt>
                <c:pt idx="5335">
                  <c:v>6.0</c:v>
                </c:pt>
                <c:pt idx="5336">
                  <c:v>6.0</c:v>
                </c:pt>
                <c:pt idx="5337">
                  <c:v>6.0</c:v>
                </c:pt>
                <c:pt idx="5338">
                  <c:v>6.0</c:v>
                </c:pt>
                <c:pt idx="5339">
                  <c:v>6.0</c:v>
                </c:pt>
                <c:pt idx="5340">
                  <c:v>6.0</c:v>
                </c:pt>
                <c:pt idx="5341">
                  <c:v>6.0</c:v>
                </c:pt>
                <c:pt idx="5342">
                  <c:v>6.0</c:v>
                </c:pt>
                <c:pt idx="5343">
                  <c:v>6.0</c:v>
                </c:pt>
                <c:pt idx="5344">
                  <c:v>6.0</c:v>
                </c:pt>
                <c:pt idx="5345">
                  <c:v>6.0</c:v>
                </c:pt>
                <c:pt idx="5346">
                  <c:v>6.0</c:v>
                </c:pt>
                <c:pt idx="5347">
                  <c:v>6.0</c:v>
                </c:pt>
                <c:pt idx="5348">
                  <c:v>6.0</c:v>
                </c:pt>
                <c:pt idx="5349">
                  <c:v>6.0</c:v>
                </c:pt>
                <c:pt idx="5350">
                  <c:v>6.0</c:v>
                </c:pt>
                <c:pt idx="5351">
                  <c:v>6.0</c:v>
                </c:pt>
                <c:pt idx="5352">
                  <c:v>6.0</c:v>
                </c:pt>
                <c:pt idx="5353">
                  <c:v>6.0</c:v>
                </c:pt>
                <c:pt idx="5354">
                  <c:v>6.0</c:v>
                </c:pt>
                <c:pt idx="5355">
                  <c:v>6.0</c:v>
                </c:pt>
                <c:pt idx="5356">
                  <c:v>6.0</c:v>
                </c:pt>
                <c:pt idx="5357">
                  <c:v>6.0</c:v>
                </c:pt>
                <c:pt idx="5358">
                  <c:v>6.0</c:v>
                </c:pt>
                <c:pt idx="5359">
                  <c:v>6.0</c:v>
                </c:pt>
                <c:pt idx="5360">
                  <c:v>6.0</c:v>
                </c:pt>
                <c:pt idx="5361">
                  <c:v>6.0</c:v>
                </c:pt>
                <c:pt idx="5362">
                  <c:v>6.0</c:v>
                </c:pt>
                <c:pt idx="5363">
                  <c:v>6.0</c:v>
                </c:pt>
                <c:pt idx="5364">
                  <c:v>6.0</c:v>
                </c:pt>
                <c:pt idx="5365">
                  <c:v>6.0</c:v>
                </c:pt>
                <c:pt idx="5366">
                  <c:v>6.0</c:v>
                </c:pt>
                <c:pt idx="5367">
                  <c:v>6.0</c:v>
                </c:pt>
                <c:pt idx="5368">
                  <c:v>6.0</c:v>
                </c:pt>
                <c:pt idx="5369">
                  <c:v>6.0</c:v>
                </c:pt>
                <c:pt idx="5370">
                  <c:v>6.0</c:v>
                </c:pt>
                <c:pt idx="5371">
                  <c:v>6.0</c:v>
                </c:pt>
                <c:pt idx="5372">
                  <c:v>6.0</c:v>
                </c:pt>
                <c:pt idx="5373">
                  <c:v>6.0</c:v>
                </c:pt>
                <c:pt idx="5374">
                  <c:v>6.0</c:v>
                </c:pt>
                <c:pt idx="5375">
                  <c:v>6.0</c:v>
                </c:pt>
                <c:pt idx="5376">
                  <c:v>6.0</c:v>
                </c:pt>
                <c:pt idx="5377">
                  <c:v>6.0</c:v>
                </c:pt>
                <c:pt idx="5378">
                  <c:v>6.0</c:v>
                </c:pt>
                <c:pt idx="5379">
                  <c:v>6.0</c:v>
                </c:pt>
                <c:pt idx="5380">
                  <c:v>6.0</c:v>
                </c:pt>
                <c:pt idx="5381">
                  <c:v>6.0</c:v>
                </c:pt>
                <c:pt idx="5382">
                  <c:v>6.0</c:v>
                </c:pt>
                <c:pt idx="5383">
                  <c:v>6.0</c:v>
                </c:pt>
                <c:pt idx="5384">
                  <c:v>6.0</c:v>
                </c:pt>
                <c:pt idx="5385">
                  <c:v>6.0</c:v>
                </c:pt>
                <c:pt idx="5386">
                  <c:v>6.0</c:v>
                </c:pt>
                <c:pt idx="5387">
                  <c:v>6.0</c:v>
                </c:pt>
                <c:pt idx="5388">
                  <c:v>6.0</c:v>
                </c:pt>
                <c:pt idx="5389">
                  <c:v>6.0</c:v>
                </c:pt>
                <c:pt idx="5390">
                  <c:v>6.0</c:v>
                </c:pt>
                <c:pt idx="5391">
                  <c:v>6.0</c:v>
                </c:pt>
                <c:pt idx="5392">
                  <c:v>6.0</c:v>
                </c:pt>
                <c:pt idx="5393">
                  <c:v>6.0</c:v>
                </c:pt>
                <c:pt idx="5394">
                  <c:v>6.0</c:v>
                </c:pt>
                <c:pt idx="5395">
                  <c:v>6.0</c:v>
                </c:pt>
                <c:pt idx="5396">
                  <c:v>6.0</c:v>
                </c:pt>
                <c:pt idx="5397">
                  <c:v>6.0</c:v>
                </c:pt>
                <c:pt idx="5398">
                  <c:v>6.0</c:v>
                </c:pt>
                <c:pt idx="5399">
                  <c:v>6.0</c:v>
                </c:pt>
                <c:pt idx="5400">
                  <c:v>6.0</c:v>
                </c:pt>
                <c:pt idx="5401">
                  <c:v>6.0</c:v>
                </c:pt>
                <c:pt idx="5402">
                  <c:v>6.0</c:v>
                </c:pt>
                <c:pt idx="5403">
                  <c:v>6.0</c:v>
                </c:pt>
                <c:pt idx="5404">
                  <c:v>6.0</c:v>
                </c:pt>
                <c:pt idx="5405">
                  <c:v>6.0</c:v>
                </c:pt>
                <c:pt idx="5406">
                  <c:v>6.0</c:v>
                </c:pt>
                <c:pt idx="5407">
                  <c:v>6.0</c:v>
                </c:pt>
                <c:pt idx="5408">
                  <c:v>6.0</c:v>
                </c:pt>
                <c:pt idx="5409">
                  <c:v>6.0</c:v>
                </c:pt>
                <c:pt idx="5410">
                  <c:v>6.0</c:v>
                </c:pt>
                <c:pt idx="5411">
                  <c:v>6.0</c:v>
                </c:pt>
                <c:pt idx="5412">
                  <c:v>6.0</c:v>
                </c:pt>
                <c:pt idx="5413">
                  <c:v>6.0</c:v>
                </c:pt>
                <c:pt idx="5414">
                  <c:v>6.0</c:v>
                </c:pt>
                <c:pt idx="5415">
                  <c:v>6.0</c:v>
                </c:pt>
                <c:pt idx="5416">
                  <c:v>6.0</c:v>
                </c:pt>
                <c:pt idx="5417">
                  <c:v>6.0</c:v>
                </c:pt>
                <c:pt idx="5418">
                  <c:v>6.0</c:v>
                </c:pt>
                <c:pt idx="5419">
                  <c:v>6.0</c:v>
                </c:pt>
                <c:pt idx="5420">
                  <c:v>6.0</c:v>
                </c:pt>
                <c:pt idx="5421">
                  <c:v>6.0</c:v>
                </c:pt>
                <c:pt idx="5422">
                  <c:v>6.0</c:v>
                </c:pt>
                <c:pt idx="5423">
                  <c:v>6.0</c:v>
                </c:pt>
                <c:pt idx="5424">
                  <c:v>6.0</c:v>
                </c:pt>
                <c:pt idx="5425">
                  <c:v>6.0</c:v>
                </c:pt>
                <c:pt idx="5426">
                  <c:v>6.0</c:v>
                </c:pt>
                <c:pt idx="5427">
                  <c:v>6.0</c:v>
                </c:pt>
                <c:pt idx="5428">
                  <c:v>6.0</c:v>
                </c:pt>
                <c:pt idx="5429">
                  <c:v>6.0</c:v>
                </c:pt>
                <c:pt idx="5430">
                  <c:v>6.0</c:v>
                </c:pt>
                <c:pt idx="5431">
                  <c:v>6.0</c:v>
                </c:pt>
                <c:pt idx="5432">
                  <c:v>6.0</c:v>
                </c:pt>
                <c:pt idx="5433">
                  <c:v>6.0</c:v>
                </c:pt>
                <c:pt idx="5434">
                  <c:v>6.0</c:v>
                </c:pt>
                <c:pt idx="5435">
                  <c:v>6.0</c:v>
                </c:pt>
                <c:pt idx="5436">
                  <c:v>6.0</c:v>
                </c:pt>
                <c:pt idx="5437">
                  <c:v>6.0</c:v>
                </c:pt>
                <c:pt idx="5438">
                  <c:v>6.0</c:v>
                </c:pt>
                <c:pt idx="5439">
                  <c:v>6.0</c:v>
                </c:pt>
                <c:pt idx="5440">
                  <c:v>6.0</c:v>
                </c:pt>
                <c:pt idx="5441">
                  <c:v>6.0</c:v>
                </c:pt>
                <c:pt idx="5442">
                  <c:v>6.0</c:v>
                </c:pt>
                <c:pt idx="5443">
                  <c:v>6.0</c:v>
                </c:pt>
                <c:pt idx="5444">
                  <c:v>6.0</c:v>
                </c:pt>
                <c:pt idx="5445">
                  <c:v>6.0</c:v>
                </c:pt>
                <c:pt idx="5446">
                  <c:v>6.0</c:v>
                </c:pt>
                <c:pt idx="5447">
                  <c:v>6.0</c:v>
                </c:pt>
                <c:pt idx="5448">
                  <c:v>6.0</c:v>
                </c:pt>
                <c:pt idx="5449">
                  <c:v>6.0</c:v>
                </c:pt>
                <c:pt idx="5450">
                  <c:v>6.0</c:v>
                </c:pt>
                <c:pt idx="5451">
                  <c:v>6.0</c:v>
                </c:pt>
                <c:pt idx="5452">
                  <c:v>6.0</c:v>
                </c:pt>
                <c:pt idx="5453">
                  <c:v>6.0</c:v>
                </c:pt>
                <c:pt idx="5454">
                  <c:v>6.0</c:v>
                </c:pt>
                <c:pt idx="5455">
                  <c:v>6.0</c:v>
                </c:pt>
                <c:pt idx="5456">
                  <c:v>6.0</c:v>
                </c:pt>
                <c:pt idx="5457">
                  <c:v>6.0</c:v>
                </c:pt>
                <c:pt idx="5458">
                  <c:v>6.0</c:v>
                </c:pt>
                <c:pt idx="5459">
                  <c:v>6.0</c:v>
                </c:pt>
                <c:pt idx="5460">
                  <c:v>6.0</c:v>
                </c:pt>
                <c:pt idx="5461">
                  <c:v>6.0</c:v>
                </c:pt>
                <c:pt idx="5462">
                  <c:v>6.0</c:v>
                </c:pt>
                <c:pt idx="5463">
                  <c:v>6.0</c:v>
                </c:pt>
                <c:pt idx="5464">
                  <c:v>6.0</c:v>
                </c:pt>
                <c:pt idx="5465">
                  <c:v>6.0</c:v>
                </c:pt>
                <c:pt idx="5466">
                  <c:v>6.0</c:v>
                </c:pt>
                <c:pt idx="5467">
                  <c:v>6.0</c:v>
                </c:pt>
                <c:pt idx="5468">
                  <c:v>6.0</c:v>
                </c:pt>
                <c:pt idx="5469">
                  <c:v>6.0</c:v>
                </c:pt>
                <c:pt idx="5470">
                  <c:v>6.0</c:v>
                </c:pt>
                <c:pt idx="5471">
                  <c:v>6.0</c:v>
                </c:pt>
                <c:pt idx="5472">
                  <c:v>6.0</c:v>
                </c:pt>
                <c:pt idx="5473">
                  <c:v>6.0</c:v>
                </c:pt>
                <c:pt idx="5474">
                  <c:v>6.0</c:v>
                </c:pt>
                <c:pt idx="5475">
                  <c:v>6.0</c:v>
                </c:pt>
                <c:pt idx="5476">
                  <c:v>6.0</c:v>
                </c:pt>
                <c:pt idx="5477">
                  <c:v>6.0</c:v>
                </c:pt>
                <c:pt idx="5478">
                  <c:v>6.0</c:v>
                </c:pt>
                <c:pt idx="5479">
                  <c:v>6.0</c:v>
                </c:pt>
                <c:pt idx="5480">
                  <c:v>6.0</c:v>
                </c:pt>
                <c:pt idx="5481">
                  <c:v>6.0</c:v>
                </c:pt>
                <c:pt idx="5482">
                  <c:v>6.0</c:v>
                </c:pt>
                <c:pt idx="5483">
                  <c:v>6.0</c:v>
                </c:pt>
                <c:pt idx="5484">
                  <c:v>6.0</c:v>
                </c:pt>
                <c:pt idx="5485">
                  <c:v>6.0</c:v>
                </c:pt>
                <c:pt idx="5486">
                  <c:v>6.0</c:v>
                </c:pt>
                <c:pt idx="5487">
                  <c:v>6.0</c:v>
                </c:pt>
                <c:pt idx="5488">
                  <c:v>6.0</c:v>
                </c:pt>
                <c:pt idx="5489">
                  <c:v>6.0</c:v>
                </c:pt>
                <c:pt idx="5490">
                  <c:v>6.0</c:v>
                </c:pt>
                <c:pt idx="5491">
                  <c:v>6.0</c:v>
                </c:pt>
                <c:pt idx="5492">
                  <c:v>6.0</c:v>
                </c:pt>
                <c:pt idx="5493">
                  <c:v>6.0</c:v>
                </c:pt>
                <c:pt idx="5494">
                  <c:v>6.0</c:v>
                </c:pt>
                <c:pt idx="5495">
                  <c:v>6.0</c:v>
                </c:pt>
                <c:pt idx="5496">
                  <c:v>6.0</c:v>
                </c:pt>
                <c:pt idx="5497">
                  <c:v>6.0</c:v>
                </c:pt>
                <c:pt idx="5498">
                  <c:v>6.0</c:v>
                </c:pt>
                <c:pt idx="5499">
                  <c:v>6.0</c:v>
                </c:pt>
                <c:pt idx="5500">
                  <c:v>6.0</c:v>
                </c:pt>
                <c:pt idx="5501">
                  <c:v>6.0</c:v>
                </c:pt>
                <c:pt idx="5502">
                  <c:v>6.0</c:v>
                </c:pt>
                <c:pt idx="5503">
                  <c:v>6.0</c:v>
                </c:pt>
                <c:pt idx="5504">
                  <c:v>6.0</c:v>
                </c:pt>
                <c:pt idx="5505">
                  <c:v>6.0</c:v>
                </c:pt>
                <c:pt idx="5506">
                  <c:v>6.0</c:v>
                </c:pt>
                <c:pt idx="5507">
                  <c:v>6.0</c:v>
                </c:pt>
                <c:pt idx="5508">
                  <c:v>6.0</c:v>
                </c:pt>
                <c:pt idx="5509">
                  <c:v>6.0</c:v>
                </c:pt>
                <c:pt idx="5510">
                  <c:v>6.0</c:v>
                </c:pt>
                <c:pt idx="5511">
                  <c:v>6.0</c:v>
                </c:pt>
                <c:pt idx="5512">
                  <c:v>6.0</c:v>
                </c:pt>
                <c:pt idx="5513">
                  <c:v>6.0</c:v>
                </c:pt>
                <c:pt idx="5514">
                  <c:v>6.0</c:v>
                </c:pt>
                <c:pt idx="5515">
                  <c:v>6.0</c:v>
                </c:pt>
                <c:pt idx="5516">
                  <c:v>6.0</c:v>
                </c:pt>
                <c:pt idx="5517">
                  <c:v>6.0</c:v>
                </c:pt>
                <c:pt idx="5518">
                  <c:v>6.0</c:v>
                </c:pt>
                <c:pt idx="5519">
                  <c:v>6.0</c:v>
                </c:pt>
                <c:pt idx="5520">
                  <c:v>6.0</c:v>
                </c:pt>
                <c:pt idx="5521">
                  <c:v>6.0</c:v>
                </c:pt>
                <c:pt idx="5522">
                  <c:v>6.0</c:v>
                </c:pt>
                <c:pt idx="5523">
                  <c:v>6.0</c:v>
                </c:pt>
                <c:pt idx="5524">
                  <c:v>6.0</c:v>
                </c:pt>
                <c:pt idx="5525">
                  <c:v>6.0</c:v>
                </c:pt>
                <c:pt idx="5526">
                  <c:v>6.0</c:v>
                </c:pt>
                <c:pt idx="5527">
                  <c:v>6.0</c:v>
                </c:pt>
                <c:pt idx="5528">
                  <c:v>6.0</c:v>
                </c:pt>
                <c:pt idx="5529">
                  <c:v>6.0</c:v>
                </c:pt>
                <c:pt idx="5530">
                  <c:v>6.0</c:v>
                </c:pt>
                <c:pt idx="5531">
                  <c:v>6.0</c:v>
                </c:pt>
                <c:pt idx="5532">
                  <c:v>6.0</c:v>
                </c:pt>
                <c:pt idx="5533">
                  <c:v>6.0</c:v>
                </c:pt>
                <c:pt idx="5534">
                  <c:v>6.0</c:v>
                </c:pt>
                <c:pt idx="5535">
                  <c:v>6.0</c:v>
                </c:pt>
                <c:pt idx="5536">
                  <c:v>6.0</c:v>
                </c:pt>
                <c:pt idx="5537">
                  <c:v>6.0</c:v>
                </c:pt>
                <c:pt idx="5538">
                  <c:v>6.0</c:v>
                </c:pt>
                <c:pt idx="5539">
                  <c:v>6.0</c:v>
                </c:pt>
                <c:pt idx="5540">
                  <c:v>6.0</c:v>
                </c:pt>
                <c:pt idx="5541">
                  <c:v>6.0</c:v>
                </c:pt>
                <c:pt idx="5542">
                  <c:v>6.0</c:v>
                </c:pt>
                <c:pt idx="5543">
                  <c:v>6.0</c:v>
                </c:pt>
                <c:pt idx="5544">
                  <c:v>6.0</c:v>
                </c:pt>
                <c:pt idx="5545">
                  <c:v>6.0</c:v>
                </c:pt>
                <c:pt idx="5546">
                  <c:v>6.0</c:v>
                </c:pt>
                <c:pt idx="5547">
                  <c:v>6.0</c:v>
                </c:pt>
                <c:pt idx="5548">
                  <c:v>6.0</c:v>
                </c:pt>
                <c:pt idx="5549">
                  <c:v>6.0</c:v>
                </c:pt>
                <c:pt idx="5550">
                  <c:v>6.0</c:v>
                </c:pt>
                <c:pt idx="5551">
                  <c:v>6.0</c:v>
                </c:pt>
                <c:pt idx="5552">
                  <c:v>6.0</c:v>
                </c:pt>
                <c:pt idx="5553">
                  <c:v>6.0</c:v>
                </c:pt>
                <c:pt idx="5554">
                  <c:v>6.0</c:v>
                </c:pt>
                <c:pt idx="5555">
                  <c:v>6.0</c:v>
                </c:pt>
                <c:pt idx="5556">
                  <c:v>6.0</c:v>
                </c:pt>
                <c:pt idx="5557">
                  <c:v>6.0</c:v>
                </c:pt>
                <c:pt idx="5558">
                  <c:v>6.0</c:v>
                </c:pt>
                <c:pt idx="5559">
                  <c:v>6.0</c:v>
                </c:pt>
                <c:pt idx="5560">
                  <c:v>6.0</c:v>
                </c:pt>
                <c:pt idx="5561">
                  <c:v>6.0</c:v>
                </c:pt>
                <c:pt idx="5562">
                  <c:v>6.0</c:v>
                </c:pt>
                <c:pt idx="5563">
                  <c:v>6.0</c:v>
                </c:pt>
                <c:pt idx="5564">
                  <c:v>6.0</c:v>
                </c:pt>
                <c:pt idx="5565">
                  <c:v>6.0</c:v>
                </c:pt>
                <c:pt idx="5566">
                  <c:v>6.0</c:v>
                </c:pt>
                <c:pt idx="5567">
                  <c:v>6.0</c:v>
                </c:pt>
                <c:pt idx="5568">
                  <c:v>6.0</c:v>
                </c:pt>
                <c:pt idx="5569">
                  <c:v>6.0</c:v>
                </c:pt>
                <c:pt idx="5570">
                  <c:v>6.0</c:v>
                </c:pt>
                <c:pt idx="5571">
                  <c:v>6.0</c:v>
                </c:pt>
                <c:pt idx="5572">
                  <c:v>6.0</c:v>
                </c:pt>
                <c:pt idx="5573">
                  <c:v>6.0</c:v>
                </c:pt>
                <c:pt idx="5574">
                  <c:v>6.0</c:v>
                </c:pt>
                <c:pt idx="5575">
                  <c:v>6.0</c:v>
                </c:pt>
                <c:pt idx="5576">
                  <c:v>6.0</c:v>
                </c:pt>
                <c:pt idx="5577">
                  <c:v>6.0</c:v>
                </c:pt>
                <c:pt idx="5578">
                  <c:v>6.0</c:v>
                </c:pt>
                <c:pt idx="5579">
                  <c:v>6.0</c:v>
                </c:pt>
                <c:pt idx="5580">
                  <c:v>6.0</c:v>
                </c:pt>
                <c:pt idx="5581">
                  <c:v>6.0</c:v>
                </c:pt>
                <c:pt idx="5582">
                  <c:v>6.0</c:v>
                </c:pt>
                <c:pt idx="5583">
                  <c:v>6.0</c:v>
                </c:pt>
                <c:pt idx="5584">
                  <c:v>6.0</c:v>
                </c:pt>
                <c:pt idx="5585">
                  <c:v>6.0</c:v>
                </c:pt>
                <c:pt idx="5586">
                  <c:v>6.0</c:v>
                </c:pt>
                <c:pt idx="5587">
                  <c:v>6.0</c:v>
                </c:pt>
                <c:pt idx="5588">
                  <c:v>6.0</c:v>
                </c:pt>
                <c:pt idx="5589">
                  <c:v>6.0</c:v>
                </c:pt>
                <c:pt idx="5590">
                  <c:v>6.0</c:v>
                </c:pt>
                <c:pt idx="5591">
                  <c:v>6.0</c:v>
                </c:pt>
                <c:pt idx="5592">
                  <c:v>6.0</c:v>
                </c:pt>
                <c:pt idx="5593">
                  <c:v>6.0</c:v>
                </c:pt>
                <c:pt idx="5594">
                  <c:v>6.0</c:v>
                </c:pt>
                <c:pt idx="5595">
                  <c:v>6.0</c:v>
                </c:pt>
                <c:pt idx="5596">
                  <c:v>6.0</c:v>
                </c:pt>
                <c:pt idx="5597">
                  <c:v>6.0</c:v>
                </c:pt>
                <c:pt idx="5598">
                  <c:v>6.0</c:v>
                </c:pt>
                <c:pt idx="5599">
                  <c:v>6.0</c:v>
                </c:pt>
                <c:pt idx="5600">
                  <c:v>6.0</c:v>
                </c:pt>
                <c:pt idx="5601">
                  <c:v>6.0</c:v>
                </c:pt>
                <c:pt idx="5602">
                  <c:v>6.0</c:v>
                </c:pt>
                <c:pt idx="5603">
                  <c:v>6.0</c:v>
                </c:pt>
                <c:pt idx="5604">
                  <c:v>6.0</c:v>
                </c:pt>
                <c:pt idx="5605">
                  <c:v>6.0</c:v>
                </c:pt>
                <c:pt idx="5606">
                  <c:v>6.0</c:v>
                </c:pt>
                <c:pt idx="5607">
                  <c:v>6.0</c:v>
                </c:pt>
                <c:pt idx="5608">
                  <c:v>6.0</c:v>
                </c:pt>
                <c:pt idx="5609">
                  <c:v>6.0</c:v>
                </c:pt>
                <c:pt idx="5610">
                  <c:v>6.0</c:v>
                </c:pt>
                <c:pt idx="5611">
                  <c:v>6.0</c:v>
                </c:pt>
                <c:pt idx="5612">
                  <c:v>6.0</c:v>
                </c:pt>
                <c:pt idx="5613">
                  <c:v>6.0</c:v>
                </c:pt>
                <c:pt idx="5614">
                  <c:v>6.0</c:v>
                </c:pt>
                <c:pt idx="5615">
                  <c:v>6.0</c:v>
                </c:pt>
                <c:pt idx="5616">
                  <c:v>6.0</c:v>
                </c:pt>
                <c:pt idx="5617">
                  <c:v>6.0</c:v>
                </c:pt>
                <c:pt idx="5618">
                  <c:v>6.0</c:v>
                </c:pt>
                <c:pt idx="5619">
                  <c:v>6.0</c:v>
                </c:pt>
                <c:pt idx="5620">
                  <c:v>6.0</c:v>
                </c:pt>
                <c:pt idx="5621">
                  <c:v>6.0</c:v>
                </c:pt>
                <c:pt idx="5622">
                  <c:v>6.0</c:v>
                </c:pt>
                <c:pt idx="5623">
                  <c:v>6.0</c:v>
                </c:pt>
                <c:pt idx="5624">
                  <c:v>6.0</c:v>
                </c:pt>
                <c:pt idx="5625">
                  <c:v>6.0</c:v>
                </c:pt>
                <c:pt idx="5626">
                  <c:v>6.0</c:v>
                </c:pt>
                <c:pt idx="5627">
                  <c:v>6.0</c:v>
                </c:pt>
                <c:pt idx="5628">
                  <c:v>6.0</c:v>
                </c:pt>
                <c:pt idx="5629">
                  <c:v>6.0</c:v>
                </c:pt>
                <c:pt idx="5630">
                  <c:v>6.0</c:v>
                </c:pt>
                <c:pt idx="5631">
                  <c:v>6.0</c:v>
                </c:pt>
                <c:pt idx="5632">
                  <c:v>6.0</c:v>
                </c:pt>
                <c:pt idx="5633">
                  <c:v>6.0</c:v>
                </c:pt>
                <c:pt idx="5634">
                  <c:v>6.0</c:v>
                </c:pt>
                <c:pt idx="5635">
                  <c:v>6.0</c:v>
                </c:pt>
                <c:pt idx="5636">
                  <c:v>6.0</c:v>
                </c:pt>
                <c:pt idx="5637">
                  <c:v>6.0</c:v>
                </c:pt>
                <c:pt idx="5638">
                  <c:v>6.0</c:v>
                </c:pt>
                <c:pt idx="5639">
                  <c:v>6.0</c:v>
                </c:pt>
                <c:pt idx="5640">
                  <c:v>6.0</c:v>
                </c:pt>
                <c:pt idx="5641">
                  <c:v>6.0</c:v>
                </c:pt>
                <c:pt idx="5642">
                  <c:v>6.0</c:v>
                </c:pt>
                <c:pt idx="5643">
                  <c:v>6.0</c:v>
                </c:pt>
                <c:pt idx="5644">
                  <c:v>6.0</c:v>
                </c:pt>
                <c:pt idx="5645">
                  <c:v>6.0</c:v>
                </c:pt>
                <c:pt idx="5646">
                  <c:v>6.0</c:v>
                </c:pt>
                <c:pt idx="5647">
                  <c:v>6.0</c:v>
                </c:pt>
                <c:pt idx="5648">
                  <c:v>6.0</c:v>
                </c:pt>
                <c:pt idx="5649">
                  <c:v>6.0</c:v>
                </c:pt>
                <c:pt idx="5650">
                  <c:v>6.0</c:v>
                </c:pt>
                <c:pt idx="5651">
                  <c:v>6.0</c:v>
                </c:pt>
                <c:pt idx="5652">
                  <c:v>6.0</c:v>
                </c:pt>
                <c:pt idx="5653">
                  <c:v>6.0</c:v>
                </c:pt>
                <c:pt idx="5654">
                  <c:v>6.0</c:v>
                </c:pt>
                <c:pt idx="5655">
                  <c:v>6.0</c:v>
                </c:pt>
                <c:pt idx="5656">
                  <c:v>6.0</c:v>
                </c:pt>
                <c:pt idx="5657">
                  <c:v>6.0</c:v>
                </c:pt>
                <c:pt idx="5658">
                  <c:v>6.0</c:v>
                </c:pt>
                <c:pt idx="5659">
                  <c:v>6.0</c:v>
                </c:pt>
                <c:pt idx="5660">
                  <c:v>6.0</c:v>
                </c:pt>
                <c:pt idx="5661">
                  <c:v>6.0</c:v>
                </c:pt>
                <c:pt idx="5662">
                  <c:v>6.0</c:v>
                </c:pt>
                <c:pt idx="5663">
                  <c:v>6.0</c:v>
                </c:pt>
                <c:pt idx="5664">
                  <c:v>6.0</c:v>
                </c:pt>
                <c:pt idx="5665">
                  <c:v>6.0</c:v>
                </c:pt>
                <c:pt idx="5666">
                  <c:v>6.0</c:v>
                </c:pt>
                <c:pt idx="5667">
                  <c:v>6.0</c:v>
                </c:pt>
                <c:pt idx="5668">
                  <c:v>6.0</c:v>
                </c:pt>
                <c:pt idx="5669">
                  <c:v>6.0</c:v>
                </c:pt>
                <c:pt idx="5670">
                  <c:v>6.0</c:v>
                </c:pt>
                <c:pt idx="5671">
                  <c:v>6.0</c:v>
                </c:pt>
                <c:pt idx="5672">
                  <c:v>6.0</c:v>
                </c:pt>
                <c:pt idx="5673">
                  <c:v>6.0</c:v>
                </c:pt>
                <c:pt idx="5674">
                  <c:v>6.0</c:v>
                </c:pt>
                <c:pt idx="5675">
                  <c:v>6.0</c:v>
                </c:pt>
                <c:pt idx="5676">
                  <c:v>6.0</c:v>
                </c:pt>
                <c:pt idx="5677">
                  <c:v>6.0</c:v>
                </c:pt>
                <c:pt idx="5678">
                  <c:v>6.0</c:v>
                </c:pt>
                <c:pt idx="5679">
                  <c:v>6.0</c:v>
                </c:pt>
                <c:pt idx="5680">
                  <c:v>6.0</c:v>
                </c:pt>
                <c:pt idx="5681">
                  <c:v>6.0</c:v>
                </c:pt>
                <c:pt idx="5682">
                  <c:v>6.0</c:v>
                </c:pt>
                <c:pt idx="5683">
                  <c:v>6.0</c:v>
                </c:pt>
                <c:pt idx="5684">
                  <c:v>6.0</c:v>
                </c:pt>
                <c:pt idx="5685">
                  <c:v>6.0</c:v>
                </c:pt>
                <c:pt idx="5686">
                  <c:v>6.0</c:v>
                </c:pt>
                <c:pt idx="5687">
                  <c:v>6.0</c:v>
                </c:pt>
                <c:pt idx="5688">
                  <c:v>6.0</c:v>
                </c:pt>
                <c:pt idx="5689">
                  <c:v>6.0</c:v>
                </c:pt>
                <c:pt idx="5690">
                  <c:v>6.0</c:v>
                </c:pt>
                <c:pt idx="5691">
                  <c:v>6.0</c:v>
                </c:pt>
                <c:pt idx="5692">
                  <c:v>6.0</c:v>
                </c:pt>
                <c:pt idx="5693">
                  <c:v>6.0</c:v>
                </c:pt>
                <c:pt idx="5694">
                  <c:v>6.0</c:v>
                </c:pt>
                <c:pt idx="5695">
                  <c:v>6.0</c:v>
                </c:pt>
                <c:pt idx="5696">
                  <c:v>6.0</c:v>
                </c:pt>
                <c:pt idx="5697">
                  <c:v>6.0</c:v>
                </c:pt>
                <c:pt idx="5698">
                  <c:v>6.0</c:v>
                </c:pt>
                <c:pt idx="5699">
                  <c:v>6.0</c:v>
                </c:pt>
                <c:pt idx="5700">
                  <c:v>6.0</c:v>
                </c:pt>
                <c:pt idx="5701">
                  <c:v>6.0</c:v>
                </c:pt>
                <c:pt idx="5702">
                  <c:v>6.0</c:v>
                </c:pt>
                <c:pt idx="5703">
                  <c:v>6.0</c:v>
                </c:pt>
                <c:pt idx="5704">
                  <c:v>6.0</c:v>
                </c:pt>
                <c:pt idx="5705">
                  <c:v>6.0</c:v>
                </c:pt>
                <c:pt idx="5706">
                  <c:v>6.0</c:v>
                </c:pt>
                <c:pt idx="5707">
                  <c:v>6.0</c:v>
                </c:pt>
                <c:pt idx="5708">
                  <c:v>6.0</c:v>
                </c:pt>
                <c:pt idx="5709">
                  <c:v>6.0</c:v>
                </c:pt>
                <c:pt idx="5710">
                  <c:v>6.0</c:v>
                </c:pt>
                <c:pt idx="5711">
                  <c:v>6.0</c:v>
                </c:pt>
                <c:pt idx="5712">
                  <c:v>6.0</c:v>
                </c:pt>
                <c:pt idx="5713">
                  <c:v>6.0</c:v>
                </c:pt>
                <c:pt idx="5714">
                  <c:v>6.0</c:v>
                </c:pt>
                <c:pt idx="5715">
                  <c:v>6.0</c:v>
                </c:pt>
                <c:pt idx="5716">
                  <c:v>6.0</c:v>
                </c:pt>
                <c:pt idx="5717">
                  <c:v>6.0</c:v>
                </c:pt>
                <c:pt idx="5718">
                  <c:v>6.0</c:v>
                </c:pt>
                <c:pt idx="5719">
                  <c:v>6.0</c:v>
                </c:pt>
                <c:pt idx="5720">
                  <c:v>6.0</c:v>
                </c:pt>
                <c:pt idx="5721">
                  <c:v>6.0</c:v>
                </c:pt>
                <c:pt idx="5722">
                  <c:v>6.0</c:v>
                </c:pt>
                <c:pt idx="5723">
                  <c:v>6.0</c:v>
                </c:pt>
                <c:pt idx="5724">
                  <c:v>6.0</c:v>
                </c:pt>
                <c:pt idx="5725">
                  <c:v>6.0</c:v>
                </c:pt>
                <c:pt idx="5726">
                  <c:v>6.0</c:v>
                </c:pt>
                <c:pt idx="5727">
                  <c:v>6.0</c:v>
                </c:pt>
                <c:pt idx="5728">
                  <c:v>6.0</c:v>
                </c:pt>
                <c:pt idx="5729">
                  <c:v>6.0</c:v>
                </c:pt>
                <c:pt idx="5730">
                  <c:v>6.0</c:v>
                </c:pt>
                <c:pt idx="5731">
                  <c:v>6.0</c:v>
                </c:pt>
                <c:pt idx="5732">
                  <c:v>6.0</c:v>
                </c:pt>
                <c:pt idx="5733">
                  <c:v>6.0</c:v>
                </c:pt>
                <c:pt idx="5734">
                  <c:v>6.0</c:v>
                </c:pt>
                <c:pt idx="5735">
                  <c:v>6.0</c:v>
                </c:pt>
                <c:pt idx="5736">
                  <c:v>6.0</c:v>
                </c:pt>
                <c:pt idx="5737">
                  <c:v>6.0</c:v>
                </c:pt>
                <c:pt idx="5738">
                  <c:v>6.0</c:v>
                </c:pt>
                <c:pt idx="5739">
                  <c:v>6.0</c:v>
                </c:pt>
                <c:pt idx="5740">
                  <c:v>6.0</c:v>
                </c:pt>
                <c:pt idx="5741">
                  <c:v>6.0</c:v>
                </c:pt>
                <c:pt idx="5742">
                  <c:v>6.0</c:v>
                </c:pt>
                <c:pt idx="5743">
                  <c:v>6.0</c:v>
                </c:pt>
                <c:pt idx="5744">
                  <c:v>6.0</c:v>
                </c:pt>
                <c:pt idx="5745">
                  <c:v>6.0</c:v>
                </c:pt>
                <c:pt idx="5746">
                  <c:v>6.0</c:v>
                </c:pt>
                <c:pt idx="5747">
                  <c:v>6.0</c:v>
                </c:pt>
                <c:pt idx="5748">
                  <c:v>6.0</c:v>
                </c:pt>
                <c:pt idx="5749">
                  <c:v>6.0</c:v>
                </c:pt>
                <c:pt idx="5750">
                  <c:v>6.0</c:v>
                </c:pt>
                <c:pt idx="5751">
                  <c:v>6.0</c:v>
                </c:pt>
                <c:pt idx="5752">
                  <c:v>6.0</c:v>
                </c:pt>
                <c:pt idx="5753">
                  <c:v>6.0</c:v>
                </c:pt>
                <c:pt idx="5754">
                  <c:v>6.0</c:v>
                </c:pt>
                <c:pt idx="5755">
                  <c:v>6.0</c:v>
                </c:pt>
                <c:pt idx="5756">
                  <c:v>6.0</c:v>
                </c:pt>
                <c:pt idx="5757">
                  <c:v>6.0</c:v>
                </c:pt>
                <c:pt idx="5758">
                  <c:v>6.0</c:v>
                </c:pt>
                <c:pt idx="5759">
                  <c:v>6.0</c:v>
                </c:pt>
                <c:pt idx="5760">
                  <c:v>6.0</c:v>
                </c:pt>
                <c:pt idx="5761">
                  <c:v>6.0</c:v>
                </c:pt>
                <c:pt idx="5762">
                  <c:v>6.0</c:v>
                </c:pt>
                <c:pt idx="5763">
                  <c:v>6.0</c:v>
                </c:pt>
                <c:pt idx="5764">
                  <c:v>6.0</c:v>
                </c:pt>
                <c:pt idx="5765">
                  <c:v>6.0</c:v>
                </c:pt>
                <c:pt idx="5766">
                  <c:v>6.0</c:v>
                </c:pt>
                <c:pt idx="5767">
                  <c:v>6.0</c:v>
                </c:pt>
                <c:pt idx="5768">
                  <c:v>6.0</c:v>
                </c:pt>
                <c:pt idx="5769">
                  <c:v>6.0</c:v>
                </c:pt>
                <c:pt idx="5770">
                  <c:v>6.0</c:v>
                </c:pt>
                <c:pt idx="5771">
                  <c:v>6.0</c:v>
                </c:pt>
                <c:pt idx="5772">
                  <c:v>6.0</c:v>
                </c:pt>
                <c:pt idx="5773">
                  <c:v>6.0</c:v>
                </c:pt>
                <c:pt idx="5774">
                  <c:v>6.0</c:v>
                </c:pt>
                <c:pt idx="5775">
                  <c:v>6.0</c:v>
                </c:pt>
                <c:pt idx="5776">
                  <c:v>6.0</c:v>
                </c:pt>
                <c:pt idx="5777">
                  <c:v>6.0</c:v>
                </c:pt>
                <c:pt idx="5778">
                  <c:v>6.0</c:v>
                </c:pt>
                <c:pt idx="5779">
                  <c:v>6.0</c:v>
                </c:pt>
                <c:pt idx="5780">
                  <c:v>6.0</c:v>
                </c:pt>
                <c:pt idx="5781">
                  <c:v>6.0</c:v>
                </c:pt>
                <c:pt idx="5782">
                  <c:v>6.0</c:v>
                </c:pt>
                <c:pt idx="5783">
                  <c:v>6.0</c:v>
                </c:pt>
                <c:pt idx="5784">
                  <c:v>6.0</c:v>
                </c:pt>
                <c:pt idx="5785">
                  <c:v>6.0</c:v>
                </c:pt>
                <c:pt idx="5786">
                  <c:v>6.0</c:v>
                </c:pt>
                <c:pt idx="5787">
                  <c:v>6.0</c:v>
                </c:pt>
                <c:pt idx="5788">
                  <c:v>6.0</c:v>
                </c:pt>
                <c:pt idx="5789">
                  <c:v>6.0</c:v>
                </c:pt>
                <c:pt idx="5790">
                  <c:v>6.0</c:v>
                </c:pt>
                <c:pt idx="5791">
                  <c:v>6.0</c:v>
                </c:pt>
                <c:pt idx="5792">
                  <c:v>6.0</c:v>
                </c:pt>
                <c:pt idx="5793">
                  <c:v>6.0</c:v>
                </c:pt>
                <c:pt idx="5794">
                  <c:v>6.0</c:v>
                </c:pt>
                <c:pt idx="5795">
                  <c:v>6.0</c:v>
                </c:pt>
                <c:pt idx="5796">
                  <c:v>6.0</c:v>
                </c:pt>
                <c:pt idx="5797">
                  <c:v>6.0</c:v>
                </c:pt>
                <c:pt idx="5798">
                  <c:v>6.0</c:v>
                </c:pt>
                <c:pt idx="5799">
                  <c:v>6.0</c:v>
                </c:pt>
                <c:pt idx="5800">
                  <c:v>6.0</c:v>
                </c:pt>
                <c:pt idx="5801">
                  <c:v>6.0</c:v>
                </c:pt>
                <c:pt idx="5802">
                  <c:v>6.0</c:v>
                </c:pt>
                <c:pt idx="5803">
                  <c:v>6.0</c:v>
                </c:pt>
                <c:pt idx="5804">
                  <c:v>6.0</c:v>
                </c:pt>
                <c:pt idx="5805">
                  <c:v>6.0</c:v>
                </c:pt>
                <c:pt idx="5806">
                  <c:v>6.0</c:v>
                </c:pt>
                <c:pt idx="5807">
                  <c:v>6.0</c:v>
                </c:pt>
                <c:pt idx="5808">
                  <c:v>6.0</c:v>
                </c:pt>
                <c:pt idx="5809">
                  <c:v>6.0</c:v>
                </c:pt>
                <c:pt idx="5810">
                  <c:v>6.0</c:v>
                </c:pt>
                <c:pt idx="5811">
                  <c:v>6.0</c:v>
                </c:pt>
                <c:pt idx="5812">
                  <c:v>6.0</c:v>
                </c:pt>
                <c:pt idx="5813">
                  <c:v>6.0</c:v>
                </c:pt>
                <c:pt idx="5814">
                  <c:v>6.0</c:v>
                </c:pt>
                <c:pt idx="5815">
                  <c:v>6.0</c:v>
                </c:pt>
                <c:pt idx="5816">
                  <c:v>6.0</c:v>
                </c:pt>
                <c:pt idx="5817">
                  <c:v>6.0</c:v>
                </c:pt>
                <c:pt idx="5818">
                  <c:v>6.0</c:v>
                </c:pt>
                <c:pt idx="5819">
                  <c:v>6.0</c:v>
                </c:pt>
                <c:pt idx="5820">
                  <c:v>6.0</c:v>
                </c:pt>
                <c:pt idx="5821">
                  <c:v>6.0</c:v>
                </c:pt>
                <c:pt idx="5822">
                  <c:v>6.0</c:v>
                </c:pt>
                <c:pt idx="5823">
                  <c:v>6.0</c:v>
                </c:pt>
                <c:pt idx="5824">
                  <c:v>6.0</c:v>
                </c:pt>
                <c:pt idx="5825">
                  <c:v>6.0</c:v>
                </c:pt>
                <c:pt idx="5826">
                  <c:v>6.0</c:v>
                </c:pt>
                <c:pt idx="5827">
                  <c:v>6.0</c:v>
                </c:pt>
                <c:pt idx="5828">
                  <c:v>6.0</c:v>
                </c:pt>
                <c:pt idx="5829">
                  <c:v>6.0</c:v>
                </c:pt>
                <c:pt idx="5830">
                  <c:v>6.0</c:v>
                </c:pt>
                <c:pt idx="5831">
                  <c:v>6.0</c:v>
                </c:pt>
                <c:pt idx="5832">
                  <c:v>6.0</c:v>
                </c:pt>
                <c:pt idx="5833">
                  <c:v>6.0</c:v>
                </c:pt>
                <c:pt idx="5834">
                  <c:v>6.0</c:v>
                </c:pt>
                <c:pt idx="5835">
                  <c:v>6.0</c:v>
                </c:pt>
                <c:pt idx="5836">
                  <c:v>6.0</c:v>
                </c:pt>
                <c:pt idx="5837">
                  <c:v>6.0</c:v>
                </c:pt>
                <c:pt idx="5838">
                  <c:v>6.0</c:v>
                </c:pt>
                <c:pt idx="5839">
                  <c:v>6.0</c:v>
                </c:pt>
                <c:pt idx="5840">
                  <c:v>6.0</c:v>
                </c:pt>
                <c:pt idx="5841">
                  <c:v>6.0</c:v>
                </c:pt>
                <c:pt idx="5842">
                  <c:v>6.0</c:v>
                </c:pt>
                <c:pt idx="5843">
                  <c:v>6.0</c:v>
                </c:pt>
                <c:pt idx="5844">
                  <c:v>6.0</c:v>
                </c:pt>
                <c:pt idx="5845">
                  <c:v>6.0</c:v>
                </c:pt>
                <c:pt idx="5846">
                  <c:v>6.0</c:v>
                </c:pt>
                <c:pt idx="5847">
                  <c:v>6.0</c:v>
                </c:pt>
                <c:pt idx="5848">
                  <c:v>6.0</c:v>
                </c:pt>
                <c:pt idx="5849">
                  <c:v>6.0</c:v>
                </c:pt>
                <c:pt idx="5850">
                  <c:v>6.0</c:v>
                </c:pt>
                <c:pt idx="5851">
                  <c:v>6.0</c:v>
                </c:pt>
                <c:pt idx="5852">
                  <c:v>6.0</c:v>
                </c:pt>
                <c:pt idx="5853">
                  <c:v>6.0</c:v>
                </c:pt>
                <c:pt idx="5854">
                  <c:v>6.0</c:v>
                </c:pt>
                <c:pt idx="5855">
                  <c:v>6.0</c:v>
                </c:pt>
                <c:pt idx="5856">
                  <c:v>6.0</c:v>
                </c:pt>
                <c:pt idx="5857">
                  <c:v>6.0</c:v>
                </c:pt>
                <c:pt idx="5858">
                  <c:v>6.0</c:v>
                </c:pt>
                <c:pt idx="5859">
                  <c:v>6.0</c:v>
                </c:pt>
                <c:pt idx="5860">
                  <c:v>6.0</c:v>
                </c:pt>
                <c:pt idx="5861">
                  <c:v>6.0</c:v>
                </c:pt>
                <c:pt idx="5862">
                  <c:v>6.0</c:v>
                </c:pt>
                <c:pt idx="5863">
                  <c:v>6.0</c:v>
                </c:pt>
                <c:pt idx="5864">
                  <c:v>6.0</c:v>
                </c:pt>
                <c:pt idx="5865">
                  <c:v>6.0</c:v>
                </c:pt>
                <c:pt idx="5866">
                  <c:v>6.0</c:v>
                </c:pt>
                <c:pt idx="5867">
                  <c:v>6.0</c:v>
                </c:pt>
                <c:pt idx="5868">
                  <c:v>6.0</c:v>
                </c:pt>
                <c:pt idx="5869">
                  <c:v>6.0</c:v>
                </c:pt>
                <c:pt idx="5870">
                  <c:v>6.0</c:v>
                </c:pt>
                <c:pt idx="5871">
                  <c:v>6.0</c:v>
                </c:pt>
                <c:pt idx="5872">
                  <c:v>6.0</c:v>
                </c:pt>
                <c:pt idx="5873">
                  <c:v>6.0</c:v>
                </c:pt>
                <c:pt idx="5874">
                  <c:v>6.0</c:v>
                </c:pt>
                <c:pt idx="5875">
                  <c:v>6.0</c:v>
                </c:pt>
                <c:pt idx="5876">
                  <c:v>6.0</c:v>
                </c:pt>
                <c:pt idx="5877">
                  <c:v>6.0</c:v>
                </c:pt>
                <c:pt idx="5878">
                  <c:v>6.0</c:v>
                </c:pt>
                <c:pt idx="5879">
                  <c:v>6.0</c:v>
                </c:pt>
                <c:pt idx="5880">
                  <c:v>6.0</c:v>
                </c:pt>
                <c:pt idx="5881">
                  <c:v>6.0</c:v>
                </c:pt>
                <c:pt idx="5882">
                  <c:v>6.0</c:v>
                </c:pt>
                <c:pt idx="5883">
                  <c:v>6.0</c:v>
                </c:pt>
                <c:pt idx="5884">
                  <c:v>6.0</c:v>
                </c:pt>
                <c:pt idx="5885">
                  <c:v>6.0</c:v>
                </c:pt>
                <c:pt idx="5886">
                  <c:v>6.0</c:v>
                </c:pt>
                <c:pt idx="5887">
                  <c:v>6.0</c:v>
                </c:pt>
                <c:pt idx="5888">
                  <c:v>6.0</c:v>
                </c:pt>
                <c:pt idx="5889">
                  <c:v>6.0</c:v>
                </c:pt>
                <c:pt idx="5890">
                  <c:v>6.0</c:v>
                </c:pt>
                <c:pt idx="5891">
                  <c:v>6.0</c:v>
                </c:pt>
                <c:pt idx="5892">
                  <c:v>6.0</c:v>
                </c:pt>
                <c:pt idx="5893">
                  <c:v>6.0</c:v>
                </c:pt>
                <c:pt idx="5894">
                  <c:v>6.0</c:v>
                </c:pt>
                <c:pt idx="5895">
                  <c:v>6.0</c:v>
                </c:pt>
                <c:pt idx="5896">
                  <c:v>6.0</c:v>
                </c:pt>
                <c:pt idx="5897">
                  <c:v>6.0</c:v>
                </c:pt>
                <c:pt idx="5898">
                  <c:v>6.0</c:v>
                </c:pt>
                <c:pt idx="5899">
                  <c:v>6.0</c:v>
                </c:pt>
                <c:pt idx="5900">
                  <c:v>6.0</c:v>
                </c:pt>
                <c:pt idx="5901">
                  <c:v>6.0</c:v>
                </c:pt>
                <c:pt idx="5902">
                  <c:v>6.0</c:v>
                </c:pt>
                <c:pt idx="5903">
                  <c:v>6.0</c:v>
                </c:pt>
                <c:pt idx="5904">
                  <c:v>6.0</c:v>
                </c:pt>
                <c:pt idx="5905">
                  <c:v>6.0</c:v>
                </c:pt>
                <c:pt idx="5906">
                  <c:v>6.0</c:v>
                </c:pt>
                <c:pt idx="5907">
                  <c:v>6.0</c:v>
                </c:pt>
                <c:pt idx="5908">
                  <c:v>6.0</c:v>
                </c:pt>
                <c:pt idx="5909">
                  <c:v>6.0</c:v>
                </c:pt>
                <c:pt idx="5910">
                  <c:v>6.0</c:v>
                </c:pt>
                <c:pt idx="5911">
                  <c:v>6.0</c:v>
                </c:pt>
                <c:pt idx="5912">
                  <c:v>6.0</c:v>
                </c:pt>
                <c:pt idx="5913">
                  <c:v>6.0</c:v>
                </c:pt>
                <c:pt idx="5914">
                  <c:v>6.0</c:v>
                </c:pt>
                <c:pt idx="5915">
                  <c:v>6.0</c:v>
                </c:pt>
                <c:pt idx="5916">
                  <c:v>6.0</c:v>
                </c:pt>
                <c:pt idx="5917">
                  <c:v>6.0</c:v>
                </c:pt>
                <c:pt idx="5918">
                  <c:v>6.0</c:v>
                </c:pt>
                <c:pt idx="5919">
                  <c:v>6.0</c:v>
                </c:pt>
                <c:pt idx="5920">
                  <c:v>6.0</c:v>
                </c:pt>
                <c:pt idx="5921">
                  <c:v>6.0</c:v>
                </c:pt>
                <c:pt idx="5922">
                  <c:v>6.0</c:v>
                </c:pt>
                <c:pt idx="5923">
                  <c:v>6.0</c:v>
                </c:pt>
                <c:pt idx="5924">
                  <c:v>6.0</c:v>
                </c:pt>
                <c:pt idx="5925">
                  <c:v>6.0</c:v>
                </c:pt>
                <c:pt idx="5926">
                  <c:v>6.0</c:v>
                </c:pt>
                <c:pt idx="5927">
                  <c:v>6.0</c:v>
                </c:pt>
                <c:pt idx="5928">
                  <c:v>6.0</c:v>
                </c:pt>
                <c:pt idx="5929">
                  <c:v>6.0</c:v>
                </c:pt>
                <c:pt idx="5930">
                  <c:v>6.0</c:v>
                </c:pt>
                <c:pt idx="5931">
                  <c:v>6.0</c:v>
                </c:pt>
                <c:pt idx="5932">
                  <c:v>6.0</c:v>
                </c:pt>
                <c:pt idx="5933">
                  <c:v>6.0</c:v>
                </c:pt>
                <c:pt idx="5934">
                  <c:v>6.0</c:v>
                </c:pt>
                <c:pt idx="5935">
                  <c:v>6.0</c:v>
                </c:pt>
                <c:pt idx="5936">
                  <c:v>6.0</c:v>
                </c:pt>
                <c:pt idx="5937">
                  <c:v>6.0</c:v>
                </c:pt>
                <c:pt idx="5938">
                  <c:v>6.0</c:v>
                </c:pt>
                <c:pt idx="5939">
                  <c:v>6.0</c:v>
                </c:pt>
                <c:pt idx="5940">
                  <c:v>6.0</c:v>
                </c:pt>
                <c:pt idx="5941">
                  <c:v>6.0</c:v>
                </c:pt>
                <c:pt idx="5942">
                  <c:v>6.0</c:v>
                </c:pt>
                <c:pt idx="5943">
                  <c:v>6.0</c:v>
                </c:pt>
                <c:pt idx="5944">
                  <c:v>6.0</c:v>
                </c:pt>
                <c:pt idx="5945">
                  <c:v>6.0</c:v>
                </c:pt>
                <c:pt idx="5946">
                  <c:v>6.0</c:v>
                </c:pt>
                <c:pt idx="5947">
                  <c:v>6.0</c:v>
                </c:pt>
                <c:pt idx="5948">
                  <c:v>6.0</c:v>
                </c:pt>
                <c:pt idx="5949">
                  <c:v>6.0</c:v>
                </c:pt>
                <c:pt idx="5950">
                  <c:v>6.0</c:v>
                </c:pt>
                <c:pt idx="5951">
                  <c:v>6.0</c:v>
                </c:pt>
                <c:pt idx="5952">
                  <c:v>6.0</c:v>
                </c:pt>
                <c:pt idx="5953">
                  <c:v>6.0</c:v>
                </c:pt>
                <c:pt idx="5954">
                  <c:v>6.0</c:v>
                </c:pt>
                <c:pt idx="5955">
                  <c:v>6.0</c:v>
                </c:pt>
                <c:pt idx="5956">
                  <c:v>6.0</c:v>
                </c:pt>
                <c:pt idx="5957">
                  <c:v>6.0</c:v>
                </c:pt>
                <c:pt idx="5958">
                  <c:v>6.0</c:v>
                </c:pt>
                <c:pt idx="5959">
                  <c:v>6.0</c:v>
                </c:pt>
                <c:pt idx="5960">
                  <c:v>6.0</c:v>
                </c:pt>
                <c:pt idx="5961">
                  <c:v>6.0</c:v>
                </c:pt>
                <c:pt idx="5962">
                  <c:v>6.0</c:v>
                </c:pt>
                <c:pt idx="5963">
                  <c:v>6.0</c:v>
                </c:pt>
                <c:pt idx="5964">
                  <c:v>6.0</c:v>
                </c:pt>
                <c:pt idx="5965">
                  <c:v>6.0</c:v>
                </c:pt>
                <c:pt idx="5966">
                  <c:v>6.0</c:v>
                </c:pt>
                <c:pt idx="5967">
                  <c:v>6.0</c:v>
                </c:pt>
                <c:pt idx="5968">
                  <c:v>6.0</c:v>
                </c:pt>
                <c:pt idx="5969">
                  <c:v>6.0</c:v>
                </c:pt>
                <c:pt idx="5970">
                  <c:v>6.0</c:v>
                </c:pt>
                <c:pt idx="5971">
                  <c:v>6.0</c:v>
                </c:pt>
                <c:pt idx="5972">
                  <c:v>6.0</c:v>
                </c:pt>
                <c:pt idx="5973">
                  <c:v>6.0</c:v>
                </c:pt>
                <c:pt idx="5974">
                  <c:v>6.0</c:v>
                </c:pt>
                <c:pt idx="5975">
                  <c:v>6.0</c:v>
                </c:pt>
                <c:pt idx="5976">
                  <c:v>6.0</c:v>
                </c:pt>
                <c:pt idx="5977">
                  <c:v>6.0</c:v>
                </c:pt>
                <c:pt idx="5978">
                  <c:v>6.0</c:v>
                </c:pt>
                <c:pt idx="5979">
                  <c:v>6.0</c:v>
                </c:pt>
                <c:pt idx="5980">
                  <c:v>6.0</c:v>
                </c:pt>
                <c:pt idx="5981">
                  <c:v>6.0</c:v>
                </c:pt>
                <c:pt idx="5982">
                  <c:v>6.0</c:v>
                </c:pt>
                <c:pt idx="5983">
                  <c:v>6.0</c:v>
                </c:pt>
                <c:pt idx="5984">
                  <c:v>6.0</c:v>
                </c:pt>
                <c:pt idx="5985">
                  <c:v>6.0</c:v>
                </c:pt>
                <c:pt idx="5986">
                  <c:v>6.0</c:v>
                </c:pt>
                <c:pt idx="5987">
                  <c:v>6.0</c:v>
                </c:pt>
                <c:pt idx="5988">
                  <c:v>6.0</c:v>
                </c:pt>
                <c:pt idx="5989">
                  <c:v>6.0</c:v>
                </c:pt>
                <c:pt idx="5990">
                  <c:v>6.0</c:v>
                </c:pt>
                <c:pt idx="5991">
                  <c:v>6.0</c:v>
                </c:pt>
                <c:pt idx="5992">
                  <c:v>6.0</c:v>
                </c:pt>
                <c:pt idx="5993">
                  <c:v>6.0</c:v>
                </c:pt>
                <c:pt idx="5994">
                  <c:v>6.0</c:v>
                </c:pt>
                <c:pt idx="5995">
                  <c:v>6.0</c:v>
                </c:pt>
                <c:pt idx="5996">
                  <c:v>6.0</c:v>
                </c:pt>
                <c:pt idx="5997">
                  <c:v>6.0</c:v>
                </c:pt>
                <c:pt idx="5998">
                  <c:v>6.0</c:v>
                </c:pt>
                <c:pt idx="5999">
                  <c:v>6.0</c:v>
                </c:pt>
                <c:pt idx="6000">
                  <c:v>6.0</c:v>
                </c:pt>
                <c:pt idx="6001">
                  <c:v>6.0</c:v>
                </c:pt>
                <c:pt idx="6002">
                  <c:v>6.0</c:v>
                </c:pt>
                <c:pt idx="6003">
                  <c:v>6.0</c:v>
                </c:pt>
                <c:pt idx="6004">
                  <c:v>6.0</c:v>
                </c:pt>
                <c:pt idx="6005">
                  <c:v>6.0</c:v>
                </c:pt>
                <c:pt idx="6006">
                  <c:v>6.0</c:v>
                </c:pt>
                <c:pt idx="6007">
                  <c:v>6.0</c:v>
                </c:pt>
                <c:pt idx="6008">
                  <c:v>6.0</c:v>
                </c:pt>
                <c:pt idx="6009">
                  <c:v>6.0</c:v>
                </c:pt>
                <c:pt idx="6010">
                  <c:v>6.0</c:v>
                </c:pt>
                <c:pt idx="6011">
                  <c:v>6.0</c:v>
                </c:pt>
                <c:pt idx="6012">
                  <c:v>6.0</c:v>
                </c:pt>
                <c:pt idx="6013">
                  <c:v>6.0</c:v>
                </c:pt>
                <c:pt idx="6014">
                  <c:v>6.0</c:v>
                </c:pt>
                <c:pt idx="6015">
                  <c:v>6.0</c:v>
                </c:pt>
                <c:pt idx="6016">
                  <c:v>6.0</c:v>
                </c:pt>
                <c:pt idx="6017">
                  <c:v>6.0</c:v>
                </c:pt>
                <c:pt idx="6018">
                  <c:v>6.0</c:v>
                </c:pt>
                <c:pt idx="6019">
                  <c:v>6.0</c:v>
                </c:pt>
                <c:pt idx="6020">
                  <c:v>6.0</c:v>
                </c:pt>
                <c:pt idx="6021">
                  <c:v>6.0</c:v>
                </c:pt>
                <c:pt idx="6022">
                  <c:v>6.0</c:v>
                </c:pt>
                <c:pt idx="6023">
                  <c:v>6.0</c:v>
                </c:pt>
                <c:pt idx="6024">
                  <c:v>6.0</c:v>
                </c:pt>
                <c:pt idx="6025">
                  <c:v>6.0</c:v>
                </c:pt>
                <c:pt idx="6026">
                  <c:v>6.0</c:v>
                </c:pt>
                <c:pt idx="6027">
                  <c:v>6.0</c:v>
                </c:pt>
                <c:pt idx="6028">
                  <c:v>6.0</c:v>
                </c:pt>
                <c:pt idx="6029">
                  <c:v>6.0</c:v>
                </c:pt>
                <c:pt idx="6030">
                  <c:v>6.0</c:v>
                </c:pt>
                <c:pt idx="6031">
                  <c:v>6.0</c:v>
                </c:pt>
                <c:pt idx="6032">
                  <c:v>6.0</c:v>
                </c:pt>
                <c:pt idx="6033">
                  <c:v>6.0</c:v>
                </c:pt>
                <c:pt idx="6034">
                  <c:v>6.0</c:v>
                </c:pt>
                <c:pt idx="6035">
                  <c:v>6.0</c:v>
                </c:pt>
                <c:pt idx="6036">
                  <c:v>6.0</c:v>
                </c:pt>
                <c:pt idx="6037">
                  <c:v>6.0</c:v>
                </c:pt>
                <c:pt idx="6038">
                  <c:v>6.0</c:v>
                </c:pt>
                <c:pt idx="6039">
                  <c:v>6.0</c:v>
                </c:pt>
                <c:pt idx="6040">
                  <c:v>6.0</c:v>
                </c:pt>
                <c:pt idx="6041">
                  <c:v>6.0</c:v>
                </c:pt>
                <c:pt idx="6042">
                  <c:v>6.0</c:v>
                </c:pt>
                <c:pt idx="6043">
                  <c:v>6.0</c:v>
                </c:pt>
                <c:pt idx="6044">
                  <c:v>6.0</c:v>
                </c:pt>
                <c:pt idx="6045">
                  <c:v>6.0</c:v>
                </c:pt>
                <c:pt idx="6046">
                  <c:v>6.0</c:v>
                </c:pt>
                <c:pt idx="6047">
                  <c:v>6.0</c:v>
                </c:pt>
                <c:pt idx="6048">
                  <c:v>6.0</c:v>
                </c:pt>
                <c:pt idx="6049">
                  <c:v>6.0</c:v>
                </c:pt>
                <c:pt idx="6050">
                  <c:v>6.0</c:v>
                </c:pt>
                <c:pt idx="6051">
                  <c:v>6.0</c:v>
                </c:pt>
                <c:pt idx="6052">
                  <c:v>6.0</c:v>
                </c:pt>
                <c:pt idx="6053">
                  <c:v>6.0</c:v>
                </c:pt>
                <c:pt idx="6054">
                  <c:v>6.0</c:v>
                </c:pt>
                <c:pt idx="6055">
                  <c:v>6.0</c:v>
                </c:pt>
                <c:pt idx="6056">
                  <c:v>6.0</c:v>
                </c:pt>
                <c:pt idx="6057">
                  <c:v>6.0</c:v>
                </c:pt>
                <c:pt idx="6058">
                  <c:v>6.0</c:v>
                </c:pt>
                <c:pt idx="6059">
                  <c:v>6.0</c:v>
                </c:pt>
                <c:pt idx="6060">
                  <c:v>6.0</c:v>
                </c:pt>
                <c:pt idx="6061">
                  <c:v>6.0</c:v>
                </c:pt>
                <c:pt idx="6062">
                  <c:v>6.0</c:v>
                </c:pt>
                <c:pt idx="6063">
                  <c:v>6.0</c:v>
                </c:pt>
                <c:pt idx="6064">
                  <c:v>6.0</c:v>
                </c:pt>
                <c:pt idx="6065">
                  <c:v>6.0</c:v>
                </c:pt>
                <c:pt idx="6066">
                  <c:v>6.0</c:v>
                </c:pt>
                <c:pt idx="6067">
                  <c:v>6.0</c:v>
                </c:pt>
                <c:pt idx="6068">
                  <c:v>6.0</c:v>
                </c:pt>
                <c:pt idx="6069">
                  <c:v>6.0</c:v>
                </c:pt>
                <c:pt idx="6070">
                  <c:v>6.0</c:v>
                </c:pt>
                <c:pt idx="6071">
                  <c:v>6.0</c:v>
                </c:pt>
                <c:pt idx="6072">
                  <c:v>6.0</c:v>
                </c:pt>
                <c:pt idx="6073">
                  <c:v>6.0</c:v>
                </c:pt>
                <c:pt idx="6074">
                  <c:v>6.0</c:v>
                </c:pt>
                <c:pt idx="6075">
                  <c:v>6.0</c:v>
                </c:pt>
                <c:pt idx="6076">
                  <c:v>6.0</c:v>
                </c:pt>
                <c:pt idx="6077">
                  <c:v>6.0</c:v>
                </c:pt>
                <c:pt idx="6078">
                  <c:v>6.0</c:v>
                </c:pt>
                <c:pt idx="6079">
                  <c:v>6.0</c:v>
                </c:pt>
                <c:pt idx="6080">
                  <c:v>6.0</c:v>
                </c:pt>
                <c:pt idx="6081">
                  <c:v>6.0</c:v>
                </c:pt>
                <c:pt idx="6082">
                  <c:v>6.0</c:v>
                </c:pt>
                <c:pt idx="6083">
                  <c:v>6.0</c:v>
                </c:pt>
                <c:pt idx="6084">
                  <c:v>6.0</c:v>
                </c:pt>
                <c:pt idx="6085">
                  <c:v>6.0</c:v>
                </c:pt>
                <c:pt idx="6086">
                  <c:v>6.0</c:v>
                </c:pt>
                <c:pt idx="6087">
                  <c:v>6.0</c:v>
                </c:pt>
                <c:pt idx="6088">
                  <c:v>6.0</c:v>
                </c:pt>
                <c:pt idx="6089">
                  <c:v>6.0</c:v>
                </c:pt>
                <c:pt idx="6090">
                  <c:v>6.0</c:v>
                </c:pt>
                <c:pt idx="6091">
                  <c:v>6.0</c:v>
                </c:pt>
                <c:pt idx="6092">
                  <c:v>6.0</c:v>
                </c:pt>
                <c:pt idx="6093">
                  <c:v>6.0</c:v>
                </c:pt>
                <c:pt idx="6094">
                  <c:v>6.0</c:v>
                </c:pt>
                <c:pt idx="6095">
                  <c:v>6.0</c:v>
                </c:pt>
                <c:pt idx="6096">
                  <c:v>6.0</c:v>
                </c:pt>
                <c:pt idx="6097">
                  <c:v>6.0</c:v>
                </c:pt>
                <c:pt idx="6098">
                  <c:v>6.0</c:v>
                </c:pt>
                <c:pt idx="6099">
                  <c:v>6.0</c:v>
                </c:pt>
                <c:pt idx="6100">
                  <c:v>6.0</c:v>
                </c:pt>
                <c:pt idx="6101">
                  <c:v>6.0</c:v>
                </c:pt>
                <c:pt idx="6102">
                  <c:v>6.0</c:v>
                </c:pt>
                <c:pt idx="6103">
                  <c:v>6.0</c:v>
                </c:pt>
                <c:pt idx="6104">
                  <c:v>6.0</c:v>
                </c:pt>
                <c:pt idx="6105">
                  <c:v>6.0</c:v>
                </c:pt>
                <c:pt idx="6106">
                  <c:v>6.0</c:v>
                </c:pt>
                <c:pt idx="6107">
                  <c:v>6.0</c:v>
                </c:pt>
                <c:pt idx="6108">
                  <c:v>6.0</c:v>
                </c:pt>
                <c:pt idx="6109">
                  <c:v>6.0</c:v>
                </c:pt>
                <c:pt idx="6110">
                  <c:v>6.0</c:v>
                </c:pt>
                <c:pt idx="6111">
                  <c:v>6.0</c:v>
                </c:pt>
                <c:pt idx="6112">
                  <c:v>6.0</c:v>
                </c:pt>
                <c:pt idx="6113">
                  <c:v>6.0</c:v>
                </c:pt>
                <c:pt idx="6114">
                  <c:v>6.0</c:v>
                </c:pt>
                <c:pt idx="6115">
                  <c:v>6.0</c:v>
                </c:pt>
                <c:pt idx="6116">
                  <c:v>6.0</c:v>
                </c:pt>
                <c:pt idx="6117">
                  <c:v>6.0</c:v>
                </c:pt>
                <c:pt idx="6118">
                  <c:v>6.0</c:v>
                </c:pt>
                <c:pt idx="6119">
                  <c:v>6.0</c:v>
                </c:pt>
                <c:pt idx="6120">
                  <c:v>6.0</c:v>
                </c:pt>
                <c:pt idx="6121">
                  <c:v>6.0</c:v>
                </c:pt>
                <c:pt idx="6122">
                  <c:v>6.0</c:v>
                </c:pt>
                <c:pt idx="6123">
                  <c:v>6.0</c:v>
                </c:pt>
                <c:pt idx="6124">
                  <c:v>6.0</c:v>
                </c:pt>
                <c:pt idx="6125">
                  <c:v>6.0</c:v>
                </c:pt>
                <c:pt idx="6126">
                  <c:v>6.0</c:v>
                </c:pt>
                <c:pt idx="6127">
                  <c:v>6.0</c:v>
                </c:pt>
                <c:pt idx="6128">
                  <c:v>6.0</c:v>
                </c:pt>
                <c:pt idx="6129">
                  <c:v>6.0</c:v>
                </c:pt>
                <c:pt idx="6130">
                  <c:v>6.0</c:v>
                </c:pt>
                <c:pt idx="6131">
                  <c:v>6.0</c:v>
                </c:pt>
                <c:pt idx="6132">
                  <c:v>6.0</c:v>
                </c:pt>
                <c:pt idx="6133">
                  <c:v>6.0</c:v>
                </c:pt>
                <c:pt idx="6134">
                  <c:v>6.0</c:v>
                </c:pt>
                <c:pt idx="6135">
                  <c:v>6.0</c:v>
                </c:pt>
                <c:pt idx="6136">
                  <c:v>6.0</c:v>
                </c:pt>
                <c:pt idx="6137">
                  <c:v>6.0</c:v>
                </c:pt>
                <c:pt idx="6138">
                  <c:v>6.0</c:v>
                </c:pt>
                <c:pt idx="6139">
                  <c:v>6.0</c:v>
                </c:pt>
                <c:pt idx="6140">
                  <c:v>6.0</c:v>
                </c:pt>
                <c:pt idx="6141">
                  <c:v>6.0</c:v>
                </c:pt>
                <c:pt idx="6142">
                  <c:v>6.0</c:v>
                </c:pt>
                <c:pt idx="6143">
                  <c:v>6.0</c:v>
                </c:pt>
                <c:pt idx="6144">
                  <c:v>6.0</c:v>
                </c:pt>
                <c:pt idx="6145">
                  <c:v>6.0</c:v>
                </c:pt>
                <c:pt idx="6146">
                  <c:v>6.0</c:v>
                </c:pt>
                <c:pt idx="6147">
                  <c:v>6.0</c:v>
                </c:pt>
                <c:pt idx="6148">
                  <c:v>6.0</c:v>
                </c:pt>
                <c:pt idx="6149">
                  <c:v>6.0</c:v>
                </c:pt>
                <c:pt idx="6150">
                  <c:v>6.0</c:v>
                </c:pt>
                <c:pt idx="6151">
                  <c:v>6.0</c:v>
                </c:pt>
                <c:pt idx="6152">
                  <c:v>6.0</c:v>
                </c:pt>
                <c:pt idx="6153">
                  <c:v>6.0</c:v>
                </c:pt>
                <c:pt idx="6154">
                  <c:v>6.0</c:v>
                </c:pt>
                <c:pt idx="6155">
                  <c:v>6.0</c:v>
                </c:pt>
                <c:pt idx="6156">
                  <c:v>6.0</c:v>
                </c:pt>
                <c:pt idx="6157">
                  <c:v>6.0</c:v>
                </c:pt>
                <c:pt idx="6158">
                  <c:v>6.0</c:v>
                </c:pt>
                <c:pt idx="6159">
                  <c:v>6.0</c:v>
                </c:pt>
                <c:pt idx="6160">
                  <c:v>6.0</c:v>
                </c:pt>
                <c:pt idx="6161">
                  <c:v>6.0</c:v>
                </c:pt>
                <c:pt idx="6162">
                  <c:v>6.0</c:v>
                </c:pt>
                <c:pt idx="6163">
                  <c:v>6.0</c:v>
                </c:pt>
                <c:pt idx="6164">
                  <c:v>6.0</c:v>
                </c:pt>
                <c:pt idx="6165">
                  <c:v>6.0</c:v>
                </c:pt>
                <c:pt idx="6166">
                  <c:v>6.0</c:v>
                </c:pt>
                <c:pt idx="6167">
                  <c:v>6.0</c:v>
                </c:pt>
                <c:pt idx="6168">
                  <c:v>6.0</c:v>
                </c:pt>
                <c:pt idx="6169">
                  <c:v>6.0</c:v>
                </c:pt>
                <c:pt idx="6170">
                  <c:v>6.0</c:v>
                </c:pt>
                <c:pt idx="6171">
                  <c:v>6.0</c:v>
                </c:pt>
                <c:pt idx="6172">
                  <c:v>6.0</c:v>
                </c:pt>
                <c:pt idx="6173">
                  <c:v>6.0</c:v>
                </c:pt>
                <c:pt idx="6174">
                  <c:v>6.0</c:v>
                </c:pt>
                <c:pt idx="6175">
                  <c:v>6.0</c:v>
                </c:pt>
                <c:pt idx="6176">
                  <c:v>6.0</c:v>
                </c:pt>
                <c:pt idx="6177">
                  <c:v>6.0</c:v>
                </c:pt>
                <c:pt idx="6178">
                  <c:v>6.0</c:v>
                </c:pt>
                <c:pt idx="6179">
                  <c:v>6.0</c:v>
                </c:pt>
                <c:pt idx="6180">
                  <c:v>6.0</c:v>
                </c:pt>
                <c:pt idx="6181">
                  <c:v>6.0</c:v>
                </c:pt>
                <c:pt idx="6182">
                  <c:v>6.0</c:v>
                </c:pt>
                <c:pt idx="6183">
                  <c:v>6.0</c:v>
                </c:pt>
                <c:pt idx="6184">
                  <c:v>6.0</c:v>
                </c:pt>
                <c:pt idx="6185">
                  <c:v>6.0</c:v>
                </c:pt>
                <c:pt idx="6186">
                  <c:v>6.0</c:v>
                </c:pt>
                <c:pt idx="6187">
                  <c:v>6.0</c:v>
                </c:pt>
                <c:pt idx="6188">
                  <c:v>6.0</c:v>
                </c:pt>
                <c:pt idx="6189">
                  <c:v>6.0</c:v>
                </c:pt>
                <c:pt idx="6190">
                  <c:v>6.0</c:v>
                </c:pt>
                <c:pt idx="6191">
                  <c:v>6.0</c:v>
                </c:pt>
                <c:pt idx="6192">
                  <c:v>6.0</c:v>
                </c:pt>
                <c:pt idx="6193">
                  <c:v>6.0</c:v>
                </c:pt>
                <c:pt idx="6194">
                  <c:v>6.0</c:v>
                </c:pt>
                <c:pt idx="6195">
                  <c:v>6.0</c:v>
                </c:pt>
                <c:pt idx="6196">
                  <c:v>6.0</c:v>
                </c:pt>
                <c:pt idx="6197">
                  <c:v>6.0</c:v>
                </c:pt>
                <c:pt idx="6198">
                  <c:v>6.0</c:v>
                </c:pt>
                <c:pt idx="6199">
                  <c:v>6.0</c:v>
                </c:pt>
                <c:pt idx="6200">
                  <c:v>6.0</c:v>
                </c:pt>
                <c:pt idx="6201">
                  <c:v>6.0</c:v>
                </c:pt>
                <c:pt idx="6202">
                  <c:v>6.0</c:v>
                </c:pt>
                <c:pt idx="6203">
                  <c:v>6.0</c:v>
                </c:pt>
                <c:pt idx="6204">
                  <c:v>6.0</c:v>
                </c:pt>
                <c:pt idx="6205">
                  <c:v>6.0</c:v>
                </c:pt>
                <c:pt idx="6206">
                  <c:v>6.0</c:v>
                </c:pt>
                <c:pt idx="6207">
                  <c:v>6.0</c:v>
                </c:pt>
                <c:pt idx="6208">
                  <c:v>6.0</c:v>
                </c:pt>
                <c:pt idx="6209">
                  <c:v>6.0</c:v>
                </c:pt>
                <c:pt idx="6210">
                  <c:v>6.0</c:v>
                </c:pt>
                <c:pt idx="6211">
                  <c:v>6.0</c:v>
                </c:pt>
                <c:pt idx="6212">
                  <c:v>6.0</c:v>
                </c:pt>
                <c:pt idx="6213">
                  <c:v>6.0</c:v>
                </c:pt>
                <c:pt idx="6214">
                  <c:v>6.0</c:v>
                </c:pt>
                <c:pt idx="6215">
                  <c:v>6.0</c:v>
                </c:pt>
                <c:pt idx="6216">
                  <c:v>6.0</c:v>
                </c:pt>
                <c:pt idx="6217">
                  <c:v>6.0</c:v>
                </c:pt>
                <c:pt idx="6218">
                  <c:v>6.0</c:v>
                </c:pt>
                <c:pt idx="6219">
                  <c:v>6.0</c:v>
                </c:pt>
                <c:pt idx="6220">
                  <c:v>6.0</c:v>
                </c:pt>
                <c:pt idx="6221">
                  <c:v>6.0</c:v>
                </c:pt>
                <c:pt idx="6222">
                  <c:v>6.0</c:v>
                </c:pt>
                <c:pt idx="6223">
                  <c:v>6.0</c:v>
                </c:pt>
                <c:pt idx="6224">
                  <c:v>6.0</c:v>
                </c:pt>
                <c:pt idx="6225">
                  <c:v>6.0</c:v>
                </c:pt>
                <c:pt idx="6226">
                  <c:v>6.0</c:v>
                </c:pt>
                <c:pt idx="6227">
                  <c:v>6.0</c:v>
                </c:pt>
                <c:pt idx="6228">
                  <c:v>6.0</c:v>
                </c:pt>
                <c:pt idx="6229">
                  <c:v>6.0</c:v>
                </c:pt>
                <c:pt idx="6230">
                  <c:v>6.0</c:v>
                </c:pt>
                <c:pt idx="6231">
                  <c:v>6.0</c:v>
                </c:pt>
                <c:pt idx="6232">
                  <c:v>6.0</c:v>
                </c:pt>
                <c:pt idx="6233">
                  <c:v>6.0</c:v>
                </c:pt>
                <c:pt idx="6234">
                  <c:v>6.0</c:v>
                </c:pt>
                <c:pt idx="6235">
                  <c:v>6.0</c:v>
                </c:pt>
                <c:pt idx="6236">
                  <c:v>6.0</c:v>
                </c:pt>
                <c:pt idx="6237">
                  <c:v>6.0</c:v>
                </c:pt>
                <c:pt idx="6238">
                  <c:v>6.0</c:v>
                </c:pt>
                <c:pt idx="6239">
                  <c:v>6.0</c:v>
                </c:pt>
                <c:pt idx="6240">
                  <c:v>6.0</c:v>
                </c:pt>
                <c:pt idx="6241">
                  <c:v>6.0</c:v>
                </c:pt>
                <c:pt idx="6242">
                  <c:v>6.0</c:v>
                </c:pt>
                <c:pt idx="6243">
                  <c:v>6.0</c:v>
                </c:pt>
                <c:pt idx="6244">
                  <c:v>6.0</c:v>
                </c:pt>
                <c:pt idx="6245">
                  <c:v>6.0</c:v>
                </c:pt>
                <c:pt idx="6246">
                  <c:v>6.0</c:v>
                </c:pt>
                <c:pt idx="6247">
                  <c:v>6.0</c:v>
                </c:pt>
                <c:pt idx="6248">
                  <c:v>6.0</c:v>
                </c:pt>
                <c:pt idx="6249">
                  <c:v>6.0</c:v>
                </c:pt>
                <c:pt idx="6250">
                  <c:v>6.0</c:v>
                </c:pt>
                <c:pt idx="6251">
                  <c:v>6.0</c:v>
                </c:pt>
                <c:pt idx="6252">
                  <c:v>6.0</c:v>
                </c:pt>
                <c:pt idx="6253">
                  <c:v>6.0</c:v>
                </c:pt>
                <c:pt idx="6254">
                  <c:v>6.0</c:v>
                </c:pt>
                <c:pt idx="6255">
                  <c:v>6.0</c:v>
                </c:pt>
                <c:pt idx="6256">
                  <c:v>6.0</c:v>
                </c:pt>
                <c:pt idx="6257">
                  <c:v>6.0</c:v>
                </c:pt>
                <c:pt idx="6258">
                  <c:v>6.0</c:v>
                </c:pt>
                <c:pt idx="6259">
                  <c:v>6.0</c:v>
                </c:pt>
                <c:pt idx="6260">
                  <c:v>6.0</c:v>
                </c:pt>
                <c:pt idx="6261">
                  <c:v>6.0</c:v>
                </c:pt>
                <c:pt idx="6262">
                  <c:v>6.0</c:v>
                </c:pt>
                <c:pt idx="6263">
                  <c:v>6.0</c:v>
                </c:pt>
                <c:pt idx="6264">
                  <c:v>6.0</c:v>
                </c:pt>
                <c:pt idx="6265">
                  <c:v>6.0</c:v>
                </c:pt>
                <c:pt idx="6266">
                  <c:v>6.0</c:v>
                </c:pt>
                <c:pt idx="6267">
                  <c:v>6.0</c:v>
                </c:pt>
                <c:pt idx="6268">
                  <c:v>6.0</c:v>
                </c:pt>
                <c:pt idx="6269">
                  <c:v>6.0</c:v>
                </c:pt>
                <c:pt idx="6270">
                  <c:v>6.0</c:v>
                </c:pt>
                <c:pt idx="6271">
                  <c:v>6.0</c:v>
                </c:pt>
                <c:pt idx="6272">
                  <c:v>6.0</c:v>
                </c:pt>
                <c:pt idx="6273">
                  <c:v>6.0</c:v>
                </c:pt>
                <c:pt idx="6274">
                  <c:v>6.0</c:v>
                </c:pt>
                <c:pt idx="6275">
                  <c:v>6.0</c:v>
                </c:pt>
                <c:pt idx="6276">
                  <c:v>6.0</c:v>
                </c:pt>
                <c:pt idx="6277">
                  <c:v>6.0</c:v>
                </c:pt>
                <c:pt idx="6278">
                  <c:v>6.0</c:v>
                </c:pt>
                <c:pt idx="6279">
                  <c:v>6.0</c:v>
                </c:pt>
                <c:pt idx="6280">
                  <c:v>6.0</c:v>
                </c:pt>
                <c:pt idx="6281">
                  <c:v>6.0</c:v>
                </c:pt>
                <c:pt idx="6282">
                  <c:v>6.0</c:v>
                </c:pt>
                <c:pt idx="6283">
                  <c:v>6.0</c:v>
                </c:pt>
                <c:pt idx="6284">
                  <c:v>6.0</c:v>
                </c:pt>
                <c:pt idx="6285">
                  <c:v>6.0</c:v>
                </c:pt>
                <c:pt idx="6286">
                  <c:v>6.0</c:v>
                </c:pt>
                <c:pt idx="6287">
                  <c:v>6.0</c:v>
                </c:pt>
                <c:pt idx="6288">
                  <c:v>6.0</c:v>
                </c:pt>
                <c:pt idx="6289">
                  <c:v>6.0</c:v>
                </c:pt>
                <c:pt idx="6290">
                  <c:v>6.0</c:v>
                </c:pt>
                <c:pt idx="6291">
                  <c:v>6.0</c:v>
                </c:pt>
                <c:pt idx="6292">
                  <c:v>6.0</c:v>
                </c:pt>
                <c:pt idx="6293">
                  <c:v>6.0</c:v>
                </c:pt>
                <c:pt idx="6294">
                  <c:v>6.0</c:v>
                </c:pt>
                <c:pt idx="6295">
                  <c:v>6.0</c:v>
                </c:pt>
                <c:pt idx="6296">
                  <c:v>6.0</c:v>
                </c:pt>
                <c:pt idx="6297">
                  <c:v>6.0</c:v>
                </c:pt>
                <c:pt idx="6298">
                  <c:v>6.0</c:v>
                </c:pt>
                <c:pt idx="6299">
                  <c:v>6.0</c:v>
                </c:pt>
                <c:pt idx="6300">
                  <c:v>6.0</c:v>
                </c:pt>
                <c:pt idx="6301">
                  <c:v>6.0</c:v>
                </c:pt>
                <c:pt idx="6302">
                  <c:v>6.0</c:v>
                </c:pt>
                <c:pt idx="6303">
                  <c:v>6.0</c:v>
                </c:pt>
                <c:pt idx="6304">
                  <c:v>6.0</c:v>
                </c:pt>
                <c:pt idx="6305">
                  <c:v>6.0</c:v>
                </c:pt>
                <c:pt idx="6306">
                  <c:v>6.0</c:v>
                </c:pt>
                <c:pt idx="6307">
                  <c:v>6.0</c:v>
                </c:pt>
                <c:pt idx="6308">
                  <c:v>6.0</c:v>
                </c:pt>
                <c:pt idx="6309">
                  <c:v>6.0</c:v>
                </c:pt>
                <c:pt idx="6310">
                  <c:v>6.0</c:v>
                </c:pt>
                <c:pt idx="6311">
                  <c:v>6.0</c:v>
                </c:pt>
                <c:pt idx="6312">
                  <c:v>6.0</c:v>
                </c:pt>
                <c:pt idx="6313">
                  <c:v>6.0</c:v>
                </c:pt>
                <c:pt idx="6314">
                  <c:v>6.0</c:v>
                </c:pt>
                <c:pt idx="6315">
                  <c:v>6.0</c:v>
                </c:pt>
                <c:pt idx="6316">
                  <c:v>6.0</c:v>
                </c:pt>
                <c:pt idx="6317">
                  <c:v>6.0</c:v>
                </c:pt>
                <c:pt idx="6318">
                  <c:v>6.0</c:v>
                </c:pt>
                <c:pt idx="6319">
                  <c:v>6.0</c:v>
                </c:pt>
                <c:pt idx="6320">
                  <c:v>6.0</c:v>
                </c:pt>
                <c:pt idx="6321">
                  <c:v>6.0</c:v>
                </c:pt>
                <c:pt idx="6322">
                  <c:v>6.0</c:v>
                </c:pt>
                <c:pt idx="6323">
                  <c:v>6.0</c:v>
                </c:pt>
                <c:pt idx="6324">
                  <c:v>6.0</c:v>
                </c:pt>
                <c:pt idx="6325">
                  <c:v>6.0</c:v>
                </c:pt>
                <c:pt idx="6326">
                  <c:v>6.0</c:v>
                </c:pt>
                <c:pt idx="6327">
                  <c:v>6.0</c:v>
                </c:pt>
                <c:pt idx="6328">
                  <c:v>6.0</c:v>
                </c:pt>
                <c:pt idx="6329">
                  <c:v>6.0</c:v>
                </c:pt>
                <c:pt idx="6330">
                  <c:v>6.0</c:v>
                </c:pt>
                <c:pt idx="6331">
                  <c:v>6.0</c:v>
                </c:pt>
                <c:pt idx="6332">
                  <c:v>6.0</c:v>
                </c:pt>
                <c:pt idx="6333">
                  <c:v>6.0</c:v>
                </c:pt>
                <c:pt idx="6334">
                  <c:v>6.0</c:v>
                </c:pt>
                <c:pt idx="6335">
                  <c:v>6.0</c:v>
                </c:pt>
                <c:pt idx="6336">
                  <c:v>6.0</c:v>
                </c:pt>
                <c:pt idx="6337">
                  <c:v>6.0</c:v>
                </c:pt>
                <c:pt idx="6338">
                  <c:v>6.0</c:v>
                </c:pt>
                <c:pt idx="6339">
                  <c:v>6.0</c:v>
                </c:pt>
                <c:pt idx="6340">
                  <c:v>6.0</c:v>
                </c:pt>
                <c:pt idx="6341">
                  <c:v>6.0</c:v>
                </c:pt>
                <c:pt idx="6342">
                  <c:v>6.0</c:v>
                </c:pt>
                <c:pt idx="6343">
                  <c:v>6.0</c:v>
                </c:pt>
                <c:pt idx="6344">
                  <c:v>6.0</c:v>
                </c:pt>
                <c:pt idx="6345">
                  <c:v>6.0</c:v>
                </c:pt>
                <c:pt idx="6346">
                  <c:v>6.0</c:v>
                </c:pt>
                <c:pt idx="6347">
                  <c:v>6.0</c:v>
                </c:pt>
                <c:pt idx="6348">
                  <c:v>6.0</c:v>
                </c:pt>
                <c:pt idx="6349">
                  <c:v>6.0</c:v>
                </c:pt>
                <c:pt idx="6350">
                  <c:v>6.0</c:v>
                </c:pt>
                <c:pt idx="6351">
                  <c:v>6.0</c:v>
                </c:pt>
                <c:pt idx="6352">
                  <c:v>6.0</c:v>
                </c:pt>
                <c:pt idx="6353">
                  <c:v>6.0</c:v>
                </c:pt>
                <c:pt idx="6354">
                  <c:v>6.0</c:v>
                </c:pt>
                <c:pt idx="6355">
                  <c:v>6.0</c:v>
                </c:pt>
                <c:pt idx="6356">
                  <c:v>6.0</c:v>
                </c:pt>
                <c:pt idx="6357">
                  <c:v>6.0</c:v>
                </c:pt>
                <c:pt idx="6358">
                  <c:v>6.0</c:v>
                </c:pt>
                <c:pt idx="6359">
                  <c:v>6.0</c:v>
                </c:pt>
                <c:pt idx="6360">
                  <c:v>6.0</c:v>
                </c:pt>
                <c:pt idx="6361">
                  <c:v>6.0</c:v>
                </c:pt>
                <c:pt idx="6362">
                  <c:v>6.0</c:v>
                </c:pt>
                <c:pt idx="6363">
                  <c:v>6.0</c:v>
                </c:pt>
                <c:pt idx="6364">
                  <c:v>6.0</c:v>
                </c:pt>
                <c:pt idx="6365">
                  <c:v>6.0</c:v>
                </c:pt>
                <c:pt idx="6366">
                  <c:v>6.0</c:v>
                </c:pt>
                <c:pt idx="6367">
                  <c:v>6.0</c:v>
                </c:pt>
                <c:pt idx="6368">
                  <c:v>6.0</c:v>
                </c:pt>
                <c:pt idx="6369">
                  <c:v>6.0</c:v>
                </c:pt>
                <c:pt idx="6370">
                  <c:v>6.0</c:v>
                </c:pt>
                <c:pt idx="6371">
                  <c:v>6.0</c:v>
                </c:pt>
                <c:pt idx="6372">
                  <c:v>6.0</c:v>
                </c:pt>
                <c:pt idx="6373">
                  <c:v>6.0</c:v>
                </c:pt>
                <c:pt idx="6374">
                  <c:v>6.0</c:v>
                </c:pt>
                <c:pt idx="6375">
                  <c:v>6.0</c:v>
                </c:pt>
                <c:pt idx="6376">
                  <c:v>6.0</c:v>
                </c:pt>
                <c:pt idx="6377">
                  <c:v>6.0</c:v>
                </c:pt>
                <c:pt idx="6378">
                  <c:v>6.0</c:v>
                </c:pt>
                <c:pt idx="6379">
                  <c:v>6.0</c:v>
                </c:pt>
                <c:pt idx="6380">
                  <c:v>6.0</c:v>
                </c:pt>
                <c:pt idx="6381">
                  <c:v>6.0</c:v>
                </c:pt>
                <c:pt idx="6382">
                  <c:v>6.0</c:v>
                </c:pt>
                <c:pt idx="6383">
                  <c:v>6.0</c:v>
                </c:pt>
                <c:pt idx="6384">
                  <c:v>6.0</c:v>
                </c:pt>
                <c:pt idx="6385">
                  <c:v>6.0</c:v>
                </c:pt>
                <c:pt idx="6386">
                  <c:v>6.0</c:v>
                </c:pt>
                <c:pt idx="6387">
                  <c:v>6.0</c:v>
                </c:pt>
                <c:pt idx="6388">
                  <c:v>6.0</c:v>
                </c:pt>
                <c:pt idx="6389">
                  <c:v>6.0</c:v>
                </c:pt>
                <c:pt idx="6390">
                  <c:v>6.0</c:v>
                </c:pt>
                <c:pt idx="6391">
                  <c:v>6.0</c:v>
                </c:pt>
                <c:pt idx="6392">
                  <c:v>6.0</c:v>
                </c:pt>
                <c:pt idx="6393">
                  <c:v>6.0</c:v>
                </c:pt>
                <c:pt idx="6394">
                  <c:v>6.0</c:v>
                </c:pt>
                <c:pt idx="6395">
                  <c:v>6.0</c:v>
                </c:pt>
                <c:pt idx="6396">
                  <c:v>6.0</c:v>
                </c:pt>
                <c:pt idx="6397">
                  <c:v>6.0</c:v>
                </c:pt>
                <c:pt idx="6398">
                  <c:v>6.0</c:v>
                </c:pt>
                <c:pt idx="6399">
                  <c:v>6.0</c:v>
                </c:pt>
                <c:pt idx="6400">
                  <c:v>6.0</c:v>
                </c:pt>
                <c:pt idx="6401">
                  <c:v>6.0</c:v>
                </c:pt>
                <c:pt idx="6402">
                  <c:v>6.0</c:v>
                </c:pt>
                <c:pt idx="6403">
                  <c:v>6.0</c:v>
                </c:pt>
                <c:pt idx="6404">
                  <c:v>6.0</c:v>
                </c:pt>
                <c:pt idx="6405">
                  <c:v>6.0</c:v>
                </c:pt>
                <c:pt idx="6406">
                  <c:v>6.0</c:v>
                </c:pt>
                <c:pt idx="6407">
                  <c:v>6.0</c:v>
                </c:pt>
                <c:pt idx="6408">
                  <c:v>6.0</c:v>
                </c:pt>
                <c:pt idx="6409">
                  <c:v>6.0</c:v>
                </c:pt>
                <c:pt idx="6410">
                  <c:v>6.0</c:v>
                </c:pt>
                <c:pt idx="6411">
                  <c:v>6.0</c:v>
                </c:pt>
                <c:pt idx="6412">
                  <c:v>6.0</c:v>
                </c:pt>
                <c:pt idx="6413">
                  <c:v>6.0</c:v>
                </c:pt>
                <c:pt idx="6414">
                  <c:v>6.0</c:v>
                </c:pt>
                <c:pt idx="6415">
                  <c:v>6.0</c:v>
                </c:pt>
                <c:pt idx="6416">
                  <c:v>6.0</c:v>
                </c:pt>
                <c:pt idx="6417">
                  <c:v>6.0</c:v>
                </c:pt>
                <c:pt idx="6418">
                  <c:v>6.0</c:v>
                </c:pt>
                <c:pt idx="6419">
                  <c:v>6.0</c:v>
                </c:pt>
                <c:pt idx="6420">
                  <c:v>6.0</c:v>
                </c:pt>
                <c:pt idx="6421">
                  <c:v>6.0</c:v>
                </c:pt>
                <c:pt idx="6422">
                  <c:v>6.0</c:v>
                </c:pt>
                <c:pt idx="6423">
                  <c:v>6.0</c:v>
                </c:pt>
                <c:pt idx="6424">
                  <c:v>6.0</c:v>
                </c:pt>
                <c:pt idx="6425">
                  <c:v>6.0</c:v>
                </c:pt>
                <c:pt idx="6426">
                  <c:v>6.0</c:v>
                </c:pt>
                <c:pt idx="6427">
                  <c:v>6.0</c:v>
                </c:pt>
                <c:pt idx="6428">
                  <c:v>6.0</c:v>
                </c:pt>
                <c:pt idx="6429">
                  <c:v>6.0</c:v>
                </c:pt>
                <c:pt idx="6430">
                  <c:v>6.0</c:v>
                </c:pt>
                <c:pt idx="6431">
                  <c:v>6.0</c:v>
                </c:pt>
                <c:pt idx="6432">
                  <c:v>6.0</c:v>
                </c:pt>
                <c:pt idx="6433">
                  <c:v>6.0</c:v>
                </c:pt>
                <c:pt idx="6434">
                  <c:v>6.0</c:v>
                </c:pt>
                <c:pt idx="6435">
                  <c:v>6.0</c:v>
                </c:pt>
                <c:pt idx="6436">
                  <c:v>6.0</c:v>
                </c:pt>
                <c:pt idx="6437">
                  <c:v>6.0</c:v>
                </c:pt>
                <c:pt idx="6438">
                  <c:v>6.0</c:v>
                </c:pt>
                <c:pt idx="6439">
                  <c:v>6.0</c:v>
                </c:pt>
                <c:pt idx="6440">
                  <c:v>6.0</c:v>
                </c:pt>
                <c:pt idx="6441">
                  <c:v>6.0</c:v>
                </c:pt>
                <c:pt idx="6442">
                  <c:v>6.0</c:v>
                </c:pt>
                <c:pt idx="6443">
                  <c:v>6.0</c:v>
                </c:pt>
                <c:pt idx="6444">
                  <c:v>6.0</c:v>
                </c:pt>
                <c:pt idx="6445">
                  <c:v>6.0</c:v>
                </c:pt>
                <c:pt idx="6446">
                  <c:v>6.0</c:v>
                </c:pt>
                <c:pt idx="6447">
                  <c:v>6.0</c:v>
                </c:pt>
                <c:pt idx="6448">
                  <c:v>6.0</c:v>
                </c:pt>
                <c:pt idx="6449">
                  <c:v>6.0</c:v>
                </c:pt>
                <c:pt idx="6450">
                  <c:v>6.0</c:v>
                </c:pt>
                <c:pt idx="6451">
                  <c:v>6.0</c:v>
                </c:pt>
                <c:pt idx="6452">
                  <c:v>6.0</c:v>
                </c:pt>
                <c:pt idx="6453">
                  <c:v>6.0</c:v>
                </c:pt>
                <c:pt idx="6454">
                  <c:v>6.0</c:v>
                </c:pt>
                <c:pt idx="6455">
                  <c:v>6.0</c:v>
                </c:pt>
                <c:pt idx="6456">
                  <c:v>6.0</c:v>
                </c:pt>
                <c:pt idx="6457">
                  <c:v>6.0</c:v>
                </c:pt>
                <c:pt idx="6458">
                  <c:v>6.0</c:v>
                </c:pt>
                <c:pt idx="6459">
                  <c:v>6.0</c:v>
                </c:pt>
                <c:pt idx="6460">
                  <c:v>6.0</c:v>
                </c:pt>
                <c:pt idx="6461">
                  <c:v>6.0</c:v>
                </c:pt>
                <c:pt idx="6462">
                  <c:v>6.0</c:v>
                </c:pt>
                <c:pt idx="6463">
                  <c:v>6.0</c:v>
                </c:pt>
                <c:pt idx="6464">
                  <c:v>6.0</c:v>
                </c:pt>
                <c:pt idx="6465">
                  <c:v>6.0</c:v>
                </c:pt>
                <c:pt idx="6466">
                  <c:v>6.0</c:v>
                </c:pt>
                <c:pt idx="6467">
                  <c:v>6.0</c:v>
                </c:pt>
                <c:pt idx="6468">
                  <c:v>6.0</c:v>
                </c:pt>
                <c:pt idx="6469">
                  <c:v>6.0</c:v>
                </c:pt>
                <c:pt idx="6470">
                  <c:v>6.0</c:v>
                </c:pt>
                <c:pt idx="6471">
                  <c:v>6.0</c:v>
                </c:pt>
                <c:pt idx="6472">
                  <c:v>6.0</c:v>
                </c:pt>
                <c:pt idx="6473">
                  <c:v>6.0</c:v>
                </c:pt>
                <c:pt idx="6474">
                  <c:v>6.0</c:v>
                </c:pt>
                <c:pt idx="6475">
                  <c:v>6.0</c:v>
                </c:pt>
                <c:pt idx="6476">
                  <c:v>6.0</c:v>
                </c:pt>
                <c:pt idx="6477">
                  <c:v>6.0</c:v>
                </c:pt>
                <c:pt idx="6478">
                  <c:v>6.0</c:v>
                </c:pt>
                <c:pt idx="6479">
                  <c:v>6.0</c:v>
                </c:pt>
                <c:pt idx="6480">
                  <c:v>6.0</c:v>
                </c:pt>
                <c:pt idx="6481">
                  <c:v>6.0</c:v>
                </c:pt>
                <c:pt idx="6482">
                  <c:v>6.0</c:v>
                </c:pt>
                <c:pt idx="6483">
                  <c:v>6.0</c:v>
                </c:pt>
                <c:pt idx="6484">
                  <c:v>6.0</c:v>
                </c:pt>
                <c:pt idx="6485">
                  <c:v>6.0</c:v>
                </c:pt>
                <c:pt idx="6486">
                  <c:v>6.0</c:v>
                </c:pt>
                <c:pt idx="6487">
                  <c:v>6.0</c:v>
                </c:pt>
                <c:pt idx="6488">
                  <c:v>6.0</c:v>
                </c:pt>
                <c:pt idx="6489">
                  <c:v>6.0</c:v>
                </c:pt>
                <c:pt idx="6490">
                  <c:v>6.0</c:v>
                </c:pt>
                <c:pt idx="6491">
                  <c:v>6.0</c:v>
                </c:pt>
                <c:pt idx="6492">
                  <c:v>6.0</c:v>
                </c:pt>
                <c:pt idx="6493">
                  <c:v>6.0</c:v>
                </c:pt>
                <c:pt idx="6494">
                  <c:v>6.0</c:v>
                </c:pt>
                <c:pt idx="6495">
                  <c:v>6.0</c:v>
                </c:pt>
                <c:pt idx="6496">
                  <c:v>6.0</c:v>
                </c:pt>
                <c:pt idx="6497">
                  <c:v>6.0</c:v>
                </c:pt>
                <c:pt idx="6498">
                  <c:v>6.0</c:v>
                </c:pt>
                <c:pt idx="6499">
                  <c:v>6.0</c:v>
                </c:pt>
                <c:pt idx="6500">
                  <c:v>6.0</c:v>
                </c:pt>
                <c:pt idx="6501">
                  <c:v>6.0</c:v>
                </c:pt>
                <c:pt idx="6502">
                  <c:v>6.0</c:v>
                </c:pt>
                <c:pt idx="6503">
                  <c:v>6.0</c:v>
                </c:pt>
                <c:pt idx="6504">
                  <c:v>6.0</c:v>
                </c:pt>
                <c:pt idx="6505">
                  <c:v>6.0</c:v>
                </c:pt>
                <c:pt idx="6506">
                  <c:v>6.0</c:v>
                </c:pt>
                <c:pt idx="6507">
                  <c:v>6.0</c:v>
                </c:pt>
                <c:pt idx="6508">
                  <c:v>6.0</c:v>
                </c:pt>
                <c:pt idx="6509">
                  <c:v>6.0</c:v>
                </c:pt>
                <c:pt idx="6510">
                  <c:v>6.0</c:v>
                </c:pt>
                <c:pt idx="6511">
                  <c:v>6.0</c:v>
                </c:pt>
                <c:pt idx="6512">
                  <c:v>6.0</c:v>
                </c:pt>
                <c:pt idx="6513">
                  <c:v>6.0</c:v>
                </c:pt>
                <c:pt idx="6514">
                  <c:v>6.0</c:v>
                </c:pt>
                <c:pt idx="6515">
                  <c:v>6.0</c:v>
                </c:pt>
                <c:pt idx="6516">
                  <c:v>6.0</c:v>
                </c:pt>
                <c:pt idx="6517">
                  <c:v>6.0</c:v>
                </c:pt>
                <c:pt idx="6518">
                  <c:v>6.0</c:v>
                </c:pt>
                <c:pt idx="6519">
                  <c:v>6.0</c:v>
                </c:pt>
                <c:pt idx="6520">
                  <c:v>6.0</c:v>
                </c:pt>
                <c:pt idx="6521">
                  <c:v>6.0</c:v>
                </c:pt>
                <c:pt idx="6522">
                  <c:v>6.0</c:v>
                </c:pt>
                <c:pt idx="6523">
                  <c:v>6.0</c:v>
                </c:pt>
                <c:pt idx="6524">
                  <c:v>6.0</c:v>
                </c:pt>
                <c:pt idx="6525">
                  <c:v>6.0</c:v>
                </c:pt>
                <c:pt idx="6526">
                  <c:v>6.0</c:v>
                </c:pt>
                <c:pt idx="6527">
                  <c:v>6.0</c:v>
                </c:pt>
                <c:pt idx="6528">
                  <c:v>6.0</c:v>
                </c:pt>
                <c:pt idx="6529">
                  <c:v>6.0</c:v>
                </c:pt>
                <c:pt idx="6530">
                  <c:v>6.0</c:v>
                </c:pt>
                <c:pt idx="6531">
                  <c:v>6.0</c:v>
                </c:pt>
                <c:pt idx="6532">
                  <c:v>6.0</c:v>
                </c:pt>
                <c:pt idx="6533">
                  <c:v>6.0</c:v>
                </c:pt>
                <c:pt idx="6534">
                  <c:v>6.0</c:v>
                </c:pt>
                <c:pt idx="6535">
                  <c:v>6.0</c:v>
                </c:pt>
                <c:pt idx="6536">
                  <c:v>6.0</c:v>
                </c:pt>
                <c:pt idx="6537">
                  <c:v>6.0</c:v>
                </c:pt>
                <c:pt idx="6538">
                  <c:v>6.0</c:v>
                </c:pt>
                <c:pt idx="6539">
                  <c:v>6.0</c:v>
                </c:pt>
                <c:pt idx="6540">
                  <c:v>6.0</c:v>
                </c:pt>
                <c:pt idx="6541">
                  <c:v>6.0</c:v>
                </c:pt>
                <c:pt idx="6542">
                  <c:v>6.0</c:v>
                </c:pt>
                <c:pt idx="6543">
                  <c:v>6.0</c:v>
                </c:pt>
                <c:pt idx="6544">
                  <c:v>6.0</c:v>
                </c:pt>
                <c:pt idx="6545">
                  <c:v>6.0</c:v>
                </c:pt>
                <c:pt idx="6546">
                  <c:v>6.0</c:v>
                </c:pt>
                <c:pt idx="6547">
                  <c:v>6.0</c:v>
                </c:pt>
                <c:pt idx="6548">
                  <c:v>6.0</c:v>
                </c:pt>
                <c:pt idx="6549">
                  <c:v>6.0</c:v>
                </c:pt>
                <c:pt idx="6550">
                  <c:v>6.0</c:v>
                </c:pt>
                <c:pt idx="6551">
                  <c:v>6.0</c:v>
                </c:pt>
                <c:pt idx="6552">
                  <c:v>6.0</c:v>
                </c:pt>
                <c:pt idx="6553">
                  <c:v>6.0</c:v>
                </c:pt>
                <c:pt idx="6554">
                  <c:v>6.0</c:v>
                </c:pt>
                <c:pt idx="6555">
                  <c:v>6.0</c:v>
                </c:pt>
                <c:pt idx="6556">
                  <c:v>6.0</c:v>
                </c:pt>
                <c:pt idx="6557">
                  <c:v>6.0</c:v>
                </c:pt>
                <c:pt idx="6558">
                  <c:v>6.0</c:v>
                </c:pt>
                <c:pt idx="6559">
                  <c:v>6.0</c:v>
                </c:pt>
                <c:pt idx="6560">
                  <c:v>6.0</c:v>
                </c:pt>
                <c:pt idx="6561">
                  <c:v>6.0</c:v>
                </c:pt>
                <c:pt idx="6562">
                  <c:v>6.0</c:v>
                </c:pt>
                <c:pt idx="6563">
                  <c:v>6.0</c:v>
                </c:pt>
                <c:pt idx="6564">
                  <c:v>6.0</c:v>
                </c:pt>
                <c:pt idx="6565">
                  <c:v>6.0</c:v>
                </c:pt>
                <c:pt idx="6566">
                  <c:v>6.0</c:v>
                </c:pt>
                <c:pt idx="6567">
                  <c:v>6.0</c:v>
                </c:pt>
                <c:pt idx="6568">
                  <c:v>6.0</c:v>
                </c:pt>
                <c:pt idx="6569">
                  <c:v>6.0</c:v>
                </c:pt>
                <c:pt idx="6570">
                  <c:v>6.0</c:v>
                </c:pt>
                <c:pt idx="6571">
                  <c:v>6.0</c:v>
                </c:pt>
                <c:pt idx="6572">
                  <c:v>6.0</c:v>
                </c:pt>
                <c:pt idx="6573">
                  <c:v>6.0</c:v>
                </c:pt>
                <c:pt idx="6574">
                  <c:v>6.0</c:v>
                </c:pt>
                <c:pt idx="6575">
                  <c:v>6.0</c:v>
                </c:pt>
                <c:pt idx="6576">
                  <c:v>6.0</c:v>
                </c:pt>
                <c:pt idx="6577">
                  <c:v>6.0</c:v>
                </c:pt>
                <c:pt idx="6578">
                  <c:v>6.0</c:v>
                </c:pt>
                <c:pt idx="6579">
                  <c:v>6.0</c:v>
                </c:pt>
                <c:pt idx="6580">
                  <c:v>6.0</c:v>
                </c:pt>
                <c:pt idx="6581">
                  <c:v>6.0</c:v>
                </c:pt>
                <c:pt idx="6582">
                  <c:v>6.0</c:v>
                </c:pt>
                <c:pt idx="6583">
                  <c:v>6.0</c:v>
                </c:pt>
                <c:pt idx="6584">
                  <c:v>6.0</c:v>
                </c:pt>
                <c:pt idx="6585">
                  <c:v>6.0</c:v>
                </c:pt>
                <c:pt idx="6586">
                  <c:v>6.0</c:v>
                </c:pt>
                <c:pt idx="6587">
                  <c:v>6.0</c:v>
                </c:pt>
                <c:pt idx="6588">
                  <c:v>6.0</c:v>
                </c:pt>
                <c:pt idx="6589">
                  <c:v>6.0</c:v>
                </c:pt>
                <c:pt idx="6590">
                  <c:v>6.0</c:v>
                </c:pt>
                <c:pt idx="6591">
                  <c:v>6.0</c:v>
                </c:pt>
                <c:pt idx="6592">
                  <c:v>6.0</c:v>
                </c:pt>
                <c:pt idx="6593">
                  <c:v>6.0</c:v>
                </c:pt>
                <c:pt idx="6594">
                  <c:v>6.0</c:v>
                </c:pt>
                <c:pt idx="6595">
                  <c:v>6.0</c:v>
                </c:pt>
                <c:pt idx="6596">
                  <c:v>6.0</c:v>
                </c:pt>
                <c:pt idx="6597">
                  <c:v>6.0</c:v>
                </c:pt>
                <c:pt idx="6598">
                  <c:v>6.0</c:v>
                </c:pt>
                <c:pt idx="6599">
                  <c:v>6.0</c:v>
                </c:pt>
                <c:pt idx="6600">
                  <c:v>6.0</c:v>
                </c:pt>
                <c:pt idx="6601">
                  <c:v>6.0</c:v>
                </c:pt>
                <c:pt idx="6602">
                  <c:v>6.0</c:v>
                </c:pt>
                <c:pt idx="6603">
                  <c:v>6.0</c:v>
                </c:pt>
                <c:pt idx="6604">
                  <c:v>6.0</c:v>
                </c:pt>
                <c:pt idx="6605">
                  <c:v>6.0</c:v>
                </c:pt>
                <c:pt idx="6606">
                  <c:v>6.0</c:v>
                </c:pt>
                <c:pt idx="6607">
                  <c:v>6.0</c:v>
                </c:pt>
                <c:pt idx="6608">
                  <c:v>6.0</c:v>
                </c:pt>
                <c:pt idx="6609">
                  <c:v>6.0</c:v>
                </c:pt>
                <c:pt idx="6610">
                  <c:v>6.0</c:v>
                </c:pt>
                <c:pt idx="6611">
                  <c:v>6.0</c:v>
                </c:pt>
                <c:pt idx="6612">
                  <c:v>6.0</c:v>
                </c:pt>
                <c:pt idx="6613">
                  <c:v>6.0</c:v>
                </c:pt>
                <c:pt idx="6614">
                  <c:v>6.0</c:v>
                </c:pt>
                <c:pt idx="6615">
                  <c:v>6.0</c:v>
                </c:pt>
                <c:pt idx="6616">
                  <c:v>6.0</c:v>
                </c:pt>
                <c:pt idx="6617">
                  <c:v>6.0</c:v>
                </c:pt>
                <c:pt idx="6618">
                  <c:v>6.0</c:v>
                </c:pt>
                <c:pt idx="6619">
                  <c:v>6.0</c:v>
                </c:pt>
                <c:pt idx="6620">
                  <c:v>6.0</c:v>
                </c:pt>
                <c:pt idx="6621">
                  <c:v>6.0</c:v>
                </c:pt>
                <c:pt idx="6622">
                  <c:v>6.0</c:v>
                </c:pt>
                <c:pt idx="6623">
                  <c:v>6.0</c:v>
                </c:pt>
                <c:pt idx="6624">
                  <c:v>6.0</c:v>
                </c:pt>
                <c:pt idx="6625">
                  <c:v>6.0</c:v>
                </c:pt>
                <c:pt idx="6626">
                  <c:v>6.0</c:v>
                </c:pt>
                <c:pt idx="6627">
                  <c:v>6.0</c:v>
                </c:pt>
                <c:pt idx="6628">
                  <c:v>6.0</c:v>
                </c:pt>
                <c:pt idx="6629">
                  <c:v>6.0</c:v>
                </c:pt>
                <c:pt idx="6630">
                  <c:v>6.0</c:v>
                </c:pt>
                <c:pt idx="6631">
                  <c:v>6.0</c:v>
                </c:pt>
                <c:pt idx="6632">
                  <c:v>6.0</c:v>
                </c:pt>
                <c:pt idx="6633">
                  <c:v>6.0</c:v>
                </c:pt>
                <c:pt idx="6634">
                  <c:v>6.0</c:v>
                </c:pt>
                <c:pt idx="6635">
                  <c:v>6.0</c:v>
                </c:pt>
                <c:pt idx="6636">
                  <c:v>6.0</c:v>
                </c:pt>
                <c:pt idx="6637">
                  <c:v>6.0</c:v>
                </c:pt>
                <c:pt idx="6638">
                  <c:v>6.0</c:v>
                </c:pt>
                <c:pt idx="6639">
                  <c:v>6.0</c:v>
                </c:pt>
                <c:pt idx="6640">
                  <c:v>6.0</c:v>
                </c:pt>
                <c:pt idx="6641">
                  <c:v>6.0</c:v>
                </c:pt>
                <c:pt idx="6642">
                  <c:v>6.0</c:v>
                </c:pt>
                <c:pt idx="6643">
                  <c:v>6.0</c:v>
                </c:pt>
                <c:pt idx="6644">
                  <c:v>6.0</c:v>
                </c:pt>
                <c:pt idx="6645">
                  <c:v>6.0</c:v>
                </c:pt>
                <c:pt idx="6646">
                  <c:v>6.0</c:v>
                </c:pt>
                <c:pt idx="6647">
                  <c:v>6.0</c:v>
                </c:pt>
                <c:pt idx="6648">
                  <c:v>6.0</c:v>
                </c:pt>
                <c:pt idx="6649">
                  <c:v>6.0</c:v>
                </c:pt>
                <c:pt idx="6650">
                  <c:v>6.0</c:v>
                </c:pt>
                <c:pt idx="6651">
                  <c:v>6.0</c:v>
                </c:pt>
                <c:pt idx="6652">
                  <c:v>6.0</c:v>
                </c:pt>
                <c:pt idx="6653">
                  <c:v>6.0</c:v>
                </c:pt>
                <c:pt idx="6654">
                  <c:v>6.0</c:v>
                </c:pt>
                <c:pt idx="6655">
                  <c:v>6.0</c:v>
                </c:pt>
                <c:pt idx="6656">
                  <c:v>6.0</c:v>
                </c:pt>
                <c:pt idx="6657">
                  <c:v>6.0</c:v>
                </c:pt>
                <c:pt idx="6658">
                  <c:v>6.0</c:v>
                </c:pt>
                <c:pt idx="6659">
                  <c:v>6.0</c:v>
                </c:pt>
                <c:pt idx="6660">
                  <c:v>6.0</c:v>
                </c:pt>
                <c:pt idx="6661">
                  <c:v>6.0</c:v>
                </c:pt>
                <c:pt idx="6662">
                  <c:v>6.0</c:v>
                </c:pt>
                <c:pt idx="6663">
                  <c:v>6.0</c:v>
                </c:pt>
                <c:pt idx="6664">
                  <c:v>6.0</c:v>
                </c:pt>
                <c:pt idx="6665">
                  <c:v>6.0</c:v>
                </c:pt>
                <c:pt idx="6666">
                  <c:v>6.0</c:v>
                </c:pt>
                <c:pt idx="6667">
                  <c:v>6.0</c:v>
                </c:pt>
                <c:pt idx="6668">
                  <c:v>6.0</c:v>
                </c:pt>
                <c:pt idx="6669">
                  <c:v>6.0</c:v>
                </c:pt>
                <c:pt idx="6670">
                  <c:v>6.0</c:v>
                </c:pt>
                <c:pt idx="6671">
                  <c:v>6.0</c:v>
                </c:pt>
                <c:pt idx="6672">
                  <c:v>6.0</c:v>
                </c:pt>
                <c:pt idx="6673">
                  <c:v>6.0</c:v>
                </c:pt>
                <c:pt idx="6674">
                  <c:v>6.0</c:v>
                </c:pt>
                <c:pt idx="6675">
                  <c:v>6.0</c:v>
                </c:pt>
                <c:pt idx="6676">
                  <c:v>6.0</c:v>
                </c:pt>
                <c:pt idx="6677">
                  <c:v>6.0</c:v>
                </c:pt>
                <c:pt idx="6678">
                  <c:v>6.0</c:v>
                </c:pt>
                <c:pt idx="6679">
                  <c:v>6.0</c:v>
                </c:pt>
                <c:pt idx="6680">
                  <c:v>6.0</c:v>
                </c:pt>
                <c:pt idx="6681">
                  <c:v>6.0</c:v>
                </c:pt>
                <c:pt idx="6682">
                  <c:v>6.0</c:v>
                </c:pt>
                <c:pt idx="6683">
                  <c:v>6.0</c:v>
                </c:pt>
                <c:pt idx="6684">
                  <c:v>6.0</c:v>
                </c:pt>
                <c:pt idx="6685">
                  <c:v>6.0</c:v>
                </c:pt>
                <c:pt idx="6686">
                  <c:v>6.0</c:v>
                </c:pt>
                <c:pt idx="6687">
                  <c:v>6.0</c:v>
                </c:pt>
                <c:pt idx="6688">
                  <c:v>6.0</c:v>
                </c:pt>
                <c:pt idx="6689">
                  <c:v>6.0</c:v>
                </c:pt>
                <c:pt idx="6690">
                  <c:v>6.0</c:v>
                </c:pt>
                <c:pt idx="6691">
                  <c:v>6.0</c:v>
                </c:pt>
                <c:pt idx="6692">
                  <c:v>6.0</c:v>
                </c:pt>
                <c:pt idx="6693">
                  <c:v>6.0</c:v>
                </c:pt>
                <c:pt idx="6694">
                  <c:v>6.0</c:v>
                </c:pt>
                <c:pt idx="6695">
                  <c:v>6.0</c:v>
                </c:pt>
                <c:pt idx="6696">
                  <c:v>6.0</c:v>
                </c:pt>
                <c:pt idx="6697">
                  <c:v>6.0</c:v>
                </c:pt>
                <c:pt idx="6698">
                  <c:v>6.0</c:v>
                </c:pt>
                <c:pt idx="6699">
                  <c:v>6.0</c:v>
                </c:pt>
                <c:pt idx="6700">
                  <c:v>6.0</c:v>
                </c:pt>
                <c:pt idx="6701">
                  <c:v>6.0</c:v>
                </c:pt>
                <c:pt idx="6702">
                  <c:v>6.0</c:v>
                </c:pt>
                <c:pt idx="6703">
                  <c:v>6.0</c:v>
                </c:pt>
                <c:pt idx="6704">
                  <c:v>6.0</c:v>
                </c:pt>
                <c:pt idx="6705">
                  <c:v>6.0</c:v>
                </c:pt>
                <c:pt idx="6706">
                  <c:v>6.0</c:v>
                </c:pt>
                <c:pt idx="6707">
                  <c:v>6.0</c:v>
                </c:pt>
                <c:pt idx="6708">
                  <c:v>6.0</c:v>
                </c:pt>
                <c:pt idx="6709">
                  <c:v>6.0</c:v>
                </c:pt>
                <c:pt idx="6710">
                  <c:v>6.0</c:v>
                </c:pt>
                <c:pt idx="6711">
                  <c:v>6.0</c:v>
                </c:pt>
                <c:pt idx="6712">
                  <c:v>6.0</c:v>
                </c:pt>
                <c:pt idx="6713">
                  <c:v>6.0</c:v>
                </c:pt>
                <c:pt idx="6714">
                  <c:v>6.0</c:v>
                </c:pt>
                <c:pt idx="6715">
                  <c:v>6.0</c:v>
                </c:pt>
                <c:pt idx="6716">
                  <c:v>6.0</c:v>
                </c:pt>
                <c:pt idx="6717">
                  <c:v>6.0</c:v>
                </c:pt>
                <c:pt idx="6718">
                  <c:v>6.0</c:v>
                </c:pt>
                <c:pt idx="6719">
                  <c:v>6.0</c:v>
                </c:pt>
                <c:pt idx="6720">
                  <c:v>6.0</c:v>
                </c:pt>
                <c:pt idx="6721">
                  <c:v>6.0</c:v>
                </c:pt>
                <c:pt idx="6722">
                  <c:v>6.0</c:v>
                </c:pt>
                <c:pt idx="6723">
                  <c:v>6.0</c:v>
                </c:pt>
                <c:pt idx="6724">
                  <c:v>6.0</c:v>
                </c:pt>
                <c:pt idx="6725">
                  <c:v>6.0</c:v>
                </c:pt>
                <c:pt idx="6726">
                  <c:v>6.0</c:v>
                </c:pt>
                <c:pt idx="6727">
                  <c:v>6.0</c:v>
                </c:pt>
                <c:pt idx="6728">
                  <c:v>6.0</c:v>
                </c:pt>
                <c:pt idx="6729">
                  <c:v>6.0</c:v>
                </c:pt>
                <c:pt idx="6730">
                  <c:v>6.0</c:v>
                </c:pt>
                <c:pt idx="6731">
                  <c:v>6.0</c:v>
                </c:pt>
                <c:pt idx="6732">
                  <c:v>6.0</c:v>
                </c:pt>
                <c:pt idx="6733">
                  <c:v>6.0</c:v>
                </c:pt>
                <c:pt idx="6734">
                  <c:v>6.0</c:v>
                </c:pt>
                <c:pt idx="6735">
                  <c:v>6.0</c:v>
                </c:pt>
                <c:pt idx="6736">
                  <c:v>6.0</c:v>
                </c:pt>
                <c:pt idx="6737">
                  <c:v>6.0</c:v>
                </c:pt>
                <c:pt idx="6738">
                  <c:v>6.0</c:v>
                </c:pt>
                <c:pt idx="6739">
                  <c:v>6.0</c:v>
                </c:pt>
                <c:pt idx="6740">
                  <c:v>6.0</c:v>
                </c:pt>
                <c:pt idx="6741">
                  <c:v>6.0</c:v>
                </c:pt>
                <c:pt idx="6742">
                  <c:v>6.0</c:v>
                </c:pt>
                <c:pt idx="6743">
                  <c:v>6.0</c:v>
                </c:pt>
                <c:pt idx="6744">
                  <c:v>6.0</c:v>
                </c:pt>
                <c:pt idx="6745">
                  <c:v>6.0</c:v>
                </c:pt>
                <c:pt idx="6746">
                  <c:v>6.0</c:v>
                </c:pt>
                <c:pt idx="6747">
                  <c:v>6.0</c:v>
                </c:pt>
                <c:pt idx="6748">
                  <c:v>6.0</c:v>
                </c:pt>
                <c:pt idx="6749">
                  <c:v>6.0</c:v>
                </c:pt>
                <c:pt idx="6750">
                  <c:v>6.0</c:v>
                </c:pt>
                <c:pt idx="6751">
                  <c:v>6.0</c:v>
                </c:pt>
                <c:pt idx="6752">
                  <c:v>6.0</c:v>
                </c:pt>
                <c:pt idx="6753">
                  <c:v>6.0</c:v>
                </c:pt>
                <c:pt idx="6754">
                  <c:v>6.0</c:v>
                </c:pt>
                <c:pt idx="6755">
                  <c:v>6.0</c:v>
                </c:pt>
                <c:pt idx="6756">
                  <c:v>6.0</c:v>
                </c:pt>
                <c:pt idx="6757">
                  <c:v>6.0</c:v>
                </c:pt>
                <c:pt idx="6758">
                  <c:v>6.0</c:v>
                </c:pt>
                <c:pt idx="6759">
                  <c:v>6.0</c:v>
                </c:pt>
                <c:pt idx="6760">
                  <c:v>6.0</c:v>
                </c:pt>
                <c:pt idx="6761">
                  <c:v>6.0</c:v>
                </c:pt>
                <c:pt idx="6762">
                  <c:v>6.0</c:v>
                </c:pt>
                <c:pt idx="6763">
                  <c:v>6.0</c:v>
                </c:pt>
                <c:pt idx="6764">
                  <c:v>6.0</c:v>
                </c:pt>
                <c:pt idx="6765">
                  <c:v>6.0</c:v>
                </c:pt>
                <c:pt idx="6766">
                  <c:v>6.0</c:v>
                </c:pt>
                <c:pt idx="6767">
                  <c:v>6.0</c:v>
                </c:pt>
                <c:pt idx="6768">
                  <c:v>6.0</c:v>
                </c:pt>
                <c:pt idx="6769">
                  <c:v>6.0</c:v>
                </c:pt>
                <c:pt idx="6770">
                  <c:v>6.0</c:v>
                </c:pt>
                <c:pt idx="6771">
                  <c:v>6.0</c:v>
                </c:pt>
                <c:pt idx="6772">
                  <c:v>6.0</c:v>
                </c:pt>
                <c:pt idx="6773">
                  <c:v>6.0</c:v>
                </c:pt>
                <c:pt idx="6774">
                  <c:v>6.0</c:v>
                </c:pt>
                <c:pt idx="6775">
                  <c:v>6.0</c:v>
                </c:pt>
                <c:pt idx="6776">
                  <c:v>6.0</c:v>
                </c:pt>
                <c:pt idx="6777">
                  <c:v>6.0</c:v>
                </c:pt>
                <c:pt idx="6778">
                  <c:v>6.0</c:v>
                </c:pt>
                <c:pt idx="6779">
                  <c:v>6.0</c:v>
                </c:pt>
                <c:pt idx="6780">
                  <c:v>6.0</c:v>
                </c:pt>
                <c:pt idx="6781">
                  <c:v>6.0</c:v>
                </c:pt>
                <c:pt idx="6782">
                  <c:v>6.0</c:v>
                </c:pt>
                <c:pt idx="6783">
                  <c:v>6.0</c:v>
                </c:pt>
                <c:pt idx="6784">
                  <c:v>6.0</c:v>
                </c:pt>
                <c:pt idx="6785">
                  <c:v>6.0</c:v>
                </c:pt>
                <c:pt idx="6786">
                  <c:v>6.0</c:v>
                </c:pt>
                <c:pt idx="6787">
                  <c:v>6.0</c:v>
                </c:pt>
                <c:pt idx="6788">
                  <c:v>6.0</c:v>
                </c:pt>
                <c:pt idx="6789">
                  <c:v>6.0</c:v>
                </c:pt>
                <c:pt idx="6790">
                  <c:v>6.0</c:v>
                </c:pt>
                <c:pt idx="6791">
                  <c:v>6.0</c:v>
                </c:pt>
                <c:pt idx="6792">
                  <c:v>6.0</c:v>
                </c:pt>
                <c:pt idx="6793">
                  <c:v>6.0</c:v>
                </c:pt>
                <c:pt idx="6794">
                  <c:v>6.0</c:v>
                </c:pt>
                <c:pt idx="6795">
                  <c:v>6.0</c:v>
                </c:pt>
                <c:pt idx="6796">
                  <c:v>6.0</c:v>
                </c:pt>
                <c:pt idx="6797">
                  <c:v>6.0</c:v>
                </c:pt>
                <c:pt idx="6798">
                  <c:v>6.0</c:v>
                </c:pt>
                <c:pt idx="6799">
                  <c:v>6.0</c:v>
                </c:pt>
                <c:pt idx="6800">
                  <c:v>6.0</c:v>
                </c:pt>
                <c:pt idx="6801">
                  <c:v>6.0</c:v>
                </c:pt>
                <c:pt idx="6802">
                  <c:v>6.0</c:v>
                </c:pt>
                <c:pt idx="6803">
                  <c:v>6.0</c:v>
                </c:pt>
                <c:pt idx="6804">
                  <c:v>6.0</c:v>
                </c:pt>
                <c:pt idx="6805">
                  <c:v>6.0</c:v>
                </c:pt>
                <c:pt idx="6806">
                  <c:v>6.0</c:v>
                </c:pt>
                <c:pt idx="6807">
                  <c:v>6.0</c:v>
                </c:pt>
                <c:pt idx="6808">
                  <c:v>6.0</c:v>
                </c:pt>
                <c:pt idx="6809">
                  <c:v>6.0</c:v>
                </c:pt>
                <c:pt idx="6810">
                  <c:v>6.0</c:v>
                </c:pt>
                <c:pt idx="6811">
                  <c:v>6.0</c:v>
                </c:pt>
                <c:pt idx="6812">
                  <c:v>6.0</c:v>
                </c:pt>
                <c:pt idx="6813">
                  <c:v>6.0</c:v>
                </c:pt>
                <c:pt idx="6814">
                  <c:v>6.0</c:v>
                </c:pt>
                <c:pt idx="6815">
                  <c:v>6.0</c:v>
                </c:pt>
                <c:pt idx="6816">
                  <c:v>6.0</c:v>
                </c:pt>
                <c:pt idx="6817">
                  <c:v>6.0</c:v>
                </c:pt>
                <c:pt idx="6818">
                  <c:v>6.0</c:v>
                </c:pt>
                <c:pt idx="6819">
                  <c:v>6.0</c:v>
                </c:pt>
                <c:pt idx="6820">
                  <c:v>6.0</c:v>
                </c:pt>
                <c:pt idx="6821">
                  <c:v>6.0</c:v>
                </c:pt>
                <c:pt idx="6822">
                  <c:v>6.0</c:v>
                </c:pt>
                <c:pt idx="6823">
                  <c:v>6.0</c:v>
                </c:pt>
                <c:pt idx="6824">
                  <c:v>6.0</c:v>
                </c:pt>
                <c:pt idx="6825">
                  <c:v>6.0</c:v>
                </c:pt>
                <c:pt idx="6826">
                  <c:v>6.0</c:v>
                </c:pt>
                <c:pt idx="6827">
                  <c:v>6.0</c:v>
                </c:pt>
                <c:pt idx="6828">
                  <c:v>6.0</c:v>
                </c:pt>
                <c:pt idx="6829">
                  <c:v>6.0</c:v>
                </c:pt>
                <c:pt idx="6830">
                  <c:v>6.0</c:v>
                </c:pt>
                <c:pt idx="6831">
                  <c:v>6.0</c:v>
                </c:pt>
                <c:pt idx="6832">
                  <c:v>6.0</c:v>
                </c:pt>
                <c:pt idx="6833">
                  <c:v>6.0</c:v>
                </c:pt>
                <c:pt idx="6834">
                  <c:v>6.0</c:v>
                </c:pt>
                <c:pt idx="6835">
                  <c:v>6.0</c:v>
                </c:pt>
                <c:pt idx="6836">
                  <c:v>6.0</c:v>
                </c:pt>
                <c:pt idx="6837">
                  <c:v>6.0</c:v>
                </c:pt>
                <c:pt idx="6838">
                  <c:v>6.0</c:v>
                </c:pt>
                <c:pt idx="6839">
                  <c:v>6.0</c:v>
                </c:pt>
                <c:pt idx="6840">
                  <c:v>6.0</c:v>
                </c:pt>
                <c:pt idx="6841">
                  <c:v>6.0</c:v>
                </c:pt>
                <c:pt idx="6842">
                  <c:v>6.0</c:v>
                </c:pt>
                <c:pt idx="6843">
                  <c:v>6.0</c:v>
                </c:pt>
                <c:pt idx="6844">
                  <c:v>6.0</c:v>
                </c:pt>
                <c:pt idx="6845">
                  <c:v>6.0</c:v>
                </c:pt>
                <c:pt idx="6846">
                  <c:v>6.0</c:v>
                </c:pt>
                <c:pt idx="6847">
                  <c:v>6.0</c:v>
                </c:pt>
                <c:pt idx="6848">
                  <c:v>6.0</c:v>
                </c:pt>
                <c:pt idx="6849">
                  <c:v>6.0</c:v>
                </c:pt>
                <c:pt idx="6850">
                  <c:v>6.0</c:v>
                </c:pt>
                <c:pt idx="6851">
                  <c:v>6.0</c:v>
                </c:pt>
                <c:pt idx="6852">
                  <c:v>6.0</c:v>
                </c:pt>
                <c:pt idx="6853">
                  <c:v>6.0</c:v>
                </c:pt>
                <c:pt idx="6854">
                  <c:v>6.0</c:v>
                </c:pt>
                <c:pt idx="6855">
                  <c:v>6.0</c:v>
                </c:pt>
                <c:pt idx="6856">
                  <c:v>6.0</c:v>
                </c:pt>
                <c:pt idx="6857">
                  <c:v>6.0</c:v>
                </c:pt>
                <c:pt idx="6858">
                  <c:v>6.0</c:v>
                </c:pt>
                <c:pt idx="6859">
                  <c:v>6.0</c:v>
                </c:pt>
                <c:pt idx="6860">
                  <c:v>6.0</c:v>
                </c:pt>
                <c:pt idx="6861">
                  <c:v>6.0</c:v>
                </c:pt>
                <c:pt idx="6862">
                  <c:v>6.0</c:v>
                </c:pt>
                <c:pt idx="6863">
                  <c:v>6.0</c:v>
                </c:pt>
                <c:pt idx="6864">
                  <c:v>6.0</c:v>
                </c:pt>
                <c:pt idx="6865">
                  <c:v>6.0</c:v>
                </c:pt>
                <c:pt idx="6866">
                  <c:v>6.0</c:v>
                </c:pt>
                <c:pt idx="6867">
                  <c:v>6.0</c:v>
                </c:pt>
                <c:pt idx="6868">
                  <c:v>6.0</c:v>
                </c:pt>
                <c:pt idx="6869">
                  <c:v>6.0</c:v>
                </c:pt>
                <c:pt idx="6870">
                  <c:v>6.0</c:v>
                </c:pt>
                <c:pt idx="6871">
                  <c:v>6.0</c:v>
                </c:pt>
                <c:pt idx="6872">
                  <c:v>6.0</c:v>
                </c:pt>
                <c:pt idx="6873">
                  <c:v>6.0</c:v>
                </c:pt>
                <c:pt idx="6874">
                  <c:v>6.0</c:v>
                </c:pt>
                <c:pt idx="6875">
                  <c:v>6.0</c:v>
                </c:pt>
                <c:pt idx="6876">
                  <c:v>6.0</c:v>
                </c:pt>
                <c:pt idx="6877">
                  <c:v>6.0</c:v>
                </c:pt>
                <c:pt idx="6878">
                  <c:v>6.0</c:v>
                </c:pt>
                <c:pt idx="6879">
                  <c:v>6.0</c:v>
                </c:pt>
                <c:pt idx="6880">
                  <c:v>6.0</c:v>
                </c:pt>
                <c:pt idx="6881">
                  <c:v>6.0</c:v>
                </c:pt>
                <c:pt idx="6882">
                  <c:v>6.0</c:v>
                </c:pt>
                <c:pt idx="6883">
                  <c:v>6.0</c:v>
                </c:pt>
                <c:pt idx="6884">
                  <c:v>6.0</c:v>
                </c:pt>
                <c:pt idx="6885">
                  <c:v>6.0</c:v>
                </c:pt>
                <c:pt idx="6886">
                  <c:v>6.0</c:v>
                </c:pt>
                <c:pt idx="6887">
                  <c:v>6.0</c:v>
                </c:pt>
                <c:pt idx="6888">
                  <c:v>6.0</c:v>
                </c:pt>
                <c:pt idx="6889">
                  <c:v>6.0</c:v>
                </c:pt>
                <c:pt idx="6890">
                  <c:v>6.0</c:v>
                </c:pt>
                <c:pt idx="6891">
                  <c:v>6.0</c:v>
                </c:pt>
                <c:pt idx="6892">
                  <c:v>6.0</c:v>
                </c:pt>
                <c:pt idx="6893">
                  <c:v>6.0</c:v>
                </c:pt>
                <c:pt idx="6894">
                  <c:v>6.0</c:v>
                </c:pt>
                <c:pt idx="6895">
                  <c:v>6.0</c:v>
                </c:pt>
                <c:pt idx="6896">
                  <c:v>6.0</c:v>
                </c:pt>
                <c:pt idx="6897">
                  <c:v>6.0</c:v>
                </c:pt>
                <c:pt idx="6898">
                  <c:v>6.0</c:v>
                </c:pt>
                <c:pt idx="6899">
                  <c:v>6.0</c:v>
                </c:pt>
                <c:pt idx="6900">
                  <c:v>6.0</c:v>
                </c:pt>
                <c:pt idx="6901">
                  <c:v>6.0</c:v>
                </c:pt>
                <c:pt idx="6902">
                  <c:v>6.0</c:v>
                </c:pt>
                <c:pt idx="6903">
                  <c:v>6.0</c:v>
                </c:pt>
                <c:pt idx="6904">
                  <c:v>6.0</c:v>
                </c:pt>
                <c:pt idx="6905">
                  <c:v>6.0</c:v>
                </c:pt>
                <c:pt idx="6906">
                  <c:v>6.0</c:v>
                </c:pt>
                <c:pt idx="6907">
                  <c:v>6.0</c:v>
                </c:pt>
                <c:pt idx="6908">
                  <c:v>6.0</c:v>
                </c:pt>
                <c:pt idx="6909">
                  <c:v>6.0</c:v>
                </c:pt>
                <c:pt idx="6910">
                  <c:v>6.0</c:v>
                </c:pt>
                <c:pt idx="6911">
                  <c:v>6.0</c:v>
                </c:pt>
                <c:pt idx="6912">
                  <c:v>6.0</c:v>
                </c:pt>
                <c:pt idx="6913">
                  <c:v>6.0</c:v>
                </c:pt>
                <c:pt idx="6914">
                  <c:v>6.0</c:v>
                </c:pt>
                <c:pt idx="6915">
                  <c:v>6.0</c:v>
                </c:pt>
                <c:pt idx="6916">
                  <c:v>6.0</c:v>
                </c:pt>
                <c:pt idx="6917">
                  <c:v>6.0</c:v>
                </c:pt>
                <c:pt idx="6918">
                  <c:v>6.0</c:v>
                </c:pt>
                <c:pt idx="6919">
                  <c:v>6.0</c:v>
                </c:pt>
                <c:pt idx="6920">
                  <c:v>6.0</c:v>
                </c:pt>
                <c:pt idx="6921">
                  <c:v>6.0</c:v>
                </c:pt>
                <c:pt idx="6922">
                  <c:v>6.0</c:v>
                </c:pt>
                <c:pt idx="6923">
                  <c:v>6.0</c:v>
                </c:pt>
                <c:pt idx="6924">
                  <c:v>6.0</c:v>
                </c:pt>
                <c:pt idx="6925">
                  <c:v>6.0</c:v>
                </c:pt>
                <c:pt idx="6926">
                  <c:v>6.0</c:v>
                </c:pt>
                <c:pt idx="6927">
                  <c:v>6.0</c:v>
                </c:pt>
                <c:pt idx="6928">
                  <c:v>6.0</c:v>
                </c:pt>
                <c:pt idx="6929">
                  <c:v>6.0</c:v>
                </c:pt>
                <c:pt idx="6930">
                  <c:v>6.0</c:v>
                </c:pt>
                <c:pt idx="6931">
                  <c:v>6.0</c:v>
                </c:pt>
                <c:pt idx="6932">
                  <c:v>6.0</c:v>
                </c:pt>
                <c:pt idx="6933">
                  <c:v>6.0</c:v>
                </c:pt>
                <c:pt idx="6934">
                  <c:v>6.0</c:v>
                </c:pt>
                <c:pt idx="6935">
                  <c:v>6.0</c:v>
                </c:pt>
                <c:pt idx="6936">
                  <c:v>6.0</c:v>
                </c:pt>
                <c:pt idx="6937">
                  <c:v>6.0</c:v>
                </c:pt>
                <c:pt idx="6938">
                  <c:v>6.0</c:v>
                </c:pt>
                <c:pt idx="6939">
                  <c:v>6.0</c:v>
                </c:pt>
                <c:pt idx="6940">
                  <c:v>6.0</c:v>
                </c:pt>
                <c:pt idx="6941">
                  <c:v>6.0</c:v>
                </c:pt>
                <c:pt idx="6942">
                  <c:v>6.0</c:v>
                </c:pt>
                <c:pt idx="6943">
                  <c:v>6.0</c:v>
                </c:pt>
                <c:pt idx="6944">
                  <c:v>6.0</c:v>
                </c:pt>
                <c:pt idx="6945">
                  <c:v>6.0</c:v>
                </c:pt>
                <c:pt idx="6946">
                  <c:v>6.0</c:v>
                </c:pt>
                <c:pt idx="6947">
                  <c:v>6.0</c:v>
                </c:pt>
                <c:pt idx="6948">
                  <c:v>6.0</c:v>
                </c:pt>
                <c:pt idx="6949">
                  <c:v>6.0</c:v>
                </c:pt>
                <c:pt idx="6950">
                  <c:v>6.0</c:v>
                </c:pt>
                <c:pt idx="6951">
                  <c:v>6.0</c:v>
                </c:pt>
                <c:pt idx="6952">
                  <c:v>6.0</c:v>
                </c:pt>
                <c:pt idx="6953">
                  <c:v>6.0</c:v>
                </c:pt>
                <c:pt idx="6954">
                  <c:v>6.0</c:v>
                </c:pt>
                <c:pt idx="6955">
                  <c:v>6.0</c:v>
                </c:pt>
                <c:pt idx="6956">
                  <c:v>6.0</c:v>
                </c:pt>
                <c:pt idx="6957">
                  <c:v>6.0</c:v>
                </c:pt>
                <c:pt idx="6958">
                  <c:v>6.0</c:v>
                </c:pt>
                <c:pt idx="6959">
                  <c:v>6.0</c:v>
                </c:pt>
                <c:pt idx="6960">
                  <c:v>6.0</c:v>
                </c:pt>
                <c:pt idx="6961">
                  <c:v>6.0</c:v>
                </c:pt>
                <c:pt idx="6962">
                  <c:v>6.0</c:v>
                </c:pt>
                <c:pt idx="6963">
                  <c:v>6.0</c:v>
                </c:pt>
                <c:pt idx="6964">
                  <c:v>6.0</c:v>
                </c:pt>
                <c:pt idx="6965">
                  <c:v>6.0</c:v>
                </c:pt>
                <c:pt idx="6966">
                  <c:v>6.0</c:v>
                </c:pt>
                <c:pt idx="6967">
                  <c:v>6.0</c:v>
                </c:pt>
                <c:pt idx="6968">
                  <c:v>6.0</c:v>
                </c:pt>
                <c:pt idx="6969">
                  <c:v>6.0</c:v>
                </c:pt>
                <c:pt idx="6970">
                  <c:v>6.0</c:v>
                </c:pt>
                <c:pt idx="6971">
                  <c:v>6.0</c:v>
                </c:pt>
                <c:pt idx="6972">
                  <c:v>6.0</c:v>
                </c:pt>
                <c:pt idx="6973">
                  <c:v>6.0</c:v>
                </c:pt>
                <c:pt idx="6974">
                  <c:v>6.0</c:v>
                </c:pt>
                <c:pt idx="6975">
                  <c:v>6.0</c:v>
                </c:pt>
                <c:pt idx="6976">
                  <c:v>6.0</c:v>
                </c:pt>
                <c:pt idx="6977">
                  <c:v>6.0</c:v>
                </c:pt>
                <c:pt idx="6978">
                  <c:v>6.0</c:v>
                </c:pt>
                <c:pt idx="6979">
                  <c:v>6.0</c:v>
                </c:pt>
                <c:pt idx="6980">
                  <c:v>6.0</c:v>
                </c:pt>
                <c:pt idx="6981">
                  <c:v>6.0</c:v>
                </c:pt>
                <c:pt idx="6982">
                  <c:v>6.0</c:v>
                </c:pt>
                <c:pt idx="6983">
                  <c:v>6.0</c:v>
                </c:pt>
                <c:pt idx="6984">
                  <c:v>6.0</c:v>
                </c:pt>
                <c:pt idx="6985">
                  <c:v>6.0</c:v>
                </c:pt>
                <c:pt idx="6986">
                  <c:v>6.0</c:v>
                </c:pt>
                <c:pt idx="6987">
                  <c:v>6.0</c:v>
                </c:pt>
                <c:pt idx="6988">
                  <c:v>6.0</c:v>
                </c:pt>
                <c:pt idx="6989">
                  <c:v>6.0</c:v>
                </c:pt>
                <c:pt idx="6990">
                  <c:v>6.0</c:v>
                </c:pt>
                <c:pt idx="6991">
                  <c:v>6.0</c:v>
                </c:pt>
                <c:pt idx="6992">
                  <c:v>6.0</c:v>
                </c:pt>
                <c:pt idx="6993">
                  <c:v>6.0</c:v>
                </c:pt>
                <c:pt idx="6994">
                  <c:v>6.0</c:v>
                </c:pt>
                <c:pt idx="6995">
                  <c:v>6.0</c:v>
                </c:pt>
                <c:pt idx="6996">
                  <c:v>6.0</c:v>
                </c:pt>
                <c:pt idx="6997">
                  <c:v>6.0</c:v>
                </c:pt>
                <c:pt idx="6998">
                  <c:v>6.0</c:v>
                </c:pt>
                <c:pt idx="6999">
                  <c:v>6.0</c:v>
                </c:pt>
                <c:pt idx="7000">
                  <c:v>6.0</c:v>
                </c:pt>
                <c:pt idx="7001">
                  <c:v>6.0</c:v>
                </c:pt>
                <c:pt idx="7002">
                  <c:v>6.0</c:v>
                </c:pt>
                <c:pt idx="7003">
                  <c:v>6.0</c:v>
                </c:pt>
                <c:pt idx="7004">
                  <c:v>6.0</c:v>
                </c:pt>
                <c:pt idx="7005">
                  <c:v>6.0</c:v>
                </c:pt>
                <c:pt idx="7006">
                  <c:v>6.0</c:v>
                </c:pt>
                <c:pt idx="7007">
                  <c:v>6.0</c:v>
                </c:pt>
                <c:pt idx="7008">
                  <c:v>6.0</c:v>
                </c:pt>
                <c:pt idx="7009">
                  <c:v>6.0</c:v>
                </c:pt>
                <c:pt idx="7010">
                  <c:v>6.0</c:v>
                </c:pt>
                <c:pt idx="7011">
                  <c:v>6.0</c:v>
                </c:pt>
                <c:pt idx="7012">
                  <c:v>6.0</c:v>
                </c:pt>
                <c:pt idx="7013">
                  <c:v>6.0</c:v>
                </c:pt>
                <c:pt idx="7014">
                  <c:v>6.0</c:v>
                </c:pt>
                <c:pt idx="7015">
                  <c:v>6.0</c:v>
                </c:pt>
                <c:pt idx="7016">
                  <c:v>6.0</c:v>
                </c:pt>
                <c:pt idx="7017">
                  <c:v>6.0</c:v>
                </c:pt>
                <c:pt idx="7018">
                  <c:v>6.0</c:v>
                </c:pt>
                <c:pt idx="7019">
                  <c:v>6.0</c:v>
                </c:pt>
                <c:pt idx="7020">
                  <c:v>6.0</c:v>
                </c:pt>
                <c:pt idx="7021">
                  <c:v>6.0</c:v>
                </c:pt>
                <c:pt idx="7022">
                  <c:v>6.0</c:v>
                </c:pt>
                <c:pt idx="7023">
                  <c:v>6.0</c:v>
                </c:pt>
                <c:pt idx="7024">
                  <c:v>6.0</c:v>
                </c:pt>
                <c:pt idx="7025">
                  <c:v>6.0</c:v>
                </c:pt>
                <c:pt idx="7026">
                  <c:v>6.0</c:v>
                </c:pt>
                <c:pt idx="7027">
                  <c:v>6.0</c:v>
                </c:pt>
                <c:pt idx="7028">
                  <c:v>6.0</c:v>
                </c:pt>
                <c:pt idx="7029">
                  <c:v>6.0</c:v>
                </c:pt>
                <c:pt idx="7030">
                  <c:v>6.0</c:v>
                </c:pt>
                <c:pt idx="7031">
                  <c:v>6.0</c:v>
                </c:pt>
                <c:pt idx="7032">
                  <c:v>6.0</c:v>
                </c:pt>
                <c:pt idx="7033">
                  <c:v>6.0</c:v>
                </c:pt>
                <c:pt idx="7034">
                  <c:v>6.0</c:v>
                </c:pt>
                <c:pt idx="7035">
                  <c:v>6.0</c:v>
                </c:pt>
                <c:pt idx="7036">
                  <c:v>6.0</c:v>
                </c:pt>
                <c:pt idx="7037">
                  <c:v>6.0</c:v>
                </c:pt>
                <c:pt idx="7038">
                  <c:v>6.0</c:v>
                </c:pt>
                <c:pt idx="7039">
                  <c:v>6.0</c:v>
                </c:pt>
                <c:pt idx="7040">
                  <c:v>6.0</c:v>
                </c:pt>
                <c:pt idx="7041">
                  <c:v>6.0</c:v>
                </c:pt>
                <c:pt idx="7042">
                  <c:v>6.0</c:v>
                </c:pt>
                <c:pt idx="7043">
                  <c:v>6.0</c:v>
                </c:pt>
                <c:pt idx="7044">
                  <c:v>6.0</c:v>
                </c:pt>
                <c:pt idx="7045">
                  <c:v>6.0</c:v>
                </c:pt>
                <c:pt idx="7046">
                  <c:v>6.0</c:v>
                </c:pt>
                <c:pt idx="7047">
                  <c:v>6.0</c:v>
                </c:pt>
                <c:pt idx="7048">
                  <c:v>6.0</c:v>
                </c:pt>
                <c:pt idx="7049">
                  <c:v>6.0</c:v>
                </c:pt>
                <c:pt idx="7050">
                  <c:v>6.0</c:v>
                </c:pt>
                <c:pt idx="7051">
                  <c:v>6.0</c:v>
                </c:pt>
                <c:pt idx="7052">
                  <c:v>6.0</c:v>
                </c:pt>
                <c:pt idx="7053">
                  <c:v>6.0</c:v>
                </c:pt>
                <c:pt idx="7054">
                  <c:v>6.0</c:v>
                </c:pt>
                <c:pt idx="7055">
                  <c:v>6.0</c:v>
                </c:pt>
                <c:pt idx="7056">
                  <c:v>6.0</c:v>
                </c:pt>
                <c:pt idx="7057">
                  <c:v>6.0</c:v>
                </c:pt>
                <c:pt idx="7058">
                  <c:v>6.0</c:v>
                </c:pt>
                <c:pt idx="7059">
                  <c:v>6.0</c:v>
                </c:pt>
                <c:pt idx="7060">
                  <c:v>6.0</c:v>
                </c:pt>
                <c:pt idx="7061">
                  <c:v>6.0</c:v>
                </c:pt>
                <c:pt idx="7062">
                  <c:v>6.0</c:v>
                </c:pt>
                <c:pt idx="7063">
                  <c:v>6.0</c:v>
                </c:pt>
                <c:pt idx="7064">
                  <c:v>6.0</c:v>
                </c:pt>
                <c:pt idx="7065">
                  <c:v>6.0</c:v>
                </c:pt>
                <c:pt idx="7066">
                  <c:v>6.0</c:v>
                </c:pt>
                <c:pt idx="7067">
                  <c:v>6.0</c:v>
                </c:pt>
                <c:pt idx="7068">
                  <c:v>6.0</c:v>
                </c:pt>
                <c:pt idx="7069">
                  <c:v>6.0</c:v>
                </c:pt>
                <c:pt idx="7070">
                  <c:v>6.0</c:v>
                </c:pt>
                <c:pt idx="7071">
                  <c:v>6.0</c:v>
                </c:pt>
                <c:pt idx="7072">
                  <c:v>6.0</c:v>
                </c:pt>
                <c:pt idx="7073">
                  <c:v>6.0</c:v>
                </c:pt>
                <c:pt idx="7074">
                  <c:v>6.0</c:v>
                </c:pt>
                <c:pt idx="7075">
                  <c:v>6.0</c:v>
                </c:pt>
                <c:pt idx="7076">
                  <c:v>6.0</c:v>
                </c:pt>
                <c:pt idx="7077">
                  <c:v>6.0</c:v>
                </c:pt>
                <c:pt idx="7078">
                  <c:v>6.0</c:v>
                </c:pt>
                <c:pt idx="7079">
                  <c:v>6.0</c:v>
                </c:pt>
                <c:pt idx="7080">
                  <c:v>6.0</c:v>
                </c:pt>
                <c:pt idx="7081">
                  <c:v>6.0</c:v>
                </c:pt>
                <c:pt idx="7082">
                  <c:v>6.0</c:v>
                </c:pt>
                <c:pt idx="7083">
                  <c:v>6.0</c:v>
                </c:pt>
                <c:pt idx="7084">
                  <c:v>6.0</c:v>
                </c:pt>
                <c:pt idx="7085">
                  <c:v>6.0</c:v>
                </c:pt>
                <c:pt idx="7086">
                  <c:v>6.0</c:v>
                </c:pt>
                <c:pt idx="7087">
                  <c:v>6.0</c:v>
                </c:pt>
                <c:pt idx="7088">
                  <c:v>6.0</c:v>
                </c:pt>
                <c:pt idx="7089">
                  <c:v>6.0</c:v>
                </c:pt>
                <c:pt idx="7090">
                  <c:v>6.0</c:v>
                </c:pt>
                <c:pt idx="7091">
                  <c:v>6.0</c:v>
                </c:pt>
                <c:pt idx="7092">
                  <c:v>6.0</c:v>
                </c:pt>
                <c:pt idx="7093">
                  <c:v>6.0</c:v>
                </c:pt>
                <c:pt idx="7094">
                  <c:v>6.0</c:v>
                </c:pt>
                <c:pt idx="7095">
                  <c:v>6.0</c:v>
                </c:pt>
                <c:pt idx="7096">
                  <c:v>6.0</c:v>
                </c:pt>
                <c:pt idx="7097">
                  <c:v>6.0</c:v>
                </c:pt>
                <c:pt idx="7098">
                  <c:v>6.0</c:v>
                </c:pt>
                <c:pt idx="7099">
                  <c:v>6.0</c:v>
                </c:pt>
                <c:pt idx="7100">
                  <c:v>6.0</c:v>
                </c:pt>
                <c:pt idx="7101">
                  <c:v>6.0</c:v>
                </c:pt>
                <c:pt idx="7102">
                  <c:v>6.0</c:v>
                </c:pt>
                <c:pt idx="7103">
                  <c:v>6.0</c:v>
                </c:pt>
                <c:pt idx="7104">
                  <c:v>6.0</c:v>
                </c:pt>
                <c:pt idx="7105">
                  <c:v>6.0</c:v>
                </c:pt>
                <c:pt idx="7106">
                  <c:v>6.0</c:v>
                </c:pt>
                <c:pt idx="7107">
                  <c:v>6.0</c:v>
                </c:pt>
                <c:pt idx="7108">
                  <c:v>6.0</c:v>
                </c:pt>
                <c:pt idx="7109">
                  <c:v>6.0</c:v>
                </c:pt>
                <c:pt idx="7110">
                  <c:v>6.0</c:v>
                </c:pt>
                <c:pt idx="7111">
                  <c:v>6.0</c:v>
                </c:pt>
                <c:pt idx="7112">
                  <c:v>6.0</c:v>
                </c:pt>
                <c:pt idx="7113">
                  <c:v>6.0</c:v>
                </c:pt>
                <c:pt idx="7114">
                  <c:v>6.0</c:v>
                </c:pt>
                <c:pt idx="7115">
                  <c:v>6.0</c:v>
                </c:pt>
                <c:pt idx="7116">
                  <c:v>6.0</c:v>
                </c:pt>
                <c:pt idx="7117">
                  <c:v>6.0</c:v>
                </c:pt>
                <c:pt idx="7118">
                  <c:v>6.0</c:v>
                </c:pt>
                <c:pt idx="7119">
                  <c:v>6.0</c:v>
                </c:pt>
                <c:pt idx="7120">
                  <c:v>6.0</c:v>
                </c:pt>
                <c:pt idx="7121">
                  <c:v>6.0</c:v>
                </c:pt>
                <c:pt idx="7122">
                  <c:v>6.0</c:v>
                </c:pt>
                <c:pt idx="7123">
                  <c:v>6.0</c:v>
                </c:pt>
                <c:pt idx="7124">
                  <c:v>6.0</c:v>
                </c:pt>
                <c:pt idx="7125">
                  <c:v>6.0</c:v>
                </c:pt>
                <c:pt idx="7126">
                  <c:v>6.0</c:v>
                </c:pt>
                <c:pt idx="7127">
                  <c:v>6.0</c:v>
                </c:pt>
                <c:pt idx="7128">
                  <c:v>6.0</c:v>
                </c:pt>
                <c:pt idx="7129">
                  <c:v>6.0</c:v>
                </c:pt>
                <c:pt idx="7130">
                  <c:v>6.0</c:v>
                </c:pt>
                <c:pt idx="7131">
                  <c:v>6.0</c:v>
                </c:pt>
                <c:pt idx="7132">
                  <c:v>6.0</c:v>
                </c:pt>
                <c:pt idx="7133">
                  <c:v>6.0</c:v>
                </c:pt>
                <c:pt idx="7134">
                  <c:v>6.0</c:v>
                </c:pt>
                <c:pt idx="7135">
                  <c:v>6.0</c:v>
                </c:pt>
                <c:pt idx="7136">
                  <c:v>6.0</c:v>
                </c:pt>
                <c:pt idx="7137">
                  <c:v>6.0</c:v>
                </c:pt>
                <c:pt idx="7138">
                  <c:v>6.0</c:v>
                </c:pt>
                <c:pt idx="7139">
                  <c:v>6.0</c:v>
                </c:pt>
                <c:pt idx="7140">
                  <c:v>6.0</c:v>
                </c:pt>
                <c:pt idx="7141">
                  <c:v>6.0</c:v>
                </c:pt>
                <c:pt idx="7142">
                  <c:v>6.0</c:v>
                </c:pt>
                <c:pt idx="7143">
                  <c:v>6.0</c:v>
                </c:pt>
                <c:pt idx="7144">
                  <c:v>6.0</c:v>
                </c:pt>
                <c:pt idx="7145">
                  <c:v>6.0</c:v>
                </c:pt>
                <c:pt idx="7146">
                  <c:v>6.0</c:v>
                </c:pt>
                <c:pt idx="7147">
                  <c:v>6.0</c:v>
                </c:pt>
                <c:pt idx="7148">
                  <c:v>6.0</c:v>
                </c:pt>
                <c:pt idx="7149">
                  <c:v>6.0</c:v>
                </c:pt>
                <c:pt idx="7150">
                  <c:v>6.0</c:v>
                </c:pt>
                <c:pt idx="7151">
                  <c:v>6.0</c:v>
                </c:pt>
                <c:pt idx="7152">
                  <c:v>6.0</c:v>
                </c:pt>
                <c:pt idx="7153">
                  <c:v>6.0</c:v>
                </c:pt>
                <c:pt idx="7154">
                  <c:v>6.0</c:v>
                </c:pt>
                <c:pt idx="7155">
                  <c:v>6.0</c:v>
                </c:pt>
                <c:pt idx="7156">
                  <c:v>6.0</c:v>
                </c:pt>
                <c:pt idx="7157">
                  <c:v>6.0</c:v>
                </c:pt>
                <c:pt idx="7158">
                  <c:v>6.0</c:v>
                </c:pt>
                <c:pt idx="7159">
                  <c:v>6.0</c:v>
                </c:pt>
                <c:pt idx="7160">
                  <c:v>6.0</c:v>
                </c:pt>
                <c:pt idx="7161">
                  <c:v>6.0</c:v>
                </c:pt>
                <c:pt idx="7162">
                  <c:v>6.0</c:v>
                </c:pt>
                <c:pt idx="7163">
                  <c:v>6.0</c:v>
                </c:pt>
                <c:pt idx="7164">
                  <c:v>6.0</c:v>
                </c:pt>
                <c:pt idx="7165">
                  <c:v>6.0</c:v>
                </c:pt>
                <c:pt idx="7166">
                  <c:v>6.0</c:v>
                </c:pt>
                <c:pt idx="7167">
                  <c:v>6.0</c:v>
                </c:pt>
                <c:pt idx="7168">
                  <c:v>6.0</c:v>
                </c:pt>
                <c:pt idx="7169">
                  <c:v>6.0</c:v>
                </c:pt>
                <c:pt idx="7170">
                  <c:v>6.0</c:v>
                </c:pt>
                <c:pt idx="7171">
                  <c:v>6.0</c:v>
                </c:pt>
                <c:pt idx="7172">
                  <c:v>6.0</c:v>
                </c:pt>
                <c:pt idx="7173">
                  <c:v>6.0</c:v>
                </c:pt>
                <c:pt idx="7174">
                  <c:v>6.0</c:v>
                </c:pt>
                <c:pt idx="7175">
                  <c:v>6.0</c:v>
                </c:pt>
                <c:pt idx="7176">
                  <c:v>6.0</c:v>
                </c:pt>
                <c:pt idx="7177">
                  <c:v>6.0</c:v>
                </c:pt>
                <c:pt idx="7178">
                  <c:v>6.0</c:v>
                </c:pt>
                <c:pt idx="7179">
                  <c:v>6.0</c:v>
                </c:pt>
                <c:pt idx="7180">
                  <c:v>6.0</c:v>
                </c:pt>
                <c:pt idx="7181">
                  <c:v>6.0</c:v>
                </c:pt>
                <c:pt idx="7182">
                  <c:v>6.0</c:v>
                </c:pt>
                <c:pt idx="7183">
                  <c:v>6.0</c:v>
                </c:pt>
                <c:pt idx="7184">
                  <c:v>6.0</c:v>
                </c:pt>
                <c:pt idx="7185">
                  <c:v>6.0</c:v>
                </c:pt>
                <c:pt idx="7186">
                  <c:v>6.0</c:v>
                </c:pt>
                <c:pt idx="7187">
                  <c:v>6.0</c:v>
                </c:pt>
                <c:pt idx="7188">
                  <c:v>6.0</c:v>
                </c:pt>
                <c:pt idx="7189">
                  <c:v>6.0</c:v>
                </c:pt>
                <c:pt idx="7190">
                  <c:v>6.0</c:v>
                </c:pt>
                <c:pt idx="7191">
                  <c:v>6.0</c:v>
                </c:pt>
                <c:pt idx="7192">
                  <c:v>6.0</c:v>
                </c:pt>
                <c:pt idx="7193">
                  <c:v>6.0</c:v>
                </c:pt>
                <c:pt idx="7194">
                  <c:v>6.0</c:v>
                </c:pt>
                <c:pt idx="7195">
                  <c:v>6.0</c:v>
                </c:pt>
                <c:pt idx="7196">
                  <c:v>6.0</c:v>
                </c:pt>
                <c:pt idx="7197">
                  <c:v>6.0</c:v>
                </c:pt>
                <c:pt idx="7198">
                  <c:v>6.0</c:v>
                </c:pt>
                <c:pt idx="7199">
                  <c:v>6.0</c:v>
                </c:pt>
                <c:pt idx="7200">
                  <c:v>6.0</c:v>
                </c:pt>
                <c:pt idx="7201">
                  <c:v>6.0</c:v>
                </c:pt>
                <c:pt idx="7202">
                  <c:v>6.0</c:v>
                </c:pt>
                <c:pt idx="7203">
                  <c:v>6.0</c:v>
                </c:pt>
                <c:pt idx="7204">
                  <c:v>6.0</c:v>
                </c:pt>
                <c:pt idx="7205">
                  <c:v>6.0</c:v>
                </c:pt>
                <c:pt idx="7206">
                  <c:v>6.0</c:v>
                </c:pt>
                <c:pt idx="7207">
                  <c:v>6.0</c:v>
                </c:pt>
                <c:pt idx="7208">
                  <c:v>6.0</c:v>
                </c:pt>
                <c:pt idx="7209">
                  <c:v>6.0</c:v>
                </c:pt>
                <c:pt idx="7210">
                  <c:v>6.0</c:v>
                </c:pt>
                <c:pt idx="7211">
                  <c:v>6.0</c:v>
                </c:pt>
                <c:pt idx="7212">
                  <c:v>6.0</c:v>
                </c:pt>
                <c:pt idx="7213">
                  <c:v>6.0</c:v>
                </c:pt>
                <c:pt idx="7214">
                  <c:v>6.0</c:v>
                </c:pt>
                <c:pt idx="7215">
                  <c:v>6.0</c:v>
                </c:pt>
                <c:pt idx="7216">
                  <c:v>6.0</c:v>
                </c:pt>
                <c:pt idx="7217">
                  <c:v>6.0</c:v>
                </c:pt>
                <c:pt idx="7218">
                  <c:v>6.0</c:v>
                </c:pt>
                <c:pt idx="7219">
                  <c:v>6.0</c:v>
                </c:pt>
                <c:pt idx="7220">
                  <c:v>6.0</c:v>
                </c:pt>
                <c:pt idx="7221">
                  <c:v>6.0</c:v>
                </c:pt>
                <c:pt idx="7222">
                  <c:v>6.0</c:v>
                </c:pt>
                <c:pt idx="7223">
                  <c:v>6.0</c:v>
                </c:pt>
                <c:pt idx="7224">
                  <c:v>6.0</c:v>
                </c:pt>
                <c:pt idx="7225">
                  <c:v>6.0</c:v>
                </c:pt>
                <c:pt idx="7226">
                  <c:v>6.0</c:v>
                </c:pt>
                <c:pt idx="7227">
                  <c:v>6.0</c:v>
                </c:pt>
                <c:pt idx="7228">
                  <c:v>6.0</c:v>
                </c:pt>
                <c:pt idx="7229">
                  <c:v>6.0</c:v>
                </c:pt>
                <c:pt idx="7230">
                  <c:v>6.0</c:v>
                </c:pt>
                <c:pt idx="7231">
                  <c:v>6.0</c:v>
                </c:pt>
                <c:pt idx="7232">
                  <c:v>6.0</c:v>
                </c:pt>
                <c:pt idx="7233">
                  <c:v>6.0</c:v>
                </c:pt>
                <c:pt idx="7234">
                  <c:v>6.0</c:v>
                </c:pt>
                <c:pt idx="7235">
                  <c:v>6.0</c:v>
                </c:pt>
                <c:pt idx="7236">
                  <c:v>6.0</c:v>
                </c:pt>
                <c:pt idx="7237">
                  <c:v>6.0</c:v>
                </c:pt>
                <c:pt idx="7238">
                  <c:v>6.0</c:v>
                </c:pt>
                <c:pt idx="7239">
                  <c:v>6.0</c:v>
                </c:pt>
                <c:pt idx="7240">
                  <c:v>6.0</c:v>
                </c:pt>
                <c:pt idx="7241">
                  <c:v>6.0</c:v>
                </c:pt>
                <c:pt idx="7242">
                  <c:v>6.0</c:v>
                </c:pt>
                <c:pt idx="7243">
                  <c:v>6.0</c:v>
                </c:pt>
                <c:pt idx="7244">
                  <c:v>6.0</c:v>
                </c:pt>
                <c:pt idx="7245">
                  <c:v>6.0</c:v>
                </c:pt>
                <c:pt idx="7246">
                  <c:v>6.0</c:v>
                </c:pt>
                <c:pt idx="7247">
                  <c:v>6.0</c:v>
                </c:pt>
                <c:pt idx="7248">
                  <c:v>6.0</c:v>
                </c:pt>
                <c:pt idx="7249">
                  <c:v>6.0</c:v>
                </c:pt>
                <c:pt idx="7250">
                  <c:v>6.0</c:v>
                </c:pt>
                <c:pt idx="7251">
                  <c:v>6.0</c:v>
                </c:pt>
                <c:pt idx="7252">
                  <c:v>6.0</c:v>
                </c:pt>
                <c:pt idx="7253">
                  <c:v>6.0</c:v>
                </c:pt>
                <c:pt idx="7254">
                  <c:v>6.0</c:v>
                </c:pt>
                <c:pt idx="7255">
                  <c:v>6.0</c:v>
                </c:pt>
                <c:pt idx="7256">
                  <c:v>6.0</c:v>
                </c:pt>
                <c:pt idx="7257">
                  <c:v>6.0</c:v>
                </c:pt>
                <c:pt idx="7258">
                  <c:v>6.0</c:v>
                </c:pt>
                <c:pt idx="7259">
                  <c:v>6.0</c:v>
                </c:pt>
                <c:pt idx="7260">
                  <c:v>6.0</c:v>
                </c:pt>
                <c:pt idx="7261">
                  <c:v>6.0</c:v>
                </c:pt>
                <c:pt idx="7262">
                  <c:v>6.0</c:v>
                </c:pt>
                <c:pt idx="7263">
                  <c:v>6.0</c:v>
                </c:pt>
                <c:pt idx="7264">
                  <c:v>6.0</c:v>
                </c:pt>
                <c:pt idx="7265">
                  <c:v>6.0</c:v>
                </c:pt>
                <c:pt idx="7266">
                  <c:v>6.0</c:v>
                </c:pt>
                <c:pt idx="7267">
                  <c:v>6.0</c:v>
                </c:pt>
                <c:pt idx="7268">
                  <c:v>6.0</c:v>
                </c:pt>
                <c:pt idx="7269">
                  <c:v>6.0</c:v>
                </c:pt>
                <c:pt idx="7270">
                  <c:v>6.0</c:v>
                </c:pt>
                <c:pt idx="7271">
                  <c:v>6.0</c:v>
                </c:pt>
                <c:pt idx="7272">
                  <c:v>6.0</c:v>
                </c:pt>
                <c:pt idx="7273">
                  <c:v>6.0</c:v>
                </c:pt>
                <c:pt idx="7274">
                  <c:v>6.0</c:v>
                </c:pt>
                <c:pt idx="7275">
                  <c:v>6.0</c:v>
                </c:pt>
                <c:pt idx="7276">
                  <c:v>6.0</c:v>
                </c:pt>
                <c:pt idx="7277">
                  <c:v>6.0</c:v>
                </c:pt>
                <c:pt idx="7278">
                  <c:v>6.0</c:v>
                </c:pt>
                <c:pt idx="7279">
                  <c:v>6.0</c:v>
                </c:pt>
                <c:pt idx="7280">
                  <c:v>6.0</c:v>
                </c:pt>
                <c:pt idx="7281">
                  <c:v>6.0</c:v>
                </c:pt>
                <c:pt idx="7282">
                  <c:v>6.0</c:v>
                </c:pt>
                <c:pt idx="7283">
                  <c:v>6.0</c:v>
                </c:pt>
                <c:pt idx="7284">
                  <c:v>6.0</c:v>
                </c:pt>
                <c:pt idx="7285">
                  <c:v>6.0</c:v>
                </c:pt>
                <c:pt idx="7286">
                  <c:v>6.0</c:v>
                </c:pt>
                <c:pt idx="7287">
                  <c:v>6.0</c:v>
                </c:pt>
                <c:pt idx="7288">
                  <c:v>6.0</c:v>
                </c:pt>
                <c:pt idx="7289">
                  <c:v>6.0</c:v>
                </c:pt>
                <c:pt idx="7290">
                  <c:v>6.0</c:v>
                </c:pt>
                <c:pt idx="7291">
                  <c:v>6.0</c:v>
                </c:pt>
                <c:pt idx="7292">
                  <c:v>6.0</c:v>
                </c:pt>
                <c:pt idx="7293">
                  <c:v>6.0</c:v>
                </c:pt>
                <c:pt idx="7294">
                  <c:v>6.0</c:v>
                </c:pt>
                <c:pt idx="7295">
                  <c:v>6.0</c:v>
                </c:pt>
                <c:pt idx="7296">
                  <c:v>6.0</c:v>
                </c:pt>
                <c:pt idx="7297">
                  <c:v>6.0</c:v>
                </c:pt>
                <c:pt idx="7298">
                  <c:v>6.0</c:v>
                </c:pt>
                <c:pt idx="7299">
                  <c:v>6.0</c:v>
                </c:pt>
                <c:pt idx="7300">
                  <c:v>6.0</c:v>
                </c:pt>
                <c:pt idx="7301">
                  <c:v>6.0</c:v>
                </c:pt>
                <c:pt idx="7302">
                  <c:v>6.0</c:v>
                </c:pt>
                <c:pt idx="7303">
                  <c:v>6.0</c:v>
                </c:pt>
                <c:pt idx="7304">
                  <c:v>6.0</c:v>
                </c:pt>
                <c:pt idx="7305">
                  <c:v>6.0</c:v>
                </c:pt>
                <c:pt idx="7306">
                  <c:v>6.0</c:v>
                </c:pt>
                <c:pt idx="7307">
                  <c:v>6.0</c:v>
                </c:pt>
                <c:pt idx="7308">
                  <c:v>6.0</c:v>
                </c:pt>
                <c:pt idx="7309">
                  <c:v>6.0</c:v>
                </c:pt>
                <c:pt idx="7310">
                  <c:v>6.0</c:v>
                </c:pt>
                <c:pt idx="7311">
                  <c:v>6.0</c:v>
                </c:pt>
                <c:pt idx="7312">
                  <c:v>6.0</c:v>
                </c:pt>
                <c:pt idx="7313">
                  <c:v>6.0</c:v>
                </c:pt>
                <c:pt idx="7314">
                  <c:v>6.0</c:v>
                </c:pt>
                <c:pt idx="7315">
                  <c:v>6.0</c:v>
                </c:pt>
                <c:pt idx="7316">
                  <c:v>6.0</c:v>
                </c:pt>
                <c:pt idx="7317">
                  <c:v>6.0</c:v>
                </c:pt>
                <c:pt idx="7318">
                  <c:v>6.0</c:v>
                </c:pt>
                <c:pt idx="7319">
                  <c:v>6.0</c:v>
                </c:pt>
                <c:pt idx="7320">
                  <c:v>6.0</c:v>
                </c:pt>
                <c:pt idx="7321">
                  <c:v>6.0</c:v>
                </c:pt>
                <c:pt idx="7322">
                  <c:v>6.0</c:v>
                </c:pt>
                <c:pt idx="7323">
                  <c:v>6.0</c:v>
                </c:pt>
                <c:pt idx="7324">
                  <c:v>6.0</c:v>
                </c:pt>
                <c:pt idx="7325">
                  <c:v>6.0</c:v>
                </c:pt>
                <c:pt idx="7326">
                  <c:v>6.0</c:v>
                </c:pt>
                <c:pt idx="7327">
                  <c:v>6.0</c:v>
                </c:pt>
                <c:pt idx="7328">
                  <c:v>6.0</c:v>
                </c:pt>
                <c:pt idx="7329">
                  <c:v>6.0</c:v>
                </c:pt>
                <c:pt idx="7330">
                  <c:v>6.0</c:v>
                </c:pt>
                <c:pt idx="7331">
                  <c:v>6.0</c:v>
                </c:pt>
                <c:pt idx="7332">
                  <c:v>6.0</c:v>
                </c:pt>
                <c:pt idx="7333">
                  <c:v>6.0</c:v>
                </c:pt>
                <c:pt idx="7334">
                  <c:v>6.0</c:v>
                </c:pt>
                <c:pt idx="7335">
                  <c:v>6.0</c:v>
                </c:pt>
                <c:pt idx="7336">
                  <c:v>6.0</c:v>
                </c:pt>
                <c:pt idx="7337">
                  <c:v>6.0</c:v>
                </c:pt>
                <c:pt idx="7338">
                  <c:v>6.0</c:v>
                </c:pt>
                <c:pt idx="7339">
                  <c:v>6.0</c:v>
                </c:pt>
                <c:pt idx="7340">
                  <c:v>6.0</c:v>
                </c:pt>
                <c:pt idx="7341">
                  <c:v>6.0</c:v>
                </c:pt>
                <c:pt idx="7342">
                  <c:v>6.0</c:v>
                </c:pt>
                <c:pt idx="7343">
                  <c:v>6.0</c:v>
                </c:pt>
                <c:pt idx="7344">
                  <c:v>6.0</c:v>
                </c:pt>
                <c:pt idx="7345">
                  <c:v>6.0</c:v>
                </c:pt>
                <c:pt idx="7346">
                  <c:v>6.0</c:v>
                </c:pt>
                <c:pt idx="7347">
                  <c:v>6.0</c:v>
                </c:pt>
                <c:pt idx="7348">
                  <c:v>6.0</c:v>
                </c:pt>
                <c:pt idx="7349">
                  <c:v>6.0</c:v>
                </c:pt>
                <c:pt idx="7350">
                  <c:v>6.0</c:v>
                </c:pt>
                <c:pt idx="7351">
                  <c:v>6.0</c:v>
                </c:pt>
                <c:pt idx="7352">
                  <c:v>6.0</c:v>
                </c:pt>
                <c:pt idx="7353">
                  <c:v>6.0</c:v>
                </c:pt>
                <c:pt idx="7354">
                  <c:v>6.0</c:v>
                </c:pt>
                <c:pt idx="7355">
                  <c:v>6.0</c:v>
                </c:pt>
                <c:pt idx="7356">
                  <c:v>6.0</c:v>
                </c:pt>
                <c:pt idx="7357">
                  <c:v>6.0</c:v>
                </c:pt>
                <c:pt idx="7358">
                  <c:v>6.0</c:v>
                </c:pt>
                <c:pt idx="7359">
                  <c:v>6.0</c:v>
                </c:pt>
                <c:pt idx="7360">
                  <c:v>6.0</c:v>
                </c:pt>
                <c:pt idx="7361">
                  <c:v>6.0</c:v>
                </c:pt>
                <c:pt idx="7362">
                  <c:v>6.0</c:v>
                </c:pt>
                <c:pt idx="7363">
                  <c:v>6.0</c:v>
                </c:pt>
                <c:pt idx="7364">
                  <c:v>6.0</c:v>
                </c:pt>
                <c:pt idx="7365">
                  <c:v>6.0</c:v>
                </c:pt>
                <c:pt idx="7366">
                  <c:v>6.0</c:v>
                </c:pt>
                <c:pt idx="7367">
                  <c:v>6.0</c:v>
                </c:pt>
                <c:pt idx="7368">
                  <c:v>6.0</c:v>
                </c:pt>
                <c:pt idx="7369">
                  <c:v>6.0</c:v>
                </c:pt>
                <c:pt idx="7370">
                  <c:v>6.0</c:v>
                </c:pt>
                <c:pt idx="7371">
                  <c:v>6.0</c:v>
                </c:pt>
                <c:pt idx="7372">
                  <c:v>6.0</c:v>
                </c:pt>
                <c:pt idx="7373">
                  <c:v>6.0</c:v>
                </c:pt>
                <c:pt idx="7374">
                  <c:v>6.0</c:v>
                </c:pt>
                <c:pt idx="7375">
                  <c:v>6.0</c:v>
                </c:pt>
                <c:pt idx="7376">
                  <c:v>6.0</c:v>
                </c:pt>
                <c:pt idx="7377">
                  <c:v>6.0</c:v>
                </c:pt>
                <c:pt idx="7378">
                  <c:v>6.0</c:v>
                </c:pt>
                <c:pt idx="7379">
                  <c:v>6.0</c:v>
                </c:pt>
                <c:pt idx="7380">
                  <c:v>6.0</c:v>
                </c:pt>
                <c:pt idx="7381">
                  <c:v>6.0</c:v>
                </c:pt>
                <c:pt idx="7382">
                  <c:v>6.0</c:v>
                </c:pt>
                <c:pt idx="7383">
                  <c:v>6.0</c:v>
                </c:pt>
                <c:pt idx="7384">
                  <c:v>6.0</c:v>
                </c:pt>
                <c:pt idx="7385">
                  <c:v>6.0</c:v>
                </c:pt>
                <c:pt idx="7386">
                  <c:v>6.0</c:v>
                </c:pt>
                <c:pt idx="7387">
                  <c:v>6.0</c:v>
                </c:pt>
                <c:pt idx="7388">
                  <c:v>6.0</c:v>
                </c:pt>
                <c:pt idx="7389">
                  <c:v>6.0</c:v>
                </c:pt>
                <c:pt idx="7390">
                  <c:v>6.0</c:v>
                </c:pt>
                <c:pt idx="7391">
                  <c:v>6.0</c:v>
                </c:pt>
                <c:pt idx="7392">
                  <c:v>6.0</c:v>
                </c:pt>
                <c:pt idx="7393">
                  <c:v>6.0</c:v>
                </c:pt>
                <c:pt idx="7394">
                  <c:v>6.0</c:v>
                </c:pt>
                <c:pt idx="7395">
                  <c:v>6.0</c:v>
                </c:pt>
                <c:pt idx="7396">
                  <c:v>6.0</c:v>
                </c:pt>
                <c:pt idx="7397">
                  <c:v>6.0</c:v>
                </c:pt>
                <c:pt idx="7398">
                  <c:v>6.0</c:v>
                </c:pt>
                <c:pt idx="7399">
                  <c:v>6.0</c:v>
                </c:pt>
                <c:pt idx="7400">
                  <c:v>6.0</c:v>
                </c:pt>
                <c:pt idx="7401">
                  <c:v>6.0</c:v>
                </c:pt>
                <c:pt idx="7402">
                  <c:v>6.0</c:v>
                </c:pt>
                <c:pt idx="7403">
                  <c:v>6.0</c:v>
                </c:pt>
                <c:pt idx="7404">
                  <c:v>6.0</c:v>
                </c:pt>
                <c:pt idx="7405">
                  <c:v>6.0</c:v>
                </c:pt>
                <c:pt idx="7406">
                  <c:v>6.0</c:v>
                </c:pt>
                <c:pt idx="7407">
                  <c:v>6.0</c:v>
                </c:pt>
                <c:pt idx="7408">
                  <c:v>6.0</c:v>
                </c:pt>
                <c:pt idx="7409">
                  <c:v>6.0</c:v>
                </c:pt>
                <c:pt idx="7410">
                  <c:v>6.0</c:v>
                </c:pt>
                <c:pt idx="7411">
                  <c:v>6.0</c:v>
                </c:pt>
                <c:pt idx="7412">
                  <c:v>6.0</c:v>
                </c:pt>
                <c:pt idx="7413">
                  <c:v>6.0</c:v>
                </c:pt>
                <c:pt idx="7414">
                  <c:v>6.0</c:v>
                </c:pt>
                <c:pt idx="7415">
                  <c:v>6.0</c:v>
                </c:pt>
                <c:pt idx="7416">
                  <c:v>6.0</c:v>
                </c:pt>
                <c:pt idx="7417">
                  <c:v>6.0</c:v>
                </c:pt>
                <c:pt idx="7418">
                  <c:v>6.0</c:v>
                </c:pt>
                <c:pt idx="7419">
                  <c:v>6.0</c:v>
                </c:pt>
                <c:pt idx="7420">
                  <c:v>6.0</c:v>
                </c:pt>
                <c:pt idx="7421">
                  <c:v>6.0</c:v>
                </c:pt>
                <c:pt idx="7422">
                  <c:v>6.0</c:v>
                </c:pt>
                <c:pt idx="7423">
                  <c:v>6.0</c:v>
                </c:pt>
                <c:pt idx="7424">
                  <c:v>6.0</c:v>
                </c:pt>
                <c:pt idx="7425">
                  <c:v>6.0</c:v>
                </c:pt>
                <c:pt idx="7426">
                  <c:v>6.0</c:v>
                </c:pt>
                <c:pt idx="7427">
                  <c:v>6.0</c:v>
                </c:pt>
                <c:pt idx="7428">
                  <c:v>6.0</c:v>
                </c:pt>
                <c:pt idx="7429">
                  <c:v>6.0</c:v>
                </c:pt>
                <c:pt idx="7430">
                  <c:v>6.0</c:v>
                </c:pt>
                <c:pt idx="7431">
                  <c:v>6.0</c:v>
                </c:pt>
                <c:pt idx="7432">
                  <c:v>6.0</c:v>
                </c:pt>
                <c:pt idx="7433">
                  <c:v>6.0</c:v>
                </c:pt>
                <c:pt idx="7434">
                  <c:v>6.0</c:v>
                </c:pt>
                <c:pt idx="7435">
                  <c:v>6.0</c:v>
                </c:pt>
                <c:pt idx="7436">
                  <c:v>6.0</c:v>
                </c:pt>
                <c:pt idx="7437">
                  <c:v>6.0</c:v>
                </c:pt>
                <c:pt idx="7438">
                  <c:v>6.0</c:v>
                </c:pt>
                <c:pt idx="7439">
                  <c:v>6.0</c:v>
                </c:pt>
                <c:pt idx="7440">
                  <c:v>6.0</c:v>
                </c:pt>
                <c:pt idx="7441">
                  <c:v>6.0</c:v>
                </c:pt>
                <c:pt idx="7442">
                  <c:v>6.0</c:v>
                </c:pt>
                <c:pt idx="7443">
                  <c:v>6.0</c:v>
                </c:pt>
                <c:pt idx="7444">
                  <c:v>6.0</c:v>
                </c:pt>
                <c:pt idx="7445">
                  <c:v>6.0</c:v>
                </c:pt>
                <c:pt idx="7446">
                  <c:v>6.0</c:v>
                </c:pt>
                <c:pt idx="7447">
                  <c:v>6.0</c:v>
                </c:pt>
                <c:pt idx="7448">
                  <c:v>6.0</c:v>
                </c:pt>
                <c:pt idx="7449">
                  <c:v>6.0</c:v>
                </c:pt>
                <c:pt idx="7450">
                  <c:v>6.0</c:v>
                </c:pt>
                <c:pt idx="7451">
                  <c:v>6.0</c:v>
                </c:pt>
                <c:pt idx="7452">
                  <c:v>6.0</c:v>
                </c:pt>
                <c:pt idx="7453">
                  <c:v>6.0</c:v>
                </c:pt>
                <c:pt idx="7454">
                  <c:v>6.0</c:v>
                </c:pt>
                <c:pt idx="7455">
                  <c:v>6.0</c:v>
                </c:pt>
                <c:pt idx="7456">
                  <c:v>6.0</c:v>
                </c:pt>
                <c:pt idx="7457">
                  <c:v>6.0</c:v>
                </c:pt>
                <c:pt idx="7458">
                  <c:v>6.0</c:v>
                </c:pt>
                <c:pt idx="7459">
                  <c:v>6.0</c:v>
                </c:pt>
                <c:pt idx="7460">
                  <c:v>6.0</c:v>
                </c:pt>
                <c:pt idx="7461">
                  <c:v>6.0</c:v>
                </c:pt>
                <c:pt idx="7462">
                  <c:v>6.0</c:v>
                </c:pt>
                <c:pt idx="7463">
                  <c:v>6.0</c:v>
                </c:pt>
                <c:pt idx="7464">
                  <c:v>6.0</c:v>
                </c:pt>
                <c:pt idx="7465">
                  <c:v>6.0</c:v>
                </c:pt>
                <c:pt idx="7466">
                  <c:v>6.0</c:v>
                </c:pt>
                <c:pt idx="7467">
                  <c:v>6.0</c:v>
                </c:pt>
                <c:pt idx="7468">
                  <c:v>6.0</c:v>
                </c:pt>
                <c:pt idx="7469">
                  <c:v>6.0</c:v>
                </c:pt>
                <c:pt idx="7470">
                  <c:v>6.0</c:v>
                </c:pt>
                <c:pt idx="7471">
                  <c:v>6.0</c:v>
                </c:pt>
                <c:pt idx="7472">
                  <c:v>6.0</c:v>
                </c:pt>
                <c:pt idx="7473">
                  <c:v>6.0</c:v>
                </c:pt>
                <c:pt idx="7474">
                  <c:v>6.0</c:v>
                </c:pt>
                <c:pt idx="7475">
                  <c:v>6.0</c:v>
                </c:pt>
                <c:pt idx="7476">
                  <c:v>6.0</c:v>
                </c:pt>
                <c:pt idx="7477">
                  <c:v>6.0</c:v>
                </c:pt>
                <c:pt idx="7478">
                  <c:v>6.0</c:v>
                </c:pt>
                <c:pt idx="7479">
                  <c:v>6.0</c:v>
                </c:pt>
                <c:pt idx="7480">
                  <c:v>6.0</c:v>
                </c:pt>
                <c:pt idx="7481">
                  <c:v>6.0</c:v>
                </c:pt>
                <c:pt idx="7482">
                  <c:v>6.0</c:v>
                </c:pt>
                <c:pt idx="7483">
                  <c:v>6.0</c:v>
                </c:pt>
                <c:pt idx="7484">
                  <c:v>6.0</c:v>
                </c:pt>
                <c:pt idx="7485">
                  <c:v>6.0</c:v>
                </c:pt>
                <c:pt idx="7486">
                  <c:v>6.0</c:v>
                </c:pt>
                <c:pt idx="7487">
                  <c:v>6.0</c:v>
                </c:pt>
                <c:pt idx="7488">
                  <c:v>6.0</c:v>
                </c:pt>
                <c:pt idx="7489">
                  <c:v>6.0</c:v>
                </c:pt>
                <c:pt idx="7490">
                  <c:v>6.0</c:v>
                </c:pt>
                <c:pt idx="7491">
                  <c:v>6.0</c:v>
                </c:pt>
                <c:pt idx="7492">
                  <c:v>6.0</c:v>
                </c:pt>
                <c:pt idx="7493">
                  <c:v>6.0</c:v>
                </c:pt>
                <c:pt idx="7494">
                  <c:v>6.0</c:v>
                </c:pt>
                <c:pt idx="7495">
                  <c:v>6.0</c:v>
                </c:pt>
                <c:pt idx="7496">
                  <c:v>6.0</c:v>
                </c:pt>
                <c:pt idx="7497">
                  <c:v>6.0</c:v>
                </c:pt>
                <c:pt idx="7498">
                  <c:v>6.0</c:v>
                </c:pt>
                <c:pt idx="7499">
                  <c:v>6.0</c:v>
                </c:pt>
                <c:pt idx="7500">
                  <c:v>6.0</c:v>
                </c:pt>
                <c:pt idx="7501">
                  <c:v>6.0</c:v>
                </c:pt>
                <c:pt idx="7502">
                  <c:v>6.0</c:v>
                </c:pt>
                <c:pt idx="7503">
                  <c:v>6.0</c:v>
                </c:pt>
                <c:pt idx="7504">
                  <c:v>6.0</c:v>
                </c:pt>
                <c:pt idx="7505">
                  <c:v>6.0</c:v>
                </c:pt>
                <c:pt idx="7506">
                  <c:v>6.0</c:v>
                </c:pt>
                <c:pt idx="7507">
                  <c:v>6.0</c:v>
                </c:pt>
                <c:pt idx="7508">
                  <c:v>6.0</c:v>
                </c:pt>
                <c:pt idx="7509">
                  <c:v>6.0</c:v>
                </c:pt>
                <c:pt idx="7510">
                  <c:v>6.0</c:v>
                </c:pt>
                <c:pt idx="7511">
                  <c:v>6.0</c:v>
                </c:pt>
                <c:pt idx="7512">
                  <c:v>6.0</c:v>
                </c:pt>
                <c:pt idx="7513">
                  <c:v>6.0</c:v>
                </c:pt>
                <c:pt idx="7514">
                  <c:v>6.0</c:v>
                </c:pt>
                <c:pt idx="7515">
                  <c:v>6.0</c:v>
                </c:pt>
                <c:pt idx="7516">
                  <c:v>6.0</c:v>
                </c:pt>
                <c:pt idx="7517">
                  <c:v>6.0</c:v>
                </c:pt>
                <c:pt idx="7518">
                  <c:v>6.0</c:v>
                </c:pt>
                <c:pt idx="7519">
                  <c:v>6.0</c:v>
                </c:pt>
                <c:pt idx="7520">
                  <c:v>6.0</c:v>
                </c:pt>
                <c:pt idx="7521">
                  <c:v>6.0</c:v>
                </c:pt>
                <c:pt idx="7522">
                  <c:v>6.0</c:v>
                </c:pt>
                <c:pt idx="7523">
                  <c:v>6.0</c:v>
                </c:pt>
                <c:pt idx="7524">
                  <c:v>6.0</c:v>
                </c:pt>
                <c:pt idx="7525">
                  <c:v>6.0</c:v>
                </c:pt>
                <c:pt idx="7526">
                  <c:v>6.0</c:v>
                </c:pt>
                <c:pt idx="7527">
                  <c:v>6.0</c:v>
                </c:pt>
                <c:pt idx="7528">
                  <c:v>6.0</c:v>
                </c:pt>
                <c:pt idx="7529">
                  <c:v>6.0</c:v>
                </c:pt>
                <c:pt idx="7530">
                  <c:v>6.0</c:v>
                </c:pt>
                <c:pt idx="7531">
                  <c:v>6.0</c:v>
                </c:pt>
                <c:pt idx="7532">
                  <c:v>6.0</c:v>
                </c:pt>
                <c:pt idx="7533">
                  <c:v>6.0</c:v>
                </c:pt>
                <c:pt idx="7534">
                  <c:v>6.0</c:v>
                </c:pt>
                <c:pt idx="7535">
                  <c:v>6.0</c:v>
                </c:pt>
                <c:pt idx="7536">
                  <c:v>6.0</c:v>
                </c:pt>
                <c:pt idx="7537">
                  <c:v>6.0</c:v>
                </c:pt>
                <c:pt idx="7538">
                  <c:v>6.0</c:v>
                </c:pt>
                <c:pt idx="7539">
                  <c:v>6.0</c:v>
                </c:pt>
                <c:pt idx="7540">
                  <c:v>6.0</c:v>
                </c:pt>
                <c:pt idx="7541">
                  <c:v>6.0</c:v>
                </c:pt>
                <c:pt idx="7542">
                  <c:v>6.0</c:v>
                </c:pt>
                <c:pt idx="7543">
                  <c:v>6.0</c:v>
                </c:pt>
                <c:pt idx="7544">
                  <c:v>6.0</c:v>
                </c:pt>
                <c:pt idx="7545">
                  <c:v>6.0</c:v>
                </c:pt>
                <c:pt idx="7546">
                  <c:v>6.0</c:v>
                </c:pt>
                <c:pt idx="7547">
                  <c:v>6.0</c:v>
                </c:pt>
                <c:pt idx="7548">
                  <c:v>6.0</c:v>
                </c:pt>
                <c:pt idx="7549">
                  <c:v>6.0</c:v>
                </c:pt>
                <c:pt idx="7550">
                  <c:v>6.0</c:v>
                </c:pt>
                <c:pt idx="7551">
                  <c:v>6.0</c:v>
                </c:pt>
                <c:pt idx="7552">
                  <c:v>6.0</c:v>
                </c:pt>
                <c:pt idx="7553">
                  <c:v>6.0</c:v>
                </c:pt>
                <c:pt idx="7554">
                  <c:v>6.0</c:v>
                </c:pt>
                <c:pt idx="7555">
                  <c:v>6.0</c:v>
                </c:pt>
                <c:pt idx="7556">
                  <c:v>6.0</c:v>
                </c:pt>
                <c:pt idx="7557">
                  <c:v>6.0</c:v>
                </c:pt>
                <c:pt idx="7558">
                  <c:v>6.0</c:v>
                </c:pt>
                <c:pt idx="7559">
                  <c:v>6.0</c:v>
                </c:pt>
                <c:pt idx="7560">
                  <c:v>6.0</c:v>
                </c:pt>
                <c:pt idx="7561">
                  <c:v>6.0</c:v>
                </c:pt>
                <c:pt idx="7562">
                  <c:v>6.0</c:v>
                </c:pt>
                <c:pt idx="7563">
                  <c:v>6.0</c:v>
                </c:pt>
                <c:pt idx="7564">
                  <c:v>6.0</c:v>
                </c:pt>
                <c:pt idx="7565">
                  <c:v>6.0</c:v>
                </c:pt>
                <c:pt idx="7566">
                  <c:v>6.0</c:v>
                </c:pt>
                <c:pt idx="7567">
                  <c:v>6.0</c:v>
                </c:pt>
                <c:pt idx="7568">
                  <c:v>6.0</c:v>
                </c:pt>
                <c:pt idx="7569">
                  <c:v>6.0</c:v>
                </c:pt>
                <c:pt idx="7570">
                  <c:v>6.0</c:v>
                </c:pt>
                <c:pt idx="7571">
                  <c:v>6.0</c:v>
                </c:pt>
                <c:pt idx="7572">
                  <c:v>6.0</c:v>
                </c:pt>
                <c:pt idx="7573">
                  <c:v>6.0</c:v>
                </c:pt>
                <c:pt idx="7574">
                  <c:v>6.0</c:v>
                </c:pt>
                <c:pt idx="7575">
                  <c:v>6.0</c:v>
                </c:pt>
                <c:pt idx="7576">
                  <c:v>6.0</c:v>
                </c:pt>
                <c:pt idx="7577">
                  <c:v>6.0</c:v>
                </c:pt>
                <c:pt idx="7578">
                  <c:v>6.0</c:v>
                </c:pt>
                <c:pt idx="7579">
                  <c:v>6.0</c:v>
                </c:pt>
                <c:pt idx="7580">
                  <c:v>6.0</c:v>
                </c:pt>
                <c:pt idx="7581">
                  <c:v>6.0</c:v>
                </c:pt>
                <c:pt idx="7582">
                  <c:v>6.0</c:v>
                </c:pt>
                <c:pt idx="7583">
                  <c:v>6.0</c:v>
                </c:pt>
                <c:pt idx="7584">
                  <c:v>6.0</c:v>
                </c:pt>
                <c:pt idx="7585">
                  <c:v>6.0</c:v>
                </c:pt>
                <c:pt idx="7586">
                  <c:v>6.0</c:v>
                </c:pt>
                <c:pt idx="7587">
                  <c:v>6.0</c:v>
                </c:pt>
                <c:pt idx="7588">
                  <c:v>6.0</c:v>
                </c:pt>
                <c:pt idx="7589">
                  <c:v>6.0</c:v>
                </c:pt>
                <c:pt idx="7590">
                  <c:v>6.0</c:v>
                </c:pt>
                <c:pt idx="7591">
                  <c:v>6.0</c:v>
                </c:pt>
                <c:pt idx="7592">
                  <c:v>6.0</c:v>
                </c:pt>
                <c:pt idx="7593">
                  <c:v>6.0</c:v>
                </c:pt>
                <c:pt idx="7594">
                  <c:v>6.0</c:v>
                </c:pt>
                <c:pt idx="7595">
                  <c:v>6.0</c:v>
                </c:pt>
                <c:pt idx="7596">
                  <c:v>6.0</c:v>
                </c:pt>
                <c:pt idx="7597">
                  <c:v>6.0</c:v>
                </c:pt>
                <c:pt idx="7598">
                  <c:v>6.0</c:v>
                </c:pt>
                <c:pt idx="7599">
                  <c:v>6.0</c:v>
                </c:pt>
                <c:pt idx="7600">
                  <c:v>6.0</c:v>
                </c:pt>
                <c:pt idx="7601">
                  <c:v>6.0</c:v>
                </c:pt>
                <c:pt idx="7602">
                  <c:v>6.0</c:v>
                </c:pt>
                <c:pt idx="7603">
                  <c:v>6.0</c:v>
                </c:pt>
                <c:pt idx="7604">
                  <c:v>6.0</c:v>
                </c:pt>
                <c:pt idx="7605">
                  <c:v>6.0</c:v>
                </c:pt>
                <c:pt idx="7606">
                  <c:v>6.0</c:v>
                </c:pt>
                <c:pt idx="7607">
                  <c:v>6.0</c:v>
                </c:pt>
                <c:pt idx="7608">
                  <c:v>6.0</c:v>
                </c:pt>
                <c:pt idx="7609">
                  <c:v>6.0</c:v>
                </c:pt>
                <c:pt idx="7610">
                  <c:v>6.0</c:v>
                </c:pt>
                <c:pt idx="7611">
                  <c:v>6.0</c:v>
                </c:pt>
                <c:pt idx="7612">
                  <c:v>6.0</c:v>
                </c:pt>
                <c:pt idx="7613">
                  <c:v>6.0</c:v>
                </c:pt>
                <c:pt idx="7614">
                  <c:v>6.0</c:v>
                </c:pt>
                <c:pt idx="7615">
                  <c:v>6.0</c:v>
                </c:pt>
                <c:pt idx="7616">
                  <c:v>6.0</c:v>
                </c:pt>
                <c:pt idx="7617">
                  <c:v>6.0</c:v>
                </c:pt>
                <c:pt idx="7618">
                  <c:v>6.0</c:v>
                </c:pt>
                <c:pt idx="7619">
                  <c:v>6.0</c:v>
                </c:pt>
                <c:pt idx="7620">
                  <c:v>6.0</c:v>
                </c:pt>
                <c:pt idx="7621">
                  <c:v>6.0</c:v>
                </c:pt>
                <c:pt idx="7622">
                  <c:v>6.0</c:v>
                </c:pt>
                <c:pt idx="7623">
                  <c:v>6.0</c:v>
                </c:pt>
                <c:pt idx="7624">
                  <c:v>6.0</c:v>
                </c:pt>
                <c:pt idx="7625">
                  <c:v>6.0</c:v>
                </c:pt>
                <c:pt idx="7626">
                  <c:v>6.0</c:v>
                </c:pt>
                <c:pt idx="7627">
                  <c:v>6.0</c:v>
                </c:pt>
                <c:pt idx="7628">
                  <c:v>6.0</c:v>
                </c:pt>
                <c:pt idx="7629">
                  <c:v>6.0</c:v>
                </c:pt>
                <c:pt idx="7630">
                  <c:v>6.0</c:v>
                </c:pt>
                <c:pt idx="7631">
                  <c:v>6.0</c:v>
                </c:pt>
                <c:pt idx="7632">
                  <c:v>6.0</c:v>
                </c:pt>
                <c:pt idx="7633">
                  <c:v>6.0</c:v>
                </c:pt>
                <c:pt idx="7634">
                  <c:v>6.0</c:v>
                </c:pt>
                <c:pt idx="7635">
                  <c:v>6.0</c:v>
                </c:pt>
                <c:pt idx="7636">
                  <c:v>6.0</c:v>
                </c:pt>
                <c:pt idx="7637">
                  <c:v>6.0</c:v>
                </c:pt>
                <c:pt idx="7638">
                  <c:v>6.0</c:v>
                </c:pt>
                <c:pt idx="7639">
                  <c:v>6.0</c:v>
                </c:pt>
                <c:pt idx="7640">
                  <c:v>6.0</c:v>
                </c:pt>
                <c:pt idx="7641">
                  <c:v>6.0</c:v>
                </c:pt>
                <c:pt idx="7642">
                  <c:v>6.0</c:v>
                </c:pt>
                <c:pt idx="7643">
                  <c:v>6.0</c:v>
                </c:pt>
                <c:pt idx="7644">
                  <c:v>6.0</c:v>
                </c:pt>
                <c:pt idx="7645">
                  <c:v>6.0</c:v>
                </c:pt>
                <c:pt idx="7646">
                  <c:v>6.0</c:v>
                </c:pt>
                <c:pt idx="7647">
                  <c:v>6.0</c:v>
                </c:pt>
                <c:pt idx="7648">
                  <c:v>6.0</c:v>
                </c:pt>
                <c:pt idx="7649">
                  <c:v>6.0</c:v>
                </c:pt>
                <c:pt idx="7650">
                  <c:v>6.0</c:v>
                </c:pt>
                <c:pt idx="7651">
                  <c:v>6.0</c:v>
                </c:pt>
                <c:pt idx="7652">
                  <c:v>6.0</c:v>
                </c:pt>
                <c:pt idx="7653">
                  <c:v>6.0</c:v>
                </c:pt>
                <c:pt idx="7654">
                  <c:v>6.0</c:v>
                </c:pt>
                <c:pt idx="7655">
                  <c:v>6.0</c:v>
                </c:pt>
                <c:pt idx="7656">
                  <c:v>6.0</c:v>
                </c:pt>
                <c:pt idx="7657">
                  <c:v>6.0</c:v>
                </c:pt>
                <c:pt idx="7658">
                  <c:v>6.0</c:v>
                </c:pt>
                <c:pt idx="7659">
                  <c:v>6.0</c:v>
                </c:pt>
                <c:pt idx="7660">
                  <c:v>6.0</c:v>
                </c:pt>
                <c:pt idx="7661">
                  <c:v>6.0</c:v>
                </c:pt>
                <c:pt idx="7662">
                  <c:v>6.0</c:v>
                </c:pt>
                <c:pt idx="7663">
                  <c:v>6.0</c:v>
                </c:pt>
                <c:pt idx="7664">
                  <c:v>6.0</c:v>
                </c:pt>
                <c:pt idx="7665">
                  <c:v>6.0</c:v>
                </c:pt>
                <c:pt idx="7666">
                  <c:v>6.0</c:v>
                </c:pt>
                <c:pt idx="7667">
                  <c:v>6.0</c:v>
                </c:pt>
                <c:pt idx="7668">
                  <c:v>6.0</c:v>
                </c:pt>
                <c:pt idx="7669">
                  <c:v>6.0</c:v>
                </c:pt>
                <c:pt idx="7670">
                  <c:v>6.0</c:v>
                </c:pt>
                <c:pt idx="7671">
                  <c:v>6.0</c:v>
                </c:pt>
                <c:pt idx="7672">
                  <c:v>6.0</c:v>
                </c:pt>
                <c:pt idx="7673">
                  <c:v>6.0</c:v>
                </c:pt>
                <c:pt idx="7674">
                  <c:v>6.0</c:v>
                </c:pt>
                <c:pt idx="7675">
                  <c:v>6.0</c:v>
                </c:pt>
                <c:pt idx="7676">
                  <c:v>6.0</c:v>
                </c:pt>
                <c:pt idx="7677">
                  <c:v>6.0</c:v>
                </c:pt>
                <c:pt idx="7678">
                  <c:v>6.0</c:v>
                </c:pt>
                <c:pt idx="7679">
                  <c:v>6.0</c:v>
                </c:pt>
                <c:pt idx="7680">
                  <c:v>6.0</c:v>
                </c:pt>
                <c:pt idx="7681">
                  <c:v>6.0</c:v>
                </c:pt>
                <c:pt idx="7682">
                  <c:v>6.0</c:v>
                </c:pt>
                <c:pt idx="7683">
                  <c:v>6.0</c:v>
                </c:pt>
                <c:pt idx="7684">
                  <c:v>6.0</c:v>
                </c:pt>
                <c:pt idx="7685">
                  <c:v>6.0</c:v>
                </c:pt>
                <c:pt idx="7686">
                  <c:v>6.0</c:v>
                </c:pt>
                <c:pt idx="7687">
                  <c:v>6.0</c:v>
                </c:pt>
                <c:pt idx="7688">
                  <c:v>6.0</c:v>
                </c:pt>
                <c:pt idx="7689">
                  <c:v>6.0</c:v>
                </c:pt>
                <c:pt idx="7690">
                  <c:v>6.0</c:v>
                </c:pt>
                <c:pt idx="7691">
                  <c:v>6.0</c:v>
                </c:pt>
                <c:pt idx="7692">
                  <c:v>6.0</c:v>
                </c:pt>
                <c:pt idx="7693">
                  <c:v>6.0</c:v>
                </c:pt>
                <c:pt idx="7694">
                  <c:v>6.0</c:v>
                </c:pt>
                <c:pt idx="7695">
                  <c:v>6.0</c:v>
                </c:pt>
                <c:pt idx="7696">
                  <c:v>6.0</c:v>
                </c:pt>
                <c:pt idx="7697">
                  <c:v>6.0</c:v>
                </c:pt>
                <c:pt idx="7698">
                  <c:v>6.0</c:v>
                </c:pt>
                <c:pt idx="7699">
                  <c:v>6.0</c:v>
                </c:pt>
                <c:pt idx="7700">
                  <c:v>6.0</c:v>
                </c:pt>
                <c:pt idx="7701">
                  <c:v>6.0</c:v>
                </c:pt>
                <c:pt idx="7702">
                  <c:v>6.0</c:v>
                </c:pt>
                <c:pt idx="7703">
                  <c:v>6.0</c:v>
                </c:pt>
                <c:pt idx="7704">
                  <c:v>6.0</c:v>
                </c:pt>
                <c:pt idx="7705">
                  <c:v>6.0</c:v>
                </c:pt>
                <c:pt idx="7706">
                  <c:v>6.0</c:v>
                </c:pt>
                <c:pt idx="7707">
                  <c:v>6.0</c:v>
                </c:pt>
                <c:pt idx="7708">
                  <c:v>6.0</c:v>
                </c:pt>
                <c:pt idx="7709">
                  <c:v>6.0</c:v>
                </c:pt>
                <c:pt idx="7710">
                  <c:v>6.0</c:v>
                </c:pt>
                <c:pt idx="7711">
                  <c:v>6.0</c:v>
                </c:pt>
                <c:pt idx="7712">
                  <c:v>6.0</c:v>
                </c:pt>
                <c:pt idx="7713">
                  <c:v>6.0</c:v>
                </c:pt>
                <c:pt idx="7714">
                  <c:v>6.0</c:v>
                </c:pt>
                <c:pt idx="7715">
                  <c:v>6.0</c:v>
                </c:pt>
                <c:pt idx="7716">
                  <c:v>6.0</c:v>
                </c:pt>
                <c:pt idx="7717">
                  <c:v>6.0</c:v>
                </c:pt>
                <c:pt idx="7718">
                  <c:v>6.0</c:v>
                </c:pt>
                <c:pt idx="7719">
                  <c:v>6.0</c:v>
                </c:pt>
                <c:pt idx="7720">
                  <c:v>6.0</c:v>
                </c:pt>
                <c:pt idx="7721">
                  <c:v>6.0</c:v>
                </c:pt>
                <c:pt idx="7722">
                  <c:v>6.0</c:v>
                </c:pt>
                <c:pt idx="7723">
                  <c:v>6.0</c:v>
                </c:pt>
                <c:pt idx="7724">
                  <c:v>6.0</c:v>
                </c:pt>
                <c:pt idx="7725">
                  <c:v>6.0</c:v>
                </c:pt>
                <c:pt idx="7726">
                  <c:v>6.0</c:v>
                </c:pt>
                <c:pt idx="7727">
                  <c:v>6.0</c:v>
                </c:pt>
                <c:pt idx="7728">
                  <c:v>6.0</c:v>
                </c:pt>
                <c:pt idx="7729">
                  <c:v>6.0</c:v>
                </c:pt>
                <c:pt idx="7730">
                  <c:v>6.0</c:v>
                </c:pt>
                <c:pt idx="7731">
                  <c:v>6.0</c:v>
                </c:pt>
                <c:pt idx="7732">
                  <c:v>6.0</c:v>
                </c:pt>
                <c:pt idx="7733">
                  <c:v>6.0</c:v>
                </c:pt>
                <c:pt idx="7734">
                  <c:v>6.0</c:v>
                </c:pt>
                <c:pt idx="7735">
                  <c:v>6.0</c:v>
                </c:pt>
                <c:pt idx="7736">
                  <c:v>6.0</c:v>
                </c:pt>
                <c:pt idx="7737">
                  <c:v>6.0</c:v>
                </c:pt>
                <c:pt idx="7738">
                  <c:v>6.0</c:v>
                </c:pt>
                <c:pt idx="7739">
                  <c:v>6.0</c:v>
                </c:pt>
                <c:pt idx="7740">
                  <c:v>6.0</c:v>
                </c:pt>
                <c:pt idx="7741">
                  <c:v>6.0</c:v>
                </c:pt>
                <c:pt idx="7742">
                  <c:v>6.0</c:v>
                </c:pt>
                <c:pt idx="7743">
                  <c:v>6.0</c:v>
                </c:pt>
                <c:pt idx="7744">
                  <c:v>6.0</c:v>
                </c:pt>
                <c:pt idx="7745">
                  <c:v>6.0</c:v>
                </c:pt>
                <c:pt idx="7746">
                  <c:v>6.0</c:v>
                </c:pt>
                <c:pt idx="7747">
                  <c:v>6.0</c:v>
                </c:pt>
                <c:pt idx="7748">
                  <c:v>6.0</c:v>
                </c:pt>
                <c:pt idx="7749">
                  <c:v>6.0</c:v>
                </c:pt>
                <c:pt idx="7750">
                  <c:v>6.0</c:v>
                </c:pt>
                <c:pt idx="7751">
                  <c:v>6.0</c:v>
                </c:pt>
                <c:pt idx="7752">
                  <c:v>6.0</c:v>
                </c:pt>
                <c:pt idx="7753">
                  <c:v>6.0</c:v>
                </c:pt>
                <c:pt idx="7754">
                  <c:v>6.0</c:v>
                </c:pt>
                <c:pt idx="7755">
                  <c:v>6.0</c:v>
                </c:pt>
                <c:pt idx="7756">
                  <c:v>6.0</c:v>
                </c:pt>
                <c:pt idx="7757">
                  <c:v>6.0</c:v>
                </c:pt>
                <c:pt idx="7758">
                  <c:v>6.0</c:v>
                </c:pt>
                <c:pt idx="7759">
                  <c:v>6.0</c:v>
                </c:pt>
                <c:pt idx="7760">
                  <c:v>6.0</c:v>
                </c:pt>
                <c:pt idx="7761">
                  <c:v>6.0</c:v>
                </c:pt>
                <c:pt idx="7762">
                  <c:v>6.0</c:v>
                </c:pt>
                <c:pt idx="7763">
                  <c:v>6.0</c:v>
                </c:pt>
                <c:pt idx="7764">
                  <c:v>6.0</c:v>
                </c:pt>
                <c:pt idx="7765">
                  <c:v>6.0</c:v>
                </c:pt>
                <c:pt idx="7766">
                  <c:v>6.0</c:v>
                </c:pt>
                <c:pt idx="7767">
                  <c:v>6.0</c:v>
                </c:pt>
                <c:pt idx="7768">
                  <c:v>6.0</c:v>
                </c:pt>
                <c:pt idx="7769">
                  <c:v>6.0</c:v>
                </c:pt>
                <c:pt idx="7770">
                  <c:v>6.0</c:v>
                </c:pt>
                <c:pt idx="7771">
                  <c:v>6.0</c:v>
                </c:pt>
                <c:pt idx="7772">
                  <c:v>6.0</c:v>
                </c:pt>
                <c:pt idx="7773">
                  <c:v>6.0</c:v>
                </c:pt>
                <c:pt idx="7774">
                  <c:v>6.0</c:v>
                </c:pt>
                <c:pt idx="7775">
                  <c:v>6.0</c:v>
                </c:pt>
                <c:pt idx="7776">
                  <c:v>6.0</c:v>
                </c:pt>
                <c:pt idx="7777">
                  <c:v>6.0</c:v>
                </c:pt>
                <c:pt idx="7778">
                  <c:v>6.0</c:v>
                </c:pt>
                <c:pt idx="7779">
                  <c:v>6.0</c:v>
                </c:pt>
                <c:pt idx="7780">
                  <c:v>6.0</c:v>
                </c:pt>
                <c:pt idx="7781">
                  <c:v>6.0</c:v>
                </c:pt>
                <c:pt idx="7782">
                  <c:v>6.0</c:v>
                </c:pt>
                <c:pt idx="7783">
                  <c:v>6.0</c:v>
                </c:pt>
                <c:pt idx="7784">
                  <c:v>6.0</c:v>
                </c:pt>
                <c:pt idx="7785">
                  <c:v>6.0</c:v>
                </c:pt>
                <c:pt idx="7786">
                  <c:v>6.0</c:v>
                </c:pt>
                <c:pt idx="7787">
                  <c:v>6.0</c:v>
                </c:pt>
                <c:pt idx="7788">
                  <c:v>6.0</c:v>
                </c:pt>
                <c:pt idx="7789">
                  <c:v>6.0</c:v>
                </c:pt>
                <c:pt idx="7790">
                  <c:v>6.0</c:v>
                </c:pt>
                <c:pt idx="7791">
                  <c:v>6.0</c:v>
                </c:pt>
                <c:pt idx="7792">
                  <c:v>6.0</c:v>
                </c:pt>
                <c:pt idx="7793">
                  <c:v>6.0</c:v>
                </c:pt>
                <c:pt idx="7794">
                  <c:v>6.0</c:v>
                </c:pt>
                <c:pt idx="7795">
                  <c:v>6.0</c:v>
                </c:pt>
                <c:pt idx="7796">
                  <c:v>6.0</c:v>
                </c:pt>
                <c:pt idx="7797">
                  <c:v>6.0</c:v>
                </c:pt>
                <c:pt idx="7798">
                  <c:v>6.0</c:v>
                </c:pt>
                <c:pt idx="7799">
                  <c:v>6.0</c:v>
                </c:pt>
                <c:pt idx="7800">
                  <c:v>6.0</c:v>
                </c:pt>
                <c:pt idx="7801">
                  <c:v>6.0</c:v>
                </c:pt>
                <c:pt idx="7802">
                  <c:v>6.0</c:v>
                </c:pt>
                <c:pt idx="7803">
                  <c:v>6.0</c:v>
                </c:pt>
                <c:pt idx="7804">
                  <c:v>6.0</c:v>
                </c:pt>
                <c:pt idx="7805">
                  <c:v>6.0</c:v>
                </c:pt>
                <c:pt idx="7806">
                  <c:v>6.0</c:v>
                </c:pt>
                <c:pt idx="7807">
                  <c:v>6.0</c:v>
                </c:pt>
                <c:pt idx="7808">
                  <c:v>6.0</c:v>
                </c:pt>
                <c:pt idx="7809">
                  <c:v>6.0</c:v>
                </c:pt>
                <c:pt idx="7810">
                  <c:v>6.0</c:v>
                </c:pt>
                <c:pt idx="7811">
                  <c:v>6.0</c:v>
                </c:pt>
                <c:pt idx="7812">
                  <c:v>6.0</c:v>
                </c:pt>
                <c:pt idx="7813">
                  <c:v>6.0</c:v>
                </c:pt>
                <c:pt idx="7814">
                  <c:v>6.0</c:v>
                </c:pt>
                <c:pt idx="7815">
                  <c:v>6.0</c:v>
                </c:pt>
                <c:pt idx="7816">
                  <c:v>6.0</c:v>
                </c:pt>
                <c:pt idx="7817">
                  <c:v>6.0</c:v>
                </c:pt>
                <c:pt idx="7818">
                  <c:v>6.0</c:v>
                </c:pt>
                <c:pt idx="7819">
                  <c:v>6.0</c:v>
                </c:pt>
                <c:pt idx="7820">
                  <c:v>6.0</c:v>
                </c:pt>
                <c:pt idx="7821">
                  <c:v>6.0</c:v>
                </c:pt>
                <c:pt idx="7822">
                  <c:v>6.0</c:v>
                </c:pt>
                <c:pt idx="7823">
                  <c:v>6.0</c:v>
                </c:pt>
                <c:pt idx="7824">
                  <c:v>6.0</c:v>
                </c:pt>
                <c:pt idx="7825">
                  <c:v>6.0</c:v>
                </c:pt>
                <c:pt idx="7826">
                  <c:v>6.0</c:v>
                </c:pt>
                <c:pt idx="7827">
                  <c:v>6.0</c:v>
                </c:pt>
                <c:pt idx="7828">
                  <c:v>6.0</c:v>
                </c:pt>
                <c:pt idx="7829">
                  <c:v>6.0</c:v>
                </c:pt>
                <c:pt idx="7830">
                  <c:v>6.0</c:v>
                </c:pt>
                <c:pt idx="7831">
                  <c:v>6.0</c:v>
                </c:pt>
                <c:pt idx="7832">
                  <c:v>6.0</c:v>
                </c:pt>
                <c:pt idx="7833">
                  <c:v>6.0</c:v>
                </c:pt>
                <c:pt idx="7834">
                  <c:v>6.0</c:v>
                </c:pt>
                <c:pt idx="7835">
                  <c:v>6.0</c:v>
                </c:pt>
                <c:pt idx="7836">
                  <c:v>6.0</c:v>
                </c:pt>
                <c:pt idx="7837">
                  <c:v>6.0</c:v>
                </c:pt>
                <c:pt idx="7838">
                  <c:v>6.0</c:v>
                </c:pt>
                <c:pt idx="7839">
                  <c:v>6.0</c:v>
                </c:pt>
                <c:pt idx="7840">
                  <c:v>6.0</c:v>
                </c:pt>
                <c:pt idx="7841">
                  <c:v>6.0</c:v>
                </c:pt>
                <c:pt idx="7842">
                  <c:v>6.0</c:v>
                </c:pt>
                <c:pt idx="7843">
                  <c:v>6.0</c:v>
                </c:pt>
                <c:pt idx="7844">
                  <c:v>6.0</c:v>
                </c:pt>
                <c:pt idx="7845">
                  <c:v>6.0</c:v>
                </c:pt>
                <c:pt idx="7846">
                  <c:v>6.0</c:v>
                </c:pt>
                <c:pt idx="7847">
                  <c:v>6.0</c:v>
                </c:pt>
                <c:pt idx="7848">
                  <c:v>6.0</c:v>
                </c:pt>
                <c:pt idx="7849">
                  <c:v>6.0</c:v>
                </c:pt>
                <c:pt idx="7850">
                  <c:v>6.0</c:v>
                </c:pt>
                <c:pt idx="7851">
                  <c:v>6.0</c:v>
                </c:pt>
                <c:pt idx="7852">
                  <c:v>6.0</c:v>
                </c:pt>
                <c:pt idx="7853">
                  <c:v>6.0</c:v>
                </c:pt>
                <c:pt idx="7854">
                  <c:v>6.0</c:v>
                </c:pt>
                <c:pt idx="7855">
                  <c:v>6.0</c:v>
                </c:pt>
                <c:pt idx="7856">
                  <c:v>6.0</c:v>
                </c:pt>
                <c:pt idx="7857">
                  <c:v>6.0</c:v>
                </c:pt>
                <c:pt idx="7858">
                  <c:v>6.0</c:v>
                </c:pt>
                <c:pt idx="7859">
                  <c:v>6.0</c:v>
                </c:pt>
                <c:pt idx="7860">
                  <c:v>6.0</c:v>
                </c:pt>
                <c:pt idx="7861">
                  <c:v>6.0</c:v>
                </c:pt>
                <c:pt idx="7862">
                  <c:v>6.0</c:v>
                </c:pt>
                <c:pt idx="7863">
                  <c:v>6.0</c:v>
                </c:pt>
                <c:pt idx="7864">
                  <c:v>6.0</c:v>
                </c:pt>
                <c:pt idx="7865">
                  <c:v>6.0</c:v>
                </c:pt>
                <c:pt idx="7866">
                  <c:v>6.0</c:v>
                </c:pt>
                <c:pt idx="7867">
                  <c:v>6.0</c:v>
                </c:pt>
                <c:pt idx="7868">
                  <c:v>6.0</c:v>
                </c:pt>
                <c:pt idx="7869">
                  <c:v>6.0</c:v>
                </c:pt>
                <c:pt idx="7870">
                  <c:v>6.0</c:v>
                </c:pt>
                <c:pt idx="7871">
                  <c:v>6.0</c:v>
                </c:pt>
                <c:pt idx="7872">
                  <c:v>6.0</c:v>
                </c:pt>
                <c:pt idx="7873">
                  <c:v>6.0</c:v>
                </c:pt>
                <c:pt idx="7874">
                  <c:v>6.0</c:v>
                </c:pt>
                <c:pt idx="7875">
                  <c:v>6.0</c:v>
                </c:pt>
                <c:pt idx="7876">
                  <c:v>6.0</c:v>
                </c:pt>
                <c:pt idx="7877">
                  <c:v>6.0</c:v>
                </c:pt>
                <c:pt idx="7878">
                  <c:v>6.0</c:v>
                </c:pt>
                <c:pt idx="7879">
                  <c:v>6.0</c:v>
                </c:pt>
                <c:pt idx="7880">
                  <c:v>6.0</c:v>
                </c:pt>
                <c:pt idx="7881">
                  <c:v>6.0</c:v>
                </c:pt>
                <c:pt idx="7882">
                  <c:v>6.0</c:v>
                </c:pt>
                <c:pt idx="7883">
                  <c:v>6.0</c:v>
                </c:pt>
                <c:pt idx="7884">
                  <c:v>6.0</c:v>
                </c:pt>
                <c:pt idx="7885">
                  <c:v>6.0</c:v>
                </c:pt>
                <c:pt idx="7886">
                  <c:v>6.0</c:v>
                </c:pt>
                <c:pt idx="7887">
                  <c:v>6.0</c:v>
                </c:pt>
                <c:pt idx="7888">
                  <c:v>6.0</c:v>
                </c:pt>
                <c:pt idx="7889">
                  <c:v>6.0</c:v>
                </c:pt>
                <c:pt idx="7890">
                  <c:v>6.0</c:v>
                </c:pt>
                <c:pt idx="7891">
                  <c:v>6.0</c:v>
                </c:pt>
                <c:pt idx="7892">
                  <c:v>6.0</c:v>
                </c:pt>
                <c:pt idx="7893">
                  <c:v>6.0</c:v>
                </c:pt>
                <c:pt idx="7894">
                  <c:v>6.0</c:v>
                </c:pt>
                <c:pt idx="7895">
                  <c:v>6.0</c:v>
                </c:pt>
                <c:pt idx="7896">
                  <c:v>6.0</c:v>
                </c:pt>
                <c:pt idx="7897">
                  <c:v>6.0</c:v>
                </c:pt>
                <c:pt idx="7898">
                  <c:v>6.0</c:v>
                </c:pt>
                <c:pt idx="7899">
                  <c:v>6.0</c:v>
                </c:pt>
                <c:pt idx="7900">
                  <c:v>6.0</c:v>
                </c:pt>
                <c:pt idx="7901">
                  <c:v>6.0</c:v>
                </c:pt>
                <c:pt idx="7902">
                  <c:v>6.0</c:v>
                </c:pt>
                <c:pt idx="7903">
                  <c:v>6.0</c:v>
                </c:pt>
                <c:pt idx="7904">
                  <c:v>6.0</c:v>
                </c:pt>
                <c:pt idx="7905">
                  <c:v>6.0</c:v>
                </c:pt>
                <c:pt idx="7906">
                  <c:v>6.0</c:v>
                </c:pt>
                <c:pt idx="7907">
                  <c:v>6.0</c:v>
                </c:pt>
                <c:pt idx="7908">
                  <c:v>6.0</c:v>
                </c:pt>
                <c:pt idx="7909">
                  <c:v>6.0</c:v>
                </c:pt>
                <c:pt idx="7910">
                  <c:v>6.0</c:v>
                </c:pt>
                <c:pt idx="7911">
                  <c:v>6.0</c:v>
                </c:pt>
                <c:pt idx="7912">
                  <c:v>6.0</c:v>
                </c:pt>
                <c:pt idx="7913">
                  <c:v>6.0</c:v>
                </c:pt>
                <c:pt idx="7914">
                  <c:v>6.0</c:v>
                </c:pt>
                <c:pt idx="7915">
                  <c:v>6.0</c:v>
                </c:pt>
                <c:pt idx="7916">
                  <c:v>6.0</c:v>
                </c:pt>
                <c:pt idx="7917">
                  <c:v>6.0</c:v>
                </c:pt>
                <c:pt idx="7918">
                  <c:v>6.0</c:v>
                </c:pt>
                <c:pt idx="7919">
                  <c:v>6.0</c:v>
                </c:pt>
                <c:pt idx="7920">
                  <c:v>6.0</c:v>
                </c:pt>
                <c:pt idx="7921">
                  <c:v>6.0</c:v>
                </c:pt>
                <c:pt idx="7922">
                  <c:v>6.0</c:v>
                </c:pt>
                <c:pt idx="7923">
                  <c:v>6.0</c:v>
                </c:pt>
                <c:pt idx="7924">
                  <c:v>6.0</c:v>
                </c:pt>
                <c:pt idx="7925">
                  <c:v>6.0</c:v>
                </c:pt>
                <c:pt idx="7926">
                  <c:v>6.0</c:v>
                </c:pt>
                <c:pt idx="7927">
                  <c:v>6.0</c:v>
                </c:pt>
                <c:pt idx="7928">
                  <c:v>6.0</c:v>
                </c:pt>
                <c:pt idx="7929">
                  <c:v>6.0</c:v>
                </c:pt>
                <c:pt idx="7930">
                  <c:v>6.0</c:v>
                </c:pt>
                <c:pt idx="7931">
                  <c:v>6.0</c:v>
                </c:pt>
                <c:pt idx="7932">
                  <c:v>6.0</c:v>
                </c:pt>
                <c:pt idx="7933">
                  <c:v>6.0</c:v>
                </c:pt>
                <c:pt idx="7934">
                  <c:v>6.0</c:v>
                </c:pt>
                <c:pt idx="7935">
                  <c:v>6.0</c:v>
                </c:pt>
                <c:pt idx="7936">
                  <c:v>6.0</c:v>
                </c:pt>
                <c:pt idx="7937">
                  <c:v>6.0</c:v>
                </c:pt>
                <c:pt idx="7938">
                  <c:v>6.0</c:v>
                </c:pt>
                <c:pt idx="7939">
                  <c:v>6.0</c:v>
                </c:pt>
                <c:pt idx="7940">
                  <c:v>6.0</c:v>
                </c:pt>
                <c:pt idx="7941">
                  <c:v>6.0</c:v>
                </c:pt>
                <c:pt idx="7942">
                  <c:v>6.0</c:v>
                </c:pt>
                <c:pt idx="7943">
                  <c:v>6.0</c:v>
                </c:pt>
                <c:pt idx="7944">
                  <c:v>6.0</c:v>
                </c:pt>
                <c:pt idx="7945">
                  <c:v>6.0</c:v>
                </c:pt>
                <c:pt idx="7946">
                  <c:v>6.0</c:v>
                </c:pt>
                <c:pt idx="7947">
                  <c:v>6.0</c:v>
                </c:pt>
                <c:pt idx="7948">
                  <c:v>6.0</c:v>
                </c:pt>
                <c:pt idx="7949">
                  <c:v>6.0</c:v>
                </c:pt>
                <c:pt idx="7950">
                  <c:v>6.0</c:v>
                </c:pt>
                <c:pt idx="7951">
                  <c:v>6.0</c:v>
                </c:pt>
                <c:pt idx="7952">
                  <c:v>6.0</c:v>
                </c:pt>
                <c:pt idx="7953">
                  <c:v>6.0</c:v>
                </c:pt>
                <c:pt idx="7954">
                  <c:v>6.0</c:v>
                </c:pt>
                <c:pt idx="7955">
                  <c:v>6.0</c:v>
                </c:pt>
                <c:pt idx="7956">
                  <c:v>6.0</c:v>
                </c:pt>
                <c:pt idx="7957">
                  <c:v>6.0</c:v>
                </c:pt>
                <c:pt idx="7958">
                  <c:v>6.0</c:v>
                </c:pt>
                <c:pt idx="7959">
                  <c:v>6.0</c:v>
                </c:pt>
                <c:pt idx="7960">
                  <c:v>6.0</c:v>
                </c:pt>
                <c:pt idx="7961">
                  <c:v>6.0</c:v>
                </c:pt>
                <c:pt idx="7962">
                  <c:v>6.0</c:v>
                </c:pt>
                <c:pt idx="7963">
                  <c:v>6.0</c:v>
                </c:pt>
                <c:pt idx="7964">
                  <c:v>6.0</c:v>
                </c:pt>
                <c:pt idx="7965">
                  <c:v>6.0</c:v>
                </c:pt>
                <c:pt idx="7966">
                  <c:v>6.0</c:v>
                </c:pt>
                <c:pt idx="7967">
                  <c:v>6.0</c:v>
                </c:pt>
                <c:pt idx="7968">
                  <c:v>6.0</c:v>
                </c:pt>
                <c:pt idx="7969">
                  <c:v>6.0</c:v>
                </c:pt>
                <c:pt idx="7970">
                  <c:v>6.0</c:v>
                </c:pt>
                <c:pt idx="7971">
                  <c:v>6.0</c:v>
                </c:pt>
                <c:pt idx="7972">
                  <c:v>6.0</c:v>
                </c:pt>
                <c:pt idx="7973">
                  <c:v>6.0</c:v>
                </c:pt>
                <c:pt idx="7974">
                  <c:v>6.0</c:v>
                </c:pt>
                <c:pt idx="7975">
                  <c:v>6.0</c:v>
                </c:pt>
                <c:pt idx="7976">
                  <c:v>6.0</c:v>
                </c:pt>
                <c:pt idx="7977">
                  <c:v>6.0</c:v>
                </c:pt>
                <c:pt idx="7978">
                  <c:v>6.0</c:v>
                </c:pt>
                <c:pt idx="7979">
                  <c:v>6.0</c:v>
                </c:pt>
                <c:pt idx="7980">
                  <c:v>6.0</c:v>
                </c:pt>
                <c:pt idx="7981">
                  <c:v>6.0</c:v>
                </c:pt>
                <c:pt idx="7982">
                  <c:v>6.0</c:v>
                </c:pt>
                <c:pt idx="7983">
                  <c:v>6.0</c:v>
                </c:pt>
                <c:pt idx="7984">
                  <c:v>6.0</c:v>
                </c:pt>
                <c:pt idx="7985">
                  <c:v>6.0</c:v>
                </c:pt>
                <c:pt idx="7986">
                  <c:v>6.0</c:v>
                </c:pt>
                <c:pt idx="7987">
                  <c:v>6.0</c:v>
                </c:pt>
                <c:pt idx="7988">
                  <c:v>6.0</c:v>
                </c:pt>
                <c:pt idx="7989">
                  <c:v>6.0</c:v>
                </c:pt>
                <c:pt idx="7990">
                  <c:v>6.0</c:v>
                </c:pt>
                <c:pt idx="7991">
                  <c:v>6.0</c:v>
                </c:pt>
                <c:pt idx="7992">
                  <c:v>6.0</c:v>
                </c:pt>
                <c:pt idx="7993">
                  <c:v>6.0</c:v>
                </c:pt>
                <c:pt idx="7994">
                  <c:v>6.0</c:v>
                </c:pt>
                <c:pt idx="7995">
                  <c:v>6.0</c:v>
                </c:pt>
                <c:pt idx="7996">
                  <c:v>6.0</c:v>
                </c:pt>
                <c:pt idx="7997">
                  <c:v>6.0</c:v>
                </c:pt>
                <c:pt idx="7998">
                  <c:v>6.0</c:v>
                </c:pt>
                <c:pt idx="7999">
                  <c:v>6.0</c:v>
                </c:pt>
                <c:pt idx="8000">
                  <c:v>6.0</c:v>
                </c:pt>
                <c:pt idx="8001">
                  <c:v>6.0</c:v>
                </c:pt>
                <c:pt idx="8002">
                  <c:v>6.0</c:v>
                </c:pt>
                <c:pt idx="8003">
                  <c:v>6.0</c:v>
                </c:pt>
                <c:pt idx="8004">
                  <c:v>6.0</c:v>
                </c:pt>
                <c:pt idx="8005">
                  <c:v>6.0</c:v>
                </c:pt>
                <c:pt idx="8006">
                  <c:v>6.0</c:v>
                </c:pt>
                <c:pt idx="8007">
                  <c:v>6.0</c:v>
                </c:pt>
                <c:pt idx="8008">
                  <c:v>6.0</c:v>
                </c:pt>
                <c:pt idx="8009">
                  <c:v>6.0</c:v>
                </c:pt>
                <c:pt idx="8010">
                  <c:v>6.0</c:v>
                </c:pt>
                <c:pt idx="8011">
                  <c:v>6.0</c:v>
                </c:pt>
                <c:pt idx="8012">
                  <c:v>6.0</c:v>
                </c:pt>
                <c:pt idx="8013">
                  <c:v>6.0</c:v>
                </c:pt>
                <c:pt idx="8014">
                  <c:v>6.0</c:v>
                </c:pt>
                <c:pt idx="8015">
                  <c:v>6.0</c:v>
                </c:pt>
                <c:pt idx="8016">
                  <c:v>6.0</c:v>
                </c:pt>
                <c:pt idx="8017">
                  <c:v>6.0</c:v>
                </c:pt>
                <c:pt idx="8018">
                  <c:v>6.0</c:v>
                </c:pt>
                <c:pt idx="8019">
                  <c:v>6.0</c:v>
                </c:pt>
                <c:pt idx="8020">
                  <c:v>6.0</c:v>
                </c:pt>
                <c:pt idx="8021">
                  <c:v>6.0</c:v>
                </c:pt>
                <c:pt idx="8022">
                  <c:v>6.0</c:v>
                </c:pt>
                <c:pt idx="8023">
                  <c:v>6.0</c:v>
                </c:pt>
                <c:pt idx="8024">
                  <c:v>6.0</c:v>
                </c:pt>
                <c:pt idx="8025">
                  <c:v>6.0</c:v>
                </c:pt>
                <c:pt idx="8026">
                  <c:v>6.0</c:v>
                </c:pt>
                <c:pt idx="8027">
                  <c:v>6.0</c:v>
                </c:pt>
                <c:pt idx="8028">
                  <c:v>6.0</c:v>
                </c:pt>
                <c:pt idx="8029">
                  <c:v>6.0</c:v>
                </c:pt>
                <c:pt idx="8030">
                  <c:v>6.0</c:v>
                </c:pt>
                <c:pt idx="8031">
                  <c:v>6.0</c:v>
                </c:pt>
                <c:pt idx="8032">
                  <c:v>6.0</c:v>
                </c:pt>
                <c:pt idx="8033">
                  <c:v>6.0</c:v>
                </c:pt>
                <c:pt idx="8034">
                  <c:v>6.0</c:v>
                </c:pt>
                <c:pt idx="8035">
                  <c:v>6.0</c:v>
                </c:pt>
                <c:pt idx="8036">
                  <c:v>6.0</c:v>
                </c:pt>
                <c:pt idx="8037">
                  <c:v>6.0</c:v>
                </c:pt>
                <c:pt idx="8038">
                  <c:v>6.0</c:v>
                </c:pt>
                <c:pt idx="8039">
                  <c:v>6.0</c:v>
                </c:pt>
                <c:pt idx="8040">
                  <c:v>6.0</c:v>
                </c:pt>
                <c:pt idx="8041">
                  <c:v>6.0</c:v>
                </c:pt>
                <c:pt idx="8042">
                  <c:v>6.0</c:v>
                </c:pt>
                <c:pt idx="8043">
                  <c:v>6.0</c:v>
                </c:pt>
                <c:pt idx="8044">
                  <c:v>6.0</c:v>
                </c:pt>
                <c:pt idx="8045">
                  <c:v>6.0</c:v>
                </c:pt>
                <c:pt idx="8046">
                  <c:v>6.0</c:v>
                </c:pt>
                <c:pt idx="8047">
                  <c:v>6.0</c:v>
                </c:pt>
                <c:pt idx="8048">
                  <c:v>6.0</c:v>
                </c:pt>
                <c:pt idx="8049">
                  <c:v>6.0</c:v>
                </c:pt>
                <c:pt idx="8050">
                  <c:v>6.0</c:v>
                </c:pt>
                <c:pt idx="8051">
                  <c:v>6.0</c:v>
                </c:pt>
                <c:pt idx="8052">
                  <c:v>6.0</c:v>
                </c:pt>
                <c:pt idx="8053">
                  <c:v>6.0</c:v>
                </c:pt>
                <c:pt idx="8054">
                  <c:v>6.0</c:v>
                </c:pt>
                <c:pt idx="8055">
                  <c:v>6.0</c:v>
                </c:pt>
                <c:pt idx="8056">
                  <c:v>6.0</c:v>
                </c:pt>
                <c:pt idx="8057">
                  <c:v>6.0</c:v>
                </c:pt>
                <c:pt idx="8058">
                  <c:v>6.0</c:v>
                </c:pt>
                <c:pt idx="8059">
                  <c:v>6.0</c:v>
                </c:pt>
                <c:pt idx="8060">
                  <c:v>6.0</c:v>
                </c:pt>
                <c:pt idx="8061">
                  <c:v>6.0</c:v>
                </c:pt>
                <c:pt idx="8062">
                  <c:v>6.0</c:v>
                </c:pt>
                <c:pt idx="8063">
                  <c:v>6.0</c:v>
                </c:pt>
                <c:pt idx="8064">
                  <c:v>6.0</c:v>
                </c:pt>
                <c:pt idx="8065">
                  <c:v>6.0</c:v>
                </c:pt>
                <c:pt idx="8066">
                  <c:v>6.0</c:v>
                </c:pt>
                <c:pt idx="8067">
                  <c:v>6.0</c:v>
                </c:pt>
                <c:pt idx="8068">
                  <c:v>6.0</c:v>
                </c:pt>
                <c:pt idx="8069">
                  <c:v>6.0</c:v>
                </c:pt>
                <c:pt idx="8070">
                  <c:v>6.0</c:v>
                </c:pt>
                <c:pt idx="8071">
                  <c:v>6.0</c:v>
                </c:pt>
                <c:pt idx="8072">
                  <c:v>6.0</c:v>
                </c:pt>
                <c:pt idx="8073">
                  <c:v>6.0</c:v>
                </c:pt>
                <c:pt idx="8074">
                  <c:v>6.0</c:v>
                </c:pt>
                <c:pt idx="8075">
                  <c:v>6.0</c:v>
                </c:pt>
                <c:pt idx="8076">
                  <c:v>6.0</c:v>
                </c:pt>
                <c:pt idx="8077">
                  <c:v>6.0</c:v>
                </c:pt>
                <c:pt idx="8078">
                  <c:v>6.0</c:v>
                </c:pt>
                <c:pt idx="8079">
                  <c:v>6.0</c:v>
                </c:pt>
                <c:pt idx="8080">
                  <c:v>6.0</c:v>
                </c:pt>
                <c:pt idx="8081">
                  <c:v>6.0</c:v>
                </c:pt>
                <c:pt idx="8082">
                  <c:v>6.0</c:v>
                </c:pt>
                <c:pt idx="8083">
                  <c:v>6.0</c:v>
                </c:pt>
                <c:pt idx="8084">
                  <c:v>6.0</c:v>
                </c:pt>
                <c:pt idx="8085">
                  <c:v>6.0</c:v>
                </c:pt>
                <c:pt idx="8086">
                  <c:v>6.0</c:v>
                </c:pt>
                <c:pt idx="8087">
                  <c:v>6.0</c:v>
                </c:pt>
                <c:pt idx="8088">
                  <c:v>6.0</c:v>
                </c:pt>
                <c:pt idx="8089">
                  <c:v>6.0</c:v>
                </c:pt>
                <c:pt idx="8090">
                  <c:v>6.0</c:v>
                </c:pt>
                <c:pt idx="8091">
                  <c:v>6.0</c:v>
                </c:pt>
                <c:pt idx="8092">
                  <c:v>6.0</c:v>
                </c:pt>
                <c:pt idx="8093">
                  <c:v>6.0</c:v>
                </c:pt>
                <c:pt idx="8094">
                  <c:v>6.0</c:v>
                </c:pt>
                <c:pt idx="8095">
                  <c:v>6.0</c:v>
                </c:pt>
                <c:pt idx="8096">
                  <c:v>6.0</c:v>
                </c:pt>
                <c:pt idx="8097">
                  <c:v>6.0</c:v>
                </c:pt>
                <c:pt idx="8098">
                  <c:v>6.0</c:v>
                </c:pt>
                <c:pt idx="8099">
                  <c:v>6.0</c:v>
                </c:pt>
                <c:pt idx="8100">
                  <c:v>6.0</c:v>
                </c:pt>
                <c:pt idx="8101">
                  <c:v>6.0</c:v>
                </c:pt>
                <c:pt idx="8102">
                  <c:v>6.0</c:v>
                </c:pt>
                <c:pt idx="8103">
                  <c:v>6.0</c:v>
                </c:pt>
                <c:pt idx="8104">
                  <c:v>6.0</c:v>
                </c:pt>
                <c:pt idx="8105">
                  <c:v>6.0</c:v>
                </c:pt>
                <c:pt idx="8106">
                  <c:v>6.0</c:v>
                </c:pt>
                <c:pt idx="8107">
                  <c:v>6.0</c:v>
                </c:pt>
                <c:pt idx="8108">
                  <c:v>6.0</c:v>
                </c:pt>
                <c:pt idx="8109">
                  <c:v>6.0</c:v>
                </c:pt>
                <c:pt idx="8110">
                  <c:v>6.0</c:v>
                </c:pt>
                <c:pt idx="8111">
                  <c:v>6.0</c:v>
                </c:pt>
                <c:pt idx="8112">
                  <c:v>6.0</c:v>
                </c:pt>
                <c:pt idx="8113">
                  <c:v>6.0</c:v>
                </c:pt>
                <c:pt idx="8114">
                  <c:v>6.0</c:v>
                </c:pt>
                <c:pt idx="8115">
                  <c:v>6.0</c:v>
                </c:pt>
                <c:pt idx="8116">
                  <c:v>6.0</c:v>
                </c:pt>
                <c:pt idx="8117">
                  <c:v>6.0</c:v>
                </c:pt>
                <c:pt idx="8118">
                  <c:v>6.0</c:v>
                </c:pt>
                <c:pt idx="8119">
                  <c:v>6.0</c:v>
                </c:pt>
                <c:pt idx="8120">
                  <c:v>6.0</c:v>
                </c:pt>
                <c:pt idx="8121">
                  <c:v>6.0</c:v>
                </c:pt>
                <c:pt idx="8122">
                  <c:v>6.0</c:v>
                </c:pt>
                <c:pt idx="8123">
                  <c:v>6.0</c:v>
                </c:pt>
                <c:pt idx="8124">
                  <c:v>6.0</c:v>
                </c:pt>
                <c:pt idx="8125">
                  <c:v>6.0</c:v>
                </c:pt>
                <c:pt idx="8126">
                  <c:v>6.0</c:v>
                </c:pt>
                <c:pt idx="8127">
                  <c:v>6.0</c:v>
                </c:pt>
                <c:pt idx="8128">
                  <c:v>6.0</c:v>
                </c:pt>
                <c:pt idx="8129">
                  <c:v>6.0</c:v>
                </c:pt>
                <c:pt idx="8130">
                  <c:v>6.0</c:v>
                </c:pt>
                <c:pt idx="8131">
                  <c:v>6.0</c:v>
                </c:pt>
                <c:pt idx="8132">
                  <c:v>6.0</c:v>
                </c:pt>
                <c:pt idx="8133">
                  <c:v>6.0</c:v>
                </c:pt>
                <c:pt idx="8134">
                  <c:v>6.0</c:v>
                </c:pt>
                <c:pt idx="8135">
                  <c:v>6.0</c:v>
                </c:pt>
                <c:pt idx="8136">
                  <c:v>6.0</c:v>
                </c:pt>
                <c:pt idx="8137">
                  <c:v>6.0</c:v>
                </c:pt>
                <c:pt idx="8138">
                  <c:v>6.0</c:v>
                </c:pt>
                <c:pt idx="8139">
                  <c:v>6.0</c:v>
                </c:pt>
                <c:pt idx="8140">
                  <c:v>6.0</c:v>
                </c:pt>
                <c:pt idx="8141">
                  <c:v>6.0</c:v>
                </c:pt>
                <c:pt idx="8142">
                  <c:v>6.0</c:v>
                </c:pt>
                <c:pt idx="8143">
                  <c:v>6.0</c:v>
                </c:pt>
                <c:pt idx="8144">
                  <c:v>6.0</c:v>
                </c:pt>
                <c:pt idx="8145">
                  <c:v>6.0</c:v>
                </c:pt>
                <c:pt idx="8146">
                  <c:v>6.0</c:v>
                </c:pt>
                <c:pt idx="8147">
                  <c:v>6.0</c:v>
                </c:pt>
                <c:pt idx="8148">
                  <c:v>6.0</c:v>
                </c:pt>
                <c:pt idx="8149">
                  <c:v>6.0</c:v>
                </c:pt>
                <c:pt idx="8150">
                  <c:v>6.0</c:v>
                </c:pt>
                <c:pt idx="8151">
                  <c:v>6.0</c:v>
                </c:pt>
                <c:pt idx="8152">
                  <c:v>6.0</c:v>
                </c:pt>
                <c:pt idx="8153">
                  <c:v>6.0</c:v>
                </c:pt>
                <c:pt idx="8154">
                  <c:v>6.0</c:v>
                </c:pt>
                <c:pt idx="8155">
                  <c:v>6.0</c:v>
                </c:pt>
                <c:pt idx="8156">
                  <c:v>6.0</c:v>
                </c:pt>
                <c:pt idx="8157">
                  <c:v>6.0</c:v>
                </c:pt>
                <c:pt idx="8158">
                  <c:v>6.0</c:v>
                </c:pt>
                <c:pt idx="8159">
                  <c:v>6.0</c:v>
                </c:pt>
                <c:pt idx="8160">
                  <c:v>6.0</c:v>
                </c:pt>
                <c:pt idx="8161">
                  <c:v>6.0</c:v>
                </c:pt>
                <c:pt idx="8162">
                  <c:v>6.0</c:v>
                </c:pt>
                <c:pt idx="8163">
                  <c:v>6.0</c:v>
                </c:pt>
                <c:pt idx="8164">
                  <c:v>6.0</c:v>
                </c:pt>
                <c:pt idx="8165">
                  <c:v>6.0</c:v>
                </c:pt>
                <c:pt idx="8166">
                  <c:v>6.0</c:v>
                </c:pt>
                <c:pt idx="8167">
                  <c:v>6.0</c:v>
                </c:pt>
                <c:pt idx="8168">
                  <c:v>6.0</c:v>
                </c:pt>
                <c:pt idx="8169">
                  <c:v>6.0</c:v>
                </c:pt>
                <c:pt idx="8170">
                  <c:v>6.0</c:v>
                </c:pt>
                <c:pt idx="8171">
                  <c:v>6.0</c:v>
                </c:pt>
                <c:pt idx="8172">
                  <c:v>6.0</c:v>
                </c:pt>
                <c:pt idx="8173">
                  <c:v>6.0</c:v>
                </c:pt>
                <c:pt idx="8174">
                  <c:v>6.0</c:v>
                </c:pt>
                <c:pt idx="8175">
                  <c:v>6.0</c:v>
                </c:pt>
                <c:pt idx="8176">
                  <c:v>6.0</c:v>
                </c:pt>
                <c:pt idx="8177">
                  <c:v>6.0</c:v>
                </c:pt>
                <c:pt idx="8178">
                  <c:v>6.0</c:v>
                </c:pt>
                <c:pt idx="8179">
                  <c:v>6.0</c:v>
                </c:pt>
                <c:pt idx="8180">
                  <c:v>6.0</c:v>
                </c:pt>
                <c:pt idx="8181">
                  <c:v>6.0</c:v>
                </c:pt>
                <c:pt idx="8182">
                  <c:v>6.0</c:v>
                </c:pt>
                <c:pt idx="8183">
                  <c:v>6.0</c:v>
                </c:pt>
                <c:pt idx="8184">
                  <c:v>6.0</c:v>
                </c:pt>
                <c:pt idx="8185">
                  <c:v>6.0</c:v>
                </c:pt>
                <c:pt idx="8186">
                  <c:v>6.0</c:v>
                </c:pt>
                <c:pt idx="8187">
                  <c:v>6.0</c:v>
                </c:pt>
                <c:pt idx="8188">
                  <c:v>6.0</c:v>
                </c:pt>
                <c:pt idx="8189">
                  <c:v>6.0</c:v>
                </c:pt>
                <c:pt idx="8190">
                  <c:v>6.0</c:v>
                </c:pt>
                <c:pt idx="8191">
                  <c:v>6.0</c:v>
                </c:pt>
                <c:pt idx="8192">
                  <c:v>6.0</c:v>
                </c:pt>
                <c:pt idx="8193">
                  <c:v>6.0</c:v>
                </c:pt>
                <c:pt idx="8194">
                  <c:v>6.0</c:v>
                </c:pt>
                <c:pt idx="8195">
                  <c:v>6.0</c:v>
                </c:pt>
                <c:pt idx="8196">
                  <c:v>6.0</c:v>
                </c:pt>
                <c:pt idx="8197">
                  <c:v>6.0</c:v>
                </c:pt>
                <c:pt idx="8198">
                  <c:v>6.0</c:v>
                </c:pt>
                <c:pt idx="8199">
                  <c:v>6.0</c:v>
                </c:pt>
                <c:pt idx="8200">
                  <c:v>6.0</c:v>
                </c:pt>
                <c:pt idx="8201">
                  <c:v>6.0</c:v>
                </c:pt>
                <c:pt idx="8202">
                  <c:v>6.0</c:v>
                </c:pt>
                <c:pt idx="8203">
                  <c:v>6.0</c:v>
                </c:pt>
                <c:pt idx="8204">
                  <c:v>6.0</c:v>
                </c:pt>
                <c:pt idx="8205">
                  <c:v>6.0</c:v>
                </c:pt>
                <c:pt idx="8206">
                  <c:v>6.0</c:v>
                </c:pt>
                <c:pt idx="8207">
                  <c:v>6.0</c:v>
                </c:pt>
                <c:pt idx="8208">
                  <c:v>6.0</c:v>
                </c:pt>
                <c:pt idx="8209">
                  <c:v>6.0</c:v>
                </c:pt>
                <c:pt idx="8210">
                  <c:v>6.0</c:v>
                </c:pt>
                <c:pt idx="8211">
                  <c:v>6.0</c:v>
                </c:pt>
                <c:pt idx="8212">
                  <c:v>6.0</c:v>
                </c:pt>
                <c:pt idx="8213">
                  <c:v>6.0</c:v>
                </c:pt>
                <c:pt idx="8214">
                  <c:v>6.0</c:v>
                </c:pt>
                <c:pt idx="8215">
                  <c:v>6.0</c:v>
                </c:pt>
                <c:pt idx="8216">
                  <c:v>6.0</c:v>
                </c:pt>
                <c:pt idx="8217">
                  <c:v>6.0</c:v>
                </c:pt>
                <c:pt idx="8218">
                  <c:v>6.0</c:v>
                </c:pt>
                <c:pt idx="8219">
                  <c:v>6.0</c:v>
                </c:pt>
                <c:pt idx="8220">
                  <c:v>6.0</c:v>
                </c:pt>
                <c:pt idx="8221">
                  <c:v>6.0</c:v>
                </c:pt>
                <c:pt idx="8222">
                  <c:v>6.0</c:v>
                </c:pt>
                <c:pt idx="8223">
                  <c:v>6.0</c:v>
                </c:pt>
                <c:pt idx="8224">
                  <c:v>6.0</c:v>
                </c:pt>
                <c:pt idx="8225">
                  <c:v>6.0</c:v>
                </c:pt>
                <c:pt idx="8226">
                  <c:v>6.0</c:v>
                </c:pt>
                <c:pt idx="8227">
                  <c:v>6.0</c:v>
                </c:pt>
                <c:pt idx="8228">
                  <c:v>6.0</c:v>
                </c:pt>
                <c:pt idx="8229">
                  <c:v>6.0</c:v>
                </c:pt>
                <c:pt idx="8230">
                  <c:v>6.0</c:v>
                </c:pt>
                <c:pt idx="8231">
                  <c:v>6.0</c:v>
                </c:pt>
                <c:pt idx="8232">
                  <c:v>6.0</c:v>
                </c:pt>
                <c:pt idx="8233">
                  <c:v>6.0</c:v>
                </c:pt>
                <c:pt idx="8234">
                  <c:v>6.0</c:v>
                </c:pt>
                <c:pt idx="8235">
                  <c:v>6.0</c:v>
                </c:pt>
                <c:pt idx="8236">
                  <c:v>6.0</c:v>
                </c:pt>
                <c:pt idx="8237">
                  <c:v>6.0</c:v>
                </c:pt>
                <c:pt idx="8238">
                  <c:v>6.0</c:v>
                </c:pt>
                <c:pt idx="8239">
                  <c:v>6.0</c:v>
                </c:pt>
                <c:pt idx="8240">
                  <c:v>6.0</c:v>
                </c:pt>
                <c:pt idx="8241">
                  <c:v>6.0</c:v>
                </c:pt>
                <c:pt idx="8242">
                  <c:v>6.0</c:v>
                </c:pt>
                <c:pt idx="8243">
                  <c:v>6.0</c:v>
                </c:pt>
                <c:pt idx="8244">
                  <c:v>6.0</c:v>
                </c:pt>
                <c:pt idx="8245">
                  <c:v>6.0</c:v>
                </c:pt>
                <c:pt idx="8246">
                  <c:v>6.0</c:v>
                </c:pt>
                <c:pt idx="8247">
                  <c:v>6.0</c:v>
                </c:pt>
                <c:pt idx="8248">
                  <c:v>6.0</c:v>
                </c:pt>
                <c:pt idx="8249">
                  <c:v>6.0</c:v>
                </c:pt>
                <c:pt idx="8250">
                  <c:v>6.0</c:v>
                </c:pt>
                <c:pt idx="8251">
                  <c:v>6.0</c:v>
                </c:pt>
                <c:pt idx="8252">
                  <c:v>6.0</c:v>
                </c:pt>
                <c:pt idx="8253">
                  <c:v>6.0</c:v>
                </c:pt>
                <c:pt idx="8254">
                  <c:v>6.0</c:v>
                </c:pt>
                <c:pt idx="8255">
                  <c:v>6.0</c:v>
                </c:pt>
                <c:pt idx="8256">
                  <c:v>6.0</c:v>
                </c:pt>
                <c:pt idx="8257">
                  <c:v>6.0</c:v>
                </c:pt>
                <c:pt idx="8258">
                  <c:v>6.0</c:v>
                </c:pt>
                <c:pt idx="8259">
                  <c:v>6.0</c:v>
                </c:pt>
                <c:pt idx="8260">
                  <c:v>6.0</c:v>
                </c:pt>
                <c:pt idx="8261">
                  <c:v>6.0</c:v>
                </c:pt>
                <c:pt idx="8262">
                  <c:v>6.0</c:v>
                </c:pt>
                <c:pt idx="8263">
                  <c:v>6.0</c:v>
                </c:pt>
                <c:pt idx="8264">
                  <c:v>6.0</c:v>
                </c:pt>
                <c:pt idx="8265">
                  <c:v>6.0</c:v>
                </c:pt>
                <c:pt idx="8266">
                  <c:v>6.0</c:v>
                </c:pt>
                <c:pt idx="8267">
                  <c:v>6.0</c:v>
                </c:pt>
                <c:pt idx="8268">
                  <c:v>6.0</c:v>
                </c:pt>
                <c:pt idx="8269">
                  <c:v>6.0</c:v>
                </c:pt>
                <c:pt idx="8270">
                  <c:v>6.0</c:v>
                </c:pt>
                <c:pt idx="8271">
                  <c:v>6.0</c:v>
                </c:pt>
                <c:pt idx="8272">
                  <c:v>6.0</c:v>
                </c:pt>
                <c:pt idx="8273">
                  <c:v>6.0</c:v>
                </c:pt>
                <c:pt idx="8274">
                  <c:v>6.0</c:v>
                </c:pt>
                <c:pt idx="8275">
                  <c:v>6.0</c:v>
                </c:pt>
                <c:pt idx="8276">
                  <c:v>6.0</c:v>
                </c:pt>
                <c:pt idx="8277">
                  <c:v>6.0</c:v>
                </c:pt>
                <c:pt idx="8278">
                  <c:v>6.0</c:v>
                </c:pt>
                <c:pt idx="8279">
                  <c:v>6.0</c:v>
                </c:pt>
                <c:pt idx="8280">
                  <c:v>6.0</c:v>
                </c:pt>
                <c:pt idx="8281">
                  <c:v>6.0</c:v>
                </c:pt>
                <c:pt idx="8282">
                  <c:v>6.0</c:v>
                </c:pt>
                <c:pt idx="8283">
                  <c:v>6.0</c:v>
                </c:pt>
                <c:pt idx="8284">
                  <c:v>6.0</c:v>
                </c:pt>
                <c:pt idx="8285">
                  <c:v>6.0</c:v>
                </c:pt>
                <c:pt idx="8286">
                  <c:v>6.0</c:v>
                </c:pt>
                <c:pt idx="8287">
                  <c:v>6.0</c:v>
                </c:pt>
                <c:pt idx="8288">
                  <c:v>6.0</c:v>
                </c:pt>
                <c:pt idx="8289">
                  <c:v>6.0</c:v>
                </c:pt>
                <c:pt idx="8290">
                  <c:v>6.0</c:v>
                </c:pt>
                <c:pt idx="8291">
                  <c:v>6.0</c:v>
                </c:pt>
                <c:pt idx="8292">
                  <c:v>6.0</c:v>
                </c:pt>
                <c:pt idx="8293">
                  <c:v>6.0</c:v>
                </c:pt>
                <c:pt idx="8294">
                  <c:v>6.0</c:v>
                </c:pt>
                <c:pt idx="8295">
                  <c:v>6.0</c:v>
                </c:pt>
                <c:pt idx="8296">
                  <c:v>6.0</c:v>
                </c:pt>
                <c:pt idx="8297">
                  <c:v>6.0</c:v>
                </c:pt>
                <c:pt idx="8298">
                  <c:v>6.0</c:v>
                </c:pt>
                <c:pt idx="8299">
                  <c:v>6.0</c:v>
                </c:pt>
                <c:pt idx="8300">
                  <c:v>6.0</c:v>
                </c:pt>
                <c:pt idx="8301">
                  <c:v>6.0</c:v>
                </c:pt>
                <c:pt idx="8302">
                  <c:v>6.0</c:v>
                </c:pt>
                <c:pt idx="8303">
                  <c:v>6.0</c:v>
                </c:pt>
                <c:pt idx="8304">
                  <c:v>6.0</c:v>
                </c:pt>
                <c:pt idx="8305">
                  <c:v>6.0</c:v>
                </c:pt>
                <c:pt idx="8306">
                  <c:v>6.0</c:v>
                </c:pt>
                <c:pt idx="8307">
                  <c:v>6.0</c:v>
                </c:pt>
                <c:pt idx="8308">
                  <c:v>6.0</c:v>
                </c:pt>
                <c:pt idx="8309">
                  <c:v>6.0</c:v>
                </c:pt>
                <c:pt idx="8310">
                  <c:v>6.0</c:v>
                </c:pt>
                <c:pt idx="8311">
                  <c:v>6.0</c:v>
                </c:pt>
                <c:pt idx="8312">
                  <c:v>6.0</c:v>
                </c:pt>
                <c:pt idx="8313">
                  <c:v>6.0</c:v>
                </c:pt>
                <c:pt idx="8314">
                  <c:v>6.0</c:v>
                </c:pt>
                <c:pt idx="8315">
                  <c:v>6.0</c:v>
                </c:pt>
                <c:pt idx="8316">
                  <c:v>6.0</c:v>
                </c:pt>
                <c:pt idx="8317">
                  <c:v>6.0</c:v>
                </c:pt>
                <c:pt idx="8318">
                  <c:v>6.0</c:v>
                </c:pt>
                <c:pt idx="8319">
                  <c:v>6.0</c:v>
                </c:pt>
                <c:pt idx="8320">
                  <c:v>6.0</c:v>
                </c:pt>
                <c:pt idx="8321">
                  <c:v>6.0</c:v>
                </c:pt>
                <c:pt idx="8322">
                  <c:v>6.0</c:v>
                </c:pt>
                <c:pt idx="8323">
                  <c:v>6.0</c:v>
                </c:pt>
                <c:pt idx="8324">
                  <c:v>6.0</c:v>
                </c:pt>
                <c:pt idx="8325">
                  <c:v>6.0</c:v>
                </c:pt>
                <c:pt idx="8326">
                  <c:v>6.0</c:v>
                </c:pt>
                <c:pt idx="8327">
                  <c:v>6.0</c:v>
                </c:pt>
                <c:pt idx="8328">
                  <c:v>6.0</c:v>
                </c:pt>
                <c:pt idx="8329">
                  <c:v>6.0</c:v>
                </c:pt>
                <c:pt idx="8330">
                  <c:v>6.0</c:v>
                </c:pt>
                <c:pt idx="8331">
                  <c:v>6.0</c:v>
                </c:pt>
                <c:pt idx="8332">
                  <c:v>6.0</c:v>
                </c:pt>
                <c:pt idx="8333">
                  <c:v>6.0</c:v>
                </c:pt>
                <c:pt idx="8334">
                  <c:v>6.0</c:v>
                </c:pt>
                <c:pt idx="8335">
                  <c:v>6.0</c:v>
                </c:pt>
                <c:pt idx="8336">
                  <c:v>6.0</c:v>
                </c:pt>
                <c:pt idx="8337">
                  <c:v>6.0</c:v>
                </c:pt>
                <c:pt idx="8338">
                  <c:v>6.0</c:v>
                </c:pt>
                <c:pt idx="8339">
                  <c:v>6.0</c:v>
                </c:pt>
                <c:pt idx="8340">
                  <c:v>6.0</c:v>
                </c:pt>
                <c:pt idx="8341">
                  <c:v>6.0</c:v>
                </c:pt>
                <c:pt idx="8342">
                  <c:v>6.0</c:v>
                </c:pt>
                <c:pt idx="8343">
                  <c:v>6.0</c:v>
                </c:pt>
                <c:pt idx="8344">
                  <c:v>6.0</c:v>
                </c:pt>
                <c:pt idx="8345">
                  <c:v>6.0</c:v>
                </c:pt>
                <c:pt idx="8346">
                  <c:v>6.0</c:v>
                </c:pt>
                <c:pt idx="8347">
                  <c:v>6.0</c:v>
                </c:pt>
                <c:pt idx="8348">
                  <c:v>6.0</c:v>
                </c:pt>
                <c:pt idx="8349">
                  <c:v>6.0</c:v>
                </c:pt>
                <c:pt idx="8350">
                  <c:v>6.0</c:v>
                </c:pt>
                <c:pt idx="8351">
                  <c:v>6.0</c:v>
                </c:pt>
                <c:pt idx="8352">
                  <c:v>6.0</c:v>
                </c:pt>
                <c:pt idx="8353">
                  <c:v>6.0</c:v>
                </c:pt>
                <c:pt idx="8354">
                  <c:v>6.0</c:v>
                </c:pt>
                <c:pt idx="8355">
                  <c:v>6.0</c:v>
                </c:pt>
                <c:pt idx="8356">
                  <c:v>6.0</c:v>
                </c:pt>
                <c:pt idx="8357">
                  <c:v>6.0</c:v>
                </c:pt>
                <c:pt idx="8358">
                  <c:v>6.0</c:v>
                </c:pt>
                <c:pt idx="8359">
                  <c:v>6.0</c:v>
                </c:pt>
                <c:pt idx="8360">
                  <c:v>6.0</c:v>
                </c:pt>
                <c:pt idx="8361">
                  <c:v>6.0</c:v>
                </c:pt>
                <c:pt idx="8362">
                  <c:v>6.0</c:v>
                </c:pt>
                <c:pt idx="8363">
                  <c:v>6.0</c:v>
                </c:pt>
                <c:pt idx="8364">
                  <c:v>6.0</c:v>
                </c:pt>
                <c:pt idx="8365">
                  <c:v>6.0</c:v>
                </c:pt>
                <c:pt idx="8366">
                  <c:v>6.0</c:v>
                </c:pt>
                <c:pt idx="8367">
                  <c:v>6.0</c:v>
                </c:pt>
                <c:pt idx="8368">
                  <c:v>6.0</c:v>
                </c:pt>
                <c:pt idx="8369">
                  <c:v>6.0</c:v>
                </c:pt>
                <c:pt idx="8370">
                  <c:v>6.0</c:v>
                </c:pt>
                <c:pt idx="8371">
                  <c:v>6.0</c:v>
                </c:pt>
                <c:pt idx="8372">
                  <c:v>6.0</c:v>
                </c:pt>
                <c:pt idx="8373">
                  <c:v>6.0</c:v>
                </c:pt>
                <c:pt idx="8374">
                  <c:v>6.0</c:v>
                </c:pt>
                <c:pt idx="8375">
                  <c:v>6.0</c:v>
                </c:pt>
                <c:pt idx="8376">
                  <c:v>6.0</c:v>
                </c:pt>
                <c:pt idx="8377">
                  <c:v>6.0</c:v>
                </c:pt>
                <c:pt idx="8378">
                  <c:v>6.0</c:v>
                </c:pt>
                <c:pt idx="8379">
                  <c:v>6.0</c:v>
                </c:pt>
                <c:pt idx="8380">
                  <c:v>6.0</c:v>
                </c:pt>
                <c:pt idx="8381">
                  <c:v>6.0</c:v>
                </c:pt>
                <c:pt idx="8382">
                  <c:v>6.0</c:v>
                </c:pt>
                <c:pt idx="8383">
                  <c:v>6.0</c:v>
                </c:pt>
                <c:pt idx="8384">
                  <c:v>6.0</c:v>
                </c:pt>
                <c:pt idx="8385">
                  <c:v>6.0</c:v>
                </c:pt>
                <c:pt idx="8386">
                  <c:v>6.0</c:v>
                </c:pt>
                <c:pt idx="8387">
                  <c:v>6.0</c:v>
                </c:pt>
                <c:pt idx="8388">
                  <c:v>6.0</c:v>
                </c:pt>
                <c:pt idx="8389">
                  <c:v>6.0</c:v>
                </c:pt>
                <c:pt idx="8390">
                  <c:v>6.0</c:v>
                </c:pt>
                <c:pt idx="8391">
                  <c:v>6.0</c:v>
                </c:pt>
                <c:pt idx="8392">
                  <c:v>6.0</c:v>
                </c:pt>
                <c:pt idx="8393">
                  <c:v>6.0</c:v>
                </c:pt>
                <c:pt idx="8394">
                  <c:v>6.0</c:v>
                </c:pt>
                <c:pt idx="8395">
                  <c:v>6.0</c:v>
                </c:pt>
                <c:pt idx="8396">
                  <c:v>6.0</c:v>
                </c:pt>
                <c:pt idx="8397">
                  <c:v>6.0</c:v>
                </c:pt>
                <c:pt idx="8398">
                  <c:v>6.0</c:v>
                </c:pt>
                <c:pt idx="8399">
                  <c:v>6.0</c:v>
                </c:pt>
                <c:pt idx="8400">
                  <c:v>6.0</c:v>
                </c:pt>
                <c:pt idx="8401">
                  <c:v>6.0</c:v>
                </c:pt>
                <c:pt idx="8402">
                  <c:v>6.0</c:v>
                </c:pt>
                <c:pt idx="8403">
                  <c:v>6.0</c:v>
                </c:pt>
                <c:pt idx="8404">
                  <c:v>6.0</c:v>
                </c:pt>
                <c:pt idx="8405">
                  <c:v>6.0</c:v>
                </c:pt>
                <c:pt idx="8406">
                  <c:v>6.0</c:v>
                </c:pt>
                <c:pt idx="8407">
                  <c:v>6.0</c:v>
                </c:pt>
                <c:pt idx="8408">
                  <c:v>6.0</c:v>
                </c:pt>
                <c:pt idx="8409">
                  <c:v>6.0</c:v>
                </c:pt>
                <c:pt idx="8410">
                  <c:v>6.0</c:v>
                </c:pt>
                <c:pt idx="8411">
                  <c:v>6.0</c:v>
                </c:pt>
                <c:pt idx="8412">
                  <c:v>6.0</c:v>
                </c:pt>
                <c:pt idx="8413">
                  <c:v>6.0</c:v>
                </c:pt>
                <c:pt idx="8414">
                  <c:v>6.0</c:v>
                </c:pt>
                <c:pt idx="8415">
                  <c:v>6.0</c:v>
                </c:pt>
                <c:pt idx="8416">
                  <c:v>6.0</c:v>
                </c:pt>
                <c:pt idx="8417">
                  <c:v>6.0</c:v>
                </c:pt>
                <c:pt idx="8418">
                  <c:v>6.0</c:v>
                </c:pt>
                <c:pt idx="8419">
                  <c:v>6.0</c:v>
                </c:pt>
                <c:pt idx="8420">
                  <c:v>6.0</c:v>
                </c:pt>
                <c:pt idx="8421">
                  <c:v>6.0</c:v>
                </c:pt>
                <c:pt idx="8422">
                  <c:v>6.0</c:v>
                </c:pt>
                <c:pt idx="8423">
                  <c:v>6.0</c:v>
                </c:pt>
                <c:pt idx="8424">
                  <c:v>6.0</c:v>
                </c:pt>
                <c:pt idx="8425">
                  <c:v>6.0</c:v>
                </c:pt>
                <c:pt idx="8426">
                  <c:v>6.0</c:v>
                </c:pt>
                <c:pt idx="8427">
                  <c:v>6.0</c:v>
                </c:pt>
                <c:pt idx="8428">
                  <c:v>6.0</c:v>
                </c:pt>
                <c:pt idx="8429">
                  <c:v>6.0</c:v>
                </c:pt>
                <c:pt idx="8430">
                  <c:v>6.0</c:v>
                </c:pt>
                <c:pt idx="8431">
                  <c:v>6.0</c:v>
                </c:pt>
                <c:pt idx="8432">
                  <c:v>6.0</c:v>
                </c:pt>
                <c:pt idx="8433">
                  <c:v>6.0</c:v>
                </c:pt>
                <c:pt idx="8434">
                  <c:v>6.0</c:v>
                </c:pt>
                <c:pt idx="8435">
                  <c:v>6.0</c:v>
                </c:pt>
                <c:pt idx="8436">
                  <c:v>6.0</c:v>
                </c:pt>
                <c:pt idx="8437">
                  <c:v>6.0</c:v>
                </c:pt>
                <c:pt idx="8438">
                  <c:v>6.0</c:v>
                </c:pt>
                <c:pt idx="8439">
                  <c:v>6.0</c:v>
                </c:pt>
                <c:pt idx="8440">
                  <c:v>6.0</c:v>
                </c:pt>
                <c:pt idx="8441">
                  <c:v>6.0</c:v>
                </c:pt>
                <c:pt idx="8442">
                  <c:v>6.0</c:v>
                </c:pt>
                <c:pt idx="8443">
                  <c:v>6.0</c:v>
                </c:pt>
                <c:pt idx="8444">
                  <c:v>6.0</c:v>
                </c:pt>
                <c:pt idx="8445">
                  <c:v>6.0</c:v>
                </c:pt>
                <c:pt idx="8446">
                  <c:v>6.0</c:v>
                </c:pt>
                <c:pt idx="8447">
                  <c:v>6.0</c:v>
                </c:pt>
                <c:pt idx="8448">
                  <c:v>6.0</c:v>
                </c:pt>
                <c:pt idx="8449">
                  <c:v>6.0</c:v>
                </c:pt>
                <c:pt idx="8450">
                  <c:v>6.0</c:v>
                </c:pt>
                <c:pt idx="8451">
                  <c:v>6.0</c:v>
                </c:pt>
                <c:pt idx="8452">
                  <c:v>6.0</c:v>
                </c:pt>
                <c:pt idx="8453">
                  <c:v>6.0</c:v>
                </c:pt>
                <c:pt idx="8454">
                  <c:v>6.0</c:v>
                </c:pt>
                <c:pt idx="8455">
                  <c:v>6.0</c:v>
                </c:pt>
                <c:pt idx="8456">
                  <c:v>6.0</c:v>
                </c:pt>
                <c:pt idx="8457">
                  <c:v>6.0</c:v>
                </c:pt>
                <c:pt idx="8458">
                  <c:v>6.0</c:v>
                </c:pt>
                <c:pt idx="8459">
                  <c:v>6.0</c:v>
                </c:pt>
                <c:pt idx="8460">
                  <c:v>6.0</c:v>
                </c:pt>
                <c:pt idx="8461">
                  <c:v>6.0</c:v>
                </c:pt>
                <c:pt idx="8462">
                  <c:v>6.0</c:v>
                </c:pt>
                <c:pt idx="8463">
                  <c:v>6.0</c:v>
                </c:pt>
                <c:pt idx="8464">
                  <c:v>6.0</c:v>
                </c:pt>
                <c:pt idx="8465">
                  <c:v>6.0</c:v>
                </c:pt>
                <c:pt idx="8466">
                  <c:v>6.0</c:v>
                </c:pt>
                <c:pt idx="8467">
                  <c:v>6.0</c:v>
                </c:pt>
                <c:pt idx="8468">
                  <c:v>6.0</c:v>
                </c:pt>
                <c:pt idx="8469">
                  <c:v>6.0</c:v>
                </c:pt>
                <c:pt idx="8470">
                  <c:v>6.0</c:v>
                </c:pt>
                <c:pt idx="8471">
                  <c:v>6.0</c:v>
                </c:pt>
                <c:pt idx="8472">
                  <c:v>6.0</c:v>
                </c:pt>
                <c:pt idx="8473">
                  <c:v>6.0</c:v>
                </c:pt>
                <c:pt idx="8474">
                  <c:v>6.0</c:v>
                </c:pt>
                <c:pt idx="8475">
                  <c:v>6.0</c:v>
                </c:pt>
                <c:pt idx="8476">
                  <c:v>6.0</c:v>
                </c:pt>
                <c:pt idx="8477">
                  <c:v>6.0</c:v>
                </c:pt>
                <c:pt idx="8478">
                  <c:v>6.0</c:v>
                </c:pt>
                <c:pt idx="8479">
                  <c:v>6.0</c:v>
                </c:pt>
                <c:pt idx="8480">
                  <c:v>6.0</c:v>
                </c:pt>
                <c:pt idx="8481">
                  <c:v>6.0</c:v>
                </c:pt>
                <c:pt idx="8482">
                  <c:v>6.0</c:v>
                </c:pt>
                <c:pt idx="8483">
                  <c:v>6.0</c:v>
                </c:pt>
                <c:pt idx="8484">
                  <c:v>6.0</c:v>
                </c:pt>
                <c:pt idx="8485">
                  <c:v>6.0</c:v>
                </c:pt>
                <c:pt idx="8486">
                  <c:v>6.0</c:v>
                </c:pt>
                <c:pt idx="8487">
                  <c:v>6.0</c:v>
                </c:pt>
                <c:pt idx="8488">
                  <c:v>6.0</c:v>
                </c:pt>
                <c:pt idx="8489">
                  <c:v>6.0</c:v>
                </c:pt>
                <c:pt idx="8490">
                  <c:v>6.0</c:v>
                </c:pt>
                <c:pt idx="8491">
                  <c:v>6.0</c:v>
                </c:pt>
                <c:pt idx="8492">
                  <c:v>6.0</c:v>
                </c:pt>
                <c:pt idx="8493">
                  <c:v>6.0</c:v>
                </c:pt>
                <c:pt idx="8494">
                  <c:v>6.0</c:v>
                </c:pt>
                <c:pt idx="8495">
                  <c:v>6.0</c:v>
                </c:pt>
                <c:pt idx="8496">
                  <c:v>6.0</c:v>
                </c:pt>
                <c:pt idx="8497">
                  <c:v>6.0</c:v>
                </c:pt>
                <c:pt idx="8498">
                  <c:v>6.0</c:v>
                </c:pt>
                <c:pt idx="8499">
                  <c:v>6.0</c:v>
                </c:pt>
                <c:pt idx="8500">
                  <c:v>6.0</c:v>
                </c:pt>
                <c:pt idx="8501">
                  <c:v>6.0</c:v>
                </c:pt>
                <c:pt idx="8502">
                  <c:v>6.0</c:v>
                </c:pt>
                <c:pt idx="8503">
                  <c:v>6.0</c:v>
                </c:pt>
                <c:pt idx="8504">
                  <c:v>6.0</c:v>
                </c:pt>
                <c:pt idx="8505">
                  <c:v>6.0</c:v>
                </c:pt>
                <c:pt idx="8506">
                  <c:v>6.0</c:v>
                </c:pt>
                <c:pt idx="8507">
                  <c:v>6.0</c:v>
                </c:pt>
                <c:pt idx="8508">
                  <c:v>6.0</c:v>
                </c:pt>
                <c:pt idx="8509">
                  <c:v>6.0</c:v>
                </c:pt>
                <c:pt idx="8510">
                  <c:v>6.0</c:v>
                </c:pt>
                <c:pt idx="8511">
                  <c:v>6.0</c:v>
                </c:pt>
                <c:pt idx="8512">
                  <c:v>6.0</c:v>
                </c:pt>
                <c:pt idx="8513">
                  <c:v>6.0</c:v>
                </c:pt>
                <c:pt idx="8514">
                  <c:v>6.0</c:v>
                </c:pt>
                <c:pt idx="8515">
                  <c:v>6.0</c:v>
                </c:pt>
                <c:pt idx="8516">
                  <c:v>6.0</c:v>
                </c:pt>
                <c:pt idx="8517">
                  <c:v>6.0</c:v>
                </c:pt>
                <c:pt idx="8518">
                  <c:v>6.0</c:v>
                </c:pt>
                <c:pt idx="8519">
                  <c:v>6.0</c:v>
                </c:pt>
                <c:pt idx="8520">
                  <c:v>6.0</c:v>
                </c:pt>
                <c:pt idx="8521">
                  <c:v>6.0</c:v>
                </c:pt>
                <c:pt idx="8522">
                  <c:v>6.0</c:v>
                </c:pt>
                <c:pt idx="8523">
                  <c:v>6.0</c:v>
                </c:pt>
                <c:pt idx="8524">
                  <c:v>6.0</c:v>
                </c:pt>
                <c:pt idx="8525">
                  <c:v>6.0</c:v>
                </c:pt>
                <c:pt idx="8526">
                  <c:v>6.0</c:v>
                </c:pt>
                <c:pt idx="8527">
                  <c:v>6.0</c:v>
                </c:pt>
                <c:pt idx="8528">
                  <c:v>6.0</c:v>
                </c:pt>
                <c:pt idx="8529">
                  <c:v>6.0</c:v>
                </c:pt>
                <c:pt idx="8530">
                  <c:v>6.0</c:v>
                </c:pt>
                <c:pt idx="8531">
                  <c:v>6.0</c:v>
                </c:pt>
                <c:pt idx="8532">
                  <c:v>6.0</c:v>
                </c:pt>
                <c:pt idx="8533">
                  <c:v>6.0</c:v>
                </c:pt>
                <c:pt idx="8534">
                  <c:v>6.0</c:v>
                </c:pt>
                <c:pt idx="8535">
                  <c:v>6.0</c:v>
                </c:pt>
                <c:pt idx="8536">
                  <c:v>6.0</c:v>
                </c:pt>
                <c:pt idx="8537">
                  <c:v>6.0</c:v>
                </c:pt>
                <c:pt idx="8538">
                  <c:v>6.0</c:v>
                </c:pt>
                <c:pt idx="8539">
                  <c:v>6.0</c:v>
                </c:pt>
                <c:pt idx="8540">
                  <c:v>6.0</c:v>
                </c:pt>
                <c:pt idx="8541">
                  <c:v>6.0</c:v>
                </c:pt>
                <c:pt idx="8542">
                  <c:v>6.0</c:v>
                </c:pt>
                <c:pt idx="8543">
                  <c:v>6.0</c:v>
                </c:pt>
                <c:pt idx="8544">
                  <c:v>6.0</c:v>
                </c:pt>
                <c:pt idx="8545">
                  <c:v>6.0</c:v>
                </c:pt>
                <c:pt idx="8546">
                  <c:v>6.0</c:v>
                </c:pt>
                <c:pt idx="8547">
                  <c:v>6.0</c:v>
                </c:pt>
                <c:pt idx="8548">
                  <c:v>6.0</c:v>
                </c:pt>
                <c:pt idx="8549">
                  <c:v>6.0</c:v>
                </c:pt>
                <c:pt idx="8550">
                  <c:v>6.0</c:v>
                </c:pt>
                <c:pt idx="8551">
                  <c:v>6.0</c:v>
                </c:pt>
                <c:pt idx="8552">
                  <c:v>6.0</c:v>
                </c:pt>
                <c:pt idx="8553">
                  <c:v>6.0</c:v>
                </c:pt>
                <c:pt idx="8554">
                  <c:v>6.0</c:v>
                </c:pt>
                <c:pt idx="8555">
                  <c:v>6.0</c:v>
                </c:pt>
                <c:pt idx="8556">
                  <c:v>6.0</c:v>
                </c:pt>
                <c:pt idx="8557">
                  <c:v>6.0</c:v>
                </c:pt>
                <c:pt idx="8558">
                  <c:v>6.0</c:v>
                </c:pt>
                <c:pt idx="8559">
                  <c:v>6.0</c:v>
                </c:pt>
                <c:pt idx="8560">
                  <c:v>6.0</c:v>
                </c:pt>
                <c:pt idx="8561">
                  <c:v>6.0</c:v>
                </c:pt>
                <c:pt idx="8562">
                  <c:v>6.0</c:v>
                </c:pt>
                <c:pt idx="8563">
                  <c:v>6.0</c:v>
                </c:pt>
                <c:pt idx="8564">
                  <c:v>6.0</c:v>
                </c:pt>
                <c:pt idx="8565">
                  <c:v>6.0</c:v>
                </c:pt>
                <c:pt idx="8566">
                  <c:v>6.0</c:v>
                </c:pt>
                <c:pt idx="8567">
                  <c:v>6.0</c:v>
                </c:pt>
                <c:pt idx="8568">
                  <c:v>6.0</c:v>
                </c:pt>
                <c:pt idx="8569">
                  <c:v>6.0</c:v>
                </c:pt>
                <c:pt idx="8570">
                  <c:v>6.0</c:v>
                </c:pt>
                <c:pt idx="8571">
                  <c:v>6.0</c:v>
                </c:pt>
                <c:pt idx="8572">
                  <c:v>6.0</c:v>
                </c:pt>
                <c:pt idx="8573">
                  <c:v>6.0</c:v>
                </c:pt>
                <c:pt idx="8574">
                  <c:v>6.0</c:v>
                </c:pt>
                <c:pt idx="8575">
                  <c:v>6.0</c:v>
                </c:pt>
                <c:pt idx="8576">
                  <c:v>6.0</c:v>
                </c:pt>
                <c:pt idx="8577">
                  <c:v>6.0</c:v>
                </c:pt>
                <c:pt idx="8578">
                  <c:v>6.0</c:v>
                </c:pt>
                <c:pt idx="8579">
                  <c:v>6.0</c:v>
                </c:pt>
                <c:pt idx="8580">
                  <c:v>6.0</c:v>
                </c:pt>
                <c:pt idx="8581">
                  <c:v>6.0</c:v>
                </c:pt>
                <c:pt idx="8582">
                  <c:v>6.0</c:v>
                </c:pt>
                <c:pt idx="8583">
                  <c:v>6.0</c:v>
                </c:pt>
                <c:pt idx="8584">
                  <c:v>6.0</c:v>
                </c:pt>
                <c:pt idx="8585">
                  <c:v>6.0</c:v>
                </c:pt>
                <c:pt idx="8586">
                  <c:v>6.0</c:v>
                </c:pt>
                <c:pt idx="8587">
                  <c:v>6.0</c:v>
                </c:pt>
                <c:pt idx="8588">
                  <c:v>6.0</c:v>
                </c:pt>
                <c:pt idx="8589">
                  <c:v>6.0</c:v>
                </c:pt>
                <c:pt idx="8590">
                  <c:v>6.0</c:v>
                </c:pt>
                <c:pt idx="8591">
                  <c:v>6.0</c:v>
                </c:pt>
                <c:pt idx="8592">
                  <c:v>6.0</c:v>
                </c:pt>
                <c:pt idx="8593">
                  <c:v>6.0</c:v>
                </c:pt>
                <c:pt idx="8594">
                  <c:v>6.0</c:v>
                </c:pt>
                <c:pt idx="8595">
                  <c:v>6.0</c:v>
                </c:pt>
                <c:pt idx="8596">
                  <c:v>6.0</c:v>
                </c:pt>
                <c:pt idx="8597">
                  <c:v>6.0</c:v>
                </c:pt>
                <c:pt idx="8598">
                  <c:v>6.0</c:v>
                </c:pt>
                <c:pt idx="8599">
                  <c:v>6.0</c:v>
                </c:pt>
                <c:pt idx="8600">
                  <c:v>6.0</c:v>
                </c:pt>
                <c:pt idx="8601">
                  <c:v>6.0</c:v>
                </c:pt>
                <c:pt idx="8602">
                  <c:v>6.0</c:v>
                </c:pt>
                <c:pt idx="8603">
                  <c:v>6.0</c:v>
                </c:pt>
                <c:pt idx="8604">
                  <c:v>6.0</c:v>
                </c:pt>
                <c:pt idx="8605">
                  <c:v>6.0</c:v>
                </c:pt>
                <c:pt idx="8606">
                  <c:v>6.0</c:v>
                </c:pt>
                <c:pt idx="8607">
                  <c:v>6.0</c:v>
                </c:pt>
                <c:pt idx="8608">
                  <c:v>6.0</c:v>
                </c:pt>
                <c:pt idx="8609">
                  <c:v>6.0</c:v>
                </c:pt>
                <c:pt idx="8610">
                  <c:v>6.0</c:v>
                </c:pt>
                <c:pt idx="8611">
                  <c:v>6.0</c:v>
                </c:pt>
                <c:pt idx="8612">
                  <c:v>6.0</c:v>
                </c:pt>
                <c:pt idx="8613">
                  <c:v>6.0</c:v>
                </c:pt>
                <c:pt idx="8614">
                  <c:v>6.0</c:v>
                </c:pt>
                <c:pt idx="8615">
                  <c:v>6.0</c:v>
                </c:pt>
                <c:pt idx="8616">
                  <c:v>6.0</c:v>
                </c:pt>
                <c:pt idx="8617">
                  <c:v>6.0</c:v>
                </c:pt>
                <c:pt idx="8618">
                  <c:v>6.0</c:v>
                </c:pt>
                <c:pt idx="8619">
                  <c:v>6.0</c:v>
                </c:pt>
                <c:pt idx="8620">
                  <c:v>6.0</c:v>
                </c:pt>
                <c:pt idx="8621">
                  <c:v>6.0</c:v>
                </c:pt>
                <c:pt idx="8622">
                  <c:v>6.0</c:v>
                </c:pt>
                <c:pt idx="8623">
                  <c:v>6.0</c:v>
                </c:pt>
                <c:pt idx="8624">
                  <c:v>6.0</c:v>
                </c:pt>
                <c:pt idx="8625">
                  <c:v>6.0</c:v>
                </c:pt>
                <c:pt idx="8626">
                  <c:v>6.0</c:v>
                </c:pt>
                <c:pt idx="8627">
                  <c:v>6.0</c:v>
                </c:pt>
                <c:pt idx="8628">
                  <c:v>6.0</c:v>
                </c:pt>
                <c:pt idx="8629">
                  <c:v>6.0</c:v>
                </c:pt>
                <c:pt idx="8630">
                  <c:v>6.0</c:v>
                </c:pt>
                <c:pt idx="8631">
                  <c:v>6.0</c:v>
                </c:pt>
                <c:pt idx="8632">
                  <c:v>6.0</c:v>
                </c:pt>
                <c:pt idx="8633">
                  <c:v>6.0</c:v>
                </c:pt>
                <c:pt idx="8634">
                  <c:v>6.0</c:v>
                </c:pt>
                <c:pt idx="8635">
                  <c:v>6.0</c:v>
                </c:pt>
                <c:pt idx="8636">
                  <c:v>6.0</c:v>
                </c:pt>
                <c:pt idx="8637">
                  <c:v>6.0</c:v>
                </c:pt>
                <c:pt idx="8638">
                  <c:v>6.0</c:v>
                </c:pt>
                <c:pt idx="8639">
                  <c:v>6.0</c:v>
                </c:pt>
                <c:pt idx="8640">
                  <c:v>6.0</c:v>
                </c:pt>
                <c:pt idx="8641">
                  <c:v>6.0</c:v>
                </c:pt>
                <c:pt idx="8642">
                  <c:v>6.0</c:v>
                </c:pt>
                <c:pt idx="8643">
                  <c:v>6.0</c:v>
                </c:pt>
                <c:pt idx="8644">
                  <c:v>6.0</c:v>
                </c:pt>
                <c:pt idx="8645">
                  <c:v>6.0</c:v>
                </c:pt>
                <c:pt idx="8646">
                  <c:v>6.0</c:v>
                </c:pt>
                <c:pt idx="8647">
                  <c:v>6.0</c:v>
                </c:pt>
                <c:pt idx="8648">
                  <c:v>6.0</c:v>
                </c:pt>
                <c:pt idx="8649">
                  <c:v>6.0</c:v>
                </c:pt>
                <c:pt idx="8650">
                  <c:v>6.0</c:v>
                </c:pt>
                <c:pt idx="8651">
                  <c:v>6.0</c:v>
                </c:pt>
                <c:pt idx="8652">
                  <c:v>6.0</c:v>
                </c:pt>
                <c:pt idx="8653">
                  <c:v>6.0</c:v>
                </c:pt>
                <c:pt idx="8654">
                  <c:v>6.0</c:v>
                </c:pt>
                <c:pt idx="8655">
                  <c:v>6.0</c:v>
                </c:pt>
                <c:pt idx="8656">
                  <c:v>6.0</c:v>
                </c:pt>
                <c:pt idx="8657">
                  <c:v>6.0</c:v>
                </c:pt>
                <c:pt idx="8658">
                  <c:v>6.0</c:v>
                </c:pt>
                <c:pt idx="8659">
                  <c:v>6.0</c:v>
                </c:pt>
                <c:pt idx="8660">
                  <c:v>6.0</c:v>
                </c:pt>
                <c:pt idx="8661">
                  <c:v>6.0</c:v>
                </c:pt>
                <c:pt idx="8662">
                  <c:v>6.0</c:v>
                </c:pt>
                <c:pt idx="8663">
                  <c:v>6.0</c:v>
                </c:pt>
                <c:pt idx="8664">
                  <c:v>6.0</c:v>
                </c:pt>
                <c:pt idx="8665">
                  <c:v>6.0</c:v>
                </c:pt>
                <c:pt idx="8666">
                  <c:v>6.0</c:v>
                </c:pt>
                <c:pt idx="8667">
                  <c:v>6.0</c:v>
                </c:pt>
                <c:pt idx="8668">
                  <c:v>6.0</c:v>
                </c:pt>
                <c:pt idx="8669">
                  <c:v>6.0</c:v>
                </c:pt>
                <c:pt idx="8670">
                  <c:v>6.0</c:v>
                </c:pt>
                <c:pt idx="8671">
                  <c:v>6.0</c:v>
                </c:pt>
                <c:pt idx="8672">
                  <c:v>6.0</c:v>
                </c:pt>
                <c:pt idx="8673">
                  <c:v>6.0</c:v>
                </c:pt>
                <c:pt idx="8674">
                  <c:v>6.0</c:v>
                </c:pt>
                <c:pt idx="8675">
                  <c:v>6.0</c:v>
                </c:pt>
                <c:pt idx="8676">
                  <c:v>6.0</c:v>
                </c:pt>
                <c:pt idx="8677">
                  <c:v>6.0</c:v>
                </c:pt>
                <c:pt idx="8678">
                  <c:v>6.0</c:v>
                </c:pt>
                <c:pt idx="8679">
                  <c:v>6.0</c:v>
                </c:pt>
                <c:pt idx="8680">
                  <c:v>6.0</c:v>
                </c:pt>
                <c:pt idx="8681">
                  <c:v>6.0</c:v>
                </c:pt>
                <c:pt idx="8682">
                  <c:v>6.0</c:v>
                </c:pt>
                <c:pt idx="8683">
                  <c:v>6.0</c:v>
                </c:pt>
                <c:pt idx="8684">
                  <c:v>6.0</c:v>
                </c:pt>
                <c:pt idx="8685">
                  <c:v>6.0</c:v>
                </c:pt>
                <c:pt idx="8686">
                  <c:v>6.0</c:v>
                </c:pt>
                <c:pt idx="8687">
                  <c:v>6.0</c:v>
                </c:pt>
                <c:pt idx="8688">
                  <c:v>6.0</c:v>
                </c:pt>
                <c:pt idx="8689">
                  <c:v>6.0</c:v>
                </c:pt>
                <c:pt idx="8690">
                  <c:v>6.0</c:v>
                </c:pt>
                <c:pt idx="8691">
                  <c:v>6.0</c:v>
                </c:pt>
                <c:pt idx="8692">
                  <c:v>6.0</c:v>
                </c:pt>
                <c:pt idx="8693">
                  <c:v>6.0</c:v>
                </c:pt>
                <c:pt idx="8694">
                  <c:v>6.0</c:v>
                </c:pt>
                <c:pt idx="8695">
                  <c:v>6.0</c:v>
                </c:pt>
                <c:pt idx="8696">
                  <c:v>6.0</c:v>
                </c:pt>
                <c:pt idx="8697">
                  <c:v>6.0</c:v>
                </c:pt>
                <c:pt idx="8698">
                  <c:v>6.0</c:v>
                </c:pt>
                <c:pt idx="8699">
                  <c:v>6.0</c:v>
                </c:pt>
                <c:pt idx="8700">
                  <c:v>6.0</c:v>
                </c:pt>
                <c:pt idx="8701">
                  <c:v>6.0</c:v>
                </c:pt>
                <c:pt idx="8702">
                  <c:v>6.0</c:v>
                </c:pt>
                <c:pt idx="8703">
                  <c:v>6.0</c:v>
                </c:pt>
                <c:pt idx="8704">
                  <c:v>6.0</c:v>
                </c:pt>
                <c:pt idx="8705">
                  <c:v>6.0</c:v>
                </c:pt>
                <c:pt idx="8706">
                  <c:v>6.0</c:v>
                </c:pt>
                <c:pt idx="8707">
                  <c:v>6.0</c:v>
                </c:pt>
                <c:pt idx="8708">
                  <c:v>6.0</c:v>
                </c:pt>
                <c:pt idx="8709">
                  <c:v>6.0</c:v>
                </c:pt>
                <c:pt idx="8710">
                  <c:v>6.0</c:v>
                </c:pt>
                <c:pt idx="8711">
                  <c:v>6.0</c:v>
                </c:pt>
                <c:pt idx="8712">
                  <c:v>6.0</c:v>
                </c:pt>
                <c:pt idx="8713">
                  <c:v>6.0</c:v>
                </c:pt>
                <c:pt idx="8714">
                  <c:v>6.0</c:v>
                </c:pt>
                <c:pt idx="8715">
                  <c:v>6.0</c:v>
                </c:pt>
                <c:pt idx="8716">
                  <c:v>6.0</c:v>
                </c:pt>
                <c:pt idx="8717">
                  <c:v>6.0</c:v>
                </c:pt>
                <c:pt idx="8718">
                  <c:v>6.0</c:v>
                </c:pt>
                <c:pt idx="8719">
                  <c:v>6.0</c:v>
                </c:pt>
                <c:pt idx="8720">
                  <c:v>6.0</c:v>
                </c:pt>
                <c:pt idx="8721">
                  <c:v>6.0</c:v>
                </c:pt>
                <c:pt idx="8722">
                  <c:v>6.0</c:v>
                </c:pt>
                <c:pt idx="8723">
                  <c:v>6.0</c:v>
                </c:pt>
                <c:pt idx="8724">
                  <c:v>6.0</c:v>
                </c:pt>
                <c:pt idx="8725">
                  <c:v>6.0</c:v>
                </c:pt>
                <c:pt idx="8726">
                  <c:v>6.0</c:v>
                </c:pt>
                <c:pt idx="8727">
                  <c:v>6.0</c:v>
                </c:pt>
                <c:pt idx="8728">
                  <c:v>6.0</c:v>
                </c:pt>
                <c:pt idx="8729">
                  <c:v>6.0</c:v>
                </c:pt>
                <c:pt idx="8730">
                  <c:v>6.0</c:v>
                </c:pt>
                <c:pt idx="8731">
                  <c:v>6.0</c:v>
                </c:pt>
                <c:pt idx="8732">
                  <c:v>6.0</c:v>
                </c:pt>
                <c:pt idx="8733">
                  <c:v>6.0</c:v>
                </c:pt>
                <c:pt idx="8734">
                  <c:v>6.0</c:v>
                </c:pt>
                <c:pt idx="8735">
                  <c:v>6.0</c:v>
                </c:pt>
                <c:pt idx="8736">
                  <c:v>6.0</c:v>
                </c:pt>
                <c:pt idx="8737">
                  <c:v>6.0</c:v>
                </c:pt>
                <c:pt idx="8738">
                  <c:v>6.0</c:v>
                </c:pt>
                <c:pt idx="8739">
                  <c:v>6.0</c:v>
                </c:pt>
                <c:pt idx="8740">
                  <c:v>6.0</c:v>
                </c:pt>
                <c:pt idx="8741">
                  <c:v>6.0</c:v>
                </c:pt>
                <c:pt idx="8742">
                  <c:v>6.0</c:v>
                </c:pt>
                <c:pt idx="8743">
                  <c:v>6.0</c:v>
                </c:pt>
                <c:pt idx="8744">
                  <c:v>6.0</c:v>
                </c:pt>
                <c:pt idx="8745">
                  <c:v>6.0</c:v>
                </c:pt>
                <c:pt idx="8746">
                  <c:v>6.0</c:v>
                </c:pt>
                <c:pt idx="8747">
                  <c:v>6.0</c:v>
                </c:pt>
                <c:pt idx="8748">
                  <c:v>6.0</c:v>
                </c:pt>
                <c:pt idx="8749">
                  <c:v>6.0</c:v>
                </c:pt>
                <c:pt idx="8750">
                  <c:v>6.0</c:v>
                </c:pt>
                <c:pt idx="8751">
                  <c:v>6.0</c:v>
                </c:pt>
                <c:pt idx="8752">
                  <c:v>6.0</c:v>
                </c:pt>
                <c:pt idx="8753">
                  <c:v>6.0</c:v>
                </c:pt>
                <c:pt idx="8754">
                  <c:v>6.0</c:v>
                </c:pt>
                <c:pt idx="8755">
                  <c:v>6.0</c:v>
                </c:pt>
                <c:pt idx="8756">
                  <c:v>6.0</c:v>
                </c:pt>
                <c:pt idx="8757">
                  <c:v>6.0</c:v>
                </c:pt>
                <c:pt idx="8758">
                  <c:v>6.0</c:v>
                </c:pt>
                <c:pt idx="8759">
                  <c:v>6.0</c:v>
                </c:pt>
                <c:pt idx="8760">
                  <c:v>6.0</c:v>
                </c:pt>
                <c:pt idx="8761">
                  <c:v>6.0</c:v>
                </c:pt>
                <c:pt idx="8762">
                  <c:v>6.0</c:v>
                </c:pt>
                <c:pt idx="8763">
                  <c:v>6.0</c:v>
                </c:pt>
                <c:pt idx="8764">
                  <c:v>6.0</c:v>
                </c:pt>
                <c:pt idx="8765">
                  <c:v>6.0</c:v>
                </c:pt>
                <c:pt idx="8766">
                  <c:v>6.0</c:v>
                </c:pt>
                <c:pt idx="8767">
                  <c:v>6.0</c:v>
                </c:pt>
                <c:pt idx="8768">
                  <c:v>6.0</c:v>
                </c:pt>
                <c:pt idx="8769">
                  <c:v>6.0</c:v>
                </c:pt>
                <c:pt idx="8770">
                  <c:v>6.0</c:v>
                </c:pt>
                <c:pt idx="8771">
                  <c:v>6.0</c:v>
                </c:pt>
                <c:pt idx="8772">
                  <c:v>6.0</c:v>
                </c:pt>
                <c:pt idx="8773">
                  <c:v>6.0</c:v>
                </c:pt>
                <c:pt idx="8774">
                  <c:v>6.0</c:v>
                </c:pt>
                <c:pt idx="8775">
                  <c:v>6.0</c:v>
                </c:pt>
                <c:pt idx="8776">
                  <c:v>6.0</c:v>
                </c:pt>
                <c:pt idx="8777">
                  <c:v>6.0</c:v>
                </c:pt>
                <c:pt idx="8778">
                  <c:v>6.0</c:v>
                </c:pt>
                <c:pt idx="8779">
                  <c:v>6.0</c:v>
                </c:pt>
                <c:pt idx="8780">
                  <c:v>6.0</c:v>
                </c:pt>
                <c:pt idx="8781">
                  <c:v>6.0</c:v>
                </c:pt>
                <c:pt idx="8782">
                  <c:v>6.0</c:v>
                </c:pt>
                <c:pt idx="8783">
                  <c:v>6.0</c:v>
                </c:pt>
                <c:pt idx="8784">
                  <c:v>6.0</c:v>
                </c:pt>
                <c:pt idx="8785">
                  <c:v>6.0</c:v>
                </c:pt>
                <c:pt idx="8786">
                  <c:v>6.0</c:v>
                </c:pt>
                <c:pt idx="8787">
                  <c:v>6.0</c:v>
                </c:pt>
                <c:pt idx="8788">
                  <c:v>6.0</c:v>
                </c:pt>
                <c:pt idx="8789">
                  <c:v>6.0</c:v>
                </c:pt>
                <c:pt idx="8790">
                  <c:v>6.0</c:v>
                </c:pt>
                <c:pt idx="8791">
                  <c:v>6.0</c:v>
                </c:pt>
                <c:pt idx="8792">
                  <c:v>6.0</c:v>
                </c:pt>
                <c:pt idx="8793">
                  <c:v>6.0</c:v>
                </c:pt>
                <c:pt idx="8794">
                  <c:v>6.0</c:v>
                </c:pt>
                <c:pt idx="8795">
                  <c:v>6.0</c:v>
                </c:pt>
                <c:pt idx="8796">
                  <c:v>6.0</c:v>
                </c:pt>
                <c:pt idx="8797">
                  <c:v>6.0</c:v>
                </c:pt>
                <c:pt idx="8798">
                  <c:v>6.0</c:v>
                </c:pt>
                <c:pt idx="8799">
                  <c:v>6.0</c:v>
                </c:pt>
                <c:pt idx="8800">
                  <c:v>6.0</c:v>
                </c:pt>
                <c:pt idx="8801">
                  <c:v>6.0</c:v>
                </c:pt>
                <c:pt idx="8802">
                  <c:v>6.0</c:v>
                </c:pt>
                <c:pt idx="8803">
                  <c:v>6.0</c:v>
                </c:pt>
                <c:pt idx="8804">
                  <c:v>6.0</c:v>
                </c:pt>
                <c:pt idx="8805">
                  <c:v>6.0</c:v>
                </c:pt>
                <c:pt idx="8806">
                  <c:v>6.0</c:v>
                </c:pt>
                <c:pt idx="8807">
                  <c:v>6.0</c:v>
                </c:pt>
                <c:pt idx="8808">
                  <c:v>6.0</c:v>
                </c:pt>
                <c:pt idx="8809">
                  <c:v>6.0</c:v>
                </c:pt>
                <c:pt idx="8810">
                  <c:v>6.0</c:v>
                </c:pt>
                <c:pt idx="8811">
                  <c:v>6.0</c:v>
                </c:pt>
                <c:pt idx="8812">
                  <c:v>6.0</c:v>
                </c:pt>
                <c:pt idx="8813">
                  <c:v>6.0</c:v>
                </c:pt>
                <c:pt idx="8814">
                  <c:v>6.0</c:v>
                </c:pt>
                <c:pt idx="8815">
                  <c:v>6.0</c:v>
                </c:pt>
                <c:pt idx="8816">
                  <c:v>6.0</c:v>
                </c:pt>
                <c:pt idx="8817">
                  <c:v>6.0</c:v>
                </c:pt>
                <c:pt idx="8818">
                  <c:v>6.0</c:v>
                </c:pt>
                <c:pt idx="8819">
                  <c:v>6.0</c:v>
                </c:pt>
                <c:pt idx="8820">
                  <c:v>6.0</c:v>
                </c:pt>
                <c:pt idx="8821">
                  <c:v>6.0</c:v>
                </c:pt>
                <c:pt idx="8822">
                  <c:v>6.0</c:v>
                </c:pt>
                <c:pt idx="8823">
                  <c:v>6.0</c:v>
                </c:pt>
                <c:pt idx="8824">
                  <c:v>6.0</c:v>
                </c:pt>
                <c:pt idx="8825">
                  <c:v>6.0</c:v>
                </c:pt>
                <c:pt idx="8826">
                  <c:v>6.0</c:v>
                </c:pt>
                <c:pt idx="8827">
                  <c:v>6.0</c:v>
                </c:pt>
                <c:pt idx="8828">
                  <c:v>6.0</c:v>
                </c:pt>
                <c:pt idx="8829">
                  <c:v>6.0</c:v>
                </c:pt>
                <c:pt idx="8830">
                  <c:v>6.0</c:v>
                </c:pt>
                <c:pt idx="8831">
                  <c:v>6.0</c:v>
                </c:pt>
                <c:pt idx="8832">
                  <c:v>6.0</c:v>
                </c:pt>
                <c:pt idx="8833">
                  <c:v>6.0</c:v>
                </c:pt>
                <c:pt idx="8834">
                  <c:v>6.0</c:v>
                </c:pt>
                <c:pt idx="8835">
                  <c:v>6.0</c:v>
                </c:pt>
                <c:pt idx="8836">
                  <c:v>6.0</c:v>
                </c:pt>
                <c:pt idx="8837">
                  <c:v>6.0</c:v>
                </c:pt>
                <c:pt idx="8838">
                  <c:v>6.0</c:v>
                </c:pt>
                <c:pt idx="8839">
                  <c:v>6.0</c:v>
                </c:pt>
                <c:pt idx="8840">
                  <c:v>6.0</c:v>
                </c:pt>
                <c:pt idx="8841">
                  <c:v>6.0</c:v>
                </c:pt>
                <c:pt idx="8842">
                  <c:v>6.0</c:v>
                </c:pt>
                <c:pt idx="8843">
                  <c:v>6.0</c:v>
                </c:pt>
                <c:pt idx="8844">
                  <c:v>6.0</c:v>
                </c:pt>
                <c:pt idx="8845">
                  <c:v>6.0</c:v>
                </c:pt>
                <c:pt idx="8846">
                  <c:v>6.0</c:v>
                </c:pt>
                <c:pt idx="8847">
                  <c:v>6.0</c:v>
                </c:pt>
                <c:pt idx="8848">
                  <c:v>6.0</c:v>
                </c:pt>
                <c:pt idx="8849">
                  <c:v>6.0</c:v>
                </c:pt>
                <c:pt idx="8850">
                  <c:v>6.0</c:v>
                </c:pt>
                <c:pt idx="8851">
                  <c:v>6.0</c:v>
                </c:pt>
                <c:pt idx="8852">
                  <c:v>6.0</c:v>
                </c:pt>
                <c:pt idx="8853">
                  <c:v>6.0</c:v>
                </c:pt>
                <c:pt idx="8854">
                  <c:v>6.0</c:v>
                </c:pt>
                <c:pt idx="8855">
                  <c:v>6.0</c:v>
                </c:pt>
                <c:pt idx="8856">
                  <c:v>6.0</c:v>
                </c:pt>
                <c:pt idx="8857">
                  <c:v>6.0</c:v>
                </c:pt>
                <c:pt idx="8858">
                  <c:v>6.0</c:v>
                </c:pt>
                <c:pt idx="8859">
                  <c:v>6.0</c:v>
                </c:pt>
                <c:pt idx="8860">
                  <c:v>6.0</c:v>
                </c:pt>
                <c:pt idx="8861">
                  <c:v>6.0</c:v>
                </c:pt>
                <c:pt idx="8862">
                  <c:v>6.0</c:v>
                </c:pt>
                <c:pt idx="8863">
                  <c:v>6.0</c:v>
                </c:pt>
                <c:pt idx="8864">
                  <c:v>6.0</c:v>
                </c:pt>
                <c:pt idx="8865">
                  <c:v>6.0</c:v>
                </c:pt>
                <c:pt idx="8866">
                  <c:v>6.0</c:v>
                </c:pt>
                <c:pt idx="8867">
                  <c:v>6.0</c:v>
                </c:pt>
                <c:pt idx="8868">
                  <c:v>6.0</c:v>
                </c:pt>
                <c:pt idx="8869">
                  <c:v>6.0</c:v>
                </c:pt>
                <c:pt idx="8870">
                  <c:v>6.0</c:v>
                </c:pt>
                <c:pt idx="8871">
                  <c:v>6.0</c:v>
                </c:pt>
                <c:pt idx="8872">
                  <c:v>6.0</c:v>
                </c:pt>
                <c:pt idx="8873">
                  <c:v>6.0</c:v>
                </c:pt>
                <c:pt idx="8874">
                  <c:v>6.0</c:v>
                </c:pt>
                <c:pt idx="8875">
                  <c:v>6.0</c:v>
                </c:pt>
                <c:pt idx="8876">
                  <c:v>6.0</c:v>
                </c:pt>
                <c:pt idx="8877">
                  <c:v>6.0</c:v>
                </c:pt>
                <c:pt idx="8878">
                  <c:v>6.0</c:v>
                </c:pt>
                <c:pt idx="8879">
                  <c:v>6.0</c:v>
                </c:pt>
                <c:pt idx="8880">
                  <c:v>6.0</c:v>
                </c:pt>
                <c:pt idx="8881">
                  <c:v>6.0</c:v>
                </c:pt>
                <c:pt idx="8882">
                  <c:v>6.0</c:v>
                </c:pt>
                <c:pt idx="8883">
                  <c:v>6.0</c:v>
                </c:pt>
                <c:pt idx="8884">
                  <c:v>6.0</c:v>
                </c:pt>
                <c:pt idx="8885">
                  <c:v>6.0</c:v>
                </c:pt>
                <c:pt idx="8886">
                  <c:v>6.0</c:v>
                </c:pt>
                <c:pt idx="8887">
                  <c:v>6.0</c:v>
                </c:pt>
                <c:pt idx="8888">
                  <c:v>6.0</c:v>
                </c:pt>
                <c:pt idx="8889">
                  <c:v>6.0</c:v>
                </c:pt>
                <c:pt idx="8890">
                  <c:v>6.0</c:v>
                </c:pt>
                <c:pt idx="8891">
                  <c:v>6.0</c:v>
                </c:pt>
                <c:pt idx="8892">
                  <c:v>6.0</c:v>
                </c:pt>
                <c:pt idx="8893">
                  <c:v>6.0</c:v>
                </c:pt>
                <c:pt idx="8894">
                  <c:v>6.0</c:v>
                </c:pt>
                <c:pt idx="8895">
                  <c:v>6.0</c:v>
                </c:pt>
                <c:pt idx="8896">
                  <c:v>6.0</c:v>
                </c:pt>
                <c:pt idx="8897">
                  <c:v>6.0</c:v>
                </c:pt>
                <c:pt idx="8898">
                  <c:v>6.0</c:v>
                </c:pt>
                <c:pt idx="8899">
                  <c:v>6.0</c:v>
                </c:pt>
                <c:pt idx="8900">
                  <c:v>6.0</c:v>
                </c:pt>
                <c:pt idx="8901">
                  <c:v>6.0</c:v>
                </c:pt>
                <c:pt idx="8902">
                  <c:v>6.0</c:v>
                </c:pt>
                <c:pt idx="8903">
                  <c:v>6.0</c:v>
                </c:pt>
                <c:pt idx="8904">
                  <c:v>6.0</c:v>
                </c:pt>
                <c:pt idx="8905">
                  <c:v>6.0</c:v>
                </c:pt>
                <c:pt idx="8906">
                  <c:v>6.0</c:v>
                </c:pt>
                <c:pt idx="8907">
                  <c:v>6.0</c:v>
                </c:pt>
                <c:pt idx="8908">
                  <c:v>6.0</c:v>
                </c:pt>
                <c:pt idx="8909">
                  <c:v>6.0</c:v>
                </c:pt>
                <c:pt idx="8910">
                  <c:v>6.0</c:v>
                </c:pt>
                <c:pt idx="8911">
                  <c:v>6.0</c:v>
                </c:pt>
                <c:pt idx="8912">
                  <c:v>6.0</c:v>
                </c:pt>
                <c:pt idx="8913">
                  <c:v>6.0</c:v>
                </c:pt>
                <c:pt idx="8914">
                  <c:v>6.0</c:v>
                </c:pt>
                <c:pt idx="8915">
                  <c:v>6.0</c:v>
                </c:pt>
                <c:pt idx="8916">
                  <c:v>6.0</c:v>
                </c:pt>
                <c:pt idx="8917">
                  <c:v>6.0</c:v>
                </c:pt>
                <c:pt idx="8918">
                  <c:v>6.0</c:v>
                </c:pt>
                <c:pt idx="8919">
                  <c:v>6.0</c:v>
                </c:pt>
                <c:pt idx="8920">
                  <c:v>6.0</c:v>
                </c:pt>
                <c:pt idx="8921">
                  <c:v>6.0</c:v>
                </c:pt>
                <c:pt idx="8922">
                  <c:v>6.0</c:v>
                </c:pt>
                <c:pt idx="8923">
                  <c:v>6.0</c:v>
                </c:pt>
                <c:pt idx="8924">
                  <c:v>6.0</c:v>
                </c:pt>
                <c:pt idx="8925">
                  <c:v>6.0</c:v>
                </c:pt>
                <c:pt idx="8926">
                  <c:v>6.0</c:v>
                </c:pt>
                <c:pt idx="8927">
                  <c:v>6.0</c:v>
                </c:pt>
                <c:pt idx="8928">
                  <c:v>6.0</c:v>
                </c:pt>
                <c:pt idx="8929">
                  <c:v>6.0</c:v>
                </c:pt>
                <c:pt idx="8930">
                  <c:v>6.0</c:v>
                </c:pt>
                <c:pt idx="8931">
                  <c:v>6.0</c:v>
                </c:pt>
                <c:pt idx="8932">
                  <c:v>6.0</c:v>
                </c:pt>
                <c:pt idx="8933">
                  <c:v>6.0</c:v>
                </c:pt>
                <c:pt idx="8934">
                  <c:v>6.0</c:v>
                </c:pt>
                <c:pt idx="8935">
                  <c:v>6.0</c:v>
                </c:pt>
                <c:pt idx="8936">
                  <c:v>6.0</c:v>
                </c:pt>
                <c:pt idx="8937">
                  <c:v>6.0</c:v>
                </c:pt>
                <c:pt idx="8938">
                  <c:v>6.0</c:v>
                </c:pt>
                <c:pt idx="8939">
                  <c:v>6.0</c:v>
                </c:pt>
                <c:pt idx="8940">
                  <c:v>6.0</c:v>
                </c:pt>
                <c:pt idx="8941">
                  <c:v>6.0</c:v>
                </c:pt>
                <c:pt idx="8942">
                  <c:v>6.0</c:v>
                </c:pt>
                <c:pt idx="8943">
                  <c:v>6.0</c:v>
                </c:pt>
                <c:pt idx="8944">
                  <c:v>6.0</c:v>
                </c:pt>
                <c:pt idx="8945">
                  <c:v>6.0</c:v>
                </c:pt>
                <c:pt idx="8946">
                  <c:v>6.0</c:v>
                </c:pt>
                <c:pt idx="8947">
                  <c:v>6.0</c:v>
                </c:pt>
                <c:pt idx="8948">
                  <c:v>6.0</c:v>
                </c:pt>
                <c:pt idx="8949">
                  <c:v>6.0</c:v>
                </c:pt>
                <c:pt idx="8950">
                  <c:v>6.0</c:v>
                </c:pt>
                <c:pt idx="8951">
                  <c:v>6.0</c:v>
                </c:pt>
                <c:pt idx="8952">
                  <c:v>6.0</c:v>
                </c:pt>
                <c:pt idx="8953">
                  <c:v>6.0</c:v>
                </c:pt>
                <c:pt idx="8954">
                  <c:v>6.0</c:v>
                </c:pt>
                <c:pt idx="8955">
                  <c:v>6.0</c:v>
                </c:pt>
                <c:pt idx="8956">
                  <c:v>6.0</c:v>
                </c:pt>
                <c:pt idx="8957">
                  <c:v>6.0</c:v>
                </c:pt>
                <c:pt idx="8958">
                  <c:v>6.0</c:v>
                </c:pt>
                <c:pt idx="8959">
                  <c:v>6.0</c:v>
                </c:pt>
                <c:pt idx="8960">
                  <c:v>6.0</c:v>
                </c:pt>
                <c:pt idx="8961">
                  <c:v>6.0</c:v>
                </c:pt>
                <c:pt idx="8962">
                  <c:v>6.0</c:v>
                </c:pt>
                <c:pt idx="8963">
                  <c:v>6.0</c:v>
                </c:pt>
                <c:pt idx="8964">
                  <c:v>6.0</c:v>
                </c:pt>
                <c:pt idx="8965">
                  <c:v>6.0</c:v>
                </c:pt>
                <c:pt idx="8966">
                  <c:v>6.0</c:v>
                </c:pt>
                <c:pt idx="8967">
                  <c:v>6.0</c:v>
                </c:pt>
                <c:pt idx="8968">
                  <c:v>6.0</c:v>
                </c:pt>
                <c:pt idx="8969">
                  <c:v>6.0</c:v>
                </c:pt>
                <c:pt idx="8970">
                  <c:v>6.0</c:v>
                </c:pt>
                <c:pt idx="8971">
                  <c:v>6.0</c:v>
                </c:pt>
                <c:pt idx="8972">
                  <c:v>6.0</c:v>
                </c:pt>
                <c:pt idx="8973">
                  <c:v>6.0</c:v>
                </c:pt>
                <c:pt idx="8974">
                  <c:v>6.0</c:v>
                </c:pt>
                <c:pt idx="8975">
                  <c:v>6.0</c:v>
                </c:pt>
                <c:pt idx="8976">
                  <c:v>6.0</c:v>
                </c:pt>
                <c:pt idx="8977">
                  <c:v>6.0</c:v>
                </c:pt>
                <c:pt idx="8978">
                  <c:v>6.0</c:v>
                </c:pt>
                <c:pt idx="8979">
                  <c:v>6.0</c:v>
                </c:pt>
                <c:pt idx="8980">
                  <c:v>6.0</c:v>
                </c:pt>
                <c:pt idx="8981">
                  <c:v>6.0</c:v>
                </c:pt>
                <c:pt idx="8982">
                  <c:v>6.0</c:v>
                </c:pt>
                <c:pt idx="8983">
                  <c:v>6.0</c:v>
                </c:pt>
                <c:pt idx="8984">
                  <c:v>6.0</c:v>
                </c:pt>
                <c:pt idx="8985">
                  <c:v>6.0</c:v>
                </c:pt>
                <c:pt idx="8986">
                  <c:v>6.0</c:v>
                </c:pt>
                <c:pt idx="8987">
                  <c:v>6.0</c:v>
                </c:pt>
                <c:pt idx="8988">
                  <c:v>6.0</c:v>
                </c:pt>
                <c:pt idx="8989">
                  <c:v>6.0</c:v>
                </c:pt>
                <c:pt idx="8990">
                  <c:v>6.0</c:v>
                </c:pt>
                <c:pt idx="8991">
                  <c:v>6.0</c:v>
                </c:pt>
                <c:pt idx="8992">
                  <c:v>6.0</c:v>
                </c:pt>
                <c:pt idx="8993">
                  <c:v>6.0</c:v>
                </c:pt>
                <c:pt idx="8994">
                  <c:v>6.0</c:v>
                </c:pt>
                <c:pt idx="8995">
                  <c:v>6.0</c:v>
                </c:pt>
                <c:pt idx="8996">
                  <c:v>6.0</c:v>
                </c:pt>
                <c:pt idx="8997">
                  <c:v>6.0</c:v>
                </c:pt>
                <c:pt idx="8998">
                  <c:v>6.0</c:v>
                </c:pt>
                <c:pt idx="8999">
                  <c:v>6.0</c:v>
                </c:pt>
                <c:pt idx="9000">
                  <c:v>6.0</c:v>
                </c:pt>
                <c:pt idx="9001">
                  <c:v>6.0</c:v>
                </c:pt>
                <c:pt idx="9002">
                  <c:v>6.0</c:v>
                </c:pt>
                <c:pt idx="9003">
                  <c:v>6.0</c:v>
                </c:pt>
                <c:pt idx="9004">
                  <c:v>6.0</c:v>
                </c:pt>
                <c:pt idx="9005">
                  <c:v>6.0</c:v>
                </c:pt>
                <c:pt idx="9006">
                  <c:v>6.0</c:v>
                </c:pt>
                <c:pt idx="9007">
                  <c:v>6.0</c:v>
                </c:pt>
                <c:pt idx="9008">
                  <c:v>6.0</c:v>
                </c:pt>
                <c:pt idx="9009">
                  <c:v>6.0</c:v>
                </c:pt>
                <c:pt idx="9010">
                  <c:v>6.0</c:v>
                </c:pt>
                <c:pt idx="9011">
                  <c:v>6.0</c:v>
                </c:pt>
                <c:pt idx="9012">
                  <c:v>6.0</c:v>
                </c:pt>
                <c:pt idx="9013">
                  <c:v>6.0</c:v>
                </c:pt>
                <c:pt idx="9014">
                  <c:v>6.0</c:v>
                </c:pt>
                <c:pt idx="9015">
                  <c:v>6.0</c:v>
                </c:pt>
                <c:pt idx="9016">
                  <c:v>6.0</c:v>
                </c:pt>
                <c:pt idx="9017">
                  <c:v>6.0</c:v>
                </c:pt>
                <c:pt idx="9018">
                  <c:v>6.0</c:v>
                </c:pt>
                <c:pt idx="9019">
                  <c:v>6.0</c:v>
                </c:pt>
                <c:pt idx="9020">
                  <c:v>6.0</c:v>
                </c:pt>
                <c:pt idx="9021">
                  <c:v>6.0</c:v>
                </c:pt>
                <c:pt idx="9022">
                  <c:v>6.0</c:v>
                </c:pt>
                <c:pt idx="9023">
                  <c:v>6.0</c:v>
                </c:pt>
                <c:pt idx="9024">
                  <c:v>6.0</c:v>
                </c:pt>
                <c:pt idx="9025">
                  <c:v>6.0</c:v>
                </c:pt>
                <c:pt idx="9026">
                  <c:v>6.0</c:v>
                </c:pt>
                <c:pt idx="9027">
                  <c:v>6.0</c:v>
                </c:pt>
                <c:pt idx="9028">
                  <c:v>6.0</c:v>
                </c:pt>
                <c:pt idx="9029">
                  <c:v>6.0</c:v>
                </c:pt>
                <c:pt idx="9030">
                  <c:v>6.0</c:v>
                </c:pt>
                <c:pt idx="9031">
                  <c:v>6.0</c:v>
                </c:pt>
                <c:pt idx="9032">
                  <c:v>6.0</c:v>
                </c:pt>
                <c:pt idx="9033">
                  <c:v>6.0</c:v>
                </c:pt>
                <c:pt idx="9034">
                  <c:v>6.0</c:v>
                </c:pt>
                <c:pt idx="9035">
                  <c:v>6.0</c:v>
                </c:pt>
                <c:pt idx="9036">
                  <c:v>6.0</c:v>
                </c:pt>
                <c:pt idx="9037">
                  <c:v>6.0</c:v>
                </c:pt>
                <c:pt idx="9038">
                  <c:v>6.0</c:v>
                </c:pt>
                <c:pt idx="9039">
                  <c:v>6.0</c:v>
                </c:pt>
                <c:pt idx="9040">
                  <c:v>6.0</c:v>
                </c:pt>
                <c:pt idx="9041">
                  <c:v>6.0</c:v>
                </c:pt>
                <c:pt idx="9042">
                  <c:v>6.0</c:v>
                </c:pt>
                <c:pt idx="9043">
                  <c:v>6.0</c:v>
                </c:pt>
                <c:pt idx="9044">
                  <c:v>6.0</c:v>
                </c:pt>
                <c:pt idx="9045">
                  <c:v>6.0</c:v>
                </c:pt>
                <c:pt idx="9046">
                  <c:v>6.0</c:v>
                </c:pt>
                <c:pt idx="9047">
                  <c:v>6.0</c:v>
                </c:pt>
                <c:pt idx="9048">
                  <c:v>6.0</c:v>
                </c:pt>
                <c:pt idx="9049">
                  <c:v>6.0</c:v>
                </c:pt>
                <c:pt idx="9050">
                  <c:v>6.0</c:v>
                </c:pt>
                <c:pt idx="9051">
                  <c:v>6.0</c:v>
                </c:pt>
                <c:pt idx="9052">
                  <c:v>6.0</c:v>
                </c:pt>
                <c:pt idx="9053">
                  <c:v>6.0</c:v>
                </c:pt>
                <c:pt idx="9054">
                  <c:v>6.0</c:v>
                </c:pt>
                <c:pt idx="9055">
                  <c:v>6.0</c:v>
                </c:pt>
                <c:pt idx="9056">
                  <c:v>6.0</c:v>
                </c:pt>
                <c:pt idx="9057">
                  <c:v>6.0</c:v>
                </c:pt>
                <c:pt idx="9058">
                  <c:v>6.0</c:v>
                </c:pt>
                <c:pt idx="9059">
                  <c:v>6.0</c:v>
                </c:pt>
                <c:pt idx="9060">
                  <c:v>6.0</c:v>
                </c:pt>
                <c:pt idx="9061">
                  <c:v>6.0</c:v>
                </c:pt>
                <c:pt idx="9062">
                  <c:v>6.0</c:v>
                </c:pt>
                <c:pt idx="9063">
                  <c:v>6.0</c:v>
                </c:pt>
                <c:pt idx="9064">
                  <c:v>6.0</c:v>
                </c:pt>
                <c:pt idx="9065">
                  <c:v>6.0</c:v>
                </c:pt>
                <c:pt idx="9066">
                  <c:v>6.0</c:v>
                </c:pt>
                <c:pt idx="9067">
                  <c:v>6.0</c:v>
                </c:pt>
                <c:pt idx="9068">
                  <c:v>6.0</c:v>
                </c:pt>
                <c:pt idx="9069">
                  <c:v>6.0</c:v>
                </c:pt>
                <c:pt idx="9070">
                  <c:v>6.0</c:v>
                </c:pt>
                <c:pt idx="9071">
                  <c:v>6.0</c:v>
                </c:pt>
                <c:pt idx="9072">
                  <c:v>6.0</c:v>
                </c:pt>
                <c:pt idx="9073">
                  <c:v>6.0</c:v>
                </c:pt>
                <c:pt idx="9074">
                  <c:v>6.0</c:v>
                </c:pt>
                <c:pt idx="9075">
                  <c:v>6.0</c:v>
                </c:pt>
                <c:pt idx="9076">
                  <c:v>6.0</c:v>
                </c:pt>
                <c:pt idx="9077">
                  <c:v>6.0</c:v>
                </c:pt>
                <c:pt idx="9078">
                  <c:v>6.0</c:v>
                </c:pt>
                <c:pt idx="9079">
                  <c:v>6.0</c:v>
                </c:pt>
                <c:pt idx="9080">
                  <c:v>6.0</c:v>
                </c:pt>
                <c:pt idx="9081">
                  <c:v>6.0</c:v>
                </c:pt>
                <c:pt idx="9082">
                  <c:v>6.0</c:v>
                </c:pt>
                <c:pt idx="9083">
                  <c:v>6.0</c:v>
                </c:pt>
                <c:pt idx="9084">
                  <c:v>6.0</c:v>
                </c:pt>
                <c:pt idx="9085">
                  <c:v>6.0</c:v>
                </c:pt>
                <c:pt idx="9086">
                  <c:v>6.0</c:v>
                </c:pt>
                <c:pt idx="9087">
                  <c:v>6.0</c:v>
                </c:pt>
                <c:pt idx="9088">
                  <c:v>6.0</c:v>
                </c:pt>
                <c:pt idx="9089">
                  <c:v>6.0</c:v>
                </c:pt>
                <c:pt idx="9090">
                  <c:v>6.0</c:v>
                </c:pt>
                <c:pt idx="9091">
                  <c:v>6.0</c:v>
                </c:pt>
                <c:pt idx="9092">
                  <c:v>6.0</c:v>
                </c:pt>
                <c:pt idx="9093">
                  <c:v>6.0</c:v>
                </c:pt>
                <c:pt idx="9094">
                  <c:v>6.0</c:v>
                </c:pt>
                <c:pt idx="9095">
                  <c:v>6.0</c:v>
                </c:pt>
                <c:pt idx="9096">
                  <c:v>6.0</c:v>
                </c:pt>
                <c:pt idx="9097">
                  <c:v>6.0</c:v>
                </c:pt>
                <c:pt idx="9098">
                  <c:v>6.0</c:v>
                </c:pt>
                <c:pt idx="9099">
                  <c:v>6.0</c:v>
                </c:pt>
                <c:pt idx="9100">
                  <c:v>6.0</c:v>
                </c:pt>
                <c:pt idx="9101">
                  <c:v>6.0</c:v>
                </c:pt>
                <c:pt idx="9102">
                  <c:v>6.0</c:v>
                </c:pt>
                <c:pt idx="9103">
                  <c:v>6.0</c:v>
                </c:pt>
                <c:pt idx="9104">
                  <c:v>6.0</c:v>
                </c:pt>
                <c:pt idx="9105">
                  <c:v>6.0</c:v>
                </c:pt>
                <c:pt idx="9106">
                  <c:v>6.0</c:v>
                </c:pt>
                <c:pt idx="9107">
                  <c:v>6.0</c:v>
                </c:pt>
                <c:pt idx="9108">
                  <c:v>6.0</c:v>
                </c:pt>
                <c:pt idx="9109">
                  <c:v>6.0</c:v>
                </c:pt>
                <c:pt idx="9110">
                  <c:v>6.0</c:v>
                </c:pt>
                <c:pt idx="9111">
                  <c:v>6.0</c:v>
                </c:pt>
                <c:pt idx="9112">
                  <c:v>6.0</c:v>
                </c:pt>
                <c:pt idx="9113">
                  <c:v>6.0</c:v>
                </c:pt>
                <c:pt idx="9114">
                  <c:v>6.0</c:v>
                </c:pt>
                <c:pt idx="9115">
                  <c:v>6.0</c:v>
                </c:pt>
                <c:pt idx="9116">
                  <c:v>6.0</c:v>
                </c:pt>
                <c:pt idx="9117">
                  <c:v>6.0</c:v>
                </c:pt>
                <c:pt idx="9118">
                  <c:v>6.0</c:v>
                </c:pt>
                <c:pt idx="9119">
                  <c:v>6.0</c:v>
                </c:pt>
                <c:pt idx="9120">
                  <c:v>6.0</c:v>
                </c:pt>
                <c:pt idx="9121">
                  <c:v>6.0</c:v>
                </c:pt>
                <c:pt idx="9122">
                  <c:v>6.0</c:v>
                </c:pt>
                <c:pt idx="9123">
                  <c:v>6.0</c:v>
                </c:pt>
                <c:pt idx="9124">
                  <c:v>6.0</c:v>
                </c:pt>
                <c:pt idx="9125">
                  <c:v>6.0</c:v>
                </c:pt>
                <c:pt idx="9126">
                  <c:v>6.0</c:v>
                </c:pt>
                <c:pt idx="9127">
                  <c:v>6.0</c:v>
                </c:pt>
                <c:pt idx="9128">
                  <c:v>6.0</c:v>
                </c:pt>
                <c:pt idx="9129">
                  <c:v>6.0</c:v>
                </c:pt>
                <c:pt idx="9130">
                  <c:v>6.0</c:v>
                </c:pt>
                <c:pt idx="9131">
                  <c:v>6.0</c:v>
                </c:pt>
                <c:pt idx="9132">
                  <c:v>6.0</c:v>
                </c:pt>
                <c:pt idx="9133">
                  <c:v>6.0</c:v>
                </c:pt>
                <c:pt idx="9134">
                  <c:v>6.0</c:v>
                </c:pt>
                <c:pt idx="9135">
                  <c:v>6.0</c:v>
                </c:pt>
                <c:pt idx="9136">
                  <c:v>6.0</c:v>
                </c:pt>
                <c:pt idx="9137">
                  <c:v>6.0</c:v>
                </c:pt>
                <c:pt idx="9138">
                  <c:v>6.0</c:v>
                </c:pt>
                <c:pt idx="9139">
                  <c:v>6.0</c:v>
                </c:pt>
                <c:pt idx="9140">
                  <c:v>6.0</c:v>
                </c:pt>
                <c:pt idx="9141">
                  <c:v>6.0</c:v>
                </c:pt>
                <c:pt idx="9142">
                  <c:v>6.0</c:v>
                </c:pt>
                <c:pt idx="9143">
                  <c:v>6.0</c:v>
                </c:pt>
                <c:pt idx="9144">
                  <c:v>6.0</c:v>
                </c:pt>
                <c:pt idx="9145">
                  <c:v>6.0</c:v>
                </c:pt>
                <c:pt idx="9146">
                  <c:v>6.0</c:v>
                </c:pt>
                <c:pt idx="9147">
                  <c:v>6.0</c:v>
                </c:pt>
                <c:pt idx="9148">
                  <c:v>6.0</c:v>
                </c:pt>
                <c:pt idx="9149">
                  <c:v>6.0</c:v>
                </c:pt>
                <c:pt idx="9150">
                  <c:v>6.0</c:v>
                </c:pt>
                <c:pt idx="9151">
                  <c:v>6.0</c:v>
                </c:pt>
                <c:pt idx="9152">
                  <c:v>6.0</c:v>
                </c:pt>
                <c:pt idx="9153">
                  <c:v>6.0</c:v>
                </c:pt>
                <c:pt idx="9154">
                  <c:v>6.0</c:v>
                </c:pt>
                <c:pt idx="9155">
                  <c:v>6.0</c:v>
                </c:pt>
                <c:pt idx="9156">
                  <c:v>6.0</c:v>
                </c:pt>
                <c:pt idx="9157">
                  <c:v>6.0</c:v>
                </c:pt>
                <c:pt idx="9158">
                  <c:v>6.0</c:v>
                </c:pt>
                <c:pt idx="9159">
                  <c:v>6.0</c:v>
                </c:pt>
                <c:pt idx="9160">
                  <c:v>6.0</c:v>
                </c:pt>
                <c:pt idx="9161">
                  <c:v>6.0</c:v>
                </c:pt>
                <c:pt idx="9162">
                  <c:v>6.0</c:v>
                </c:pt>
                <c:pt idx="9163">
                  <c:v>6.0</c:v>
                </c:pt>
                <c:pt idx="9164">
                  <c:v>6.0</c:v>
                </c:pt>
                <c:pt idx="9165">
                  <c:v>6.0</c:v>
                </c:pt>
                <c:pt idx="9166">
                  <c:v>6.0</c:v>
                </c:pt>
                <c:pt idx="9167">
                  <c:v>6.0</c:v>
                </c:pt>
                <c:pt idx="9168">
                  <c:v>6.0</c:v>
                </c:pt>
                <c:pt idx="9169">
                  <c:v>6.0</c:v>
                </c:pt>
                <c:pt idx="9170">
                  <c:v>6.0</c:v>
                </c:pt>
                <c:pt idx="9171">
                  <c:v>6.0</c:v>
                </c:pt>
                <c:pt idx="9172">
                  <c:v>6.0</c:v>
                </c:pt>
                <c:pt idx="9173">
                  <c:v>6.0</c:v>
                </c:pt>
                <c:pt idx="9174">
                  <c:v>6.0</c:v>
                </c:pt>
                <c:pt idx="9175">
                  <c:v>6.0</c:v>
                </c:pt>
                <c:pt idx="9176">
                  <c:v>6.0</c:v>
                </c:pt>
                <c:pt idx="9177">
                  <c:v>6.0</c:v>
                </c:pt>
                <c:pt idx="9178">
                  <c:v>6.0</c:v>
                </c:pt>
                <c:pt idx="9179">
                  <c:v>6.0</c:v>
                </c:pt>
                <c:pt idx="9180">
                  <c:v>6.0</c:v>
                </c:pt>
                <c:pt idx="9181">
                  <c:v>6.0</c:v>
                </c:pt>
                <c:pt idx="9182">
                  <c:v>6.0</c:v>
                </c:pt>
                <c:pt idx="9183">
                  <c:v>6.0</c:v>
                </c:pt>
                <c:pt idx="9184">
                  <c:v>6.0</c:v>
                </c:pt>
                <c:pt idx="9185">
                  <c:v>6.0</c:v>
                </c:pt>
                <c:pt idx="9186">
                  <c:v>6.0</c:v>
                </c:pt>
                <c:pt idx="9187">
                  <c:v>6.0</c:v>
                </c:pt>
                <c:pt idx="9188">
                  <c:v>6.0</c:v>
                </c:pt>
                <c:pt idx="9189">
                  <c:v>6.0</c:v>
                </c:pt>
                <c:pt idx="9190">
                  <c:v>6.0</c:v>
                </c:pt>
                <c:pt idx="9191">
                  <c:v>6.0</c:v>
                </c:pt>
                <c:pt idx="9192">
                  <c:v>6.0</c:v>
                </c:pt>
                <c:pt idx="9193">
                  <c:v>6.0</c:v>
                </c:pt>
                <c:pt idx="9194">
                  <c:v>6.0</c:v>
                </c:pt>
                <c:pt idx="9195">
                  <c:v>6.0</c:v>
                </c:pt>
                <c:pt idx="9196">
                  <c:v>6.0</c:v>
                </c:pt>
                <c:pt idx="9197">
                  <c:v>6.0</c:v>
                </c:pt>
                <c:pt idx="9198">
                  <c:v>6.0</c:v>
                </c:pt>
                <c:pt idx="9199">
                  <c:v>6.0</c:v>
                </c:pt>
                <c:pt idx="9200">
                  <c:v>6.0</c:v>
                </c:pt>
                <c:pt idx="9201">
                  <c:v>6.0</c:v>
                </c:pt>
                <c:pt idx="9202">
                  <c:v>6.0</c:v>
                </c:pt>
                <c:pt idx="9203">
                  <c:v>6.0</c:v>
                </c:pt>
                <c:pt idx="9204">
                  <c:v>6.0</c:v>
                </c:pt>
                <c:pt idx="9205">
                  <c:v>6.0</c:v>
                </c:pt>
                <c:pt idx="9206">
                  <c:v>6.0</c:v>
                </c:pt>
                <c:pt idx="9207">
                  <c:v>6.0</c:v>
                </c:pt>
                <c:pt idx="9208">
                  <c:v>6.0</c:v>
                </c:pt>
                <c:pt idx="9209">
                  <c:v>6.0</c:v>
                </c:pt>
                <c:pt idx="9210">
                  <c:v>6.0</c:v>
                </c:pt>
                <c:pt idx="9211">
                  <c:v>6.0</c:v>
                </c:pt>
                <c:pt idx="9212">
                  <c:v>6.0</c:v>
                </c:pt>
                <c:pt idx="9213">
                  <c:v>6.0</c:v>
                </c:pt>
                <c:pt idx="9214">
                  <c:v>6.0</c:v>
                </c:pt>
                <c:pt idx="9215">
                  <c:v>6.0</c:v>
                </c:pt>
                <c:pt idx="9216">
                  <c:v>6.0</c:v>
                </c:pt>
                <c:pt idx="9217">
                  <c:v>6.0</c:v>
                </c:pt>
                <c:pt idx="9218">
                  <c:v>6.0</c:v>
                </c:pt>
                <c:pt idx="9219">
                  <c:v>6.0</c:v>
                </c:pt>
                <c:pt idx="9220">
                  <c:v>6.0</c:v>
                </c:pt>
                <c:pt idx="9221">
                  <c:v>6.0</c:v>
                </c:pt>
                <c:pt idx="9222">
                  <c:v>6.0</c:v>
                </c:pt>
                <c:pt idx="9223">
                  <c:v>6.0</c:v>
                </c:pt>
                <c:pt idx="9224">
                  <c:v>6.0</c:v>
                </c:pt>
                <c:pt idx="9225">
                  <c:v>6.0</c:v>
                </c:pt>
                <c:pt idx="9226">
                  <c:v>6.0</c:v>
                </c:pt>
                <c:pt idx="9227">
                  <c:v>6.0</c:v>
                </c:pt>
                <c:pt idx="9228">
                  <c:v>6.0</c:v>
                </c:pt>
                <c:pt idx="9229">
                  <c:v>6.0</c:v>
                </c:pt>
                <c:pt idx="9230">
                  <c:v>6.0</c:v>
                </c:pt>
                <c:pt idx="9231">
                  <c:v>6.0</c:v>
                </c:pt>
                <c:pt idx="9232">
                  <c:v>6.0</c:v>
                </c:pt>
                <c:pt idx="9233">
                  <c:v>6.0</c:v>
                </c:pt>
                <c:pt idx="9234">
                  <c:v>6.0</c:v>
                </c:pt>
                <c:pt idx="9235">
                  <c:v>6.0</c:v>
                </c:pt>
                <c:pt idx="9236">
                  <c:v>6.0</c:v>
                </c:pt>
                <c:pt idx="9237">
                  <c:v>6.0</c:v>
                </c:pt>
                <c:pt idx="9238">
                  <c:v>6.0</c:v>
                </c:pt>
                <c:pt idx="9239">
                  <c:v>6.0</c:v>
                </c:pt>
                <c:pt idx="9240">
                  <c:v>6.0</c:v>
                </c:pt>
                <c:pt idx="9241">
                  <c:v>6.0</c:v>
                </c:pt>
                <c:pt idx="9242">
                  <c:v>6.0</c:v>
                </c:pt>
                <c:pt idx="9243">
                  <c:v>6.0</c:v>
                </c:pt>
                <c:pt idx="9244">
                  <c:v>6.0</c:v>
                </c:pt>
                <c:pt idx="9245">
                  <c:v>6.0</c:v>
                </c:pt>
                <c:pt idx="9246">
                  <c:v>6.0</c:v>
                </c:pt>
                <c:pt idx="9247">
                  <c:v>6.0</c:v>
                </c:pt>
                <c:pt idx="9248">
                  <c:v>6.0</c:v>
                </c:pt>
                <c:pt idx="9249">
                  <c:v>6.0</c:v>
                </c:pt>
                <c:pt idx="9250">
                  <c:v>6.0</c:v>
                </c:pt>
                <c:pt idx="9251">
                  <c:v>6.0</c:v>
                </c:pt>
                <c:pt idx="9252">
                  <c:v>6.0</c:v>
                </c:pt>
                <c:pt idx="9253">
                  <c:v>6.0</c:v>
                </c:pt>
                <c:pt idx="9254">
                  <c:v>6.0</c:v>
                </c:pt>
                <c:pt idx="9255">
                  <c:v>6.0</c:v>
                </c:pt>
                <c:pt idx="9256">
                  <c:v>6.0</c:v>
                </c:pt>
                <c:pt idx="9257">
                  <c:v>6.0</c:v>
                </c:pt>
                <c:pt idx="9258">
                  <c:v>6.0</c:v>
                </c:pt>
                <c:pt idx="9259">
                  <c:v>6.0</c:v>
                </c:pt>
                <c:pt idx="9260">
                  <c:v>6.0</c:v>
                </c:pt>
                <c:pt idx="9261">
                  <c:v>6.0</c:v>
                </c:pt>
                <c:pt idx="9262">
                  <c:v>6.0</c:v>
                </c:pt>
                <c:pt idx="9263">
                  <c:v>6.0</c:v>
                </c:pt>
                <c:pt idx="9264">
                  <c:v>6.0</c:v>
                </c:pt>
                <c:pt idx="9265">
                  <c:v>6.0</c:v>
                </c:pt>
                <c:pt idx="9266">
                  <c:v>6.0</c:v>
                </c:pt>
                <c:pt idx="9267">
                  <c:v>6.0</c:v>
                </c:pt>
                <c:pt idx="9268">
                  <c:v>6.0</c:v>
                </c:pt>
                <c:pt idx="9269">
                  <c:v>6.0</c:v>
                </c:pt>
                <c:pt idx="9270">
                  <c:v>6.0</c:v>
                </c:pt>
                <c:pt idx="9271">
                  <c:v>6.0</c:v>
                </c:pt>
                <c:pt idx="9272">
                  <c:v>6.0</c:v>
                </c:pt>
                <c:pt idx="9273">
                  <c:v>6.0</c:v>
                </c:pt>
                <c:pt idx="9274">
                  <c:v>6.0</c:v>
                </c:pt>
                <c:pt idx="9275">
                  <c:v>6.0</c:v>
                </c:pt>
                <c:pt idx="9276">
                  <c:v>6.0</c:v>
                </c:pt>
                <c:pt idx="9277">
                  <c:v>6.0</c:v>
                </c:pt>
                <c:pt idx="9278">
                  <c:v>6.0</c:v>
                </c:pt>
                <c:pt idx="9279">
                  <c:v>6.0</c:v>
                </c:pt>
                <c:pt idx="9280">
                  <c:v>6.0</c:v>
                </c:pt>
                <c:pt idx="9281">
                  <c:v>6.0</c:v>
                </c:pt>
                <c:pt idx="9282">
                  <c:v>6.0</c:v>
                </c:pt>
                <c:pt idx="9283">
                  <c:v>6.0</c:v>
                </c:pt>
                <c:pt idx="9284">
                  <c:v>6.0</c:v>
                </c:pt>
                <c:pt idx="9285">
                  <c:v>6.0</c:v>
                </c:pt>
                <c:pt idx="9286">
                  <c:v>6.0</c:v>
                </c:pt>
                <c:pt idx="9287">
                  <c:v>6.0</c:v>
                </c:pt>
                <c:pt idx="9288">
                  <c:v>6.0</c:v>
                </c:pt>
                <c:pt idx="9289">
                  <c:v>6.0</c:v>
                </c:pt>
                <c:pt idx="9290">
                  <c:v>6.0</c:v>
                </c:pt>
                <c:pt idx="9291">
                  <c:v>6.0</c:v>
                </c:pt>
                <c:pt idx="9292">
                  <c:v>6.0</c:v>
                </c:pt>
                <c:pt idx="9293">
                  <c:v>6.0</c:v>
                </c:pt>
                <c:pt idx="9294">
                  <c:v>6.0</c:v>
                </c:pt>
                <c:pt idx="9295">
                  <c:v>6.0</c:v>
                </c:pt>
                <c:pt idx="9296">
                  <c:v>6.0</c:v>
                </c:pt>
                <c:pt idx="9297">
                  <c:v>6.0</c:v>
                </c:pt>
                <c:pt idx="9298">
                  <c:v>6.0</c:v>
                </c:pt>
                <c:pt idx="9299">
                  <c:v>6.0</c:v>
                </c:pt>
                <c:pt idx="9300">
                  <c:v>6.0</c:v>
                </c:pt>
                <c:pt idx="9301">
                  <c:v>6.0</c:v>
                </c:pt>
                <c:pt idx="9302">
                  <c:v>6.0</c:v>
                </c:pt>
                <c:pt idx="9303">
                  <c:v>6.0</c:v>
                </c:pt>
                <c:pt idx="9304">
                  <c:v>6.0</c:v>
                </c:pt>
                <c:pt idx="9305">
                  <c:v>6.0</c:v>
                </c:pt>
                <c:pt idx="9306">
                  <c:v>6.0</c:v>
                </c:pt>
                <c:pt idx="9307">
                  <c:v>6.0</c:v>
                </c:pt>
                <c:pt idx="9308">
                  <c:v>6.0</c:v>
                </c:pt>
                <c:pt idx="9309">
                  <c:v>6.0</c:v>
                </c:pt>
                <c:pt idx="9310">
                  <c:v>6.0</c:v>
                </c:pt>
                <c:pt idx="9311">
                  <c:v>6.0</c:v>
                </c:pt>
                <c:pt idx="9312">
                  <c:v>6.0</c:v>
                </c:pt>
                <c:pt idx="9313">
                  <c:v>6.0</c:v>
                </c:pt>
                <c:pt idx="9314">
                  <c:v>6.0</c:v>
                </c:pt>
                <c:pt idx="9315">
                  <c:v>6.0</c:v>
                </c:pt>
                <c:pt idx="9316">
                  <c:v>6.0</c:v>
                </c:pt>
                <c:pt idx="9317">
                  <c:v>6.0</c:v>
                </c:pt>
                <c:pt idx="9318">
                  <c:v>6.0</c:v>
                </c:pt>
                <c:pt idx="9319">
                  <c:v>6.0</c:v>
                </c:pt>
                <c:pt idx="9320">
                  <c:v>6.0</c:v>
                </c:pt>
                <c:pt idx="9321">
                  <c:v>6.0</c:v>
                </c:pt>
                <c:pt idx="9322">
                  <c:v>6.0</c:v>
                </c:pt>
                <c:pt idx="9323">
                  <c:v>6.0</c:v>
                </c:pt>
                <c:pt idx="9324">
                  <c:v>6.0</c:v>
                </c:pt>
                <c:pt idx="9325">
                  <c:v>6.0</c:v>
                </c:pt>
                <c:pt idx="9326">
                  <c:v>6.0</c:v>
                </c:pt>
                <c:pt idx="9327">
                  <c:v>6.0</c:v>
                </c:pt>
                <c:pt idx="9328">
                  <c:v>6.0</c:v>
                </c:pt>
                <c:pt idx="9329">
                  <c:v>6.0</c:v>
                </c:pt>
                <c:pt idx="9330">
                  <c:v>6.0</c:v>
                </c:pt>
                <c:pt idx="9331">
                  <c:v>6.0</c:v>
                </c:pt>
                <c:pt idx="9332">
                  <c:v>6.0</c:v>
                </c:pt>
                <c:pt idx="9333">
                  <c:v>6.0</c:v>
                </c:pt>
                <c:pt idx="9334">
                  <c:v>6.0</c:v>
                </c:pt>
                <c:pt idx="9335">
                  <c:v>6.0</c:v>
                </c:pt>
                <c:pt idx="9336">
                  <c:v>6.0</c:v>
                </c:pt>
                <c:pt idx="9337">
                  <c:v>6.0</c:v>
                </c:pt>
                <c:pt idx="9338">
                  <c:v>6.0</c:v>
                </c:pt>
                <c:pt idx="9339">
                  <c:v>6.0</c:v>
                </c:pt>
                <c:pt idx="9340">
                  <c:v>6.0</c:v>
                </c:pt>
                <c:pt idx="9341">
                  <c:v>6.0</c:v>
                </c:pt>
                <c:pt idx="9342">
                  <c:v>6.0</c:v>
                </c:pt>
                <c:pt idx="9343">
                  <c:v>6.0</c:v>
                </c:pt>
                <c:pt idx="9344">
                  <c:v>6.0</c:v>
                </c:pt>
                <c:pt idx="9345">
                  <c:v>6.0</c:v>
                </c:pt>
                <c:pt idx="9346">
                  <c:v>6.0</c:v>
                </c:pt>
                <c:pt idx="9347">
                  <c:v>6.0</c:v>
                </c:pt>
                <c:pt idx="9348">
                  <c:v>6.0</c:v>
                </c:pt>
                <c:pt idx="9349">
                  <c:v>6.0</c:v>
                </c:pt>
                <c:pt idx="9350">
                  <c:v>6.0</c:v>
                </c:pt>
                <c:pt idx="9351">
                  <c:v>6.0</c:v>
                </c:pt>
                <c:pt idx="9352">
                  <c:v>6.0</c:v>
                </c:pt>
                <c:pt idx="9353">
                  <c:v>6.0</c:v>
                </c:pt>
                <c:pt idx="9354">
                  <c:v>6.0</c:v>
                </c:pt>
                <c:pt idx="9355">
                  <c:v>6.0</c:v>
                </c:pt>
                <c:pt idx="9356">
                  <c:v>6.0</c:v>
                </c:pt>
                <c:pt idx="9357">
                  <c:v>6.0</c:v>
                </c:pt>
                <c:pt idx="9358">
                  <c:v>6.0</c:v>
                </c:pt>
                <c:pt idx="9359">
                  <c:v>6.0</c:v>
                </c:pt>
                <c:pt idx="9360">
                  <c:v>6.0</c:v>
                </c:pt>
                <c:pt idx="9361">
                  <c:v>6.0</c:v>
                </c:pt>
                <c:pt idx="9362">
                  <c:v>6.0</c:v>
                </c:pt>
                <c:pt idx="9363">
                  <c:v>6.0</c:v>
                </c:pt>
                <c:pt idx="9364">
                  <c:v>6.0</c:v>
                </c:pt>
                <c:pt idx="9365">
                  <c:v>6.0</c:v>
                </c:pt>
                <c:pt idx="9366">
                  <c:v>6.0</c:v>
                </c:pt>
                <c:pt idx="9367">
                  <c:v>6.0</c:v>
                </c:pt>
                <c:pt idx="9368">
                  <c:v>6.0</c:v>
                </c:pt>
                <c:pt idx="9369">
                  <c:v>6.0</c:v>
                </c:pt>
                <c:pt idx="9370">
                  <c:v>6.0</c:v>
                </c:pt>
                <c:pt idx="9371">
                  <c:v>6.0</c:v>
                </c:pt>
                <c:pt idx="9372">
                  <c:v>6.0</c:v>
                </c:pt>
                <c:pt idx="9373">
                  <c:v>6.0</c:v>
                </c:pt>
                <c:pt idx="9374">
                  <c:v>6.0</c:v>
                </c:pt>
                <c:pt idx="9375">
                  <c:v>6.0</c:v>
                </c:pt>
                <c:pt idx="9376">
                  <c:v>6.0</c:v>
                </c:pt>
                <c:pt idx="9377">
                  <c:v>6.0</c:v>
                </c:pt>
                <c:pt idx="9378">
                  <c:v>6.0</c:v>
                </c:pt>
                <c:pt idx="9379">
                  <c:v>6.0</c:v>
                </c:pt>
                <c:pt idx="9380">
                  <c:v>6.0</c:v>
                </c:pt>
                <c:pt idx="9381">
                  <c:v>6.0</c:v>
                </c:pt>
                <c:pt idx="9382">
                  <c:v>6.0</c:v>
                </c:pt>
                <c:pt idx="9383">
                  <c:v>6.0</c:v>
                </c:pt>
                <c:pt idx="9384">
                  <c:v>6.0</c:v>
                </c:pt>
                <c:pt idx="9385">
                  <c:v>6.0</c:v>
                </c:pt>
                <c:pt idx="9386">
                  <c:v>6.0</c:v>
                </c:pt>
                <c:pt idx="9387">
                  <c:v>6.0</c:v>
                </c:pt>
                <c:pt idx="9388">
                  <c:v>6.0</c:v>
                </c:pt>
                <c:pt idx="9389">
                  <c:v>6.0</c:v>
                </c:pt>
                <c:pt idx="9390">
                  <c:v>6.0</c:v>
                </c:pt>
                <c:pt idx="9391">
                  <c:v>6.0</c:v>
                </c:pt>
                <c:pt idx="9392">
                  <c:v>6.0</c:v>
                </c:pt>
                <c:pt idx="9393">
                  <c:v>6.0</c:v>
                </c:pt>
                <c:pt idx="9394">
                  <c:v>6.0</c:v>
                </c:pt>
                <c:pt idx="9395">
                  <c:v>6.0</c:v>
                </c:pt>
                <c:pt idx="9396">
                  <c:v>6.0</c:v>
                </c:pt>
                <c:pt idx="9397">
                  <c:v>6.0</c:v>
                </c:pt>
                <c:pt idx="9398">
                  <c:v>6.0</c:v>
                </c:pt>
                <c:pt idx="9399">
                  <c:v>6.0</c:v>
                </c:pt>
                <c:pt idx="9400">
                  <c:v>6.0</c:v>
                </c:pt>
                <c:pt idx="9401">
                  <c:v>6.0</c:v>
                </c:pt>
                <c:pt idx="9402">
                  <c:v>6.0</c:v>
                </c:pt>
                <c:pt idx="9403">
                  <c:v>6.0</c:v>
                </c:pt>
                <c:pt idx="9404">
                  <c:v>6.0</c:v>
                </c:pt>
                <c:pt idx="9405">
                  <c:v>6.0</c:v>
                </c:pt>
                <c:pt idx="9406">
                  <c:v>6.0</c:v>
                </c:pt>
                <c:pt idx="9407">
                  <c:v>6.0</c:v>
                </c:pt>
                <c:pt idx="9408">
                  <c:v>6.0</c:v>
                </c:pt>
                <c:pt idx="9409">
                  <c:v>6.0</c:v>
                </c:pt>
                <c:pt idx="9410">
                  <c:v>6.0</c:v>
                </c:pt>
                <c:pt idx="9411">
                  <c:v>6.0</c:v>
                </c:pt>
                <c:pt idx="9412">
                  <c:v>6.0</c:v>
                </c:pt>
                <c:pt idx="9413">
                  <c:v>6.0</c:v>
                </c:pt>
                <c:pt idx="9414">
                  <c:v>6.0</c:v>
                </c:pt>
                <c:pt idx="9415">
                  <c:v>6.0</c:v>
                </c:pt>
                <c:pt idx="9416">
                  <c:v>6.0</c:v>
                </c:pt>
                <c:pt idx="9417">
                  <c:v>6.0</c:v>
                </c:pt>
                <c:pt idx="9418">
                  <c:v>6.0</c:v>
                </c:pt>
                <c:pt idx="9419">
                  <c:v>6.0</c:v>
                </c:pt>
                <c:pt idx="9420">
                  <c:v>6.0</c:v>
                </c:pt>
                <c:pt idx="9421">
                  <c:v>6.0</c:v>
                </c:pt>
                <c:pt idx="9422">
                  <c:v>6.0</c:v>
                </c:pt>
                <c:pt idx="9423">
                  <c:v>6.0</c:v>
                </c:pt>
                <c:pt idx="9424">
                  <c:v>6.0</c:v>
                </c:pt>
                <c:pt idx="9425">
                  <c:v>6.0</c:v>
                </c:pt>
                <c:pt idx="9426">
                  <c:v>6.0</c:v>
                </c:pt>
                <c:pt idx="9427">
                  <c:v>6.0</c:v>
                </c:pt>
                <c:pt idx="9428">
                  <c:v>6.0</c:v>
                </c:pt>
                <c:pt idx="9429">
                  <c:v>6.0</c:v>
                </c:pt>
                <c:pt idx="9430">
                  <c:v>6.0</c:v>
                </c:pt>
                <c:pt idx="9431">
                  <c:v>6.0</c:v>
                </c:pt>
                <c:pt idx="9432">
                  <c:v>6.0</c:v>
                </c:pt>
                <c:pt idx="9433">
                  <c:v>6.0</c:v>
                </c:pt>
                <c:pt idx="9434">
                  <c:v>6.0</c:v>
                </c:pt>
                <c:pt idx="9435">
                  <c:v>6.0</c:v>
                </c:pt>
                <c:pt idx="9436">
                  <c:v>6.0</c:v>
                </c:pt>
                <c:pt idx="9437">
                  <c:v>6.0</c:v>
                </c:pt>
                <c:pt idx="9438">
                  <c:v>6.0</c:v>
                </c:pt>
                <c:pt idx="9439">
                  <c:v>6.0</c:v>
                </c:pt>
                <c:pt idx="9440">
                  <c:v>6.0</c:v>
                </c:pt>
                <c:pt idx="9441">
                  <c:v>6.0</c:v>
                </c:pt>
                <c:pt idx="9442">
                  <c:v>6.0</c:v>
                </c:pt>
                <c:pt idx="9443">
                  <c:v>6.0</c:v>
                </c:pt>
                <c:pt idx="9444">
                  <c:v>6.0</c:v>
                </c:pt>
                <c:pt idx="9445">
                  <c:v>6.0</c:v>
                </c:pt>
                <c:pt idx="9446">
                  <c:v>6.0</c:v>
                </c:pt>
                <c:pt idx="9447">
                  <c:v>6.0</c:v>
                </c:pt>
                <c:pt idx="9448">
                  <c:v>6.0</c:v>
                </c:pt>
                <c:pt idx="9449">
                  <c:v>6.0</c:v>
                </c:pt>
                <c:pt idx="9450">
                  <c:v>6.0</c:v>
                </c:pt>
                <c:pt idx="9451">
                  <c:v>6.0</c:v>
                </c:pt>
                <c:pt idx="9452">
                  <c:v>6.0</c:v>
                </c:pt>
                <c:pt idx="9453">
                  <c:v>6.0</c:v>
                </c:pt>
                <c:pt idx="9454">
                  <c:v>6.0</c:v>
                </c:pt>
                <c:pt idx="9455">
                  <c:v>6.0</c:v>
                </c:pt>
                <c:pt idx="9456">
                  <c:v>6.0</c:v>
                </c:pt>
                <c:pt idx="9457">
                  <c:v>6.0</c:v>
                </c:pt>
                <c:pt idx="9458">
                  <c:v>6.0</c:v>
                </c:pt>
                <c:pt idx="9459">
                  <c:v>6.0</c:v>
                </c:pt>
                <c:pt idx="9460">
                  <c:v>6.0</c:v>
                </c:pt>
                <c:pt idx="9461">
                  <c:v>6.0</c:v>
                </c:pt>
                <c:pt idx="9462">
                  <c:v>6.0</c:v>
                </c:pt>
                <c:pt idx="9463">
                  <c:v>6.0</c:v>
                </c:pt>
                <c:pt idx="9464">
                  <c:v>6.0</c:v>
                </c:pt>
                <c:pt idx="9465">
                  <c:v>6.0</c:v>
                </c:pt>
                <c:pt idx="9466">
                  <c:v>6.0</c:v>
                </c:pt>
                <c:pt idx="9467">
                  <c:v>6.0</c:v>
                </c:pt>
                <c:pt idx="9468">
                  <c:v>6.0</c:v>
                </c:pt>
                <c:pt idx="9469">
                  <c:v>6.0</c:v>
                </c:pt>
                <c:pt idx="9470">
                  <c:v>6.0</c:v>
                </c:pt>
                <c:pt idx="9471">
                  <c:v>6.0</c:v>
                </c:pt>
                <c:pt idx="9472">
                  <c:v>6.0</c:v>
                </c:pt>
                <c:pt idx="9473">
                  <c:v>6.0</c:v>
                </c:pt>
                <c:pt idx="9474">
                  <c:v>6.0</c:v>
                </c:pt>
                <c:pt idx="9475">
                  <c:v>6.0</c:v>
                </c:pt>
                <c:pt idx="9476">
                  <c:v>6.0</c:v>
                </c:pt>
                <c:pt idx="9477">
                  <c:v>6.0</c:v>
                </c:pt>
                <c:pt idx="9478">
                  <c:v>6.0</c:v>
                </c:pt>
                <c:pt idx="9479">
                  <c:v>6.0</c:v>
                </c:pt>
                <c:pt idx="9480">
                  <c:v>6.0</c:v>
                </c:pt>
                <c:pt idx="9481">
                  <c:v>6.0</c:v>
                </c:pt>
                <c:pt idx="9482">
                  <c:v>6.0</c:v>
                </c:pt>
                <c:pt idx="9483">
                  <c:v>6.0</c:v>
                </c:pt>
                <c:pt idx="9484">
                  <c:v>6.0</c:v>
                </c:pt>
                <c:pt idx="9485">
                  <c:v>6.0</c:v>
                </c:pt>
                <c:pt idx="9486">
                  <c:v>6.0</c:v>
                </c:pt>
                <c:pt idx="9487">
                  <c:v>6.0</c:v>
                </c:pt>
                <c:pt idx="9488">
                  <c:v>6.0</c:v>
                </c:pt>
                <c:pt idx="9489">
                  <c:v>6.0</c:v>
                </c:pt>
                <c:pt idx="9490">
                  <c:v>6.0</c:v>
                </c:pt>
                <c:pt idx="9491">
                  <c:v>6.0</c:v>
                </c:pt>
                <c:pt idx="9492">
                  <c:v>6.0</c:v>
                </c:pt>
                <c:pt idx="9493">
                  <c:v>6.0</c:v>
                </c:pt>
                <c:pt idx="9494">
                  <c:v>6.0</c:v>
                </c:pt>
                <c:pt idx="9495">
                  <c:v>6.0</c:v>
                </c:pt>
                <c:pt idx="9496">
                  <c:v>6.0</c:v>
                </c:pt>
                <c:pt idx="9497">
                  <c:v>6.0</c:v>
                </c:pt>
                <c:pt idx="9498">
                  <c:v>6.0</c:v>
                </c:pt>
                <c:pt idx="9499">
                  <c:v>6.0</c:v>
                </c:pt>
                <c:pt idx="9500">
                  <c:v>6.0</c:v>
                </c:pt>
                <c:pt idx="9501">
                  <c:v>6.0</c:v>
                </c:pt>
                <c:pt idx="9502">
                  <c:v>6.0</c:v>
                </c:pt>
                <c:pt idx="9503">
                  <c:v>6.0</c:v>
                </c:pt>
                <c:pt idx="9504">
                  <c:v>6.0</c:v>
                </c:pt>
                <c:pt idx="9505">
                  <c:v>6.0</c:v>
                </c:pt>
                <c:pt idx="9506">
                  <c:v>6.0</c:v>
                </c:pt>
                <c:pt idx="9507">
                  <c:v>6.0</c:v>
                </c:pt>
                <c:pt idx="9508">
                  <c:v>6.0</c:v>
                </c:pt>
                <c:pt idx="9509">
                  <c:v>6.0</c:v>
                </c:pt>
                <c:pt idx="9510">
                  <c:v>6.0</c:v>
                </c:pt>
                <c:pt idx="9511">
                  <c:v>6.0</c:v>
                </c:pt>
                <c:pt idx="9512">
                  <c:v>6.0</c:v>
                </c:pt>
                <c:pt idx="9513">
                  <c:v>6.0</c:v>
                </c:pt>
                <c:pt idx="9514">
                  <c:v>6.0</c:v>
                </c:pt>
                <c:pt idx="9515">
                  <c:v>6.0</c:v>
                </c:pt>
                <c:pt idx="9516">
                  <c:v>6.0</c:v>
                </c:pt>
                <c:pt idx="9517">
                  <c:v>6.0</c:v>
                </c:pt>
                <c:pt idx="9518">
                  <c:v>6.0</c:v>
                </c:pt>
                <c:pt idx="9519">
                  <c:v>6.0</c:v>
                </c:pt>
                <c:pt idx="9520">
                  <c:v>6.0</c:v>
                </c:pt>
                <c:pt idx="9521">
                  <c:v>6.0</c:v>
                </c:pt>
                <c:pt idx="9522">
                  <c:v>6.0</c:v>
                </c:pt>
                <c:pt idx="9523">
                  <c:v>6.0</c:v>
                </c:pt>
                <c:pt idx="9524">
                  <c:v>6.0</c:v>
                </c:pt>
                <c:pt idx="9525">
                  <c:v>6.0</c:v>
                </c:pt>
                <c:pt idx="9526">
                  <c:v>6.0</c:v>
                </c:pt>
                <c:pt idx="9527">
                  <c:v>6.0</c:v>
                </c:pt>
                <c:pt idx="9528">
                  <c:v>6.0</c:v>
                </c:pt>
                <c:pt idx="9529">
                  <c:v>6.0</c:v>
                </c:pt>
                <c:pt idx="9530">
                  <c:v>6.0</c:v>
                </c:pt>
                <c:pt idx="9531">
                  <c:v>6.0</c:v>
                </c:pt>
                <c:pt idx="9532">
                  <c:v>6.0</c:v>
                </c:pt>
                <c:pt idx="9533">
                  <c:v>6.0</c:v>
                </c:pt>
                <c:pt idx="9534">
                  <c:v>6.0</c:v>
                </c:pt>
                <c:pt idx="9535">
                  <c:v>6.0</c:v>
                </c:pt>
                <c:pt idx="9536">
                  <c:v>6.0</c:v>
                </c:pt>
                <c:pt idx="9537">
                  <c:v>6.0</c:v>
                </c:pt>
                <c:pt idx="9538">
                  <c:v>6.0</c:v>
                </c:pt>
                <c:pt idx="9539">
                  <c:v>6.0</c:v>
                </c:pt>
                <c:pt idx="9540">
                  <c:v>6.0</c:v>
                </c:pt>
                <c:pt idx="9541">
                  <c:v>6.0</c:v>
                </c:pt>
                <c:pt idx="9542">
                  <c:v>6.0</c:v>
                </c:pt>
                <c:pt idx="9543">
                  <c:v>6.0</c:v>
                </c:pt>
                <c:pt idx="9544">
                  <c:v>6.0</c:v>
                </c:pt>
                <c:pt idx="9545">
                  <c:v>6.0</c:v>
                </c:pt>
                <c:pt idx="9546">
                  <c:v>6.0</c:v>
                </c:pt>
                <c:pt idx="9547">
                  <c:v>6.0</c:v>
                </c:pt>
                <c:pt idx="9548">
                  <c:v>6.0</c:v>
                </c:pt>
                <c:pt idx="9549">
                  <c:v>6.0</c:v>
                </c:pt>
                <c:pt idx="9550">
                  <c:v>6.0</c:v>
                </c:pt>
                <c:pt idx="9551">
                  <c:v>6.0</c:v>
                </c:pt>
                <c:pt idx="9552">
                  <c:v>6.0</c:v>
                </c:pt>
                <c:pt idx="9553">
                  <c:v>6.0</c:v>
                </c:pt>
                <c:pt idx="9554">
                  <c:v>6.0</c:v>
                </c:pt>
                <c:pt idx="9555">
                  <c:v>6.0</c:v>
                </c:pt>
                <c:pt idx="9556">
                  <c:v>6.0</c:v>
                </c:pt>
                <c:pt idx="9557">
                  <c:v>6.0</c:v>
                </c:pt>
                <c:pt idx="9558">
                  <c:v>6.0</c:v>
                </c:pt>
                <c:pt idx="9559">
                  <c:v>6.0</c:v>
                </c:pt>
                <c:pt idx="9560">
                  <c:v>6.0</c:v>
                </c:pt>
                <c:pt idx="9561">
                  <c:v>6.0</c:v>
                </c:pt>
                <c:pt idx="9562">
                  <c:v>6.0</c:v>
                </c:pt>
                <c:pt idx="9563">
                  <c:v>6.0</c:v>
                </c:pt>
                <c:pt idx="9564">
                  <c:v>6.0</c:v>
                </c:pt>
                <c:pt idx="9565">
                  <c:v>6.0</c:v>
                </c:pt>
                <c:pt idx="9566">
                  <c:v>6.0</c:v>
                </c:pt>
                <c:pt idx="9567">
                  <c:v>6.0</c:v>
                </c:pt>
                <c:pt idx="9568">
                  <c:v>6.0</c:v>
                </c:pt>
                <c:pt idx="9569">
                  <c:v>6.0</c:v>
                </c:pt>
                <c:pt idx="9570">
                  <c:v>6.0</c:v>
                </c:pt>
                <c:pt idx="9571">
                  <c:v>6.0</c:v>
                </c:pt>
                <c:pt idx="9572">
                  <c:v>6.0</c:v>
                </c:pt>
                <c:pt idx="9573">
                  <c:v>6.0</c:v>
                </c:pt>
                <c:pt idx="9574">
                  <c:v>6.0</c:v>
                </c:pt>
                <c:pt idx="9575">
                  <c:v>6.0</c:v>
                </c:pt>
                <c:pt idx="9576">
                  <c:v>6.0</c:v>
                </c:pt>
                <c:pt idx="9577">
                  <c:v>6.0</c:v>
                </c:pt>
                <c:pt idx="9578">
                  <c:v>6.0</c:v>
                </c:pt>
                <c:pt idx="9579">
                  <c:v>6.0</c:v>
                </c:pt>
                <c:pt idx="9580">
                  <c:v>6.0</c:v>
                </c:pt>
                <c:pt idx="9581">
                  <c:v>6.0</c:v>
                </c:pt>
                <c:pt idx="9582">
                  <c:v>6.0</c:v>
                </c:pt>
                <c:pt idx="9583">
                  <c:v>6.0</c:v>
                </c:pt>
                <c:pt idx="9584">
                  <c:v>6.0</c:v>
                </c:pt>
                <c:pt idx="9585">
                  <c:v>6.0</c:v>
                </c:pt>
                <c:pt idx="9586">
                  <c:v>6.0</c:v>
                </c:pt>
                <c:pt idx="9587">
                  <c:v>6.0</c:v>
                </c:pt>
                <c:pt idx="9588">
                  <c:v>6.0</c:v>
                </c:pt>
                <c:pt idx="9589">
                  <c:v>6.0</c:v>
                </c:pt>
                <c:pt idx="9590">
                  <c:v>6.0</c:v>
                </c:pt>
                <c:pt idx="9591">
                  <c:v>6.0</c:v>
                </c:pt>
                <c:pt idx="9592">
                  <c:v>6.0</c:v>
                </c:pt>
                <c:pt idx="9593">
                  <c:v>6.0</c:v>
                </c:pt>
                <c:pt idx="9594">
                  <c:v>6.0</c:v>
                </c:pt>
                <c:pt idx="9595">
                  <c:v>6.0</c:v>
                </c:pt>
                <c:pt idx="9596">
                  <c:v>6.0</c:v>
                </c:pt>
                <c:pt idx="9597">
                  <c:v>6.0</c:v>
                </c:pt>
                <c:pt idx="9598">
                  <c:v>6.0</c:v>
                </c:pt>
                <c:pt idx="9599">
                  <c:v>6.0</c:v>
                </c:pt>
                <c:pt idx="9600">
                  <c:v>6.0</c:v>
                </c:pt>
                <c:pt idx="9601">
                  <c:v>6.0</c:v>
                </c:pt>
                <c:pt idx="9602">
                  <c:v>6.0</c:v>
                </c:pt>
                <c:pt idx="9603">
                  <c:v>6.0</c:v>
                </c:pt>
                <c:pt idx="9604">
                  <c:v>6.0</c:v>
                </c:pt>
                <c:pt idx="9605">
                  <c:v>6.0</c:v>
                </c:pt>
                <c:pt idx="9606">
                  <c:v>6.0</c:v>
                </c:pt>
                <c:pt idx="9607">
                  <c:v>6.0</c:v>
                </c:pt>
                <c:pt idx="9608">
                  <c:v>6.0</c:v>
                </c:pt>
                <c:pt idx="9609">
                  <c:v>6.0</c:v>
                </c:pt>
                <c:pt idx="9610">
                  <c:v>6.0</c:v>
                </c:pt>
                <c:pt idx="9611">
                  <c:v>6.0</c:v>
                </c:pt>
                <c:pt idx="9612">
                  <c:v>6.0</c:v>
                </c:pt>
                <c:pt idx="9613">
                  <c:v>6.0</c:v>
                </c:pt>
                <c:pt idx="9614">
                  <c:v>6.0</c:v>
                </c:pt>
                <c:pt idx="9615">
                  <c:v>6.0</c:v>
                </c:pt>
                <c:pt idx="9616">
                  <c:v>6.0</c:v>
                </c:pt>
                <c:pt idx="9617">
                  <c:v>6.0</c:v>
                </c:pt>
                <c:pt idx="9618">
                  <c:v>6.0</c:v>
                </c:pt>
                <c:pt idx="9619">
                  <c:v>6.0</c:v>
                </c:pt>
                <c:pt idx="9620">
                  <c:v>6.0</c:v>
                </c:pt>
                <c:pt idx="9621">
                  <c:v>6.0</c:v>
                </c:pt>
                <c:pt idx="9622">
                  <c:v>6.0</c:v>
                </c:pt>
                <c:pt idx="9623">
                  <c:v>6.0</c:v>
                </c:pt>
                <c:pt idx="9624">
                  <c:v>6.0</c:v>
                </c:pt>
                <c:pt idx="9625">
                  <c:v>6.0</c:v>
                </c:pt>
                <c:pt idx="9626">
                  <c:v>6.0</c:v>
                </c:pt>
                <c:pt idx="9627">
                  <c:v>6.0</c:v>
                </c:pt>
                <c:pt idx="9628">
                  <c:v>6.0</c:v>
                </c:pt>
                <c:pt idx="9629">
                  <c:v>6.0</c:v>
                </c:pt>
                <c:pt idx="9630">
                  <c:v>6.0</c:v>
                </c:pt>
                <c:pt idx="9631">
                  <c:v>6.0</c:v>
                </c:pt>
                <c:pt idx="9632">
                  <c:v>6.0</c:v>
                </c:pt>
                <c:pt idx="9633">
                  <c:v>6.0</c:v>
                </c:pt>
                <c:pt idx="9634">
                  <c:v>6.0</c:v>
                </c:pt>
                <c:pt idx="9635">
                  <c:v>6.0</c:v>
                </c:pt>
                <c:pt idx="9636">
                  <c:v>6.0</c:v>
                </c:pt>
                <c:pt idx="9637">
                  <c:v>6.0</c:v>
                </c:pt>
                <c:pt idx="9638">
                  <c:v>6.0</c:v>
                </c:pt>
                <c:pt idx="9639">
                  <c:v>6.0</c:v>
                </c:pt>
                <c:pt idx="9640">
                  <c:v>6.0</c:v>
                </c:pt>
                <c:pt idx="9641">
                  <c:v>6.0</c:v>
                </c:pt>
                <c:pt idx="9642">
                  <c:v>6.0</c:v>
                </c:pt>
                <c:pt idx="9643">
                  <c:v>6.0</c:v>
                </c:pt>
                <c:pt idx="9644">
                  <c:v>6.0</c:v>
                </c:pt>
                <c:pt idx="9645">
                  <c:v>6.0</c:v>
                </c:pt>
                <c:pt idx="9646">
                  <c:v>6.0</c:v>
                </c:pt>
                <c:pt idx="9647">
                  <c:v>6.0</c:v>
                </c:pt>
                <c:pt idx="9648">
                  <c:v>6.0</c:v>
                </c:pt>
                <c:pt idx="9649">
                  <c:v>6.0</c:v>
                </c:pt>
                <c:pt idx="9650">
                  <c:v>6.0</c:v>
                </c:pt>
                <c:pt idx="9651">
                  <c:v>6.0</c:v>
                </c:pt>
                <c:pt idx="9652">
                  <c:v>6.0</c:v>
                </c:pt>
                <c:pt idx="9653">
                  <c:v>6.0</c:v>
                </c:pt>
                <c:pt idx="9654">
                  <c:v>6.0</c:v>
                </c:pt>
                <c:pt idx="9655">
                  <c:v>6.0</c:v>
                </c:pt>
                <c:pt idx="9656">
                  <c:v>6.0</c:v>
                </c:pt>
                <c:pt idx="9657">
                  <c:v>6.0</c:v>
                </c:pt>
                <c:pt idx="9658">
                  <c:v>6.0</c:v>
                </c:pt>
                <c:pt idx="9659">
                  <c:v>6.0</c:v>
                </c:pt>
                <c:pt idx="9660">
                  <c:v>6.0</c:v>
                </c:pt>
                <c:pt idx="9661">
                  <c:v>6.0</c:v>
                </c:pt>
                <c:pt idx="9662">
                  <c:v>6.0</c:v>
                </c:pt>
                <c:pt idx="9663">
                  <c:v>6.0</c:v>
                </c:pt>
                <c:pt idx="9664">
                  <c:v>6.0</c:v>
                </c:pt>
                <c:pt idx="9665">
                  <c:v>6.0</c:v>
                </c:pt>
                <c:pt idx="9666">
                  <c:v>6.0</c:v>
                </c:pt>
                <c:pt idx="9667">
                  <c:v>6.0</c:v>
                </c:pt>
                <c:pt idx="9668">
                  <c:v>6.0</c:v>
                </c:pt>
                <c:pt idx="9669">
                  <c:v>6.0</c:v>
                </c:pt>
                <c:pt idx="9670">
                  <c:v>6.0</c:v>
                </c:pt>
                <c:pt idx="9671">
                  <c:v>6.0</c:v>
                </c:pt>
                <c:pt idx="9672">
                  <c:v>6.0</c:v>
                </c:pt>
                <c:pt idx="9673">
                  <c:v>6.0</c:v>
                </c:pt>
                <c:pt idx="9674">
                  <c:v>6.0</c:v>
                </c:pt>
                <c:pt idx="9675">
                  <c:v>6.0</c:v>
                </c:pt>
                <c:pt idx="9676">
                  <c:v>6.0</c:v>
                </c:pt>
                <c:pt idx="9677">
                  <c:v>6.0</c:v>
                </c:pt>
                <c:pt idx="9678">
                  <c:v>6.0</c:v>
                </c:pt>
                <c:pt idx="9679">
                  <c:v>6.0</c:v>
                </c:pt>
                <c:pt idx="9680">
                  <c:v>6.0</c:v>
                </c:pt>
                <c:pt idx="9681">
                  <c:v>6.0</c:v>
                </c:pt>
                <c:pt idx="9682">
                  <c:v>6.0</c:v>
                </c:pt>
                <c:pt idx="9683">
                  <c:v>6.0</c:v>
                </c:pt>
                <c:pt idx="9684">
                  <c:v>6.0</c:v>
                </c:pt>
                <c:pt idx="9685">
                  <c:v>6.0</c:v>
                </c:pt>
                <c:pt idx="9686">
                  <c:v>6.0</c:v>
                </c:pt>
                <c:pt idx="9687">
                  <c:v>6.0</c:v>
                </c:pt>
                <c:pt idx="9688">
                  <c:v>6.0</c:v>
                </c:pt>
                <c:pt idx="9689">
                  <c:v>6.0</c:v>
                </c:pt>
                <c:pt idx="9690">
                  <c:v>6.0</c:v>
                </c:pt>
                <c:pt idx="9691">
                  <c:v>6.0</c:v>
                </c:pt>
                <c:pt idx="9692">
                  <c:v>6.0</c:v>
                </c:pt>
                <c:pt idx="9693">
                  <c:v>6.0</c:v>
                </c:pt>
                <c:pt idx="9694">
                  <c:v>6.0</c:v>
                </c:pt>
                <c:pt idx="9695">
                  <c:v>6.0</c:v>
                </c:pt>
                <c:pt idx="9696">
                  <c:v>6.0</c:v>
                </c:pt>
                <c:pt idx="9697">
                  <c:v>6.0</c:v>
                </c:pt>
                <c:pt idx="9698">
                  <c:v>6.0</c:v>
                </c:pt>
                <c:pt idx="9699">
                  <c:v>6.0</c:v>
                </c:pt>
                <c:pt idx="9700">
                  <c:v>6.0</c:v>
                </c:pt>
                <c:pt idx="9701">
                  <c:v>6.0</c:v>
                </c:pt>
                <c:pt idx="9702">
                  <c:v>6.0</c:v>
                </c:pt>
                <c:pt idx="9703">
                  <c:v>6.0</c:v>
                </c:pt>
                <c:pt idx="9704">
                  <c:v>6.0</c:v>
                </c:pt>
                <c:pt idx="9705">
                  <c:v>6.0</c:v>
                </c:pt>
                <c:pt idx="9706">
                  <c:v>6.0</c:v>
                </c:pt>
                <c:pt idx="9707">
                  <c:v>6.0</c:v>
                </c:pt>
                <c:pt idx="9708">
                  <c:v>6.0</c:v>
                </c:pt>
                <c:pt idx="9709">
                  <c:v>6.0</c:v>
                </c:pt>
                <c:pt idx="9710">
                  <c:v>6.0</c:v>
                </c:pt>
                <c:pt idx="9711">
                  <c:v>6.0</c:v>
                </c:pt>
                <c:pt idx="9712">
                  <c:v>6.0</c:v>
                </c:pt>
                <c:pt idx="9713">
                  <c:v>6.0</c:v>
                </c:pt>
                <c:pt idx="9714">
                  <c:v>6.0</c:v>
                </c:pt>
                <c:pt idx="9715">
                  <c:v>6.0</c:v>
                </c:pt>
                <c:pt idx="9716">
                  <c:v>6.0</c:v>
                </c:pt>
                <c:pt idx="9717">
                  <c:v>6.0</c:v>
                </c:pt>
                <c:pt idx="9718">
                  <c:v>6.0</c:v>
                </c:pt>
                <c:pt idx="9719">
                  <c:v>6.0</c:v>
                </c:pt>
                <c:pt idx="9720">
                  <c:v>6.0</c:v>
                </c:pt>
                <c:pt idx="9721">
                  <c:v>6.0</c:v>
                </c:pt>
                <c:pt idx="9722">
                  <c:v>6.0</c:v>
                </c:pt>
                <c:pt idx="9723">
                  <c:v>6.0</c:v>
                </c:pt>
                <c:pt idx="9724">
                  <c:v>6.0</c:v>
                </c:pt>
                <c:pt idx="9725">
                  <c:v>6.0</c:v>
                </c:pt>
                <c:pt idx="9726">
                  <c:v>6.0</c:v>
                </c:pt>
                <c:pt idx="9727">
                  <c:v>6.0</c:v>
                </c:pt>
                <c:pt idx="9728">
                  <c:v>6.0</c:v>
                </c:pt>
                <c:pt idx="9729">
                  <c:v>6.0</c:v>
                </c:pt>
                <c:pt idx="9730">
                  <c:v>6.0</c:v>
                </c:pt>
                <c:pt idx="9731">
                  <c:v>6.0</c:v>
                </c:pt>
                <c:pt idx="9732">
                  <c:v>6.0</c:v>
                </c:pt>
                <c:pt idx="9733">
                  <c:v>6.0</c:v>
                </c:pt>
                <c:pt idx="9734">
                  <c:v>6.0</c:v>
                </c:pt>
                <c:pt idx="9735">
                  <c:v>6.0</c:v>
                </c:pt>
                <c:pt idx="9736">
                  <c:v>6.0</c:v>
                </c:pt>
                <c:pt idx="9737">
                  <c:v>6.0</c:v>
                </c:pt>
                <c:pt idx="9738">
                  <c:v>6.0</c:v>
                </c:pt>
                <c:pt idx="9739">
                  <c:v>6.0</c:v>
                </c:pt>
                <c:pt idx="9740">
                  <c:v>6.0</c:v>
                </c:pt>
                <c:pt idx="9741">
                  <c:v>6.0</c:v>
                </c:pt>
                <c:pt idx="9742">
                  <c:v>6.0</c:v>
                </c:pt>
                <c:pt idx="9743">
                  <c:v>6.0</c:v>
                </c:pt>
                <c:pt idx="9744">
                  <c:v>6.0</c:v>
                </c:pt>
                <c:pt idx="9745">
                  <c:v>6.0</c:v>
                </c:pt>
                <c:pt idx="9746">
                  <c:v>6.0</c:v>
                </c:pt>
                <c:pt idx="9747">
                  <c:v>6.0</c:v>
                </c:pt>
                <c:pt idx="9748">
                  <c:v>6.0</c:v>
                </c:pt>
                <c:pt idx="9749">
                  <c:v>6.0</c:v>
                </c:pt>
                <c:pt idx="9750">
                  <c:v>6.0</c:v>
                </c:pt>
                <c:pt idx="9751">
                  <c:v>6.0</c:v>
                </c:pt>
                <c:pt idx="9752">
                  <c:v>6.0</c:v>
                </c:pt>
                <c:pt idx="9753">
                  <c:v>6.0</c:v>
                </c:pt>
                <c:pt idx="9754">
                  <c:v>6.0</c:v>
                </c:pt>
                <c:pt idx="9755">
                  <c:v>6.0</c:v>
                </c:pt>
                <c:pt idx="9756">
                  <c:v>6.0</c:v>
                </c:pt>
                <c:pt idx="9757">
                  <c:v>6.0</c:v>
                </c:pt>
                <c:pt idx="9758">
                  <c:v>6.0</c:v>
                </c:pt>
                <c:pt idx="9759">
                  <c:v>6.0</c:v>
                </c:pt>
                <c:pt idx="9760">
                  <c:v>6.0</c:v>
                </c:pt>
                <c:pt idx="9761">
                  <c:v>6.0</c:v>
                </c:pt>
                <c:pt idx="9762">
                  <c:v>6.0</c:v>
                </c:pt>
                <c:pt idx="9763">
                  <c:v>6.0</c:v>
                </c:pt>
                <c:pt idx="9764">
                  <c:v>6.0</c:v>
                </c:pt>
                <c:pt idx="9765">
                  <c:v>6.0</c:v>
                </c:pt>
                <c:pt idx="9766">
                  <c:v>6.0</c:v>
                </c:pt>
                <c:pt idx="9767">
                  <c:v>6.0</c:v>
                </c:pt>
                <c:pt idx="9768">
                  <c:v>6.0</c:v>
                </c:pt>
                <c:pt idx="9769">
                  <c:v>6.0</c:v>
                </c:pt>
                <c:pt idx="9770">
                  <c:v>6.0</c:v>
                </c:pt>
                <c:pt idx="9771">
                  <c:v>6.0</c:v>
                </c:pt>
                <c:pt idx="9772">
                  <c:v>6.0</c:v>
                </c:pt>
                <c:pt idx="9773">
                  <c:v>6.0</c:v>
                </c:pt>
                <c:pt idx="9774">
                  <c:v>6.0</c:v>
                </c:pt>
                <c:pt idx="9775">
                  <c:v>6.0</c:v>
                </c:pt>
                <c:pt idx="9776">
                  <c:v>6.0</c:v>
                </c:pt>
                <c:pt idx="9777">
                  <c:v>6.0</c:v>
                </c:pt>
                <c:pt idx="9778">
                  <c:v>6.0</c:v>
                </c:pt>
                <c:pt idx="9779">
                  <c:v>6.0</c:v>
                </c:pt>
                <c:pt idx="9780">
                  <c:v>6.0</c:v>
                </c:pt>
                <c:pt idx="9781">
                  <c:v>6.0</c:v>
                </c:pt>
                <c:pt idx="9782">
                  <c:v>6.0</c:v>
                </c:pt>
                <c:pt idx="9783">
                  <c:v>6.0</c:v>
                </c:pt>
                <c:pt idx="9784">
                  <c:v>6.0</c:v>
                </c:pt>
                <c:pt idx="9785">
                  <c:v>6.0</c:v>
                </c:pt>
                <c:pt idx="9786">
                  <c:v>6.0</c:v>
                </c:pt>
                <c:pt idx="9787">
                  <c:v>6.0</c:v>
                </c:pt>
                <c:pt idx="9788">
                  <c:v>6.0</c:v>
                </c:pt>
                <c:pt idx="9789">
                  <c:v>6.0</c:v>
                </c:pt>
                <c:pt idx="9790">
                  <c:v>6.0</c:v>
                </c:pt>
                <c:pt idx="9791">
                  <c:v>6.0</c:v>
                </c:pt>
                <c:pt idx="9792">
                  <c:v>6.0</c:v>
                </c:pt>
                <c:pt idx="9793">
                  <c:v>6.0</c:v>
                </c:pt>
                <c:pt idx="9794">
                  <c:v>6.0</c:v>
                </c:pt>
                <c:pt idx="9795">
                  <c:v>6.0</c:v>
                </c:pt>
                <c:pt idx="9796">
                  <c:v>6.0</c:v>
                </c:pt>
                <c:pt idx="9797">
                  <c:v>6.0</c:v>
                </c:pt>
                <c:pt idx="9798">
                  <c:v>6.0</c:v>
                </c:pt>
                <c:pt idx="9799">
                  <c:v>6.0</c:v>
                </c:pt>
                <c:pt idx="9800">
                  <c:v>6.0</c:v>
                </c:pt>
                <c:pt idx="9801">
                  <c:v>6.0</c:v>
                </c:pt>
                <c:pt idx="9802">
                  <c:v>6.0</c:v>
                </c:pt>
                <c:pt idx="9803">
                  <c:v>6.0</c:v>
                </c:pt>
                <c:pt idx="9804">
                  <c:v>6.0</c:v>
                </c:pt>
                <c:pt idx="9805">
                  <c:v>6.0</c:v>
                </c:pt>
                <c:pt idx="9806">
                  <c:v>6.0</c:v>
                </c:pt>
                <c:pt idx="9807">
                  <c:v>6.0</c:v>
                </c:pt>
                <c:pt idx="9808">
                  <c:v>6.0</c:v>
                </c:pt>
                <c:pt idx="9809">
                  <c:v>6.0</c:v>
                </c:pt>
                <c:pt idx="9810">
                  <c:v>6.0</c:v>
                </c:pt>
                <c:pt idx="9811">
                  <c:v>6.0</c:v>
                </c:pt>
                <c:pt idx="9812">
                  <c:v>6.0</c:v>
                </c:pt>
                <c:pt idx="9813">
                  <c:v>6.0</c:v>
                </c:pt>
                <c:pt idx="9814">
                  <c:v>6.0</c:v>
                </c:pt>
                <c:pt idx="9815">
                  <c:v>6.0</c:v>
                </c:pt>
                <c:pt idx="9816">
                  <c:v>6.0</c:v>
                </c:pt>
                <c:pt idx="9817">
                  <c:v>6.0</c:v>
                </c:pt>
                <c:pt idx="9818">
                  <c:v>6.0</c:v>
                </c:pt>
                <c:pt idx="9819">
                  <c:v>6.0</c:v>
                </c:pt>
                <c:pt idx="9820">
                  <c:v>6.0</c:v>
                </c:pt>
                <c:pt idx="9821">
                  <c:v>6.0</c:v>
                </c:pt>
                <c:pt idx="9822">
                  <c:v>6.0</c:v>
                </c:pt>
                <c:pt idx="9823">
                  <c:v>6.0</c:v>
                </c:pt>
                <c:pt idx="9824">
                  <c:v>6.0</c:v>
                </c:pt>
                <c:pt idx="9825">
                  <c:v>6.0</c:v>
                </c:pt>
                <c:pt idx="9826">
                  <c:v>6.0</c:v>
                </c:pt>
                <c:pt idx="9827">
                  <c:v>6.0</c:v>
                </c:pt>
                <c:pt idx="9828">
                  <c:v>6.0</c:v>
                </c:pt>
                <c:pt idx="9829">
                  <c:v>6.0</c:v>
                </c:pt>
                <c:pt idx="9830">
                  <c:v>6.0</c:v>
                </c:pt>
                <c:pt idx="9831">
                  <c:v>6.0</c:v>
                </c:pt>
                <c:pt idx="9832">
                  <c:v>6.0</c:v>
                </c:pt>
                <c:pt idx="9833">
                  <c:v>6.0</c:v>
                </c:pt>
                <c:pt idx="9834">
                  <c:v>6.0</c:v>
                </c:pt>
                <c:pt idx="9835">
                  <c:v>6.0</c:v>
                </c:pt>
                <c:pt idx="9836">
                  <c:v>6.0</c:v>
                </c:pt>
                <c:pt idx="9837">
                  <c:v>6.0</c:v>
                </c:pt>
                <c:pt idx="9838">
                  <c:v>6.0</c:v>
                </c:pt>
                <c:pt idx="9839">
                  <c:v>6.0</c:v>
                </c:pt>
                <c:pt idx="9840">
                  <c:v>6.0</c:v>
                </c:pt>
                <c:pt idx="9841">
                  <c:v>6.0</c:v>
                </c:pt>
                <c:pt idx="9842">
                  <c:v>6.0</c:v>
                </c:pt>
                <c:pt idx="9843">
                  <c:v>6.0</c:v>
                </c:pt>
                <c:pt idx="9844">
                  <c:v>6.0</c:v>
                </c:pt>
                <c:pt idx="9845">
                  <c:v>6.0</c:v>
                </c:pt>
                <c:pt idx="9846">
                  <c:v>6.0</c:v>
                </c:pt>
                <c:pt idx="9847">
                  <c:v>6.0</c:v>
                </c:pt>
                <c:pt idx="9848">
                  <c:v>6.0</c:v>
                </c:pt>
                <c:pt idx="9849">
                  <c:v>6.0</c:v>
                </c:pt>
                <c:pt idx="9850">
                  <c:v>6.0</c:v>
                </c:pt>
                <c:pt idx="9851">
                  <c:v>6.0</c:v>
                </c:pt>
                <c:pt idx="9852">
                  <c:v>6.0</c:v>
                </c:pt>
                <c:pt idx="9853">
                  <c:v>6.0</c:v>
                </c:pt>
                <c:pt idx="9854">
                  <c:v>6.0</c:v>
                </c:pt>
                <c:pt idx="9855">
                  <c:v>6.0</c:v>
                </c:pt>
                <c:pt idx="9856">
                  <c:v>6.0</c:v>
                </c:pt>
                <c:pt idx="9857">
                  <c:v>6.0</c:v>
                </c:pt>
                <c:pt idx="9858">
                  <c:v>6.0</c:v>
                </c:pt>
                <c:pt idx="9859">
                  <c:v>6.0</c:v>
                </c:pt>
                <c:pt idx="9860">
                  <c:v>6.0</c:v>
                </c:pt>
                <c:pt idx="9861">
                  <c:v>6.0</c:v>
                </c:pt>
                <c:pt idx="9862">
                  <c:v>6.0</c:v>
                </c:pt>
                <c:pt idx="9863">
                  <c:v>6.0</c:v>
                </c:pt>
                <c:pt idx="9864">
                  <c:v>6.0</c:v>
                </c:pt>
                <c:pt idx="9865">
                  <c:v>6.0</c:v>
                </c:pt>
                <c:pt idx="9866">
                  <c:v>6.0</c:v>
                </c:pt>
                <c:pt idx="9867">
                  <c:v>6.0</c:v>
                </c:pt>
                <c:pt idx="9868">
                  <c:v>6.0</c:v>
                </c:pt>
                <c:pt idx="9869">
                  <c:v>6.0</c:v>
                </c:pt>
                <c:pt idx="9870">
                  <c:v>6.0</c:v>
                </c:pt>
                <c:pt idx="9871">
                  <c:v>6.0</c:v>
                </c:pt>
                <c:pt idx="9872">
                  <c:v>6.0</c:v>
                </c:pt>
                <c:pt idx="9873">
                  <c:v>6.0</c:v>
                </c:pt>
                <c:pt idx="9874">
                  <c:v>6.0</c:v>
                </c:pt>
                <c:pt idx="9875">
                  <c:v>6.0</c:v>
                </c:pt>
                <c:pt idx="9876">
                  <c:v>6.0</c:v>
                </c:pt>
                <c:pt idx="9877">
                  <c:v>6.0</c:v>
                </c:pt>
                <c:pt idx="9878">
                  <c:v>6.0</c:v>
                </c:pt>
                <c:pt idx="9879">
                  <c:v>6.0</c:v>
                </c:pt>
                <c:pt idx="9880">
                  <c:v>6.0</c:v>
                </c:pt>
                <c:pt idx="9881">
                  <c:v>6.0</c:v>
                </c:pt>
                <c:pt idx="9882">
                  <c:v>6.0</c:v>
                </c:pt>
                <c:pt idx="9883">
                  <c:v>6.0</c:v>
                </c:pt>
                <c:pt idx="9884">
                  <c:v>6.0</c:v>
                </c:pt>
                <c:pt idx="9885">
                  <c:v>6.0</c:v>
                </c:pt>
                <c:pt idx="9886">
                  <c:v>6.0</c:v>
                </c:pt>
                <c:pt idx="9887">
                  <c:v>6.0</c:v>
                </c:pt>
                <c:pt idx="9888">
                  <c:v>6.0</c:v>
                </c:pt>
                <c:pt idx="9889">
                  <c:v>6.0</c:v>
                </c:pt>
                <c:pt idx="9890">
                  <c:v>6.0</c:v>
                </c:pt>
                <c:pt idx="9891">
                  <c:v>6.0</c:v>
                </c:pt>
                <c:pt idx="9892">
                  <c:v>6.0</c:v>
                </c:pt>
                <c:pt idx="9893">
                  <c:v>6.0</c:v>
                </c:pt>
                <c:pt idx="9894">
                  <c:v>6.0</c:v>
                </c:pt>
                <c:pt idx="9895">
                  <c:v>6.0</c:v>
                </c:pt>
                <c:pt idx="9896">
                  <c:v>6.0</c:v>
                </c:pt>
                <c:pt idx="9897">
                  <c:v>6.0</c:v>
                </c:pt>
                <c:pt idx="9898">
                  <c:v>6.0</c:v>
                </c:pt>
                <c:pt idx="9899">
                  <c:v>6.0</c:v>
                </c:pt>
                <c:pt idx="9900">
                  <c:v>6.0</c:v>
                </c:pt>
                <c:pt idx="9901">
                  <c:v>6.0</c:v>
                </c:pt>
                <c:pt idx="9902">
                  <c:v>6.0</c:v>
                </c:pt>
                <c:pt idx="9903">
                  <c:v>6.0</c:v>
                </c:pt>
                <c:pt idx="9904">
                  <c:v>6.0</c:v>
                </c:pt>
                <c:pt idx="9905">
                  <c:v>6.0</c:v>
                </c:pt>
                <c:pt idx="9906">
                  <c:v>6.0</c:v>
                </c:pt>
                <c:pt idx="9907">
                  <c:v>6.0</c:v>
                </c:pt>
                <c:pt idx="9908">
                  <c:v>6.0</c:v>
                </c:pt>
                <c:pt idx="9909">
                  <c:v>6.0</c:v>
                </c:pt>
                <c:pt idx="9910">
                  <c:v>6.0</c:v>
                </c:pt>
                <c:pt idx="9911">
                  <c:v>6.0</c:v>
                </c:pt>
                <c:pt idx="9912">
                  <c:v>6.0</c:v>
                </c:pt>
                <c:pt idx="9913">
                  <c:v>6.0</c:v>
                </c:pt>
                <c:pt idx="9914">
                  <c:v>6.0</c:v>
                </c:pt>
                <c:pt idx="9915">
                  <c:v>6.0</c:v>
                </c:pt>
                <c:pt idx="9916">
                  <c:v>6.0</c:v>
                </c:pt>
                <c:pt idx="9917">
                  <c:v>6.0</c:v>
                </c:pt>
                <c:pt idx="9918">
                  <c:v>6.0</c:v>
                </c:pt>
                <c:pt idx="9919">
                  <c:v>6.0</c:v>
                </c:pt>
                <c:pt idx="9920">
                  <c:v>6.0</c:v>
                </c:pt>
                <c:pt idx="9921">
                  <c:v>6.0</c:v>
                </c:pt>
                <c:pt idx="9922">
                  <c:v>6.0</c:v>
                </c:pt>
                <c:pt idx="9923">
                  <c:v>6.0</c:v>
                </c:pt>
                <c:pt idx="9924">
                  <c:v>6.0</c:v>
                </c:pt>
                <c:pt idx="9925">
                  <c:v>6.0</c:v>
                </c:pt>
                <c:pt idx="9926">
                  <c:v>6.0</c:v>
                </c:pt>
                <c:pt idx="9927">
                  <c:v>6.0</c:v>
                </c:pt>
                <c:pt idx="9928">
                  <c:v>6.0</c:v>
                </c:pt>
                <c:pt idx="9929">
                  <c:v>6.0</c:v>
                </c:pt>
                <c:pt idx="9930">
                  <c:v>6.0</c:v>
                </c:pt>
                <c:pt idx="9931">
                  <c:v>6.0</c:v>
                </c:pt>
                <c:pt idx="9932">
                  <c:v>6.0</c:v>
                </c:pt>
                <c:pt idx="9933">
                  <c:v>6.0</c:v>
                </c:pt>
                <c:pt idx="9934">
                  <c:v>6.0</c:v>
                </c:pt>
                <c:pt idx="9935">
                  <c:v>6.0</c:v>
                </c:pt>
                <c:pt idx="9936">
                  <c:v>6.0</c:v>
                </c:pt>
                <c:pt idx="9937">
                  <c:v>6.0</c:v>
                </c:pt>
                <c:pt idx="9938">
                  <c:v>6.0</c:v>
                </c:pt>
                <c:pt idx="9939">
                  <c:v>6.0</c:v>
                </c:pt>
                <c:pt idx="9940">
                  <c:v>6.0</c:v>
                </c:pt>
                <c:pt idx="9941">
                  <c:v>6.0</c:v>
                </c:pt>
                <c:pt idx="9942">
                  <c:v>6.0</c:v>
                </c:pt>
                <c:pt idx="9943">
                  <c:v>6.0</c:v>
                </c:pt>
                <c:pt idx="9944">
                  <c:v>6.0</c:v>
                </c:pt>
                <c:pt idx="9945">
                  <c:v>6.0</c:v>
                </c:pt>
                <c:pt idx="9946">
                  <c:v>6.0</c:v>
                </c:pt>
                <c:pt idx="9947">
                  <c:v>6.0</c:v>
                </c:pt>
                <c:pt idx="9948">
                  <c:v>6.0</c:v>
                </c:pt>
                <c:pt idx="9949">
                  <c:v>6.0</c:v>
                </c:pt>
                <c:pt idx="9950">
                  <c:v>6.0</c:v>
                </c:pt>
                <c:pt idx="9951">
                  <c:v>6.0</c:v>
                </c:pt>
                <c:pt idx="9952">
                  <c:v>6.0</c:v>
                </c:pt>
                <c:pt idx="9953">
                  <c:v>6.0</c:v>
                </c:pt>
                <c:pt idx="9954">
                  <c:v>6.0</c:v>
                </c:pt>
                <c:pt idx="9955">
                  <c:v>6.0</c:v>
                </c:pt>
                <c:pt idx="9956">
                  <c:v>6.0</c:v>
                </c:pt>
                <c:pt idx="9957">
                  <c:v>6.0</c:v>
                </c:pt>
                <c:pt idx="9958">
                  <c:v>6.0</c:v>
                </c:pt>
                <c:pt idx="9959">
                  <c:v>6.0</c:v>
                </c:pt>
                <c:pt idx="9960">
                  <c:v>6.0</c:v>
                </c:pt>
                <c:pt idx="9961">
                  <c:v>6.0</c:v>
                </c:pt>
                <c:pt idx="9962">
                  <c:v>6.0</c:v>
                </c:pt>
                <c:pt idx="9963">
                  <c:v>6.0</c:v>
                </c:pt>
                <c:pt idx="9964">
                  <c:v>6.0</c:v>
                </c:pt>
                <c:pt idx="9965">
                  <c:v>6.0</c:v>
                </c:pt>
                <c:pt idx="9966">
                  <c:v>6.0</c:v>
                </c:pt>
                <c:pt idx="9967">
                  <c:v>6.0</c:v>
                </c:pt>
                <c:pt idx="9968">
                  <c:v>6.0</c:v>
                </c:pt>
                <c:pt idx="9969">
                  <c:v>6.0</c:v>
                </c:pt>
                <c:pt idx="9970">
                  <c:v>6.0</c:v>
                </c:pt>
                <c:pt idx="9971">
                  <c:v>6.0</c:v>
                </c:pt>
                <c:pt idx="9972">
                  <c:v>6.0</c:v>
                </c:pt>
                <c:pt idx="9973">
                  <c:v>6.0</c:v>
                </c:pt>
                <c:pt idx="9974">
                  <c:v>6.0</c:v>
                </c:pt>
                <c:pt idx="9975">
                  <c:v>6.0</c:v>
                </c:pt>
                <c:pt idx="9976">
                  <c:v>6.0</c:v>
                </c:pt>
                <c:pt idx="9977">
                  <c:v>6.0</c:v>
                </c:pt>
                <c:pt idx="9978">
                  <c:v>6.0</c:v>
                </c:pt>
                <c:pt idx="9979">
                  <c:v>6.0</c:v>
                </c:pt>
                <c:pt idx="9980">
                  <c:v>6.0</c:v>
                </c:pt>
                <c:pt idx="9981">
                  <c:v>6.0</c:v>
                </c:pt>
                <c:pt idx="9982">
                  <c:v>6.0</c:v>
                </c:pt>
                <c:pt idx="9983">
                  <c:v>6.0</c:v>
                </c:pt>
                <c:pt idx="9984">
                  <c:v>6.0</c:v>
                </c:pt>
                <c:pt idx="9985">
                  <c:v>6.0</c:v>
                </c:pt>
                <c:pt idx="9986">
                  <c:v>6.0</c:v>
                </c:pt>
                <c:pt idx="9987">
                  <c:v>6.0</c:v>
                </c:pt>
                <c:pt idx="9988">
                  <c:v>6.0</c:v>
                </c:pt>
                <c:pt idx="9989">
                  <c:v>6.0</c:v>
                </c:pt>
                <c:pt idx="9990">
                  <c:v>6.0</c:v>
                </c:pt>
                <c:pt idx="9991">
                  <c:v>6.0</c:v>
                </c:pt>
                <c:pt idx="9992">
                  <c:v>6.0</c:v>
                </c:pt>
                <c:pt idx="9993">
                  <c:v>6.0</c:v>
                </c:pt>
                <c:pt idx="9994">
                  <c:v>6.0</c:v>
                </c:pt>
                <c:pt idx="9995">
                  <c:v>6.0</c:v>
                </c:pt>
                <c:pt idx="9996">
                  <c:v>6.0</c:v>
                </c:pt>
                <c:pt idx="9997">
                  <c:v>6.0</c:v>
                </c:pt>
                <c:pt idx="9998">
                  <c:v>6.0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Top 10 群組集中度：前十大 passphrase 占比分布</a:t>
            </a:r>
          </a:p>
        </c:rich>
      </c:tx>
      <c:layout/>
      <c:overlay val="0"/>
    </c:title>
    <c:autoTitleDeleted val="0"/>
    <c:plotArea>
      <c:pieChart>
        <c:varyColors val="1"/>
        <c:ser>
          <c:idx val="0"/>
          <c:order val="0"/>
          <c:tx>
            <c:strRef>
              <c:f>Sheet1!$B$1</c:f>
              <c:strCache>
                <c:ptCount val="1"/>
                <c:pt idx="0">
                  <c:v>count</c:v>
                </c:pt>
              </c:strCache>
            </c:strRef>
          </c:tx>
          <c:cat>
            <c:strRef>
              <c:f>Sheet1!$A$2:$A$11</c:f>
              <c:strCache>
                <c:ptCount val="10"/>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strCache>
            </c:strRef>
          </c:cat>
          <c:val>
            <c:numRef>
              <c:f>Sheet1!$B$2:$B$11</c:f>
              <c:numCache>
                <c:formatCode>General</c:formatCode>
                <c:ptCount val="10"/>
                <c:pt idx="0">
                  <c:v>0.4146</c:v>
                </c:pt>
                <c:pt idx="1">
                  <c:v>0.1398</c:v>
                </c:pt>
                <c:pt idx="2">
                  <c:v>0.1366</c:v>
                </c:pt>
                <c:pt idx="3">
                  <c:v>0.1318</c:v>
                </c:pt>
                <c:pt idx="4">
                  <c:v>0.1109</c:v>
                </c:pt>
                <c:pt idx="5">
                  <c:v>0.1012</c:v>
                </c:pt>
                <c:pt idx="6">
                  <c:v>0.0948</c:v>
                </c:pt>
                <c:pt idx="7">
                  <c:v>0.0932</c:v>
                </c:pt>
                <c:pt idx="8">
                  <c:v>0.0836</c:v>
                </c:pt>
                <c:pt idx="9">
                  <c:v>0.0819</c:v>
                </c:pt>
              </c:numCache>
            </c:numRef>
          </c:val>
        </c:ser>
      </c:pieChart>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Top 10 Passphrase 群組規模排名</a:t>
            </a:r>
          </a:p>
        </c:rich>
      </c:tx>
      <c:layout/>
      <c:overlay val="0"/>
    </c:title>
    <c:autoTitleDeleted val="0"/>
    <c:plotArea>
      <c:barChart>
        <c:barDir val="bar"/>
        <c:grouping val="clustered"/>
        <c:ser>
          <c:idx val="0"/>
          <c:order val="0"/>
          <c:tx>
            <c:strRef>
              <c:f>Sheet1!$B$1</c:f>
              <c:strCache>
                <c:ptCount val="1"/>
                <c:pt idx="0">
                  <c:v>count</c:v>
                </c:pt>
              </c:strCache>
            </c:strRef>
          </c:tx>
          <c:cat>
            <c:strRef>
              <c:f>Sheet1!$A$2:$A$11</c:f>
              <c:strCache>
                <c:ptCount val="10"/>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strCache>
            </c:strRef>
          </c:cat>
          <c:val>
            <c:numRef>
              <c:f>Sheet1!$B$2:$B$11</c:f>
              <c:numCache>
                <c:formatCode>General</c:formatCode>
                <c:ptCount val="10"/>
                <c:pt idx="0">
                  <c:v>258.0</c:v>
                </c:pt>
                <c:pt idx="1">
                  <c:v>87.0</c:v>
                </c:pt>
                <c:pt idx="2">
                  <c:v>85.0</c:v>
                </c:pt>
                <c:pt idx="3">
                  <c:v>82.0</c:v>
                </c:pt>
                <c:pt idx="4">
                  <c:v>69.0</c:v>
                </c:pt>
                <c:pt idx="5">
                  <c:v>63.0</c:v>
                </c:pt>
                <c:pt idx="6">
                  <c:v>59.0</c:v>
                </c:pt>
                <c:pt idx="7">
                  <c:v>58.0</c:v>
                </c:pt>
                <c:pt idx="8">
                  <c:v>52.0</c:v>
                </c:pt>
                <c:pt idx="9">
                  <c:v>51.0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t>頭部與尾部群組規模落差：冪次分布特徵檢視</a:t>
            </a:r>
          </a:p>
        </c:rich>
      </c:tx>
      <c:layout/>
      <c:overlay val="0"/>
    </c:title>
    <c:autoTitleDeleted val="0"/>
    <c:plotArea>
      <c:barChart>
        <c:barDir val="bar"/>
        <c:grouping val="clustered"/>
        <c:ser>
          <c:idx val="0"/>
          <c:order val="0"/>
          <c:tx>
            <c:strRef>
              <c:f>Sheet1!$B$1</c:f>
              <c:strCache>
                <c:ptCount val="1"/>
                <c:pt idx="0">
                  <c:v>count</c:v>
                </c:pt>
              </c:strCache>
            </c:strRef>
          </c:tx>
          <c:cat>
            <c:strRef>
              <c:f>Sheet1!$A$2:$A$10000</c:f>
              <c:strCache>
                <c:ptCount val="9999"/>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pt idx="10">
                  <c:v>frankcansellyourhouse</c:v>
                </c:pt>
                <c:pt idx="11">
                  <c:v>greatertampaappraisal</c:v>
                </c:pt>
                <c:pt idx="12">
                  <c:v>daltonappraisalgroup</c:v>
                </c:pt>
                <c:pt idx="13">
                  <c:v>sweet_but_mean_devil0723</c:v>
                </c:pt>
                <c:pt idx="14">
                  <c:v>numberonerealtor2553</c:v>
                </c:pt>
                <c:pt idx="15">
                  <c:v>midwestrapidappraisal</c:v>
                </c:pt>
                <c:pt idx="16">
                  <c:v>melinda4yourrealestate</c:v>
                </c:pt>
                <c:pt idx="17">
                  <c:v>correcthorsebatterystaple</c:v>
                </c:pt>
                <c:pt idx="18">
                  <c:v>maytheforcebewithyou</c:v>
                </c:pt>
                <c:pt idx="19">
                  <c:v>highschoolmusical123</c:v>
                </c:pt>
                <c:pt idx="20">
                  <c:v>urbanwoodworkinganddesign</c:v>
                </c:pt>
                <c:pt idx="21">
                  <c:v>maxmotivesmotherlode</c:v>
                </c:pt>
                <c:pt idx="22">
                  <c:v>lancheeyoung18041974</c:v>
                </c:pt>
                <c:pt idx="23">
                  <c:v>Bulletformyvalentine</c:v>
                </c:pt>
                <c:pt idx="24">
                  <c:v>jasminemarievillegas</c:v>
                </c:pt>
                <c:pt idx="25">
                  <c:v>manforgirllove100131</c:v>
                </c:pt>
                <c:pt idx="26">
                  <c:v>nationalhomeappraisal</c:v>
                </c:pt>
                <c:pt idx="27">
                  <c:v>nightwish_199329love</c:v>
                </c:pt>
                <c:pt idx="28">
                  <c:v>fivefingerdeathpunch</c:v>
                </c:pt>
                <c:pt idx="29">
                  <c:v>elite_4_life_suicide</c:v>
                </c:pt>
                <c:pt idx="30">
                  <c:v>7782761081lolitapapalesik</c:v>
                </c:pt>
                <c:pt idx="31">
                  <c:v>rageagainstthemachine</c:v>
                </c:pt>
                <c:pt idx="32">
                  <c:v>peanutbutterandjelly</c:v>
                </c:pt>
                <c:pt idx="33">
                  <c:v>directmagazineservice</c:v>
                </c:pt>
                <c:pt idx="34">
                  <c:v>princelarry_head2001</c:v>
                </c:pt>
                <c:pt idx="35">
                  <c:v>blonde_softball_sweetie06</c:v>
                </c:pt>
                <c:pt idx="36">
                  <c:v>blackgraphskokieflip</c:v>
                </c:pt>
                <c:pt idx="37">
                  <c:v>123456798PODSHEVALIN</c:v>
                </c:pt>
                <c:pt idx="38">
                  <c:v>supermassiveblackhole</c:v>
                </c:pt>
                <c:pt idx="39">
                  <c:v>secret2920morbidtime</c:v>
                </c:pt>
                <c:pt idx="40">
                  <c:v>rememberthispassword</c:v>
                </c:pt>
                <c:pt idx="41">
                  <c:v>BulletForMyValentine</c:v>
                </c:pt>
                <c:pt idx="42">
                  <c:v>antidisestablishmentarianism</c:v>
                </c:pt>
                <c:pt idx="43">
                  <c:v>barbieislandprincess</c:v>
                </c:pt>
                <c:pt idx="44">
                  <c:v>asking_alexandria_wolf</c:v>
                </c:pt>
                <c:pt idx="45">
                  <c:v>youwillneverwalkalone</c:v>
                </c:pt>
                <c:pt idx="46">
                  <c:v>the_broken_heart2005</c:v>
                </c:pt>
                <c:pt idx="47">
                  <c:v>importexportplatform</c:v>
                </c:pt>
                <c:pt idx="48">
                  <c:v>ExternalInterfaceModule</c:v>
                </c:pt>
                <c:pt idx="49">
                  <c:v>arnlinetelevision123</c:v>
                </c:pt>
                <c:pt idx="50">
                  <c:v>666101101kikihateyou</c:v>
                </c:pt>
                <c:pt idx="51">
                  <c:v>unionboxingpromotion</c:v>
                </c:pt>
                <c:pt idx="52">
                  <c:v>purplemonkeydishwasher</c:v>
                </c:pt>
                <c:pt idx="53">
                  <c:v>peanutbutterjellytime</c:v>
                </c:pt>
                <c:pt idx="54">
                  <c:v>lovewillsavetheworld</c:v>
                </c:pt>
                <c:pt idx="55">
                  <c:v>life23very08good1991</c:v>
                </c:pt>
                <c:pt idx="56">
                  <c:v>buffythevampireslayer</c:v>
                </c:pt>
                <c:pt idx="57">
                  <c:v>AssassinsCreedWolf91</c:v>
                </c:pt>
                <c:pt idx="58">
                  <c:v>alina03012000krisdoc</c:v>
                </c:pt>
                <c:pt idx="59">
                  <c:v>1sappytime151forlife1</c:v>
                </c:pt>
                <c:pt idx="60">
                  <c:v>1alina2ahunova3456789</c:v>
                </c:pt>
                <c:pt idx="61">
                  <c:v>theblackdahliamurder</c:v>
                </c:pt>
                <c:pt idx="62">
                  <c:v>thankyougod3456789</c:v>
                </c:pt>
                <c:pt idx="63">
                  <c:v>Puppinandrea14111995</c:v>
                </c:pt>
                <c:pt idx="64">
                  <c:v>PasswordNeedsReset!77983</c:v>
                </c:pt>
                <c:pt idx="65">
                  <c:v>one9eight4-1nine8fou</c:v>
                </c:pt>
                <c:pt idx="66">
                  <c:v>lightningbloodfireice</c:v>
                </c:pt>
                <c:pt idx="67">
                  <c:v>diamonddustrebellion</c:v>
                </c:pt>
                <c:pt idx="68">
                  <c:v>densportsmen31071992</c:v>
                </c:pt>
                <c:pt idx="69">
                  <c:v>bardarashomeromer19951995</c:v>
                </c:pt>
                <c:pt idx="70">
                  <c:v>assumingdirectcontrol</c:v>
                </c:pt>
                <c:pt idx="71">
                  <c:v>trancearoundtheworld</c:v>
                </c:pt>
                <c:pt idx="72">
                  <c:v>thesupercometpassword</c:v>
                </c:pt>
                <c:pt idx="73">
                  <c:v>people01are10still19having94sex</c:v>
                </c:pt>
                <c:pt idx="74">
                  <c:v>needforspeedundercover</c:v>
                </c:pt>
                <c:pt idx="75">
                  <c:v>minecraftmasterfuture</c:v>
                </c:pt>
                <c:pt idx="76">
                  <c:v>madam22.sasha22.live</c:v>
                </c:pt>
                <c:pt idx="77">
                  <c:v>followthewhiterabbit</c:v>
                </c:pt>
                <c:pt idx="78">
                  <c:v>FALLING5BLOODPRESSURE</c:v>
                </c:pt>
                <c:pt idx="79">
                  <c:v>571burnbutdontincinerate483</c:v>
                </c:pt>
                <c:pt idx="80">
                  <c:v>windowslivemessenger</c:v>
                </c:pt>
                <c:pt idx="81">
                  <c:v>thisholidaylifeflightcrew</c:v>
                </c:pt>
                <c:pt idx="82">
                  <c:v>Thebeautifulgirllike</c:v>
                </c:pt>
                <c:pt idx="83">
                  <c:v>RainbowspiritParadise</c:v>
                </c:pt>
                <c:pt idx="84">
                  <c:v>metalsoftretribution</c:v>
                </c:pt>
                <c:pt idx="85">
                  <c:v>imperialdevilstealth</c:v>
                </c:pt>
                <c:pt idx="86">
                  <c:v>hustleloyaltyrespect</c:v>
                </c:pt>
                <c:pt idx="87">
                  <c:v>coreyhoppermay221997</c:v>
                </c:pt>
                <c:pt idx="88">
                  <c:v>cinema_bizarre_-_love_son</c:v>
                </c:pt>
                <c:pt idx="89">
                  <c:v>willbeknowworldwide2012</c:v>
                </c:pt>
                <c:pt idx="90">
                  <c:v>whoonearturbbarclay123</c:v>
                </c:pt>
                <c:pt idx="91">
                  <c:v>treysongsmackgurl_12</c:v>
                </c:pt>
                <c:pt idx="92">
                  <c:v>theultimatecountdown</c:v>
                </c:pt>
                <c:pt idx="93">
                  <c:v>theneverendingrebuttal</c:v>
                </c:pt>
                <c:pt idx="94">
                  <c:v>teachelorddarkness44</c:v>
                </c:pt>
                <c:pt idx="95">
                  <c:v>raincorenation187</c:v>
                </c:pt>
                <c:pt idx="96">
                  <c:v>naidwaynefloridafunseeker</c:v>
                </c:pt>
                <c:pt idx="97">
                  <c:v>midnightthe_CooL_MAN</c:v>
                </c:pt>
                <c:pt idx="98">
                  <c:v>liverpoolfootballclub</c:v>
                </c:pt>
                <c:pt idx="99">
                  <c:v>limitedmarketingroup</c:v>
                </c:pt>
                <c:pt idx="100">
                  <c:v>libchrisamidaft_gurl86</c:v>
                </c:pt>
                <c:pt idx="101">
                  <c:v>KORONA210614LOVENOKIA7610</c:v>
                </c:pt>
                <c:pt idx="102">
                  <c:v>koolest_picture_contest</c:v>
                </c:pt>
                <c:pt idx="103">
                  <c:v>Kingdomhearts8emily</c:v>
                </c:pt>
                <c:pt idx="104">
                  <c:v>KentuckyFriedChicken</c:v>
                </c:pt>
                <c:pt idx="105">
                  <c:v>jupitercoconutcyclone</c:v>
                </c:pt>
                <c:pt idx="106">
                  <c:v>Jenn5784005jansen_deb</c:v>
                </c:pt>
                <c:pt idx="107">
                  <c:v>jampinganddrawingcrew</c:v>
                </c:pt>
                <c:pt idx="108">
                  <c:v>highschoolmusical101</c:v>
                </c:pt>
                <c:pt idx="109">
                  <c:v>game...over....basta</c:v>
                </c:pt>
                <c:pt idx="110">
                  <c:v>fullmetalalchemist12</c:v>
                </c:pt>
                <c:pt idx="111">
                  <c:v>elephantislandvictoria</c:v>
                </c:pt>
                <c:pt idx="112">
                  <c:v>counterstrikeconditionzero</c:v>
                </c:pt>
                <c:pt idx="113">
                  <c:v>castleforever_edmond</c:v>
                </c:pt>
                <c:pt idx="114">
                  <c:v>cancerdelalanpiersonthasurface</c:v>
                </c:pt>
                <c:pt idx="115">
                  <c:v>brynmawchiweaverfireman2327</c:v>
                </c:pt>
                <c:pt idx="116">
                  <c:v>benaveda072801nadiacarlin</c:v>
                </c:pt>
                <c:pt idx="117">
                  <c:v>baseballplayinghorse</c:v>
                </c:pt>
                <c:pt idx="118">
                  <c:v>bangbobbiebuddygreen</c:v>
                </c:pt>
                <c:pt idx="119">
                  <c:v>baby_dulcelollypop_12</c:v>
                </c:pt>
                <c:pt idx="120">
                  <c:v>arkansahayley.allison5</c:v>
                </c:pt>
                <c:pt idx="121">
                  <c:v>anapaulaoliveira24040</c:v>
                </c:pt>
                <c:pt idx="122">
                  <c:v>anamorphicwidescreen</c:v>
                </c:pt>
                <c:pt idx="123">
                  <c:v>allalongthewatchtower</c:v>
                </c:pt>
                <c:pt idx="124">
                  <c:v>1_buscoolvaleria2012</c:v>
                </c:pt>
                <c:pt idx="125">
                  <c:v>71321733flashkimbask</c:v>
                </c:pt>
                <c:pt idx="126">
                  <c:v>420smokeweedeveryday</c:v>
                </c:pt>
                <c:pt idx="127">
                  <c:v>1buDennis_daven.moore</c:v>
                </c:pt>
                <c:pt idx="128">
                  <c:v>180714punksnotdead</c:v>
                </c:pt>
                <c:pt idx="129">
                  <c:v>12746goodkarmaplease</c:v>
                </c:pt>
                <c:pt idx="130">
                  <c:v>volgogradsergeeva199</c:v>
                </c:pt>
                <c:pt idx="131">
                  <c:v>verydifficultpassword</c:v>
                </c:pt>
                <c:pt idx="132">
                  <c:v>valleyconcertsociety</c:v>
                </c:pt>
                <c:pt idx="133">
                  <c:v>vale-bondareva201219</c:v>
                </c:pt>
                <c:pt idx="134">
                  <c:v>unicornsniperpassword</c:v>
                </c:pt>
                <c:pt idx="135">
                  <c:v>trickshotterminal123</c:v>
                </c:pt>
                <c:pt idx="136">
                  <c:v>#NAME?</c:v>
                </c:pt>
                <c:pt idx="137">
                  <c:v>topgear_forever12345</c:v>
                </c:pt>
                <c:pt idx="138">
                  <c:v>tigersad0postmaster</c:v>
                </c:pt>
                <c:pt idx="139">
                  <c:v>struggleforexistence</c:v>
                </c:pt>
                <c:pt idx="140">
                  <c:v>streetracingsyndicate</c:v>
                </c:pt>
                <c:pt idx="141">
                  <c:v>stargate17atlantis10</c:v>
                </c:pt>
                <c:pt idx="142">
                  <c:v>sorokina_anna5307359</c:v>
                </c:pt>
                <c:pt idx="143">
                  <c:v>soccerrockmanchester1</c:v>
                </c:pt>
                <c:pt idx="144">
                  <c:v>snowflakepeter_marks5</c:v>
                </c:pt>
                <c:pt idx="145">
                  <c:v>smokeweedeveryday420</c:v>
                </c:pt>
                <c:pt idx="146">
                  <c:v>smith0sweetcovergirl</c:v>
                </c:pt>
                <c:pt idx="147">
                  <c:v>sabrina.marie.cordeiro</c:v>
                </c:pt>
                <c:pt idx="148">
                  <c:v>rowing25super.marina</c:v>
                </c:pt>
                <c:pt idx="149">
                  <c:v>resourcebasedeconomy</c:v>
                </c:pt>
                <c:pt idx="150">
                  <c:v>redneck_chick_gone_wild</c:v>
                </c:pt>
                <c:pt idx="151">
                  <c:v>ready2fallriseagainst</c:v>
                </c:pt>
                <c:pt idx="152">
                  <c:v>rageagainstthemachine1</c:v>
                </c:pt>
                <c:pt idx="153">
                  <c:v>positivecashflow1200</c:v>
                </c:pt>
                <c:pt idx="154">
                  <c:v>pokemonblackandwhite</c:v>
                </c:pt>
                <c:pt idx="155">
                  <c:v>pleasedontstopthemusic</c:v>
                </c:pt>
                <c:pt idx="156">
                  <c:v>penguinsaregreat1295</c:v>
                </c:pt>
                <c:pt idx="157">
                  <c:v>passsuper11245loveyou</c:v>
                </c:pt>
                <c:pt idx="158">
                  <c:v>Order Free Web Hosting</c:v>
                </c:pt>
                <c:pt idx="159">
                  <c:v>Order Free Web Hosting</c:v>
                </c:pt>
                <c:pt idx="160">
                  <c:v>neverwinternights7575332106</c:v>
                </c:pt>
                <c:pt idx="161">
                  <c:v>neverending1960story</c:v>
                </c:pt>
                <c:pt idx="162">
                  <c:v>motherlodemushmellow</c:v>
                </c:pt>
                <c:pt idx="163">
                  <c:v>mixloweranduppercase</c:v>
                </c:pt>
                <c:pt idx="164">
                  <c:v>microscopebulbpurplehaze2</c:v>
                </c:pt>
                <c:pt idx="165">
                  <c:v>mathsisfavoriteforme</c:v>
                </c:pt>
                <c:pt idx="166">
                  <c:v>marijuanatillnirvana</c:v>
                </c:pt>
                <c:pt idx="167">
                  <c:v>lolly12345allstar1_2000</c:v>
                </c:pt>
                <c:pt idx="168">
                  <c:v>lochGYMNASTICS_BASRAH</c:v>
                </c:pt>
                <c:pt idx="169">
                  <c:v>lilcountrycowgirl420</c:v>
                </c:pt>
                <c:pt idx="170">
                  <c:v>lateinformationelena</c:v>
                </c:pt>
                <c:pt idx="171">
                  <c:v>kristinamajestic_lover11</c:v>
                </c:pt>
                <c:pt idx="172">
                  <c:v>kristina1993kazanova</c:v>
                </c:pt>
                <c:pt idx="173">
                  <c:v>killapplesavetheworld</c:v>
                </c:pt>
                <c:pt idx="174">
                  <c:v>KEN1996guru04veronika</c:v>
                </c:pt>
                <c:pt idx="175">
                  <c:v>justdreamlivestreaming</c:v>
                </c:pt>
                <c:pt idx="176">
                  <c:v>juli501coca2pino93</c:v>
                </c:pt>
                <c:pt idx="177">
                  <c:v>jenniferacebernie1716</c:v>
                </c:pt>
                <c:pt idx="178">
                  <c:v>jennflorence.ortolan</c:v>
                </c:pt>
                <c:pt idx="179">
                  <c:v>hollywoodnewrelease197</c:v>
                </c:pt>
                <c:pt idx="180">
                  <c:v>hoigastdude12345679</c:v>
                </c:pt>
                <c:pt idx="181">
                  <c:v>hiphop-girl-michaela11</c:v>
                </c:pt>
                <c:pt idx="182">
                  <c:v>heyyouarebeautiful17</c:v>
                </c:pt>
                <c:pt idx="183">
                  <c:v>health&amp;wealthforever</c:v>
                </c:pt>
                <c:pt idx="184">
                  <c:v>guesswhatchickenbutt</c:v>
                </c:pt>
                <c:pt idx="185">
                  <c:v>greenbigapple306175</c:v>
                </c:pt>
                <c:pt idx="186">
                  <c:v>goldenstatebrodway23</c:v>
                </c:pt>
                <c:pt idx="187">
                  <c:v>florenceandthemachine</c:v>
                </c:pt>
                <c:pt idx="188">
                  <c:v>fastford65timmytoday</c:v>
                </c:pt>
                <c:pt idx="189">
                  <c:v>ELENAKORSHUNOVA230193</c:v>
                </c:pt>
                <c:pt idx="190">
                  <c:v>drummerluckyhollywood</c:v>
                </c:pt>
                <c:pt idx="191">
                  <c:v>dreamsareforreal11011994</c:v>
                </c:pt>
                <c:pt idx="192">
                  <c:v>dontrememberpassword</c:v>
                </c:pt>
                <c:pt idx="193">
                  <c:v>crysomemoreplease123</c:v>
                </c:pt>
                <c:pt idx="194">
                  <c:v>catchandrelease02203</c:v>
                </c:pt>
                <c:pt idx="195">
                  <c:v>cassienicoleperry123LOVE</c:v>
                </c:pt>
                <c:pt idx="196">
                  <c:v>cassadrafordracingfan2006</c:v>
                </c:pt>
                <c:pt idx="197">
                  <c:v>cambridgepublicschool</c:v>
                </c:pt>
                <c:pt idx="198">
                  <c:v>blurredvisionwithblack</c:v>
                </c:pt>
                <c:pt idx="199">
                  <c:v>blink12travisbarker</c:v>
                </c:pt>
                <c:pt idx="200">
                  <c:v>birthvillagejudjar12</c:v>
                </c:pt>
                <c:pt idx="201">
                  <c:v>bes.and.toma.onelove</c:v>
                </c:pt>
                <c:pt idx="202">
                  <c:v>battlefieldbadcompany2</c:v>
                </c:pt>
                <c:pt idx="203">
                  <c:v>babygurlchristianbound</c:v>
                </c:pt>
                <c:pt idx="204">
                  <c:v>archebalddorogoy4234</c:v>
                </c:pt>
                <c:pt idx="205">
                  <c:v>appetitefordestruction</c:v>
                </c:pt>
                <c:pt idx="206">
                  <c:v>apachekingscrew102030123</c:v>
                </c:pt>
                <c:pt idx="207">
                  <c:v>almonterodriguezalvin</c:v>
                </c:pt>
                <c:pt idx="208">
                  <c:v>aleksandrovichstarkrim26</c:v>
                </c:pt>
                <c:pt idx="209">
                  <c:v>75back471question10time</c:v>
                </c:pt>
                <c:pt idx="210">
                  <c:v>67631149tiffany_taffy_long</c:v>
                </c:pt>
                <c:pt idx="211">
                  <c:v>4112milktendernessend</c:v>
                </c:pt>
                <c:pt idx="212">
                  <c:v>30509577903irkarusin</c:v>
                </c:pt>
                <c:pt idx="213">
                  <c:v>2606lizafirstova1999</c:v>
                </c:pt>
                <c:pt idx="214">
                  <c:v>193blackstarforever</c:v>
                </c:pt>
                <c:pt idx="215">
                  <c:v>123escapeendlesslive</c:v>
                </c:pt>
                <c:pt idx="216">
                  <c:v>0121409caitlinmorgansmith</c:v>
                </c:pt>
                <c:pt idx="217">
                  <c:v>youngswaggerboycute16</c:v>
                </c:pt>
                <c:pt idx="218">
                  <c:v>whatgoesaroundcumback</c:v>
                </c:pt>
                <c:pt idx="219">
                  <c:v>welcomehomesanitarium</c:v>
                </c:pt>
                <c:pt idx="220">
                  <c:v>waiting4some1special</c:v>
                </c:pt>
                <c:pt idx="221">
                  <c:v>veronika_tanya_irina</c:v>
                </c:pt>
                <c:pt idx="222">
                  <c:v>vanessahadgens001100</c:v>
                </c:pt>
                <c:pt idx="223">
                  <c:v>unidentifiedflyingobject</c:v>
                </c:pt>
                <c:pt idx="224">
                  <c:v>twilight2.2003newmoon19.1109</c:v>
                </c:pt>
                <c:pt idx="225">
                  <c:v>tweedledumandtweedledee</c:v>
                </c:pt>
                <c:pt idx="226">
                  <c:v>tugova.anastasia1998</c:v>
                </c:pt>
                <c:pt idx="227">
                  <c:v>trollingcookiemonster</c:v>
                </c:pt>
                <c:pt idx="228">
                  <c:v>trainspottingorange1</c:v>
                </c:pt>
                <c:pt idx="229">
                  <c:v>thevelvetunderground</c:v>
                </c:pt>
                <c:pt idx="230">
                  <c:v>theultimatespiderman</c:v>
                </c:pt>
                <c:pt idx="231">
                  <c:v>Therainbowconnection</c:v>
                </c:pt>
                <c:pt idx="232">
                  <c:v>thegoodandbacuglytoo</c:v>
                </c:pt>
                <c:pt idx="233">
                  <c:v>thecheesecakefactory</c:v>
                </c:pt>
                <c:pt idx="234">
                  <c:v>tatianaloveherfamily</c:v>
                </c:pt>
                <c:pt idx="235">
                  <c:v>tanirogova89620682588</c:v>
                </c:pt>
                <c:pt idx="236">
                  <c:v>surprisenotarealname</c:v>
                </c:pt>
                <c:pt idx="237">
                  <c:v>superstreetfighter2turbo</c:v>
                </c:pt>
                <c:pt idx="238">
                  <c:v>sunflowergoodmorning</c:v>
                </c:pt>
                <c:pt idx="239">
                  <c:v>strawberriesandchocolate</c:v>
                </c:pt>
                <c:pt idx="240">
                  <c:v>stephaniemaediamante</c:v>
                </c:pt>
                <c:pt idx="241">
                  <c:v>sportgym69804karina6939</c:v>
                </c:pt>
                <c:pt idx="242">
                  <c:v>spongebob_squarepant</c:v>
                </c:pt>
                <c:pt idx="243">
                  <c:v>softballandbasketball</c:v>
                </c:pt>
                <c:pt idx="244">
                  <c:v>snobhimichcementhead55</c:v>
                </c:pt>
                <c:pt idx="245">
                  <c:v>smileeverytime06091995</c:v>
                </c:pt>
                <c:pt idx="246">
                  <c:v>sharonwithintemptation</c:v>
                </c:pt>
                <c:pt idx="247">
                  <c:v>shallow1smart2sharp3</c:v>
                </c:pt>
                <c:pt idx="248">
                  <c:v>sexymailnailyaru498032118</c:v>
                </c:pt>
                <c:pt idx="249">
                  <c:v>seekanddestroy56489</c:v>
                </c:pt>
                <c:pt idx="250">
                  <c:v>scattered_temptation_lord</c:v>
                </c:pt>
                <c:pt idx="251">
                  <c:v>SarniaGeneralHospital</c:v>
                </c:pt>
                <c:pt idx="252">
                  <c:v>romanwebtranslation1</c:v>
                </c:pt>
                <c:pt idx="253">
                  <c:v>rockyhorrorpictureshow</c:v>
                </c:pt>
                <c:pt idx="254">
                  <c:v>robsonvalleyfestival</c:v>
                </c:pt>
                <c:pt idx="255">
                  <c:v>reperawinedabaff00..</c:v>
                </c:pt>
                <c:pt idx="256">
                  <c:v>rafaelkakristina653</c:v>
                </c:pt>
                <c:pt idx="257">
                  <c:v>Powerslavemaster1986</c:v>
                </c:pt>
                <c:pt idx="258">
                  <c:v>postscriptloveyou</c:v>
                </c:pt>
                <c:pt idx="259">
                  <c:v>pokemondiamondversion</c:v>
                </c:pt>
                <c:pt idx="260">
                  <c:v>PokemonBlackandWhite</c:v>
                </c:pt>
                <c:pt idx="261">
                  <c:v>pleasedontlosehold13</c:v>
                </c:pt>
                <c:pt idx="262">
                  <c:v>pingvinamanama21041995</c:v>
                </c:pt>
                <c:pt idx="263">
                  <c:v>pewdiepieforever12345689</c:v>
                </c:pt>
                <c:pt idx="264">
                  <c:v>personalspaceinvader</c:v>
                </c:pt>
                <c:pt idx="265">
                  <c:v>perfectworld081199lina99</c:v>
                </c:pt>
                <c:pt idx="266">
                  <c:v>parentaladvisoryexplicitcontent</c:v>
                </c:pt>
                <c:pt idx="267">
                  <c:v>onedropcascade190496</c:v>
                </c:pt>
                <c:pt idx="268">
                  <c:v>notthisshitagaintoday</c:v>
                </c:pt>
                <c:pt idx="269">
                  <c:v>nothinglastforever456</c:v>
                </c:pt>
                <c:pt idx="270">
                  <c:v>nineteenseventythree</c:v>
                </c:pt>
                <c:pt idx="271">
                  <c:v>nikkistanley_fackyou</c:v>
                </c:pt>
                <c:pt idx="272">
                  <c:v>nightmarebeforedeath</c:v>
                </c:pt>
                <c:pt idx="273">
                  <c:v>neverforgetthissmile</c:v>
                </c:pt>
                <c:pt idx="274">
                  <c:v>neongenesisevangelion</c:v>
                </c:pt>
                <c:pt idx="275">
                  <c:v>neoneonvinhathena_sue1</c:v>
                </c:pt>
                <c:pt idx="276">
                  <c:v>needforspeedhotpursuit</c:v>
                </c:pt>
                <c:pt idx="277">
                  <c:v>need4speedunderground</c:v>
                </c:pt>
                <c:pt idx="278">
                  <c:v>nata_1998_babunova358</c:v>
                </c:pt>
                <c:pt idx="279">
                  <c:v>molchanova_aganina_olga</c:v>
                </c:pt>
                <c:pt idx="280">
                  <c:v>mianoviantasari123456</c:v>
                </c:pt>
                <c:pt idx="281">
                  <c:v>medievalnapoleonrome</c:v>
                </c:pt>
                <c:pt idx="282">
                  <c:v>Maytheforcebewithyou</c:v>
                </c:pt>
                <c:pt idx="283">
                  <c:v>marlborooriginalgold</c:v>
                </c:pt>
                <c:pt idx="284">
                  <c:v>mariaisabellamirabella</c:v>
                </c:pt>
                <c:pt idx="285">
                  <c:v>manchesterunitedrule</c:v>
                </c:pt>
                <c:pt idx="286">
                  <c:v>manchesterunitedforever</c:v>
                </c:pt>
                <c:pt idx="287">
                  <c:v>MAINHOONVIKINGEARNER</c:v>
                </c:pt>
                <c:pt idx="288">
                  <c:v>lovesexmagic22199301</c:v>
                </c:pt>
                <c:pt idx="289">
                  <c:v>lovealwaysandforever</c:v>
                </c:pt>
                <c:pt idx="290">
                  <c:v>londonforeverkensalrise</c:v>
                </c:pt>
                <c:pt idx="291">
                  <c:v>loginovajuliannawhite</c:v>
                </c:pt>
                <c:pt idx="292">
                  <c:v>lizakonyaeva1990401</c:v>
                </c:pt>
                <c:pt idx="293">
                  <c:v>laracroftuniversal2010</c:v>
                </c:pt>
                <c:pt idx="294">
                  <c:v>lancesendlessopportunity</c:v>
                </c:pt>
                <c:pt idx="295">
                  <c:v>ladyprincessgagadina12345</c:v>
                </c:pt>
                <c:pt idx="296">
                  <c:v>kristysha210811karen</c:v>
                </c:pt>
                <c:pt idx="297">
                  <c:v>kristina2lovemalina</c:v>
                </c:pt>
                <c:pt idx="298">
                  <c:v>killermanforever1985</c:v>
                </c:pt>
                <c:pt idx="299">
                  <c:v>kent300496hankbitboom</c:v>
                </c:pt>
                <c:pt idx="300">
                  <c:v>katherinesilencelove</c:v>
                </c:pt>
                <c:pt idx="301">
                  <c:v>katerina-bagdasha2008</c:v>
                </c:pt>
                <c:pt idx="302">
                  <c:v>jessicamarieward4612</c:v>
                </c:pt>
                <c:pt idx="303">
                  <c:v>itscraftylikeyourface</c:v>
                </c:pt>
                <c:pt idx="304">
                  <c:v>irina.shishkina.951995</c:v>
                </c:pt>
                <c:pt idx="305">
                  <c:v>irinakulakova021190</c:v>
                </c:pt>
                <c:pt idx="306">
                  <c:v>iraloveforever100500</c:v>
                </c:pt>
                <c:pt idx="307">
                  <c:v>interviewwithvampire</c:v>
                </c:pt>
                <c:pt idx="308">
                  <c:v>Hybridtheorysoldier99</c:v>
                </c:pt>
                <c:pt idx="309">
                  <c:v>hobbitmerrytara13kan</c:v>
                </c:pt>
                <c:pt idx="310">
                  <c:v>heavenfromhell225106</c:v>
                </c:pt>
                <c:pt idx="311">
                  <c:v>happysunshinerainbow</c:v>
                </c:pt>
                <c:pt idx="312">
                  <c:v>handrelwizard69_56653</c:v>
                </c:pt>
                <c:pt idx="313">
                  <c:v>greenfloridacakejeans3219</c:v>
                </c:pt>
                <c:pt idx="314">
                  <c:v>golsue.bankstephane.verstraeten</c:v>
                </c:pt>
                <c:pt idx="315">
                  <c:v>goblintradingcompany</c:v>
                </c:pt>
                <c:pt idx="316">
                  <c:v>gnomewithoutsoul390025</c:v>
                </c:pt>
                <c:pt idx="317">
                  <c:v>girl_without_feeling</c:v>
                </c:pt>
                <c:pt idx="318">
                  <c:v>getthereamazinglyfast123</c:v>
                </c:pt>
                <c:pt idx="319">
                  <c:v>gender.unknownnevericefog8923158630</c:v>
                </c:pt>
                <c:pt idx="320">
                  <c:v>game06cod4missmurder</c:v>
                </c:pt>
                <c:pt idx="321">
                  <c:v>FuckingNewPassword13</c:v>
                </c:pt>
                <c:pt idx="322">
                  <c:v>foxPokermaster2853891</c:v>
                </c:pt>
                <c:pt idx="323">
                  <c:v>fourdaysnarcoticanna</c:v>
                </c:pt>
                <c:pt idx="324">
                  <c:v>Finalfantasyomegaweapon</c:v>
                </c:pt>
                <c:pt idx="325">
                  <c:v>fashionAnnaColibri52</c:v>
                </c:pt>
                <c:pt idx="326">
                  <c:v>errorcode404notfound</c:v>
                </c:pt>
                <c:pt idx="327">
                  <c:v>enterprisehighschool</c:v>
                </c:pt>
                <c:pt idx="328">
                  <c:v>edmondsartandframing</c:v>
                </c:pt>
                <c:pt idx="329">
                  <c:v>eagleknight11redbull</c:v>
                </c:pt>
                <c:pt idx="330">
                  <c:v>duckworksentertainment</c:v>
                </c:pt>
                <c:pt idx="331">
                  <c:v>dragonballfanforlife</c:v>
                </c:pt>
                <c:pt idx="332">
                  <c:v>dimagrechin1535595256585451</c:v>
                </c:pt>
                <c:pt idx="333">
                  <c:v>detectivelaracroft9</c:v>
                </c:pt>
                <c:pt idx="334">
                  <c:v>derevianova.katya201</c:v>
                </c:pt>
                <c:pt idx="335">
                  <c:v>deejay913115225psych</c:v>
                </c:pt>
                <c:pt idx="336">
                  <c:v>decodepasswordsystem</c:v>
                </c:pt>
                <c:pt idx="337">
                  <c:v>dasha.0803200dashenka</c:v>
                </c:pt>
                <c:pt idx="338">
                  <c:v>cryzone_sector_99899889989</c:v>
                </c:pt>
                <c:pt idx="339">
                  <c:v>cryingthroughthenight</c:v>
                </c:pt>
                <c:pt idx="340">
                  <c:v>cross1301antikarma__</c:v>
                </c:pt>
                <c:pt idx="341">
                  <c:v>crimson6sexysheila25</c:v>
                </c:pt>
                <c:pt idx="342">
                  <c:v>crazyminecraftplayer</c:v>
                </c:pt>
                <c:pt idx="343">
                  <c:v>crazybutcleverhamster</c:v>
                </c:pt>
                <c:pt idx="344">
                  <c:v>cow_tipping_anonymous</c:v>
                </c:pt>
                <c:pt idx="345">
                  <c:v>constantine_tonycarey</c:v>
                </c:pt>
                <c:pt idx="346">
                  <c:v>cheeseshashikant_kori</c:v>
                </c:pt>
                <c:pt idx="347">
                  <c:v>carolann323sandland1989855084</c:v>
                </c:pt>
                <c:pt idx="348">
                  <c:v>campbellbaymusicfest</c:v>
                </c:pt>
                <c:pt idx="349">
                  <c:v>bulletformyvalentine</c:v>
                </c:pt>
                <c:pt idx="350">
                  <c:v>buenavistasocialclub</c:v>
                </c:pt>
                <c:pt idx="351">
                  <c:v>brickandmortarliving</c:v>
                </c:pt>
                <c:pt idx="352">
                  <c:v>BloodelfForce5555123</c:v>
                </c:pt>
                <c:pt idx="353">
                  <c:v>blondebimbogirl898989</c:v>
                </c:pt>
                <c:pt idx="354">
                  <c:v>blackgroundfreedomfight</c:v>
                </c:pt>
                <c:pt idx="355">
                  <c:v>beautifuldirtygirl235</c:v>
                </c:pt>
                <c:pt idx="356">
                  <c:v>askarova_elvina140198</c:v>
                </c:pt>
                <c:pt idx="357">
                  <c:v>arabellysrodriguez1219</c:v>
                </c:pt>
                <c:pt idx="358">
                  <c:v>anyaaxonova489208223</c:v>
                </c:pt>
                <c:pt idx="359">
                  <c:v>antisocialpersonalitydisorder</c:v>
                </c:pt>
                <c:pt idx="360">
                  <c:v>anotherperfectperson</c:v>
                </c:pt>
                <c:pt idx="361">
                  <c:v>annamartynova-232199888</c:v>
                </c:pt>
                <c:pt idx="362">
                  <c:v>angelikajessicaleaines</c:v>
                </c:pt>
                <c:pt idx="363">
                  <c:v>anastasiaplusbenedict</c:v>
                </c:pt>
                <c:pt idx="364">
                  <c:v>anastasiapegova1801990</c:v>
                </c:pt>
                <c:pt idx="365">
                  <c:v>alli0429lyndalessmartinez</c:v>
                </c:pt>
                <c:pt idx="366">
                  <c:v>alinamalinakalina1303</c:v>
                </c:pt>
                <c:pt idx="367">
                  <c:v>99CraZy6RaiDeR6BaM99</c:v>
                </c:pt>
                <c:pt idx="368">
                  <c:v>90rabovilevaleria1983</c:v>
                </c:pt>
                <c:pt idx="369">
                  <c:v>89504205222irasemenova</c:v>
                </c:pt>
                <c:pt idx="370">
                  <c:v>82624222borntobeboxgirl</c:v>
                </c:pt>
                <c:pt idx="371">
                  <c:v>6CherishYourLife8642</c:v>
                </c:pt>
                <c:pt idx="372">
                  <c:v>6052666innalovegonchar</c:v>
                </c:pt>
                <c:pt idx="373">
                  <c:v>544babaraoutley1986043</c:v>
                </c:pt>
                <c:pt idx="374">
                  <c:v>525525tilde.anna.kat</c:v>
                </c:pt>
                <c:pt idx="375">
                  <c:v>2headsarebetterthan1</c:v>
                </c:pt>
                <c:pt idx="376">
                  <c:v>23546antdogclaire.cheval</c:v>
                </c:pt>
                <c:pt idx="377">
                  <c:v>1thegodfather1pullhere</c:v>
                </c:pt>
                <c:pt idx="378">
                  <c:v>1981taykayla_dramaqueen</c:v>
                </c:pt>
                <c:pt idx="379">
                  <c:v>18lovehateknifeblood91</c:v>
                </c:pt>
                <c:pt idx="380">
                  <c:v>18061996mashathebast</c:v>
                </c:pt>
                <c:pt idx="381">
                  <c:v>106199chrisfetterman</c:v>
                </c:pt>
                <c:pt idx="382">
                  <c:v>1415926barrette_marcand</c:v>
                </c:pt>
                <c:pt idx="383">
                  <c:v>12081995traybeatmaker</c:v>
                </c:pt>
                <c:pt idx="384">
                  <c:v>11nadiya03not9happy</c:v>
                </c:pt>
                <c:pt idx="385">
                  <c:v>100milliondollarswag</c:v>
                </c:pt>
                <c:pt idx="386">
                  <c:v>088059392katiakoshina</c:v>
                </c:pt>
                <c:pt idx="387">
                  <c:v>zoolander_blue_steel</c:v>
                </c:pt>
                <c:pt idx="388">
                  <c:v>zone_zero_skate_company</c:v>
                </c:pt>
                <c:pt idx="389">
                  <c:v>zoneyouthoutreachcenter</c:v>
                </c:pt>
                <c:pt idx="390">
                  <c:v>zombiethecorpseeater</c:v>
                </c:pt>
                <c:pt idx="391">
                  <c:v>zombieswillruletheworld</c:v>
                </c:pt>
                <c:pt idx="392">
                  <c:v>zombie_survival_guide</c:v>
                </c:pt>
                <c:pt idx="393">
                  <c:v>zombie_stonewall_jackson</c:v>
                </c:pt>
                <c:pt idx="394">
                  <c:v>zombieresponseunit</c:v>
                </c:pt>
                <c:pt idx="395">
                  <c:v>zombienationclothing</c:v>
                </c:pt>
                <c:pt idx="396">
                  <c:v>zombiebunnycoffeegirl</c:v>
                </c:pt>
                <c:pt idx="397">
                  <c:v>zombiebunniesinouterspace</c:v>
                </c:pt>
                <c:pt idx="398">
                  <c:v>zombieandterroristsnapper</c:v>
                </c:pt>
                <c:pt idx="399">
                  <c:v>zetaphirhodeltachapter</c:v>
                </c:pt>
                <c:pt idx="400">
                  <c:v>zerotoleranceclothing</c:v>
                </c:pt>
                <c:pt idx="401">
                  <c:v>zerotolerancebeaumont</c:v>
                </c:pt>
                <c:pt idx="402">
                  <c:v>zerodestructionracing</c:v>
                </c:pt>
                <c:pt idx="403">
                  <c:v>zeldawarriorprincess</c:v>
                </c:pt>
                <c:pt idx="404">
                  <c:v>zeldasnotgoodenoughforhim</c:v>
                </c:pt>
                <c:pt idx="405">
                  <c:v>zee_one_and_only_caster</c:v>
                </c:pt>
                <c:pt idx="406">
                  <c:v>zee_girl_the_world_forgot</c:v>
                </c:pt>
                <c:pt idx="407">
                  <c:v>zaragozaforpresident</c:v>
                </c:pt>
                <c:pt idx="408">
                  <c:v>zanderthetanglewoodtwin</c:v>
                </c:pt>
                <c:pt idx="409">
                  <c:v>zac_the_one_and_only</c:v>
                </c:pt>
                <c:pt idx="410">
                  <c:v>Zac_Attack_Surferboy</c:v>
                </c:pt>
                <c:pt idx="411">
                  <c:v>zac_and_hilary_forever</c:v>
                </c:pt>
                <c:pt idx="412">
                  <c:v>zabrina_darklight_himfan</c:v>
                </c:pt>
                <c:pt idx="413">
                  <c:v>yvonne-tapia-anderson</c:v>
                </c:pt>
                <c:pt idx="414">
                  <c:v>yvette_sweetsexytater</c:v>
                </c:pt>
                <c:pt idx="415">
                  <c:v>yummy_whitechocolate</c:v>
                </c:pt>
                <c:pt idx="416">
                  <c:v>yummy_milk_chocolate</c:v>
                </c:pt>
                <c:pt idx="417">
                  <c:v>yuma_upwardbound_program</c:v>
                </c:pt>
                <c:pt idx="418">
                  <c:v>yumaundergroundvideomag</c:v>
                </c:pt>
                <c:pt idx="419">
                  <c:v>yumacommunitychurch0</c:v>
                </c:pt>
                <c:pt idx="420">
                  <c:v>yuleshootyoureye_out</c:v>
                </c:pt>
                <c:pt idx="421">
                  <c:v>youwishentertainment</c:v>
                </c:pt>
                <c:pt idx="422">
                  <c:v>you_will_never_know98</c:v>
                </c:pt>
                <c:pt idx="423">
                  <c:v>you_will_never_guess_who</c:v>
                </c:pt>
                <c:pt idx="424">
                  <c:v>youwillnevergobacktoher</c:v>
                </c:pt>
                <c:pt idx="425">
                  <c:v>youwillcreamyourpants</c:v>
                </c:pt>
                <c:pt idx="426">
                  <c:v>youwillbebackforsure</c:v>
                </c:pt>
                <c:pt idx="427">
                  <c:v>youve_just_been_scored</c:v>
                </c:pt>
                <c:pt idx="428">
                  <c:v>youvebeendommernated</c:v>
                </c:pt>
                <c:pt idx="429">
                  <c:v>youtubefamouspersonadam</c:v>
                </c:pt>
                <c:pt idx="430">
                  <c:v>youthuprisingtheband</c:v>
                </c:pt>
                <c:pt idx="431">
                  <c:v>youthpastorkarelnorman</c:v>
                </c:pt>
                <c:pt idx="432">
                  <c:v>youthexplosionservice</c:v>
                </c:pt>
                <c:pt idx="433">
                  <c:v>youth_emotion_project</c:v>
                </c:pt>
                <c:pt idx="434">
                  <c:v>you_tell_that_mean_ocean</c:v>
                </c:pt>
                <c:pt idx="435">
                  <c:v>youtastelikecottoncandy</c:v>
                </c:pt>
                <c:pt idx="436">
                  <c:v>youstolethisfrombritney</c:v>
                </c:pt>
                <c:pt idx="437">
                  <c:v>you_smell_really_bad</c:v>
                </c:pt>
                <c:pt idx="438">
                  <c:v>yousmell_likeoldpeople22</c:v>
                </c:pt>
                <c:pt idx="439">
                  <c:v>yousmelllikebutthole</c:v>
                </c:pt>
                <c:pt idx="440">
                  <c:v>yourworstnightmarelove</c:v>
                </c:pt>
                <c:pt idx="441">
                  <c:v>your_worst_nightmare78</c:v>
                </c:pt>
                <c:pt idx="442">
                  <c:v>yourworstnightmare9</c:v>
                </c:pt>
                <c:pt idx="443">
                  <c:v>yourworstnightmare13</c:v>
                </c:pt>
                <c:pt idx="444">
                  <c:v>YOURWORSTMISTAKE132</c:v>
                </c:pt>
                <c:pt idx="445">
                  <c:v>your_worse_nightmare9</c:v>
                </c:pt>
                <c:pt idx="446">
                  <c:v>yourworsefuckingnightmare</c:v>
                </c:pt>
                <c:pt idx="447">
                  <c:v>yourworldheavyweightchamp</c:v>
                </c:pt>
                <c:pt idx="448">
                  <c:v>your_werewolf_friend</c:v>
                </c:pt>
                <c:pt idx="449">
                  <c:v>your_vintage_romance</c:v>
                </c:pt>
                <c:pt idx="450">
                  <c:v>your_vintage_hollywood</c:v>
                </c:pt>
                <c:pt idx="451">
                  <c:v>yourveryownsarcastictree</c:v>
                </c:pt>
                <c:pt idx="452">
                  <c:v>yourverybestfriendhenry</c:v>
                </c:pt>
                <c:pt idx="453">
                  <c:v>your_typical_stereotype</c:v>
                </c:pt>
                <c:pt idx="454">
                  <c:v>your_superstar_danielle</c:v>
                </c:pt>
                <c:pt idx="455">
                  <c:v>yoursuperiorpiratedaddy</c:v>
                </c:pt>
                <c:pt idx="456">
                  <c:v>yoursunderthemoonlight</c:v>
                </c:pt>
                <c:pt idx="457">
                  <c:v>yours_truly_stephanie</c:v>
                </c:pt>
                <c:pt idx="458">
                  <c:v>your_strangeandbeautiful</c:v>
                </c:pt>
                <c:pt idx="459">
                  <c:v>yoursomewhathotmamma</c:v>
                </c:pt>
                <c:pt idx="460">
                  <c:v>Yours_forever_and_always</c:v>
                </c:pt>
                <c:pt idx="461">
                  <c:v>your_sexy_daddy_2010</c:v>
                </c:pt>
                <c:pt idx="462">
                  <c:v>your_royal_highness1</c:v>
                </c:pt>
                <c:pt idx="463">
                  <c:v>yourrockingwiththeworst</c:v>
                </c:pt>
                <c:pt idx="464">
                  <c:v>yourremedyforinsecurity</c:v>
                </c:pt>
                <c:pt idx="465">
                  <c:v>your_regular_emergency</c:v>
                </c:pt>
                <c:pt idx="466">
                  <c:v>your_realestate_agent</c:v>
                </c:pt>
                <c:pt idx="467">
                  <c:v>your_punk_rock_pussy</c:v>
                </c:pt>
                <c:pt idx="468">
                  <c:v>yourprincessforever13</c:v>
                </c:pt>
                <c:pt idx="469">
                  <c:v>your_pretty_much_hot</c:v>
                </c:pt>
                <c:pt idx="470">
                  <c:v>your_pretty_kitten17</c:v>
                </c:pt>
                <c:pt idx="471">
                  <c:v>yourpersonalteddybear</c:v>
                </c:pt>
                <c:pt idx="472">
                  <c:v>yourpersonalsexmachine</c:v>
                </c:pt>
                <c:pt idx="473">
                  <c:v>your_personal_sex_kitten</c:v>
                </c:pt>
                <c:pt idx="474">
                  <c:v>your_personal_reject</c:v>
                </c:pt>
                <c:pt idx="475">
                  <c:v>your_personal_orgasm</c:v>
                </c:pt>
                <c:pt idx="476">
                  <c:v>yourpersonalnutritionist</c:v>
                </c:pt>
                <c:pt idx="477">
                  <c:v>yourpersonalbabygirl543</c:v>
                </c:pt>
                <c:pt idx="478">
                  <c:v>yourperfectpartnercoach</c:v>
                </c:pt>
                <c:pt idx="479">
                  <c:v>yourperfectfriendpayton</c:v>
                </c:pt>
                <c:pt idx="480">
                  <c:v>yourpartyalternative</c:v>
                </c:pt>
                <c:pt idx="481">
                  <c:v>yourownpersonalhillbilly</c:v>
                </c:pt>
                <c:pt idx="482">
                  <c:v>youroriginalhottie84</c:v>
                </c:pt>
                <c:pt idx="483">
                  <c:v>your_only_love_cathy</c:v>
                </c:pt>
                <c:pt idx="484">
                  <c:v>your_only_amazing_dream</c:v>
                </c:pt>
                <c:pt idx="485">
                  <c:v>your_one_and_only_tony</c:v>
                </c:pt>
                <c:pt idx="486">
                  <c:v>youroneandonlysweetheart</c:v>
                </c:pt>
                <c:pt idx="487">
                  <c:v>youroneandonlymistake</c:v>
                </c:pt>
                <c:pt idx="488">
                  <c:v>your_one_and_only_guy</c:v>
                </c:pt>
                <c:pt idx="489">
                  <c:v>youroneandonlygurl_0</c:v>
                </c:pt>
                <c:pt idx="490">
                  <c:v>your_one_and_only_chance</c:v>
                </c:pt>
                <c:pt idx="491">
                  <c:v>yourocklikewhitesnake</c:v>
                </c:pt>
                <c:pt idx="492">
                  <c:v>yournumber1stonerpal</c:v>
                </c:pt>
                <c:pt idx="493">
                  <c:v>your_nightmare_angel</c:v>
                </c:pt>
                <c:pt idx="494">
                  <c:v>yourneighborhoodspiderman</c:v>
                </c:pt>
                <c:pt idx="495">
                  <c:v>your_mum_was_dripping</c:v>
                </c:pt>
                <c:pt idx="496">
                  <c:v>yourmumdoeswatersports</c:v>
                </c:pt>
                <c:pt idx="497">
                  <c:v>your_morbid_imperfection</c:v>
                </c:pt>
                <c:pt idx="498">
                  <c:v>your_masked_intruder</c:v>
                </c:pt>
                <c:pt idx="499">
                  <c:v>yourmakingeverythingworst</c:v>
                </c:pt>
                <c:pt idx="500">
                  <c:v>your_loyal_opposition</c:v>
                </c:pt>
                <c:pt idx="501">
                  <c:v>yourlovelylittlevampire</c:v>
                </c:pt>
                <c:pt idx="502">
                  <c:v>yourlocalsupermarketsuperman</c:v>
                </c:pt>
                <c:pt idx="503">
                  <c:v>your_local_casino_owner</c:v>
                </c:pt>
                <c:pt idx="504">
                  <c:v>yourlocalbunnydealer</c:v>
                </c:pt>
                <c:pt idx="505">
                  <c:v>your_little_tiger_pat</c:v>
                </c:pt>
                <c:pt idx="506">
                  <c:v>your_little_sunshine9875</c:v>
                </c:pt>
                <c:pt idx="507">
                  <c:v>your_lipstickhis_collar</c:v>
                </c:pt>
                <c:pt idx="508">
                  <c:v>_your_lipstick_his_collar</c:v>
                </c:pt>
                <c:pt idx="509">
                  <c:v>your_lil_drummer_buddy</c:v>
                </c:pt>
                <c:pt idx="510">
                  <c:v>yourlilbrowneyedgirl07</c:v>
                </c:pt>
                <c:pt idx="511">
                  <c:v>your_kiss_might_kill</c:v>
                </c:pt>
                <c:pt idx="512">
                  <c:v>yourinvitationtoagoodtime</c:v>
                </c:pt>
                <c:pt idx="513">
                  <c:v>yourintelligentsuperior</c:v>
                </c:pt>
                <c:pt idx="514">
                  <c:v>yourinspiration2live</c:v>
                </c:pt>
                <c:pt idx="515">
                  <c:v>your_immoral_saving_grace</c:v>
                </c:pt>
                <c:pt idx="516">
                  <c:v>your_imaginary__friend</c:v>
                </c:pt>
                <c:pt idx="517">
                  <c:v>your_human_teddy_bear</c:v>
                </c:pt>
                <c:pt idx="518">
                  <c:v>YourHeartsMostDesire</c:v>
                </c:pt>
                <c:pt idx="519">
                  <c:v>yourheartbrokenlover</c:v>
                </c:pt>
                <c:pt idx="520">
                  <c:v>your_haunting_nightmare</c:v>
                </c:pt>
                <c:pt idx="521">
                  <c:v>your_guardian_angel_</c:v>
                </c:pt>
                <c:pt idx="522">
                  <c:v>yourgorgeouscristine</c:v>
                </c:pt>
                <c:pt idx="523">
                  <c:v>your_future_princess</c:v>
                </c:pt>
                <c:pt idx="524">
                  <c:v>yourfriendtheconsumer</c:v>
                </c:pt>
                <c:pt idx="525">
                  <c:v>yourfriendlystalker13</c:v>
                </c:pt>
                <c:pt idx="526">
                  <c:v>your_friendly_piercer</c:v>
                </c:pt>
                <c:pt idx="527">
                  <c:v>yourfavoritetragicmistake</c:v>
                </c:pt>
                <c:pt idx="528">
                  <c:v>Your_Favorite_Tall_Guy</c:v>
                </c:pt>
                <c:pt idx="529">
                  <c:v>yourfavoritestereotype</c:v>
                </c:pt>
                <c:pt idx="530">
                  <c:v>yourfavoriteskywalker</c:v>
                </c:pt>
                <c:pt idx="531">
                  <c:v>yourfavoriteredhead9</c:v>
                </c:pt>
                <c:pt idx="532">
                  <c:v>yourfavorite_redhead</c:v>
                </c:pt>
                <c:pt idx="533">
                  <c:v>your_favorite_mistake_419</c:v>
                </c:pt>
                <c:pt idx="534">
                  <c:v>your_favorite_mistake227</c:v>
                </c:pt>
                <c:pt idx="535">
                  <c:v>your_favorite_jackass</c:v>
                </c:pt>
                <c:pt idx="536">
                  <c:v>your_favorite_flavor</c:v>
                </c:pt>
                <c:pt idx="537">
                  <c:v>yourfavoritedutchboy14</c:v>
                </c:pt>
                <c:pt idx="538">
                  <c:v>yourfavoritedumbblonde</c:v>
                </c:pt>
                <c:pt idx="539">
                  <c:v>yourfacewillstaythatway</c:v>
                </c:pt>
                <c:pt idx="540">
                  <c:v>yourfacenoiseexperiment</c:v>
                </c:pt>
                <c:pt idx="541">
                  <c:v>your_everything_and_more</c:v>
                </c:pt>
                <c:pt idx="542">
                  <c:v>youreverydaytragedyband</c:v>
                </c:pt>
                <c:pt idx="543">
                  <c:v>youreverydayrugbybabe</c:v>
                </c:pt>
                <c:pt idx="544">
                  <c:v>your_everyday_greasemop</c:v>
                </c:pt>
                <c:pt idx="545">
                  <c:v>youretheoneformefatty</c:v>
                </c:pt>
                <c:pt idx="546">
                  <c:v>yourequitetheobsessor</c:v>
                </c:pt>
                <c:pt idx="547">
                  <c:v>yourenamegoeshere___</c:v>
                </c:pt>
                <c:pt idx="548">
                  <c:v>youremygoodluckcharm</c:v>
                </c:pt>
                <c:pt idx="549">
                  <c:v>youreallydontlivehere</c:v>
                </c:pt>
                <c:pt idx="550">
                  <c:v>yourdreamfirefighter</c:v>
                </c:pt>
                <c:pt idx="551">
                  <c:v>your_dirty_lil_secret25</c:v>
                </c:pt>
                <c:pt idx="552">
                  <c:v>yourdentistslabdirect</c:v>
                </c:pt>
                <c:pt idx="553">
                  <c:v>yourdelightfulyoungman</c:v>
                </c:pt>
                <c:pt idx="554">
                  <c:v>yourdecrepitplague45</c:v>
                </c:pt>
                <c:pt idx="555">
                  <c:v>yourdaddyfromphoenix</c:v>
                </c:pt>
                <c:pt idx="556">
                  <c:v>yourcoolfriendcheryl</c:v>
                </c:pt>
                <c:pt idx="557">
                  <c:v>yourcontroversialtheory</c:v>
                </c:pt>
                <c:pt idx="558">
                  <c:v>your_cinderella_gurl</c:v>
                </c:pt>
                <c:pt idx="559">
                  <c:v>yourchocolateseduction</c:v>
                </c:pt>
                <c:pt idx="560">
                  <c:v>your_certified_male_model</c:v>
                </c:pt>
                <c:pt idx="561">
                  <c:v>your_butterfly_forever</c:v>
                </c:pt>
                <c:pt idx="562">
                  <c:v>yourboyfriendwontknow</c:v>
                </c:pt>
                <c:pt idx="563">
                  <c:v>yourbloodyvalentine74</c:v>
                </c:pt>
                <c:pt idx="564">
                  <c:v>your_blonde_addiction</c:v>
                </c:pt>
                <c:pt idx="565">
                  <c:v>your_biggest_mistake_0</c:v>
                </c:pt>
                <c:pt idx="566">
                  <c:v>yourbiggestmistake01</c:v>
                </c:pt>
                <c:pt idx="567">
                  <c:v>yourbiggestdreamcometrue</c:v>
                </c:pt>
                <c:pt idx="568">
                  <c:v>your_biggest_addiction_92</c:v>
                </c:pt>
                <c:pt idx="569">
                  <c:v>yourbestkeptsecret99</c:v>
                </c:pt>
                <c:pt idx="570">
                  <c:v>__your_best_kept_secret__</c:v>
                </c:pt>
                <c:pt idx="571">
                  <c:v>yourbestfriendalexandria</c:v>
                </c:pt>
                <c:pt idx="572">
                  <c:v>your_best_friend_4ever</c:v>
                </c:pt>
                <c:pt idx="573">
                  <c:v>your_beloved_tragedy</c:v>
                </c:pt>
                <c:pt idx="574">
                  <c:v>yourbeingreallyretarded</c:v>
                </c:pt>
                <c:pt idx="575">
                  <c:v>your_beautifultragedy</c:v>
                </c:pt>
                <c:pt idx="576">
                  <c:v>your_beautiful__its_true</c:v>
                </c:pt>
                <c:pt idx="577">
                  <c:v>your_beautiful_forever</c:v>
                </c:pt>
                <c:pt idx="578">
                  <c:v>your_beautiful_disaster9</c:v>
                </c:pt>
                <c:pt idx="579">
                  <c:v>yourbeautifuldisaster24</c:v>
                </c:pt>
                <c:pt idx="580">
                  <c:v>yourbeautiful_always</c:v>
                </c:pt>
                <c:pt idx="581">
                  <c:v>yourbadinfluence909</c:v>
                </c:pt>
                <c:pt idx="582">
                  <c:v>your_baby_gurl_for_eva</c:v>
                </c:pt>
                <c:pt idx="583">
                  <c:v>yourbabygurl4eva_blondie</c:v>
                </c:pt>
                <c:pt idx="584">
                  <c:v>youraveragebeautiful</c:v>
                </c:pt>
                <c:pt idx="585">
                  <c:v>yourangelinanightmare</c:v>
                </c:pt>
                <c:pt idx="586">
                  <c:v>your1bestfriendforever</c:v>
                </c:pt>
                <c:pt idx="587">
                  <c:v>your_1and_only_favorite</c:v>
                </c:pt>
                <c:pt idx="588">
                  <c:v>your18worst18nightmare</c:v>
                </c:pt>
                <c:pt idx="589">
                  <c:v>YOUONLYLIVEONCE2878</c:v>
                </c:pt>
                <c:pt idx="590">
                  <c:v>you_only_get_one_chance</c:v>
                </c:pt>
                <c:pt idx="591">
                  <c:v>you_old_fish_eyed_fool</c:v>
                </c:pt>
                <c:pt idx="592">
                  <c:v>youngwiltchamberlain</c:v>
                </c:pt>
                <c:pt idx="593">
                  <c:v>youngurbanentrepreneur</c:v>
                </c:pt>
                <c:pt idx="594">
                  <c:v>youngtuntamptheentertainment</c:v>
                </c:pt>
                <c:pt idx="595">
                  <c:v>youngtipsy323wattsup</c:v>
                </c:pt>
                <c:pt idx="596">
                  <c:v>youngswagentertainment</c:v>
                </c:pt>
                <c:pt idx="597">
                  <c:v>youngsouthernentrepreneur</c:v>
                </c:pt>
                <c:pt idx="598">
                  <c:v>youngsoldiersisthename</c:v>
                </c:pt>
                <c:pt idx="599">
                  <c:v>youngshawnlivingston</c:v>
                </c:pt>
                <c:pt idx="600">
                  <c:v>young_sexy_and_beautiful</c:v>
                </c:pt>
                <c:pt idx="601">
                  <c:v>youngscottishromantic</c:v>
                </c:pt>
                <c:pt idx="602">
                  <c:v>youngprogressivemajority</c:v>
                </c:pt>
                <c:pt idx="603">
                  <c:v>youngprincestreetkingprod</c:v>
                </c:pt>
                <c:pt idx="604">
                  <c:v>young_playyet_cocobrown</c:v>
                </c:pt>
                <c:pt idx="605">
                  <c:v>youngpercussionsampgotbeatscamp</c:v>
                </c:pt>
                <c:pt idx="606">
                  <c:v>young_morgan_freeman</c:v>
                </c:pt>
                <c:pt idx="607">
                  <c:v>youngmoney_ghosttown</c:v>
                </c:pt>
                <c:pt idx="608">
                  <c:v>young_money_for_life319</c:v>
                </c:pt>
                <c:pt idx="609">
                  <c:v>young_money_dipset23</c:v>
                </c:pt>
                <c:pt idx="610">
                  <c:v>youngjayrepresenting</c:v>
                </c:pt>
                <c:pt idx="611">
                  <c:v>young_hope_photography</c:v>
                </c:pt>
                <c:pt idx="612">
                  <c:v>younggiftedandbroken</c:v>
                </c:pt>
                <c:pt idx="613">
                  <c:v>younggatorakapistol504</c:v>
                </c:pt>
                <c:pt idx="614">
                  <c:v>youngfrosttruehustler</c:v>
                </c:pt>
                <c:pt idx="615">
                  <c:v>young_for_eternity18</c:v>
                </c:pt>
                <c:pt idx="616">
                  <c:v>youngflyentrepreneur</c:v>
                </c:pt>
                <c:pt idx="617">
                  <c:v>youngflyandflashykay</c:v>
                </c:pt>
                <c:pt idx="618">
                  <c:v>young_flashy_and_fly</c:v>
                </c:pt>
                <c:pt idx="619">
                  <c:v>YOUNGDREEASTPALOALTO50</c:v>
                </c:pt>
                <c:pt idx="620">
                  <c:v>young_diamond_princess</c:v>
                </c:pt>
                <c:pt idx="621">
                  <c:v>youngdenverharborblood</c:v>
                </c:pt>
                <c:pt idx="622">
                  <c:v>youngdaddyswagger107</c:v>
                </c:pt>
                <c:pt idx="623">
                  <c:v>youngcommunistleague</c:v>
                </c:pt>
                <c:pt idx="624">
                  <c:v>youngchristheartist90</c:v>
                </c:pt>
                <c:pt idx="625">
                  <c:v>youngcarterthefuture</c:v>
                </c:pt>
                <c:pt idx="626">
                  <c:v>young_but_old_enough</c:v>
                </c:pt>
                <c:pt idx="627">
                  <c:v>youngbuckandskittles</c:v>
                </c:pt>
                <c:pt idx="628">
                  <c:v>youngblood_quaker_80</c:v>
                </c:pt>
                <c:pt idx="629">
                  <c:v>youngbloodandhardcore</c:v>
                </c:pt>
                <c:pt idx="630">
                  <c:v>youngblackmoneymaker</c:v>
                </c:pt>
                <c:pt idx="631">
                  <c:v>youngblackbusinessman</c:v>
                </c:pt>
                <c:pt idx="632">
                  <c:v>young_black_and_ready</c:v>
                </c:pt>
                <c:pt idx="633">
                  <c:v>youngblackandfabulous</c:v>
                </c:pt>
                <c:pt idx="634">
                  <c:v>youngblackandblessed</c:v>
                </c:pt>
                <c:pt idx="635">
                  <c:v>young_andthe_restless</c:v>
                </c:pt>
                <c:pt idx="636">
                  <c:v>young_and_stupid_420</c:v>
                </c:pt>
                <c:pt idx="637">
                  <c:v>youngandrestlessgirl</c:v>
                </c:pt>
                <c:pt idx="638">
                  <c:v>youngandrestless4life</c:v>
                </c:pt>
                <c:pt idx="639">
                  <c:v>you_never_understood</c:v>
                </c:pt>
                <c:pt idx="640">
                  <c:v>youmeansomethingtome</c:v>
                </c:pt>
                <c:pt idx="641">
                  <c:v>youmakemewannalalatester</c:v>
                </c:pt>
                <c:pt idx="642">
                  <c:v>you_make_loving_easy</c:v>
                </c:pt>
                <c:pt idx="643">
                  <c:v>you_know_natasha_rox</c:v>
                </c:pt>
                <c:pt idx="644">
                  <c:v>youkillmeintheinside</c:v>
                </c:pt>
                <c:pt idx="645">
                  <c:v>youjustlost_the_game_</c:v>
                </c:pt>
                <c:pt idx="646">
                  <c:v>youjusthadtobethere25</c:v>
                </c:pt>
                <c:pt idx="647">
                  <c:v>youhave2proveyourself</c:v>
                </c:pt>
                <c:pt idx="648">
                  <c:v>yougotthewrongaddress</c:v>
                </c:pt>
                <c:pt idx="649">
                  <c:v>yougoneneedawheelchair</c:v>
                </c:pt>
                <c:pt idx="650">
                  <c:v>you_give_love_bad_name</c:v>
                </c:pt>
                <c:pt idx="651">
                  <c:v>youfreakingidiot_gosh</c:v>
                </c:pt>
                <c:pt idx="652">
                  <c:v>youfinallygotamyspace</c:v>
                </c:pt>
                <c:pt idx="653">
                  <c:v>you_deserve_the_best</c:v>
                </c:pt>
                <c:pt idx="654">
                  <c:v>you_cant_stop_the_doc</c:v>
                </c:pt>
                <c:pt idx="655">
                  <c:v>youcantrunfromyourself</c:v>
                </c:pt>
                <c:pt idx="656">
                  <c:v>you_cant_fix_stupid_1972</c:v>
                </c:pt>
                <c:pt idx="657">
                  <c:v>youcantfindthisanywhere</c:v>
                </c:pt>
                <c:pt idx="658">
                  <c:v>youcanpoundmealnight</c:v>
                </c:pt>
                <c:pt idx="659">
                  <c:v>you_cannot_have_charizard</c:v>
                </c:pt>
                <c:pt idx="660">
                  <c:v>you_can_never_get_him</c:v>
                </c:pt>
                <c:pt idx="661">
                  <c:v>you_can_get_down_wit_this</c:v>
                </c:pt>
                <c:pt idx="662">
                  <c:v>youcanfindmeintheclub</c:v>
                </c:pt>
                <c:pt idx="663">
                  <c:v>youbiggestdisappointment</c:v>
                </c:pt>
                <c:pt idx="664">
                  <c:v>you_better_know_yourself</c:v>
                </c:pt>
                <c:pt idx="665">
                  <c:v>you_are_very_special</c:v>
                </c:pt>
                <c:pt idx="666">
                  <c:v>youareuglyandthatsfunny</c:v>
                </c:pt>
                <c:pt idx="667">
                  <c:v>youaretallerthanamountain</c:v>
                </c:pt>
                <c:pt idx="668">
                  <c:v>youareeveryparisnight</c:v>
                </c:pt>
                <c:pt idx="669">
                  <c:v>youandyoursurbanwear</c:v>
                </c:pt>
                <c:pt idx="670">
                  <c:v>youandyourbeautifulsoul</c:v>
                </c:pt>
                <c:pt idx="671">
                  <c:v>you_aint_said_nuttin</c:v>
                </c:pt>
                <c:pt idx="672">
                  <c:v>you_aint_reading_this</c:v>
                </c:pt>
                <c:pt idx="673">
                  <c:v>youaintjustwhistlindixie</c:v>
                </c:pt>
                <c:pt idx="674">
                  <c:v>yoshi_not_the_green_one</c:v>
                </c:pt>
                <c:pt idx="675">
                  <c:v>yoiamawalrustopthatbitch</c:v>
                </c:pt>
                <c:pt idx="676">
                  <c:v>yetanothersockpuppet</c:v>
                </c:pt>
                <c:pt idx="677">
                  <c:v>yetanother_heartache</c:v>
                </c:pt>
                <c:pt idx="678">
                  <c:v>yesterdaytodayandtamale</c:v>
                </c:pt>
                <c:pt idx="679">
                  <c:v>yesterdayandeternity</c:v>
                </c:pt>
                <c:pt idx="680">
                  <c:v>yes_its_really_chris_ford</c:v>
                </c:pt>
                <c:pt idx="681">
                  <c:v>yer_lil_redhead_jamie</c:v>
                </c:pt>
                <c:pt idx="682">
                  <c:v>yergorgeousprincess_0</c:v>
                </c:pt>
                <c:pt idx="683">
                  <c:v>yeractualfingersmith</c:v>
                </c:pt>
                <c:pt idx="684">
                  <c:v>yellowstarandredflag</c:v>
                </c:pt>
                <c:pt idx="685">
                  <c:v>yellowsingthecrankylizard</c:v>
                </c:pt>
                <c:pt idx="686">
                  <c:v>yellowselfexistingstar</c:v>
                </c:pt>
                <c:pt idx="687">
                  <c:v>yellowrosebandraleigh</c:v>
                </c:pt>
                <c:pt idx="688">
                  <c:v>yellow_pink_white_layout</c:v>
                </c:pt>
                <c:pt idx="689">
                  <c:v>yellowlightdickbackwards</c:v>
                </c:pt>
                <c:pt idx="690">
                  <c:v>yellow_jacket_baseball</c:v>
                </c:pt>
                <c:pt idx="691">
                  <c:v>yellowhairedwarrior1</c:v>
                </c:pt>
                <c:pt idx="692">
                  <c:v>yellowbonefromthesouth</c:v>
                </c:pt>
                <c:pt idx="693">
                  <c:v>yellowbellymeatballhead</c:v>
                </c:pt>
                <c:pt idx="694">
                  <c:v>yeawerebetterthanyou</c:v>
                </c:pt>
                <c:pt idx="695">
                  <c:v>yea_well_your_still_fat</c:v>
                </c:pt>
                <c:pt idx="696">
                  <c:v>yea_thats_rite_its_tasha</c:v>
                </c:pt>
                <c:pt idx="697">
                  <c:v>yeast_infection_finger</c:v>
                </c:pt>
                <c:pt idx="698">
                  <c:v>year_round_boarder_521</c:v>
                </c:pt>
                <c:pt idx="699">
                  <c:v>year11representationtask</c:v>
                </c:pt>
                <c:pt idx="700">
                  <c:v>yeah_were_breaking_free</c:v>
                </c:pt>
                <c:pt idx="701">
                  <c:v>yeahthatsrightitsangela</c:v>
                </c:pt>
                <c:pt idx="702">
                  <c:v>yeahitschristian92490</c:v>
                </c:pt>
                <c:pt idx="703">
                  <c:v>yeahherecomestherooster</c:v>
                </c:pt>
                <c:pt idx="704">
                  <c:v>yanakin_groundwalker</c:v>
                </c:pt>
                <c:pt idx="705">
                  <c:v>xena_princess_warrior</c:v>
                </c:pt>
                <c:pt idx="706">
                  <c:v>xena_gabrielle_4_ever</c:v>
                </c:pt>
                <c:pt idx="707">
                  <c:v>wutsurname_kylewayne</c:v>
                </c:pt>
                <c:pt idx="708">
                  <c:v>wrysmileandalongsideglance</c:v>
                </c:pt>
                <c:pt idx="709">
                  <c:v>wrongwayentertainment</c:v>
                </c:pt>
                <c:pt idx="710">
                  <c:v>wrongdisgustingplanet</c:v>
                </c:pt>
                <c:pt idx="711">
                  <c:v>writingaboutyoustill</c:v>
                </c:pt>
                <c:pt idx="712">
                  <c:v>writethelettersintearyink</c:v>
                </c:pt>
                <c:pt idx="713">
                  <c:v>writer_lover_believer</c:v>
                </c:pt>
                <c:pt idx="714">
                  <c:v>write_from_the_heart</c:v>
                </c:pt>
                <c:pt idx="715">
                  <c:v>wrightcardsandgaming</c:v>
                </c:pt>
                <c:pt idx="716">
                  <c:v>wretchedreligionband</c:v>
                </c:pt>
                <c:pt idx="717">
                  <c:v>wretchedexcuseforahuman</c:v>
                </c:pt>
                <c:pt idx="718">
                  <c:v>wrestling_volleychick</c:v>
                </c:pt>
                <c:pt idx="719">
                  <c:v>wrestling_fan_forever</c:v>
                </c:pt>
                <c:pt idx="720">
                  <c:v>wrestling_fan_club_1234</c:v>
                </c:pt>
                <c:pt idx="721">
                  <c:v>wrestling_fan_4_life</c:v>
                </c:pt>
                <c:pt idx="722">
                  <c:v>wrestling_chick_aka_kym</c:v>
                </c:pt>
                <c:pt idx="723">
                  <c:v>wrath_the_unforgiven</c:v>
                </c:pt>
                <c:pt idx="724">
                  <c:v>wrapyerstumpbeforeyouhump</c:v>
                </c:pt>
                <c:pt idx="725">
                  <c:v>wowwhatagreatprofile</c:v>
                </c:pt>
                <c:pt idx="726">
                  <c:v>wouldyoutellmeiwaswrong1992</c:v>
                </c:pt>
                <c:pt idx="727">
                  <c:v>wouldyoulikesugarwiththat</c:v>
                </c:pt>
                <c:pt idx="728">
                  <c:v>wouldntyoulike2know9</c:v>
                </c:pt>
                <c:pt idx="729">
                  <c:v>wouldanyonelikesometoast</c:v>
                </c:pt>
                <c:pt idx="730">
                  <c:v>worththeweightingold</c:v>
                </c:pt>
                <c:pt idx="731">
                  <c:v>worthrememberingmusic</c:v>
                </c:pt>
                <c:pt idx="732">
                  <c:v>worstnightmare_bestdream2</c:v>
                </c:pt>
                <c:pt idx="733">
                  <c:v>worstfriendbestenemy</c:v>
                </c:pt>
                <c:pt idx="734">
                  <c:v>worstcasescenario123</c:v>
                </c:pt>
                <c:pt idx="735">
                  <c:v>worshipwith_ecclesia</c:v>
                </c:pt>
                <c:pt idx="736">
                  <c:v>worshipgodservepeople</c:v>
                </c:pt>
                <c:pt idx="737">
                  <c:v>wormywormwormscanada</c:v>
                </c:pt>
                <c:pt idx="738">
                  <c:v>worldwideinvestigation</c:v>
                </c:pt>
                <c:pt idx="739">
                  <c:v>world_wide_free_ride</c:v>
                </c:pt>
                <c:pt idx="740">
                  <c:v>worldwideelectronicmusic</c:v>
                </c:pt>
                <c:pt idx="741">
                  <c:v>worldwakeboardcenter</c:v>
                </c:pt>
                <c:pt idx="742">
                  <c:v>worldundergroundreport</c:v>
                </c:pt>
                <c:pt idx="743">
                  <c:v>worldtravelerhippiechick</c:v>
                </c:pt>
                <c:pt idx="744">
                  <c:v>world_traveler_for_life</c:v>
                </c:pt>
                <c:pt idx="745">
                  <c:v>worldtravelerforever</c:v>
                </c:pt>
                <c:pt idx="746">
                  <c:v>worldpeacewillneverhappen</c:v>
                </c:pt>
                <c:pt idx="747">
                  <c:v>worldleadershipgroup_gel</c:v>
                </c:pt>
                <c:pt idx="748">
                  <c:v>world_history_teacher</c:v>
                </c:pt>
                <c:pt idx="749">
                  <c:v>worldhispanictournament</c:v>
                </c:pt>
                <c:pt idx="750">
                  <c:v>worldexplorerbabe011</c:v>
                </c:pt>
                <c:pt idx="751">
                  <c:v>worldcupfantasyfooty</c:v>
                </c:pt>
                <c:pt idx="752">
                  <c:v>world_collaboration_party</c:v>
                </c:pt>
                <c:pt idx="753">
                  <c:v>worldchampionreverend</c:v>
                </c:pt>
                <c:pt idx="754">
                  <c:v>worldchampcordialpourer</c:v>
                </c:pt>
                <c:pt idx="755">
                  <c:v>worldbaseballclassic</c:v>
                </c:pt>
                <c:pt idx="756">
                  <c:v>worldaccessentertainment</c:v>
                </c:pt>
                <c:pt idx="757">
                  <c:v>worksdownbygroupswithmelanie</c:v>
                </c:pt>
                <c:pt idx="758">
                  <c:v>workingprogresstheband</c:v>
                </c:pt>
                <c:pt idx="759">
                  <c:v>workingforanuclearfreecity</c:v>
                </c:pt>
                <c:pt idx="760">
                  <c:v>workingclassrockstar</c:v>
                </c:pt>
                <c:pt idx="761">
                  <c:v>workingclass_hooligan</c:v>
                </c:pt>
                <c:pt idx="762">
                  <c:v>working_class_acupuncture</c:v>
                </c:pt>
                <c:pt idx="763">
                  <c:v>workingbutstillbroken</c:v>
                </c:pt>
                <c:pt idx="764">
                  <c:v>workforaffordablehousing</c:v>
                </c:pt>
                <c:pt idx="765">
                  <c:v>wop_the_nine_tail_fox</c:v>
                </c:pt>
                <c:pt idx="766">
                  <c:v>woodybigfloppydonkey</c:v>
                </c:pt>
                <c:pt idx="767">
                  <c:v>woodstarbloodguttagirl</c:v>
                </c:pt>
                <c:pt idx="768">
                  <c:v>woodgrainphotography</c:v>
                </c:pt>
                <c:pt idx="769">
                  <c:v>wontyoushockandentertain</c:v>
                </c:pt>
                <c:pt idx="770">
                  <c:v>wondermanwasntavailable</c:v>
                </c:pt>
                <c:pt idx="771">
                  <c:v>wonderland_its_magic</c:v>
                </c:pt>
                <c:pt idx="772">
                  <c:v>wonderful_trolly_freak</c:v>
                </c:pt>
                <c:pt idx="773">
                  <c:v>wonderfulsinger4life</c:v>
                </c:pt>
                <c:pt idx="774">
                  <c:v>womanizer21boypickup</c:v>
                </c:pt>
                <c:pt idx="775">
                  <c:v>woman_forward_thinking</c:v>
                </c:pt>
                <c:pt idx="776">
                  <c:v>womanandentrepreneur</c:v>
                </c:pt>
                <c:pt idx="777">
                  <c:v>wolvesaremisunderstood</c:v>
                </c:pt>
                <c:pt idx="778">
                  <c:v>wolf_warrior_from_heaven</c:v>
                </c:pt>
                <c:pt idx="779">
                  <c:v>wolf_god_demon_angel</c:v>
                </c:pt>
                <c:pt idx="780">
                  <c:v>wizardworldconvention</c:v>
                </c:pt>
                <c:pt idx="781">
                  <c:v>wizardentertainmentgroup</c:v>
                </c:pt>
                <c:pt idx="782">
                  <c:v>witnessprotectionprogram</c:v>
                </c:pt>
                <c:pt idx="783">
                  <c:v>withoutsenseofficialpage</c:v>
                </c:pt>
                <c:pt idx="784">
                  <c:v>without_hope_lost_child</c:v>
                </c:pt>
                <c:pt idx="785">
                  <c:v>withloveandsqualor05</c:v>
                </c:pt>
                <c:pt idx="786">
                  <c:v>withlovealwaysandforever</c:v>
                </c:pt>
                <c:pt idx="787">
                  <c:v>with_karate_ill_kick_ass</c:v>
                </c:pt>
                <c:pt idx="788">
                  <c:v>withinheartspotential</c:v>
                </c:pt>
                <c:pt idx="789">
                  <c:v>withgreaterpurposeyet</c:v>
                </c:pt>
                <c:pt idx="790">
                  <c:v>witheyesforeverturnedinward</c:v>
                </c:pt>
                <c:pt idx="791">
                  <c:v>witheverybreathmusic</c:v>
                </c:pt>
                <c:pt idx="792">
                  <c:v>with_death_comes_peace</c:v>
                </c:pt>
                <c:pt idx="793">
                  <c:v>witchyredheadgoddess</c:v>
                </c:pt>
                <c:pt idx="794">
                  <c:v>witchhazelwithnutmeg</c:v>
                </c:pt>
                <c:pt idx="795">
                  <c:v>witchdoctor_entertainment</c:v>
                </c:pt>
                <c:pt idx="796">
                  <c:v>witchcraftblackcat195</c:v>
                </c:pt>
                <c:pt idx="797">
                  <c:v>witchandwizardschool</c:v>
                </c:pt>
                <c:pt idx="798">
                  <c:v>wish_you_would_smile_mate</c:v>
                </c:pt>
                <c:pt idx="799">
                  <c:v>wish_you_were_here1517</c:v>
                </c:pt>
                <c:pt idx="800">
                  <c:v>wishing_you_where_mine</c:v>
                </c:pt>
                <c:pt idx="801">
                  <c:v>wishing_she_was_here</c:v>
                </c:pt>
                <c:pt idx="802">
                  <c:v>wishing_for_your_heart</c:v>
                </c:pt>
                <c:pt idx="803">
                  <c:v>wishingdreaminghoping</c:v>
                </c:pt>
                <c:pt idx="804">
                  <c:v>wise_thevampireheart</c:v>
                </c:pt>
                <c:pt idx="805">
                  <c:v>wiseman_the_original_one</c:v>
                </c:pt>
                <c:pt idx="806">
                  <c:v>wisdomjusticeandlove1992</c:v>
                </c:pt>
                <c:pt idx="807">
                  <c:v>wisdom_and_knowledge</c:v>
                </c:pt>
                <c:pt idx="808">
                  <c:v>winternightpublishing</c:v>
                </c:pt>
                <c:pt idx="809">
                  <c:v>winterfreshtherappersongsinger</c:v>
                </c:pt>
                <c:pt idx="810">
                  <c:v>winona_leah_lovelace</c:v>
                </c:pt>
                <c:pt idx="811">
                  <c:v>winningedgeperformance</c:v>
                </c:pt>
                <c:pt idx="812">
                  <c:v>winniethepoohnut99</c:v>
                </c:pt>
                <c:pt idx="813">
                  <c:v>winniethepoohlover112</c:v>
                </c:pt>
                <c:pt idx="814">
                  <c:v>winnie_the_pooh_layout</c:v>
                </c:pt>
                <c:pt idx="815">
                  <c:v>winniethepoohbear040</c:v>
                </c:pt>
                <c:pt idx="816">
                  <c:v>wingwomandoubletrouble</c:v>
                </c:pt>
                <c:pt idx="817">
                  <c:v>wingsofabutterfly1020</c:v>
                </c:pt>
                <c:pt idx="818">
                  <c:v>wingsofabeautifultragedy</c:v>
                </c:pt>
                <c:pt idx="819">
                  <c:v>windycreekbluegrassband</c:v>
                </c:pt>
                <c:pt idx="820">
                  <c:v>windswept_and_interesting</c:v>
                </c:pt>
                <c:pt idx="821">
                  <c:v>windsortownbabykiller</c:v>
                </c:pt>
                <c:pt idx="822">
                  <c:v>windshieldrockchiprepair</c:v>
                </c:pt>
                <c:pt idx="823">
                  <c:v>windowframedconfusion</c:v>
                </c:pt>
                <c:pt idx="824">
                  <c:v>wilsonfootballplayer</c:v>
                </c:pt>
                <c:pt idx="825">
                  <c:v>willy_the_half_dragon</c:v>
                </c:pt>
                <c:pt idx="826">
                  <c:v>willwakeboardforbeer</c:v>
                </c:pt>
                <c:pt idx="827">
                  <c:v>willtryanythingtwice</c:v>
                </c:pt>
                <c:pt idx="828">
                  <c:v>will_the_thrasher_riley</c:v>
                </c:pt>
                <c:pt idx="829">
                  <c:v>will_the_slightly_great</c:v>
                </c:pt>
                <c:pt idx="830">
                  <c:v>will_the_computer_guy</c:v>
                </c:pt>
                <c:pt idx="831">
                  <c:v>will_the_biggest_pimp</c:v>
                </c:pt>
                <c:pt idx="832">
                  <c:v>willowtreedependency</c:v>
                </c:pt>
                <c:pt idx="833">
                  <c:v>willowhavenequineelsie</c:v>
                </c:pt>
                <c:pt idx="834">
                  <c:v>willowbrookmallsecurity</c:v>
                </c:pt>
                <c:pt idx="835">
                  <c:v>willneverstopstalking</c:v>
                </c:pt>
                <c:pt idx="836">
                  <c:v>will_never_4get_amity</c:v>
                </c:pt>
                <c:pt idx="837">
                  <c:v>will_love_but_can_hate</c:v>
                </c:pt>
                <c:pt idx="838">
                  <c:v>willihavethesamelastdream</c:v>
                </c:pt>
                <c:pt idx="839">
                  <c:v>will_get_naked_4_money</c:v>
                </c:pt>
                <c:pt idx="840">
                  <c:v>willfloodyourbasementbaby</c:v>
                </c:pt>
                <c:pt idx="841">
                  <c:v>willfightforyourlove</c:v>
                </c:pt>
                <c:pt idx="842">
                  <c:v>willdroppants_forfood</c:v>
                </c:pt>
                <c:pt idx="843">
                  <c:v>willcreatethegreatdivide</c:v>
                </c:pt>
                <c:pt idx="844">
                  <c:v>will_and_grace_lover</c:v>
                </c:pt>
                <c:pt idx="845">
                  <c:v>will_and_grace_fan_sam</c:v>
                </c:pt>
                <c:pt idx="846">
                  <c:v>willalwaysfresh2deaf</c:v>
                </c:pt>
                <c:pt idx="847">
                  <c:v>wilkinsonforpresident</c:v>
                </c:pt>
                <c:pt idx="848">
                  <c:v>wild_west_wyoming_woman</c:v>
                </c:pt>
                <c:pt idx="849">
                  <c:v>wildwashingtoncowboy</c:v>
                </c:pt>
                <c:pt idx="850">
                  <c:v>wildwackyactioncabbage</c:v>
                </c:pt>
                <c:pt idx="851">
                  <c:v>wildtreemanwithattitude</c:v>
                </c:pt>
                <c:pt idx="852">
                  <c:v>wildsmashpumpkinhead</c:v>
                </c:pt>
                <c:pt idx="853">
                  <c:v>wildlittlecountrygirl</c:v>
                </c:pt>
                <c:pt idx="854">
                  <c:v>wildlifeartistlibrarian</c:v>
                </c:pt>
                <c:pt idx="855">
                  <c:v>wildheartsbootlegscouk</c:v>
                </c:pt>
                <c:pt idx="856">
                  <c:v>wildflowersonyourwall</c:v>
                </c:pt>
                <c:pt idx="857">
                  <c:v>wildernesssmithfossil</c:v>
                </c:pt>
                <c:pt idx="858">
                  <c:v>wildchild_metalheart</c:v>
                </c:pt>
                <c:pt idx="859">
                  <c:v>wildchildfromdownunder</c:v>
                </c:pt>
                <c:pt idx="860">
                  <c:v>wildcherrychick_200</c:v>
                </c:pt>
                <c:pt idx="861">
                  <c:v>wildcat_superstar_14</c:v>
                </c:pt>
                <c:pt idx="862">
                  <c:v>wildcardsattinredrose</c:v>
                </c:pt>
                <c:pt idx="863">
                  <c:v>wildbill_aka_alton_morris</c:v>
                </c:pt>
                <c:pt idx="864">
                  <c:v>wildbabeentertainment</c:v>
                </c:pt>
                <c:pt idx="865">
                  <c:v>wild939your1musicstation</c:v>
                </c:pt>
                <c:pt idx="866">
                  <c:v>WifeyIsIrreplaceable</c:v>
                </c:pt>
                <c:pt idx="867">
                  <c:v>wifematerialdominique</c:v>
                </c:pt>
                <c:pt idx="868">
                  <c:v>widowspeak_fallfromgrace</c:v>
                </c:pt>
                <c:pt idx="869">
                  <c:v>wide_eyed_wanderer38</c:v>
                </c:pt>
                <c:pt idx="870">
                  <c:v>wideawakeentertainment</c:v>
                </c:pt>
                <c:pt idx="871">
                  <c:v>wide_awake_awakening</c:v>
                </c:pt>
                <c:pt idx="872">
                  <c:v>wicklowentertainment</c:v>
                </c:pt>
                <c:pt idx="873">
                  <c:v>wickedworldexperience</c:v>
                </c:pt>
                <c:pt idx="874">
                  <c:v>wickedwillowphotography</c:v>
                </c:pt>
                <c:pt idx="875">
                  <c:v>wickedwearcollection</c:v>
                </c:pt>
                <c:pt idx="876">
                  <c:v>wickedundergroundmusic</c:v>
                </c:pt>
                <c:pt idx="877">
                  <c:v>wickedtorquewrench347</c:v>
                </c:pt>
                <c:pt idx="878">
                  <c:v>Wicked_temptation_single</c:v>
                </c:pt>
                <c:pt idx="879">
                  <c:v>wicked_sweet_drummer</c:v>
                </c:pt>
                <c:pt idx="880">
                  <c:v>wickedlikewatertorture</c:v>
                </c:pt>
                <c:pt idx="881">
                  <c:v>wickedevillittlegirl</c:v>
                </c:pt>
                <c:pt idx="882">
                  <c:v>wickedconfession2bleed</c:v>
                </c:pt>
                <c:pt idx="883">
                  <c:v>wickedclownpsychopathic</c:v>
                </c:pt>
                <c:pt idx="884">
                  <c:v>wicked_clown_preacher</c:v>
                </c:pt>
                <c:pt idx="885">
                  <c:v>wickedclownpaintballer</c:v>
                </c:pt>
                <c:pt idx="886">
                  <c:v>wicked_awesome_megan</c:v>
                </c:pt>
                <c:pt idx="887">
                  <c:v>whyfierceanimalsarerare</c:v>
                </c:pt>
                <c:pt idx="888">
                  <c:v>whyembracetheillusion</c:v>
                </c:pt>
                <c:pt idx="889">
                  <c:v>whydoesthisthingnotwork</c:v>
                </c:pt>
                <c:pt idx="890">
                  <c:v>whydoesnothingmakesence</c:v>
                </c:pt>
                <c:pt idx="891">
                  <c:v>_why_does_love_hurt_</c:v>
                </c:pt>
                <c:pt idx="892">
                  <c:v>whydie_whenyoucan_love</c:v>
                </c:pt>
                <c:pt idx="893">
                  <c:v>whycarewhattheythink</c:v>
                </c:pt>
                <c:pt idx="894">
                  <c:v>whyamisayingpingpong</c:v>
                </c:pt>
                <c:pt idx="895">
                  <c:v>whowhatwhenwherehowe</c:v>
                </c:pt>
                <c:pt idx="896">
                  <c:v>whowhatwhenwhereandwhy</c:v>
                </c:pt>
                <c:pt idx="897">
                  <c:v>whosewinningthematch</c:v>
                </c:pt>
                <c:pt idx="898">
                  <c:v>who_like_orange_soda</c:v>
                </c:pt>
                <c:pt idx="899">
                  <c:v>whogotthelastwordnow</c:v>
                </c:pt>
                <c:pt idx="900">
                  <c:v>whodoesntlikechocolate</c:v>
                </c:pt>
                <c:pt idx="901">
                  <c:v>whodiedandmadeyourface</c:v>
                </c:pt>
                <c:pt idx="902">
                  <c:v>whocaresaboutthis___20</c:v>
                </c:pt>
                <c:pt idx="903">
                  <c:v>who_are_you_fighting_for</c:v>
                </c:pt>
                <c:pt idx="904">
                  <c:v>whoarethesideproject</c:v>
                </c:pt>
                <c:pt idx="905">
                  <c:v>whoa.peterdanielsfineart</c:v>
                </c:pt>
                <c:pt idx="906">
                  <c:v>whittierhighschooltrack</c:v>
                </c:pt>
                <c:pt idx="907">
                  <c:v>whitneyspanglerfinch</c:v>
                </c:pt>
                <c:pt idx="908">
                  <c:v>whitneypaigerobinson</c:v>
                </c:pt>
                <c:pt idx="909">
                  <c:v>WhitneyDanielleJarvis</c:v>
                </c:pt>
                <c:pt idx="910">
                  <c:v>whitleyandthehardtimesband</c:v>
                </c:pt>
                <c:pt idx="911">
                  <c:v>whitezebraadvertising</c:v>
                </c:pt>
                <c:pt idx="912">
                  <c:v>whitewash_the_rapper</c:v>
                </c:pt>
                <c:pt idx="913">
                  <c:v>white_vapor_moonlight</c:v>
                </c:pt>
                <c:pt idx="914">
                  <c:v>white_trash_barbie88</c:v>
                </c:pt>
                <c:pt idx="915">
                  <c:v>whitesville_thicknest</c:v>
                </c:pt>
                <c:pt idx="916">
                  <c:v>whitesperformancediesel</c:v>
                </c:pt>
                <c:pt idx="917">
                  <c:v>whitespacegraphicdesign</c:v>
                </c:pt>
                <c:pt idx="918">
                  <c:v>whitesnaketributeband</c:v>
                </c:pt>
                <c:pt idx="919">
                  <c:v>whiteshadoweddeathangel</c:v>
                </c:pt>
                <c:pt idx="920">
                  <c:v>white_rose_underground</c:v>
                </c:pt>
                <c:pt idx="921">
                  <c:v>whiterosetransmission</c:v>
                </c:pt>
                <c:pt idx="922">
                  <c:v>white_rabbit_massacre</c:v>
                </c:pt>
                <c:pt idx="923">
                  <c:v>white_power_forever2</c:v>
                </c:pt>
                <c:pt idx="924">
                  <c:v>white_people_industrial</c:v>
                </c:pt>
                <c:pt idx="925">
                  <c:v>white_people_cant_jump</c:v>
                </c:pt>
                <c:pt idx="926">
                  <c:v>whitepeopleblackingout</c:v>
                </c:pt>
                <c:pt idx="927">
                  <c:v>whitepearlentertainment</c:v>
                </c:pt>
                <c:pt idx="928">
                  <c:v>white_little_penguin</c:v>
                </c:pt>
                <c:pt idx="929">
                  <c:v>whitelinescreenprinting</c:v>
                </c:pt>
                <c:pt idx="930">
                  <c:v>whitelinepromotionmarketing</c:v>
                </c:pt>
                <c:pt idx="931">
                  <c:v>whitelighterprincess</c:v>
                </c:pt>
                <c:pt idx="932">
                  <c:v>whitekitten4blackcat</c:v>
                </c:pt>
                <c:pt idx="933">
                  <c:v>whitehispanicforever</c:v>
                </c:pt>
                <c:pt idx="934">
                  <c:v>white_gurl_wit_booty</c:v>
                </c:pt>
                <c:pt idx="935">
                  <c:v>whitegurlgotbooty0410</c:v>
                </c:pt>
                <c:pt idx="936">
                  <c:v>white_girl_ghetto_ass</c:v>
                </c:pt>
                <c:pt idx="937">
                  <c:v>white_girl_can_dance</c:v>
                </c:pt>
                <c:pt idx="938">
                  <c:v>white_ghetto_princess</c:v>
                </c:pt>
                <c:pt idx="939">
                  <c:v>whitegangstergirlbarbie</c:v>
                </c:pt>
                <c:pt idx="940">
                  <c:v>whitefordbroncobandsite</c:v>
                </c:pt>
                <c:pt idx="941">
                  <c:v>whitecrosshighschoolartdepartment</c:v>
                </c:pt>
                <c:pt idx="942">
                  <c:v>whitecranberryappletea</c:v>
                </c:pt>
                <c:pt idx="943">
                  <c:v>whitecollaredredneck</c:v>
                </c:pt>
                <c:pt idx="944">
                  <c:v>whitechocolatevalentine</c:v>
                </c:pt>
                <c:pt idx="945">
                  <c:v>whitechocolate_trish</c:v>
                </c:pt>
                <c:pt idx="946">
                  <c:v>whitechocolateteddybear</c:v>
                </c:pt>
                <c:pt idx="947">
                  <c:v>whitechocolatemochamint</c:v>
                </c:pt>
                <c:pt idx="948">
                  <c:v>whitechocolatemocha21</c:v>
                </c:pt>
                <c:pt idx="949">
                  <c:v>whitechocolatelover1</c:v>
                </c:pt>
                <c:pt idx="950">
                  <c:v>whitechocolatekitkat</c:v>
                </c:pt>
                <c:pt idx="951">
                  <c:v>whitechocolategirl32</c:v>
                </c:pt>
                <c:pt idx="952">
                  <c:v>whitechocolateforever</c:v>
                </c:pt>
                <c:pt idx="953">
                  <c:v>whitechocolatedynamite</c:v>
                </c:pt>
                <c:pt idx="954">
                  <c:v>white_chocolate_cookie</c:v>
                </c:pt>
                <c:pt idx="955">
                  <c:v>white_chocolate9_allie</c:v>
                </c:pt>
                <c:pt idx="956">
                  <c:v>whitecastlewhatyoucrave</c:v>
                </c:pt>
                <c:pt idx="957">
                  <c:v>whitecastlehamburger</c:v>
                </c:pt>
                <c:pt idx="958">
                  <c:v>whitecastleconnection</c:v>
                </c:pt>
                <c:pt idx="959">
                  <c:v>whiteboywitdarktan44</c:v>
                </c:pt>
                <c:pt idx="960">
                  <c:v>whistlingpastthegraveyard</c:v>
                </c:pt>
                <c:pt idx="961">
                  <c:v>whistlewhile_youwork</c:v>
                </c:pt>
                <c:pt idx="962">
                  <c:v>whistlebaitburlesque</c:v>
                </c:pt>
                <c:pt idx="963">
                  <c:v>whiskey_rock_and_roller</c:v>
                </c:pt>
                <c:pt idx="964">
                  <c:v>whiskeylollipopsister</c:v>
                </c:pt>
                <c:pt idx="965">
                  <c:v>whiskeybentandhellbound13</c:v>
                </c:pt>
                <c:pt idx="966">
                  <c:v>whirlygiggle_butterfly</c:v>
                </c:pt>
                <c:pt idx="967">
                  <c:v>whirlaway_triple_crown5</c:v>
                </c:pt>
                <c:pt idx="968">
                  <c:v>whileyouweredownstairs</c:v>
                </c:pt>
                <c:pt idx="969">
                  <c:v>where_the_good_pussy</c:v>
                </c:pt>
                <c:pt idx="970">
                  <c:v>whereforeartthouchris</c:v>
                </c:pt>
                <c:pt idx="971">
                  <c:v>wheredidyougetthatfunk</c:v>
                </c:pt>
                <c:pt idx="972">
                  <c:v>whereareyourmannersmissy</c:v>
                </c:pt>
                <c:pt idx="973">
                  <c:v>whereallthewhitegirlsat</c:v>
                </c:pt>
                <c:pt idx="974">
                  <c:v>whenyouthink_taylor_swift</c:v>
                </c:pt>
                <c:pt idx="975">
                  <c:v>when_you_say_nothing</c:v>
                </c:pt>
                <c:pt idx="976">
                  <c:v>whenwillsomeoneshootbush</c:v>
                </c:pt>
                <c:pt idx="977">
                  <c:v>whenwillibeloved2002</c:v>
                </c:pt>
                <c:pt idx="978">
                  <c:v>whenvillagepeopleattack</c:v>
                </c:pt>
                <c:pt idx="979">
                  <c:v>when_the_sun_goes_down_</c:v>
                </c:pt>
                <c:pt idx="980">
                  <c:v>whenfrankeatssquirrel</c:v>
                </c:pt>
                <c:pt idx="981">
                  <c:v>when_does_the_pain_stop</c:v>
                </c:pt>
                <c:pt idx="982">
                  <c:v>whenchildrenarepresent</c:v>
                </c:pt>
                <c:pt idx="983">
                  <c:v>when_cheryl_went_feral</c:v>
                </c:pt>
                <c:pt idx="984">
                  <c:v>whenangelscryblood777</c:v>
                </c:pt>
                <c:pt idx="985">
                  <c:v>wheatgrassbellydancer</c:v>
                </c:pt>
                <c:pt idx="986">
                  <c:v>whatyouwantbutcanthave</c:v>
                </c:pt>
                <c:pt idx="987">
                  <c:v>what_youve_been_missing3</c:v>
                </c:pt>
                <c:pt idx="988">
                  <c:v>whatyoutalkingaboutpierce</c:v>
                </c:pt>
                <c:pt idx="989">
                  <c:v>what_your_really_thinking</c:v>
                </c:pt>
                <c:pt idx="990">
                  <c:v>what_youknowbout_that</c:v>
                </c:pt>
                <c:pt idx="991">
                  <c:v>whatyouknowaboutthis</c:v>
                </c:pt>
                <c:pt idx="992">
                  <c:v>whatyouknowaboutthatshit</c:v>
                </c:pt>
                <c:pt idx="993">
                  <c:v>whatyouknowaboutthat44</c:v>
                </c:pt>
                <c:pt idx="994">
                  <c:v>whatyoucouldhavebeen</c:v>
                </c:pt>
                <c:pt idx="995">
                  <c:v>whatwoodthecommunitythink</c:v>
                </c:pt>
                <c:pt idx="996">
                  <c:v>Whattheseeyeshaveseen</c:v>
                </c:pt>
                <c:pt idx="997">
                  <c:v>what_the_pancake_was_that</c:v>
                </c:pt>
                <c:pt idx="998">
                  <c:v>whatthemessengersaid</c:v>
                </c:pt>
                <c:pt idx="999">
                  <c:v>what_the_katrina_lynn</c:v>
                </c:pt>
                <c:pt idx="1000">
                  <c:v>whatthehellicantgetaname</c:v>
                </c:pt>
                <c:pt idx="1001">
                  <c:v>whatsyourstorymorninglory</c:v>
                </c:pt>
                <c:pt idx="1002">
                  <c:v>whatsyourfavoritedessert</c:v>
                </c:pt>
                <c:pt idx="1003">
                  <c:v>whats_your_fantasy_101</c:v>
                </c:pt>
                <c:pt idx="1004">
                  <c:v>whats_your_damn_problem</c:v>
                </c:pt>
                <c:pt idx="1005">
                  <c:v>whatsyourdamagelauren</c:v>
                </c:pt>
                <c:pt idx="1006">
                  <c:v>whatswrongwithspongebob</c:v>
                </c:pt>
                <c:pt idx="1007">
                  <c:v>whatswrongwithbeingblack</c:v>
                </c:pt>
                <c:pt idx="1008">
                  <c:v>whatsworthwaitingfor</c:v>
                </c:pt>
                <c:pt idx="1009">
                  <c:v>whatsvictoriassecret</c:v>
                </c:pt>
                <c:pt idx="1010">
                  <c:v>whats_under_your_kilt</c:v>
                </c:pt>
                <c:pt idx="1011">
                  <c:v>whatsthematterjellyfish</c:v>
                </c:pt>
                <c:pt idx="1012">
                  <c:v>whatsthatguntherefor</c:v>
                </c:pt>
                <c:pt idx="1013">
                  <c:v>whatsthagamebeenmissing</c:v>
                </c:pt>
                <c:pt idx="1014">
                  <c:v>whats_island_with_fish</c:v>
                </c:pt>
                <c:pt idx="1015">
                  <c:v>whatsgoodentertainment</c:v>
                </c:pt>
                <c:pt idx="1016">
                  <c:v>whatremainsunscathed</c:v>
                </c:pt>
                <c:pt idx="1017">
                  <c:v>what_naughty_girl_want</c:v>
                </c:pt>
                <c:pt idx="1018">
                  <c:v>whatladiescallmurder</c:v>
                </c:pt>
                <c:pt idx="1019">
                  <c:v>whatkatiefuckingdidnext_</c:v>
                </c:pt>
                <c:pt idx="1020">
                  <c:v>whatgodwouldblessyou</c:v>
                </c:pt>
                <c:pt idx="1021">
                  <c:v>whatever_whenever_however</c:v>
                </c:pt>
                <c:pt idx="1022">
                  <c:v>whatever_forever_ali</c:v>
                </c:pt>
                <c:pt idx="1023">
                  <c:v>whatdidyouhaveforlunch</c:v>
                </c:pt>
                <c:pt idx="1024">
                  <c:v>whatdagamebeenmissing</c:v>
                </c:pt>
                <c:pt idx="1025">
                  <c:v>what_chu_know_about_that</c:v>
                </c:pt>
                <c:pt idx="1026">
                  <c:v>what_are_you_talking_bout</c:v>
                </c:pt>
                <c:pt idx="1027">
                  <c:v>whatafeistylittlething</c:v>
                </c:pt>
                <c:pt idx="1028">
                  <c:v>wetcoastresurrection</c:v>
                </c:pt>
                <c:pt idx="1029">
                  <c:v>wet_and_wild_blondie</c:v>
                </c:pt>
                <c:pt idx="1030">
                  <c:v>westvirginiagirl194</c:v>
                </c:pt>
                <c:pt idx="1031">
                  <c:v>westvirginia_countrygirl</c:v>
                </c:pt>
                <c:pt idx="1032">
                  <c:v>westside_hollywood39</c:v>
                </c:pt>
                <c:pt idx="1033">
                  <c:v>westsidegangster3123</c:v>
                </c:pt>
                <c:pt idx="1034">
                  <c:v>west_pittsburg_princess</c:v>
                </c:pt>
                <c:pt idx="1035">
                  <c:v>westorangefootballboy</c:v>
                </c:pt>
                <c:pt idx="1036">
                  <c:v>west_oakland_general</c:v>
                </c:pt>
                <c:pt idx="1037">
                  <c:v>westminstermemorialpark</c:v>
                </c:pt>
                <c:pt idx="1038">
                  <c:v>westmiddleschoolencore</c:v>
                </c:pt>
                <c:pt idx="1039">
                  <c:v>westmichiganburnlounge</c:v>
                </c:pt>
                <c:pt idx="1040">
                  <c:v>westlandmusicteacher</c:v>
                </c:pt>
                <c:pt idx="1041">
                  <c:v>west_jordan_football</c:v>
                </c:pt>
                <c:pt idx="1042">
                  <c:v>westhighlandterrierlover</c:v>
                </c:pt>
                <c:pt idx="1043">
                  <c:v>west-highland-terrier2012</c:v>
                </c:pt>
                <c:pt idx="1044">
                  <c:v>west_grove_softball_cutie</c:v>
                </c:pt>
                <c:pt idx="1045">
                  <c:v>westernmarylandtruckshow</c:v>
                </c:pt>
                <c:pt idx="1046">
                  <c:v>westernelectricspace</c:v>
                </c:pt>
                <c:pt idx="1047">
                  <c:v>westernathletictraining</c:v>
                </c:pt>
                <c:pt idx="1048">
                  <c:v>westernanarchistunion</c:v>
                </c:pt>
                <c:pt idx="1049">
                  <c:v>westcoastunderground2</c:v>
                </c:pt>
                <c:pt idx="1050">
                  <c:v>westcoast_underground</c:v>
                </c:pt>
                <c:pt idx="1051">
                  <c:v>westcoastperformance</c:v>
                </c:pt>
                <c:pt idx="1052">
                  <c:v>westcoastpartygirl4life</c:v>
                </c:pt>
                <c:pt idx="1053">
                  <c:v>westcoast_heavy_hitter</c:v>
                </c:pt>
                <c:pt idx="1054">
                  <c:v>westchestermusicfestival</c:v>
                </c:pt>
                <c:pt idx="1055">
                  <c:v>westbridgeentertainment</c:v>
                </c:pt>
                <c:pt idx="1056">
                  <c:v>westboundforhometown</c:v>
                </c:pt>
                <c:pt idx="1057">
                  <c:v>westblocton_angel_08</c:v>
                </c:pt>
                <c:pt idx="1058">
                  <c:v>were_together_forever</c:v>
                </c:pt>
                <c:pt idx="1059">
                  <c:v>were_better_than_you_are</c:v>
                </c:pt>
                <c:pt idx="1060">
                  <c:v>wereallgoing2diesomeday</c:v>
                </c:pt>
                <c:pt idx="1061">
                  <c:v>were_all_going_2_die</c:v>
                </c:pt>
                <c:pt idx="1062">
                  <c:v>wereallalittlefreaky</c:v>
                </c:pt>
                <c:pt idx="1063">
                  <c:v>wereabovetheinfluence</c:v>
                </c:pt>
                <c:pt idx="1064">
                  <c:v>wercothelostfamilymember</c:v>
                </c:pt>
                <c:pt idx="1065">
                  <c:v>wendy_the_purse_princess</c:v>
                </c:pt>
                <c:pt idx="1066">
                  <c:v>wendythadiamondprincess</c:v>
                </c:pt>
                <c:pt idx="1067">
                  <c:v>wendy_darling_neverland</c:v>
                </c:pt>
                <c:pt idx="1068">
                  <c:v>wendy.beautiful.disaster</c:v>
                </c:pt>
                <c:pt idx="1069">
                  <c:v>wendy_aka_babygurl123</c:v>
                </c:pt>
                <c:pt idx="1070">
                  <c:v>welshbeefwillnotfail</c:v>
                </c:pt>
                <c:pt idx="1071">
                  <c:v>wellyyangfindinghome</c:v>
                </c:pt>
                <c:pt idx="1072">
                  <c:v>welltherewasthisonetime</c:v>
                </c:pt>
                <c:pt idx="1073">
                  <c:v>wellthatsinteresting</c:v>
                </c:pt>
                <c:pt idx="1074">
                  <c:v>well_screw_you_buttmunch</c:v>
                </c:pt>
                <c:pt idx="1075">
                  <c:v>wellingtonteencouncil</c:v>
                </c:pt>
                <c:pt idx="1076">
                  <c:v>welcometheblackparade</c:v>
                </c:pt>
                <c:pt idx="1077">
                  <c:v>welcome_2the_mirror_world</c:v>
                </c:pt>
                <c:pt idx="1078">
                  <c:v>welcome_2_the_katie_hotel</c:v>
                </c:pt>
                <c:pt idx="1079">
                  <c:v>welcome2neverenoughspace</c:v>
                </c:pt>
                <c:pt idx="1080">
                  <c:v>welcome_2_jessie_world</c:v>
                </c:pt>
                <c:pt idx="1081">
                  <c:v>welcome2halfbakecity</c:v>
                </c:pt>
                <c:pt idx="1082">
                  <c:v>welcome2fleeterville</c:v>
                </c:pt>
                <c:pt idx="1083">
                  <c:v>weird_love_and_action</c:v>
                </c:pt>
                <c:pt idx="1084">
                  <c:v>weirdlittlepunkguy88</c:v>
                </c:pt>
                <c:pt idx="1085">
                  <c:v>weirdelectrofreakboy</c:v>
                </c:pt>
                <c:pt idx="1086">
                  <c:v>weight_lifting_freak</c:v>
                </c:pt>
                <c:pt idx="1087">
                  <c:v>weeping_little_flame</c:v>
                </c:pt>
                <c:pt idx="1088">
                  <c:v>weekly_beauty_contest</c:v>
                </c:pt>
                <c:pt idx="1089">
                  <c:v>weed_smoke_every_day</c:v>
                </c:pt>
                <c:pt idx="1090">
                  <c:v>wedgesandalslideclub</c:v>
                </c:pt>
                <c:pt idx="1091">
                  <c:v>websourceinternational</c:v>
                </c:pt>
                <c:pt idx="1092">
                  <c:v>website_thingamajiggen</c:v>
                </c:pt>
                <c:pt idx="1093">
                  <c:v>webelectronicessence</c:v>
                </c:pt>
                <c:pt idx="1094">
                  <c:v>web_design_and_hosting</c:v>
                </c:pt>
                <c:pt idx="1095">
                  <c:v>web_analytics_consultant</c:v>
                </c:pt>
                <c:pt idx="1096">
                  <c:v>weavingwiththemadness</c:v>
                </c:pt>
                <c:pt idx="1097">
                  <c:v>wearsomethingfireproof</c:v>
                </c:pt>
                <c:pt idx="1098">
                  <c:v>weakstomachphotography</c:v>
                </c:pt>
                <c:pt idx="1099">
                  <c:v>waynebakerbrooksmusic</c:v>
                </c:pt>
                <c:pt idx="1100">
                  <c:v>wavedancerladytigeress</c:v>
                </c:pt>
                <c:pt idx="1101">
                  <c:v>watsoncustomgraphics</c:v>
                </c:pt>
                <c:pt idx="1102">
                  <c:v>watsonchapel98reunion</c:v>
                </c:pt>
                <c:pt idx="1103">
                  <c:v>waterstreetmusichall</c:v>
                </c:pt>
                <c:pt idx="1104">
                  <c:v>watermelonlayoutsummer</c:v>
                </c:pt>
                <c:pt idx="1105">
                  <c:v>watermelonjellybelly</c:v>
                </c:pt>
                <c:pt idx="1106">
                  <c:v>waterfireearthwindair</c:v>
                </c:pt>
                <c:pt idx="1107">
                  <c:v>water2fire4air1earth0</c:v>
                </c:pt>
                <c:pt idx="1108">
                  <c:v>watdagamebeenmissing</c:v>
                </c:pt>
                <c:pt idx="1109">
                  <c:v>watchyourback_turnaround</c:v>
                </c:pt>
                <c:pt idx="1110">
                  <c:v>watchyoufallfromgrace</c:v>
                </c:pt>
                <c:pt idx="1111">
                  <c:v>_watch_the_weather_change</c:v>
                </c:pt>
                <c:pt idx="1112">
                  <c:v>watchout4thatscooter</c:v>
                </c:pt>
                <c:pt idx="1113">
                  <c:v>watchmakingmetropolisorchestra</c:v>
                </c:pt>
                <c:pt idx="1114">
                  <c:v>watchingyoureverymove</c:v>
                </c:pt>
                <c:pt idx="1115">
                  <c:v>watchingyouallthetime</c:v>
                </c:pt>
                <c:pt idx="1116">
                  <c:v>watching_the_blood_drip</c:v>
                </c:pt>
                <c:pt idx="1117">
                  <c:v>watchingoveryouforever</c:v>
                </c:pt>
                <c:pt idx="1118">
                  <c:v>watching_guardian_angel</c:v>
                </c:pt>
                <c:pt idx="1119">
                  <c:v>watchingbrokenessmend</c:v>
                </c:pt>
                <c:pt idx="1120">
                  <c:v>wataboutthisrelationship</c:v>
                </c:pt>
                <c:pt idx="1121">
                  <c:v>wastingoxygensince92</c:v>
                </c:pt>
                <c:pt idx="1122">
                  <c:v>wastedgenerationrock</c:v>
                </c:pt>
                <c:pt idx="1123">
                  <c:v>washington_street_team</c:v>
                </c:pt>
                <c:pt idx="1124">
                  <c:v>washingtonhighschool</c:v>
                </c:pt>
                <c:pt idx="1125">
                  <c:v>washingmachinetheband</c:v>
                </c:pt>
                <c:pt idx="1126">
                  <c:v>wartfacepussyteacher</c:v>
                </c:pt>
                <c:pt idx="1127">
                  <c:v>warriorprincesskitty</c:v>
                </c:pt>
                <c:pt idx="1128">
                  <c:v>warrior_princess_anna</c:v>
                </c:pt>
                <c:pt idx="1129">
                  <c:v>warriorprincess4ever</c:v>
                </c:pt>
                <c:pt idx="1130">
                  <c:v>warriorfromthemotorcity</c:v>
                </c:pt>
                <c:pt idx="1131">
                  <c:v>warrior_football_player</c:v>
                </c:pt>
                <c:pt idx="1132">
                  <c:v>warrior_4_thunderclan</c:v>
                </c:pt>
                <c:pt idx="1133">
                  <c:v>warrenthebaseballguy</c:v>
                </c:pt>
                <c:pt idx="1134">
                  <c:v>warning_violent_bassist</c:v>
                </c:pt>
                <c:pt idx="1135">
                  <c:v>warning_under_pressure</c:v>
                </c:pt>
                <c:pt idx="1136">
                  <c:v>warningparentaladvisory</c:v>
                </c:pt>
                <c:pt idx="1137">
                  <c:v>warninghopelessromantic</c:v>
                </c:pt>
                <c:pt idx="1138">
                  <c:v>warning_angry_pirate</c:v>
                </c:pt>
                <c:pt idx="1139">
                  <c:v>WARNING1DANGER1CAUTION</c:v>
                </c:pt>
                <c:pt idx="1140">
                  <c:v>warmfuzzyfeeling1498</c:v>
                </c:pt>
                <c:pt idx="1141">
                  <c:v>warfareplaguefaminedeath</c:v>
                </c:pt>
                <c:pt idx="1142">
                  <c:v>warcraftpowerleveling</c:v>
                </c:pt>
                <c:pt idx="1143">
                  <c:v>warassassinsandtampliers</c:v>
                </c:pt>
                <c:pt idx="1144">
                  <c:v>wantsomethingdoneright</c:v>
                </c:pt>
                <c:pt idx="1145">
                  <c:v>wantsomeskittles1313</c:v>
                </c:pt>
                <c:pt idx="1146">
                  <c:v>wantmusicyoucantfind</c:v>
                </c:pt>
                <c:pt idx="1147">
                  <c:v>wantcheesewiththatwine</c:v>
                </c:pt>
                <c:pt idx="1148">
                  <c:v>wangdangsweetpoontang9</c:v>
                </c:pt>
                <c:pt idx="1149">
                  <c:v>wanderoffintoyournebula</c:v>
                </c:pt>
                <c:pt idx="1150">
                  <c:v>wandering_wolf_strife</c:v>
                </c:pt>
                <c:pt idx="1151">
                  <c:v>wandering_samurai_girl</c:v>
                </c:pt>
                <c:pt idx="1152">
                  <c:v>wanderingpurpletroll</c:v>
                </c:pt>
                <c:pt idx="1153">
                  <c:v>wandering_moon_princess</c:v>
                </c:pt>
                <c:pt idx="1154">
                  <c:v>wanda_thefairygodparent</c:v>
                </c:pt>
                <c:pt idx="1155">
                  <c:v>waltfowlerwithsports</c:v>
                </c:pt>
                <c:pt idx="1156">
                  <c:v>walterthefriendlyghost</c:v>
                </c:pt>
                <c:pt idx="1157">
                  <c:v>walterleecooper12345</c:v>
                </c:pt>
                <c:pt idx="1158">
                  <c:v>wallercustomconstruction</c:v>
                </c:pt>
                <c:pt idx="1159">
                  <c:v>walk_this_fucking_plank</c:v>
                </c:pt>
                <c:pt idx="1160">
                  <c:v>walksinthewilderness</c:v>
                </c:pt>
                <c:pt idx="1161">
                  <c:v>walking_the_narrow_line</c:v>
                </c:pt>
                <c:pt idx="1162">
                  <c:v>walkingheartattack2</c:v>
                </c:pt>
                <c:pt idx="1163">
                  <c:v>walkingblondemoment5</c:v>
                </c:pt>
                <c:pt idx="1164">
                  <c:v>wakingthefallen_toby</c:v>
                </c:pt>
                <c:pt idx="1165">
                  <c:v>wake_from_the_illusion</c:v>
                </c:pt>
                <c:pt idx="1166">
                  <c:v>waiting_until_the_end</c:v>
                </c:pt>
                <c:pt idx="1167">
                  <c:v>waitinghappinesstrain</c:v>
                </c:pt>
                <c:pt idx="1168">
                  <c:v>waiting_for_this_moment</c:v>
                </c:pt>
                <c:pt idx="1169">
                  <c:v>waiting_for_that_girl</c:v>
                </c:pt>
                <c:pt idx="1170">
                  <c:v>waitingfortermination</c:v>
                </c:pt>
                <c:pt idx="1171">
                  <c:v>waiting_for_perdition</c:v>
                </c:pt>
                <c:pt idx="1172">
                  <c:v>waitingformydeathpenalty</c:v>
                </c:pt>
                <c:pt idx="1173">
                  <c:v>waitingformisterright</c:v>
                </c:pt>
                <c:pt idx="1174">
                  <c:v>waiting_for_hell_2_arrive</c:v>
                </c:pt>
                <c:pt idx="1175">
                  <c:v>waitingforconfirmation</c:v>
                </c:pt>
                <c:pt idx="1176">
                  <c:v>wait_and_bleed_forever</c:v>
                </c:pt>
                <c:pt idx="1177">
                  <c:v>wagon_burning_native</c:v>
                </c:pt>
                <c:pt idx="1178">
                  <c:v>wagonburnerentertainment</c:v>
                </c:pt>
                <c:pt idx="1179">
                  <c:v>wafflesandprettycolors</c:v>
                </c:pt>
                <c:pt idx="1180">
                  <c:v>waffleironsaredangerous</c:v>
                </c:pt>
                <c:pt idx="1181">
                  <c:v>waffleeattingcaboose</c:v>
                </c:pt>
                <c:pt idx="1182">
                  <c:v>wackamoleindependent</c:v>
                </c:pt>
                <c:pt idx="1183">
                  <c:v>votemaddiforsocialofficer</c:v>
                </c:pt>
                <c:pt idx="1184">
                  <c:v>vote_for_the_hottest</c:v>
                </c:pt>
                <c:pt idx="1185">
                  <c:v>vote_for_pedro_not_summer</c:v>
                </c:pt>
                <c:pt idx="1186">
                  <c:v>voteformelissaandalyssa</c:v>
                </c:pt>
                <c:pt idx="1187">
                  <c:v>vote_4_pedro_heck_yes</c:v>
                </c:pt>
                <c:pt idx="1188">
                  <c:v>vote4denisebiancaandvicky</c:v>
                </c:pt>
                <c:pt idx="1189">
                  <c:v>vomitingthefetalembryo</c:v>
                </c:pt>
                <c:pt idx="1190">
                  <c:v>voluptuouscaramelcutie</c:v>
                </c:pt>
                <c:pt idx="1191">
                  <c:v>volumebeneaththeearth</c:v>
                </c:pt>
                <c:pt idx="1192">
                  <c:v>voltagecontrolledlizard</c:v>
                </c:pt>
                <c:pt idx="1193">
                  <c:v>volleyballstar_jenna</c:v>
                </c:pt>
                <c:pt idx="1194">
                  <c:v>volleyballsoccerchick</c:v>
                </c:pt>
                <c:pt idx="1195">
                  <c:v>volleyball_oceansidebabe</c:v>
                </c:pt>
                <c:pt idx="1196">
                  <c:v>volleyball_mel_4_life</c:v>
                </c:pt>
                <c:pt idx="1197">
                  <c:v>volleyball_gymnastic_life</c:v>
                </c:pt>
                <c:pt idx="1198">
                  <c:v>volleyballchicklucille</c:v>
                </c:pt>
                <c:pt idx="1199">
                  <c:v>volleyballchick_babe55</c:v>
                </c:pt>
                <c:pt idx="1200">
                  <c:v>volley_ball_chick_24</c:v>
                </c:pt>
                <c:pt idx="1201">
                  <c:v>voidstarentertainment</c:v>
                </c:pt>
                <c:pt idx="1202">
                  <c:v>voicingtheunseenband</c:v>
                </c:pt>
                <c:pt idx="1203">
                  <c:v>vodka_metal_music_fury</c:v>
                </c:pt>
                <c:pt idx="1204">
                  <c:v>vladimir_the_impaler</c:v>
                </c:pt>
                <c:pt idx="1205">
                  <c:v>vixenwarriorprincess</c:v>
                </c:pt>
                <c:pt idx="1206">
                  <c:v>vitavistavisagevirtual</c:v>
                </c:pt>
                <c:pt idx="1207">
                  <c:v>visualizethebrokenhandle</c:v>
                </c:pt>
                <c:pt idx="1208">
                  <c:v>visualimagemarketing</c:v>
                </c:pt>
                <c:pt idx="1209">
                  <c:v>visual_development_unit</c:v>
                </c:pt>
                <c:pt idx="1210">
                  <c:v>visit_your_mirror_image</c:v>
                </c:pt>
                <c:pt idx="1211">
                  <c:v>visionentertainmentgroup</c:v>
                </c:pt>
                <c:pt idx="1212">
                  <c:v>virtualworldrealestate</c:v>
                </c:pt>
                <c:pt idx="1213">
                  <c:v>virtualmachineelectronic</c:v>
                </c:pt>
                <c:pt idx="1214">
                  <c:v>virtualblackswanmarketing</c:v>
                </c:pt>
                <c:pt idx="1215">
                  <c:v>virgincollegemegatour</c:v>
                </c:pt>
                <c:pt idx="1216">
                  <c:v>violetthecaringsister</c:v>
                </c:pt>
                <c:pt idx="1217">
                  <c:v>violetmonkeydishwasher</c:v>
                </c:pt>
                <c:pt idx="1218">
                  <c:v>violent_vampirekitty</c:v>
                </c:pt>
                <c:pt idx="1219">
                  <c:v>violentserenitypaintball</c:v>
                </c:pt>
                <c:pt idx="1220">
                  <c:v>violenceagainstthemonkey</c:v>
                </c:pt>
                <c:pt idx="1221">
                  <c:v>vintageviolencerecordingstudio</c:v>
                </c:pt>
                <c:pt idx="1222">
                  <c:v>vintagerockstarlight</c:v>
                </c:pt>
                <c:pt idx="1223">
                  <c:v>vintagelovelayoutsandmore</c:v>
                </c:pt>
                <c:pt idx="1224">
                  <c:v>vintagelayoutpreview</c:v>
                </c:pt>
                <c:pt idx="1225">
                  <c:v>vintagehomeentertainment</c:v>
                </c:pt>
                <c:pt idx="1226">
                  <c:v>vinnieblessedneverquit</c:v>
                </c:pt>
                <c:pt idx="1227">
                  <c:v>vincentvalintine92311</c:v>
                </c:pt>
                <c:pt idx="1228">
                  <c:v>vincenthellmasker</c:v>
                </c:pt>
                <c:pt idx="1229">
                  <c:v>vincent_carr_fan_site</c:v>
                </c:pt>
                <c:pt idx="1230">
                  <c:v>vincent_black_lightning</c:v>
                </c:pt>
                <c:pt idx="1231">
                  <c:v>VINCENTALLDADE191919</c:v>
                </c:pt>
                <c:pt idx="1232">
                  <c:v>villanovajunctionband</c:v>
                </c:pt>
                <c:pt idx="1233">
                  <c:v>village_hottie_girl14</c:v>
                </c:pt>
                <c:pt idx="1234">
                  <c:v>villagefitnesscenter</c:v>
                </c:pt>
                <c:pt idx="1235">
                  <c:v>viking_wrestling_chic</c:v>
                </c:pt>
                <c:pt idx="1236">
                  <c:v>vikingsmockingmereexile</c:v>
                </c:pt>
                <c:pt idx="1237">
                  <c:v>viewbanksocialjustice</c:v>
                </c:pt>
                <c:pt idx="1238">
                  <c:v>videoprofessionalchick</c:v>
                </c:pt>
                <c:pt idx="1239">
                  <c:v>videogamemusicammodepot</c:v>
                </c:pt>
                <c:pt idx="1240">
                  <c:v>video_game_freak12345</c:v>
                </c:pt>
                <c:pt idx="1241">
                  <c:v>victor_the_aeroplane</c:v>
                </c:pt>
                <c:pt idx="1242">
                  <c:v>victoriousversuspurpose</c:v>
                </c:pt>
                <c:pt idx="1243">
                  <c:v>_Victoria_thekoolest</c:v>
                </c:pt>
                <c:pt idx="1244">
                  <c:v>_victorias_secret_babe</c:v>
                </c:pt>
                <c:pt idx="1245">
                  <c:v>victorias_own_secret</c:v>
                </c:pt>
                <c:pt idx="1246">
                  <c:v>victoriaslittlesecret19</c:v>
                </c:pt>
                <c:pt idx="1247">
                  <c:v>victoriasgayparkershott</c:v>
                </c:pt>
                <c:pt idx="1248">
                  <c:v>victoria_rose_blossom</c:v>
                </c:pt>
                <c:pt idx="1249">
                  <c:v>victoriamaeandhaleyann</c:v>
                </c:pt>
                <c:pt idx="1250">
                  <c:v>victoria_castro_baby</c:v>
                </c:pt>
                <c:pt idx="1251">
                  <c:v>victoria_boxing_club</c:v>
                </c:pt>
                <c:pt idx="1252">
                  <c:v>vicsoncosmeticsandbath</c:v>
                </c:pt>
                <c:pt idx="1253">
                  <c:v>vicky_and_fran_are_ugly</c:v>
                </c:pt>
                <c:pt idx="1254">
                  <c:v>vickithedramastarter</c:v>
                </c:pt>
                <c:pt idx="1255">
                  <c:v>vickey_justice_baybee</c:v>
                </c:pt>
                <c:pt idx="1256">
                  <c:v>vicioussparklekitten</c:v>
                </c:pt>
                <c:pt idx="1257">
                  <c:v>viciousimportproduction</c:v>
                </c:pt>
                <c:pt idx="1258">
                  <c:v>vicious_fuzzy_pink_bunny</c:v>
                </c:pt>
                <c:pt idx="1259">
                  <c:v>viciousdamevalentine</c:v>
                </c:pt>
                <c:pt idx="1260">
                  <c:v>viciouscirclehardcore</c:v>
                </c:pt>
                <c:pt idx="1261">
                  <c:v>vexedvampireprincess181</c:v>
                </c:pt>
                <c:pt idx="1262">
                  <c:v>vessel_for_berith_deity</c:v>
                </c:pt>
                <c:pt idx="1263">
                  <c:v>verysexybrowneyedgirl</c:v>
                </c:pt>
                <c:pt idx="1264">
                  <c:v>very_important_bitch</c:v>
                </c:pt>
                <c:pt idx="1265">
                  <c:v>veryconfusingsecretword</c:v>
                </c:pt>
                <c:pt idx="1266">
                  <c:v>very_comfortably_numb</c:v>
                </c:pt>
                <c:pt idx="1267">
                  <c:v>verticaldreamsonline</c:v>
                </c:pt>
                <c:pt idx="1268">
                  <c:v>versusthetimemachine</c:v>
                </c:pt>
                <c:pt idx="1269">
                  <c:v>versatilefamilybusiness</c:v>
                </c:pt>
                <c:pt idx="1270">
                  <c:v>versatiledancecompany</c:v>
                </c:pt>
                <c:pt idx="1271">
                  <c:v>veronicasophiamendoza</c:v>
                </c:pt>
                <c:pt idx="1272">
                  <c:v>veronicasnowdenbland</c:v>
                </c:pt>
                <c:pt idx="1273">
                  <c:v>veronica.quintanilla81</c:v>
                </c:pt>
                <c:pt idx="1274">
                  <c:v>veronicapassionconsultant</c:v>
                </c:pt>
                <c:pt idx="1275">
                  <c:v>veronica_delatrinidad</c:v>
                </c:pt>
                <c:pt idx="1276">
                  <c:v>veronicachapmansmith</c:v>
                </c:pt>
                <c:pt idx="1277">
                  <c:v>veronica_and_timothy</c:v>
                </c:pt>
                <c:pt idx="1278">
                  <c:v>veronica_and_justine4ever</c:v>
                </c:pt>
                <c:pt idx="1279">
                  <c:v>veronicaakalittlecat</c:v>
                </c:pt>
                <c:pt idx="1280">
                  <c:v>verbalsweetnessmusic</c:v>
                </c:pt>
                <c:pt idx="1281">
                  <c:v>venusstarpowerignite</c:v>
                </c:pt>
                <c:pt idx="1282">
                  <c:v>venturecapitallawyer</c:v>
                </c:pt>
                <c:pt idx="1283">
                  <c:v>venomous_duck_rosemary</c:v>
                </c:pt>
                <c:pt idx="1284">
                  <c:v>venomous_carnage_assassin</c:v>
                </c:pt>
                <c:pt idx="1285">
                  <c:v>vengeanceviavendetta</c:v>
                </c:pt>
                <c:pt idx="1286">
                  <c:v>vengeance_snow_fixation</c:v>
                </c:pt>
                <c:pt idx="1287">
                  <c:v>vendrex_the_last_dragon</c:v>
                </c:pt>
                <c:pt idx="1288">
                  <c:v>vendettaforvengeance</c:v>
                </c:pt>
                <c:pt idx="1289">
                  <c:v>velvetpickleunderground</c:v>
                </c:pt>
                <c:pt idx="1290">
                  <c:v>velvet_nightmare_girl</c:v>
                </c:pt>
                <c:pt idx="1291">
                  <c:v>velvetcrushrockgroup</c:v>
                </c:pt>
                <c:pt idx="1292">
                  <c:v>velocitysportsperformance</c:v>
                </c:pt>
                <c:pt idx="1293">
                  <c:v>vegetarianstudentunion</c:v>
                </c:pt>
                <c:pt idx="1294">
                  <c:v>vegetablerightsandpeace</c:v>
                </c:pt>
                <c:pt idx="1295">
                  <c:v>vector_love_amsterdam</c:v>
                </c:pt>
                <c:pt idx="1296">
                  <c:v>vaudeville_variety_show</c:v>
                </c:pt>
                <c:pt idx="1297">
                  <c:v>vassago_malekai_blade</c:v>
                </c:pt>
                <c:pt idx="1298">
                  <c:v>varsitysoftballplayer1</c:v>
                </c:pt>
                <c:pt idx="1299">
                  <c:v>varsitysoccerchick09</c:v>
                </c:pt>
                <c:pt idx="1300">
                  <c:v>varletclothingcompany</c:v>
                </c:pt>
                <c:pt idx="1301">
                  <c:v>variousmotherfucking</c:v>
                </c:pt>
                <c:pt idx="1302">
                  <c:v>variablefuckingperception</c:v>
                </c:pt>
                <c:pt idx="1303">
                  <c:v>vanmandownbytheriver</c:v>
                </c:pt>
                <c:pt idx="1304">
                  <c:v>vanitycrisisphotography</c:v>
                </c:pt>
                <c:pt idx="1305">
                  <c:v>vanishingpointofficial</c:v>
                </c:pt>
                <c:pt idx="1306">
                  <c:v>vanishingpointburnley</c:v>
                </c:pt>
                <c:pt idx="1307">
                  <c:v>vanillawafersandmilk</c:v>
                </c:pt>
                <c:pt idx="1308">
                  <c:v>vanillavanessavalentine</c:v>
                </c:pt>
                <c:pt idx="1309">
                  <c:v>vanillascentedcandle</c:v>
                </c:pt>
                <c:pt idx="1310">
                  <c:v>vanillaicequeen_040</c:v>
                </c:pt>
                <c:pt idx="1311">
                  <c:v>VanillaGorillaJungleKing</c:v>
                </c:pt>
                <c:pt idx="1312">
                  <c:v>vanillafuzzywuzzybear</c:v>
                </c:pt>
                <c:pt idx="1313">
                  <c:v>vanillabeangirl12001</c:v>
                </c:pt>
                <c:pt idx="1314">
                  <c:v>vanessa_youshouldknow</c:v>
                </c:pt>
                <c:pt idx="1315">
                  <c:v>vanessa_santana_hottie1</c:v>
                </c:pt>
                <c:pt idx="1316">
                  <c:v>vanessasandovalmusic</c:v>
                </c:pt>
                <c:pt idx="1317">
                  <c:v>vanessa_nichole_sarah</c:v>
                </c:pt>
                <c:pt idx="1318">
                  <c:v>vanessamichellethorp</c:v>
                </c:pt>
                <c:pt idx="1319">
                  <c:v>vanessamariehenderson</c:v>
                </c:pt>
                <c:pt idx="1320">
                  <c:v>vanessalovesherlover</c:v>
                </c:pt>
                <c:pt idx="1321">
                  <c:v>vanessahudgensonline</c:v>
                </c:pt>
                <c:pt idx="1322">
                  <c:v>vanessahudgensofficialsit</c:v>
                </c:pt>
                <c:pt idx="1323">
                  <c:v>vanessa_hudgens_1214</c:v>
                </c:pt>
                <c:pt idx="1324">
                  <c:v>vanessa_hearts_heather</c:v>
                </c:pt>
                <c:pt idx="1325">
                  <c:v>vanessa_caitlin_rucker</c:v>
                </c:pt>
                <c:pt idx="1326">
                  <c:v>vanessa_ann_the_vampire</c:v>
                </c:pt>
                <c:pt idx="1327">
                  <c:v>vanessa_ann_hudgens_crazy</c:v>
                </c:pt>
                <c:pt idx="1328">
                  <c:v>vanessaannemariehudgen</c:v>
                </c:pt>
                <c:pt idx="1329">
                  <c:v>vanessa_anne_hutchinson</c:v>
                </c:pt>
                <c:pt idx="1330">
                  <c:v>vanessaannehudgensrox</c:v>
                </c:pt>
                <c:pt idx="1331">
                  <c:v>vanessaannehudgens893</c:v>
                </c:pt>
                <c:pt idx="1332">
                  <c:v>vanessa_anne_hudgens_88</c:v>
                </c:pt>
                <c:pt idx="1333">
                  <c:v>vanessa_anne_hudgens_4</c:v>
                </c:pt>
                <c:pt idx="1334">
                  <c:v>vanessaannehudgens123</c:v>
                </c:pt>
                <c:pt idx="1335">
                  <c:v>vanessaannehudgens121488</c:v>
                </c:pt>
                <c:pt idx="1336">
                  <c:v>vanessa_anne_hudgens101</c:v>
                </c:pt>
                <c:pt idx="1337">
                  <c:v>vanessaannehudgens_1</c:v>
                </c:pt>
                <c:pt idx="1338">
                  <c:v>vanessa_818_aka_vanilla</c:v>
                </c:pt>
                <c:pt idx="1339">
                  <c:v>vandalayimportexport</c:v>
                </c:pt>
                <c:pt idx="1340">
                  <c:v>vancouver.westbroadway</c:v>
                </c:pt>
                <c:pt idx="1341">
                  <c:v>vampyer_under_the_bed</c:v>
                </c:pt>
                <c:pt idx="1342">
                  <c:v>vampire_soul_whatelse</c:v>
                </c:pt>
                <c:pt idx="1343">
                  <c:v>vampire_serenity_black</c:v>
                </c:pt>
                <c:pt idx="1344">
                  <c:v>vampireprincessnay13</c:v>
                </c:pt>
                <c:pt idx="1345">
                  <c:v>vampire_princess_eva</c:v>
                </c:pt>
                <c:pt idx="1346">
                  <c:v>VampirePrincessBloodlust</c:v>
                </c:pt>
                <c:pt idx="1347">
                  <c:v>vampire_malvina_killer</c:v>
                </c:pt>
                <c:pt idx="1348">
                  <c:v>vampire_fairy_princess</c:v>
                </c:pt>
                <c:pt idx="1349">
                  <c:v>vampire_fairy_advice</c:v>
                </c:pt>
                <c:pt idx="1350">
                  <c:v>vampire_anime_freak25</c:v>
                </c:pt>
                <c:pt idx="1351">
                  <c:v>vampchrisbloodthirst</c:v>
                </c:pt>
                <c:pt idx="1352">
                  <c:v>valleystreamwrestling</c:v>
                </c:pt>
                <c:pt idx="1353">
                  <c:v>valleygirl_ventriloquist</c:v>
                </c:pt>
                <c:pt idx="1354">
                  <c:v>valiantherospacemanspiff</c:v>
                </c:pt>
                <c:pt idx="1355">
                  <c:v>valeron020dasha2101994</c:v>
                </c:pt>
                <c:pt idx="1356">
                  <c:v>valerieremoveaccount</c:v>
                </c:pt>
                <c:pt idx="1357">
                  <c:v>valerie_natalie_haylee</c:v>
                </c:pt>
                <c:pt idx="1358">
                  <c:v>valerieleannheartsyou</c:v>
                </c:pt>
                <c:pt idx="1359">
                  <c:v>valentinemetalmassacre</c:v>
                </c:pt>
                <c:pt idx="1360">
                  <c:v>valentinebabygirl420</c:v>
                </c:pt>
                <c:pt idx="1361">
                  <c:v>valentinayournightmare</c:v>
                </c:pt>
                <c:pt idx="1362">
                  <c:v>valenciayouthinaction</c:v>
                </c:pt>
                <c:pt idx="1363">
                  <c:v>vaguereminiscenceclothing</c:v>
                </c:pt>
                <c:pt idx="1364">
                  <c:v>vagueinspirationmusic</c:v>
                </c:pt>
                <c:pt idx="1365">
                  <c:v>vagabond_garage_rocker</c:v>
                </c:pt>
                <c:pt idx="1366">
                  <c:v>vacationrentalsinwildwood</c:v>
                </c:pt>
                <c:pt idx="1367">
                  <c:v>vacantlotentertainment</c:v>
                </c:pt>
                <c:pt idx="1368">
                  <c:v>utterworldlyclothing</c:v>
                </c:pt>
                <c:pt idx="1369">
                  <c:v>utterly_unique_entity</c:v>
                </c:pt>
                <c:pt idx="1370">
                  <c:v>utterliterarycabaret</c:v>
                </c:pt>
                <c:pt idx="1371">
                  <c:v>useless_welfare_child503</c:v>
                </c:pt>
                <c:pt idx="1372">
                  <c:v>urinaryrectallubricant</c:v>
                </c:pt>
                <c:pt idx="1373">
                  <c:v>ure_punk_rock_princess</c:v>
                </c:pt>
                <c:pt idx="1374">
                  <c:v>urbansuperherodangerman</c:v>
                </c:pt>
                <c:pt idx="1375">
                  <c:v>urbanstrawberrylunch</c:v>
                </c:pt>
                <c:pt idx="1376">
                  <c:v>urbansoulentertainment</c:v>
                </c:pt>
                <c:pt idx="1377">
                  <c:v>urbanrenaissanceschool</c:v>
                </c:pt>
                <c:pt idx="1378">
                  <c:v>urbanrenaissancemagazine</c:v>
                </c:pt>
                <c:pt idx="1379">
                  <c:v>urbanmythstorytelling</c:v>
                </c:pt>
                <c:pt idx="1380">
                  <c:v>urbanministrynetwork</c:v>
                </c:pt>
                <c:pt idx="1381">
                  <c:v>urbanhungerreliefclub</c:v>
                </c:pt>
                <c:pt idx="1382">
                  <c:v>urbanenterprisemagazine</c:v>
                </c:pt>
                <c:pt idx="1383">
                  <c:v>urbandanceentertainment</c:v>
                </c:pt>
                <c:pt idx="1384">
                  <c:v>uptown_dapper_panther</c:v>
                </c:pt>
                <c:pt idx="1385">
                  <c:v>upstatemetalfest200</c:v>
                </c:pt>
                <c:pt idx="1386">
                  <c:v>uppercanadarhythmblues</c:v>
                </c:pt>
                <c:pt idx="1387">
                  <c:v>upontheseemptyhearts</c:v>
                </c:pt>
                <c:pt idx="1388">
                  <c:v>upliftingpersonaltraining</c:v>
                </c:pt>
                <c:pt idx="1389">
                  <c:v>upcoming_baseball_star</c:v>
                </c:pt>
                <c:pt idx="1390">
                  <c:v>unwrittentragedymusic</c:v>
                </c:pt>
                <c:pt idx="1391">
                  <c:v>unwantedattentionband</c:v>
                </c:pt>
                <c:pt idx="1392">
                  <c:v>unusually_flexible_girl</c:v>
                </c:pt>
                <c:pt idx="1393">
                  <c:v>untouchableproductionsky</c:v>
                </c:pt>
                <c:pt idx="1394">
                  <c:v>untouchablepimpsquad</c:v>
                </c:pt>
                <c:pt idx="1395">
                  <c:v>untouchablekingplaya</c:v>
                </c:pt>
                <c:pt idx="1396">
                  <c:v>untoldstoryjakenickdevin</c:v>
                </c:pt>
                <c:pt idx="1397">
                  <c:v>untitled_vanitycontest</c:v>
                </c:pt>
                <c:pt idx="1398">
                  <c:v>untitledbandnamegasp</c:v>
                </c:pt>
                <c:pt idx="1399">
                  <c:v>untiltheyallcomehome</c:v>
                </c:pt>
                <c:pt idx="1400">
                  <c:v>untill_the_end_angel</c:v>
                </c:pt>
                <c:pt idx="1401">
                  <c:v>untamedanduncontrolled</c:v>
                </c:pt>
                <c:pt idx="1402">
                  <c:v>unstoppablelatinapower</c:v>
                </c:pt>
                <c:pt idx="1403">
                  <c:v>unstoppabledynamiteprogression</c:v>
                </c:pt>
                <c:pt idx="1404">
                  <c:v>unspokenpaintballteam</c:v>
                </c:pt>
                <c:pt idx="1405">
                  <c:v>unsheathed_from_reality</c:v>
                </c:pt>
                <c:pt idx="1406">
                  <c:v>unrealcarnagewrestling</c:v>
                </c:pt>
                <c:pt idx="1407">
                  <c:v>unpronounceablelastname</c:v>
                </c:pt>
                <c:pt idx="1408">
                  <c:v>unpredictable_but_sweet</c:v>
                </c:pt>
                <c:pt idx="1409">
                  <c:v>unoriginalspacemonkey</c:v>
                </c:pt>
                <c:pt idx="1410">
                  <c:v>unofficialvoodootribe</c:v>
                </c:pt>
                <c:pt idx="1411">
                  <c:v>unofficialtableforsix</c:v>
                </c:pt>
                <c:pt idx="1412">
                  <c:v>unofficialkristenbell</c:v>
                </c:pt>
                <c:pt idx="1413">
                  <c:v>unnecessaryquestionmark</c:v>
                </c:pt>
                <c:pt idx="1414">
                  <c:v>unloved_broken_heart</c:v>
                </c:pt>
                <c:pt idx="1415">
                  <c:v>unlimitedmusicgroup2</c:v>
                </c:pt>
                <c:pt idx="1416">
                  <c:v>unleash_your_release</c:v>
                </c:pt>
                <c:pt idx="1417">
                  <c:v>unleashedposermobile</c:v>
                </c:pt>
                <c:pt idx="1418">
                  <c:v>unleashed_brown_county</c:v>
                </c:pt>
                <c:pt idx="1419">
                  <c:v>unknown_twilight_singer</c:v>
                </c:pt>
                <c:pt idx="1420">
                  <c:v>unknown_the_original</c:v>
                </c:pt>
                <c:pt idx="1421">
                  <c:v>unknownquantitymusic</c:v>
                </c:pt>
                <c:pt idx="1422">
                  <c:v>unknownbrownsvilleartist</c:v>
                </c:pt>
                <c:pt idx="1423">
                  <c:v>unknown_and_unwritten</c:v>
                </c:pt>
                <c:pt idx="1424">
                  <c:v>unknownandunavailable</c:v>
                </c:pt>
                <c:pt idx="1425">
                  <c:v>universaltopmodeldiva</c:v>
                </c:pt>
                <c:pt idx="1426">
                  <c:v>universalsoundremedy</c:v>
                </c:pt>
                <c:pt idx="1427">
                  <c:v>universal_sex_symbol</c:v>
                </c:pt>
                <c:pt idx="1428">
                  <c:v>universalmotherearth</c:v>
                </c:pt>
                <c:pt idx="1429">
                  <c:v>universallyknownpenis</c:v>
                </c:pt>
                <c:pt idx="1430">
                  <c:v>universal_language_radio</c:v>
                </c:pt>
                <c:pt idx="1431">
                  <c:v>universalhiphopradio</c:v>
                </c:pt>
                <c:pt idx="1432">
                  <c:v>universalgroovefootage</c:v>
                </c:pt>
                <c:pt idx="1433">
                  <c:v>universalgraphicanddesign</c:v>
                </c:pt>
                <c:pt idx="1434">
                  <c:v>unitybroadcastingnetwork</c:v>
                </c:pt>
                <c:pt idx="1435">
                  <c:v>unitedempirecorporation</c:v>
                </c:pt>
                <c:pt idx="1436">
                  <c:v>unitedchristianfellowship</c:v>
                </c:pt>
                <c:pt idx="1437">
                  <c:v>uniquelyyoursforever</c:v>
                </c:pt>
                <c:pt idx="1438">
                  <c:v>uniquebeautifulbutterfly</c:v>
                </c:pt>
                <c:pt idx="1439">
                  <c:v>unique_athletic_sexy</c:v>
                </c:pt>
                <c:pt idx="1440">
                  <c:v>unique_and_irreplaceable</c:v>
                </c:pt>
                <c:pt idx="1441">
                  <c:v>unionentertainmentgroup</c:v>
                </c:pt>
                <c:pt idx="1442">
                  <c:v>uniformedelectrogirl</c:v>
                </c:pt>
                <c:pt idx="1443">
                  <c:v>unifiedcommunitygospelchoir</c:v>
                </c:pt>
                <c:pt idx="1444">
                  <c:v>unicornsavingassociation</c:v>
                </c:pt>
                <c:pt idx="1445">
                  <c:v>unicornmagicgirl070205</c:v>
                </c:pt>
                <c:pt idx="1446">
                  <c:v>unicorn_loving_whore_girl</c:v>
                </c:pt>
                <c:pt idx="1447">
                  <c:v>unicornkiss.christa27</c:v>
                </c:pt>
                <c:pt idx="1448">
                  <c:v>unheardnewsunwantedgirl</c:v>
                </c:pt>
                <c:pt idx="1449">
                  <c:v>unfrozencavemantraveler</c:v>
                </c:pt>
                <c:pt idx="1450">
                  <c:v>unfrozencavemanlawyer1</c:v>
                </c:pt>
                <c:pt idx="1451">
                  <c:v>unfriendlyneighborclown</c:v>
                </c:pt>
                <c:pt idx="1452">
                  <c:v>unforgivinguntillforever</c:v>
                </c:pt>
                <c:pt idx="1453">
                  <c:v>unforgivenblackalbum</c:v>
                </c:pt>
                <c:pt idx="1454">
                  <c:v>UnforgettableSpecialAgent</c:v>
                </c:pt>
                <c:pt idx="1455">
                  <c:v>unforgetable_photography</c:v>
                </c:pt>
                <c:pt idx="1456">
                  <c:v>unforgetable_iceprince</c:v>
                </c:pt>
                <c:pt idx="1457">
                  <c:v>unforgetablecovergirl</c:v>
                </c:pt>
                <c:pt idx="1458">
                  <c:v>unforgetable_brittany</c:v>
                </c:pt>
                <c:pt idx="1459">
                  <c:v>unfitforsociety_drummer</c:v>
                </c:pt>
                <c:pt idx="1460">
                  <c:v>unfinishedrobotsociety</c:v>
                </c:pt>
                <c:pt idx="1461">
                  <c:v>unfinishedbusinessmusic</c:v>
                </c:pt>
                <c:pt idx="1462">
                  <c:v>unemployedblackastronaut1</c:v>
                </c:pt>
                <c:pt idx="1463">
                  <c:v>unemployedandforhire</c:v>
                </c:pt>
                <c:pt idx="1464">
                  <c:v>undyingallegiancerock</c:v>
                </c:pt>
                <c:pt idx="1465">
                  <c:v>undividedattentiondeficit</c:v>
                </c:pt>
                <c:pt idx="1466">
                  <c:v>undiscoveredlovermusic</c:v>
                </c:pt>
                <c:pt idx="1467">
                  <c:v>undesireable_infatuation</c:v>
                </c:pt>
                <c:pt idx="1468">
                  <c:v>underworldtravelplanner</c:v>
                </c:pt>
                <c:pt idx="1469">
                  <c:v>underworld_evolution_rox</c:v>
                </c:pt>
                <c:pt idx="1470">
                  <c:v>underwearstealingmonkey</c:v>
                </c:pt>
                <c:pt idx="1471">
                  <c:v>underwaterpettingzoo</c:v>
                </c:pt>
                <c:pt idx="1472">
                  <c:v>underwatermysterymachine</c:v>
                </c:pt>
                <c:pt idx="1473">
                  <c:v>underwaterbisonfamily</c:v>
                </c:pt>
                <c:pt idx="1474">
                  <c:v>underthreateningskies</c:v>
                </c:pt>
                <c:pt idx="1475">
                  <c:v>under_the_table_dreaming</c:v>
                </c:pt>
                <c:pt idx="1476">
                  <c:v>under_the_rotted_flesh</c:v>
                </c:pt>
                <c:pt idx="1477">
                  <c:v>undertheinfluence123</c:v>
                </c:pt>
                <c:pt idx="1478">
                  <c:v>undertheguillotine</c:v>
                </c:pt>
                <c:pt idx="1479">
                  <c:v>underthefallenremains</c:v>
                </c:pt>
                <c:pt idx="1480">
                  <c:v>under_the_copper_beech</c:v>
                </c:pt>
                <c:pt idx="1481">
                  <c:v>under_the_bodhi_tree</c:v>
                </c:pt>
                <c:pt idx="1482">
                  <c:v>understoodfalsemeaning</c:v>
                </c:pt>
                <c:pt idx="1483">
                  <c:v>understarlitskies_mandy</c:v>
                </c:pt>
                <c:pt idx="1484">
                  <c:v>understandingforpeace</c:v>
                </c:pt>
                <c:pt idx="1485">
                  <c:v>underoath_rock_freak</c:v>
                </c:pt>
                <c:pt idx="1486">
                  <c:v>underneathyourclothes</c:v>
                </c:pt>
                <c:pt idx="1487">
                  <c:v>underneaththissmile125</c:v>
                </c:pt>
                <c:pt idx="1488">
                  <c:v>underneaththeweepingmoon</c:v>
                </c:pt>
                <c:pt idx="1489">
                  <c:v>undergroundsurfcompany</c:v>
                </c:pt>
                <c:pt idx="1490">
                  <c:v>undergroundsoundsent</c:v>
                </c:pt>
                <c:pt idx="1491">
                  <c:v>undergroundsoundprod</c:v>
                </c:pt>
                <c:pt idx="1492">
                  <c:v>undergroundscenecore</c:v>
                </c:pt>
                <c:pt idx="1493">
                  <c:v>undergroundrockassociation</c:v>
                </c:pt>
                <c:pt idx="1494">
                  <c:v>undergroundnationfestival</c:v>
                </c:pt>
                <c:pt idx="1495">
                  <c:v>undergroundmusicnetwork</c:v>
                </c:pt>
                <c:pt idx="1496">
                  <c:v>undergroundlitexplosion</c:v>
                </c:pt>
                <c:pt idx="1497">
                  <c:v>undergroundhiphopselection</c:v>
                </c:pt>
                <c:pt idx="1498">
                  <c:v>underground_foothound</c:v>
                </c:pt>
                <c:pt idx="1499">
                  <c:v>undergroundfightclub</c:v>
                </c:pt>
                <c:pt idx="1500">
                  <c:v>undergrounddodgeball</c:v>
                </c:pt>
                <c:pt idx="1501">
                  <c:v>undergrounddancestudio</c:v>
                </c:pt>
                <c:pt idx="1502">
                  <c:v>undergroundcomedydayton</c:v>
                </c:pt>
                <c:pt idx="1503">
                  <c:v>underfederalprotection</c:v>
                </c:pt>
                <c:pt idx="1504">
                  <c:v>underfallingconflict</c:v>
                </c:pt>
                <c:pt idx="1505">
                  <c:v>undercover_freaky_lover</c:v>
                </c:pt>
                <c:pt idx="1506">
                  <c:v>undercover_china_girl</c:v>
                </c:pt>
                <c:pt idx="1507">
                  <c:v>under_cover_blonde_1212</c:v>
                </c:pt>
                <c:pt idx="1508">
                  <c:v>undercover_barbie_doll</c:v>
                </c:pt>
                <c:pt idx="1509">
                  <c:v>undercover_angel_who_fell</c:v>
                </c:pt>
                <c:pt idx="1510">
                  <c:v>underconstructionband</c:v>
                </c:pt>
                <c:pt idx="1511">
                  <c:v>undead_pirate_captain</c:v>
                </c:pt>
                <c:pt idx="1512">
                  <c:v>undeadcrisispreventionunit</c:v>
                </c:pt>
                <c:pt idx="1513">
                  <c:v>uncreativescreenname</c:v>
                </c:pt>
                <c:pt idx="1514">
                  <c:v>uncontainablefromunknown</c:v>
                </c:pt>
                <c:pt idx="1515">
                  <c:v>uncleboogiepantsmusic</c:v>
                </c:pt>
                <c:pt idx="1516">
                  <c:v>unclassifiedbetterthanyou</c:v>
                </c:pt>
                <c:pt idx="1517">
                  <c:v>unchartered_headspace</c:v>
                </c:pt>
                <c:pt idx="1518">
                  <c:v>uncalledforsoberness</c:v>
                </c:pt>
                <c:pt idx="1519">
                  <c:v>uncagednortherntiger</c:v>
                </c:pt>
                <c:pt idx="1520">
                  <c:v>unbrokenthroughstruggle</c:v>
                </c:pt>
                <c:pt idx="1521">
                  <c:v>unbreakableicequeen</c:v>
                </c:pt>
                <c:pt idx="1522">
                  <c:v>unbelievableoverhere</c:v>
                </c:pt>
                <c:pt idx="1523">
                  <c:v>unabridgedmothertucker</c:v>
                </c:pt>
                <c:pt idx="1524">
                  <c:v>umbrellacorpsairsoft</c:v>
                </c:pt>
                <c:pt idx="1525">
                  <c:v>umbraonapainteddesert</c:v>
                </c:pt>
                <c:pt idx="1526">
                  <c:v>ultravioletthemesong</c:v>
                </c:pt>
                <c:pt idx="1527">
                  <c:v>ultraspiffysupreme5000</c:v>
                </c:pt>
                <c:pt idx="1528">
                  <c:v>ultimateurbanproduction</c:v>
                </c:pt>
                <c:pt idx="1529">
                  <c:v>ultimatetanningandbeauty</c:v>
                </c:pt>
                <c:pt idx="1530">
                  <c:v>ultimatestutterflyfan</c:v>
                </c:pt>
                <c:pt idx="1531">
                  <c:v>ultimate_softball_chick18</c:v>
                </c:pt>
                <c:pt idx="1532">
                  <c:v>ultimateshredsymphony</c:v>
                </c:pt>
                <c:pt idx="1533">
                  <c:v>ultimate_scream_trilogy</c:v>
                </c:pt>
                <c:pt idx="1534">
                  <c:v>ultimaterollercoaster</c:v>
                </c:pt>
                <c:pt idx="1535">
                  <c:v>ultimate_ownage_video</c:v>
                </c:pt>
                <c:pt idx="1536">
                  <c:v>ultimate_one_winged_angel</c:v>
                </c:pt>
                <c:pt idx="1537">
                  <c:v>ultimatenarutofan247</c:v>
                </c:pt>
                <c:pt idx="1538">
                  <c:v>ultimatemusiclessons</c:v>
                </c:pt>
                <c:pt idx="1539">
                  <c:v>ultimatelawnandlandscape</c:v>
                </c:pt>
                <c:pt idx="1540">
                  <c:v>UltimateKeyblademaster</c:v>
                </c:pt>
                <c:pt idx="1541">
                  <c:v>ultimatejessicasimpson</c:v>
                </c:pt>
                <c:pt idx="1542">
                  <c:v>ultimatehighschoolparty</c:v>
                </c:pt>
                <c:pt idx="1543">
                  <c:v>ultimate_fighting_master</c:v>
                </c:pt>
                <c:pt idx="1544">
                  <c:v>ultimatefightingforce</c:v>
                </c:pt>
                <c:pt idx="1545">
                  <c:v>ultimatefighterchampion01</c:v>
                </c:pt>
                <c:pt idx="1546">
                  <c:v>ultimate_combat_wombat</c:v>
                </c:pt>
                <c:pt idx="1547">
                  <c:v>ultimatebrotherhoodleague</c:v>
                </c:pt>
                <c:pt idx="1548">
                  <c:v>ultimateblackphoenix</c:v>
                </c:pt>
                <c:pt idx="1549">
                  <c:v>uglytycoonentertainment</c:v>
                </c:pt>
                <c:pt idx="1550">
                  <c:v>UglyPeopleAreHostile</c:v>
                </c:pt>
                <c:pt idx="1551">
                  <c:v>uglyducklingcometrue</c:v>
                </c:pt>
                <c:pt idx="1552">
                  <c:v>tyronethemagnificent</c:v>
                </c:pt>
                <c:pt idx="1553">
                  <c:v>tyrone_soccer_ashley</c:v>
                </c:pt>
                <c:pt idx="1554">
                  <c:v>typicalteenagehypocrite</c:v>
                </c:pt>
                <c:pt idx="1555">
                  <c:v>typical_lovehate_tragedy</c:v>
                </c:pt>
                <c:pt idx="1556">
                  <c:v>tycoondynastycompetition</c:v>
                </c:pt>
                <c:pt idx="1557">
                  <c:v>twosparrowsinahurricane</c:v>
                </c:pt>
                <c:pt idx="1558">
                  <c:v>twoshakesofalambstale</c:v>
                </c:pt>
                <c:pt idx="1559">
                  <c:v>twolipsarebetterthan1</c:v>
                </c:pt>
                <c:pt idx="1560">
                  <c:v>twohundredfortythree</c:v>
                </c:pt>
                <c:pt idx="1561">
                  <c:v>twoheartstheirworld_</c:v>
                </c:pt>
                <c:pt idx="1562">
                  <c:v>twohearts_oneconnection</c:v>
                </c:pt>
                <c:pt idx="1563">
                  <c:v>two_four_six_zero_one</c:v>
                </c:pt>
                <c:pt idx="1564">
                  <c:v>twodaysfromtomorrowrock</c:v>
                </c:pt>
                <c:pt idx="1565">
                  <c:v>twitchingbeyondthegrave</c:v>
                </c:pt>
                <c:pt idx="1566">
                  <c:v>twisty_bobcat_pretzel</c:v>
                </c:pt>
                <c:pt idx="1567">
                  <c:v>twistedwiththesickness</c:v>
                </c:pt>
                <c:pt idx="1568">
                  <c:v>twistedsteelandsexappeal1</c:v>
                </c:pt>
                <c:pt idx="1569">
                  <c:v>twistedrealmfestival</c:v>
                </c:pt>
                <c:pt idx="1570">
                  <c:v>twisted_metal_cowboy</c:v>
                </c:pt>
                <c:pt idx="1571">
                  <c:v>twistedlittleskaterboy</c:v>
                </c:pt>
                <c:pt idx="1572">
                  <c:v>twistedlittlefreak71</c:v>
                </c:pt>
                <c:pt idx="1573">
                  <c:v>twistedlilschoolgirl</c:v>
                </c:pt>
                <c:pt idx="1574">
                  <c:v>twistedfuckingcruelty</c:v>
                </c:pt>
                <c:pt idx="1575">
                  <c:v>twistedcookiemonster</c:v>
                </c:pt>
                <c:pt idx="1576">
                  <c:v>twistedbrowntruckerband</c:v>
                </c:pt>
                <c:pt idx="1577">
                  <c:v>twistedblooddollfreak</c:v>
                </c:pt>
                <c:pt idx="1578">
                  <c:v>twinsinastationwagon</c:v>
                </c:pt>
                <c:pt idx="1579">
                  <c:v>twinkle_some_glitter</c:v>
                </c:pt>
                <c:pt idx="1580">
                  <c:v>twinklelittlestarrbaby</c:v>
                </c:pt>
                <c:pt idx="1581">
                  <c:v>twinkle_little_starr</c:v>
                </c:pt>
                <c:pt idx="1582">
                  <c:v>twinfamilyproduction</c:v>
                </c:pt>
                <c:pt idx="1583">
                  <c:v>twilightwalkerstudio</c:v>
                </c:pt>
                <c:pt idx="1584">
                  <c:v>twilightglimmermetal</c:v>
                </c:pt>
                <c:pt idx="1585">
                  <c:v>twilightfreaknumber1</c:v>
                </c:pt>
                <c:pt idx="1586">
                  <c:v>twiggythevampireslayer</c:v>
                </c:pt>
                <c:pt idx="1587">
                  <c:v>twiggythehalfalbinopigeon</c:v>
                </c:pt>
                <c:pt idx="1588">
                  <c:v>twicebakedpotatomusic</c:v>
                </c:pt>
                <c:pt idx="1589">
                  <c:v>twentytwoillustration</c:v>
                </c:pt>
                <c:pt idx="1590">
                  <c:v>twentythirdgirlfriend</c:v>
                </c:pt>
                <c:pt idx="1591">
                  <c:v>twentyfirstnightband</c:v>
                </c:pt>
                <c:pt idx="1592">
                  <c:v>twentyfirstcenturyskin</c:v>
                </c:pt>
                <c:pt idx="1593">
                  <c:v>twelveinchtrousersnake</c:v>
                </c:pt>
                <c:pt idx="1594">
                  <c:v>twelvehundredsixtydays</c:v>
                </c:pt>
                <c:pt idx="1595">
                  <c:v>twelvegaugeloveaffair</c:v>
                </c:pt>
                <c:pt idx="1596">
                  <c:v>twelve_gauge_brilliance</c:v>
                </c:pt>
                <c:pt idx="1597">
                  <c:v>twelvefourteeneighteen</c:v>
                </c:pt>
                <c:pt idx="1598">
                  <c:v>twatlickingdiapergirl</c:v>
                </c:pt>
                <c:pt idx="1599">
                  <c:v>tutti_fruity_dingleberry</c:v>
                </c:pt>
                <c:pt idx="1600">
                  <c:v>tuscaloosacampuslife</c:v>
                </c:pt>
                <c:pt idx="1601">
                  <c:v>turtle_superhero_status</c:v>
                </c:pt>
                <c:pt idx="1602">
                  <c:v>turtlesoupcaffeineconspiracy</c:v>
                </c:pt>
                <c:pt idx="1603">
                  <c:v>turtlemonkeydishwasher</c:v>
                </c:pt>
                <c:pt idx="1604">
                  <c:v>turtleislandstringquartet</c:v>
                </c:pt>
                <c:pt idx="1605">
                  <c:v>turquoisearchermonkey</c:v>
                </c:pt>
                <c:pt idx="1606">
                  <c:v>turquoiseakabluegreen</c:v>
                </c:pt>
                <c:pt idx="1607">
                  <c:v>turnyourheadillbegone</c:v>
                </c:pt>
                <c:pt idx="1608">
                  <c:v>turnthefrownupsidedown</c:v>
                </c:pt>
                <c:pt idx="1609">
                  <c:v>turn_that_frown_around</c:v>
                </c:pt>
                <c:pt idx="1610">
                  <c:v>turnnothing2something</c:v>
                </c:pt>
                <c:pt idx="1611">
                  <c:v>turningtowardsthewindow</c:v>
                </c:pt>
                <c:pt idx="1612">
                  <c:v>turningthetablescampaign</c:v>
                </c:pt>
                <c:pt idx="1613">
                  <c:v>turnernetworktelevision</c:v>
                </c:pt>
                <c:pt idx="1614">
                  <c:v>turndupentertainment</c:v>
                </c:pt>
                <c:pt idx="1615">
                  <c:v>turnaroundandfacefate</c:v>
                </c:pt>
                <c:pt idx="1616">
                  <c:v>turkeytightropeproduction</c:v>
                </c:pt>
                <c:pt idx="1617">
                  <c:v>turdferguson_aka_austin</c:v>
                </c:pt>
                <c:pt idx="1618">
                  <c:v>turbulencebigboyentertainment</c:v>
                </c:pt>
                <c:pt idx="1619">
                  <c:v>turbo_negro_asscobra</c:v>
                </c:pt>
                <c:pt idx="1620">
                  <c:v>turbojugendpleasurehead</c:v>
                </c:pt>
                <c:pt idx="1621">
                  <c:v>turbojugendguayaquil</c:v>
                </c:pt>
                <c:pt idx="1622">
                  <c:v>turbojugendfortcollins</c:v>
                </c:pt>
                <c:pt idx="1623">
                  <c:v>tuppencedubfoundation</c:v>
                </c:pt>
                <c:pt idx="1624">
                  <c:v>TundraSilverknight1098</c:v>
                </c:pt>
                <c:pt idx="1625">
                  <c:v>tummonstransportation</c:v>
                </c:pt>
                <c:pt idx="1626">
                  <c:v>tumble_lover_forever_274</c:v>
                </c:pt>
                <c:pt idx="1627">
                  <c:v>tucsonsymphonyorchestra</c:v>
                </c:pt>
                <c:pt idx="1628">
                  <c:v>tucsonmusicscenecalendar</c:v>
                </c:pt>
                <c:pt idx="1629">
                  <c:v>tucsonacousticunderground</c:v>
                </c:pt>
                <c:pt idx="1630">
                  <c:v>tuckerjacksonsteelguitar</c:v>
                </c:pt>
                <c:pt idx="1631">
                  <c:v>try_and_catch_mallorie</c:v>
                </c:pt>
                <c:pt idx="1632">
                  <c:v>Truth_through_the_Trinity</c:v>
                </c:pt>
                <c:pt idx="1633">
                  <c:v>truthhonestyintegrity</c:v>
                </c:pt>
                <c:pt idx="1634">
                  <c:v>truthexpansiontheory</c:v>
                </c:pt>
                <c:pt idx="1635">
                  <c:v>truthchild_icefist13</c:v>
                </c:pt>
                <c:pt idx="1636">
                  <c:v>truth_before_all_else</c:v>
                </c:pt>
                <c:pt idx="1637">
                  <c:v>truth_beauty_and_goodness</c:v>
                </c:pt>
                <c:pt idx="1638">
                  <c:v>truthaboutrufusdrummer</c:v>
                </c:pt>
                <c:pt idx="1639">
                  <c:v>trusting_you_too_well</c:v>
                </c:pt>
                <c:pt idx="1640">
                  <c:v>trustbelievehavefaith</c:v>
                </c:pt>
                <c:pt idx="1641">
                  <c:v>trunkaudioandelectronics</c:v>
                </c:pt>
                <c:pt idx="1642">
                  <c:v>trulymadlydeeply200</c:v>
                </c:pt>
                <c:pt idx="1643">
                  <c:v>truesolidersneverfall</c:v>
                </c:pt>
                <c:pt idx="1644">
                  <c:v>true_princess_forever</c:v>
                </c:pt>
                <c:pt idx="1645">
                  <c:v>trueplayerkatelin2011</c:v>
                </c:pt>
                <c:pt idx="1646">
                  <c:v>trueplaya4realmixedlover3</c:v>
                </c:pt>
                <c:pt idx="1647">
                  <c:v>truemysteriousbeauty</c:v>
                </c:pt>
                <c:pt idx="1648">
                  <c:v>true_love_only_comes_once</c:v>
                </c:pt>
                <c:pt idx="1649">
                  <c:v>truelife_siblingrivalry</c:v>
                </c:pt>
                <c:pt idx="1650">
                  <c:v>true_life_photography</c:v>
                </c:pt>
                <c:pt idx="1651">
                  <c:v>true_keyblade_master</c:v>
                </c:pt>
                <c:pt idx="1652">
                  <c:v>trueextremewrestling</c:v>
                </c:pt>
                <c:pt idx="1653">
                  <c:v>truecountrygentlemen</c:v>
                </c:pt>
                <c:pt idx="1654">
                  <c:v>true_brown_eyed_cali_gurl</c:v>
                </c:pt>
                <c:pt idx="1655">
                  <c:v>true_blue_baby_boy_nick</c:v>
                </c:pt>
                <c:pt idx="1656">
                  <c:v>true_blonde_thinking</c:v>
                </c:pt>
                <c:pt idx="1657">
                  <c:v>truebeautycomesfromwithin</c:v>
                </c:pt>
                <c:pt idx="1658">
                  <c:v>trubluewestsideangel</c:v>
                </c:pt>
                <c:pt idx="1659">
                  <c:v>troy_the_basketball_guy</c:v>
                </c:pt>
                <c:pt idx="1660">
                  <c:v>troylovesashbrendanessa</c:v>
                </c:pt>
                <c:pt idx="1661">
                  <c:v>troycunninghamdirector</c:v>
                </c:pt>
                <c:pt idx="1662">
                  <c:v>troybolton_basketball14</c:v>
                </c:pt>
                <c:pt idx="1663">
                  <c:v>troublemakinonyourface</c:v>
                </c:pt>
                <c:pt idx="1664">
                  <c:v>tropicanapurepremium</c:v>
                </c:pt>
                <c:pt idx="1665">
                  <c:v>tropicana_black_juice</c:v>
                </c:pt>
                <c:pt idx="1666">
                  <c:v>tropicalfruitbeauty90</c:v>
                </c:pt>
                <c:pt idx="1667">
                  <c:v>tropicalbeachparadise</c:v>
                </c:pt>
                <c:pt idx="1668">
                  <c:v>trophywifeandstepson</c:v>
                </c:pt>
                <c:pt idx="1669">
                  <c:v>trombonistfromheaven</c:v>
                </c:pt>
                <c:pt idx="1670">
                  <c:v>trombonesoftballgirl</c:v>
                </c:pt>
                <c:pt idx="1671">
                  <c:v>trombone_flame_alchemist</c:v>
                </c:pt>
                <c:pt idx="1672">
                  <c:v>trolling_for_trollops2000</c:v>
                </c:pt>
                <c:pt idx="1673">
                  <c:v>trolleycarkleptomania</c:v>
                </c:pt>
                <c:pt idx="1674">
                  <c:v>trogdortheburninnator</c:v>
                </c:pt>
                <c:pt idx="1675">
                  <c:v>trogdor__the__burninator</c:v>
                </c:pt>
                <c:pt idx="1676">
                  <c:v>trogdadtheeburninator</c:v>
                </c:pt>
                <c:pt idx="1677">
                  <c:v>trix_the_silly_rabbit</c:v>
                </c:pt>
                <c:pt idx="1678">
                  <c:v>trivium_lover_4_ever</c:v>
                </c:pt>
                <c:pt idx="1679">
                  <c:v>trivialbreedingandtheknowingmuch</c:v>
                </c:pt>
                <c:pt idx="1680">
                  <c:v>trishtrashapplesplash</c:v>
                </c:pt>
                <c:pt idx="1681">
                  <c:v>trish_stratus_fansite</c:v>
                </c:pt>
                <c:pt idx="1682">
                  <c:v>trishstratusfanclub200</c:v>
                </c:pt>
                <c:pt idx="1683">
                  <c:v>trish.lewis-martinez</c:v>
                </c:pt>
                <c:pt idx="1684">
                  <c:v>trishfromtheblocktrick</c:v>
                </c:pt>
                <c:pt idx="1685">
                  <c:v>triprebelspeedpocket</c:v>
                </c:pt>
                <c:pt idx="1686">
                  <c:v>trippinonsometrigger</c:v>
                </c:pt>
                <c:pt idx="1687">
                  <c:v>tripletterritoryterror</c:v>
                </c:pt>
                <c:pt idx="1688">
                  <c:v>triple_threat_braddock_15</c:v>
                </c:pt>
                <c:pt idx="1689">
                  <c:v>triple_cross_soldier</c:v>
                </c:pt>
                <c:pt idx="1690">
                  <c:v>tripleactionmassacre</c:v>
                </c:pt>
                <c:pt idx="1691">
                  <c:v>tripleacousticattack</c:v>
                </c:pt>
                <c:pt idx="1692">
                  <c:v>trinitrophenylmethylnitra</c:v>
                </c:pt>
                <c:pt idx="1693">
                  <c:v>trigger_happy_princess</c:v>
                </c:pt>
                <c:pt idx="1694">
                  <c:v>triggerhappybassplayer</c:v>
                </c:pt>
                <c:pt idx="1695">
                  <c:v>trickyvickifrombillericay</c:v>
                </c:pt>
                <c:pt idx="1696">
                  <c:v>trickylittlemongoose</c:v>
                </c:pt>
                <c:pt idx="1697">
                  <c:v>trickticklerrobinsonjazz</c:v>
                </c:pt>
                <c:pt idx="1698">
                  <c:v>trice_diamond_princess</c:v>
                </c:pt>
                <c:pt idx="1699">
                  <c:v>tribalstyledocumentary</c:v>
                </c:pt>
                <c:pt idx="1700">
                  <c:v>trianglefinishingschool</c:v>
                </c:pt>
                <c:pt idx="1701">
                  <c:v>triadsonlyrealginger</c:v>
                </c:pt>
                <c:pt idx="1702">
                  <c:v>triad71footballplayer</c:v>
                </c:pt>
                <c:pt idx="1703">
                  <c:v>treyhogentertainment</c:v>
                </c:pt>
                <c:pt idx="1704">
                  <c:v>treygridleyphotography</c:v>
                </c:pt>
                <c:pt idx="1705">
                  <c:v>trepanationbluesband</c:v>
                </c:pt>
                <c:pt idx="1706">
                  <c:v>trend_sizzlin_setter</c:v>
                </c:pt>
                <c:pt idx="1707">
                  <c:v>trendsettermachinesound</c:v>
                </c:pt>
                <c:pt idx="1708">
                  <c:v>trenchtownsoundsystem</c:v>
                </c:pt>
                <c:pt idx="1709">
                  <c:v>treeknifeplastdashingthem</c:v>
                </c:pt>
                <c:pt idx="1710">
                  <c:v>treehuggingsexkitten</c:v>
                </c:pt>
                <c:pt idx="1711">
                  <c:v>treehugginghippiegirl</c:v>
                </c:pt>
                <c:pt idx="1712">
                  <c:v>treehuggingdirtlover</c:v>
                </c:pt>
                <c:pt idx="1713">
                  <c:v>treehouse_cheesecake</c:v>
                </c:pt>
                <c:pt idx="1714">
                  <c:v>treat_yourself_right</c:v>
                </c:pt>
                <c:pt idx="1715">
                  <c:v>treasure_love_forever</c:v>
                </c:pt>
                <c:pt idx="1716">
                  <c:v>travis_the_hermitcrab</c:v>
                </c:pt>
                <c:pt idx="1717">
                  <c:v>travismitchellstalker</c:v>
                </c:pt>
                <c:pt idx="1718">
                  <c:v>travisheartswitlove19</c:v>
                </c:pt>
                <c:pt idx="1719">
                  <c:v>travisbeckerworldwide</c:v>
                </c:pt>
                <c:pt idx="1720">
                  <c:v>travisbarkerfanforever</c:v>
                </c:pt>
                <c:pt idx="1721">
                  <c:v>travisandjanelleforever</c:v>
                </c:pt>
                <c:pt idx="1722">
                  <c:v>travis_and_crystal4ever</c:v>
                </c:pt>
                <c:pt idx="1723">
                  <c:v>travellingwithoutmoving1</c:v>
                </c:pt>
                <c:pt idx="1724">
                  <c:v>travelinggirlnextdoor</c:v>
                </c:pt>
                <c:pt idx="1725">
                  <c:v>travelaroundtheworld</c:v>
                </c:pt>
                <c:pt idx="1726">
                  <c:v>travelairmysteryship</c:v>
                </c:pt>
                <c:pt idx="1727">
                  <c:v>trashflavored__airline</c:v>
                </c:pt>
                <c:pt idx="1728">
                  <c:v>trapped_under_ice_0</c:v>
                </c:pt>
                <c:pt idx="1729">
                  <c:v>trappedinhereforever</c:v>
                </c:pt>
                <c:pt idx="1730">
                  <c:v>trappedandcantescape</c:v>
                </c:pt>
                <c:pt idx="1731">
                  <c:v>traphouse_entertainment</c:v>
                </c:pt>
                <c:pt idx="1732">
                  <c:v>transposeintonothing</c:v>
                </c:pt>
                <c:pt idx="1733">
                  <c:v>transmissionlostband</c:v>
                </c:pt>
                <c:pt idx="1734">
                  <c:v>transitionintotragedy</c:v>
                </c:pt>
                <c:pt idx="1735">
                  <c:v>transatlanticfightclub</c:v>
                </c:pt>
                <c:pt idx="1736">
                  <c:v>traitorouscityslicker</c:v>
                </c:pt>
                <c:pt idx="1737">
                  <c:v>trainrobbersyndicate</c:v>
                </c:pt>
                <c:pt idx="1738">
                  <c:v>training_ground_complex</c:v>
                </c:pt>
                <c:pt idx="1739">
                  <c:v>trainerspottervintagenike</c:v>
                </c:pt>
                <c:pt idx="1740">
                  <c:v>trailertrashtrembler</c:v>
                </c:pt>
                <c:pt idx="1741">
                  <c:v>trailerparkentertainment</c:v>
                </c:pt>
                <c:pt idx="1742">
                  <c:v>trailblazerboy02891</c:v>
                </c:pt>
                <c:pt idx="1743">
                  <c:v>tragic_lost_princess</c:v>
                </c:pt>
                <c:pt idx="1744">
                  <c:v>tragiclossphotography</c:v>
                </c:pt>
                <c:pt idx="1745">
                  <c:v>tragicclothingandother</c:v>
                </c:pt>
                <c:pt idx="1746">
                  <c:v>tragicchaosphotography</c:v>
                </c:pt>
                <c:pt idx="1747">
                  <c:v>trafficsignalnetwork</c:v>
                </c:pt>
                <c:pt idx="1748">
                  <c:v>trafficconemicrophone</c:v>
                </c:pt>
                <c:pt idx="1749">
                  <c:v>trademarkthegoodlife</c:v>
                </c:pt>
                <c:pt idx="1750">
                  <c:v>trademarkedconfidentiality</c:v>
                </c:pt>
                <c:pt idx="1751">
                  <c:v>tracy_vampiregoddess</c:v>
                </c:pt>
                <c:pt idx="1752">
                  <c:v>tracythirdeyeblindfan</c:v>
                </c:pt>
                <c:pt idx="1753">
                  <c:v>tracysownlittleworld</c:v>
                </c:pt>
                <c:pt idx="1754">
                  <c:v>tracylyncountrymusic</c:v>
                </c:pt>
                <c:pt idx="1755">
                  <c:v>tracyandthepraisesingers</c:v>
                </c:pt>
                <c:pt idx="1756">
                  <c:v>tracyandthemousehouse</c:v>
                </c:pt>
                <c:pt idx="1757">
                  <c:v>tractorpullingmaster</c:v>
                </c:pt>
                <c:pt idx="1758">
                  <c:v>tracksylvaniaentertainment</c:v>
                </c:pt>
                <c:pt idx="1759">
                  <c:v>trackstar_88_brandon</c:v>
                </c:pt>
                <c:pt idx="1760">
                  <c:v>trackbusconfessional</c:v>
                </c:pt>
                <c:pt idx="1761">
                  <c:v>track_and_cheer_lover</c:v>
                </c:pt>
                <c:pt idx="1762">
                  <c:v>tracithedreampainter</c:v>
                </c:pt>
                <c:pt idx="1763">
                  <c:v>tracietheworkoutfreak</c:v>
                </c:pt>
                <c:pt idx="1764">
                  <c:v>traciandthesunshineband</c:v>
                </c:pt>
                <c:pt idx="1765">
                  <c:v>traceythomaswilkinson</c:v>
                </c:pt>
                <c:pt idx="1766">
                  <c:v>trace_this_line_back</c:v>
                </c:pt>
                <c:pt idx="1767">
                  <c:v>toycarsandcottoncandy</c:v>
                </c:pt>
                <c:pt idx="1768">
                  <c:v>toxicwastebarbiedoll</c:v>
                </c:pt>
                <c:pt idx="1769">
                  <c:v>toxicpoisonousterrifying</c:v>
                </c:pt>
                <c:pt idx="1770">
                  <c:v>toxicbulletsmokinggun</c:v>
                </c:pt>
                <c:pt idx="1771">
                  <c:v>towntavernpittsburgh</c:v>
                </c:pt>
                <c:pt idx="1772">
                  <c:v>townandcountryresearchunit</c:v>
                </c:pt>
                <c:pt idx="1773">
                  <c:v>townandcountryracing</c:v>
                </c:pt>
                <c:pt idx="1774">
                  <c:v>towelstandcollective</c:v>
                </c:pt>
                <c:pt idx="1775">
                  <c:v>towardmooringsandtowage</c:v>
                </c:pt>
                <c:pt idx="1776">
                  <c:v>tournai_hardcore_crew</c:v>
                </c:pt>
                <c:pt idx="1777">
                  <c:v>tourism_camp_represent</c:v>
                </c:pt>
                <c:pt idx="1778">
                  <c:v>toughguyswearpink123</c:v>
                </c:pt>
                <c:pt idx="1779">
                  <c:v>touch_the_sock_monkey</c:v>
                </c:pt>
                <c:pt idx="1780">
                  <c:v>touchinglittleboysisfun</c:v>
                </c:pt>
                <c:pt idx="1781">
                  <c:v>touchfuzzyandgetdizzy</c:v>
                </c:pt>
                <c:pt idx="1782">
                  <c:v>touchdown_turn_around</c:v>
                </c:pt>
                <c:pt idx="1783">
                  <c:v>tottenham_hotspur_1992</c:v>
                </c:pt>
                <c:pt idx="1784">
                  <c:v>totalwrestlingfederation</c:v>
                </c:pt>
                <c:pt idx="1785">
                  <c:v>totalsoundentertainment</c:v>
                </c:pt>
                <c:pt idx="1786">
                  <c:v>totalsocialbutterfly</c:v>
                </c:pt>
                <c:pt idx="1787">
                  <c:v>totalsensorydeprivation</c:v>
                </c:pt>
                <c:pt idx="1788">
                  <c:v>totalprotonicreversal</c:v>
                </c:pt>
                <c:pt idx="1789">
                  <c:v>totalpraiseworshipcenter</c:v>
                </c:pt>
                <c:pt idx="1790">
                  <c:v>totallysuperawesomewow</c:v>
                </c:pt>
                <c:pt idx="1791">
                  <c:v>totallyspontaneouscombustionengine</c:v>
                </c:pt>
                <c:pt idx="1792">
                  <c:v>totally_retarded_yea</c:v>
                </c:pt>
                <c:pt idx="1793">
                  <c:v>totally_random_comment</c:v>
                </c:pt>
                <c:pt idx="1794">
                  <c:v>totallylovablepumpkin</c:v>
                </c:pt>
                <c:pt idx="1795">
                  <c:v>totallygrossnationalproduct</c:v>
                </c:pt>
                <c:pt idx="1796">
                  <c:v>totally_country_gurl</c:v>
                </c:pt>
                <c:pt idx="1797">
                  <c:v>totallycoolwickedawesome</c:v>
                </c:pt>
                <c:pt idx="1798">
                  <c:v>totally_addicted2bass</c:v>
                </c:pt>
                <c:pt idx="1799">
                  <c:v>totalimmortalphotography</c:v>
                </c:pt>
                <c:pt idx="1800">
                  <c:v>totalhottiedramaqueen</c:v>
                </c:pt>
                <c:pt idx="1801">
                  <c:v>totalgrooveproduction</c:v>
                </c:pt>
                <c:pt idx="1802">
                  <c:v>total_fucking_domination</c:v>
                </c:pt>
                <c:pt idx="1803">
                  <c:v>totaldevastationband</c:v>
                </c:pt>
                <c:pt idx="1804">
                  <c:v>totaldestructionthemovie</c:v>
                </c:pt>
                <c:pt idx="1805">
                  <c:v>toshtownendproskater</c:v>
                </c:pt>
                <c:pt idx="1806">
                  <c:v>torturedbehindtheeyes</c:v>
                </c:pt>
                <c:pt idx="1807">
                  <c:v>torrey_the_anarchist</c:v>
                </c:pt>
                <c:pt idx="1808">
                  <c:v>torquedrestorationskid</c:v>
                </c:pt>
                <c:pt idx="1809">
                  <c:v>tornfromtheinsideout</c:v>
                </c:pt>
                <c:pt idx="1810">
                  <c:v>tornadotongue2remember</c:v>
                </c:pt>
                <c:pt idx="1811">
                  <c:v>tornadokickentertainment</c:v>
                </c:pt>
                <c:pt idx="1812">
                  <c:v>tormentedmusicandbeer</c:v>
                </c:pt>
                <c:pt idx="1813">
                  <c:v>tori_shirley_fiona_fan</c:v>
                </c:pt>
                <c:pt idx="1814">
                  <c:v>torii_and_what_bitchess</c:v>
                </c:pt>
                <c:pt idx="1815">
                  <c:v>tori_barbie_whatever</c:v>
                </c:pt>
                <c:pt idx="1816">
                  <c:v>topshopprincess_rockstar2</c:v>
                </c:pt>
                <c:pt idx="1817">
                  <c:v>topshelfentertainmet</c:v>
                </c:pt>
                <c:pt idx="1818">
                  <c:v>topsecretlingerie297</c:v>
                </c:pt>
                <c:pt idx="1819">
                  <c:v>top_philly_fan_2219</c:v>
                </c:pt>
                <c:pt idx="1820">
                  <c:v>topperformanceentertainment</c:v>
                </c:pt>
                <c:pt idx="1821">
                  <c:v>top_notch_coat_hanger</c:v>
                </c:pt>
                <c:pt idx="1822">
                  <c:v>topnotchakaprettyboy</c:v>
                </c:pt>
                <c:pt idx="1823">
                  <c:v>topmodeljessicarabbit</c:v>
                </c:pt>
                <c:pt idx="1824">
                  <c:v>topfloorentertainment</c:v>
                </c:pt>
                <c:pt idx="1825">
                  <c:v>topdrawentertainment</c:v>
                </c:pt>
                <c:pt idx="1826">
                  <c:v>topaztrollhopper1101</c:v>
                </c:pt>
                <c:pt idx="1827">
                  <c:v>tootsierollgirly2007</c:v>
                </c:pt>
                <c:pt idx="1828">
                  <c:v>tootsierolldanceparty</c:v>
                </c:pt>
                <c:pt idx="1829">
                  <c:v>toothpastefordinnersandy</c:v>
                </c:pt>
                <c:pt idx="1830">
                  <c:v>tooth_cool4dentist_school</c:v>
                </c:pt>
                <c:pt idx="1831">
                  <c:v>toothandnailpublishing</c:v>
                </c:pt>
                <c:pt idx="1832">
                  <c:v>toon_squad_production2</c:v>
                </c:pt>
                <c:pt idx="1833">
                  <c:v>too_nasty_yao_ming_bra</c:v>
                </c:pt>
                <c:pt idx="1834">
                  <c:v>too_much_love_for_him</c:v>
                </c:pt>
                <c:pt idx="1835">
                  <c:v>toohappyformorrissey</c:v>
                </c:pt>
                <c:pt idx="1836">
                  <c:v>toohandsome4youngish</c:v>
                </c:pt>
                <c:pt idx="1837">
                  <c:v>toohairyformyowngood</c:v>
                </c:pt>
                <c:pt idx="1838">
                  <c:v>too_good_for_just_anyone</c:v>
                </c:pt>
                <c:pt idx="1839">
                  <c:v>tooexplicitbandsinger</c:v>
                </c:pt>
                <c:pt idx="1840">
                  <c:v>toodamnoldformyspace</c:v>
                </c:pt>
                <c:pt idx="1841">
                  <c:v>toocooltobebeautiful</c:v>
                </c:pt>
                <c:pt idx="1842">
                  <c:v>toocoolforschool1203</c:v>
                </c:pt>
                <c:pt idx="1843">
                  <c:v>toocloseforcomfort22</c:v>
                </c:pt>
                <c:pt idx="1844">
                  <c:v>toocloseforcomfort123</c:v>
                </c:pt>
                <c:pt idx="1845">
                  <c:v>___toocloseforcomfort</c:v>
                </c:pt>
                <c:pt idx="1846">
                  <c:v>toochunkyforhollywood</c:v>
                </c:pt>
                <c:pt idx="1847">
                  <c:v>tonywillblindsideyou</c:v>
                </c:pt>
                <c:pt idx="1848">
                  <c:v>tonythegayhairdresser</c:v>
                </c:pt>
                <c:pt idx="1849">
                  <c:v>tonymotherfuckingromero</c:v>
                </c:pt>
                <c:pt idx="1850">
                  <c:v>tonyballoneandthehotdoggang</c:v>
                </c:pt>
                <c:pt idx="1851">
                  <c:v>tonyacooperphotography</c:v>
                </c:pt>
                <c:pt idx="1852">
                  <c:v>tonightinshiningarmour</c:v>
                </c:pt>
                <c:pt idx="1853">
                  <c:v>toniathesupergoddess</c:v>
                </c:pt>
                <c:pt idx="1854">
                  <c:v>tonawanda_bowling_center</c:v>
                </c:pt>
                <c:pt idx="1855">
                  <c:v>tomorrow_will_come22</c:v>
                </c:pt>
                <c:pt idx="1856">
                  <c:v>tomorrowpeoplesteven</c:v>
                </c:pt>
                <c:pt idx="1857">
                  <c:v>tomorrownevercomes13</c:v>
                </c:pt>
                <c:pt idx="1858">
                  <c:v>tomorrowmusicorchestra</c:v>
                </c:pt>
                <c:pt idx="1859">
                  <c:v>tomorrowendsinnothing</c:v>
                </c:pt>
                <c:pt idx="1860">
                  <c:v>tomorrow.comes.today</c:v>
                </c:pt>
                <c:pt idx="1861">
                  <c:v>tomahawktheleprechaun</c:v>
                </c:pt>
                <c:pt idx="1862">
                  <c:v>tolstyhei8947358584</c:v>
                </c:pt>
                <c:pt idx="1863">
                  <c:v>toiletseatphilosopher</c:v>
                </c:pt>
                <c:pt idx="1864">
                  <c:v>togetherforeveralways</c:v>
                </c:pt>
                <c:pt idx="1865">
                  <c:v>together_for_ever_200</c:v>
                </c:pt>
                <c:pt idx="1866">
                  <c:v>toenail_the_almighty</c:v>
                </c:pt>
                <c:pt idx="1867">
                  <c:v>todayyesterdaytomorrow</c:v>
                </c:pt>
                <c:pt idx="1868">
                  <c:v>today_yesterday_forever</c:v>
                </c:pt>
                <c:pt idx="1869">
                  <c:v>tobesimplycomplicated</c:v>
                </c:pt>
                <c:pt idx="1870">
                  <c:v>toasty_and_yummy_goodness</c:v>
                </c:pt>
                <c:pt idx="1871">
                  <c:v>toastingthesnowbride</c:v>
                </c:pt>
                <c:pt idx="1872">
                  <c:v>toasterstrudelhotpocket</c:v>
                </c:pt>
                <c:pt idx="1873">
                  <c:v>toadwillievanpanning</c:v>
                </c:pt>
                <c:pt idx="1874">
                  <c:v>toad_the_mushroom_boy</c:v>
                </c:pt>
                <c:pt idx="1875">
                  <c:v>titanic_1997_all_the_way</c:v>
                </c:pt>
                <c:pt idx="1876">
                  <c:v>tish_bishopville_4_life</c:v>
                </c:pt>
                <c:pt idx="1877">
                  <c:v>tireswingsandtreeclimbing</c:v>
                </c:pt>
                <c:pt idx="1878">
                  <c:v>TinytimorChillywilly</c:v>
                </c:pt>
                <c:pt idx="1879">
                  <c:v>tiny_polish_princess</c:v>
                </c:pt>
                <c:pt idx="1880">
                  <c:v>tinyhoovergirlandboy</c:v>
                </c:pt>
                <c:pt idx="1881">
                  <c:v>tiny_guy_benny_uncle</c:v>
                </c:pt>
                <c:pt idx="1882">
                  <c:v>tinyflyingtrapezegirl</c:v>
                </c:pt>
                <c:pt idx="1883">
                  <c:v>tinkerbell_whore_9_love</c:v>
                </c:pt>
                <c:pt idx="1884">
                  <c:v>tinkerbellsquarepants</c:v>
                </c:pt>
                <c:pt idx="1885">
                  <c:v>tinkerbell_spoiledbrat101</c:v>
                </c:pt>
                <c:pt idx="1886">
                  <c:v>tinkerbellsnowwhite_karly</c:v>
                </c:pt>
                <c:pt idx="1887">
                  <c:v>tinkerbellshedoesrock</c:v>
                </c:pt>
                <c:pt idx="1888">
                  <c:v>tinkerbell_princess84</c:v>
                </c:pt>
                <c:pt idx="1889">
                  <c:v>tinkerbell_princess_7</c:v>
                </c:pt>
                <c:pt idx="1890">
                  <c:v>tinkerbellprincess19</c:v>
                </c:pt>
                <c:pt idx="1891">
                  <c:v>tinkerbellprincess18</c:v>
                </c:pt>
                <c:pt idx="1892">
                  <c:v>tinkerbellmansion2593</c:v>
                </c:pt>
                <c:pt idx="1893">
                  <c:v>tinkerbellkimberly1</c:v>
                </c:pt>
                <c:pt idx="1894">
                  <c:v>tinkerbell_hello_kitty</c:v>
                </c:pt>
                <c:pt idx="1895">
                  <c:v>tinkerbell_heartbreaker</c:v>
                </c:pt>
                <c:pt idx="1896">
                  <c:v>tinkerbell_happybunny</c:v>
                </c:pt>
                <c:pt idx="1897">
                  <c:v>tinkerbell_gone_wild</c:v>
                </c:pt>
                <c:pt idx="1898">
                  <c:v>tinkerbell_girl_4life</c:v>
                </c:pt>
                <c:pt idx="1899">
                  <c:v>Tinker_bell_Flying_away</c:v>
                </c:pt>
                <c:pt idx="1900">
                  <c:v>tinkerbellfantasyfairy</c:v>
                </c:pt>
                <c:pt idx="1901">
                  <c:v>tinker_belle_babe100</c:v>
                </c:pt>
                <c:pt idx="1902">
                  <c:v>TinkerBellCutie100492</c:v>
                </c:pt>
                <c:pt idx="1903">
                  <c:v>tinkerbellcheesecake</c:v>
                </c:pt>
                <c:pt idx="1904">
                  <c:v>tinkerbell_buttercup</c:v>
                </c:pt>
                <c:pt idx="1905">
                  <c:v>tinkerbell_black_devil_11</c:v>
                </c:pt>
                <c:pt idx="1906">
                  <c:v>tinkerbella_the_bad1</c:v>
                </c:pt>
                <c:pt idx="1907">
                  <c:v>tinkerbell_101_precious</c:v>
                </c:pt>
                <c:pt idx="1908">
                  <c:v>tina_the_talking_tummy</c:v>
                </c:pt>
                <c:pt idx="1909">
                  <c:v>tina_punchbag_turner</c:v>
                </c:pt>
                <c:pt idx="1910">
                  <c:v>tina_hottieSouthCarolina</c:v>
                </c:pt>
                <c:pt idx="1911">
                  <c:v>tina_come_get_some_ham_</c:v>
                </c:pt>
                <c:pt idx="1912">
                  <c:v>tinacomegetsomedinner</c:v>
                </c:pt>
                <c:pt idx="1913">
                  <c:v>tina_anitalavalatina_</c:v>
                </c:pt>
                <c:pt idx="1914">
                  <c:v>tina_always_confused</c:v>
                </c:pt>
                <c:pt idx="1915">
                  <c:v>tim_the_toolman_taylor98</c:v>
                </c:pt>
                <c:pt idx="1916">
                  <c:v>timothyjennychristina</c:v>
                </c:pt>
                <c:pt idx="1917">
                  <c:v>timothy_bunting2001yahoo</c:v>
                </c:pt>
                <c:pt idx="1918">
                  <c:v>timmystraightfromthehood</c:v>
                </c:pt>
                <c:pt idx="1919">
                  <c:v>timmy_aka_the_blackguy</c:v>
                </c:pt>
                <c:pt idx="1920">
                  <c:v>timmotherfuckingparker</c:v>
                </c:pt>
                <c:pt idx="1921">
                  <c:v>timmay_guna_get_jiggay</c:v>
                </c:pt>
                <c:pt idx="1922">
                  <c:v>timespaceanddimension</c:v>
                </c:pt>
                <c:pt idx="1923">
                  <c:v>timelessnaturalassets</c:v>
                </c:pt>
                <c:pt idx="1924">
                  <c:v>timelessmemorystreetteam</c:v>
                </c:pt>
                <c:pt idx="1925">
                  <c:v>time_gentleman_please</c:v>
                </c:pt>
                <c:pt idx="1926">
                  <c:v>timburton_corpsebride</c:v>
                </c:pt>
                <c:pt idx="1927">
                  <c:v>timberwolvesinjersey</c:v>
                </c:pt>
                <c:pt idx="1928">
                  <c:v>timberwolfentertainment</c:v>
                </c:pt>
                <c:pt idx="1929">
                  <c:v>tim_and_mary_jane_4life</c:v>
                </c:pt>
                <c:pt idx="1930">
                  <c:v>tim_and_jenn_crickmore</c:v>
                </c:pt>
                <c:pt idx="1931">
                  <c:v>tiltleftbreezeright7</c:v>
                </c:pt>
                <c:pt idx="1932">
                  <c:v>tillyandthewallmouse</c:v>
                </c:pt>
                <c:pt idx="1933">
                  <c:v>till_the_very_end007</c:v>
                </c:pt>
                <c:pt idx="1934">
                  <c:v>tightpantswidestance</c:v>
                </c:pt>
                <c:pt idx="1935">
                  <c:v>tighthead_propforward</c:v>
                </c:pt>
                <c:pt idx="1936">
                  <c:v>tiggiethewonderkittie</c:v>
                </c:pt>
                <c:pt idx="1937">
                  <c:v>tigger_beloved_chocolate</c:v>
                </c:pt>
                <c:pt idx="1938">
                  <c:v>Tigger_Adriane_equal_love</c:v>
                </c:pt>
                <c:pt idx="1939">
                  <c:v>tigersharkproduction</c:v>
                </c:pt>
                <c:pt idx="1940">
                  <c:v>tigermaplestringband</c:v>
                </c:pt>
                <c:pt idx="1941">
                  <c:v>tigerlilyrestaurantbar</c:v>
                </c:pt>
                <c:pt idx="1942">
                  <c:v>tigerlily_downtownvenus</c:v>
                </c:pt>
                <c:pt idx="1943">
                  <c:v>tigerlily0brynn23503</c:v>
                </c:pt>
                <c:pt idx="1944">
                  <c:v>tigerlillyrealfriendsonly</c:v>
                </c:pt>
                <c:pt idx="1945">
                  <c:v>tiftrowarmyrecruiting</c:v>
                </c:pt>
                <c:pt idx="1946">
                  <c:v>tiffy_passionpartygurl</c:v>
                </c:pt>
                <c:pt idx="1947">
                  <c:v>tiffwalkerdirtytalker</c:v>
                </c:pt>
                <c:pt idx="1948">
                  <c:v>tiff_thegirlnextdoor</c:v>
                </c:pt>
                <c:pt idx="1949">
                  <c:v>tiffanyvolleyballgirlrose</c:v>
                </c:pt>
                <c:pt idx="1950">
                  <c:v>tiffanyuglyfuckinghorse</c:v>
                </c:pt>
                <c:pt idx="1951">
                  <c:v>tiffany_timmons_moss</c:v>
                </c:pt>
                <c:pt idx="1952">
                  <c:v>tiffany_the_1_dancer</c:v>
                </c:pt>
                <c:pt idx="1953">
                  <c:v>tiffanyrockshardcore</c:v>
                </c:pt>
                <c:pt idx="1954">
                  <c:v>tiffanyrachellecogan</c:v>
                </c:pt>
                <c:pt idx="1955">
                  <c:v>tiffanynicolecollins</c:v>
                </c:pt>
                <c:pt idx="1956">
                  <c:v>tiffanynewyorkpatterson</c:v>
                </c:pt>
                <c:pt idx="1957">
                  <c:v>tiffanymichellemurphy</c:v>
                </c:pt>
                <c:pt idx="1958">
                  <c:v>tiffanyinspiredjewelry</c:v>
                </c:pt>
                <c:pt idx="1959">
                  <c:v>tiffany_hottie_nicole</c:v>
                </c:pt>
                <c:pt idx="1960">
                  <c:v>tiffany_hot_biznitch</c:v>
                </c:pt>
                <c:pt idx="1961">
                  <c:v>tiffany.fuckingfresh420</c:v>
                </c:pt>
                <c:pt idx="1962">
                  <c:v>tiffanybracelet_layout</c:v>
                </c:pt>
                <c:pt idx="1963">
                  <c:v>Tiffany_and_Ashlan_Ann</c:v>
                </c:pt>
                <c:pt idx="1964">
                  <c:v>tiffanyakachunkymonkey</c:v>
                </c:pt>
                <c:pt idx="1965">
                  <c:v>tiffanimisscandygirl</c:v>
                </c:pt>
                <c:pt idx="1966">
                  <c:v>tiff_aka_miss_new_booty</c:v>
                </c:pt>
                <c:pt idx="1967">
                  <c:v>tiara_the_one_and_only</c:v>
                </c:pt>
                <c:pt idx="1968">
                  <c:v>thyworthlesssoul_fakefate</c:v>
                </c:pt>
                <c:pt idx="1969">
                  <c:v>thy_ultimate_cheater</c:v>
                </c:pt>
                <c:pt idx="1970">
                  <c:v>thy_jack_skellington</c:v>
                </c:pt>
                <c:pt idx="1971">
                  <c:v>thunder_without_sound</c:v>
                </c:pt>
                <c:pt idx="1972">
                  <c:v>thunderthroughthenight</c:v>
                </c:pt>
                <c:pt idx="1973">
                  <c:v>thunderstruckrockslive</c:v>
                </c:pt>
                <c:pt idx="1974">
                  <c:v>thunderhoofclayworks</c:v>
                </c:pt>
                <c:pt idx="1975">
                  <c:v>thunder_hockey_4ever</c:v>
                </c:pt>
                <c:pt idx="1976">
                  <c:v>thunderheartclothing</c:v>
                </c:pt>
                <c:pt idx="1977">
                  <c:v>thunderhead_streetdoc</c:v>
                </c:pt>
                <c:pt idx="1978">
                  <c:v>thundereggshopmanchester</c:v>
                </c:pt>
                <c:pt idx="1979">
                  <c:v>thunderboltgreaseslapper</c:v>
                </c:pt>
                <c:pt idx="1980">
                  <c:v>thugmoneywithhitsquad</c:v>
                </c:pt>
                <c:pt idx="1981">
                  <c:v>thugged_out_baseford</c:v>
                </c:pt>
                <c:pt idx="1982">
                  <c:v>thugchildentertainment</c:v>
                </c:pt>
                <c:pt idx="1983">
                  <c:v>thrustwhiterootsalve</c:v>
                </c:pt>
                <c:pt idx="1984">
                  <c:v>throwtimmyfromthetrain</c:v>
                </c:pt>
                <c:pt idx="1985">
                  <c:v>throwingthebalanceoff</c:v>
                </c:pt>
                <c:pt idx="1986">
                  <c:v>throwawayyourintegrity</c:v>
                </c:pt>
                <c:pt idx="1987">
                  <c:v>throughwildpastnaughty</c:v>
                </c:pt>
                <c:pt idx="1988">
                  <c:v>throughthickandthinhardcore</c:v>
                </c:pt>
                <c:pt idx="1989">
                  <c:v>throughthewindowpane</c:v>
                </c:pt>
                <c:pt idx="1990">
                  <c:v>through_the_wardrobe</c:v>
                </c:pt>
                <c:pt idx="1991">
                  <c:v>through_the_crooked_past</c:v>
                </c:pt>
                <c:pt idx="1992">
                  <c:v>throughhimallispossible</c:v>
                </c:pt>
                <c:pt idx="1993">
                  <c:v>throughandthroughout</c:v>
                </c:pt>
                <c:pt idx="1994">
                  <c:v>throttle_all_the_way</c:v>
                </c:pt>
                <c:pt idx="1995">
                  <c:v>thrillerandmanilla124</c:v>
                </c:pt>
                <c:pt idx="1996">
                  <c:v>thresholdsoundandvision</c:v>
                </c:pt>
                <c:pt idx="1997">
                  <c:v>threetimesconsecutively</c:v>
                </c:pt>
                <c:pt idx="1998">
                  <c:v>threequartersnottingham</c:v>
                </c:pt>
                <c:pt idx="1999">
                  <c:v>threequartersacoustic</c:v>
                </c:pt>
                <c:pt idx="2000">
                  <c:v>threemileislandtanning</c:v>
                </c:pt>
                <c:pt idx="2001">
                  <c:v>threehourpowershower</c:v>
                </c:pt>
                <c:pt idx="2002">
                  <c:v>thrashtrash_photography</c:v>
                </c:pt>
                <c:pt idx="2003">
                  <c:v>thrashmetalwarrior</c:v>
                </c:pt>
                <c:pt idx="2004">
                  <c:v>thrashdemolitionhardcore</c:v>
                </c:pt>
                <c:pt idx="2005">
                  <c:v>thrash2thefuckingmax</c:v>
                </c:pt>
                <c:pt idx="2006">
                  <c:v>thousanddollarwedding</c:v>
                </c:pt>
                <c:pt idx="2007">
                  <c:v>thoughtsofaunsettledmind</c:v>
                </c:pt>
                <c:pt idx="2008">
                  <c:v>thoughtsofapoeticmusician</c:v>
                </c:pt>
                <c:pt idx="2009">
                  <c:v>thoughtsofadyingatheist87</c:v>
                </c:pt>
                <c:pt idx="2010">
                  <c:v>thoughtshewouldunderstand</c:v>
                </c:pt>
                <c:pt idx="2011">
                  <c:v>thosewhohearnotmusic</c:v>
                </c:pt>
                <c:pt idx="2012">
                  <c:v>thosefallenfromgrace</c:v>
                </c:pt>
                <c:pt idx="2013">
                  <c:v>thoroughlymodernmillie2</c:v>
                </c:pt>
                <c:pt idx="2014">
                  <c:v>thoroughbredthickchick</c:v>
                </c:pt>
                <c:pt idx="2015">
                  <c:v>thongswilltakeoveryourbut</c:v>
                </c:pt>
                <c:pt idx="2016">
                  <c:v>thomasthetrainseriously</c:v>
                </c:pt>
                <c:pt idx="2017">
                  <c:v>thomas_the_tait_engine</c:v>
                </c:pt>
                <c:pt idx="2018">
                  <c:v>thomasthesouthsidelegend</c:v>
                </c:pt>
                <c:pt idx="2019">
                  <c:v>thomas_the_christian</c:v>
                </c:pt>
                <c:pt idx="2020">
                  <c:v>thomas_sandersfamily</c:v>
                </c:pt>
                <c:pt idx="2021">
                  <c:v>thomas_motorcross_rider</c:v>
                </c:pt>
                <c:pt idx="2022">
                  <c:v>thomaskennethleighton</c:v>
                </c:pt>
                <c:pt idx="2023">
                  <c:v>thomasinspirationalmusic</c:v>
                </c:pt>
                <c:pt idx="2024">
                  <c:v>thomas_doesntdrinkcoffee</c:v>
                </c:pt>
                <c:pt idx="2025">
                  <c:v>thomascampbell_peacenut</c:v>
                </c:pt>
                <c:pt idx="2026">
                  <c:v>thomas_anderson_the_one</c:v>
                </c:pt>
                <c:pt idx="2027">
                  <c:v>thomas_aka_wonderboy</c:v>
                </c:pt>
                <c:pt idx="2028">
                  <c:v>thiszombiwilldestroyyou</c:v>
                </c:pt>
                <c:pt idx="2029">
                  <c:v>this_your_girl_kiekie</c:v>
                </c:pt>
                <c:pt idx="2030">
                  <c:v>thisyourcaptainspeaking</c:v>
                </c:pt>
                <c:pt idx="2031">
                  <c:v>thiswontmatteranyway</c:v>
                </c:pt>
                <c:pt idx="2032">
                  <c:v>thiswasmadeforavideo</c:v>
                </c:pt>
                <c:pt idx="2033">
                  <c:v>this_view_from_heaven</c:v>
                </c:pt>
                <c:pt idx="2034">
                  <c:v>this_time_its_goodbye</c:v>
                </c:pt>
                <c:pt idx="2035">
                  <c:v>thisthugfoundtruelove</c:v>
                </c:pt>
                <c:pt idx="2036">
                  <c:v>thisthingdoesnotwork</c:v>
                </c:pt>
                <c:pt idx="2037">
                  <c:v>this_space_left_blank</c:v>
                </c:pt>
                <c:pt idx="2038">
                  <c:v>this_space_for_rent10</c:v>
                </c:pt>
                <c:pt idx="2039">
                  <c:v>thissolidbondwontbreak</c:v>
                </c:pt>
                <c:pt idx="2040">
                  <c:v>thisslippedinjection</c:v>
                </c:pt>
                <c:pt idx="2041">
                  <c:v>this_shirt_off_priceless</c:v>
                </c:pt>
                <c:pt idx="2042">
                  <c:v>thisromanticheartbreak</c:v>
                </c:pt>
                <c:pt idx="2043">
                  <c:v>thispresentdarkness27</c:v>
                </c:pt>
                <c:pt idx="2044">
                  <c:v>this_name_aint_available</c:v>
                </c:pt>
                <c:pt idx="2045">
                  <c:v>thismighthurtsomeone</c:v>
                </c:pt>
                <c:pt idx="2046">
                  <c:v>this_may_never_start</c:v>
                </c:pt>
                <c:pt idx="2047">
                  <c:v>this_love_will_never_fade</c:v>
                </c:pt>
                <c:pt idx="2048">
                  <c:v>thislilgurlstayfresh</c:v>
                </c:pt>
                <c:pt idx="2049">
                  <c:v>thisinfinitestruggle</c:v>
                </c:pt>
                <c:pt idx="2050">
                  <c:v>this_humanoid_typhoon</c:v>
                </c:pt>
                <c:pt idx="2051">
                  <c:v>thisdoesntreallymatter</c:v>
                </c:pt>
                <c:pt idx="2052">
                  <c:v>thisdoesntmeananything</c:v>
                </c:pt>
                <c:pt idx="2053">
                  <c:v>this_cutie_can_dance</c:v>
                </c:pt>
                <c:pt idx="2054">
                  <c:v>thiscuriositycomplex</c:v>
                </c:pt>
                <c:pt idx="2055">
                  <c:v>thiscouldgethecticmate</c:v>
                </c:pt>
                <c:pt idx="2056">
                  <c:v>thischerryyouwilltaste</c:v>
                </c:pt>
                <c:pt idx="2057">
                  <c:v>thisbrightpilgrimage</c:v>
                </c:pt>
                <c:pt idx="2058">
                  <c:v>thisbloodyoathclothing</c:v>
                </c:pt>
                <c:pt idx="2059">
                  <c:v>thisbeautifultragedy</c:v>
                </c:pt>
                <c:pt idx="2060">
                  <c:v>this_beautiful_letdown</c:v>
                </c:pt>
                <c:pt idx="2061">
                  <c:v>this_beautiful_disaster_</c:v>
                </c:pt>
                <c:pt idx="2062">
                  <c:v>thisbeautifuldaymusic</c:v>
                </c:pt>
                <c:pt idx="2063">
                  <c:v>thisbeatingheartsbaby</c:v>
                </c:pt>
                <c:pt idx="2064">
                  <c:v>thisbaronhomicidesituation</c:v>
                </c:pt>
                <c:pt idx="2065">
                  <c:v>thirtydollarcreamcheese</c:v>
                </c:pt>
                <c:pt idx="2066">
                  <c:v>thirteenthfloortheband</c:v>
                </c:pt>
                <c:pt idx="2067">
                  <c:v>thirteenten_worldwide</c:v>
                </c:pt>
                <c:pt idx="2068">
                  <c:v>thirsting_for_revenge</c:v>
                </c:pt>
                <c:pt idx="2069">
                  <c:v>thirdtimesthecharm24</c:v>
                </c:pt>
                <c:pt idx="2070">
                  <c:v>thirdstonehendrixtribute</c:v>
                </c:pt>
                <c:pt idx="2071">
                  <c:v>thirdmoonfromjupiter</c:v>
                </c:pt>
                <c:pt idx="2072">
                  <c:v>thirdlittlebirdlostboy</c:v>
                </c:pt>
                <c:pt idx="2073">
                  <c:v>thirdlayout4time2dance</c:v>
                </c:pt>
                <c:pt idx="2074">
                  <c:v>thirdgenerationcollective</c:v>
                </c:pt>
                <c:pt idx="2075">
                  <c:v>thirdcoastunderground</c:v>
                </c:pt>
                <c:pt idx="2076">
                  <c:v>thinking_about_you_babe</c:v>
                </c:pt>
                <c:pt idx="2077">
                  <c:v>thinkerbell_stays_cute</c:v>
                </c:pt>
                <c:pt idx="2078">
                  <c:v>think_big_vote_small</c:v>
                </c:pt>
                <c:pt idx="2079">
                  <c:v>thinkbeforeyouspeakband</c:v>
                </c:pt>
                <c:pt idx="2080">
                  <c:v>think_before_you_speak</c:v>
                </c:pt>
                <c:pt idx="2081">
                  <c:v>think_before_speaking</c:v>
                </c:pt>
                <c:pt idx="2082">
                  <c:v>thingshaveneverbeenbetter</c:v>
                </c:pt>
                <c:pt idx="2083">
                  <c:v>thickyellowlastnamebrown</c:v>
                </c:pt>
                <c:pt idx="2084">
                  <c:v>thicksweetlikejiffy1</c:v>
                </c:pt>
                <c:pt idx="2085">
                  <c:v>thick_new_york_chick</c:v>
                </c:pt>
                <c:pt idx="2086">
                  <c:v>thickjuicyanddelicious</c:v>
                </c:pt>
                <c:pt idx="2087">
                  <c:v>thickdickmushroomtip</c:v>
                </c:pt>
                <c:pt idx="2088">
                  <c:v>thick_and_sexy_andrea</c:v>
                </c:pt>
                <c:pt idx="2089">
                  <c:v>thezombiehuntingsquad</c:v>
                </c:pt>
                <c:pt idx="2090">
                  <c:v>the_zombie_duck_roadshow</c:v>
                </c:pt>
                <c:pt idx="2091">
                  <c:v>thezionistconspiracy</c:v>
                </c:pt>
                <c:pt idx="2092">
                  <c:v>theywouldmakeyournamesing</c:v>
                </c:pt>
                <c:pt idx="2093">
                  <c:v>they_welcome_sabotage</c:v>
                </c:pt>
                <c:pt idx="2094">
                  <c:v>theytellmeimonecoolsob</c:v>
                </c:pt>
                <c:pt idx="2095">
                  <c:v>theyre_only_chasin_safety</c:v>
                </c:pt>
                <c:pt idx="2096">
                  <c:v>theyoungprofessional</c:v>
                </c:pt>
                <c:pt idx="2097">
                  <c:v>theyoungmenarerestless</c:v>
                </c:pt>
                <c:pt idx="2098">
                  <c:v>theyoungentrepreneur</c:v>
                </c:pt>
                <c:pt idx="2099">
                  <c:v>theyhavealwaysbeenthere</c:v>
                </c:pt>
                <c:pt idx="2100">
                  <c:v>they_fucking_love_that</c:v>
                </c:pt>
                <c:pt idx="2101">
                  <c:v>theyellowlighttheory</c:v>
                </c:pt>
                <c:pt idx="2102">
                  <c:v>theyellowishsummerevening</c:v>
                </c:pt>
                <c:pt idx="2103">
                  <c:v>theyellowbananapeople</c:v>
                </c:pt>
                <c:pt idx="2104">
                  <c:v>theyellowandgreenlidtops</c:v>
                </c:pt>
                <c:pt idx="2105">
                  <c:v>they_dont_understand</c:v>
                </c:pt>
                <c:pt idx="2106">
                  <c:v>theyclappedforjessica</c:v>
                </c:pt>
                <c:pt idx="2107">
                  <c:v>theycamefromplanet13</c:v>
                </c:pt>
                <c:pt idx="2108">
                  <c:v>theycallyourfailuresart</c:v>
                </c:pt>
                <c:pt idx="2109">
                  <c:v>theworldoutsideyourwindow</c:v>
                </c:pt>
                <c:pt idx="2110">
                  <c:v>theworldmetalalliance</c:v>
                </c:pt>
                <c:pt idx="2111">
                  <c:v>theworldhustlerchampion</c:v>
                </c:pt>
                <c:pt idx="2112">
                  <c:v>theworldcamecrashingdown</c:v>
                </c:pt>
                <c:pt idx="2113">
                  <c:v>theworldawaitsonline</c:v>
                </c:pt>
                <c:pt idx="2114">
                  <c:v>theworksrecordingstudio</c:v>
                </c:pt>
                <c:pt idx="2115">
                  <c:v>thewonderfulshelbyjane</c:v>
                </c:pt>
                <c:pt idx="2116">
                  <c:v>the_wonderful_disaster</c:v>
                </c:pt>
                <c:pt idx="2117">
                  <c:v>the_wonderful_babyboo</c:v>
                </c:pt>
                <c:pt idx="2118">
                  <c:v>thewitnessturntablist</c:v>
                </c:pt>
                <c:pt idx="2119">
                  <c:v>the_willie_jake_show</c:v>
                </c:pt>
                <c:pt idx="2120">
                  <c:v>the_willber_experience</c:v>
                </c:pt>
                <c:pt idx="2121">
                  <c:v>thewicketshitwillneverdie</c:v>
                </c:pt>
                <c:pt idx="2122">
                  <c:v>thewickedsilentknight</c:v>
                </c:pt>
                <c:pt idx="2123">
                  <c:v>the_whole_world_will_die</c:v>
                </c:pt>
                <c:pt idx="2124">
                  <c:v>thewhitespotteddemon</c:v>
                </c:pt>
                <c:pt idx="2125">
                  <c:v>the_white_power_ranger</c:v>
                </c:pt>
                <c:pt idx="2126">
                  <c:v>thewhitelightningriot</c:v>
                </c:pt>
                <c:pt idx="2127">
                  <c:v>thewhitekillerlobster</c:v>
                </c:pt>
                <c:pt idx="2128">
                  <c:v>thewhiteguythatcandance</c:v>
                </c:pt>
                <c:pt idx="2129">
                  <c:v>thewhitecoffinterrorlive</c:v>
                </c:pt>
                <c:pt idx="2130">
                  <c:v>the_whirlwind_lancer</c:v>
                </c:pt>
                <c:pt idx="2131">
                  <c:v>the_westville_footstomper</c:v>
                </c:pt>
                <c:pt idx="2132">
                  <c:v>the_west_island_princess</c:v>
                </c:pt>
                <c:pt idx="2133">
                  <c:v>the_weeping_guitarist</c:v>
                </c:pt>
                <c:pt idx="2134">
                  <c:v>theweddingnightdrummer</c:v>
                </c:pt>
                <c:pt idx="2135">
                  <c:v>theweddingandeventplanner</c:v>
                </c:pt>
                <c:pt idx="2136">
                  <c:v>theweatherreportmusic</c:v>
                </c:pt>
                <c:pt idx="2137">
                  <c:v>theweaselrunsatmidnight</c:v>
                </c:pt>
                <c:pt idx="2138">
                  <c:v>thewashingmachinedrier</c:v>
                </c:pt>
                <c:pt idx="2139">
                  <c:v>thewaltersmithproject</c:v>
                </c:pt>
                <c:pt idx="2140">
                  <c:v>thewalkmenawesomeness</c:v>
                </c:pt>
                <c:pt idx="2141">
                  <c:v>thewackywavinginflatablearmflailingtubemen</c:v>
                </c:pt>
                <c:pt idx="2142">
                  <c:v>the_volleyball_queen</c:v>
                </c:pt>
                <c:pt idx="2143">
                  <c:v>thevolatiledimension</c:v>
                </c:pt>
                <c:pt idx="2144">
                  <c:v>the_visual_sound_scope</c:v>
                </c:pt>
                <c:pt idx="2145">
                  <c:v>the_vintage_princess</c:v>
                </c:pt>
                <c:pt idx="2146">
                  <c:v>thevillagehornsection</c:v>
                </c:pt>
                <c:pt idx="2147">
                  <c:v>thevillagegreenpreservationsociety</c:v>
                </c:pt>
                <c:pt idx="2148">
                  <c:v>thevesperianconstruct</c:v>
                </c:pt>
                <c:pt idx="2149">
                  <c:v>the_very_important_person</c:v>
                </c:pt>
                <c:pt idx="2150">
                  <c:v>thevelvetundergroundmusic</c:v>
                </c:pt>
                <c:pt idx="2151">
                  <c:v>thevanityaffairmusic</c:v>
                </c:pt>
                <c:pt idx="2152">
                  <c:v>thevanityaffairgroup</c:v>
                </c:pt>
                <c:pt idx="2153">
                  <c:v>_the_vampire_slayer_</c:v>
                </c:pt>
                <c:pt idx="2154">
                  <c:v>thevagabondwillalwayslive</c:v>
                </c:pt>
                <c:pt idx="2155">
                  <c:v>theusuallusciousbeat</c:v>
                </c:pt>
                <c:pt idx="2156">
                  <c:v>theusualexistentialcrisis</c:v>
                </c:pt>
                <c:pt idx="2157">
                  <c:v>theurbanintellectual</c:v>
                </c:pt>
                <c:pt idx="2158">
                  <c:v>theuntruckablemudhole</c:v>
                </c:pt>
                <c:pt idx="2159">
                  <c:v>theuntraveledtravelguy</c:v>
                </c:pt>
                <c:pt idx="2160">
                  <c:v>theuntouchablehitman</c:v>
                </c:pt>
                <c:pt idx="2161">
                  <c:v>theuntouchable_angel</c:v>
                </c:pt>
                <c:pt idx="2162">
                  <c:v>theuntitledandunloved</c:v>
                </c:pt>
                <c:pt idx="2163">
                  <c:v>the_unsuspecting_victim</c:v>
                </c:pt>
                <c:pt idx="2164">
                  <c:v>the_unstoppable_playa</c:v>
                </c:pt>
                <c:pt idx="2165">
                  <c:v>theunspokenconscience</c:v>
                </c:pt>
                <c:pt idx="2166">
                  <c:v>theunsinkablemissevy</c:v>
                </c:pt>
                <c:pt idx="2167">
                  <c:v>theunpredictablechick</c:v>
                </c:pt>
                <c:pt idx="2168">
                  <c:v>theunknownshadow200</c:v>
                </c:pt>
                <c:pt idx="2169">
                  <c:v>the_unknown_darkness</c:v>
                </c:pt>
                <c:pt idx="2170">
                  <c:v>the_unknown_bestfriend</c:v>
                </c:pt>
                <c:pt idx="2171">
                  <c:v>theuniversalmindsocket</c:v>
                </c:pt>
                <c:pt idx="2172">
                  <c:v>theuniversalindicator</c:v>
                </c:pt>
                <c:pt idx="2173">
                  <c:v>theunicornrainbowconnection</c:v>
                </c:pt>
                <c:pt idx="2174">
                  <c:v>theunicorndictionary</c:v>
                </c:pt>
                <c:pt idx="2175">
                  <c:v>theunforgivenaggression</c:v>
                </c:pt>
                <c:pt idx="2176">
                  <c:v>theunforgivabletouch</c:v>
                </c:pt>
                <c:pt idx="2177">
                  <c:v>the_unforgetable_sinner</c:v>
                </c:pt>
                <c:pt idx="2178">
                  <c:v>theunforgetableforgotten</c:v>
                </c:pt>
                <c:pt idx="2179">
                  <c:v>the_unforeseen_crisis</c:v>
                </c:pt>
                <c:pt idx="2180">
                  <c:v>theunforecastedstorm</c:v>
                </c:pt>
                <c:pt idx="2181">
                  <c:v>theunfinishedsympathy</c:v>
                </c:pt>
                <c:pt idx="2182">
                  <c:v>theunfinishedstory9</c:v>
                </c:pt>
                <c:pt idx="2183">
                  <c:v>the_unexpected_fellow</c:v>
                </c:pt>
                <c:pt idx="2184">
                  <c:v>the_unexamined_life_09</c:v>
                </c:pt>
                <c:pt idx="2185">
                  <c:v>the_undisputed_prince</c:v>
                </c:pt>
                <c:pt idx="2186">
                  <c:v>theundertonerockmusic</c:v>
                </c:pt>
                <c:pt idx="2187">
                  <c:v>theunderstandingbitch</c:v>
                </c:pt>
                <c:pt idx="2188">
                  <c:v>theunderlyingweakness</c:v>
                </c:pt>
                <c:pt idx="2189">
                  <c:v>the_underlying_reason</c:v>
                </c:pt>
                <c:pt idx="2190">
                  <c:v>theundergroundsundown</c:v>
                </c:pt>
                <c:pt idx="2191">
                  <c:v>theundergroundsoundmag</c:v>
                </c:pt>
                <c:pt idx="2192">
                  <c:v>theundergroundpriest</c:v>
                </c:pt>
                <c:pt idx="2193">
                  <c:v>theundergroundnation</c:v>
                </c:pt>
                <c:pt idx="2194">
                  <c:v>theundergroundhustle</c:v>
                </c:pt>
                <c:pt idx="2195">
                  <c:v>theundergroundconcrete</c:v>
                </c:pt>
                <c:pt idx="2196">
                  <c:v>the_undercover_anti_snob</c:v>
                </c:pt>
                <c:pt idx="2197">
                  <c:v>theundecidedrockband</c:v>
                </c:pt>
                <c:pt idx="2198">
                  <c:v>theundecidedpunkrock</c:v>
                </c:pt>
                <c:pt idx="2199">
                  <c:v>theunclebillroachband</c:v>
                </c:pt>
                <c:pt idx="2200">
                  <c:v>theunbreakableaddictionrock</c:v>
                </c:pt>
                <c:pt idx="2201">
                  <c:v>theunbelievablecinematiccrash</c:v>
                </c:pt>
                <c:pt idx="2202">
                  <c:v>theultravioletlimbardis</c:v>
                </c:pt>
                <c:pt idx="2203">
                  <c:v>theultimatetrancealbum</c:v>
                </c:pt>
                <c:pt idx="2204">
                  <c:v>theultimatestackingadventure</c:v>
                </c:pt>
                <c:pt idx="2205">
                  <c:v>theultimatepinkprincess</c:v>
                </c:pt>
                <c:pt idx="2206">
                  <c:v>theultimatepimpingpirate</c:v>
                </c:pt>
                <c:pt idx="2207">
                  <c:v>the_ultimate_outcast</c:v>
                </c:pt>
                <c:pt idx="2208">
                  <c:v>theultimatenightmare</c:v>
                </c:pt>
                <c:pt idx="2209">
                  <c:v>theultimatemoneymaker</c:v>
                </c:pt>
                <c:pt idx="2210">
                  <c:v>theultimatelostromantic</c:v>
                </c:pt>
                <c:pt idx="2211">
                  <c:v>theultimatelifeguard</c:v>
                </c:pt>
                <c:pt idx="2212">
                  <c:v>the_ultimate_life_form</c:v>
                </c:pt>
                <c:pt idx="2213">
                  <c:v>the__ultimate__life__form</c:v>
                </c:pt>
                <c:pt idx="2214">
                  <c:v>theultimateforumtocome</c:v>
                </c:pt>
                <c:pt idx="2215">
                  <c:v>theultimatefisherman</c:v>
                </c:pt>
                <c:pt idx="2216">
                  <c:v>theultimatechickband</c:v>
                </c:pt>
                <c:pt idx="2217">
                  <c:v>the_udder_conspiracy_theo</c:v>
                </c:pt>
                <c:pt idx="2218">
                  <c:v>theturtlegottherefirst</c:v>
                </c:pt>
                <c:pt idx="2219">
                  <c:v>thetruthdoesntexist247</c:v>
                </c:pt>
                <c:pt idx="2220">
                  <c:v>thetruthbehindgreatness</c:v>
                </c:pt>
                <c:pt idx="2221">
                  <c:v>thetruthaboutstrange</c:v>
                </c:pt>
                <c:pt idx="2222">
                  <c:v>thetruth07now_you_know</c:v>
                </c:pt>
                <c:pt idx="2223">
                  <c:v>the_true_ghost_rider</c:v>
                </c:pt>
                <c:pt idx="2224">
                  <c:v>the_true_fruity_pebble</c:v>
                </c:pt>
                <c:pt idx="2225">
                  <c:v>thetrueerinkatherine</c:v>
                </c:pt>
                <c:pt idx="2226">
                  <c:v>thetrueblueeyeddevil</c:v>
                </c:pt>
                <c:pt idx="2227">
                  <c:v>the_true_beauty_within</c:v>
                </c:pt>
                <c:pt idx="2228">
                  <c:v>thetripoddrinkingcompany</c:v>
                </c:pt>
                <c:pt idx="2229">
                  <c:v>the_trickster_priest</c:v>
                </c:pt>
                <c:pt idx="2230">
                  <c:v>thetremblingbluestar2</c:v>
                </c:pt>
                <c:pt idx="2231">
                  <c:v>thetraviscountyuprising</c:v>
                </c:pt>
                <c:pt idx="2232">
                  <c:v>the_travelling_lemon</c:v>
                </c:pt>
                <c:pt idx="2233">
                  <c:v>thetransportassembly</c:v>
                </c:pt>
                <c:pt idx="2234">
                  <c:v>thetranquilcogitator</c:v>
                </c:pt>
                <c:pt idx="2235">
                  <c:v>thetrackteammusicandsound</c:v>
                </c:pt>
                <c:pt idx="2236">
                  <c:v>thetonyrichprojectofficial</c:v>
                </c:pt>
                <c:pt idx="2237">
                  <c:v>thetommykippingexperience</c:v>
                </c:pt>
                <c:pt idx="2238">
                  <c:v>the_token_black_guy1</c:v>
                </c:pt>
                <c:pt idx="2239">
                  <c:v>thetinfoilhatsociety</c:v>
                </c:pt>
                <c:pt idx="2240">
                  <c:v>thetightwoundbitchstar</c:v>
                </c:pt>
                <c:pt idx="2241">
                  <c:v>thetightpantsmassacre</c:v>
                </c:pt>
                <c:pt idx="2242">
                  <c:v>theticallionstallion</c:v>
                </c:pt>
                <c:pt idx="2243">
                  <c:v>thethreethatstayedhood</c:v>
                </c:pt>
                <c:pt idx="2244">
                  <c:v>thethreemusketeerspa</c:v>
                </c:pt>
                <c:pt idx="2245">
                  <c:v>thethreeamigosstrikeback</c:v>
                </c:pt>
                <c:pt idx="2246">
                  <c:v>thethreeamigosfrompittsburgh</c:v>
                </c:pt>
                <c:pt idx="2247">
                  <c:v>the_thrash_metal_king</c:v>
                </c:pt>
                <c:pt idx="2248">
                  <c:v>thethirteenthtimezone</c:v>
                </c:pt>
                <c:pt idx="2249">
                  <c:v>thethirstyturtlestamford</c:v>
                </c:pt>
                <c:pt idx="2250">
                  <c:v>thetentsofasleepingarmy</c:v>
                </c:pt>
                <c:pt idx="2251">
                  <c:v>thetemptingmandywilson</c:v>
                </c:pt>
                <c:pt idx="2252">
                  <c:v>thetemperamentalgoat</c:v>
                </c:pt>
                <c:pt idx="2253">
                  <c:v>theteenagefallsessions</c:v>
                </c:pt>
                <c:pt idx="2254">
                  <c:v>thetattoounderground</c:v>
                </c:pt>
                <c:pt idx="2255">
                  <c:v>the_tapes_other_side</c:v>
                </c:pt>
                <c:pt idx="2256">
                  <c:v>thetallahasseenative</c:v>
                </c:pt>
                <c:pt idx="2257">
                  <c:v>thetalentedmistergreen</c:v>
                </c:pt>
                <c:pt idx="2258">
                  <c:v>thetabloidjournalistfiasco</c:v>
                </c:pt>
                <c:pt idx="2259">
                  <c:v>theswordthatwasbroken</c:v>
                </c:pt>
                <c:pt idx="2260">
                  <c:v>thesweetmeatloveandholycult</c:v>
                </c:pt>
                <c:pt idx="2261">
                  <c:v>thesweetgingershow0</c:v>
                </c:pt>
                <c:pt idx="2262">
                  <c:v>thesweetfreshmanlife</c:v>
                </c:pt>
                <c:pt idx="2263">
                  <c:v>thesweetandinnocentone</c:v>
                </c:pt>
                <c:pt idx="2264">
                  <c:v>thesweatervestmovement</c:v>
                </c:pt>
                <c:pt idx="2265">
                  <c:v>theswankygoosespirateship</c:v>
                </c:pt>
                <c:pt idx="2266">
                  <c:v>thesurfriderfoundation</c:v>
                </c:pt>
                <c:pt idx="2267">
                  <c:v>the_supreme_overlord</c:v>
                </c:pt>
                <c:pt idx="2268">
                  <c:v>thesupremedynamicduo</c:v>
                </c:pt>
                <c:pt idx="2269">
                  <c:v>thesuperstartradesman1</c:v>
                </c:pt>
                <c:pt idx="2270">
                  <c:v>the_superstar_tradesman</c:v>
                </c:pt>
                <c:pt idx="2271">
                  <c:v>thesupermothereffingrobot</c:v>
                </c:pt>
                <c:pt idx="2272">
                  <c:v>thesuperiorjakesmith</c:v>
                </c:pt>
                <c:pt idx="2273">
                  <c:v>thesuperhottestmusic2005</c:v>
                </c:pt>
                <c:pt idx="2274">
                  <c:v>thesuperhappyfuntimesquad</c:v>
                </c:pt>
                <c:pt idx="2275">
                  <c:v>thesuperfreshpowersquad</c:v>
                </c:pt>
                <c:pt idx="2276">
                  <c:v>thesuperfreakmindmeltdown</c:v>
                </c:pt>
                <c:pt idx="2277">
                  <c:v>thesuperfreak1235335</c:v>
                </c:pt>
                <c:pt idx="2278">
                  <c:v>the_super_amazing_puff</c:v>
                </c:pt>
                <c:pt idx="2279">
                  <c:v>the_sun_tan_superman</c:v>
                </c:pt>
                <c:pt idx="2280">
                  <c:v>thesunnydaycoalition</c:v>
                </c:pt>
                <c:pt idx="2281">
                  <c:v>thesunneverstopssetting</c:v>
                </c:pt>
                <c:pt idx="2282">
                  <c:v>thesummoneranimasola</c:v>
                </c:pt>
                <c:pt idx="2283">
                  <c:v>thesummitstudentministry</c:v>
                </c:pt>
                <c:pt idx="2284">
                  <c:v>thesummerproject200</c:v>
                </c:pt>
                <c:pt idx="2285">
                  <c:v>thesuicidejournalist</c:v>
                </c:pt>
                <c:pt idx="2286">
                  <c:v>thesuicideassistancesquad</c:v>
                </c:pt>
                <c:pt idx="2287">
                  <c:v>thesuicidaljellybaby</c:v>
                </c:pt>
                <c:pt idx="2288">
                  <c:v>thesuffocatingnightmare</c:v>
                </c:pt>
                <c:pt idx="2289">
                  <c:v>thesubmissionmusician</c:v>
                </c:pt>
                <c:pt idx="2290">
                  <c:v>thestrychninequintet</c:v>
                </c:pt>
                <c:pt idx="2291">
                  <c:v>the_struggling_artist</c:v>
                </c:pt>
                <c:pt idx="2292">
                  <c:v>thestrollinghospitaler</c:v>
                </c:pt>
                <c:pt idx="2293">
                  <c:v>the_street_wise_pussy</c:v>
                </c:pt>
                <c:pt idx="2294">
                  <c:v>thestratonexperience</c:v>
                </c:pt>
                <c:pt idx="2295">
                  <c:v>thestraininteractivemag</c:v>
                </c:pt>
                <c:pt idx="2296">
                  <c:v>thestraightrazorriot</c:v>
                </c:pt>
                <c:pt idx="2297">
                  <c:v>thestorytellingprincess</c:v>
                </c:pt>
                <c:pt idx="2298">
                  <c:v>thestorybehindnumber11</c:v>
                </c:pt>
                <c:pt idx="2299">
                  <c:v>thestormentertainment</c:v>
                </c:pt>
                <c:pt idx="2300">
                  <c:v>thestockholmunderground</c:v>
                </c:pt>
                <c:pt idx="2301">
                  <c:v>thestitchandframeshop</c:v>
                </c:pt>
                <c:pt idx="2302">
                  <c:v>thestilettoformal123</c:v>
                </c:pt>
                <c:pt idx="2303">
                  <c:v>thestevenhawkingexperience</c:v>
                </c:pt>
                <c:pt idx="2304">
                  <c:v>thestephenfriedmanexperience</c:v>
                </c:pt>
                <c:pt idx="2305">
                  <c:v>thesteelscreamproject</c:v>
                </c:pt>
                <c:pt idx="2306">
                  <c:v>the_starburst_mistress</c:v>
                </c:pt>
                <c:pt idx="2307">
                  <c:v>thestandardlampsessions</c:v>
                </c:pt>
                <c:pt idx="2308">
                  <c:v>thestaffingauthority</c:v>
                </c:pt>
                <c:pt idx="2309">
                  <c:v>thesquirrelswillgetyou</c:v>
                </c:pt>
                <c:pt idx="2310">
                  <c:v>thesquirrelstalktome</c:v>
                </c:pt>
                <c:pt idx="2311">
                  <c:v>thespringminedisaster</c:v>
                </c:pt>
                <c:pt idx="2312">
                  <c:v>thespringfieldrockfest3</c:v>
                </c:pt>
                <c:pt idx="2313">
                  <c:v>thespringfallconspiracy</c:v>
                </c:pt>
                <c:pt idx="2314">
                  <c:v>the_spreading_disease</c:v>
                </c:pt>
                <c:pt idx="2315">
                  <c:v>the_spitfire_you_fear</c:v>
                </c:pt>
                <c:pt idx="2316">
                  <c:v>the_spiritual_knight</c:v>
                </c:pt>
                <c:pt idx="2317">
                  <c:v>thespiritualgangster</c:v>
                </c:pt>
                <c:pt idx="2318">
                  <c:v>thespectacularwarrior</c:v>
                </c:pt>
                <c:pt idx="2319">
                  <c:v>thespacethatgodbuilt</c:v>
                </c:pt>
                <c:pt idx="2320">
                  <c:v>thespaceforlonelypeople</c:v>
                </c:pt>
                <c:pt idx="2321">
                  <c:v>thesouthwillriseagain89</c:v>
                </c:pt>
                <c:pt idx="2322">
                  <c:v>thesouthwillriseagain9</c:v>
                </c:pt>
                <c:pt idx="2323">
                  <c:v>TheSouthWillRiseAgain2010</c:v>
                </c:pt>
                <c:pt idx="2324">
                  <c:v>thesouthwillraiseagain</c:v>
                </c:pt>
                <c:pt idx="2325">
                  <c:v>the_south_will_arise_101</c:v>
                </c:pt>
                <c:pt idx="2326">
                  <c:v>thesouthjerseyfolkrevival</c:v>
                </c:pt>
                <c:pt idx="2327">
                  <c:v>thesounddistillation</c:v>
                </c:pt>
                <c:pt idx="2328">
                  <c:v>thesoundcheckexplosion</c:v>
                </c:pt>
                <c:pt idx="2329">
                  <c:v>thesophomorejinxgent</c:v>
                </c:pt>
                <c:pt idx="2330">
                  <c:v>the_sophisticate_mag</c:v>
                </c:pt>
                <c:pt idx="2331">
                  <c:v>thesoontobearchitect</c:v>
                </c:pt>
                <c:pt idx="2332">
                  <c:v>thesonnymoormangroup</c:v>
                </c:pt>
                <c:pt idx="2333">
                  <c:v>thesoloretrospective</c:v>
                </c:pt>
                <c:pt idx="2334">
                  <c:v>the_solitary_mayfield</c:v>
                </c:pt>
                <c:pt idx="2335">
                  <c:v>thesolidstateproject</c:v>
                </c:pt>
                <c:pt idx="2336">
                  <c:v>the_soccer_playing_chino</c:v>
                </c:pt>
                <c:pt idx="2337">
                  <c:v>thesmokingdogriverview</c:v>
                </c:pt>
                <c:pt idx="2338">
                  <c:v>thesmokingappreciationsoc</c:v>
                </c:pt>
                <c:pt idx="2339">
                  <c:v>thesmokestackorchestra</c:v>
                </c:pt>
                <c:pt idx="2340">
                  <c:v>thesmileprettyfiringsquad</c:v>
                </c:pt>
                <c:pt idx="2341">
                  <c:v>thesmalltowndisaster</c:v>
                </c:pt>
                <c:pt idx="2342">
                  <c:v>the_small_hufflepuff</c:v>
                </c:pt>
                <c:pt idx="2343">
                  <c:v>theslipknotaddiction</c:v>
                </c:pt>
                <c:pt idx="2344">
                  <c:v>thesleepysoundsoftown</c:v>
                </c:pt>
                <c:pt idx="2345">
                  <c:v>thesleepwalkingprincess</c:v>
                </c:pt>
                <c:pt idx="2346">
                  <c:v>thesleepandmemoryfader</c:v>
                </c:pt>
                <c:pt idx="2347">
                  <c:v>the_sky_aint_always_blue</c:v>
                </c:pt>
                <c:pt idx="2348">
                  <c:v>theskidmorebandersnatchers</c:v>
                </c:pt>
                <c:pt idx="2349">
                  <c:v>the_skatepunk_penguin</c:v>
                </c:pt>
                <c:pt idx="2350">
                  <c:v>theskateboardindustry</c:v>
                </c:pt>
                <c:pt idx="2351">
                  <c:v>theskateboardhimself</c:v>
                </c:pt>
                <c:pt idx="2352">
                  <c:v>thesixtybilliondollarman</c:v>
                </c:pt>
                <c:pt idx="2353">
                  <c:v>thesixmilliondollarband</c:v>
                </c:pt>
                <c:pt idx="2354">
                  <c:v>thesituationcommittee</c:v>
                </c:pt>
                <c:pt idx="2355">
                  <c:v>thesingersongwriter202</c:v>
                </c:pt>
                <c:pt idx="2356">
                  <c:v>the_simpsons_ralph_wiggum</c:v>
                </c:pt>
                <c:pt idx="2357">
                  <c:v>thesimpsonsareyellow</c:v>
                </c:pt>
                <c:pt idx="2358">
                  <c:v>the_simpson_fanatic_page</c:v>
                </c:pt>
                <c:pt idx="2359">
                  <c:v>the_simpson_collector</c:v>
                </c:pt>
                <c:pt idx="2360">
                  <c:v>thesilverdollarstory</c:v>
                </c:pt>
                <c:pt idx="2361">
                  <c:v>thesilentprogression</c:v>
                </c:pt>
                <c:pt idx="2362">
                  <c:v>the_silent_one_alive</c:v>
                </c:pt>
                <c:pt idx="2363">
                  <c:v>thesignmanconspiracy</c:v>
                </c:pt>
                <c:pt idx="2364">
                  <c:v>thesideshowconnectsite</c:v>
                </c:pt>
                <c:pt idx="2365">
                  <c:v>the_sickness_must_end</c:v>
                </c:pt>
                <c:pt idx="2366">
                  <c:v>the_show_stopper_drew</c:v>
                </c:pt>
                <c:pt idx="2367">
                  <c:v>theshomaxloveconnection</c:v>
                </c:pt>
                <c:pt idx="2368">
                  <c:v>theshaunsibbesproject</c:v>
                </c:pt>
                <c:pt idx="2369">
                  <c:v>theshallowheartsclub</c:v>
                </c:pt>
                <c:pt idx="2370">
                  <c:v>theshakespeareanprimate</c:v>
                </c:pt>
                <c:pt idx="2371">
                  <c:v>theshadyrumorbandsite</c:v>
                </c:pt>
                <c:pt idx="2372">
                  <c:v>the_shadow_dark_link</c:v>
                </c:pt>
                <c:pt idx="2373">
                  <c:v>the_sexybeast_nextdoor</c:v>
                </c:pt>
                <c:pt idx="2374">
                  <c:v>the_sexual_revolution</c:v>
                </c:pt>
                <c:pt idx="2375">
                  <c:v>thesethingsarewaygay</c:v>
                </c:pt>
                <c:pt idx="2376">
                  <c:v>thesesleepingdogswontlie</c:v>
                </c:pt>
                <c:pt idx="2377">
                  <c:v>theserendipityclub_200</c:v>
                </c:pt>
                <c:pt idx="2378">
                  <c:v>thesedistortedhearts</c:v>
                </c:pt>
                <c:pt idx="2379">
                  <c:v>the_secret_life_01</c:v>
                </c:pt>
                <c:pt idx="2380">
                  <c:v>the_secret_admirer101</c:v>
                </c:pt>
                <c:pt idx="2381">
                  <c:v>the_second_white_boy</c:v>
                </c:pt>
                <c:pt idx="2382">
                  <c:v>thesecondrenaissance</c:v>
                </c:pt>
                <c:pt idx="2383">
                  <c:v>thesecondchancemovie</c:v>
                </c:pt>
                <c:pt idx="2384">
                  <c:v>thesecolorsdontrun14</c:v>
                </c:pt>
                <c:pt idx="2385">
                  <c:v>thesebrokenwingsaremine</c:v>
                </c:pt>
                <c:pt idx="2386">
                  <c:v>these_are_happy_times</c:v>
                </c:pt>
                <c:pt idx="2387">
                  <c:v>theseahorseorchestra</c:v>
                </c:pt>
                <c:pt idx="2388">
                  <c:v>theseafordrockandjazzorchestra</c:v>
                </c:pt>
                <c:pt idx="2389">
                  <c:v>thescreaminghippopotamus</c:v>
                </c:pt>
                <c:pt idx="2390">
                  <c:v>thescottishmasterblaster</c:v>
                </c:pt>
                <c:pt idx="2391">
                  <c:v>thescottiewilsonshow</c:v>
                </c:pt>
                <c:pt idx="2392">
                  <c:v>thescientificmethod1</c:v>
                </c:pt>
                <c:pt idx="2393">
                  <c:v>the_schizophrenic_maniac</c:v>
                </c:pt>
                <c:pt idx="2394">
                  <c:v>the_scene_aesthetic_2</c:v>
                </c:pt>
                <c:pt idx="2395">
                  <c:v>the_scary_angry_monkey</c:v>
                </c:pt>
                <c:pt idx="2396">
                  <c:v>the_scarlet_pimpernel_1</c:v>
                </c:pt>
                <c:pt idx="2397">
                  <c:v>thescarecrowministry</c:v>
                </c:pt>
                <c:pt idx="2398">
                  <c:v>the_scandalous_bitch</c:v>
                </c:pt>
                <c:pt idx="2399">
                  <c:v>thesardonicpestilence</c:v>
                </c:pt>
                <c:pt idx="2400">
                  <c:v>thesarcasticprincess</c:v>
                </c:pt>
                <c:pt idx="2401">
                  <c:v>thesandcastlecontest</c:v>
                </c:pt>
                <c:pt idx="2402">
                  <c:v>thesamhallpackexplosion</c:v>
                </c:pt>
                <c:pt idx="2403">
                  <c:v>thesalvationairforce</c:v>
                </c:pt>
                <c:pt idx="2404">
                  <c:v>thesadmonkeysarebraindead</c:v>
                </c:pt>
                <c:pt idx="2405">
                  <c:v>theroyalpriesthood912</c:v>
                </c:pt>
                <c:pt idx="2406">
                  <c:v>theroyalphilharmonicorchestra</c:v>
                </c:pt>
                <c:pt idx="2407">
                  <c:v>theroyalfreshnessherself</c:v>
                </c:pt>
                <c:pt idx="2408">
                  <c:v>therosebudgeneration</c:v>
                </c:pt>
                <c:pt idx="2409">
                  <c:v>therockymartinezband</c:v>
                </c:pt>
                <c:pt idx="2410">
                  <c:v>therockneverstopsbrother</c:v>
                </c:pt>
                <c:pt idx="2411">
                  <c:v>the_rocking_revolution45</c:v>
                </c:pt>
                <c:pt idx="2412">
                  <c:v>therocketleavinghome</c:v>
                </c:pt>
                <c:pt idx="2413">
                  <c:v>the_roadlesstraveled</c:v>
                </c:pt>
                <c:pt idx="2414">
                  <c:v>the_ritual_foreverlast</c:v>
                </c:pt>
                <c:pt idx="2415">
                  <c:v>therisingphoenixinstitute</c:v>
                </c:pt>
                <c:pt idx="2416">
                  <c:v>therightwaytop10video</c:v>
                </c:pt>
                <c:pt idx="2417">
                  <c:v>the_righteous_experience</c:v>
                </c:pt>
                <c:pt idx="2418">
                  <c:v>therighteousalliance</c:v>
                </c:pt>
                <c:pt idx="2419">
                  <c:v>therightdirectionband</c:v>
                </c:pt>
                <c:pt idx="2420">
                  <c:v>thereverendbenbranch</c:v>
                </c:pt>
                <c:pt idx="2421">
                  <c:v>the_rest__will_follow</c:v>
                </c:pt>
                <c:pt idx="2422">
                  <c:v>therestwasjustsilence</c:v>
                </c:pt>
                <c:pt idx="2423">
                  <c:v>theressumthingaboutmary</c:v>
                </c:pt>
                <c:pt idx="2424">
                  <c:v>theres_sumthin_bout_terry</c:v>
                </c:pt>
                <c:pt idx="2425">
                  <c:v>theres_sum1_behind_you</c:v>
                </c:pt>
                <c:pt idx="2426">
                  <c:v>theressomethingaboutmelly</c:v>
                </c:pt>
                <c:pt idx="2427">
                  <c:v>theressomethingaboutjen</c:v>
                </c:pt>
                <c:pt idx="2428">
                  <c:v>theresonlyonedannyweaver</c:v>
                </c:pt>
                <c:pt idx="2429">
                  <c:v>theres_more_2_life_than_</c:v>
                </c:pt>
                <c:pt idx="2430">
                  <c:v>the_resident_rockstar</c:v>
                </c:pt>
                <c:pt idx="2431">
                  <c:v>thereservedindiemajig</c:v>
                </c:pt>
                <c:pt idx="2432">
                  <c:v>theresearchaffection</c:v>
                </c:pt>
                <c:pt idx="2433">
                  <c:v>theresastoryinhereyes</c:v>
                </c:pt>
                <c:pt idx="2434">
                  <c:v>theres_always_next_year</c:v>
                </c:pt>
                <c:pt idx="2435">
                  <c:v>theresahungryhippoabout</c:v>
                </c:pt>
                <c:pt idx="2436">
                  <c:v>theresaherostuckinside</c:v>
                </c:pt>
                <c:pt idx="2437">
                  <c:v>theresabombunderyourseat</c:v>
                </c:pt>
                <c:pt idx="2438">
                  <c:v>therepublicproduction</c:v>
                </c:pt>
                <c:pt idx="2439">
                  <c:v>therepublicandanceparty</c:v>
                </c:pt>
                <c:pt idx="2440">
                  <c:v>theremainingattitude</c:v>
                </c:pt>
                <c:pt idx="2441">
                  <c:v>therelaxedexperience</c:v>
                </c:pt>
                <c:pt idx="2442">
                  <c:v>there_just_all_jealous</c:v>
                </c:pt>
                <c:pt idx="2443">
                  <c:v>there_goes_everything</c:v>
                </c:pt>
                <c:pt idx="2444">
                  <c:v>there_goes_another_one</c:v>
                </c:pt>
                <c:pt idx="2445">
                  <c:v>there_for_you_forever</c:v>
                </c:pt>
                <c:pt idx="2446">
                  <c:v>theredheadlittlegirl</c:v>
                </c:pt>
                <c:pt idx="2447">
                  <c:v>therecyclecollective</c:v>
                </c:pt>
                <c:pt idx="2448">
                  <c:v>therebelflagwillflyagain</c:v>
                </c:pt>
                <c:pt idx="2449">
                  <c:v>the_real_young_blaze</c:v>
                </c:pt>
                <c:pt idx="2450">
                  <c:v>the_real_world_key_west</c:v>
                </c:pt>
                <c:pt idx="2451">
                  <c:v>the_real_white_girl91</c:v>
                </c:pt>
                <c:pt idx="2452">
                  <c:v>the_real_total_package</c:v>
                </c:pt>
                <c:pt idx="2453">
                  <c:v>the_real_ted_striker</c:v>
                </c:pt>
                <c:pt idx="2454">
                  <c:v>the_real_silversurfer</c:v>
                </c:pt>
                <c:pt idx="2455">
                  <c:v>the_real_sara_paxton</c:v>
                </c:pt>
                <c:pt idx="2456">
                  <c:v>the_real_reborn_metal</c:v>
                </c:pt>
                <c:pt idx="2457">
                  <c:v>the_real_randy_marsh</c:v>
                </c:pt>
                <c:pt idx="2458">
                  <c:v>the_real_pretty_ricky</c:v>
                </c:pt>
                <c:pt idx="2459">
                  <c:v>the_real_pink_panther</c:v>
                </c:pt>
                <c:pt idx="2460">
                  <c:v>the_real_orange_county</c:v>
                </c:pt>
                <c:pt idx="2461">
                  <c:v>the_real_northern_chris</c:v>
                </c:pt>
                <c:pt idx="2462">
                  <c:v>the_real_masterchief</c:v>
                </c:pt>
                <c:pt idx="2463">
                  <c:v>the_real_lauren_conrad1</c:v>
                </c:pt>
                <c:pt idx="2464">
                  <c:v>the_real_kyle_orlando_</c:v>
                </c:pt>
                <c:pt idx="2465">
                  <c:v>the.real.kobe.stopper</c:v>
                </c:pt>
                <c:pt idx="2466">
                  <c:v>the_real_hilary_duff1</c:v>
                </c:pt>
                <c:pt idx="2467">
                  <c:v>the_real_high_king_peter</c:v>
                </c:pt>
                <c:pt idx="2468">
                  <c:v>the_real_hello_kitty1910</c:v>
                </c:pt>
                <c:pt idx="2469">
                  <c:v>the_real_greenday_911</c:v>
                </c:pt>
                <c:pt idx="2470">
                  <c:v>the_real_ghost_rider</c:v>
                </c:pt>
                <c:pt idx="2471">
                  <c:v>the_realest_star4eva</c:v>
                </c:pt>
                <c:pt idx="2472">
                  <c:v>therealestpimpstress</c:v>
                </c:pt>
                <c:pt idx="2473">
                  <c:v>therealestfemaleyouknow</c:v>
                </c:pt>
                <c:pt idx="2474">
                  <c:v>the_real_edgecrusher</c:v>
                </c:pt>
                <c:pt idx="2475">
                  <c:v>the_real_duo_maxwell</c:v>
                </c:pt>
                <c:pt idx="2476">
                  <c:v>the_real_dancing_queen</c:v>
                </c:pt>
                <c:pt idx="2477">
                  <c:v>the_real_cheetah_girl_</c:v>
                </c:pt>
                <c:pt idx="2478">
                  <c:v>the_real_blue_ranger</c:v>
                </c:pt>
                <c:pt idx="2479">
                  <c:v>the_realblackwallstreet</c:v>
                </c:pt>
                <c:pt idx="2480">
                  <c:v>the_real_barbie_9491</c:v>
                </c:pt>
                <c:pt idx="2481">
                  <c:v>the_real_bandit_king</c:v>
                </c:pt>
                <c:pt idx="2482">
                  <c:v>therealandonlyscarface</c:v>
                </c:pt>
                <c:pt idx="2483">
                  <c:v>the_real_and_only_kristin</c:v>
                </c:pt>
                <c:pt idx="2484">
                  <c:v>the_rare_black_hippo</c:v>
                </c:pt>
                <c:pt idx="2485">
                  <c:v>therapperjessethomas</c:v>
                </c:pt>
                <c:pt idx="2486">
                  <c:v>therantingsofaretard</c:v>
                </c:pt>
                <c:pt idx="2487">
                  <c:v>therandypinkprincess</c:v>
                </c:pt>
                <c:pt idx="2488">
                  <c:v>therandygreenexperience</c:v>
                </c:pt>
                <c:pt idx="2489">
                  <c:v>therandomnoiseorchestra</c:v>
                </c:pt>
                <c:pt idx="2490">
                  <c:v>therandomguitarplayer</c:v>
                </c:pt>
                <c:pt idx="2491">
                  <c:v>the_random_christian_one</c:v>
                </c:pt>
                <c:pt idx="2492">
                  <c:v>therainymorningbluesband</c:v>
                </c:pt>
                <c:pt idx="2493">
                  <c:v>therainthatstumbledhome</c:v>
                </c:pt>
                <c:pt idx="2494">
                  <c:v>therainbandmanchester</c:v>
                </c:pt>
                <c:pt idx="2495">
                  <c:v>theragdolleffectmusic</c:v>
                </c:pt>
                <c:pt idx="2496">
                  <c:v>theradicalnoiseaddiction</c:v>
                </c:pt>
                <c:pt idx="2497">
                  <c:v>therabiddogmaproject</c:v>
                </c:pt>
                <c:pt idx="2498">
                  <c:v>TheQuixoticBacchanalian</c:v>
                </c:pt>
                <c:pt idx="2499">
                  <c:v>thequantumsingularity</c:v>
                </c:pt>
                <c:pt idx="2500">
                  <c:v>thepussyfeelgooddoctor</c:v>
                </c:pt>
                <c:pt idx="2501">
                  <c:v>thepurplepeopleproject</c:v>
                </c:pt>
                <c:pt idx="2502">
                  <c:v>thepunkrockguitarplayer</c:v>
                </c:pt>
                <c:pt idx="2503">
                  <c:v>the_pumpkin_queen_1</c:v>
                </c:pt>
                <c:pt idx="2504">
                  <c:v>the_pulse_from_your_brain</c:v>
                </c:pt>
                <c:pt idx="2505">
                  <c:v>the_psychotic_darkness</c:v>
                </c:pt>
                <c:pt idx="2506">
                  <c:v>thepsychopathicmidget</c:v>
                </c:pt>
                <c:pt idx="2507">
                  <c:v>theprovincialarchive</c:v>
                </c:pt>
                <c:pt idx="2508">
                  <c:v>theprophetdoomlicker11</c:v>
                </c:pt>
                <c:pt idx="2509">
                  <c:v>theprolegendmovement</c:v>
                </c:pt>
                <c:pt idx="2510">
                  <c:v>theprofessionalmodel</c:v>
                </c:pt>
                <c:pt idx="2511">
                  <c:v>the_professionaljellyfish</c:v>
                </c:pt>
                <c:pt idx="2512">
                  <c:v>theprocrastinatinggigolo</c:v>
                </c:pt>
                <c:pt idx="2513">
                  <c:v>the_problem_since_88</c:v>
                </c:pt>
                <c:pt idx="2514">
                  <c:v>the_problem_child_90</c:v>
                </c:pt>
                <c:pt idx="2515">
                  <c:v>theprincessstephanie79</c:v>
                </c:pt>
                <c:pt idx="2516">
                  <c:v>theprincesskristin22</c:v>
                </c:pt>
                <c:pt idx="2517">
                  <c:v>the_predictable_prophet</c:v>
                </c:pt>
                <c:pt idx="2518">
                  <c:v>theprecioussweetness</c:v>
                </c:pt>
                <c:pt idx="2519">
                  <c:v>thepostalservice_mush</c:v>
                </c:pt>
                <c:pt idx="2520">
                  <c:v>thepostalserviceguild</c:v>
                </c:pt>
                <c:pt idx="2521">
                  <c:v>theportraitredemption</c:v>
                </c:pt>
                <c:pt idx="2522">
                  <c:v>theportlandcarpenter</c:v>
                </c:pt>
                <c:pt idx="2523">
                  <c:v>the_pork_chop_express</c:v>
                </c:pt>
                <c:pt idx="2524">
                  <c:v>thepoorlittleboyband</c:v>
                </c:pt>
                <c:pt idx="2525">
                  <c:v>thepleasureprinciplemusic</c:v>
                </c:pt>
                <c:pt idx="2526">
                  <c:v>the_playa_you_love_2_hate</c:v>
                </c:pt>
                <c:pt idx="2527">
                  <c:v>theplantationminister</c:v>
                </c:pt>
                <c:pt idx="2528">
                  <c:v>thepitchingconnection</c:v>
                </c:pt>
                <c:pt idx="2529">
                  <c:v>thepistachiolovetriangle</c:v>
                </c:pt>
                <c:pt idx="2530">
                  <c:v>thepipelinehiphopradioshow</c:v>
                </c:pt>
                <c:pt idx="2531">
                  <c:v>thepinkunicornsarehere</c:v>
                </c:pt>
                <c:pt idx="2532">
                  <c:v>the_pink_power_ranger</c:v>
                </c:pt>
                <c:pt idx="2533">
                  <c:v>the_pink_powerranger</c:v>
                </c:pt>
                <c:pt idx="2534">
                  <c:v>the_pink_panther_101</c:v>
                </c:pt>
                <c:pt idx="2535">
                  <c:v>thepinkfluffyprincess</c:v>
                </c:pt>
                <c:pt idx="2536">
                  <c:v>thepinkfeatheredangel</c:v>
                </c:pt>
                <c:pt idx="2537">
                  <c:v>thepinkelephantparadox</c:v>
                </c:pt>
                <c:pt idx="2538">
                  <c:v>thepingpongstabletennis28</c:v>
                </c:pt>
                <c:pt idx="2539">
                  <c:v>thepincushioncampaign</c:v>
                </c:pt>
                <c:pt idx="2540">
                  <c:v>thepikachuthatyoulove</c:v>
                </c:pt>
                <c:pt idx="2541">
                  <c:v>thepigeonhuntersrock</c:v>
                </c:pt>
                <c:pt idx="2542">
                  <c:v>the_pierced_princess</c:v>
                </c:pt>
                <c:pt idx="2543">
                  <c:v>thepiccadillytrickle</c:v>
                </c:pt>
                <c:pt idx="2544">
                  <c:v>thephysicalchallenge</c:v>
                </c:pt>
                <c:pt idx="2545">
                  <c:v>thephotographymachine</c:v>
                </c:pt>
                <c:pt idx="2546">
                  <c:v>thephoenixproject200</c:v>
                </c:pt>
                <c:pt idx="2547">
                  <c:v>the_phoenix_ignition</c:v>
                </c:pt>
                <c:pt idx="2548">
                  <c:v>the_phoenix_foundation</c:v>
                </c:pt>
                <c:pt idx="2549">
                  <c:v>thephilanthropistsandsuch</c:v>
                </c:pt>
                <c:pt idx="2550">
                  <c:v>the_phenomenal_woman</c:v>
                </c:pt>
                <c:pt idx="2551">
                  <c:v>thephantomtruthteller</c:v>
                </c:pt>
                <c:pt idx="2552">
                  <c:v>thephantomoperaghost</c:v>
                </c:pt>
                <c:pt idx="2553">
                  <c:v>the_petsitter_people</c:v>
                </c:pt>
                <c:pt idx="2554">
                  <c:v>thepetrifiedseagarden</c:v>
                </c:pt>
                <c:pt idx="2555">
                  <c:v>thepeteworthingtonfansite</c:v>
                </c:pt>
                <c:pt idx="2556">
                  <c:v>thepeskylittlebooger</c:v>
                </c:pt>
                <c:pt idx="2557">
                  <c:v>thepermissivesociety</c:v>
                </c:pt>
                <c:pt idx="2558">
                  <c:v>thepermanentname1984</c:v>
                </c:pt>
                <c:pt idx="2559">
                  <c:v>the_perfect_pyro_murder</c:v>
                </c:pt>
                <c:pt idx="2560">
                  <c:v>theperfectprincessjenna</c:v>
                </c:pt>
                <c:pt idx="2561">
                  <c:v>theperfectprincess7</c:v>
                </c:pt>
                <c:pt idx="2562">
                  <c:v>the_perfect_lil_angel</c:v>
                </c:pt>
                <c:pt idx="2563">
                  <c:v>the_perfect_lady_pimp</c:v>
                </c:pt>
                <c:pt idx="2564">
                  <c:v>the_perfect_imperfection_</c:v>
                </c:pt>
                <c:pt idx="2565">
                  <c:v>the_perfect_heartbreak</c:v>
                </c:pt>
                <c:pt idx="2566">
                  <c:v>theperfectenemymusic</c:v>
                </c:pt>
                <c:pt idx="2567">
                  <c:v>theperfectcoupleever</c:v>
                </c:pt>
                <c:pt idx="2568">
                  <c:v>theperfectcandylicker</c:v>
                </c:pt>
                <c:pt idx="2569">
                  <c:v>theperfectblacksoldier</c:v>
                </c:pt>
                <c:pt idx="2570">
                  <c:v>thepeniswrinklemonarch</c:v>
                </c:pt>
                <c:pt idx="2571">
                  <c:v>thepenguinresortandspa</c:v>
                </c:pt>
                <c:pt idx="2572">
                  <c:v>the_penguin_lover_fan</c:v>
                </c:pt>
                <c:pt idx="2573">
                  <c:v>thepenguincontroller</c:v>
                </c:pt>
                <c:pt idx="2574">
                  <c:v>thepeacefulwarriormovie</c:v>
                </c:pt>
                <c:pt idx="2575">
                  <c:v>thepatternconspiracy</c:v>
                </c:pt>
                <c:pt idx="2576">
                  <c:v>thepatriotactofficial</c:v>
                </c:pt>
                <c:pt idx="2577">
                  <c:v>thepasttrajectoryclothing</c:v>
                </c:pt>
                <c:pt idx="2578">
                  <c:v>thepartnerswillattack</c:v>
                </c:pt>
                <c:pt idx="2579">
                  <c:v>theparkinglotproposal</c:v>
                </c:pt>
                <c:pt idx="2580">
                  <c:v>theparaplegicmillipedes</c:v>
                </c:pt>
                <c:pt idx="2581">
                  <c:v>the_paranormal_faction</c:v>
                </c:pt>
                <c:pt idx="2582">
                  <c:v>theparanoidastronaut</c:v>
                </c:pt>
                <c:pt idx="2583">
                  <c:v>theparanoidandroid1980</c:v>
                </c:pt>
                <c:pt idx="2584">
                  <c:v>theparallaxcorporation</c:v>
                </c:pt>
                <c:pt idx="2585">
                  <c:v>theparadigmshiftband</c:v>
                </c:pt>
                <c:pt idx="2586">
                  <c:v>the_paradiddler_from_hell</c:v>
                </c:pt>
                <c:pt idx="2587">
                  <c:v>thepanoramicexperience</c:v>
                </c:pt>
                <c:pt idx="2588">
                  <c:v>thepandemoniumcircus</c:v>
                </c:pt>
                <c:pt idx="2589">
                  <c:v>thepandasareattacking</c:v>
                </c:pt>
                <c:pt idx="2590">
                  <c:v>thepaintballprincess04</c:v>
                </c:pt>
                <c:pt idx="2591">
                  <c:v>thepaintballministry</c:v>
                </c:pt>
                <c:pt idx="2592">
                  <c:v>the_painless_pleasure</c:v>
                </c:pt>
                <c:pt idx="2593">
                  <c:v>theoutsidecaperingcrew</c:v>
                </c:pt>
                <c:pt idx="2594">
                  <c:v>_the_other_white_meat_</c:v>
                </c:pt>
                <c:pt idx="2595">
                  <c:v>the_other_token_black_guy</c:v>
                </c:pt>
                <c:pt idx="2596">
                  <c:v>theotherhappytreefriend</c:v>
                </c:pt>
                <c:pt idx="2597">
                  <c:v>theotherhalfdoesntcare</c:v>
                </c:pt>
                <c:pt idx="2598">
                  <c:v>theostentatiousproject</c:v>
                </c:pt>
                <c:pt idx="2599">
                  <c:v>theosomethingspecial</c:v>
                </c:pt>
                <c:pt idx="2600">
                  <c:v>the_orlando_aka_eddie_</c:v>
                </c:pt>
                <c:pt idx="2601">
                  <c:v>theoriginalwhiterabbit</c:v>
                </c:pt>
                <c:pt idx="2602">
                  <c:v>theoriginalwhatsforlunch</c:v>
                </c:pt>
                <c:pt idx="2603">
                  <c:v>theoriginalticktickboom</c:v>
                </c:pt>
                <c:pt idx="2604">
                  <c:v>theoriginalteamtuesday</c:v>
                </c:pt>
                <c:pt idx="2605">
                  <c:v>theoriginalsuperstar</c:v>
                </c:pt>
                <c:pt idx="2606">
                  <c:v>theoriginalsupermanmold</c:v>
                </c:pt>
                <c:pt idx="2607">
                  <c:v>the_original_superman</c:v>
                </c:pt>
                <c:pt idx="2608">
                  <c:v>theoriginalsupergirl</c:v>
                </c:pt>
                <c:pt idx="2609">
                  <c:v>theoriginalstonecast</c:v>
                </c:pt>
                <c:pt idx="2610">
                  <c:v>theoriginalspacecadet</c:v>
                </c:pt>
                <c:pt idx="2611">
                  <c:v>theoriginalshellstar</c:v>
                </c:pt>
                <c:pt idx="2612">
                  <c:v>theoriginalshedevil</c:v>
                </c:pt>
                <c:pt idx="2613">
                  <c:v>the_original_sexy_excel</c:v>
                </c:pt>
                <c:pt idx="2614">
                  <c:v>theoriginalronburgundy</c:v>
                </c:pt>
                <c:pt idx="2615">
                  <c:v>the_original_rockstar</c:v>
                </c:pt>
                <c:pt idx="2616">
                  <c:v>theoriginalredneckpunk</c:v>
                </c:pt>
                <c:pt idx="2617">
                  <c:v>theoriginalpunkrocker</c:v>
                </c:pt>
                <c:pt idx="2618">
                  <c:v>theoriginalprincesscrew</c:v>
                </c:pt>
                <c:pt idx="2619">
                  <c:v>theoriginalprincecharming</c:v>
                </c:pt>
                <c:pt idx="2620">
                  <c:v>the_original_pistol_pete</c:v>
                </c:pt>
                <c:pt idx="2621">
                  <c:v>theoriginalpinkranger</c:v>
                </c:pt>
                <c:pt idx="2622">
                  <c:v>the_original_party_gurl</c:v>
                </c:pt>
                <c:pt idx="2623">
                  <c:v>theoriginalpartyanimal</c:v>
                </c:pt>
                <c:pt idx="2624">
                  <c:v>the_original_old_guy</c:v>
                </c:pt>
                <c:pt idx="2625">
                  <c:v>theoriginalnightmare</c:v>
                </c:pt>
                <c:pt idx="2626">
                  <c:v>the_original_midnightfox</c:v>
                </c:pt>
                <c:pt idx="2627">
                  <c:v>theoriginalmessenger</c:v>
                </c:pt>
                <c:pt idx="2628">
                  <c:v>theoriginalmaterialboy</c:v>
                </c:pt>
                <c:pt idx="2629">
                  <c:v>theoriginalmarcsallee</c:v>
                </c:pt>
                <c:pt idx="2630">
                  <c:v>the_original_mara_jade</c:v>
                </c:pt>
                <c:pt idx="2631">
                  <c:v>the_original_manhood</c:v>
                </c:pt>
                <c:pt idx="2632">
                  <c:v>the_original_mad_sax</c:v>
                </c:pt>
                <c:pt idx="2633">
                  <c:v>theoriginallorddeath</c:v>
                </c:pt>
                <c:pt idx="2634">
                  <c:v>the_original_leprechaun</c:v>
                </c:pt>
                <c:pt idx="2635">
                  <c:v>theoriginallaura19</c:v>
                </c:pt>
                <c:pt idx="2636">
                  <c:v>theoriginal_laciejane</c:v>
                </c:pt>
                <c:pt idx="2637">
                  <c:v>the_original_jackriot</c:v>
                </c:pt>
                <c:pt idx="2638">
                  <c:v>theoriginalhoneymustard</c:v>
                </c:pt>
                <c:pt idx="2639">
                  <c:v>theoriginalhippiechick</c:v>
                </c:pt>
                <c:pt idx="2640">
                  <c:v>the_original_groovingfool</c:v>
                </c:pt>
                <c:pt idx="2641">
                  <c:v>the_original_grassboy</c:v>
                </c:pt>
                <c:pt idx="2642">
                  <c:v>theoriginalgoldenbuddha</c:v>
                </c:pt>
                <c:pt idx="2643">
                  <c:v>theoriginalgangstergage</c:v>
                </c:pt>
                <c:pt idx="2644">
                  <c:v>theoriginal_foxybrown</c:v>
                </c:pt>
                <c:pt idx="2645">
                  <c:v>theoriginalfarmhouse</c:v>
                </c:pt>
                <c:pt idx="2646">
                  <c:v>theoriginalevilbrett</c:v>
                </c:pt>
                <c:pt idx="2647">
                  <c:v>theoriginalentourage</c:v>
                </c:pt>
                <c:pt idx="2648">
                  <c:v>theoriginaldramatube</c:v>
                </c:pt>
                <c:pt idx="2649">
                  <c:v>the_original_deviant</c:v>
                </c:pt>
                <c:pt idx="2650">
                  <c:v>theoriginaldeathknight</c:v>
                </c:pt>
                <c:pt idx="2651">
                  <c:v>theoriginaldarkknight</c:v>
                </c:pt>
                <c:pt idx="2652">
                  <c:v>theoriginalcottagecheese</c:v>
                </c:pt>
                <c:pt idx="2653">
                  <c:v>theoriginalconspiracy</c:v>
                </c:pt>
                <c:pt idx="2654">
                  <c:v>theoriginal_cinderella</c:v>
                </c:pt>
                <c:pt idx="2655">
                  <c:v>theoriginalchrisbrown</c:v>
                </c:pt>
                <c:pt idx="2656">
                  <c:v>the_original_cherry_bomb</c:v>
                </c:pt>
                <c:pt idx="2657">
                  <c:v>theoriginalbrighteyes</c:v>
                </c:pt>
                <c:pt idx="2658">
                  <c:v>theoriginalbreadwinner</c:v>
                </c:pt>
                <c:pt idx="2659">
                  <c:v>theoriginalbrainslug</c:v>
                </c:pt>
                <c:pt idx="2660">
                  <c:v>theoriginalbootyking</c:v>
                </c:pt>
                <c:pt idx="2661">
                  <c:v>theoriginalbomberman</c:v>
                </c:pt>
                <c:pt idx="2662">
                  <c:v>theoriginalblackbeard</c:v>
                </c:pt>
                <c:pt idx="2663">
                  <c:v>theoriginalbetterluck</c:v>
                </c:pt>
                <c:pt idx="2664">
                  <c:v>the_original_babydoll</c:v>
                </c:pt>
                <c:pt idx="2665">
                  <c:v>the_original_anti_wanda</c:v>
                </c:pt>
                <c:pt idx="2666">
                  <c:v>theoriginalanonymous</c:v>
                </c:pt>
                <c:pt idx="2667">
                  <c:v>theoriginalandypants</c:v>
                </c:pt>
                <c:pt idx="2668">
                  <c:v>theorganizedchaosmusic</c:v>
                </c:pt>
                <c:pt idx="2669">
                  <c:v>theorchardbandregina</c:v>
                </c:pt>
                <c:pt idx="2670">
                  <c:v>theorangewhiteashtraysquad</c:v>
                </c:pt>
                <c:pt idx="2671">
                  <c:v>the_orange_rubber_guy</c:v>
                </c:pt>
                <c:pt idx="2672">
                  <c:v>theonlytutorcheergurl</c:v>
                </c:pt>
                <c:pt idx="2673">
                  <c:v>the_only_true_pirate_slut</c:v>
                </c:pt>
                <c:pt idx="2674">
                  <c:v>the_only_sister_for_nari</c:v>
                </c:pt>
                <c:pt idx="2675">
                  <c:v>theonlyrealtinkerbell</c:v>
                </c:pt>
                <c:pt idx="2676">
                  <c:v>the_only_real_princess</c:v>
                </c:pt>
                <c:pt idx="2677">
                  <c:v>the_only_real_cowgal</c:v>
                </c:pt>
                <c:pt idx="2678">
                  <c:v>the_only_name_not_taken</c:v>
                </c:pt>
                <c:pt idx="2679">
                  <c:v>theonlymistresssunshine</c:v>
                </c:pt>
                <c:pt idx="2680">
                  <c:v>the_only_mark_you_need</c:v>
                </c:pt>
                <c:pt idx="2681">
                  <c:v>the_only_man_ill_love</c:v>
                </c:pt>
                <c:pt idx="2682">
                  <c:v>the_only_mandy_moore</c:v>
                </c:pt>
                <c:pt idx="2683">
                  <c:v>the_only_jonathandavis</c:v>
                </c:pt>
                <c:pt idx="2684">
                  <c:v>The_Only_Grizzly_Bear</c:v>
                </c:pt>
                <c:pt idx="2685">
                  <c:v>theonlygreatdeception</c:v>
                </c:pt>
                <c:pt idx="2686">
                  <c:v>the_only_fallen_angel84</c:v>
                </c:pt>
                <c:pt idx="2687">
                  <c:v>the_only_easy_day_was____</c:v>
                </c:pt>
                <c:pt idx="2688">
                  <c:v>the_only_chick_magnet</c:v>
                </c:pt>
                <c:pt idx="2689">
                  <c:v>theonlycaptainmorgan</c:v>
                </c:pt>
                <c:pt idx="2690">
                  <c:v>the_only_bottom_line</c:v>
                </c:pt>
                <c:pt idx="2691">
                  <c:v>the_only_blue_princess</c:v>
                </c:pt>
                <c:pt idx="2692">
                  <c:v>the_one_you_think_about</c:v>
                </c:pt>
                <c:pt idx="2693">
                  <c:v>the_one_you_love_2_hate</c:v>
                </c:pt>
                <c:pt idx="2694">
                  <c:v>_the_one_winged_angel_</c:v>
                </c:pt>
                <c:pt idx="2695">
                  <c:v>the_one_unknown_hero</c:v>
                </c:pt>
                <c:pt idx="2696">
                  <c:v>the_one_true_virgin_mary</c:v>
                </c:pt>
                <c:pt idx="2697">
                  <c:v>The_One_True_Guitar_God</c:v>
                </c:pt>
                <c:pt idx="2698">
                  <c:v>The_One_They_Call_Will</c:v>
                </c:pt>
                <c:pt idx="2699">
                  <c:v>the_one_they_call_bill</c:v>
                </c:pt>
                <c:pt idx="2700">
                  <c:v>the_one_that_never_was</c:v>
                </c:pt>
                <c:pt idx="2701">
                  <c:v>the_one_man_questionmark</c:v>
                </c:pt>
                <c:pt idx="2702">
                  <c:v>theoneiwantbutcanthave</c:v>
                </c:pt>
                <c:pt idx="2703">
                  <c:v>theoneanonlyamazingwillow</c:v>
                </c:pt>
                <c:pt idx="2704">
                  <c:v>the_one_and_only_woo</c:v>
                </c:pt>
                <c:pt idx="2705">
                  <c:v>the_one_and_only_weasel</c:v>
                </c:pt>
                <c:pt idx="2706">
                  <c:v>the_one_and_only_tay</c:v>
                </c:pt>
                <c:pt idx="2707">
                  <c:v>the_one_and_only_squeak</c:v>
                </c:pt>
                <c:pt idx="2708">
                  <c:v>the_one_and_only_space</c:v>
                </c:pt>
                <c:pt idx="2709">
                  <c:v>The_one_and_only_sophia</c:v>
                </c:pt>
                <c:pt idx="2710">
                  <c:v>the_one_and_only_roses</c:v>
                </c:pt>
                <c:pt idx="2711">
                  <c:v>the_one_and_only_reefer</c:v>
                </c:pt>
                <c:pt idx="2712">
                  <c:v>THE_ONE_AND_ONLY_PUDGY</c:v>
                </c:pt>
                <c:pt idx="2713">
                  <c:v>the_oneandonly_princess</c:v>
                </c:pt>
                <c:pt idx="2714">
                  <c:v>the_one_and_only_pita</c:v>
                </c:pt>
                <c:pt idx="2715">
                  <c:v>the_one_and_only_pigeon</c:v>
                </c:pt>
                <c:pt idx="2716">
                  <c:v>the_one_and_only_pepper</c:v>
                </c:pt>
                <c:pt idx="2717">
                  <c:v>the_one_and_only_pauly</c:v>
                </c:pt>
                <c:pt idx="2718">
                  <c:v>the_one_and_only_mia</c:v>
                </c:pt>
                <c:pt idx="2719">
                  <c:v>the_one_and_only_lulu</c:v>
                </c:pt>
                <c:pt idx="2720">
                  <c:v>the_one_and_only_kalinda</c:v>
                </c:pt>
                <c:pt idx="2721">
                  <c:v>the_one_and_only_jordan</c:v>
                </c:pt>
                <c:pt idx="2722">
                  <c:v>the_one_and_only_joeface</c:v>
                </c:pt>
                <c:pt idx="2723">
                  <c:v>the_one_and_only_jane_doe</c:v>
                </c:pt>
                <c:pt idx="2724">
                  <c:v>the_one_and_only_iceman</c:v>
                </c:pt>
                <c:pt idx="2725">
                  <c:v>the_one_and_only_hilary_</c:v>
                </c:pt>
                <c:pt idx="2726">
                  <c:v>the_one_and_only_hilary</c:v>
                </c:pt>
                <c:pt idx="2727">
                  <c:v>the_one_and_only_here</c:v>
                </c:pt>
                <c:pt idx="2728">
                  <c:v>the_one_and_only_eureka</c:v>
                </c:pt>
                <c:pt idx="2729">
                  <c:v>the_one_and_only_eggman</c:v>
                </c:pt>
                <c:pt idx="2730">
                  <c:v>the_one_and_only_dime</c:v>
                </c:pt>
                <c:pt idx="2731">
                  <c:v>the_one_and_only_devil</c:v>
                </c:pt>
                <c:pt idx="2732">
                  <c:v>the_one_and_only_danny</c:v>
                </c:pt>
                <c:pt idx="2733">
                  <c:v>the_one_and_only_dani</c:v>
                </c:pt>
                <c:pt idx="2734">
                  <c:v>the_one_and_only_crew</c:v>
                </c:pt>
                <c:pt idx="2735">
                  <c:v>the_one_and_only_cook</c:v>
                </c:pt>
                <c:pt idx="2736">
                  <c:v>the_one_and_only_cheyenne</c:v>
                </c:pt>
                <c:pt idx="2737">
                  <c:v>the_one_and_only_chelsea</c:v>
                </c:pt>
                <c:pt idx="2738">
                  <c:v>the_one_and_only_cardinal</c:v>
                </c:pt>
                <c:pt idx="2739">
                  <c:v>the_one_and_only_calli</c:v>
                </c:pt>
                <c:pt idx="2740">
                  <c:v>the_one_and_only_boo</c:v>
                </c:pt>
                <c:pt idx="2741">
                  <c:v>the_one_and_only_big_red</c:v>
                </c:pt>
                <c:pt idx="2742">
                  <c:v>the_one_and_only_ariana</c:v>
                </c:pt>
                <c:pt idx="2743">
                  <c:v>the_one_and_only_alanna</c:v>
                </c:pt>
                <c:pt idx="2744">
                  <c:v>the_one_and_only_</c:v>
                </c:pt>
                <c:pt idx="2745">
                  <c:v>the_one_and_only2711</c:v>
                </c:pt>
                <c:pt idx="2746">
                  <c:v>the_one_and_only1987</c:v>
                </c:pt>
                <c:pt idx="2747">
                  <c:v>____the_one_and_only____</c:v>
                </c:pt>
                <c:pt idx="2748">
                  <c:v>the_one_and_not_only</c:v>
                </c:pt>
                <c:pt idx="2749">
                  <c:v>the_one_2_treat_you_right</c:v>
                </c:pt>
                <c:pt idx="2750">
                  <c:v>the_old_dope_peddler</c:v>
                </c:pt>
                <c:pt idx="2751">
                  <c:v>theofficialyoungmoney</c:v>
                </c:pt>
                <c:pt idx="2752">
                  <c:v>the_official_vanessa</c:v>
                </c:pt>
                <c:pt idx="2753">
                  <c:v>the_official_trendsetter</c:v>
                </c:pt>
                <c:pt idx="2754">
                  <c:v>theofficialtedfanclubpage</c:v>
                </c:pt>
                <c:pt idx="2755">
                  <c:v>theofficialsquidward</c:v>
                </c:pt>
                <c:pt idx="2756">
                  <c:v>theofficialscriptsite</c:v>
                </c:pt>
                <c:pt idx="2757">
                  <c:v>the_officialrickeyprofile</c:v>
                </c:pt>
                <c:pt idx="2758">
                  <c:v>theofficialpowerstation</c:v>
                </c:pt>
                <c:pt idx="2759">
                  <c:v>the_official_pedestrian</c:v>
                </c:pt>
                <c:pt idx="2760">
                  <c:v>the_official_party_animal</c:v>
                </c:pt>
                <c:pt idx="2761">
                  <c:v>theofficialpandorasage</c:v>
                </c:pt>
                <c:pt idx="2762">
                  <c:v>theofficialmonkeyboy</c:v>
                </c:pt>
                <c:pt idx="2763">
                  <c:v>theofficiallivewiresite</c:v>
                </c:pt>
                <c:pt idx="2764">
                  <c:v>theofficiallaurenfanclub</c:v>
                </c:pt>
                <c:pt idx="2765">
                  <c:v>theofficialjoshwebsite</c:v>
                </c:pt>
                <c:pt idx="2766">
                  <c:v>theofficialjoepirofanclub</c:v>
                </c:pt>
                <c:pt idx="2767">
                  <c:v>theofficialinnersanctum</c:v>
                </c:pt>
                <c:pt idx="2768">
                  <c:v>the_official_fightsight</c:v>
                </c:pt>
                <c:pt idx="2769">
                  <c:v>theofficialalexblack</c:v>
                </c:pt>
                <c:pt idx="2770">
                  <c:v>theobscurethirdoption</c:v>
                </c:pt>
                <c:pt idx="2771">
                  <c:v>the_nutty_fruit_cake</c:v>
                </c:pt>
                <c:pt idx="2772">
                  <c:v>THENUMBERRUNNINGBACK</c:v>
                </c:pt>
                <c:pt idx="2773">
                  <c:v>thenumberonewrestlingfan</c:v>
                </c:pt>
                <c:pt idx="2774">
                  <c:v>thenumberonepussyeater</c:v>
                </c:pt>
                <c:pt idx="2775">
                  <c:v>thenumberonecourtney</c:v>
                </c:pt>
                <c:pt idx="2776">
                  <c:v>the_number_1_rocker_babe</c:v>
                </c:pt>
                <c:pt idx="2777">
                  <c:v>thenumber1creativefreak</c:v>
                </c:pt>
                <c:pt idx="2778">
                  <c:v>thensundayturnedsouth</c:v>
                </c:pt>
                <c:pt idx="2779">
                  <c:v>thenotoriousblaze420</c:v>
                </c:pt>
                <c:pt idx="2780">
                  <c:v>thenorthstreetconnection</c:v>
                </c:pt>
                <c:pt idx="2781">
                  <c:v>thenorthseafisherman</c:v>
                </c:pt>
                <c:pt idx="2782">
                  <c:v>thenortheasterntidepull</c:v>
                </c:pt>
                <c:pt idx="2783">
                  <c:v>thenormanrockwellcode</c:v>
                </c:pt>
                <c:pt idx="2784">
                  <c:v>thenonfamousbombvictim</c:v>
                </c:pt>
                <c:pt idx="2785">
                  <c:v>thenoisemachinemalfunction</c:v>
                </c:pt>
                <c:pt idx="2786">
                  <c:v>the_nocturnal_butterfly</c:v>
                </c:pt>
                <c:pt idx="2787">
                  <c:v>thenoblesavagetavern</c:v>
                </c:pt>
                <c:pt idx="2788">
                  <c:v>the_noble_blue_beast</c:v>
                </c:pt>
                <c:pt idx="2789">
                  <c:v>the_nightmare_you_dream</c:v>
                </c:pt>
                <c:pt idx="2790">
                  <c:v>thenightlifebandmusic</c:v>
                </c:pt>
                <c:pt idx="2791">
                  <c:v>the_night_fall_angel</c:v>
                </c:pt>
                <c:pt idx="2792">
                  <c:v>the_niggas_1_superstar</c:v>
                </c:pt>
                <c:pt idx="2793">
                  <c:v>the_next_white_rapper</c:v>
                </c:pt>
                <c:pt idx="2794">
                  <c:v>the_next_right_thing</c:v>
                </c:pt>
                <c:pt idx="2795">
                  <c:v>the_next_lost_generation</c:v>
                </c:pt>
                <c:pt idx="2796">
                  <c:v>the_next_kelly_clarkson</c:v>
                </c:pt>
                <c:pt idx="2797">
                  <c:v>the_next_grim_reaper</c:v>
                </c:pt>
                <c:pt idx="2798">
                  <c:v>the_next_freddy_spud</c:v>
                </c:pt>
                <c:pt idx="2799">
                  <c:v>the_next_big_thing_pete</c:v>
                </c:pt>
                <c:pt idx="2800">
                  <c:v>the_next_big_superstar</c:v>
                </c:pt>
                <c:pt idx="2801">
                  <c:v>theneverendingsodadew</c:v>
                </c:pt>
                <c:pt idx="2802">
                  <c:v>thenetworkexperience</c:v>
                </c:pt>
                <c:pt idx="2803">
                  <c:v>the_need_for_caffeine</c:v>
                </c:pt>
                <c:pt idx="2804">
                  <c:v>thenaughtyboyfrom_707</c:v>
                </c:pt>
                <c:pt idx="2805">
                  <c:v>thenatureboydavidpierce</c:v>
                </c:pt>
                <c:pt idx="2806">
                  <c:v>thenaturalstreetfreak</c:v>
                </c:pt>
                <c:pt idx="2807">
                  <c:v>thenamesmisshollywood</c:v>
                </c:pt>
                <c:pt idx="2808">
                  <c:v>thenamesdanielleakadanni</c:v>
                </c:pt>
                <c:pt idx="2809">
                  <c:v>the_nameless_unknown</c:v>
                </c:pt>
                <c:pt idx="2810">
                  <c:v>thenamelesscrash1098</c:v>
                </c:pt>
                <c:pt idx="2811">
                  <c:v>the_mystic_dragon_samurai</c:v>
                </c:pt>
                <c:pt idx="2812">
                  <c:v>the_mutant_outlaw_gambit</c:v>
                </c:pt>
                <c:pt idx="2813">
                  <c:v>the_music_wont_turn_down</c:v>
                </c:pt>
                <c:pt idx="2814">
                  <c:v>the_music_never_stopped</c:v>
                </c:pt>
                <c:pt idx="2815">
                  <c:v>themusicgirl________janna</c:v>
                </c:pt>
                <c:pt idx="2816">
                  <c:v>themushroomrambleson</c:v>
                </c:pt>
                <c:pt idx="2817">
                  <c:v>the_murder_mystery_show</c:v>
                </c:pt>
                <c:pt idx="2818">
                  <c:v>themovementrebellion</c:v>
                </c:pt>
                <c:pt idx="2819">
                  <c:v>themovementneverstops</c:v>
                </c:pt>
                <c:pt idx="2820">
                  <c:v>themovementbandmusic</c:v>
                </c:pt>
                <c:pt idx="2821">
                  <c:v>themourningaftermusic1</c:v>
                </c:pt>
                <c:pt idx="2822">
                  <c:v>themotorcityjazzorchestra</c:v>
                </c:pt>
                <c:pt idx="2823">
                  <c:v>themotherloadrailroad</c:v>
                </c:pt>
                <c:pt idx="2824">
                  <c:v>themotherfuckingtron</c:v>
                </c:pt>
                <c:pt idx="2825">
                  <c:v>themotherfuckingtripod</c:v>
                </c:pt>
                <c:pt idx="2826">
                  <c:v>themotherfuckingspot</c:v>
                </c:pt>
                <c:pt idx="2827">
                  <c:v>themotherfuckingspeed</c:v>
                </c:pt>
                <c:pt idx="2828">
                  <c:v>themotherfuckinggoodshit</c:v>
                </c:pt>
                <c:pt idx="2829">
                  <c:v>themotherfuckingdark</c:v>
                </c:pt>
                <c:pt idx="2830">
                  <c:v>themotherfuckingchampion</c:v>
                </c:pt>
                <c:pt idx="2831">
                  <c:v>the_most_magnificent</c:v>
                </c:pt>
                <c:pt idx="2832">
                  <c:v>the_most_hottest_guy</c:v>
                </c:pt>
                <c:pt idx="2833">
                  <c:v>the_most_beautiful_rescue</c:v>
                </c:pt>
                <c:pt idx="2834">
                  <c:v>themoshispraying4you</c:v>
                </c:pt>
                <c:pt idx="2835">
                  <c:v>the_moronic_paintballer</c:v>
                </c:pt>
                <c:pt idx="2836">
                  <c:v>themorningshowwithandy</c:v>
                </c:pt>
                <c:pt idx="2837">
                  <c:v>the_morning_never_came</c:v>
                </c:pt>
                <c:pt idx="2838">
                  <c:v>themorningfleshproject</c:v>
                </c:pt>
                <c:pt idx="2839">
                  <c:v>the_morning_aftermath</c:v>
                </c:pt>
                <c:pt idx="2840">
                  <c:v>themorganwattanthology</c:v>
                </c:pt>
                <c:pt idx="2841">
                  <c:v>themoore_christianfamily</c:v>
                </c:pt>
                <c:pt idx="2842">
                  <c:v>themonkeytennisexperience</c:v>
                </c:pt>
                <c:pt idx="2843">
                  <c:v>themoneymakingmachine</c:v>
                </c:pt>
                <c:pt idx="2844">
                  <c:v>themoneymakerbaker78</c:v>
                </c:pt>
                <c:pt idx="2845">
                  <c:v>themomententertainment</c:v>
                </c:pt>
                <c:pt idx="2846">
                  <c:v>themoderndiseaseeffect</c:v>
                </c:pt>
                <c:pt idx="2847">
                  <c:v>themitchellbluesband</c:v>
                </c:pt>
                <c:pt idx="2848">
                  <c:v>the_missing_link_200</c:v>
                </c:pt>
                <c:pt idx="2849">
                  <c:v>themisanthropicbunny</c:v>
                </c:pt>
                <c:pt idx="2850">
                  <c:v>themillionthcivilian</c:v>
                </c:pt>
                <c:pt idx="2851">
                  <c:v>themillionmeterrelay</c:v>
                </c:pt>
                <c:pt idx="2852">
                  <c:v>themilliondollarnews</c:v>
                </c:pt>
                <c:pt idx="2853">
                  <c:v>themillionbuckfoundation</c:v>
                </c:pt>
                <c:pt idx="2854">
                  <c:v>themilkmanconspiracy</c:v>
                </c:pt>
                <c:pt idx="2855">
                  <c:v>themilkingexperience</c:v>
                </c:pt>
                <c:pt idx="2856">
                  <c:v>themikemarkssoloproject</c:v>
                </c:pt>
                <c:pt idx="2857">
                  <c:v>the_mightysharky_one</c:v>
                </c:pt>
                <c:pt idx="2858">
                  <c:v>the_mighty_shadowman</c:v>
                </c:pt>
                <c:pt idx="2859">
                  <c:v>themightypowerranger</c:v>
                </c:pt>
                <c:pt idx="2860">
                  <c:v>themidnightteabagger</c:v>
                </c:pt>
                <c:pt idx="2861">
                  <c:v>themidnightsocietybooking</c:v>
                </c:pt>
                <c:pt idx="2862">
                  <c:v>themidnightsocialite</c:v>
                </c:pt>
                <c:pt idx="2863">
                  <c:v>themidnightlibrarian</c:v>
                </c:pt>
                <c:pt idx="2864">
                  <c:v>themidlandstreetvariety</c:v>
                </c:pt>
                <c:pt idx="2865">
                  <c:v>thementallyinteresting</c:v>
                </c:pt>
                <c:pt idx="2866">
                  <c:v>thememphisunderground</c:v>
                </c:pt>
                <c:pt idx="2867">
                  <c:v>thememorialhighschoolband</c:v>
                </c:pt>
                <c:pt idx="2868">
                  <c:v>thememorableforgotten</c:v>
                </c:pt>
                <c:pt idx="2869">
                  <c:v>themediumsizedwombatexperience</c:v>
                </c:pt>
                <c:pt idx="2870">
                  <c:v>themechanicalheartproject</c:v>
                </c:pt>
                <c:pt idx="2871">
                  <c:v>themealmanexperience</c:v>
                </c:pt>
                <c:pt idx="2872">
                  <c:v>thematrixescortservice</c:v>
                </c:pt>
                <c:pt idx="2873">
                  <c:v>themastersonpopeexperience</c:v>
                </c:pt>
                <c:pt idx="2874">
                  <c:v>themasterdrummerblake</c:v>
                </c:pt>
                <c:pt idx="2875">
                  <c:v>themasterchiefpenguin</c:v>
                </c:pt>
                <c:pt idx="2876">
                  <c:v>the_master_broadcaster</c:v>
                </c:pt>
                <c:pt idx="2877">
                  <c:v>themasterandmargarita</c:v>
                </c:pt>
                <c:pt idx="2878">
                  <c:v>themasterandcommander</c:v>
                </c:pt>
                <c:pt idx="2879">
                  <c:v>themasondixondisaster</c:v>
                </c:pt>
                <c:pt idx="2880">
                  <c:v>the_masked_swordsman</c:v>
                </c:pt>
                <c:pt idx="2881">
                  <c:v>themashedpotatoescrew</c:v>
                </c:pt>
                <c:pt idx="2882">
                  <c:v>themarchingbulldogband</c:v>
                </c:pt>
                <c:pt idx="2883">
                  <c:v>themaplestreetmansion</c:v>
                </c:pt>
                <c:pt idx="2884">
                  <c:v>themanhattanproject11</c:v>
                </c:pt>
                <c:pt idx="2885">
                  <c:v>themanhattanproject_0</c:v>
                </c:pt>
                <c:pt idx="2886">
                  <c:v>the_management_helpdesk</c:v>
                </c:pt>
                <c:pt idx="2887">
                  <c:v>themagnumrepresentative</c:v>
                </c:pt>
                <c:pt idx="2888">
                  <c:v>the_magic_bumblesnout</c:v>
                </c:pt>
                <c:pt idx="2889">
                  <c:v>themagicalmysterytour</c:v>
                </c:pt>
                <c:pt idx="2890">
                  <c:v>the_magical_bumblebee</c:v>
                </c:pt>
                <c:pt idx="2891">
                  <c:v>the_mad_sir_slaughter</c:v>
                </c:pt>
                <c:pt idx="2892">
                  <c:v>the_madame_presidente</c:v>
                </c:pt>
                <c:pt idx="2893">
                  <c:v>the_lyrical_assassin</c:v>
                </c:pt>
                <c:pt idx="2894">
                  <c:v>thelovelystephanie27</c:v>
                </c:pt>
                <c:pt idx="2895">
                  <c:v>thelovelymissstacirenee</c:v>
                </c:pt>
                <c:pt idx="2896">
                  <c:v>thelovelyjackiemarie</c:v>
                </c:pt>
                <c:pt idx="2897">
                  <c:v>thelovehaventtyperace</c:v>
                </c:pt>
                <c:pt idx="2898">
                  <c:v>thelovedoctorexperiment</c:v>
                </c:pt>
                <c:pt idx="2899">
                  <c:v>thelovecoloredglasses</c:v>
                </c:pt>
                <c:pt idx="2900">
                  <c:v>the_loveable_island_boy</c:v>
                </c:pt>
                <c:pt idx="2901">
                  <c:v>thelouisvillesilence</c:v>
                </c:pt>
                <c:pt idx="2902">
                  <c:v>thelostprophecy4delf</c:v>
                </c:pt>
                <c:pt idx="2903">
                  <c:v>thelostgenerationband</c:v>
                </c:pt>
                <c:pt idx="2904">
                  <c:v>thelonghornorangeman13</c:v>
                </c:pt>
                <c:pt idx="2905">
                  <c:v>thelonewolfguitarist</c:v>
                </c:pt>
                <c:pt idx="2906">
                  <c:v>the_lonesome_rider2002200</c:v>
                </c:pt>
                <c:pt idx="2907">
                  <c:v>the_lonely_hearted10</c:v>
                </c:pt>
                <c:pt idx="2908">
                  <c:v>thelogicalcontradiction</c:v>
                </c:pt>
                <c:pt idx="2909">
                  <c:v>the_loch_ness_monster289</c:v>
                </c:pt>
                <c:pt idx="2910">
                  <c:v>thelivingroomchapter</c:v>
                </c:pt>
                <c:pt idx="2911">
                  <c:v>thelivinghumanparadox</c:v>
                </c:pt>
                <c:pt idx="2912">
                  <c:v>the_living_end_fan09</c:v>
                </c:pt>
                <c:pt idx="2913">
                  <c:v>thelivingdeadsacrifice</c:v>
                </c:pt>
                <c:pt idx="2914">
                  <c:v>thelivingdeadfantasy</c:v>
                </c:pt>
                <c:pt idx="2915">
                  <c:v>thelittlewickedmermaid2</c:v>
                </c:pt>
                <c:pt idx="2916">
                  <c:v>thelittlewhiterabbit</c:v>
                </c:pt>
                <c:pt idx="2917">
                  <c:v>thelittlewhiteboythatdid</c:v>
                </c:pt>
                <c:pt idx="2918">
                  <c:v>thelittletruckthatcould</c:v>
                </c:pt>
                <c:pt idx="2919">
                  <c:v>thelittletortillamen</c:v>
                </c:pt>
                <c:pt idx="2920">
                  <c:v>thelittleswimmerdude</c:v>
                </c:pt>
                <c:pt idx="2921">
                  <c:v>the_little_pink_sock</c:v>
                </c:pt>
                <c:pt idx="2922">
                  <c:v>the_little_pink_fairy</c:v>
                </c:pt>
                <c:pt idx="2923">
                  <c:v>thelittlemermaid_ariel</c:v>
                </c:pt>
                <c:pt idx="2924">
                  <c:v>the_little_mermaid90</c:v>
                </c:pt>
                <c:pt idx="2925">
                  <c:v>thelittlemermaid200</c:v>
                </c:pt>
                <c:pt idx="2926">
                  <c:v>thelittlemarshmallow</c:v>
                </c:pt>
                <c:pt idx="2927">
                  <c:v>the_little_hero_thatcould</c:v>
                </c:pt>
                <c:pt idx="2928">
                  <c:v>thelittlehellfireclub</c:v>
                </c:pt>
                <c:pt idx="2929">
                  <c:v>thelittleenginethattried</c:v>
                </c:pt>
                <c:pt idx="2930">
                  <c:v>thelittledrummerboy7</c:v>
                </c:pt>
                <c:pt idx="2931">
                  <c:v>_the_little_drummer_boy_</c:v>
                </c:pt>
                <c:pt idx="2932">
                  <c:v>the_little_brown_boy</c:v>
                </c:pt>
                <c:pt idx="2933">
                  <c:v>thelittleblondebeauty</c:v>
                </c:pt>
                <c:pt idx="2934">
                  <c:v>thelittlearielmermaid</c:v>
                </c:pt>
                <c:pt idx="2935">
                  <c:v>thelinkinternational</c:v>
                </c:pt>
                <c:pt idx="2936">
                  <c:v>the_light_angel_alchemist</c:v>
                </c:pt>
                <c:pt idx="2937">
                  <c:v>thelifechurchstockton</c:v>
                </c:pt>
                <c:pt idx="2938">
                  <c:v>thelibrarycoffeehouse</c:v>
                </c:pt>
                <c:pt idx="2939">
                  <c:v>thelibertinesandmeatloaf</c:v>
                </c:pt>
                <c:pt idx="2940">
                  <c:v>thelewisfamilydaycare</c:v>
                </c:pt>
                <c:pt idx="2941">
                  <c:v>thelessonlearnedhardcore</c:v>
                </c:pt>
                <c:pt idx="2942">
                  <c:v>thelesserconjuration</c:v>
                </c:pt>
                <c:pt idx="2943">
                  <c:v>theleicestercharlotte</c:v>
                </c:pt>
                <c:pt idx="2944">
                  <c:v>thelegendronburgundy</c:v>
                </c:pt>
                <c:pt idx="2945">
                  <c:v>thelegendrobbiegreen</c:v>
                </c:pt>
                <c:pt idx="2946">
                  <c:v>thelegendkiller50420</c:v>
                </c:pt>
                <c:pt idx="2947">
                  <c:v>thelegend_degenerate</c:v>
                </c:pt>
                <c:pt idx="2948">
                  <c:v>the_legend_chris_dickens</c:v>
                </c:pt>
                <c:pt idx="2949">
                  <c:v>thelegendarytastytim</c:v>
                </c:pt>
                <c:pt idx="2950">
                  <c:v>thelegendaryswordsman</c:v>
                </c:pt>
                <c:pt idx="2951">
                  <c:v>thelegendarystardustcowboy</c:v>
                </c:pt>
                <c:pt idx="2952">
                  <c:v>the_legendary_outlaw</c:v>
                </c:pt>
                <c:pt idx="2953">
                  <c:v>thelegendaryhecatomb</c:v>
                </c:pt>
                <c:pt idx="2954">
                  <c:v>thelegendarygoofmister</c:v>
                </c:pt>
                <c:pt idx="2955">
                  <c:v>the_legendary_drummer</c:v>
                </c:pt>
                <c:pt idx="2956">
                  <c:v>thelegendarybelladonna</c:v>
                </c:pt>
                <c:pt idx="2957">
                  <c:v>thelegendaryawesome2</c:v>
                </c:pt>
                <c:pt idx="2958">
                  <c:v>theleftoversinbuffalo</c:v>
                </c:pt>
                <c:pt idx="2959">
                  <c:v>the_least_important_thing</c:v>
                </c:pt>
                <c:pt idx="2960">
                  <c:v>theleagueunstoppable</c:v>
                </c:pt>
                <c:pt idx="2961">
                  <c:v>thelatestinfectiousplague</c:v>
                </c:pt>
                <c:pt idx="2962">
                  <c:v>thelastwishfaundation</c:v>
                </c:pt>
                <c:pt idx="2963">
                  <c:v>thelasttruegentleman</c:v>
                </c:pt>
                <c:pt idx="2964">
                  <c:v>the_last_true_cowboy</c:v>
                </c:pt>
                <c:pt idx="2965">
                  <c:v>thelaststeppromotion</c:v>
                </c:pt>
                <c:pt idx="2966">
                  <c:v>thelaststandingknight</c:v>
                </c:pt>
                <c:pt idx="2967">
                  <c:v>thelastremainingbraincell</c:v>
                </c:pt>
                <c:pt idx="2968">
                  <c:v>thelastmonkeyproject</c:v>
                </c:pt>
                <c:pt idx="2969">
                  <c:v>the_last_letter_sent</c:v>
                </c:pt>
                <c:pt idx="2970">
                  <c:v>thelastheartlessromantic</c:v>
                </c:pt>
                <c:pt idx="2971">
                  <c:v>the_last_heartbreak3</c:v>
                </c:pt>
                <c:pt idx="2972">
                  <c:v>thelastgreatadventure</c:v>
                </c:pt>
                <c:pt idx="2973">
                  <c:v>thelastgentleman4now</c:v>
                </c:pt>
                <c:pt idx="2974">
                  <c:v>the_last_exile_aka_mark</c:v>
                </c:pt>
                <c:pt idx="2975">
                  <c:v>the_last_evil_weasel</c:v>
                </c:pt>
                <c:pt idx="2976">
                  <c:v>thelargedarknipplepeople</c:v>
                </c:pt>
                <c:pt idx="2977">
                  <c:v>thelapsangsouchongeffect</c:v>
                </c:pt>
                <c:pt idx="2978">
                  <c:v>thelancasterorchestra</c:v>
                </c:pt>
                <c:pt idx="2979">
                  <c:v>thelampshaderebellion</c:v>
                </c:pt>
                <c:pt idx="2980">
                  <c:v>thelakelandfightclub</c:v>
                </c:pt>
                <c:pt idx="2981">
                  <c:v>theladiesfavorite317</c:v>
                </c:pt>
                <c:pt idx="2982">
                  <c:v>thekyleevansexperience</c:v>
                </c:pt>
                <c:pt idx="2983">
                  <c:v>thekrystalexperience</c:v>
                </c:pt>
                <c:pt idx="2984">
                  <c:v>the_koolest_dude_ever</c:v>
                </c:pt>
                <c:pt idx="2985">
                  <c:v>thekoodudeandnobodyelse</c:v>
                </c:pt>
                <c:pt idx="2986">
                  <c:v>thekobayashiorchestra</c:v>
                </c:pt>
                <c:pt idx="2987">
                  <c:v>thekobayashimaruscenario</c:v>
                </c:pt>
                <c:pt idx="2988">
                  <c:v>theknapperexperience</c:v>
                </c:pt>
                <c:pt idx="2989">
                  <c:v>thekitchenerfashionova</c:v>
                </c:pt>
                <c:pt idx="2990">
                  <c:v>thekilleveryoneproject</c:v>
                </c:pt>
                <c:pt idx="2991">
                  <c:v>thekillerpunkpenguinedith</c:v>
                </c:pt>
                <c:pt idx="2992">
                  <c:v>thekickassgeneration</c:v>
                </c:pt>
                <c:pt idx="2993">
                  <c:v>thekewlestpersonever</c:v>
                </c:pt>
                <c:pt idx="2994">
                  <c:v>the_kentucky_cowgirl</c:v>
                </c:pt>
                <c:pt idx="2995">
                  <c:v>thekensingtonexperiment</c:v>
                </c:pt>
                <c:pt idx="2996">
                  <c:v>the_keg_stand_killer</c:v>
                </c:pt>
                <c:pt idx="2997">
                  <c:v>thekebabhouseincident</c:v>
                </c:pt>
                <c:pt idx="2998">
                  <c:v>thekatenortonexperience</c:v>
                </c:pt>
                <c:pt idx="2999">
                  <c:v>thekaraokerevolution</c:v>
                </c:pt>
                <c:pt idx="3000">
                  <c:v>thejunctionclearwater</c:v>
                </c:pt>
                <c:pt idx="3001">
                  <c:v>thejugglingguitarist</c:v>
                </c:pt>
                <c:pt idx="3002">
                  <c:v>the_juggernaut_bitch2</c:v>
                </c:pt>
                <c:pt idx="3003">
                  <c:v>thejoyfullittledeadgirl</c:v>
                </c:pt>
                <c:pt idx="3004">
                  <c:v>thejoshnesscomegetsome</c:v>
                </c:pt>
                <c:pt idx="3005">
                  <c:v>thejoshexperimentalband</c:v>
                </c:pt>
                <c:pt idx="3006">
                  <c:v>the_jolly_reed_giant</c:v>
                </c:pt>
                <c:pt idx="3007">
                  <c:v>thejoeturnerproject2</c:v>
                </c:pt>
                <c:pt idx="3008">
                  <c:v>thejellybeanrebellion</c:v>
                </c:pt>
                <c:pt idx="3009">
                  <c:v>thejeffwalshexperience</c:v>
                </c:pt>
                <c:pt idx="3010">
                  <c:v>thejefftuckerextravaganza</c:v>
                </c:pt>
                <c:pt idx="3011">
                  <c:v>thejeffchamberlainband</c:v>
                </c:pt>
                <c:pt idx="3012">
                  <c:v>thejeffbarbasproject1</c:v>
                </c:pt>
                <c:pt idx="3013">
                  <c:v>thejaragonexperience</c:v>
                </c:pt>
                <c:pt idx="3014">
                  <c:v>thejakemacsecretpage</c:v>
                </c:pt>
                <c:pt idx="3015">
                  <c:v>thejacksonfunkpolice</c:v>
                </c:pt>
                <c:pt idx="3016">
                  <c:v>thejackrabbitlifestyle</c:v>
                </c:pt>
                <c:pt idx="3017">
                  <c:v>theirgivingoutfreecoffee</c:v>
                </c:pt>
                <c:pt idx="3018">
                  <c:v>theinvisiblesubmarine</c:v>
                </c:pt>
                <c:pt idx="3019">
                  <c:v>the_invisible_majority</c:v>
                </c:pt>
                <c:pt idx="3020">
                  <c:v>theinvisiblegardner198</c:v>
                </c:pt>
                <c:pt idx="3021">
                  <c:v>the_inverted_penguin</c:v>
                </c:pt>
                <c:pt idx="3022">
                  <c:v>theintoxicationstation420</c:v>
                </c:pt>
                <c:pt idx="3023">
                  <c:v>theintimidationfactor</c:v>
                </c:pt>
                <c:pt idx="3024">
                  <c:v>theinternationalplayboy</c:v>
                </c:pt>
                <c:pt idx="3025">
                  <c:v>theinternationalmusicempire</c:v>
                </c:pt>
                <c:pt idx="3026">
                  <c:v>theinternationalhiphopunion</c:v>
                </c:pt>
                <c:pt idx="3027">
                  <c:v>the_intergalactic_pimpgod</c:v>
                </c:pt>
                <c:pt idx="3028">
                  <c:v>theinterfaceincident</c:v>
                </c:pt>
                <c:pt idx="3029">
                  <c:v>theinsomniacfilmcompany</c:v>
                </c:pt>
                <c:pt idx="3030">
                  <c:v>the_insignificant_guy</c:v>
                </c:pt>
                <c:pt idx="3031">
                  <c:v>theinsanegorillanumber1</c:v>
                </c:pt>
                <c:pt idx="3032">
                  <c:v>the_innocent_bad_girl</c:v>
                </c:pt>
                <c:pt idx="3033">
                  <c:v>theinnercityskeletoncoalition</c:v>
                </c:pt>
                <c:pt idx="3034">
                  <c:v>theinformationsource</c:v>
                </c:pt>
                <c:pt idx="3035">
                  <c:v>theinfernalbaggingmachine</c:v>
                </c:pt>
                <c:pt idx="3036">
                  <c:v>theinferioritycomplex</c:v>
                </c:pt>
                <c:pt idx="3037">
                  <c:v>theinfamouspennylane</c:v>
                </c:pt>
                <c:pt idx="3038">
                  <c:v>theinfamoushaleyovercast</c:v>
                </c:pt>
                <c:pt idx="3039">
                  <c:v>theinfamousfrankwhite</c:v>
                </c:pt>
                <c:pt idx="3040">
                  <c:v>theinfamouscrazymike</c:v>
                </c:pt>
                <c:pt idx="3041">
                  <c:v>theinfamouschunkymonkey</c:v>
                </c:pt>
                <c:pt idx="3042">
                  <c:v>theinevitableindividualistpart2</c:v>
                </c:pt>
                <c:pt idx="3043">
                  <c:v>theindustrycollective</c:v>
                </c:pt>
                <c:pt idx="3044">
                  <c:v>theindependentcircle</c:v>
                </c:pt>
                <c:pt idx="3045">
                  <c:v>the_incredible_plum_</c:v>
                </c:pt>
                <c:pt idx="3046">
                  <c:v>theincrediblemeltingman</c:v>
                </c:pt>
                <c:pt idx="3047">
                  <c:v>theincrediblemeltingdan</c:v>
                </c:pt>
                <c:pt idx="3048">
                  <c:v>theincrediblejazzman</c:v>
                </c:pt>
                <c:pt idx="3049">
                  <c:v>the_incredible_god_man</c:v>
                </c:pt>
                <c:pt idx="3050">
                  <c:v>the_incredible_edible_zak</c:v>
                </c:pt>
                <c:pt idx="3051">
                  <c:v>theincredibledoctorcrab</c:v>
                </c:pt>
                <c:pt idx="3052">
                  <c:v>theincorrigiblepollyanna</c:v>
                </c:pt>
                <c:pt idx="3053">
                  <c:v>theinconspicuousclaire</c:v>
                </c:pt>
                <c:pt idx="3054">
                  <c:v>theinbornlifeless518</c:v>
                </c:pt>
                <c:pt idx="3055">
                  <c:v>theimpossibleturnover</c:v>
                </c:pt>
                <c:pt idx="3056">
                  <c:v>theimpossibleprincess</c:v>
                </c:pt>
                <c:pt idx="3057">
                  <c:v>the_immortal_emperor</c:v>
                </c:pt>
                <c:pt idx="3058">
                  <c:v>theimmaculatedecline</c:v>
                </c:pt>
                <c:pt idx="3059">
                  <c:v>theimaginaryapocalypse</c:v>
                </c:pt>
                <c:pt idx="3060">
                  <c:v>theillfavorednountrio</c:v>
                </c:pt>
                <c:pt idx="3061">
                  <c:v>the_ice_cream_man3393</c:v>
                </c:pt>
                <c:pt idx="3062">
                  <c:v>the_husband_involved</c:v>
                </c:pt>
                <c:pt idx="3063">
                  <c:v>the_human_stink_bomb</c:v>
                </c:pt>
                <c:pt idx="3064">
                  <c:v>thehumanrevolutionband</c:v>
                </c:pt>
                <c:pt idx="3065">
                  <c:v>the_human_highlight_01</c:v>
                </c:pt>
                <c:pt idx="3066">
                  <c:v>thehottestthatyouknow</c:v>
                </c:pt>
                <c:pt idx="3067">
                  <c:v>thehottestsurferaround79</c:v>
                </c:pt>
                <c:pt idx="3068">
                  <c:v>the_hottest_person_ever</c:v>
                </c:pt>
                <c:pt idx="3069">
                  <c:v>thehottestgurlaround</c:v>
                </c:pt>
                <c:pt idx="3070">
                  <c:v>the_hottest_couple_alive</c:v>
                </c:pt>
                <c:pt idx="3071">
                  <c:v>thehotguythatsnotconceded</c:v>
                </c:pt>
                <c:pt idx="3072">
                  <c:v>thehotgingerbreadwoman</c:v>
                </c:pt>
                <c:pt idx="3073">
                  <c:v>thehotcoolgreatballer</c:v>
                </c:pt>
                <c:pt idx="3074">
                  <c:v>thehotchocolatesparrow</c:v>
                </c:pt>
                <c:pt idx="3075">
                  <c:v>thehotbutteredrumpshakers</c:v>
                </c:pt>
                <c:pt idx="3076">
                  <c:v>thehoplessromantic45</c:v>
                </c:pt>
                <c:pt idx="3077">
                  <c:v>thehopewellstreetwar</c:v>
                </c:pt>
                <c:pt idx="3078">
                  <c:v>thehopelessromantic708</c:v>
                </c:pt>
                <c:pt idx="3079">
                  <c:v>thehoneycreekassembly</c:v>
                </c:pt>
                <c:pt idx="3080">
                  <c:v>theholocaustdivision</c:v>
                </c:pt>
                <c:pt idx="3081">
                  <c:v>thehollyspringsdisaster</c:v>
                </c:pt>
                <c:pt idx="3082">
                  <c:v>the_hollow_deep_within</c:v>
                </c:pt>
                <c:pt idx="3083">
                  <c:v>thehollisterwelcomecrew</c:v>
                </c:pt>
                <c:pt idx="3084">
                  <c:v>thehiphopcornerstone</c:v>
                </c:pt>
                <c:pt idx="3085">
                  <c:v>thehillbillycashrevival</c:v>
                </c:pt>
                <c:pt idx="3086">
                  <c:v>thehighyoucantsustain</c:v>
                </c:pt>
                <c:pt idx="3087">
                  <c:v>thehighway59glamrockexperience</c:v>
                </c:pt>
                <c:pt idx="3088">
                  <c:v>thehighlightwasyoursmile</c:v>
                </c:pt>
                <c:pt idx="3089">
                  <c:v>thehighgradefoundation</c:v>
                </c:pt>
                <c:pt idx="3090">
                  <c:v>thehighflyingdoublejay</c:v>
                </c:pt>
                <c:pt idx="3091">
                  <c:v>thehideoutcoffeehouse</c:v>
                </c:pt>
                <c:pt idx="3092">
                  <c:v>the_hers_tester_profile</c:v>
                </c:pt>
                <c:pt idx="3093">
                  <c:v>the_hero_that_came_2late</c:v>
                </c:pt>
                <c:pt idx="3094">
                  <c:v>thehereticangel13</c:v>
                </c:pt>
                <c:pt idx="3095">
                  <c:v>thehereseycollective</c:v>
                </c:pt>
                <c:pt idx="3096">
                  <c:v>thehelpsampsonhearmusicfund</c:v>
                </c:pt>
                <c:pt idx="3097">
                  <c:v>thehelplessobsession</c:v>
                </c:pt>
                <c:pt idx="3098">
                  <c:v>thehellboundfather</c:v>
                </c:pt>
                <c:pt idx="3099">
                  <c:v>theheavenlyhomemaker</c:v>
                </c:pt>
                <c:pt idx="3100">
                  <c:v>theheartlessdaggerfall</c:v>
                </c:pt>
                <c:pt idx="3101">
                  <c:v>theheartlesscreature</c:v>
                </c:pt>
                <c:pt idx="3102">
                  <c:v>theheartgoeshere_jackie</c:v>
                </c:pt>
                <c:pt idx="3103">
                  <c:v>the_heartbroken_poet</c:v>
                </c:pt>
                <c:pt idx="3104">
                  <c:v>theheartbreakhotelparty</c:v>
                </c:pt>
                <c:pt idx="3105">
                  <c:v>theheartbreakexpress</c:v>
                </c:pt>
                <c:pt idx="3106">
                  <c:v>the_headless_penguin</c:v>
                </c:pt>
                <c:pt idx="3107">
                  <c:v>thehavenanimalrescue</c:v>
                </c:pt>
                <c:pt idx="3108">
                  <c:v>theharmonicgenerator</c:v>
                </c:pt>
                <c:pt idx="3109">
                  <c:v>the_hardcore_punisher</c:v>
                </c:pt>
                <c:pt idx="3110">
                  <c:v>thehardcashcontroversial</c:v>
                </c:pt>
                <c:pt idx="3111">
                  <c:v>thehardcandytheorist</c:v>
                </c:pt>
                <c:pt idx="3112">
                  <c:v>the_happy_soul_slayer</c:v>
                </c:pt>
                <c:pt idx="3113">
                  <c:v>the_hamburger_hustler</c:v>
                </c:pt>
                <c:pt idx="3114">
                  <c:v>thehallelujahdarling</c:v>
                </c:pt>
                <c:pt idx="3115">
                  <c:v>thehalifaxconnection</c:v>
                </c:pt>
                <c:pt idx="3116">
                  <c:v>thehairytrashkansclan</c:v>
                </c:pt>
                <c:pt idx="3117">
                  <c:v>thehairygreylovehound</c:v>
                </c:pt>
                <c:pt idx="3118">
                  <c:v>the_habitual_line_crosser</c:v>
                </c:pt>
                <c:pt idx="3119">
                  <c:v>theguyyouknowandlove</c:v>
                </c:pt>
                <c:pt idx="3120">
                  <c:v>theguywhodidthatthere</c:v>
                </c:pt>
                <c:pt idx="3121">
                  <c:v>theguywhobroughtsexyback2</c:v>
                </c:pt>
                <c:pt idx="3122">
                  <c:v>theguythatwillmakeyoumone</c:v>
                </c:pt>
                <c:pt idx="3123">
                  <c:v>theguruandhisapprentice</c:v>
                </c:pt>
                <c:pt idx="3124">
                  <c:v>thegurlucanneverhave</c:v>
                </c:pt>
                <c:pt idx="3125">
                  <c:v>the_gurl_next_door_1</c:v>
                </c:pt>
                <c:pt idx="3126">
                  <c:v>theguitaristfromhell90</c:v>
                </c:pt>
                <c:pt idx="3127">
                  <c:v>theguitaristformerlyknown</c:v>
                </c:pt>
                <c:pt idx="3128">
                  <c:v>the_guardian_goddess</c:v>
                </c:pt>
                <c:pt idx="3129">
                  <c:v>the_guardian_dark_angel</c:v>
                </c:pt>
                <c:pt idx="3130">
                  <c:v>theguardianconstruct</c:v>
                </c:pt>
                <c:pt idx="3131">
                  <c:v>the_guardian_angel9</c:v>
                </c:pt>
                <c:pt idx="3132">
                  <c:v>thegrubbyweaselexperience</c:v>
                </c:pt>
                <c:pt idx="3133">
                  <c:v>the_grim_reaper_from_hell</c:v>
                </c:pt>
                <c:pt idx="3134">
                  <c:v>the_grim_corporation</c:v>
                </c:pt>
                <c:pt idx="3135">
                  <c:v>the.greydawnbreaking</c:v>
                </c:pt>
                <c:pt idx="3136">
                  <c:v>thegreenroommusicclub</c:v>
                </c:pt>
                <c:pt idx="3137">
                  <c:v>thegreenroom_chesterfield</c:v>
                </c:pt>
                <c:pt idx="3138">
                  <c:v>the_green_power_ranger</c:v>
                </c:pt>
                <c:pt idx="3139">
                  <c:v>thegreenloveexperiment</c:v>
                </c:pt>
                <c:pt idx="3140">
                  <c:v>the_green_eyed_blonde</c:v>
                </c:pt>
                <c:pt idx="3141">
                  <c:v>the_green_eyed_bandit</c:v>
                </c:pt>
                <c:pt idx="3142">
                  <c:v>the_green_eared_cat_alien</c:v>
                </c:pt>
                <c:pt idx="3143">
                  <c:v>thegreenchunkyhunkymonkey</c:v>
                </c:pt>
                <c:pt idx="3144">
                  <c:v>thegreenbutterproject</c:v>
                </c:pt>
                <c:pt idx="3145">
                  <c:v>thegreenbeanprophecy</c:v>
                </c:pt>
                <c:pt idx="3146">
                  <c:v>thegreedlessbandsite</c:v>
                </c:pt>
                <c:pt idx="3147">
                  <c:v>thegreatwhitehiphope</c:v>
                </c:pt>
                <c:pt idx="3148">
                  <c:v>thegreatwhiteflamingo</c:v>
                </c:pt>
                <c:pt idx="3149">
                  <c:v>the_great_white_2000</c:v>
                </c:pt>
                <c:pt idx="3150">
                  <c:v>thegreatunconformity</c:v>
                </c:pt>
                <c:pt idx="3151">
                  <c:v>the_great_ring_master</c:v>
                </c:pt>
                <c:pt idx="3152">
                  <c:v>the_great_purple_finch</c:v>
                </c:pt>
                <c:pt idx="3153">
                  <c:v>the_great_philosopher</c:v>
                </c:pt>
                <c:pt idx="3154">
                  <c:v>the_great_one_ladies</c:v>
                </c:pt>
                <c:pt idx="3155">
                  <c:v>thegreatnewjerseybearhunt</c:v>
                </c:pt>
                <c:pt idx="3156">
                  <c:v>the_great_necromancer</c:v>
                </c:pt>
                <c:pt idx="3157">
                  <c:v>thegreatmightymouselover</c:v>
                </c:pt>
                <c:pt idx="3158">
                  <c:v>thegreatmatthewwhite</c:v>
                </c:pt>
                <c:pt idx="3159">
                  <c:v>thegreatlifefoundation</c:v>
                </c:pt>
                <c:pt idx="3160">
                  <c:v>thegreatlakemusicband</c:v>
                </c:pt>
                <c:pt idx="3161">
                  <c:v>the_great_insane_one</c:v>
                </c:pt>
                <c:pt idx="3162">
                  <c:v>thegreatgoldenbaby123</c:v>
                </c:pt>
                <c:pt idx="3163">
                  <c:v>thegreatforgettingband</c:v>
                </c:pt>
                <c:pt idx="3164">
                  <c:v>thegreatfootballplaya</c:v>
                </c:pt>
                <c:pt idx="3165">
                  <c:v>thegreaterconnection</c:v>
                </c:pt>
                <c:pt idx="3166">
                  <c:v>thegreatdonjuliobluescat</c:v>
                </c:pt>
                <c:pt idx="3167">
                  <c:v>the_great_communicator</c:v>
                </c:pt>
                <c:pt idx="3168">
                  <c:v>the_great_beyond_200</c:v>
                </c:pt>
                <c:pt idx="3169">
                  <c:v>thegreatawakeningmusic</c:v>
                </c:pt>
                <c:pt idx="3170">
                  <c:v>thegreatandpowerfulfuzz</c:v>
                </c:pt>
                <c:pt idx="3171">
                  <c:v>thegreatandonlyunknown</c:v>
                </c:pt>
                <c:pt idx="3172">
                  <c:v>thegreasedupdeafguy_</c:v>
                </c:pt>
                <c:pt idx="3173">
                  <c:v>thegratefuldead4ever</c:v>
                </c:pt>
                <c:pt idx="3174">
                  <c:v>thegratedisappointment</c:v>
                </c:pt>
                <c:pt idx="3175">
                  <c:v>thegrapevineprincess</c:v>
                </c:pt>
                <c:pt idx="3176">
                  <c:v>thegrandduchessanastasia</c:v>
                </c:pt>
                <c:pt idx="3177">
                  <c:v>thegrammarianwillgetyou</c:v>
                </c:pt>
                <c:pt idx="3178">
                  <c:v>the_graham_cracker08</c:v>
                </c:pt>
                <c:pt idx="3179">
                  <c:v>thegothickillerclown</c:v>
                </c:pt>
                <c:pt idx="3180">
                  <c:v>the_gothic_architect</c:v>
                </c:pt>
                <c:pt idx="3181">
                  <c:v>thegorgeousmonstrosity</c:v>
                </c:pt>
                <c:pt idx="3182">
                  <c:v>thegoodideafoundation</c:v>
                </c:pt>
                <c:pt idx="3183">
                  <c:v>the_good_girl_next_door</c:v>
                </c:pt>
                <c:pt idx="3184">
                  <c:v>theglassonionmagazine</c:v>
                </c:pt>
                <c:pt idx="3185">
                  <c:v>thegirlwithropeforhair</c:v>
                </c:pt>
                <c:pt idx="3186">
                  <c:v>thegirlwhodoescocaine</c:v>
                </c:pt>
                <c:pt idx="3187">
                  <c:v>_thegirlthatlostyou_</c:v>
                </c:pt>
                <c:pt idx="3188">
                  <c:v>thegirlnextdoormusic</c:v>
                </c:pt>
                <c:pt idx="3189">
                  <c:v>the_girl_next_door_83</c:v>
                </c:pt>
                <c:pt idx="3190">
                  <c:v>the_girl_next_door_5</c:v>
                </c:pt>
                <c:pt idx="3191">
                  <c:v>the_girl_next_door_4</c:v>
                </c:pt>
                <c:pt idx="3192">
                  <c:v>the_girl_next_door173</c:v>
                </c:pt>
                <c:pt idx="3193">
                  <c:v>the_girl_next_door11</c:v>
                </c:pt>
                <c:pt idx="3194">
                  <c:v>the__girl__next__door</c:v>
                </c:pt>
                <c:pt idx="3195">
                  <c:v>the_girl_from_shannon</c:v>
                </c:pt>
                <c:pt idx="3196">
                  <c:v>thegirlfromouterspace</c:v>
                </c:pt>
                <c:pt idx="3197">
                  <c:v>thegirlevery1wantstob_93</c:v>
                </c:pt>
                <c:pt idx="3198">
                  <c:v>the.ginger.bread.man</c:v>
                </c:pt>
                <c:pt idx="3199">
                  <c:v>the_ginger_bread_man</c:v>
                </c:pt>
                <c:pt idx="3200">
                  <c:v>thegiantmidgetleprechaun</c:v>
                </c:pt>
                <c:pt idx="3201">
                  <c:v>thegiantfuckingspider</c:v>
                </c:pt>
                <c:pt idx="3202">
                  <c:v>theghosttowncollective</c:v>
                </c:pt>
                <c:pt idx="3203">
                  <c:v>thegetawaywasntfastenough</c:v>
                </c:pt>
                <c:pt idx="3204">
                  <c:v>thegeorgiagrahamshow</c:v>
                </c:pt>
                <c:pt idx="3205">
                  <c:v>thegentlemenssocialclub</c:v>
                </c:pt>
                <c:pt idx="3206">
                  <c:v>thegentlemensagreement</c:v>
                </c:pt>
                <c:pt idx="3207">
                  <c:v>thegentlemanhomicide</c:v>
                </c:pt>
                <c:pt idx="3208">
                  <c:v>thegenerouslatinagirl</c:v>
                </c:pt>
                <c:pt idx="3209">
                  <c:v>thegeneralsweetpants</c:v>
                </c:pt>
                <c:pt idx="3210">
                  <c:v>thegenerallyspeaking</c:v>
                </c:pt>
                <c:pt idx="3211">
                  <c:v>thegenderlessdarling</c:v>
                </c:pt>
                <c:pt idx="3212">
                  <c:v>thegazastripmovement</c:v>
                </c:pt>
                <c:pt idx="3213">
                  <c:v>thegaystraightjacket</c:v>
                </c:pt>
                <c:pt idx="3214">
                  <c:v>thegatheringlimerick</c:v>
                </c:pt>
                <c:pt idx="3215">
                  <c:v>thegatheringcommunity</c:v>
                </c:pt>
                <c:pt idx="3216">
                  <c:v>thegarybackstromband</c:v>
                </c:pt>
                <c:pt idx="3217">
                  <c:v>thegarrisonyearstreetteam</c:v>
                </c:pt>
                <c:pt idx="3218">
                  <c:v>thegabbyjayexperience</c:v>
                </c:pt>
                <c:pt idx="3219">
                  <c:v>the_future_wasnt_wrote</c:v>
                </c:pt>
                <c:pt idx="3220">
                  <c:v>the_future_was_alarming</c:v>
                </c:pt>
                <c:pt idx="3221">
                  <c:v>thefuturesportscaster</c:v>
                </c:pt>
                <c:pt idx="3222">
                  <c:v>thefurrybroadcastingcorp</c:v>
                </c:pt>
                <c:pt idx="3223">
                  <c:v>the_funny_looking_one</c:v>
                </c:pt>
                <c:pt idx="3224">
                  <c:v>the_funky_cold_medina</c:v>
                </c:pt>
                <c:pt idx="3225">
                  <c:v>thefunkrockorchestra</c:v>
                </c:pt>
                <c:pt idx="3226">
                  <c:v>thefullsizefantastic</c:v>
                </c:pt>
                <c:pt idx="3227">
                  <c:v>thefullnelsonexperience</c:v>
                </c:pt>
                <c:pt idx="3228">
                  <c:v>thefullmedicinecabinet</c:v>
                </c:pt>
                <c:pt idx="3229">
                  <c:v>the_fucking_hottest_bitch</c:v>
                </c:pt>
                <c:pt idx="3230">
                  <c:v>thefuckingcoollunchtable</c:v>
                </c:pt>
                <c:pt idx="3231">
                  <c:v>thefuckingclandestinemusicclub</c:v>
                </c:pt>
                <c:pt idx="3232">
                  <c:v>the_frontroom_profession</c:v>
                </c:pt>
                <c:pt idx="3233">
                  <c:v>thefrontroomprofession</c:v>
                </c:pt>
                <c:pt idx="3234">
                  <c:v>thefrontporchsociety</c:v>
                </c:pt>
                <c:pt idx="3235">
                  <c:v>thefrontporchmusicsociety</c:v>
                </c:pt>
                <c:pt idx="3236">
                  <c:v>thefrontporchfolkensemble</c:v>
                </c:pt>
                <c:pt idx="3237">
                  <c:v>thefromtropicswithlove</c:v>
                </c:pt>
                <c:pt idx="3238">
                  <c:v>thefriendshipfactory</c:v>
                </c:pt>
                <c:pt idx="3239">
                  <c:v>the_friendship_corner</c:v>
                </c:pt>
                <c:pt idx="3240">
                  <c:v>the_friendly_chicken</c:v>
                </c:pt>
                <c:pt idx="3241">
                  <c:v>thefriendlesssociety</c:v>
                </c:pt>
                <c:pt idx="3242">
                  <c:v>thefriendlessmonstor</c:v>
                </c:pt>
                <c:pt idx="3243">
                  <c:v>thefriedmanfamilyfortune</c:v>
                </c:pt>
                <c:pt idx="3244">
                  <c:v>thefreepicktoncampaign</c:v>
                </c:pt>
                <c:pt idx="3245">
                  <c:v>thefreakingpizzagang</c:v>
                </c:pt>
                <c:pt idx="3246">
                  <c:v>thefoundationofficial</c:v>
                </c:pt>
                <c:pt idx="3247">
                  <c:v>thefoundationcolumbus</c:v>
                </c:pt>
                <c:pt idx="3248">
                  <c:v>thefoundationatlanta</c:v>
                </c:pt>
                <c:pt idx="3249">
                  <c:v>the_former_hippieboy</c:v>
                </c:pt>
                <c:pt idx="3250">
                  <c:v>the_forgotten_writer</c:v>
                </c:pt>
                <c:pt idx="3251">
                  <c:v>theforgotteninfluence1</c:v>
                </c:pt>
                <c:pt idx="3252">
                  <c:v>theforgottenbrainchild</c:v>
                </c:pt>
                <c:pt idx="3253">
                  <c:v>the_forgotten_angel4</c:v>
                </c:pt>
                <c:pt idx="3254">
                  <c:v>theforbiddenpunkology</c:v>
                </c:pt>
                <c:pt idx="3255">
                  <c:v>TheFollowingBrightShadow</c:v>
                </c:pt>
                <c:pt idx="3256">
                  <c:v>thefollowingannouncement</c:v>
                </c:pt>
                <c:pt idx="3257">
                  <c:v>theflyingsquirrelmaster</c:v>
                </c:pt>
                <c:pt idx="3258">
                  <c:v>TheFlyingPurpleMonkey</c:v>
                </c:pt>
                <c:pt idx="3259">
                  <c:v>theflyingpenguinsown</c:v>
                </c:pt>
                <c:pt idx="3260">
                  <c:v>the_flying_dutchman_too</c:v>
                </c:pt>
                <c:pt idx="3261">
                  <c:v>the_flying_dutch_man</c:v>
                </c:pt>
                <c:pt idx="3262">
                  <c:v>the_fly___________guy</c:v>
                </c:pt>
                <c:pt idx="3263">
                  <c:v>THEFLYBOYSKEEPITPOPPIN</c:v>
                </c:pt>
                <c:pt idx="3264">
                  <c:v>thefluorescentvagina</c:v>
                </c:pt>
                <c:pt idx="3265">
                  <c:v>theflowerpowerpenguin</c:v>
                </c:pt>
                <c:pt idx="3266">
                  <c:v>the_flirtatious_princess</c:v>
                </c:pt>
                <c:pt idx="3267">
                  <c:v>theflatlinerspunkrock</c:v>
                </c:pt>
                <c:pt idx="3268">
                  <c:v>theflamingsoothsayer</c:v>
                </c:pt>
                <c:pt idx="3269">
                  <c:v>thefiveoclocksession</c:v>
                </c:pt>
                <c:pt idx="3270">
                  <c:v>the_first_sorceress_lady</c:v>
                </c:pt>
                <c:pt idx="3271">
                  <c:v>the_first_snake_charmer</c:v>
                </c:pt>
                <c:pt idx="3272">
                  <c:v>thefirecrotchexperience</c:v>
                </c:pt>
                <c:pt idx="3273">
                  <c:v>the_final_strike_band</c:v>
                </c:pt>
                <c:pt idx="3274">
                  <c:v>thefinalcloudwarrior</c:v>
                </c:pt>
                <c:pt idx="3275">
                  <c:v>thefezfeaturingwoodyallcock</c:v>
                </c:pt>
                <c:pt idx="3276">
                  <c:v>the_female_that_got_him20</c:v>
                </c:pt>
                <c:pt idx="3277">
                  <c:v>the_feathered_serpent</c:v>
                </c:pt>
                <c:pt idx="3278">
                  <c:v>thefatcontrollermustdie</c:v>
                </c:pt>
                <c:pt idx="3279">
                  <c:v>thefatbastardhimself</c:v>
                </c:pt>
                <c:pt idx="3280">
                  <c:v>thefantasticinevitable</c:v>
                </c:pt>
                <c:pt idx="3281">
                  <c:v>thefantasticcurtaincall</c:v>
                </c:pt>
                <c:pt idx="3282">
                  <c:v>thefamousundiscovered</c:v>
                </c:pt>
                <c:pt idx="3283">
                  <c:v>thefamousrachelmiller</c:v>
                </c:pt>
                <c:pt idx="3284">
                  <c:v>thefallingdarkangel</c:v>
                </c:pt>
                <c:pt idx="3285">
                  <c:v>the_fallen_crack_baby</c:v>
                </c:pt>
                <c:pt idx="3286">
                  <c:v>the_fallen_angel2232323</c:v>
                </c:pt>
                <c:pt idx="3287">
                  <c:v>thefairweatherexperience</c:v>
                </c:pt>
                <c:pt idx="3288">
                  <c:v>thefabuloustinamarie</c:v>
                </c:pt>
                <c:pt idx="3289">
                  <c:v>the_fabulous_phil_bell</c:v>
                </c:pt>
                <c:pt idx="3290">
                  <c:v>thefabulousmisschristina</c:v>
                </c:pt>
                <c:pt idx="3291">
                  <c:v>the_fabulous_jessica</c:v>
                </c:pt>
                <c:pt idx="3292">
                  <c:v>thefabulousfeedbackband</c:v>
                </c:pt>
                <c:pt idx="3293">
                  <c:v>thefabulousentourage</c:v>
                </c:pt>
                <c:pt idx="3294">
                  <c:v>theextremelygoodlookingpeople</c:v>
                </c:pt>
                <c:pt idx="3295">
                  <c:v>theextremebandgeek11</c:v>
                </c:pt>
                <c:pt idx="3296">
                  <c:v>theexplodingwhaledream</c:v>
                </c:pt>
                <c:pt idx="3297">
                  <c:v>theexplodinghearts12</c:v>
                </c:pt>
                <c:pt idx="3298">
                  <c:v>theexperimentwentwrong</c:v>
                </c:pt>
                <c:pt idx="3299">
                  <c:v>theexperimentalexperience</c:v>
                </c:pt>
                <c:pt idx="3300">
                  <c:v>theexistentialistmorning</c:v>
                </c:pt>
                <c:pt idx="3301">
                  <c:v>TheExhaustedContender</c:v>
                </c:pt>
                <c:pt idx="3302">
                  <c:v>theevolutionarynightmare</c:v>
                </c:pt>
                <c:pt idx="3303">
                  <c:v>the_evil_trio_leader</c:v>
                </c:pt>
                <c:pt idx="3304">
                  <c:v>theevilpopcornseller</c:v>
                </c:pt>
                <c:pt idx="3305">
                  <c:v>the_evil_monkey_king</c:v>
                </c:pt>
                <c:pt idx="3306">
                  <c:v>theeverilluminousone</c:v>
                </c:pt>
                <c:pt idx="3307">
                  <c:v>theeverchangingdream</c:v>
                </c:pt>
                <c:pt idx="3308">
                  <c:v>theeveninghabitstreetteam</c:v>
                </c:pt>
                <c:pt idx="3309">
                  <c:v>theeunsuspectingvictim</c:v>
                </c:pt>
                <c:pt idx="3310">
                  <c:v>theeoneandonlysarahstella</c:v>
                </c:pt>
                <c:pt idx="3311">
                  <c:v>theenlightenedbuddha</c:v>
                </c:pt>
                <c:pt idx="3312">
                  <c:v>the_enigma_incarnate</c:v>
                </c:pt>
                <c:pt idx="3313">
                  <c:v>theenergizerbunnybaby</c:v>
                </c:pt>
                <c:pt idx="3314">
                  <c:v>the_end_that_never_came</c:v>
                </c:pt>
                <c:pt idx="3315">
                  <c:v>theendlessdestruction</c:v>
                </c:pt>
                <c:pt idx="3316">
                  <c:v>the_emotional_killer</c:v>
                </c:pt>
                <c:pt idx="3317">
                  <c:v>theemeraldcityboston</c:v>
                </c:pt>
                <c:pt idx="3318">
                  <c:v>theembersarestillglowing</c:v>
                </c:pt>
                <c:pt idx="3319">
                  <c:v>theelitepartyprogram</c:v>
                </c:pt>
                <c:pt idx="3320">
                  <c:v>theelectricstarlightshowtess</c:v>
                </c:pt>
                <c:pt idx="3321">
                  <c:v>theelectricpressmusic</c:v>
                </c:pt>
                <c:pt idx="3322">
                  <c:v>theelectricexperiment</c:v>
                </c:pt>
                <c:pt idx="3323">
                  <c:v>theelectricchurchclub</c:v>
                </c:pt>
                <c:pt idx="3324">
                  <c:v>theelectricarmadillo</c:v>
                </c:pt>
                <c:pt idx="3325">
                  <c:v>thee_gorgeous_people</c:v>
                </c:pt>
                <c:pt idx="3326">
                  <c:v>the_effing_real_kristin</c:v>
                </c:pt>
                <c:pt idx="3327">
                  <c:v>theedgemorningmadhouse</c:v>
                </c:pt>
                <c:pt idx="3328">
                  <c:v>theeclecticadventure</c:v>
                </c:pt>
                <c:pt idx="3329">
                  <c:v>theeccentricphotography</c:v>
                </c:pt>
                <c:pt idx="3330">
                  <c:v>theeblackhannahmontana</c:v>
                </c:pt>
                <c:pt idx="3331">
                  <c:v>theeambervisionholocaust</c:v>
                </c:pt>
                <c:pt idx="3332">
                  <c:v>thee_adoption_agency</c:v>
                </c:pt>
                <c:pt idx="3333">
                  <c:v>thedutchessanastasia</c:v>
                </c:pt>
                <c:pt idx="3334">
                  <c:v>theduncanfamilywebsite</c:v>
                </c:pt>
                <c:pt idx="3335">
                  <c:v>thedumbestgeniusever</c:v>
                </c:pt>
                <c:pt idx="3336">
                  <c:v>theducktalesingerman</c:v>
                </c:pt>
                <c:pt idx="3337">
                  <c:v>The_drunken_master_4_life</c:v>
                </c:pt>
                <c:pt idx="3338">
                  <c:v>the_drummer_you_never_saw</c:v>
                </c:pt>
                <c:pt idx="3339">
                  <c:v>thedropshipsarecoming</c:v>
                </c:pt>
                <c:pt idx="3340">
                  <c:v>thedropkickstevenband</c:v>
                </c:pt>
                <c:pt idx="3341">
                  <c:v>thedramaqueenallgrownup</c:v>
                </c:pt>
                <c:pt idx="3342">
                  <c:v>thedotbandcollaborative</c:v>
                </c:pt>
                <c:pt idx="3343">
                  <c:v>thedonkeyheadedadversary</c:v>
                </c:pt>
                <c:pt idx="3344">
                  <c:v>the_don_entertainment</c:v>
                </c:pt>
                <c:pt idx="3345">
                  <c:v>thedollarbillproject</c:v>
                </c:pt>
                <c:pt idx="3346">
                  <c:v>thedoghouserileyband</c:v>
                </c:pt>
                <c:pt idx="3347">
                  <c:v>thedizzyroosteraustin</c:v>
                </c:pt>
                <c:pt idx="3348">
                  <c:v>thedivinityprojectband</c:v>
                </c:pt>
                <c:pt idx="3349">
                  <c:v>thedistributioncompany</c:v>
                </c:pt>
                <c:pt idx="3350">
                  <c:v>thedisenchantmentproject</c:v>
                </c:pt>
                <c:pt idx="3351">
                  <c:v>thedisconnectedspatula</c:v>
                </c:pt>
                <c:pt idx="3352">
                  <c:v>the_disastrous_beginning</c:v>
                </c:pt>
                <c:pt idx="3353">
                  <c:v>the_disappearing_boy</c:v>
                </c:pt>
                <c:pt idx="3354">
                  <c:v>thedirtylittlerockband</c:v>
                </c:pt>
                <c:pt idx="3355">
                  <c:v>thedirtyclothingcompany</c:v>
                </c:pt>
                <c:pt idx="3356">
                  <c:v>the_dirt_brown_cowboy</c:v>
                </c:pt>
                <c:pt idx="3357">
                  <c:v>thedinosaurscreamteam</c:v>
                </c:pt>
                <c:pt idx="3358">
                  <c:v>thedinnerpartyambience</c:v>
                </c:pt>
                <c:pt idx="3359">
                  <c:v>thedingdongshowmovie</c:v>
                </c:pt>
                <c:pt idx="3360">
                  <c:v>thedifferenceenginemusic</c:v>
                </c:pt>
                <c:pt idx="3361">
                  <c:v>the_diamond_princess_04</c:v>
                </c:pt>
                <c:pt idx="3362">
                  <c:v>the_diamond_princess</c:v>
                </c:pt>
                <c:pt idx="3363">
                  <c:v>the_diamond_mistress</c:v>
                </c:pt>
                <c:pt idx="3364">
                  <c:v>thedharmainitiativeband</c:v>
                </c:pt>
                <c:pt idx="3365">
                  <c:v>thedevilthinksimpretty</c:v>
                </c:pt>
                <c:pt idx="3366">
                  <c:v>thedevastatingfranco</c:v>
                </c:pt>
                <c:pt idx="3367">
                  <c:v>thedesperationproject</c:v>
                </c:pt>
                <c:pt idx="3368">
                  <c:v>thedesperatemeasurestour</c:v>
                </c:pt>
                <c:pt idx="3369">
                  <c:v>thedescriptionengine</c:v>
                </c:pt>
                <c:pt idx="3370">
                  <c:v>thedepressedfireplace</c:v>
                </c:pt>
                <c:pt idx="3371">
                  <c:v>the_demolition_lover</c:v>
                </c:pt>
                <c:pt idx="3372">
                  <c:v>thedelectablemisssarah</c:v>
                </c:pt>
                <c:pt idx="3373">
                  <c:v>the_deformed_pretty_boy</c:v>
                </c:pt>
                <c:pt idx="3374">
                  <c:v>thedaybreakexperiment</c:v>
                </c:pt>
                <c:pt idx="3375">
                  <c:v>thedarlingdepartment</c:v>
                </c:pt>
                <c:pt idx="3376">
                  <c:v>the_dark_princess_13</c:v>
                </c:pt>
                <c:pt idx="3377">
                  <c:v>the_dark_prince__kai</c:v>
                </c:pt>
                <c:pt idx="3378">
                  <c:v>thedarknesswithdeath</c:v>
                </c:pt>
                <c:pt idx="3379">
                  <c:v>the_dark_heretic_princess</c:v>
                </c:pt>
                <c:pt idx="3380">
                  <c:v>the_dark_fallen_angel</c:v>
                </c:pt>
                <c:pt idx="3381">
                  <c:v>the_dark_demon_dramaqueen</c:v>
                </c:pt>
                <c:pt idx="3382">
                  <c:v>the_dark_cully_secret</c:v>
                </c:pt>
                <c:pt idx="3383">
                  <c:v>thedannyquadmassacre</c:v>
                </c:pt>
                <c:pt idx="3384">
                  <c:v>thedangerousquietone</c:v>
                </c:pt>
                <c:pt idx="3385">
                  <c:v>thedandelionseedcompany</c:v>
                </c:pt>
                <c:pt idx="3386">
                  <c:v>the_dancing_princess</c:v>
                </c:pt>
                <c:pt idx="3387">
                  <c:v>thedamagelimitationproject</c:v>
                </c:pt>
                <c:pt idx="3388">
                  <c:v>the_dairy_queen17585</c:v>
                </c:pt>
                <c:pt idx="3389">
                  <c:v>thedailyplanetmetropolis</c:v>
                </c:pt>
                <c:pt idx="3390">
                  <c:v>the_cutting_edge_001</c:v>
                </c:pt>
                <c:pt idx="3391">
                  <c:v>thecutlassheadcharity</c:v>
                </c:pt>
                <c:pt idx="3392">
                  <c:v>thecutelittledeadgirl</c:v>
                </c:pt>
                <c:pt idx="3393">
                  <c:v>thecuriouslittledolphin</c:v>
                </c:pt>
                <c:pt idx="3394">
                  <c:v>the_cumberland_house</c:v>
                </c:pt>
                <c:pt idx="3395">
                  <c:v>thecrutchleyexperience</c:v>
                </c:pt>
                <c:pt idx="3396">
                  <c:v>thecrucialconspiracy</c:v>
                </c:pt>
                <c:pt idx="3397">
                  <c:v>the-crown-jewel-brent</c:v>
                </c:pt>
                <c:pt idx="3398">
                  <c:v>the_crippler_crawford</c:v>
                </c:pt>
                <c:pt idx="3399">
                  <c:v>the_crimson_squirrel</c:v>
                </c:pt>
                <c:pt idx="3400">
                  <c:v>thecrimsonsprocketband</c:v>
                </c:pt>
                <c:pt idx="3401">
                  <c:v>thecreativejaymarvelous</c:v>
                </c:pt>
                <c:pt idx="3402">
                  <c:v>thecreationgestationlab</c:v>
                </c:pt>
                <c:pt idx="3403">
                  <c:v>thecrazylittleperson</c:v>
                </c:pt>
                <c:pt idx="3404">
                  <c:v>the_crazy_girl_next_door</c:v>
                </c:pt>
                <c:pt idx="3405">
                  <c:v>thecrackinsideyourheart</c:v>
                </c:pt>
                <c:pt idx="3406">
                  <c:v>thecountryconnectionband</c:v>
                </c:pt>
                <c:pt idx="3407">
                  <c:v>thecounterfeitreality</c:v>
                </c:pt>
                <c:pt idx="3408">
                  <c:v>thecorporatedeathsuit</c:v>
                </c:pt>
                <c:pt idx="3409">
                  <c:v>the_corey_short_incident</c:v>
                </c:pt>
                <c:pt idx="3410">
                  <c:v>thecore_bodypiercing</c:v>
                </c:pt>
                <c:pt idx="3411">
                  <c:v>thecoolcalmcollective</c:v>
                </c:pt>
                <c:pt idx="3412">
                  <c:v>thecoolbillygoatband</c:v>
                </c:pt>
                <c:pt idx="3413">
                  <c:v>thecoolbandthatrockshard</c:v>
                </c:pt>
                <c:pt idx="3414">
                  <c:v>thecookiemonster7178</c:v>
                </c:pt>
                <c:pt idx="3415">
                  <c:v>the_cookie_monster55</c:v>
                </c:pt>
                <c:pt idx="3416">
                  <c:v>thecookiemonster1992</c:v>
                </c:pt>
                <c:pt idx="3417">
                  <c:v>thecontrast_melbourne</c:v>
                </c:pt>
                <c:pt idx="3418">
                  <c:v>thecontinentallounge</c:v>
                </c:pt>
                <c:pt idx="3419">
                  <c:v>theconsumingdarkness</c:v>
                </c:pt>
                <c:pt idx="3420">
                  <c:v>theconspiracytheorist</c:v>
                </c:pt>
                <c:pt idx="3421">
                  <c:v>theconservativebreed</c:v>
                </c:pt>
                <c:pt idx="3422">
                  <c:v>the_compulsive_mac_daddy</c:v>
                </c:pt>
                <c:pt idx="3423">
                  <c:v>thecommanderandchief</c:v>
                </c:pt>
                <c:pt idx="3424">
                  <c:v>thecolorsmusicalgroup</c:v>
                </c:pt>
                <c:pt idx="3425">
                  <c:v>thecollinsexperiment</c:v>
                </c:pt>
                <c:pt idx="3426">
                  <c:v>thecollectivemusicgroup</c:v>
                </c:pt>
                <c:pt idx="3427">
                  <c:v>thecolinharrisonproject</c:v>
                </c:pt>
                <c:pt idx="3428">
                  <c:v>thecolinandduncanshow</c:v>
                </c:pt>
                <c:pt idx="3429">
                  <c:v>thecodyblakeleyproject13</c:v>
                </c:pt>
                <c:pt idx="3430">
                  <c:v>thecobaltdeathproject</c:v>
                </c:pt>
                <c:pt idx="3431">
                  <c:v>theclockworkcrewband</c:v>
                </c:pt>
                <c:pt idx="3432">
                  <c:v>thecliffkinseyreport</c:v>
                </c:pt>
                <c:pt idx="3433">
                  <c:v>theclientsandtheirarchitect</c:v>
                </c:pt>
                <c:pt idx="3434">
                  <c:v>the_classic_heartbreaker</c:v>
                </c:pt>
                <c:pt idx="3435">
                  <c:v>theclarinetexperiment</c:v>
                </c:pt>
                <c:pt idx="3436">
                  <c:v>theclandestinefaction</c:v>
                </c:pt>
                <c:pt idx="3437">
                  <c:v>thecinnamontoastcrunchers</c:v>
                </c:pt>
                <c:pt idx="3438">
                  <c:v>thecingularjuggernaut</c:v>
                </c:pt>
                <c:pt idx="3439">
                  <c:v>thecinderellaliberty</c:v>
                </c:pt>
                <c:pt idx="3440">
                  <c:v>thechurchbandofficial</c:v>
                </c:pt>
                <c:pt idx="3441">
                  <c:v>thechurchandholyhiphop</c:v>
                </c:pt>
                <c:pt idx="3442">
                  <c:v>thechristraciproject</c:v>
                </c:pt>
                <c:pt idx="3443">
                  <c:v>thechristinaannetteproject</c:v>
                </c:pt>
                <c:pt idx="3444">
                  <c:v>thechristiancurlingcrew</c:v>
                </c:pt>
                <c:pt idx="3445">
                  <c:v>thechristiancoalition</c:v>
                </c:pt>
                <c:pt idx="3446">
                  <c:v>thechrischaosmontage</c:v>
                </c:pt>
                <c:pt idx="3447">
                  <c:v>thechrisashtonproject</c:v>
                </c:pt>
                <c:pt idx="3448">
                  <c:v>thechosen1denzelcarter</c:v>
                </c:pt>
                <c:pt idx="3449">
                  <c:v>thechocolatefireguard</c:v>
                </c:pt>
                <c:pt idx="3450">
                  <c:v>thechicagodrinkingteam</c:v>
                </c:pt>
                <c:pt idx="3451">
                  <c:v>the_chemical_romance</c:v>
                </c:pt>
                <c:pt idx="3452">
                  <c:v>thecheesenutterwithtoast</c:v>
                </c:pt>
                <c:pt idx="3453">
                  <c:v>thecheatslightswitch</c:v>
                </c:pt>
                <c:pt idx="3454">
                  <c:v>thecharmoffensiveband</c:v>
                </c:pt>
                <c:pt idx="3455">
                  <c:v>thechaostheorybandpage</c:v>
                </c:pt>
                <c:pt idx="3456">
                  <c:v>thechampionheartache</c:v>
                </c:pt>
                <c:pt idx="3457">
                  <c:v>thechamp45roadwarrior</c:v>
                </c:pt>
                <c:pt idx="3458">
                  <c:v>thechaingangbikeclub</c:v>
                </c:pt>
                <c:pt idx="3459">
                  <c:v>thecelestineprophecybook</c:v>
                </c:pt>
                <c:pt idx="3460">
                  <c:v>thecelestialstarbearer</c:v>
                </c:pt>
                <c:pt idx="3461">
                  <c:v>thecelestialpeepshow</c:v>
                </c:pt>
                <c:pt idx="3462">
                  <c:v>thecedarculturalcenter</c:v>
                </c:pt>
                <c:pt idx="3463">
                  <c:v>the_cavalier_eternal</c:v>
                </c:pt>
                <c:pt idx="3464">
                  <c:v>thecatalystprojectteam</c:v>
                </c:pt>
                <c:pt idx="3465">
                  <c:v>thecasualphotographer</c:v>
                </c:pt>
                <c:pt idx="3466">
                  <c:v>the_carrie_underwood</c:v>
                </c:pt>
                <c:pt idx="3467">
                  <c:v>thecardiovasculardisease</c:v>
                </c:pt>
                <c:pt idx="3468">
                  <c:v>thecaptainlegendaryband</c:v>
                </c:pt>
                <c:pt idx="3469">
                  <c:v>thecantonunderground</c:v>
                </c:pt>
                <c:pt idx="3470">
                  <c:v>thecannockchasepanther</c:v>
                </c:pt>
                <c:pt idx="3471">
                  <c:v>thecandylandfamilyband</c:v>
                </c:pt>
                <c:pt idx="3472">
                  <c:v>thecandlelightpavilion</c:v>
                </c:pt>
                <c:pt idx="3473">
                  <c:v>the_cambridge_school</c:v>
                </c:pt>
                <c:pt idx="3474">
                  <c:v>the_calander_hung_itself</c:v>
                </c:pt>
                <c:pt idx="3475">
                  <c:v>thecabbageexperience</c:v>
                </c:pt>
                <c:pt idx="3476">
                  <c:v>theburnloungemusicstore</c:v>
                </c:pt>
                <c:pt idx="3477">
                  <c:v>theburnedoutbasement</c:v>
                </c:pt>
                <c:pt idx="3478">
                  <c:v>thebureauentertainment</c:v>
                </c:pt>
                <c:pt idx="3479">
                  <c:v>the_brown_eyed_beauty</c:v>
                </c:pt>
                <c:pt idx="3480">
                  <c:v>thebrotherhoodlounge</c:v>
                </c:pt>
                <c:pt idx="3481">
                  <c:v>thebrotherhoodalliance</c:v>
                </c:pt>
                <c:pt idx="3482">
                  <c:v>thebrooklyngirl4life</c:v>
                </c:pt>
                <c:pt idx="3483">
                  <c:v>the_broken_hearts_club</c:v>
                </c:pt>
                <c:pt idx="3484">
                  <c:v>thebrokenheartbreaker</c:v>
                </c:pt>
                <c:pt idx="3485">
                  <c:v>thebrokendistrictband</c:v>
                </c:pt>
                <c:pt idx="3486">
                  <c:v>thebridgeclubkaraoke</c:v>
                </c:pt>
                <c:pt idx="3487">
                  <c:v>thebridestrippedbare</c:v>
                </c:pt>
                <c:pt idx="3488">
                  <c:v>the_breakfast_club_11</c:v>
                </c:pt>
                <c:pt idx="3489">
                  <c:v>thebreakdancingpenguin</c:v>
                </c:pt>
                <c:pt idx="3490">
                  <c:v>thebraveandundefeated</c:v>
                </c:pt>
                <c:pt idx="3491">
                  <c:v>thebraveandhappypilot</c:v>
                </c:pt>
                <c:pt idx="3492">
                  <c:v>thebrattytwin_sister</c:v>
                </c:pt>
                <c:pt idx="3493">
                  <c:v>thebrandonproject555</c:v>
                </c:pt>
                <c:pt idx="3494">
                  <c:v>thebrainfoodexperiment</c:v>
                </c:pt>
                <c:pt idx="3495">
                  <c:v>thebrainchildproject</c:v>
                </c:pt>
                <c:pt idx="3496">
                  <c:v>the_boy_your_looking_for</c:v>
                </c:pt>
                <c:pt idx="3497">
                  <c:v>theboundlessbeautifuldark</c:v>
                </c:pt>
                <c:pt idx="3498">
                  <c:v>thebostonmediacompany</c:v>
                </c:pt>
                <c:pt idx="3499">
                  <c:v>thebostonconservatory</c:v>
                </c:pt>
                <c:pt idx="3500">
                  <c:v>thebodyelectricproject</c:v>
                </c:pt>
                <c:pt idx="3501">
                  <c:v>the_blur_from_hell.jaw225</c:v>
                </c:pt>
                <c:pt idx="3502">
                  <c:v>theblueraspberrybastard</c:v>
                </c:pt>
                <c:pt idx="3503">
                  <c:v>the_blue_haired_girl</c:v>
                </c:pt>
                <c:pt idx="3504">
                  <c:v>thebluefigrestaurant</c:v>
                </c:pt>
                <c:pt idx="3505">
                  <c:v>thebluefairyprincess</c:v>
                </c:pt>
                <c:pt idx="3506">
                  <c:v>thebluefairymagicness</c:v>
                </c:pt>
                <c:pt idx="3507">
                  <c:v>theblueeyedidolofmillions</c:v>
                </c:pt>
                <c:pt idx="3508">
                  <c:v>the_blue_eyed_blonde</c:v>
                </c:pt>
                <c:pt idx="3509">
                  <c:v>thebluearrivaltheory</c:v>
                </c:pt>
                <c:pt idx="3510">
                  <c:v>the_bloody_hatchet_men</c:v>
                </c:pt>
                <c:pt idx="3511">
                  <c:v>the_bloody_awful_poet</c:v>
                </c:pt>
                <c:pt idx="3512">
                  <c:v>thebloodtrickleslowly</c:v>
                </c:pt>
                <c:pt idx="3513">
                  <c:v>thebloodsuckinggentlemen</c:v>
                </c:pt>
                <c:pt idx="3514">
                  <c:v>theblondenextdoor008</c:v>
                </c:pt>
                <c:pt idx="3515">
                  <c:v>the_blonde_brunette_girl</c:v>
                </c:pt>
                <c:pt idx="3516">
                  <c:v>the_blonde_brunette_8</c:v>
                </c:pt>
                <c:pt idx="3517">
                  <c:v>the_bleeding_mascara2</c:v>
                </c:pt>
                <c:pt idx="3518">
                  <c:v>thebleedingheartbakery</c:v>
                </c:pt>
                <c:pt idx="3519">
                  <c:v>theblanketforcefield</c:v>
                </c:pt>
                <c:pt idx="3520">
                  <c:v>theblackwallstreetfansite</c:v>
                </c:pt>
                <c:pt idx="3521">
                  <c:v>theblacktopmemorycollinsville</c:v>
                </c:pt>
                <c:pt idx="3522">
                  <c:v>the_black_tinkerbell</c:v>
                </c:pt>
                <c:pt idx="3523">
                  <c:v>theblacktieaffairband</c:v>
                </c:pt>
                <c:pt idx="3524">
                  <c:v>theblackstarmovement</c:v>
                </c:pt>
                <c:pt idx="3525">
                  <c:v>theblacksheepsquadron</c:v>
                </c:pt>
                <c:pt idx="3526">
                  <c:v>the_black_rose_angel</c:v>
                </c:pt>
                <c:pt idx="3527">
                  <c:v>the_black_philosopher</c:v>
                </c:pt>
                <c:pt idx="3528">
                  <c:v>the_blackout_faction</c:v>
                </c:pt>
                <c:pt idx="3529">
                  <c:v>theblacknesswillconsume</c:v>
                </c:pt>
                <c:pt idx="3530">
                  <c:v>theblackmagicretreat</c:v>
                </c:pt>
                <c:pt idx="3531">
                  <c:v>the_black_jack_tripper</c:v>
                </c:pt>
                <c:pt idx="3532">
                  <c:v>theblackelectricspace</c:v>
                </c:pt>
                <c:pt idx="3533">
                  <c:v>theblackautumncalamity</c:v>
                </c:pt>
                <c:pt idx="3534">
                  <c:v>theblackandwhitecity</c:v>
                </c:pt>
                <c:pt idx="3535">
                  <c:v>thebiweeklyworldenquirer</c:v>
                </c:pt>
                <c:pt idx="3536">
                  <c:v>the_bitch_from_hell05459</c:v>
                </c:pt>
                <c:pt idx="3537">
                  <c:v>thebilliondollardream</c:v>
                </c:pt>
                <c:pt idx="3538">
                  <c:v>the_big_yellow_sponge</c:v>
                </c:pt>
                <c:pt idx="3539">
                  <c:v>thebigmouthcaterpillar</c:v>
                </c:pt>
                <c:pt idx="3540">
                  <c:v>thebiggesttrailertrash</c:v>
                </c:pt>
                <c:pt idx="3541">
                  <c:v>thebiggesttorriefaneva</c:v>
                </c:pt>
                <c:pt idx="3542">
                  <c:v>thebiggestpotheadever</c:v>
                </c:pt>
                <c:pt idx="3543">
                  <c:v>thebiggestpothead4eva</c:v>
                </c:pt>
                <c:pt idx="3544">
                  <c:v>thebiggestposersonearth</c:v>
                </c:pt>
                <c:pt idx="3545">
                  <c:v>the_biggest_mistake_ever</c:v>
                </c:pt>
                <c:pt idx="3546">
                  <c:v>thebiggesthoeeveralive</c:v>
                </c:pt>
                <c:pt idx="3547">
                  <c:v>thebiggestdorkonearth</c:v>
                </c:pt>
                <c:pt idx="3548">
                  <c:v>thebiggerbetterbastard</c:v>
                </c:pt>
                <c:pt idx="3549">
                  <c:v>the_big_beat_commander</c:v>
                </c:pt>
                <c:pt idx="3550">
                  <c:v>the_big_bad_booty_daddy</c:v>
                </c:pt>
                <c:pt idx="3551">
                  <c:v>the_big_apple_dude2010</c:v>
                </c:pt>
                <c:pt idx="3552">
                  <c:v>the_better_music_chic</c:v>
                </c:pt>
                <c:pt idx="3553">
                  <c:v>thebethlehemabortionclinic</c:v>
                </c:pt>
                <c:pt idx="3554">
                  <c:v>thebetamaxrevolution</c:v>
                </c:pt>
                <c:pt idx="3555">
                  <c:v>the_best_white_gurl_eva</c:v>
                </c:pt>
                <c:pt idx="3556">
                  <c:v>the_best_stunner_live</c:v>
                </c:pt>
                <c:pt idx="3557">
                  <c:v>thebestskateboarderever</c:v>
                </c:pt>
                <c:pt idx="3558">
                  <c:v>the_best_singer_ever</c:v>
                </c:pt>
                <c:pt idx="3559">
                  <c:v>thebestlacrossplayeralive</c:v>
                </c:pt>
                <c:pt idx="3560">
                  <c:v>the-best-goalkeeper1</c:v>
                </c:pt>
                <c:pt idx="3561">
                  <c:v>thebestfootballplayerever</c:v>
                </c:pt>
                <c:pt idx="3562">
                  <c:v>the_best_ever_period</c:v>
                </c:pt>
                <c:pt idx="3563">
                  <c:v>the_best_baller_around</c:v>
                </c:pt>
                <c:pt idx="3564">
                  <c:v>the_best_ass_hole_ever</c:v>
                </c:pt>
                <c:pt idx="3565">
                  <c:v>the_best_amanda_you_know</c:v>
                </c:pt>
                <c:pt idx="3566">
                  <c:v>thebenedictcollegegospelchoir</c:v>
                </c:pt>
                <c:pt idx="3567">
                  <c:v>thebellwitchhaunting</c:v>
                </c:pt>
                <c:pt idx="3568">
                  <c:v>thebedroomcollection</c:v>
                </c:pt>
                <c:pt idx="3569">
                  <c:v>the_beautiful_unseen</c:v>
                </c:pt>
                <c:pt idx="3570">
                  <c:v>thebeautifulstruggle9829</c:v>
                </c:pt>
                <c:pt idx="3571">
                  <c:v>thebeautiful_struggle</c:v>
                </c:pt>
                <c:pt idx="3572">
                  <c:v>the_beautiful_stranger</c:v>
                </c:pt>
                <c:pt idx="3573">
                  <c:v>the_beautifulpeople_</c:v>
                </c:pt>
                <c:pt idx="3574">
                  <c:v>the_beautiful_people_</c:v>
                </c:pt>
                <c:pt idx="3575">
                  <c:v>thebeautifuloblivion</c:v>
                </c:pt>
                <c:pt idx="3576">
                  <c:v>thebeautifulneverhurry</c:v>
                </c:pt>
                <c:pt idx="3577">
                  <c:v>thebeautifulmistake2</c:v>
                </c:pt>
                <c:pt idx="3578">
                  <c:v>thebeautifulexperience</c:v>
                </c:pt>
                <c:pt idx="3579">
                  <c:v>thebeautifuldisasterpage</c:v>
                </c:pt>
                <c:pt idx="3580">
                  <c:v>thebeatingheartsyeah</c:v>
                </c:pt>
                <c:pt idx="3581">
                  <c:v>thebeastishereandnow</c:v>
                </c:pt>
                <c:pt idx="3582">
                  <c:v>thebattlefield2penguin</c:v>
                </c:pt>
                <c:pt idx="3583">
                  <c:v>thebastardshavelanded</c:v>
                </c:pt>
                <c:pt idx="3584">
                  <c:v>thebastardchildmusic</c:v>
                </c:pt>
                <c:pt idx="3585">
                  <c:v>thebasketweavingclub</c:v>
                </c:pt>
                <c:pt idx="3586">
                  <c:v>thebasementcollective</c:v>
                </c:pt>
                <c:pt idx="3587">
                  <c:v>the_baseball_hottie_09</c:v>
                </c:pt>
                <c:pt idx="3588">
                  <c:v>the_baroness_gothicheart</c:v>
                </c:pt>
                <c:pt idx="3589">
                  <c:v>thebarneypenguinedith</c:v>
                </c:pt>
                <c:pt idx="3590">
                  <c:v>the_barefoot_contessa</c:v>
                </c:pt>
                <c:pt idx="3591">
                  <c:v>thebarbarianformerlyknownasconnor</c:v>
                </c:pt>
                <c:pt idx="3592">
                  <c:v>thebandwhowasntthere</c:v>
                </c:pt>
                <c:pt idx="3593">
                  <c:v>the_band_accident_prone</c:v>
                </c:pt>
                <c:pt idx="3594">
                  <c:v>the_banana_adventure</c:v>
                </c:pt>
                <c:pt idx="3595">
                  <c:v>theballroommassacremusic</c:v>
                </c:pt>
                <c:pt idx="3596">
                  <c:v>the_badass_bitch_ever</c:v>
                </c:pt>
                <c:pt idx="3597">
                  <c:v>the_awesomeness_herself</c:v>
                </c:pt>
                <c:pt idx="3598">
                  <c:v>theauthenticblackice</c:v>
                </c:pt>
                <c:pt idx="3599">
                  <c:v>theauralalchemistmusic</c:v>
                </c:pt>
                <c:pt idx="3600">
                  <c:v>theauctionhousescandal</c:v>
                </c:pt>
                <c:pt idx="3601">
                  <c:v>theattackplancobourg</c:v>
                </c:pt>
                <c:pt idx="3602">
                  <c:v>theatrelightdesigner</c:v>
                </c:pt>
                <c:pt idx="3603">
                  <c:v>theatreclassflatline</c:v>
                </c:pt>
                <c:pt idx="3604">
                  <c:v>theashleydancerfanclub</c:v>
                </c:pt>
                <c:pt idx="3605">
                  <c:v>theartificialremorse</c:v>
                </c:pt>
                <c:pt idx="3606">
                  <c:v>thearlingtonpointmassacre</c:v>
                </c:pt>
                <c:pt idx="3607">
                  <c:v>the_aristocratic_assassin</c:v>
                </c:pt>
                <c:pt idx="3608">
                  <c:v>theargumentativecuecumber</c:v>
                </c:pt>
                <c:pt idx="3609">
                  <c:v>thearchangelgrievous</c:v>
                </c:pt>
                <c:pt idx="3610">
                  <c:v>the_arcanum_experiment</c:v>
                </c:pt>
                <c:pt idx="3611">
                  <c:v>theaquariumwarehouse</c:v>
                </c:pt>
                <c:pt idx="3612">
                  <c:v>theapostolicgentleman</c:v>
                </c:pt>
                <c:pt idx="3613">
                  <c:v>the_apartment_lounge</c:v>
                </c:pt>
                <c:pt idx="3614">
                  <c:v>theanswersimwaitingfor</c:v>
                </c:pt>
                <c:pt idx="3615">
                  <c:v>theanonymouspunkbastard</c:v>
                </c:pt>
                <c:pt idx="3616">
                  <c:v>theanonymouscharacter</c:v>
                </c:pt>
                <c:pt idx="3617">
                  <c:v>the_anonymous_caller</c:v>
                </c:pt>
                <c:pt idx="3618">
                  <c:v>the_animal_sanctuary</c:v>
                </c:pt>
                <c:pt idx="3619">
                  <c:v>theanimal19version2</c:v>
                </c:pt>
                <c:pt idx="3620">
                  <c:v>theangryteenshittingsquad</c:v>
                </c:pt>
                <c:pt idx="3621">
                  <c:v>theangelbenolosingers</c:v>
                </c:pt>
                <c:pt idx="3622">
                  <c:v>theandyfellexperience</c:v>
                </c:pt>
                <c:pt idx="3623">
                  <c:v>theancientcheesegarageorchestra</c:v>
                </c:pt>
                <c:pt idx="3624">
                  <c:v>theanatomicalsnuffbox</c:v>
                </c:pt>
                <c:pt idx="3625">
                  <c:v>the_analogue_revolution</c:v>
                </c:pt>
                <c:pt idx="3626">
                  <c:v>theamityvilletoaster</c:v>
                </c:pt>
                <c:pt idx="3627">
                  <c:v>theamherstcoffeehouse</c:v>
                </c:pt>
                <c:pt idx="3628">
                  <c:v>theamazingwhiplashfamily</c:v>
                </c:pt>
                <c:pt idx="3629">
                  <c:v>the_amazing_spider_sam</c:v>
                </c:pt>
                <c:pt idx="3630">
                  <c:v>the_amazing_kim_berry</c:v>
                </c:pt>
                <c:pt idx="3631">
                  <c:v>theamazinggoldeneagle</c:v>
                </c:pt>
                <c:pt idx="3632">
                  <c:v>theamazinggatekeeper</c:v>
                </c:pt>
                <c:pt idx="3633">
                  <c:v>theamazingflyingmattress</c:v>
                </c:pt>
                <c:pt idx="3634">
                  <c:v>the_amazing_daredevil</c:v>
                </c:pt>
                <c:pt idx="3635">
                  <c:v>theamazingbeauregard</c:v>
                </c:pt>
                <c:pt idx="3636">
                  <c:v>thealwaysfabulousjazzy</c:v>
                </c:pt>
                <c:pt idx="3637">
                  <c:v>thealternativereality</c:v>
                </c:pt>
                <c:pt idx="3638">
                  <c:v>the_alpha_and_omega7</c:v>
                </c:pt>
                <c:pt idx="3639">
                  <c:v>thealmightything1990</c:v>
                </c:pt>
                <c:pt idx="3640">
                  <c:v>thealmightyqueenkathy</c:v>
                </c:pt>
                <c:pt idx="3641">
                  <c:v>the_almighty_jam_man</c:v>
                </c:pt>
                <c:pt idx="3642">
                  <c:v>thealmightyjaguarspirit</c:v>
                </c:pt>
                <c:pt idx="3643">
                  <c:v>thealmightyfirecrotch</c:v>
                </c:pt>
                <c:pt idx="3644">
                  <c:v>thealmightydrunkenone</c:v>
                </c:pt>
                <c:pt idx="3645">
                  <c:v>thealmightydairyqueen</c:v>
                </c:pt>
                <c:pt idx="3646">
                  <c:v>the_almighty_carnage</c:v>
                </c:pt>
                <c:pt idx="3647">
                  <c:v>thealliancephilanthropy</c:v>
                </c:pt>
                <c:pt idx="3648">
                  <c:v>the_all_connected_one</c:v>
                </c:pt>
                <c:pt idx="3649">
                  <c:v>thealkaptonuriasociety</c:v>
                </c:pt>
                <c:pt idx="3650">
                  <c:v>the_alkaline_soloist</c:v>
                </c:pt>
                <c:pt idx="3651">
                  <c:v>thealiensarecoming2010</c:v>
                </c:pt>
                <c:pt idx="3652">
                  <c:v>thealabasterboxmagazine</c:v>
                </c:pt>
                <c:pt idx="3653">
                  <c:v>the_alabastard_dragon</c:v>
                </c:pt>
                <c:pt idx="3654">
                  <c:v>theaestheticmemorandum</c:v>
                </c:pt>
                <c:pt idx="3655">
                  <c:v>theadventurercantfly</c:v>
                </c:pt>
                <c:pt idx="3656">
                  <c:v>the_add_page_official</c:v>
                </c:pt>
                <c:pt idx="3657">
                  <c:v>theacousticprojectlive</c:v>
                </c:pt>
                <c:pt idx="3658">
                  <c:v>theaccountantcollapse</c:v>
                </c:pt>
                <c:pt idx="3659">
                  <c:v>theacademystreetteam</c:v>
                </c:pt>
                <c:pt idx="3660">
                  <c:v>theabsoluteexperience</c:v>
                </c:pt>
                <c:pt idx="3661">
                  <c:v>theabsolutebestperiod</c:v>
                </c:pt>
                <c:pt idx="3662">
                  <c:v>the_absinthe_experience</c:v>
                </c:pt>
                <c:pt idx="3663">
                  <c:v>theabominableshowmen</c:v>
                </c:pt>
                <c:pt idx="3664">
                  <c:v>theabominabledoctorphibes</c:v>
                </c:pt>
                <c:pt idx="3665">
                  <c:v>the_abdominal_snowman</c:v>
                </c:pt>
                <c:pt idx="3666">
                  <c:v>the9milliondollarman</c:v>
                </c:pt>
                <c:pt idx="3667">
                  <c:v>the5one4and5only2julio</c:v>
                </c:pt>
                <c:pt idx="3668">
                  <c:v>the559houseshowpromoter</c:v>
                </c:pt>
                <c:pt idx="3669">
                  <c:v>the50foottallmusicmakingmorganmonster</c:v>
                </c:pt>
                <c:pt idx="3670">
                  <c:v>the40yearoldvirginmary</c:v>
                </c:pt>
                <c:pt idx="3671">
                  <c:v>the3mileislandaccident</c:v>
                </c:pt>
                <c:pt idx="3672">
                  <c:v>the_1_that_got_away_</c:v>
                </c:pt>
                <c:pt idx="3673">
                  <c:v>the1nonlyprincess011</c:v>
                </c:pt>
                <c:pt idx="3674">
                  <c:v>the1nonlyplayboybunny9</c:v>
                </c:pt>
                <c:pt idx="3675">
                  <c:v>the1nonlymelissamoore</c:v>
                </c:pt>
                <c:pt idx="3676">
                  <c:v>the1nonlykaylaelizabeth</c:v>
                </c:pt>
                <c:pt idx="3677">
                  <c:v>the1_and_only_vicstar</c:v>
                </c:pt>
                <c:pt idx="3678">
                  <c:v>the1andonlysoccerplayer</c:v>
                </c:pt>
                <c:pt idx="3679">
                  <c:v>the1andonlyshortcake</c:v>
                </c:pt>
                <c:pt idx="3680">
                  <c:v>the_1_and_only_shaybaby</c:v>
                </c:pt>
                <c:pt idx="3681">
                  <c:v>the_1_and_only_sharky</c:v>
                </c:pt>
                <c:pt idx="3682">
                  <c:v>the1andonlyrebelfury</c:v>
                </c:pt>
                <c:pt idx="3683">
                  <c:v>the_1_and_only_pussycat</c:v>
                </c:pt>
                <c:pt idx="3684">
                  <c:v>the1andonlypartystarter</c:v>
                </c:pt>
                <c:pt idx="3685">
                  <c:v>the1andonlymissjulie</c:v>
                </c:pt>
                <c:pt idx="3686">
                  <c:v>the1andonlymissblair</c:v>
                </c:pt>
                <c:pt idx="3687">
                  <c:v>the_1_and_only_miranda</c:v>
                </c:pt>
                <c:pt idx="3688">
                  <c:v>the1andonlykissablecutie</c:v>
                </c:pt>
                <c:pt idx="3689">
                  <c:v>the_1_and_only_kalinda</c:v>
                </c:pt>
                <c:pt idx="3690">
                  <c:v>the_1and_only_jessica</c:v>
                </c:pt>
                <c:pt idx="3691">
                  <c:v>the_1_and_only_ginabrown</c:v>
                </c:pt>
                <c:pt idx="3692">
                  <c:v>the1andonlygermanpenguin</c:v>
                </c:pt>
                <c:pt idx="3693">
                  <c:v>the1andonlygatekeeper</c:v>
                </c:pt>
                <c:pt idx="3694">
                  <c:v>the1andonlydallascowgirl</c:v>
                </c:pt>
                <c:pt idx="3695">
                  <c:v>the1andonlychrissythrower</c:v>
                </c:pt>
                <c:pt idx="3696">
                  <c:v>the1andonlycandyangel</c:v>
                </c:pt>
                <c:pt idx="3697">
                  <c:v>the_1_and_only_bobby</c:v>
                </c:pt>
                <c:pt idx="3698">
                  <c:v>the1andonlyangelbaby</c:v>
                </c:pt>
                <c:pt idx="3699">
                  <c:v>The1andOnly_AlexStarr</c:v>
                </c:pt>
                <c:pt idx="3700">
                  <c:v>thawinterfreshsupplier</c:v>
                </c:pt>
                <c:pt idx="3701">
                  <c:v>thatwhitegirlcandance</c:v>
                </c:pt>
                <c:pt idx="3702">
                  <c:v>thatwhitechickmelissa</c:v>
                </c:pt>
                <c:pt idx="3703">
                  <c:v>thatwasperfectdoitagain</c:v>
                </c:pt>
                <c:pt idx="3704">
                  <c:v>thatwasalmostpointless</c:v>
                </c:pt>
                <c:pt idx="3705">
                  <c:v>that_volleyball_chick</c:v>
                </c:pt>
                <c:pt idx="3706">
                  <c:v>thatthickphillychick</c:v>
                </c:pt>
                <c:pt idx="3707">
                  <c:v>thatsyourproblemnotmine</c:v>
                </c:pt>
                <c:pt idx="3708">
                  <c:v>thatswhatyousaidlasttime</c:v>
                </c:pt>
                <c:pt idx="3709">
                  <c:v>thatswhatyourdadsaid</c:v>
                </c:pt>
                <c:pt idx="3710">
                  <c:v>thatstraightedgeloser</c:v>
                </c:pt>
                <c:pt idx="3711">
                  <c:v>thatstotallyawesomeman</c:v>
                </c:pt>
                <c:pt idx="3712">
                  <c:v>thats_the_allie_hotness</c:v>
                </c:pt>
                <c:pt idx="3713">
                  <c:v>thatsrightsoulsister</c:v>
                </c:pt>
                <c:pt idx="3714">
                  <c:v>thats_right_its_andy</c:v>
                </c:pt>
                <c:pt idx="3715">
                  <c:v>thatspecialmonkeyhug</c:v>
                </c:pt>
                <c:pt idx="3716">
                  <c:v>thatskaterguyyouknow</c:v>
                </c:pt>
                <c:pt idx="3717">
                  <c:v>thatsjustwordsputtogether</c:v>
                </c:pt>
                <c:pt idx="3718">
                  <c:v>thats_just_another_lie</c:v>
                </c:pt>
                <c:pt idx="3719">
                  <c:v>thats_freaking_sweet</c:v>
                </c:pt>
                <c:pt idx="3720">
                  <c:v>thatsfreakingawesome</c:v>
                </c:pt>
                <c:pt idx="3721">
                  <c:v>thatscoolfortwentyone</c:v>
                </c:pt>
                <c:pt idx="3722">
                  <c:v>that_savage_from_new_york</c:v>
                </c:pt>
                <c:pt idx="3723">
                  <c:v>that_sassy_girl_shayla</c:v>
                </c:pt>
                <c:pt idx="3724">
                  <c:v>thatsassyassnewyorker</c:v>
                </c:pt>
                <c:pt idx="3725">
                  <c:v>that_sarah_riley_girl</c:v>
                </c:pt>
                <c:pt idx="3726">
                  <c:v>that_one_rocker_chick92</c:v>
                </c:pt>
                <c:pt idx="3727">
                  <c:v>that_one_gurl_felicia</c:v>
                </c:pt>
                <c:pt idx="3728">
                  <c:v>that_onegirl_melissa</c:v>
                </c:pt>
                <c:pt idx="3729">
                  <c:v>that_one_girl_annette</c:v>
                </c:pt>
                <c:pt idx="3730">
                  <c:v>that_one_faint_voice</c:v>
                </c:pt>
                <c:pt idx="3731">
                  <c:v>that_one_chick_jessica</c:v>
                </c:pt>
                <c:pt idx="3732">
                  <c:v>that_one_average_girl</c:v>
                </c:pt>
                <c:pt idx="3733">
                  <c:v>thatoldromanticfeeling</c:v>
                </c:pt>
                <c:pt idx="3734">
                  <c:v>that_old_familiar_sting</c:v>
                </c:pt>
                <c:pt idx="3735">
                  <c:v>thatofficialmodelbitch</c:v>
                </c:pt>
                <c:pt idx="3736">
                  <c:v>that_nawlins_boy_jay</c:v>
                </c:pt>
                <c:pt idx="3737">
                  <c:v>that_most_infamous_chick</c:v>
                </c:pt>
                <c:pt idx="3738">
                  <c:v>thatlittle_fluffy_whore</c:v>
                </c:pt>
                <c:pt idx="3739">
                  <c:v>thatlightskinteddude</c:v>
                </c:pt>
                <c:pt idx="3740">
                  <c:v>THAT_LIGHTSKINNED_GUY</c:v>
                </c:pt>
                <c:pt idx="3741">
                  <c:v>thatladfromtheothernight</c:v>
                </c:pt>
                <c:pt idx="3742">
                  <c:v>that_jackass_metal_head</c:v>
                </c:pt>
                <c:pt idx="3743">
                  <c:v>thathollisterguylance</c:v>
                </c:pt>
                <c:pt idx="3744">
                  <c:v>thatguyyoudreamabout</c:v>
                </c:pt>
                <c:pt idx="3745">
                  <c:v>thatguywiththeweirdname</c:v>
                </c:pt>
                <c:pt idx="3746">
                  <c:v>thatguywiththechinkcar</c:v>
                </c:pt>
                <c:pt idx="3747">
                  <c:v>thatfatguywithglasses</c:v>
                </c:pt>
                <c:pt idx="3748">
                  <c:v>thatfatgirlchristina</c:v>
                </c:pt>
                <c:pt idx="3749">
                  <c:v>that_dude_with_big_hair</c:v>
                </c:pt>
                <c:pt idx="3750">
                  <c:v>ThatdudefromtheSquad</c:v>
                </c:pt>
                <c:pt idx="3751">
                  <c:v>that_dude_from_school</c:v>
                </c:pt>
                <c:pt idx="3752">
                  <c:v>that_cute_lil_wilk_gurl</c:v>
                </c:pt>
                <c:pt idx="3753">
                  <c:v>that_crazy_cute_chick</c:v>
                </c:pt>
                <c:pt idx="3754">
                  <c:v>that_crazy_blonde_girl</c:v>
                </c:pt>
                <c:pt idx="3755">
                  <c:v>that_chocolate_chick1</c:v>
                </c:pt>
                <c:pt idx="3756">
                  <c:v>that_chick_next_door08</c:v>
                </c:pt>
                <c:pt idx="3757">
                  <c:v>that_brunette_girl417</c:v>
                </c:pt>
                <c:pt idx="3758">
                  <c:v>that_boy_needs_therapy_</c:v>
                </c:pt>
                <c:pt idx="3759">
                  <c:v>thatboygotstretchypants</c:v>
                </c:pt>
                <c:pt idx="3760">
                  <c:v>thatbottlesoutherncomfort</c:v>
                </c:pt>
                <c:pt idx="3761">
                  <c:v>thatbitchwiththegreen</c:v>
                </c:pt>
                <c:pt idx="3762">
                  <c:v>thatancientmystictrinity</c:v>
                </c:pt>
                <c:pt idx="3763">
                  <c:v>thatace_perfectionist</c:v>
                </c:pt>
                <c:pt idx="3764">
                  <c:v>that_1_guy_you_might_know</c:v>
                </c:pt>
                <c:pt idx="3765">
                  <c:v>that1dudewiththeweed420</c:v>
                </c:pt>
                <c:pt idx="3766">
                  <c:v>that1andonlybitchcrystal</c:v>
                </c:pt>
                <c:pt idx="3767">
                  <c:v>tha_real_sirmarksalot</c:v>
                </c:pt>
                <c:pt idx="3768">
                  <c:v>tha_realest_3six_goon</c:v>
                </c:pt>
                <c:pt idx="3769">
                  <c:v>thaonlyoneyoudreamabout</c:v>
                </c:pt>
                <c:pt idx="3770">
                  <c:v>tha_only_diamond_princess</c:v>
                </c:pt>
                <c:pt idx="3771">
                  <c:v>tha_one_you_love_2_hate</c:v>
                </c:pt>
                <c:pt idx="3772">
                  <c:v>tha_one_and_only_pimp39</c:v>
                </c:pt>
                <c:pt idx="3773">
                  <c:v>tha_one_and_only__heather</c:v>
                </c:pt>
                <c:pt idx="3774">
                  <c:v>tha_one_and_only_cris</c:v>
                </c:pt>
                <c:pt idx="3775">
                  <c:v>thankyougodformylife</c:v>
                </c:pt>
                <c:pt idx="3776">
                  <c:v>thank_you_for_smoking</c:v>
                </c:pt>
                <c:pt idx="3777">
                  <c:v>_thank_you_come_again_</c:v>
                </c:pt>
                <c:pt idx="3778">
                  <c:v>thanks_for_the_candy</c:v>
                </c:pt>
                <c:pt idx="3779">
                  <c:v>thanksfornothing1223</c:v>
                </c:pt>
                <c:pt idx="3780">
                  <c:v>thanksformyspacekate</c:v>
                </c:pt>
                <c:pt idx="3781">
                  <c:v>thanks_for_everything</c:v>
                </c:pt>
                <c:pt idx="3782">
                  <c:v>thank_god_they_are_grown</c:v>
                </c:pt>
                <c:pt idx="3783">
                  <c:v>thankgod4marchmadness</c:v>
                </c:pt>
                <c:pt idx="3784">
                  <c:v>tha_moss_point_native_05</c:v>
                </c:pt>
                <c:pt idx="3785">
                  <c:v>tha_mean_green_machine</c:v>
                </c:pt>
                <c:pt idx="3786">
                  <c:v>thalliumatomicnumber81</c:v>
                </c:pt>
                <c:pt idx="3787">
                  <c:v>thaliamassagetherapist</c:v>
                </c:pt>
                <c:pt idx="3788">
                  <c:v>tha_infamous_fat_tony</c:v>
                </c:pt>
                <c:pt idx="3789">
                  <c:v>thagardenentertainment</c:v>
                </c:pt>
                <c:pt idx="3790">
                  <c:v>thafinestoutcashville</c:v>
                </c:pt>
                <c:pt idx="3791">
                  <c:v>tha_dumbout_humancrack</c:v>
                </c:pt>
                <c:pt idx="3792">
                  <c:v>thadistrictofficialpage</c:v>
                </c:pt>
                <c:pt idx="3793">
                  <c:v>tha_diamond_dutchess</c:v>
                </c:pt>
                <c:pt idx="3794">
                  <c:v>thabrownskinnedbeauty</c:v>
                </c:pt>
                <c:pt idx="3795">
                  <c:v>tha_best_thing_flowing</c:v>
                </c:pt>
                <c:pt idx="3796">
                  <c:v>tha_beautiful_samara</c:v>
                </c:pt>
                <c:pt idx="3797">
                  <c:v>thabadguy_icebergslim</c:v>
                </c:pt>
                <c:pt idx="3798">
                  <c:v>tha1andonlykirsti_01</c:v>
                </c:pt>
                <c:pt idx="3799">
                  <c:v>tha1andonlyjitterbug</c:v>
                </c:pt>
                <c:pt idx="3800">
                  <c:v>testtubehybridmonkey</c:v>
                </c:pt>
                <c:pt idx="3801">
                  <c:v>testingwalkerofficial</c:v>
                </c:pt>
                <c:pt idx="3802">
                  <c:v>testinglayoutnumber1</c:v>
                </c:pt>
                <c:pt idx="3803">
                  <c:v>tester_for_loserface</c:v>
                </c:pt>
                <c:pt idx="3804">
                  <c:v>terrywarrenphotography</c:v>
                </c:pt>
                <c:pt idx="3805">
                  <c:v>terrynumberonesinger</c:v>
                </c:pt>
                <c:pt idx="3806">
                  <c:v>terri_slow_smooth_burn70</c:v>
                </c:pt>
                <c:pt idx="3807">
                  <c:v>terrimilliondollarbaby</c:v>
                </c:pt>
                <c:pt idx="3808">
                  <c:v>terriblyinterestingperson</c:v>
                </c:pt>
                <c:pt idx="3809">
                  <c:v>terrible_thunder_lizard</c:v>
                </c:pt>
                <c:pt idx="3810">
                  <c:v>terribleanimaltesting</c:v>
                </c:pt>
                <c:pt idx="3811">
                  <c:v>terpfireinvestigator</c:v>
                </c:pt>
                <c:pt idx="3812">
                  <c:v>termlifeagencybuilder</c:v>
                </c:pt>
                <c:pt idx="3813">
                  <c:v>terminalrelapsemusic</c:v>
                </c:pt>
                <c:pt idx="3814">
                  <c:v>teresawasalreadytaken</c:v>
                </c:pt>
                <c:pt idx="3815">
                  <c:v>teresanicolephotography</c:v>
                </c:pt>
                <c:pt idx="3816">
                  <c:v>tenthousandmarblesplease</c:v>
                </c:pt>
                <c:pt idx="3817">
                  <c:v>tentativesoundproject</c:v>
                </c:pt>
                <c:pt idx="3818">
                  <c:v>tennis_softball_gurl</c:v>
                </c:pt>
                <c:pt idx="3819">
                  <c:v>tenminutestilltomorrow</c:v>
                </c:pt>
                <c:pt idx="3820">
                  <c:v>tenderloveandsuicide</c:v>
                </c:pt>
                <c:pt idx="3821">
                  <c:v>tenderdeadheadhippie</c:v>
                </c:pt>
                <c:pt idx="3822">
                  <c:v>tena_iselin_smallwood</c:v>
                </c:pt>
                <c:pt idx="3823">
                  <c:v>tenacious_ween_priest</c:v>
                </c:pt>
                <c:pt idx="3824">
                  <c:v>tenacious_volleygirl</c:v>
                </c:pt>
                <c:pt idx="3825">
                  <c:v>temporaryplaceholderwoo</c:v>
                </c:pt>
                <c:pt idx="3826">
                  <c:v>temperhypermanagement</c:v>
                </c:pt>
                <c:pt idx="3827">
                  <c:v>tell_yourself_you_can</c:v>
                </c:pt>
                <c:pt idx="3828">
                  <c:v>tellingtimewithoutawatch</c:v>
                </c:pt>
                <c:pt idx="3829">
                  <c:v>telferandbrownexperience</c:v>
                </c:pt>
                <c:pt idx="3830">
                  <c:v>telekineticmindfreak</c:v>
                </c:pt>
                <c:pt idx="3831">
                  <c:v>telegraphfreakmagnet</c:v>
                </c:pt>
                <c:pt idx="3832">
                  <c:v>teeny_tiny_pixie_queen</c:v>
                </c:pt>
                <c:pt idx="3833">
                  <c:v>teenworldspirituality</c:v>
                </c:pt>
                <c:pt idx="3834">
                  <c:v>teenworlddoityourself</c:v>
                </c:pt>
                <c:pt idx="3835">
                  <c:v>teen_titans_starfire</c:v>
                </c:pt>
                <c:pt idx="3836">
                  <c:v>teenscreatingtomorrow</c:v>
                </c:pt>
                <c:pt idx="3837">
                  <c:v>teensagainsttermination</c:v>
                </c:pt>
                <c:pt idx="3838">
                  <c:v>teenjusticeinitiative</c:v>
                </c:pt>
                <c:pt idx="3839">
                  <c:v>teenheartbeatingfaster</c:v>
                </c:pt>
                <c:pt idx="3840">
                  <c:v>teenagezombie_saint13</c:v>
                </c:pt>
                <c:pt idx="3841">
                  <c:v>teenagesweetheartclothing</c:v>
                </c:pt>
                <c:pt idx="3842">
                  <c:v>teenage_scream_queen</c:v>
                </c:pt>
                <c:pt idx="3843">
                  <c:v>teenagekicksandchivalry</c:v>
                </c:pt>
                <c:pt idx="3844">
                  <c:v>teenage_face_melters</c:v>
                </c:pt>
                <c:pt idx="3845">
                  <c:v>teenagedramaqueen359</c:v>
                </c:pt>
                <c:pt idx="3846">
                  <c:v>teen_advice_gurl_101</c:v>
                </c:pt>
                <c:pt idx="3847">
                  <c:v>tediouslytrackingtony</c:v>
                </c:pt>
                <c:pt idx="3848">
                  <c:v>teddybear_starbright</c:v>
                </c:pt>
                <c:pt idx="3849">
                  <c:v>teddybearcannibalmassacre</c:v>
                </c:pt>
                <c:pt idx="3850">
                  <c:v>tecnology_94_angel_mobile</c:v>
                </c:pt>
                <c:pt idx="3851">
                  <c:v>technologyleadgenerator</c:v>
                </c:pt>
                <c:pt idx="3852">
                  <c:v>teazer172001jesssilva</c:v>
                </c:pt>
                <c:pt idx="3853">
                  <c:v>teasing_not_pleasing79</c:v>
                </c:pt>
                <c:pt idx="3854">
                  <c:v>_tearsofafallenangel_</c:v>
                </c:pt>
                <c:pt idx="3855">
                  <c:v>tearsofadarkangel113</c:v>
                </c:pt>
                <c:pt idx="3856">
                  <c:v>tearsofablackwingedangel</c:v>
                </c:pt>
                <c:pt idx="3857">
                  <c:v>teanheartsbeatingfaster</c:v>
                </c:pt>
                <c:pt idx="3858">
                  <c:v>teamwonderfrienddesign</c:v>
                </c:pt>
                <c:pt idx="3859">
                  <c:v>teamvelocitypaintball</c:v>
                </c:pt>
                <c:pt idx="3860">
                  <c:v>teamsyndicateraceing</c:v>
                </c:pt>
                <c:pt idx="3861">
                  <c:v>teamstreetcarperformance</c:v>
                </c:pt>
                <c:pt idx="3862">
                  <c:v>teamshutdownpaintball</c:v>
                </c:pt>
                <c:pt idx="3863">
                  <c:v>teamredlineaddiction</c:v>
                </c:pt>
                <c:pt idx="3864">
                  <c:v>teamnorthentertainment</c:v>
                </c:pt>
                <c:pt idx="3865">
                  <c:v>teamnancymembersonly</c:v>
                </c:pt>
                <c:pt idx="3866">
                  <c:v>teameffectentertainment</c:v>
                </c:pt>
                <c:pt idx="3867">
                  <c:v>teameastbrookclothing</c:v>
                </c:pt>
                <c:pt idx="3868">
                  <c:v>teamdevastationpaintball</c:v>
                </c:pt>
                <c:pt idx="3869">
                  <c:v>team_apple_juice_yeah</c:v>
                </c:pt>
                <c:pt idx="3870">
                  <c:v>teachingpreachingreaching</c:v>
                </c:pt>
                <c:pt idx="3871">
                  <c:v>teachergirlcountryboy</c:v>
                </c:pt>
                <c:pt idx="3872">
                  <c:v>teabagging_since_1992</c:v>
                </c:pt>
                <c:pt idx="3873">
                  <c:v>taytaythefairyprincess</c:v>
                </c:pt>
                <c:pt idx="3874">
                  <c:v>taylorwillalwaysloveyou</c:v>
                </c:pt>
                <c:pt idx="3875">
                  <c:v>taylor_motorsports08</c:v>
                </c:pt>
                <c:pt idx="3876">
                  <c:v>taylor_mae_chloe_ann</c:v>
                </c:pt>
                <c:pt idx="3877">
                  <c:v>taylormadeyoungdrakeakablack</c:v>
                </c:pt>
                <c:pt idx="3878">
                  <c:v>taylormadebluegrassmusic</c:v>
                </c:pt>
                <c:pt idx="3879">
                  <c:v>taylor_lauren_christine</c:v>
                </c:pt>
                <c:pt idx="3880">
                  <c:v>taylorkendalldesiree</c:v>
                </c:pt>
                <c:pt idx="3881">
                  <c:v>taylor_guard_girl_10</c:v>
                </c:pt>
                <c:pt idx="3882">
                  <c:v>taylor__george__love</c:v>
                </c:pt>
                <c:pt idx="3883">
                  <c:v>taylorfreakingclaire</c:v>
                </c:pt>
                <c:pt idx="3884">
                  <c:v>taylorelizabethpetty</c:v>
                </c:pt>
                <c:pt idx="3885">
                  <c:v>taylorandtiffany4ever</c:v>
                </c:pt>
                <c:pt idx="3886">
                  <c:v>taylor_and_kayla_forever</c:v>
                </c:pt>
                <c:pt idx="3887">
                  <c:v>taylor_and_gabriella</c:v>
                </c:pt>
                <c:pt idx="3888">
                  <c:v>tawnythehockeystar39</c:v>
                </c:pt>
                <c:pt idx="3889">
                  <c:v>tawnybear4everhippie</c:v>
                </c:pt>
                <c:pt idx="3890">
                  <c:v>tawny_and_carley_rock</c:v>
                </c:pt>
                <c:pt idx="3891">
                  <c:v>tauntonstatehospital</c:v>
                </c:pt>
                <c:pt idx="3892">
                  <c:v>tattookingworshipthygod</c:v>
                </c:pt>
                <c:pt idx="3893">
                  <c:v>tattoo72_bodypiercer</c:v>
                </c:pt>
                <c:pt idx="3894">
                  <c:v>tatthefiestybarbiedoll</c:v>
                </c:pt>
                <c:pt idx="3895">
                  <c:v>tatteredheartsclothing</c:v>
                </c:pt>
                <c:pt idx="3896">
                  <c:v>tatteredandtornpaperdoll</c:v>
                </c:pt>
                <c:pt idx="3897">
                  <c:v>tattered_and_torn_forever</c:v>
                </c:pt>
                <c:pt idx="3898">
                  <c:v>tatianarodrigueztorres</c:v>
                </c:pt>
                <c:pt idx="3899">
                  <c:v>tatiana_aka_precious</c:v>
                </c:pt>
                <c:pt idx="3900">
                  <c:v>tatersoutherngurl_2008</c:v>
                </c:pt>
                <c:pt idx="3901">
                  <c:v>tater_salad_redneck3</c:v>
                </c:pt>
                <c:pt idx="3902">
                  <c:v>tatabandittwentythree</c:v>
                </c:pt>
                <c:pt idx="3903">
                  <c:v>tastydeliciousprincess</c:v>
                </c:pt>
                <c:pt idx="3904">
                  <c:v>taste_this_rainbow_9</c:v>
                </c:pt>
                <c:pt idx="3905">
                  <c:v>taste_the_rainbow_88</c:v>
                </c:pt>
                <c:pt idx="3906">
                  <c:v>tastetherainbow200209</c:v>
                </c:pt>
                <c:pt idx="3907">
                  <c:v>taste_the_cream_filling</c:v>
                </c:pt>
                <c:pt idx="3908">
                  <c:v>tastelikesunshinedust</c:v>
                </c:pt>
                <c:pt idx="3909">
                  <c:v>tastelikecottoncandi</c:v>
                </c:pt>
                <c:pt idx="3910">
                  <c:v>tastejustlikecandyallnigh</c:v>
                </c:pt>
                <c:pt idx="3911">
                  <c:v>taste__for__suicidal</c:v>
                </c:pt>
                <c:pt idx="3912">
                  <c:v>tash_allison_valeria</c:v>
                </c:pt>
                <c:pt idx="3913">
                  <c:v>tasha_from_the_ville</c:v>
                </c:pt>
                <c:pt idx="3914">
                  <c:v>targetfordestruction</c:v>
                </c:pt>
                <c:pt idx="3915">
                  <c:v>tarahlongthedottedline</c:v>
                </c:pt>
                <c:pt idx="3916">
                  <c:v>tara_cordy_angel_emmi_lil</c:v>
                </c:pt>
                <c:pt idx="3917">
                  <c:v>tappingthebreakpoint</c:v>
                </c:pt>
                <c:pt idx="3918">
                  <c:v>tanyaandjessicalovejake</c:v>
                </c:pt>
                <c:pt idx="3919">
                  <c:v>tantalizetrickidadian</c:v>
                </c:pt>
                <c:pt idx="3920">
                  <c:v>tangelo_hoodchick101</c:v>
                </c:pt>
                <c:pt idx="3921">
                  <c:v>tamsin_tammy_bad_gurl</c:v>
                </c:pt>
                <c:pt idx="3922">
                  <c:v>tampa_sexy_girl_4life</c:v>
                </c:pt>
                <c:pt idx="3923">
                  <c:v>tampabaylightning0404</c:v>
                </c:pt>
                <c:pt idx="3924">
                  <c:v>tami.lifestylechanger</c:v>
                </c:pt>
                <c:pt idx="3925">
                  <c:v>tamaralikekodakcamera</c:v>
                </c:pt>
                <c:pt idx="3926">
                  <c:v>tamara_ann_bannister</c:v>
                </c:pt>
                <c:pt idx="3927">
                  <c:v>tamaleking_aka_lukemon</c:v>
                </c:pt>
                <c:pt idx="3928">
                  <c:v>tallulahbankhead_bulldog</c:v>
                </c:pt>
                <c:pt idx="3929">
                  <c:v>tall_sexy_slim_woman</c:v>
                </c:pt>
                <c:pt idx="3930">
                  <c:v>tallprettynicewittybitch</c:v>
                </c:pt>
                <c:pt idx="3931">
                  <c:v>tallguyforsomeone410</c:v>
                </c:pt>
                <c:pt idx="3932">
                  <c:v>talldarkhandsomeembalmer</c:v>
                </c:pt>
                <c:pt idx="3933">
                  <c:v>talldarkhandsomebritboy</c:v>
                </c:pt>
                <c:pt idx="3934">
                  <c:v>tall_dark_and_retarded</c:v>
                </c:pt>
                <c:pt idx="3935">
                  <c:v>talldarkandmysterious</c:v>
                </c:pt>
                <c:pt idx="3936">
                  <c:v>tall_dark_and_loveable</c:v>
                </c:pt>
                <c:pt idx="3937">
                  <c:v>talldarkandhandsome9420</c:v>
                </c:pt>
                <c:pt idx="3938">
                  <c:v>tallcoolandcollected</c:v>
                </c:pt>
                <c:pt idx="3939">
                  <c:v>tall_brunette_and_driving</c:v>
                </c:pt>
                <c:pt idx="3940">
                  <c:v>tallblondehelicopter</c:v>
                </c:pt>
                <c:pt idx="3941">
                  <c:v>tallblondeandplastic</c:v>
                </c:pt>
                <c:pt idx="3942">
                  <c:v>tallasswhiteboybitch</c:v>
                </c:pt>
                <c:pt idx="3943">
                  <c:v>talkingwithaffection</c:v>
                </c:pt>
                <c:pt idx="3944">
                  <c:v>talkingducksarestupid</c:v>
                </c:pt>
                <c:pt idx="3945">
                  <c:v>talkingaftermidnight</c:v>
                </c:pt>
                <c:pt idx="3946">
                  <c:v>talkingaboutrecovery</c:v>
                </c:pt>
                <c:pt idx="3947">
                  <c:v>talesfromtheeastvalley</c:v>
                </c:pt>
                <c:pt idx="3948">
                  <c:v>talesfromthecryptkeeper</c:v>
                </c:pt>
                <c:pt idx="3949">
                  <c:v>talenttreesacramento</c:v>
                </c:pt>
                <c:pt idx="3950">
                  <c:v>talented_sexy_amanda</c:v>
                </c:pt>
                <c:pt idx="3951">
                  <c:v>TalentedClassyFemale</c:v>
                </c:pt>
                <c:pt idx="3952">
                  <c:v>takingthethirteenthstep</c:v>
                </c:pt>
                <c:pt idx="3953">
                  <c:v>takingbacksunday__sample</c:v>
                </c:pt>
                <c:pt idx="3954">
                  <c:v>takingbacksunday123</c:v>
                </c:pt>
                <c:pt idx="3955">
                  <c:v>takingbackhollykathrine</c:v>
                </c:pt>
                <c:pt idx="3956">
                  <c:v>takeyourpantsandjacketoff</c:v>
                </c:pt>
                <c:pt idx="3957">
                  <c:v>take_what_you_can_get</c:v>
                </c:pt>
                <c:pt idx="3958">
                  <c:v>take_this_heart_and_break</c:v>
                </c:pt>
                <c:pt idx="3959">
                  <c:v>taketheveilcaptainplanet</c:v>
                </c:pt>
                <c:pt idx="3960">
                  <c:v>take_the_picture_now</c:v>
                </c:pt>
                <c:pt idx="3961">
                  <c:v>take_the_leap_layout</c:v>
                </c:pt>
                <c:pt idx="3962">
                  <c:v>takethechanceanddance</c:v>
                </c:pt>
                <c:pt idx="3963">
                  <c:v>takethebullet4youall</c:v>
                </c:pt>
                <c:pt idx="3964">
                  <c:v>take_off_your_man_suit</c:v>
                </c:pt>
                <c:pt idx="3965">
                  <c:v>takenuntilspringbreak</c:v>
                </c:pt>
                <c:pt idx="3966">
                  <c:v>taken_the_higher_road</c:v>
                </c:pt>
                <c:pt idx="3967">
                  <c:v>takenbackanddoneagain</c:v>
                </c:pt>
                <c:pt idx="3968">
                  <c:v>takeatripwiththeelectrickoolaidacidtest</c:v>
                </c:pt>
                <c:pt idx="3969">
                  <c:v>TAKEAKNEEANDTHANKMAN</c:v>
                </c:pt>
                <c:pt idx="3970">
                  <c:v>take2liveacousticduo</c:v>
                </c:pt>
                <c:pt idx="3971">
                  <c:v>tai_the_scorpionphoenix</c:v>
                </c:pt>
                <c:pt idx="3972">
                  <c:v>TaffyBrooklynRockstar</c:v>
                </c:pt>
                <c:pt idx="3973">
                  <c:v>tacticalespionageaction</c:v>
                </c:pt>
                <c:pt idx="3974">
                  <c:v>tactic10paintball1992</c:v>
                </c:pt>
                <c:pt idx="3975">
                  <c:v>tackytheraverpenguin</c:v>
                </c:pt>
                <c:pt idx="3976">
                  <c:v>tabunightcluborlando</c:v>
                </c:pt>
                <c:pt idx="3977">
                  <c:v>table_border0_cellpad</c:v>
                </c:pt>
                <c:pt idx="3978">
                  <c:v>tabitha_aka_highlyfavored</c:v>
                </c:pt>
                <c:pt idx="3979">
                  <c:v>tabatha_leigh_martin</c:v>
                </c:pt>
                <c:pt idx="3980">
                  <c:v>systolicpressuremusic</c:v>
                </c:pt>
                <c:pt idx="3981">
                  <c:v>syracuse_superstar_25</c:v>
                </c:pt>
                <c:pt idx="3982">
                  <c:v>syracuseindustrialmusic</c:v>
                </c:pt>
                <c:pt idx="3983">
                  <c:v>syphilis_infected_monkey</c:v>
                </c:pt>
                <c:pt idx="3984">
                  <c:v>syntheticnightmaresonwax</c:v>
                </c:pt>
                <c:pt idx="3985">
                  <c:v>syntheticlittletoycat</c:v>
                </c:pt>
                <c:pt idx="3986">
                  <c:v>symphonicgothicmetal</c:v>
                </c:pt>
                <c:pt idx="3987">
                  <c:v>sympathyforvengeance</c:v>
                </c:pt>
                <c:pt idx="3988">
                  <c:v>sympathy_for_the_devil_00</c:v>
                </c:pt>
                <c:pt idx="3989">
                  <c:v>sympathyforstrawberry</c:v>
                </c:pt>
                <c:pt idx="3990">
                  <c:v>sympatheticclimatecontrol</c:v>
                </c:pt>
                <c:pt idx="3991">
                  <c:v>symmetryphysicaltherapy</c:v>
                </c:pt>
                <c:pt idx="3992">
                  <c:v>symmetricalkickboxing</c:v>
                </c:pt>
                <c:pt idx="3993">
                  <c:v>sydneyyoungbloodband</c:v>
                </c:pt>
                <c:pt idx="3994">
                  <c:v>switchstancephotography</c:v>
                </c:pt>
                <c:pt idx="3995">
                  <c:v>switchfootsoldier122889</c:v>
                </c:pt>
                <c:pt idx="3996">
                  <c:v>switchfootfanfaefife</c:v>
                </c:pt>
                <c:pt idx="3997">
                  <c:v>switchbladestephanie</c:v>
                </c:pt>
                <c:pt idx="3998">
                  <c:v>switchbladesoldiermusic</c:v>
                </c:pt>
                <c:pt idx="3999">
                  <c:v>switchblade_romance_</c:v>
                </c:pt>
                <c:pt idx="4000">
                  <c:v>swisschaletforbreakfast</c:v>
                </c:pt>
                <c:pt idx="4001">
                  <c:v>swine_sweetie_princess3</c:v>
                </c:pt>
                <c:pt idx="4002">
                  <c:v>swimsuit_model_rachel</c:v>
                </c:pt>
                <c:pt idx="4003">
                  <c:v>swimming_with_scissors</c:v>
                </c:pt>
                <c:pt idx="4004">
                  <c:v>swimming_starburst87</c:v>
                </c:pt>
                <c:pt idx="4005">
                  <c:v>swimming_blazer_coach</c:v>
                </c:pt>
                <c:pt idx="4006">
                  <c:v>swimclubentertainment</c:v>
                </c:pt>
                <c:pt idx="4007">
                  <c:v>swiggle_the_squirrel</c:v>
                </c:pt>
                <c:pt idx="4008">
                  <c:v>sweetycutieangelamor</c:v>
                </c:pt>
                <c:pt idx="4009">
                  <c:v>sweet_twisted_tragedy</c:v>
                </c:pt>
                <c:pt idx="4010">
                  <c:v>sweet_thing_from_boston</c:v>
                </c:pt>
                <c:pt idx="4011">
                  <c:v>sweetstrawberrypie23</c:v>
                </c:pt>
                <c:pt idx="4012">
                  <c:v>sweet_strawberry_pie</c:v>
                </c:pt>
                <c:pt idx="4013">
                  <c:v>sweetspecialbabygirl</c:v>
                </c:pt>
                <c:pt idx="4014">
                  <c:v>sweetsouthjerseygirl</c:v>
                </c:pt>
                <c:pt idx="4015">
                  <c:v>sweetsoutherngurl2010</c:v>
                </c:pt>
                <c:pt idx="4016">
                  <c:v>sweetsoutherngirl2205</c:v>
                </c:pt>
                <c:pt idx="4017">
                  <c:v>sweetsoutherngirl1324</c:v>
                </c:pt>
                <c:pt idx="4018">
                  <c:v>sweetsoutherndixiebelle</c:v>
                </c:pt>
                <c:pt idx="4019">
                  <c:v>sweetsoutherncountrygurl4</c:v>
                </c:pt>
                <c:pt idx="4020">
                  <c:v>sweetsouthernbelle88</c:v>
                </c:pt>
                <c:pt idx="4021">
                  <c:v>sweet_soul_sister_75</c:v>
                </c:pt>
                <c:pt idx="4022">
                  <c:v>sweetshortcountrygirl</c:v>
                </c:pt>
                <c:pt idx="4023">
                  <c:v>sweetshadowbabe80359</c:v>
                </c:pt>
                <c:pt idx="4024">
                  <c:v>sweet_sexy_stephanie</c:v>
                </c:pt>
                <c:pt idx="4025">
                  <c:v>sweetsexyshortstuff25</c:v>
                </c:pt>
                <c:pt idx="4026">
                  <c:v>sweet_sexy_sarahbear</c:v>
                </c:pt>
                <c:pt idx="4027">
                  <c:v>sweetsexyandmore200</c:v>
                </c:pt>
                <c:pt idx="4028">
                  <c:v>sweetserenitycompany</c:v>
                </c:pt>
                <c:pt idx="4029">
                  <c:v>sweetsadsmalldelicate</c:v>
                </c:pt>
                <c:pt idx="4030">
                  <c:v>sweetredneckcountrygirl</c:v>
                </c:pt>
                <c:pt idx="4031">
                  <c:v>sweet_ragdoll_serenade</c:v>
                </c:pt>
                <c:pt idx="4032">
                  <c:v>sweet_princess_forever</c:v>
                </c:pt>
                <c:pt idx="4033">
                  <c:v>sweet_princess_baby0</c:v>
                </c:pt>
                <c:pt idx="4034">
                  <c:v>sweet_precious_latina</c:v>
                </c:pt>
                <c:pt idx="4035">
                  <c:v>sweet_pinky_princess</c:v>
                </c:pt>
                <c:pt idx="4036">
                  <c:v>sweet_pea_angel_baby</c:v>
                </c:pt>
                <c:pt idx="4037">
                  <c:v>sweet_passionfelicia</c:v>
                </c:pt>
                <c:pt idx="4038">
                  <c:v>sweet_NOT_innocent420</c:v>
                </c:pt>
                <c:pt idx="4039">
                  <c:v>sweetnesslovesweetie</c:v>
                </c:pt>
                <c:pt idx="4040">
                  <c:v>sweet_michigan_angel</c:v>
                </c:pt>
                <c:pt idx="4041">
                  <c:v>sweetmelismapublishing</c:v>
                </c:pt>
                <c:pt idx="4042">
                  <c:v>sweetlovingcountrygirl</c:v>
                </c:pt>
                <c:pt idx="4043">
                  <c:v>sweetlover_4him_4ever</c:v>
                </c:pt>
                <c:pt idx="4044">
                  <c:v>sweetloveandheartbreak</c:v>
                </c:pt>
                <c:pt idx="4045">
                  <c:v>sweetlittlesisterband</c:v>
                </c:pt>
                <c:pt idx="4046">
                  <c:v>sweetlittlesister4071</c:v>
                </c:pt>
                <c:pt idx="4047">
                  <c:v>sweet_little_nightmare</c:v>
                </c:pt>
                <c:pt idx="4048">
                  <c:v>sweet_little_kinky_girl</c:v>
                </c:pt>
                <c:pt idx="4049">
                  <c:v>sweet_little_gothic_angel</c:v>
                </c:pt>
                <c:pt idx="4050">
                  <c:v>sweetlittledixiegurl</c:v>
                </c:pt>
                <c:pt idx="4051">
                  <c:v>sweetlittlecarolinagirl</c:v>
                </c:pt>
                <c:pt idx="4052">
                  <c:v>sweetlittleangelbaby</c:v>
                </c:pt>
                <c:pt idx="4053">
                  <c:v>sweetlimestrawberry1</c:v>
                </c:pt>
                <c:pt idx="4054">
                  <c:v>sweetlilsouthernbelle91</c:v>
                </c:pt>
                <c:pt idx="4055">
                  <c:v>sweet_lil_jessica_9420</c:v>
                </c:pt>
                <c:pt idx="4056">
                  <c:v>sweet_lil_germanchic</c:v>
                </c:pt>
                <c:pt idx="4057">
                  <c:v>sweet_lil_devil420200</c:v>
                </c:pt>
                <c:pt idx="4058">
                  <c:v>sweet_lil_countrygirl2004</c:v>
                </c:pt>
                <c:pt idx="4059">
                  <c:v>sweetlilcountrygal24</c:v>
                </c:pt>
                <c:pt idx="4060">
                  <c:v>sweet_like_white_sugar</c:v>
                </c:pt>
                <c:pt idx="4061">
                  <c:v>sweetlikesourskittles</c:v>
                </c:pt>
                <c:pt idx="4062">
                  <c:v>sweetlikebrownsugar1</c:v>
                </c:pt>
                <c:pt idx="4063">
                  <c:v>sweetlightningchocolatethunder</c:v>
                </c:pt>
                <c:pt idx="4064">
                  <c:v>sweetlightbrowncandyapple</c:v>
                </c:pt>
                <c:pt idx="4065">
                  <c:v>sweetleafandcarrotsalad</c:v>
                </c:pt>
                <c:pt idx="4066">
                  <c:v>sweet_kandy_girl_2001</c:v>
                </c:pt>
                <c:pt idx="4067">
                  <c:v>sweetish_skater_cody</c:v>
                </c:pt>
                <c:pt idx="4068">
                  <c:v>sweet_innocent_stephie</c:v>
                </c:pt>
                <c:pt idx="4069">
                  <c:v>sweet_innocence_forever</c:v>
                </c:pt>
                <c:pt idx="4070">
                  <c:v>sweetie_with_attitude</c:v>
                </c:pt>
                <c:pt idx="4071">
                  <c:v>sweetie_sunday_4970</c:v>
                </c:pt>
                <c:pt idx="4072">
                  <c:v>sweetieshavetheanswer</c:v>
                </c:pt>
                <c:pt idx="4073">
                  <c:v>sweetiepiepumpkinface</c:v>
                </c:pt>
                <c:pt idx="4074">
                  <c:v>sweetiepiebabydessert</c:v>
                </c:pt>
                <c:pt idx="4075">
                  <c:v>sweethomealabama2009</c:v>
                </c:pt>
                <c:pt idx="4076">
                  <c:v>sweethomealabama1973</c:v>
                </c:pt>
                <c:pt idx="4077">
                  <c:v>sweet_hispanic_girl0</c:v>
                </c:pt>
                <c:pt idx="4078">
                  <c:v>sweetheart_with_attitude</c:v>
                </c:pt>
                <c:pt idx="4079">
                  <c:v>sweetheartneedinglove</c:v>
                </c:pt>
                <c:pt idx="4080">
                  <c:v>sweetheartashleynicole</c:v>
                </c:pt>
                <c:pt idx="4081">
                  <c:v>sweetheart_aka_teddybear</c:v>
                </c:pt>
                <c:pt idx="4082">
                  <c:v>sweet_heart_4ever_08</c:v>
                </c:pt>
                <c:pt idx="4083">
                  <c:v>sweetgrouchnaughtygirl</c:v>
                </c:pt>
                <c:pt idx="4084">
                  <c:v>sweet_girl_gone_wild</c:v>
                </c:pt>
                <c:pt idx="4085">
                  <c:v>sweetgeorgiapeach200</c:v>
                </c:pt>
                <c:pt idx="4086">
                  <c:v>sweetgeorgiapeach17222</c:v>
                </c:pt>
                <c:pt idx="4087">
                  <c:v>sweetgal_shockmock11</c:v>
                </c:pt>
                <c:pt idx="4088">
                  <c:v>sweet_female_attitude</c:v>
                </c:pt>
                <c:pt idx="4089">
                  <c:v>sweet_dragonfly_crushing</c:v>
                </c:pt>
                <c:pt idx="4090">
                  <c:v>sweet_daniella_vanilla</c:v>
                </c:pt>
                <c:pt idx="4091">
                  <c:v>sweetdaddysmoothstick</c:v>
                </c:pt>
                <c:pt idx="4092">
                  <c:v>sweet_daddy_smoothlove</c:v>
                </c:pt>
                <c:pt idx="4093">
                  <c:v>sweetcreamychocolate</c:v>
                </c:pt>
                <c:pt idx="4094">
                  <c:v>sweetcrazyhornystuff9</c:v>
                </c:pt>
                <c:pt idx="4095">
                  <c:v>sweet_country_girl_225</c:v>
                </c:pt>
                <c:pt idx="4096">
                  <c:v>SweetCountryGirl1983</c:v>
                </c:pt>
                <c:pt idx="4097">
                  <c:v>sweet_country_girl_09</c:v>
                </c:pt>
                <c:pt idx="4098">
                  <c:v>sweet_country_girl08</c:v>
                </c:pt>
                <c:pt idx="4099">
                  <c:v>sweetcountrycutie200</c:v>
                </c:pt>
                <c:pt idx="4100">
                  <c:v>sweet_country_cowgirl</c:v>
                </c:pt>
                <c:pt idx="4101">
                  <c:v>sweet_chocolate_frog</c:v>
                </c:pt>
                <c:pt idx="4102">
                  <c:v>sweetchocolatecookiecake</c:v>
                </c:pt>
                <c:pt idx="4103">
                  <c:v>sweet_chocolate_cherry</c:v>
                </c:pt>
                <c:pt idx="4104">
                  <c:v>sweetchocolatecherry</c:v>
                </c:pt>
                <c:pt idx="4105">
                  <c:v>sweetchildomine352392</c:v>
                </c:pt>
                <c:pt idx="4106">
                  <c:v>sweet_cherry_pop_vintage</c:v>
                </c:pt>
                <c:pt idx="4107">
                  <c:v>sweet_celebrity_darryl</c:v>
                </c:pt>
                <c:pt idx="4108">
                  <c:v>sweetcarolinarealtorgirl</c:v>
                </c:pt>
                <c:pt idx="4109">
                  <c:v>sweet_carolina_girl_101</c:v>
                </c:pt>
                <c:pt idx="4110">
                  <c:v>sweet_carolina_brunette07</c:v>
                </c:pt>
                <c:pt idx="4111">
                  <c:v>sweet_caramel_tone_lady</c:v>
                </c:pt>
                <c:pt idx="4112">
                  <c:v>sweetcaramelsweetie08</c:v>
                </c:pt>
                <c:pt idx="4113">
                  <c:v>sweetcaramelprincess</c:v>
                </c:pt>
                <c:pt idx="4114">
                  <c:v>sweetcaramelkiss1010</c:v>
                </c:pt>
                <c:pt idx="4115">
                  <c:v>sweetbutterflycolors</c:v>
                </c:pt>
                <c:pt idx="4116">
                  <c:v>sweetbunnyfromhell_4</c:v>
                </c:pt>
                <c:pt idx="4117">
                  <c:v>sweetblueeyedblonde33</c:v>
                </c:pt>
                <c:pt idx="4118">
                  <c:v>sweet_blondy_babe3000</c:v>
                </c:pt>
                <c:pt idx="4119">
                  <c:v>sweet_beautiful_love</c:v>
                </c:pt>
                <c:pt idx="4120">
                  <c:v>sweetbannanafruitcake</c:v>
                </c:pt>
                <c:pt idx="4121">
                  <c:v>sweet_baby_gurl_4151</c:v>
                </c:pt>
                <c:pt idx="4122">
                  <c:v>sweet_babygirl_brina</c:v>
                </c:pt>
                <c:pt idx="4123">
                  <c:v>sweetbabygirl142309</c:v>
                </c:pt>
                <c:pt idx="4124">
                  <c:v>sweetaprilmolinacherry</c:v>
                </c:pt>
                <c:pt idx="4125">
                  <c:v>sweetangelwithattitude</c:v>
                </c:pt>
                <c:pt idx="4126">
                  <c:v>sweetangelgirlkristy</c:v>
                </c:pt>
                <c:pt idx="4127">
                  <c:v>sweetangelfromthesky</c:v>
                </c:pt>
                <c:pt idx="4128">
                  <c:v>sweet_angel_from_heaven</c:v>
                </c:pt>
                <c:pt idx="4129">
                  <c:v>sweetangelbabyleslie</c:v>
                </c:pt>
                <c:pt idx="4130">
                  <c:v>Sweet_and_Sexy_Alexis</c:v>
                </c:pt>
                <c:pt idx="4131">
                  <c:v>sweetandsassycharlotte</c:v>
                </c:pt>
                <c:pt idx="4132">
                  <c:v>sweetandinnocentsarah</c:v>
                </c:pt>
                <c:pt idx="4133">
                  <c:v>sweetandinnocentashley</c:v>
                </c:pt>
                <c:pt idx="4134">
                  <c:v>sweet_and_innocent99</c:v>
                </c:pt>
                <c:pt idx="4135">
                  <c:v>sweet_and_innocent_9</c:v>
                </c:pt>
                <c:pt idx="4136">
                  <c:v>sweet_and_innocent15</c:v>
                </c:pt>
                <c:pt idx="4137">
                  <c:v>sweet_and_fine_divine</c:v>
                </c:pt>
                <c:pt idx="4138">
                  <c:v>sweetandcutevictoria</c:v>
                </c:pt>
                <c:pt idx="4139">
                  <c:v>sweetandcutepersonality</c:v>
                </c:pt>
                <c:pt idx="4140">
                  <c:v>sweet_adorable_cutie</c:v>
                </c:pt>
                <c:pt idx="4141">
                  <c:v>sweet4sassy_cute4classy</c:v>
                </c:pt>
                <c:pt idx="4142">
                  <c:v>sweeptherabbitkiller</c:v>
                </c:pt>
                <c:pt idx="4143">
                  <c:v>sweatypeteandthemidgetmongoliancarwashteam</c:v>
                </c:pt>
                <c:pt idx="4144">
                  <c:v>sweatybettybluesband</c:v>
                </c:pt>
                <c:pt idx="4145">
                  <c:v>sweatbootsandbootyshorts</c:v>
                </c:pt>
                <c:pt idx="4146">
                  <c:v>swashbucklermooseknuckler</c:v>
                </c:pt>
                <c:pt idx="4147">
                  <c:v>swampthingproduction</c:v>
                </c:pt>
                <c:pt idx="4148">
                  <c:v>swallowtheknifemusic</c:v>
                </c:pt>
                <c:pt idx="4149">
                  <c:v>suzy_serialkiller</c:v>
                </c:pt>
                <c:pt idx="4150">
                  <c:v>suzyleecandycanechild</c:v>
                </c:pt>
                <c:pt idx="4151">
                  <c:v>suzanna_rosanna_danna</c:v>
                </c:pt>
                <c:pt idx="4152">
                  <c:v>suzannagriffithmusic</c:v>
                </c:pt>
                <c:pt idx="4153">
                  <c:v>suspiciouspackagemusic</c:v>
                </c:pt>
                <c:pt idx="4154">
                  <c:v>suspendyourdisbelief7</c:v>
                </c:pt>
                <c:pt idx="4155">
                  <c:v>susanhottieforever</c:v>
                </c:pt>
                <c:pt idx="4156">
                  <c:v>susancampbellphotography</c:v>
                </c:pt>
                <c:pt idx="4157">
                  <c:v>survivoreliminationgame</c:v>
                </c:pt>
                <c:pt idx="4158">
                  <c:v>surrender-your-booty</c:v>
                </c:pt>
                <c:pt idx="4159">
                  <c:v>surfuntilyoudrop81705</c:v>
                </c:pt>
                <c:pt idx="4160">
                  <c:v>surf_till_the_wipeout</c:v>
                </c:pt>
                <c:pt idx="4161">
                  <c:v>surf_snowboarder24710</c:v>
                </c:pt>
                <c:pt idx="4162">
                  <c:v>surfer_with_attitude</c:v>
                </c:pt>
                <c:pt idx="4163">
                  <c:v>surfer_style_chick101</c:v>
                </c:pt>
                <c:pt idx="4164">
                  <c:v>surfersoccerstudaustin</c:v>
                </c:pt>
                <c:pt idx="4165">
                  <c:v>surferskaterrockerdude</c:v>
                </c:pt>
                <c:pt idx="4166">
                  <c:v>surfer_skater_partyboy</c:v>
                </c:pt>
                <c:pt idx="4167">
                  <c:v>surferprincesstiffany</c:v>
                </c:pt>
                <c:pt idx="4168">
                  <c:v>surfer_lover_waterpolo</c:v>
                </c:pt>
                <c:pt idx="4169">
                  <c:v>surferchickforlifebitch</c:v>
                </c:pt>
                <c:pt idx="4170">
                  <c:v>surfer_boy_chad_westerly</c:v>
                </c:pt>
                <c:pt idx="4171">
                  <c:v>sur13_rider_4life_13</c:v>
                </c:pt>
                <c:pt idx="4172">
                  <c:v>supremeoverlorduncle</c:v>
                </c:pt>
                <c:pt idx="4173">
                  <c:v>supreme_lord_hamilton</c:v>
                </c:pt>
                <c:pt idx="4174">
                  <c:v>supreme_empress_cricket</c:v>
                </c:pt>
                <c:pt idx="4175">
                  <c:v>supreme_crossdresser</c:v>
                </c:pt>
                <c:pt idx="4176">
                  <c:v>supremeclienteleprod</c:v>
                </c:pt>
                <c:pt idx="4177">
                  <c:v>supremebuttermilkwaffle</c:v>
                </c:pt>
                <c:pt idx="4178">
                  <c:v>supremebeingmikefresh</c:v>
                </c:pt>
                <c:pt idx="4179">
                  <c:v>supportyourlocalflattrack</c:v>
                </c:pt>
                <c:pt idx="4180">
                  <c:v>supportyourlocalchickband</c:v>
                </c:pt>
                <c:pt idx="4181">
                  <c:v>supportwhitesupremacy</c:v>
                </c:pt>
                <c:pt idx="4182">
                  <c:v>supportthroughfashion</c:v>
                </c:pt>
                <c:pt idx="4183">
                  <c:v>supportthelocalmusicscene</c:v>
                </c:pt>
                <c:pt idx="4184">
                  <c:v>supportindependentthought</c:v>
                </c:pt>
                <c:pt idx="4185">
                  <c:v>supportanimalcruelty</c:v>
                </c:pt>
                <c:pt idx="4186">
                  <c:v>SuperZeroloveyou7935</c:v>
                </c:pt>
                <c:pt idx="4187">
                  <c:v>_super_weird_person_</c:v>
                </c:pt>
                <c:pt idx="4188">
                  <c:v>superultimatefulltimechill</c:v>
                </c:pt>
                <c:pt idx="4189">
                  <c:v>superturkeyturbopuncher3</c:v>
                </c:pt>
                <c:pt idx="4190">
                  <c:v>supersweetgeorgiapeach</c:v>
                </c:pt>
                <c:pt idx="4191">
                  <c:v>supersurroundsoundbarrier</c:v>
                </c:pt>
                <c:pt idx="4192">
                  <c:v>superstringtheorymusic</c:v>
                </c:pt>
                <c:pt idx="4193">
                  <c:v>superstrawberryshortcake</c:v>
                </c:pt>
                <c:pt idx="4194">
                  <c:v>superstarentertainment</c:v>
                </c:pt>
                <c:pt idx="4195">
                  <c:v>supersportsspectacular</c:v>
                </c:pt>
                <c:pt idx="4196">
                  <c:v>superspecialsecretspace</c:v>
                </c:pt>
                <c:pt idx="4197">
                  <c:v>superspecialindividual</c:v>
                </c:pt>
                <c:pt idx="4198">
                  <c:v>supersonichighspeedracer</c:v>
                </c:pt>
                <c:pt idx="4199">
                  <c:v>supersmashbrotherbrawl</c:v>
                </c:pt>
                <c:pt idx="4200">
                  <c:v>superskunkweedfarmer</c:v>
                </c:pt>
                <c:pt idx="4201">
                  <c:v>supershakelilwaynesong</c:v>
                </c:pt>
                <c:pt idx="4202">
                  <c:v>super_sexy_girl12345</c:v>
                </c:pt>
                <c:pt idx="4203">
                  <c:v>supersecretdeltamusicmike</c:v>
                </c:pt>
                <c:pt idx="4204">
                  <c:v>superseasonsnowbunny</c:v>
                </c:pt>
                <c:pt idx="4205">
                  <c:v>SuperSarahbecauseshecan</c:v>
                </c:pt>
                <c:pt idx="4206">
                  <c:v>supersapperarmysoldier</c:v>
                </c:pt>
                <c:pt idx="4207">
                  <c:v>superphotographymeghan</c:v>
                </c:pt>
                <c:pt idx="4208">
                  <c:v>super_penguin_person</c:v>
                </c:pt>
                <c:pt idx="4209">
                  <c:v>superparolrealcrazy15</c:v>
                </c:pt>
                <c:pt idx="4210">
                  <c:v>supernaturalsoundtrack</c:v>
                </c:pt>
                <c:pt idx="4211">
                  <c:v>_supernaturalhunters_</c:v>
                </c:pt>
                <c:pt idx="4212">
                  <c:v>supernaturaldisastermanipulation</c:v>
                </c:pt>
                <c:pt idx="4213">
                  <c:v>supermonkeypoopfight</c:v>
                </c:pt>
                <c:pt idx="4214">
                  <c:v>supermodelbeautyqueen</c:v>
                </c:pt>
                <c:pt idx="4215">
                  <c:v>superman_kingdom_come</c:v>
                </c:pt>
                <c:pt idx="4216">
                  <c:v>supermandingowarrior</c:v>
                </c:pt>
                <c:pt idx="4217">
                  <c:v>superman_comes_out_today</c:v>
                </c:pt>
                <c:pt idx="4218">
                  <c:v>supermancantsaveyounow</c:v>
                </c:pt>
                <c:pt idx="4219">
                  <c:v>superman_baby_you_know</c:v>
                </c:pt>
                <c:pt idx="4220">
                  <c:v>superman_aka_clarkkent</c:v>
                </c:pt>
                <c:pt idx="4221">
                  <c:v>superlover_undercover</c:v>
                </c:pt>
                <c:pt idx="4222">
                  <c:v>superllamaandakittytoo</c:v>
                </c:pt>
                <c:pt idx="4223">
                  <c:v>superiortitleinsurance</c:v>
                </c:pt>
                <c:pt idx="4224">
                  <c:v>superhero_for_your_soul</c:v>
                </c:pt>
                <c:pt idx="4225">
                  <c:v>superheroballerina4life</c:v>
                </c:pt>
                <c:pt idx="4226">
                  <c:v>superhappypositivepeople</c:v>
                </c:pt>
                <c:pt idx="4227">
                  <c:v>superhappymonkeyslap</c:v>
                </c:pt>
                <c:pt idx="4228">
                  <c:v>super__happy__fun__time</c:v>
                </c:pt>
                <c:pt idx="4229">
                  <c:v>superhairymuffmonkey</c:v>
                </c:pt>
                <c:pt idx="4230">
                  <c:v>super_gorgeous_heiress</c:v>
                </c:pt>
                <c:pt idx="4231">
                  <c:v>supergirl_2_the_rescue</c:v>
                </c:pt>
                <c:pt idx="4232">
                  <c:v>super_gay_crab_dream</c:v>
                </c:pt>
                <c:pt idx="4233">
                  <c:v>superfurryanimalphil</c:v>
                </c:pt>
                <c:pt idx="4234">
                  <c:v>superfreakinglindsey</c:v>
                </c:pt>
                <c:pt idx="4235">
                  <c:v>superfreakingawesome</c:v>
                </c:pt>
                <c:pt idx="4236">
                  <c:v>superflyladydanielle</c:v>
                </c:pt>
                <c:pt idx="4237">
                  <c:v>superflyingtacklepounce</c:v>
                </c:pt>
                <c:pt idx="4238">
                  <c:v>super_fly_beauty_queen19</c:v>
                </c:pt>
                <c:pt idx="4239">
                  <c:v>superfantasticbowiestuff</c:v>
                </c:pt>
                <c:pt idx="4240">
                  <c:v>superfalloutboytaylor333</c:v>
                </c:pt>
                <c:pt idx="4241">
                  <c:v>superduperstraightguy</c:v>
                </c:pt>
                <c:pt idx="4242">
                  <c:v>super_duper_kathleen</c:v>
                </c:pt>
                <c:pt idx="4243">
                  <c:v>superdupergirl12345</c:v>
                </c:pt>
                <c:pt idx="4244">
                  <c:v>superduperawesomefun</c:v>
                </c:pt>
                <c:pt idx="4245">
                  <c:v>super_double_ultra_ace</c:v>
                </c:pt>
                <c:pt idx="4246">
                  <c:v>superdeathmidgetkiller</c:v>
                </c:pt>
                <c:pt idx="4247">
                  <c:v>supercrosscountryman</c:v>
                </c:pt>
                <c:pt idx="4248">
                  <c:v>super_crazy_rat_girl</c:v>
                </c:pt>
                <c:pt idx="4249">
                  <c:v>super_cool_wacky_dude</c:v>
                </c:pt>
                <c:pt idx="4250">
                  <c:v>supercoolsexybastard</c:v>
                </c:pt>
                <c:pt idx="4251">
                  <c:v>supercoolpartypeople</c:v>
                </c:pt>
                <c:pt idx="4252">
                  <c:v>super_cool_dude_man_guy</c:v>
                </c:pt>
                <c:pt idx="4253">
                  <c:v>super_chic_cello_chick</c:v>
                </c:pt>
                <c:pt idx="4254">
                  <c:v>superbathroomcleaner</c:v>
                </c:pt>
                <c:pt idx="4255">
                  <c:v>superawesomerandomness</c:v>
                </c:pt>
                <c:pt idx="4256">
                  <c:v>super-anna-sava201001</c:v>
                </c:pt>
                <c:pt idx="4257">
                  <c:v>super_affiliate_marketing</c:v>
                </c:pt>
                <c:pt idx="4258">
                  <c:v>super_adventure_club</c:v>
                </c:pt>
                <c:pt idx="4259">
                  <c:v>super_across_the_way</c:v>
                </c:pt>
                <c:pt idx="4260">
                  <c:v>super5streetfighter7</c:v>
                </c:pt>
                <c:pt idx="4261">
                  <c:v>supaflymackdaddyboss</c:v>
                </c:pt>
                <c:pt idx="4262">
                  <c:v>supadudereadyfortalking</c:v>
                </c:pt>
                <c:pt idx="4263">
                  <c:v>sunspray_honeysuckle</c:v>
                </c:pt>
                <c:pt idx="4264">
                  <c:v>sunshinestarsandhappiness</c:v>
                </c:pt>
                <c:pt idx="4265">
                  <c:v>sunshineroger_rabbit</c:v>
                </c:pt>
                <c:pt idx="4266">
                  <c:v>sunshineprettyyellow</c:v>
                </c:pt>
                <c:pt idx="4267">
                  <c:v>sunshineprayerwarrior</c:v>
                </c:pt>
                <c:pt idx="4268">
                  <c:v>sunshinepistolshapedstate</c:v>
                </c:pt>
                <c:pt idx="4269">
                  <c:v>sunshineoliviabackup</c:v>
                </c:pt>
                <c:pt idx="4270">
                  <c:v>sunshineloveswishbear</c:v>
                </c:pt>
                <c:pt idx="4271">
                  <c:v>sunshineloveandspite</c:v>
                </c:pt>
                <c:pt idx="4272">
                  <c:v>sunshine_hottie_4life</c:v>
                </c:pt>
                <c:pt idx="4273">
                  <c:v>sunshinehappykilldeath</c:v>
                </c:pt>
                <c:pt idx="4274">
                  <c:v>sunshine_ghettochick</c:v>
                </c:pt>
                <c:pt idx="4275">
                  <c:v>sunshineflower_daydream</c:v>
                </c:pt>
                <c:pt idx="4276">
                  <c:v>sunshine_flavor_skittles</c:v>
                </c:pt>
                <c:pt idx="4277">
                  <c:v>sunshine_film_company</c:v>
                </c:pt>
                <c:pt idx="4278">
                  <c:v>sunshine_fairy_4_ever</c:v>
                </c:pt>
                <c:pt idx="4279">
                  <c:v>sunshine_desert_rose</c:v>
                </c:pt>
                <c:pt idx="4280">
                  <c:v>sunshinedaydreamlover</c:v>
                </c:pt>
                <c:pt idx="4281">
                  <c:v>sunshine_blue_chicago</c:v>
                </c:pt>
                <c:pt idx="4282">
                  <c:v>sunshineandsummertime</c:v>
                </c:pt>
                <c:pt idx="4283">
                  <c:v>sunshine_and_moondust</c:v>
                </c:pt>
                <c:pt idx="4284">
                  <c:v>sunshineandcoconutmilk</c:v>
                </c:pt>
                <c:pt idx="4285">
                  <c:v>sunshine_and_chocolate</c:v>
                </c:pt>
                <c:pt idx="4286">
                  <c:v>sunshine_and_blossom</c:v>
                </c:pt>
                <c:pt idx="4287">
                  <c:v>sunshine4meinparadise</c:v>
                </c:pt>
                <c:pt idx="4288">
                  <c:v>sunsetsinparadiselayout</c:v>
                </c:pt>
                <c:pt idx="4289">
                  <c:v>sunsetrecordingstudio</c:v>
                </c:pt>
                <c:pt idx="4290">
                  <c:v>sunsetprofile_photography</c:v>
                </c:pt>
                <c:pt idx="4291">
                  <c:v>sunseteatsoliloquist</c:v>
                </c:pt>
                <c:pt idx="4292">
                  <c:v>sunset_beauty_for_you</c:v>
                </c:pt>
                <c:pt idx="4293">
                  <c:v>sunsetbeachsilogram4</c:v>
                </c:pt>
                <c:pt idx="4294">
                  <c:v>sunnyvaletrailerpark</c:v>
                </c:pt>
                <c:pt idx="4295">
                  <c:v>sunnytropicaldreaming</c:v>
                </c:pt>
                <c:pt idx="4296">
                  <c:v>sunny_tropical_breeze</c:v>
                </c:pt>
                <c:pt idx="4297">
                  <c:v>sunnythedallascowboy</c:v>
                </c:pt>
                <c:pt idx="4298">
                  <c:v>sunnysidealistpatient</c:v>
                </c:pt>
                <c:pt idx="4299">
                  <c:v>sunnyforeverfollowinghim</c:v>
                </c:pt>
                <c:pt idx="4300">
                  <c:v>sunny_blackwidow_dreamer</c:v>
                </c:pt>
                <c:pt idx="4301">
                  <c:v>sunhoney_spraysuckle</c:v>
                </c:pt>
                <c:pt idx="4302">
                  <c:v>sunflowersmilesonline</c:v>
                </c:pt>
                <c:pt idx="4303">
                  <c:v>sunflower_head_raptor</c:v>
                </c:pt>
                <c:pt idx="4304">
                  <c:v>sunflowerandsapphire</c:v>
                </c:pt>
                <c:pt idx="4305">
                  <c:v>sundaysanasquashbanana</c:v>
                </c:pt>
                <c:pt idx="4306">
                  <c:v>sundaymorningsyndrome</c:v>
                </c:pt>
                <c:pt idx="4307">
                  <c:v>sunday_morning_sidewalk</c:v>
                </c:pt>
                <c:pt idx="4308">
                  <c:v>sundaymorningministry</c:v>
                </c:pt>
                <c:pt idx="4309">
                  <c:v>sundance4allthepeople</c:v>
                </c:pt>
                <c:pt idx="4310">
                  <c:v>sumweredeadinhollywood</c:v>
                </c:pt>
                <c:pt idx="4311">
                  <c:v>sumthin_about_the_number1</c:v>
                </c:pt>
                <c:pt idx="4312">
                  <c:v>summer_time_sunshine</c:v>
                </c:pt>
                <c:pt idx="4313">
                  <c:v>summer_sprung_winter</c:v>
                </c:pt>
                <c:pt idx="4314">
                  <c:v>summersausagespectacular</c:v>
                </c:pt>
                <c:pt idx="4315">
                  <c:v>summernicoleslaughter2</c:v>
                </c:pt>
                <c:pt idx="4316">
                  <c:v>summermeltdownfestival</c:v>
                </c:pt>
                <c:pt idx="4317">
                  <c:v>summerhouse_layoutpreview</c:v>
                </c:pt>
                <c:pt idx="4318">
                  <c:v>summergirl_rockyourworld</c:v>
                </c:pt>
                <c:pt idx="4319">
                  <c:v>summerbridgepittsburgh</c:v>
                </c:pt>
                <c:pt idx="4320">
                  <c:v>summerbreeze11radarlove</c:v>
                </c:pt>
                <c:pt idx="4321">
                  <c:v>summer_blue_butterfly_22</c:v>
                </c:pt>
                <c:pt idx="4322">
                  <c:v>summer_billiejoebabygirl</c:v>
                </c:pt>
                <c:pt idx="4323">
                  <c:v>summerbabealyssa10192</c:v>
                </c:pt>
                <c:pt idx="4324">
                  <c:v>summer_and_kelsi_are_hot</c:v>
                </c:pt>
                <c:pt idx="4325">
                  <c:v>sumbitchpilemonkeynut</c:v>
                </c:pt>
                <c:pt idx="4326">
                  <c:v>sum2realsexyandsmart</c:v>
                </c:pt>
                <c:pt idx="4327">
                  <c:v>suitelifeoverlaypreview</c:v>
                </c:pt>
                <c:pt idx="4328">
                  <c:v>suicidetwistfestival</c:v>
                </c:pt>
                <c:pt idx="4329">
                  <c:v>suicidesymphonyserenade</c:v>
                </c:pt>
                <c:pt idx="4330">
                  <c:v>suicide_squad_attack</c:v>
                </c:pt>
                <c:pt idx="4331">
                  <c:v>suicidenotesandcutting</c:v>
                </c:pt>
                <c:pt idx="4332">
                  <c:v>suicide_forever_frank</c:v>
                </c:pt>
                <c:pt idx="4333">
                  <c:v>suicide_death_tragedy</c:v>
                </c:pt>
                <c:pt idx="4334">
                  <c:v>suicidebecomesskinny</c:v>
                </c:pt>
                <c:pt idx="4335">
                  <c:v>suicide_angel_4_ever</c:v>
                </c:pt>
                <c:pt idx="4336">
                  <c:v>suicidal_teddybear13</c:v>
                </c:pt>
                <c:pt idx="4337">
                  <c:v>suicidalpurplesheepband</c:v>
                </c:pt>
                <c:pt idx="4338">
                  <c:v>suicidaldarknessband</c:v>
                </c:pt>
                <c:pt idx="4339">
                  <c:v>sugar_wur_going_down</c:v>
                </c:pt>
                <c:pt idx="4340">
                  <c:v>sugar_were_going_down0</c:v>
                </c:pt>
                <c:pt idx="4341">
                  <c:v>sugarspicenaughtynice</c:v>
                </c:pt>
                <c:pt idx="4342">
                  <c:v>sugar_spice_and_nice</c:v>
                </c:pt>
                <c:pt idx="4343">
                  <c:v>sugarpiehoneybunch77</c:v>
                </c:pt>
                <c:pt idx="4344">
                  <c:v>sugarpiehoneybunch209</c:v>
                </c:pt>
                <c:pt idx="4345">
                  <c:v>sugar_pie_honey_bun1</c:v>
                </c:pt>
                <c:pt idx="4346">
                  <c:v>sugar_lollipop_cherryblue</c:v>
                </c:pt>
                <c:pt idx="4347">
                  <c:v>sugarhillunderground</c:v>
                </c:pt>
                <c:pt idx="4348">
                  <c:v>sugarhighkittenlayout</c:v>
                </c:pt>
                <c:pt idx="4349">
                  <c:v>sugar_coated_poison_apple</c:v>
                </c:pt>
                <c:pt idx="4350">
                  <c:v>sugarbunnyandlovedove</c:v>
                </c:pt>
                <c:pt idx="4351">
                  <c:v>sugaranspiceverythingnice</c:v>
                </c:pt>
                <c:pt idx="4352">
                  <c:v>suffragettesoundmachine</c:v>
                </c:pt>
                <c:pt idx="4353">
                  <c:v>suffocatingsightrock</c:v>
                </c:pt>
                <c:pt idx="4354">
                  <c:v>sufferingtheaftermath091</c:v>
                </c:pt>
                <c:pt idx="4355">
                  <c:v>sufferingfromboredom</c:v>
                </c:pt>
                <c:pt idx="4356">
                  <c:v>sufferingforsurvival</c:v>
                </c:pt>
                <c:pt idx="4357">
                  <c:v>suddenrushfanclub143</c:v>
                </c:pt>
                <c:pt idx="4358">
                  <c:v>suddenlybeautifulmusic</c:v>
                </c:pt>
                <c:pt idx="4359">
                  <c:v>suddendeathfromabove</c:v>
                </c:pt>
                <c:pt idx="4360">
                  <c:v>suckdick_21time4free</c:v>
                </c:pt>
                <c:pt idx="4361">
                  <c:v>suchreallyawfulpoetry</c:v>
                </c:pt>
                <c:pt idx="4362">
                  <c:v>successfulfailurerock</c:v>
                </c:pt>
                <c:pt idx="4363">
                  <c:v>subzonerecordingstudio</c:v>
                </c:pt>
                <c:pt idx="4364">
                  <c:v>subzeroprojectvulcan</c:v>
                </c:pt>
                <c:pt idx="4365">
                  <c:v>subway_eat_fresh_101</c:v>
                </c:pt>
                <c:pt idx="4366">
                  <c:v>suburbanhousehusband</c:v>
                </c:pt>
                <c:pt idx="4367">
                  <c:v>suburbanestatebluesband</c:v>
                </c:pt>
                <c:pt idx="4368">
                  <c:v>suburbanacidsaturation</c:v>
                </c:pt>
                <c:pt idx="4369">
                  <c:v>subundergroundnorcal</c:v>
                </c:pt>
                <c:pt idx="4370">
                  <c:v>subterraneanhomesickgirl</c:v>
                </c:pt>
                <c:pt idx="4371">
                  <c:v>submissivelilpandabear</c:v>
                </c:pt>
                <c:pt idx="4372">
                  <c:v>submission_under_torture</c:v>
                </c:pt>
                <c:pt idx="4373">
                  <c:v>subliminalsocietybassist</c:v>
                </c:pt>
                <c:pt idx="4374">
                  <c:v>subliminalsearchengine</c:v>
                </c:pt>
                <c:pt idx="4375">
                  <c:v>sublimeeyeentertainment</c:v>
                </c:pt>
                <c:pt idx="4376">
                  <c:v>subconsciousrageband</c:v>
                </c:pt>
                <c:pt idx="4377">
                  <c:v>stylishsouthernbelle</c:v>
                </c:pt>
                <c:pt idx="4378">
                  <c:v>stylesandbreezesonic</c:v>
                </c:pt>
                <c:pt idx="4379">
                  <c:v>stylesandbreezeofficial</c:v>
                </c:pt>
                <c:pt idx="4380">
                  <c:v>styleoversubstancemusic</c:v>
                </c:pt>
                <c:pt idx="4381">
                  <c:v>stupid_white_cracker</c:v>
                </c:pt>
                <c:pt idx="4382">
                  <c:v>stupidtwoeyedhamster</c:v>
                </c:pt>
                <c:pt idx="4383">
                  <c:v>stupidretardedmonkey</c:v>
                </c:pt>
                <c:pt idx="4384">
                  <c:v>stupidpeoplearebreeding</c:v>
                </c:pt>
                <c:pt idx="4385">
                  <c:v>stupidfuckingbeanerspik</c:v>
                </c:pt>
                <c:pt idx="4386">
                  <c:v>stupidfacedannoyingbast</c:v>
                </c:pt>
                <c:pt idx="4387">
                  <c:v>stupidcocksuckingwhiteguy</c:v>
                </c:pt>
                <c:pt idx="4388">
                  <c:v>stupidblondesarebetter</c:v>
                </c:pt>
                <c:pt idx="4389">
                  <c:v>stupid_beyond_belief</c:v>
                </c:pt>
                <c:pt idx="4390">
                  <c:v>stupid_and_contagious09</c:v>
                </c:pt>
                <c:pt idx="4391">
                  <c:v>stuntvilleentertainment</c:v>
                </c:pt>
                <c:pt idx="4392">
                  <c:v>stunnerwearingsuperstar</c:v>
                </c:pt>
                <c:pt idx="4393">
                  <c:v>stumblingthroughecstasy</c:v>
                </c:pt>
                <c:pt idx="4394">
                  <c:v>stuffnobodycaresabout</c:v>
                </c:pt>
                <c:pt idx="4395">
                  <c:v>stuffedclownfromhell</c:v>
                </c:pt>
                <c:pt idx="4396">
                  <c:v>stuffedanimalstarship</c:v>
                </c:pt>
                <c:pt idx="4397">
                  <c:v>studioprimephotography</c:v>
                </c:pt>
                <c:pt idx="4398">
                  <c:v>studentworkspainting</c:v>
                </c:pt>
                <c:pt idx="4399">
                  <c:v>studentventurecarrollton</c:v>
                </c:pt>
                <c:pt idx="4400">
                  <c:v>studentsocialistcoalition</c:v>
                </c:pt>
                <c:pt idx="4401">
                  <c:v>studentbodyuniversity</c:v>
                </c:pt>
                <c:pt idx="4402">
                  <c:v>studentbluestravel4less</c:v>
                </c:pt>
                <c:pt idx="4403">
                  <c:v>stuckwiththisnameforever</c:v>
                </c:pt>
                <c:pt idx="4404">
                  <c:v>stuck_with_this_name</c:v>
                </c:pt>
                <c:pt idx="4405">
                  <c:v>stuckmusiclikequicksand</c:v>
                </c:pt>
                <c:pt idx="4406">
                  <c:v>stuartthespringerspaniel</c:v>
                </c:pt>
                <c:pt idx="4407">
                  <c:v>stuart_penis_dick_jackson</c:v>
                </c:pt>
                <c:pt idx="4408">
                  <c:v>stuart_gilligan_griffin</c:v>
                </c:pt>
                <c:pt idx="4409">
                  <c:v>strychninestonerrock</c:v>
                </c:pt>
                <c:pt idx="4410">
                  <c:v>strugglingtobeindependent</c:v>
                </c:pt>
                <c:pt idx="4411">
                  <c:v>strong_wrestler_girl</c:v>
                </c:pt>
                <c:pt idx="4412">
                  <c:v>strongphenomenalwoman</c:v>
                </c:pt>
                <c:pt idx="4413">
                  <c:v>strong_heart_formula</c:v>
                </c:pt>
                <c:pt idx="4414">
                  <c:v>strong_but_sensitive</c:v>
                </c:pt>
                <c:pt idx="4415">
                  <c:v>strongbutheartbroken08</c:v>
                </c:pt>
                <c:pt idx="4416">
                  <c:v>strivingforgreatness</c:v>
                </c:pt>
                <c:pt idx="4417">
                  <c:v>strivingforcerridwen</c:v>
                </c:pt>
                <c:pt idx="4418">
                  <c:v>strippokerallnightlong</c:v>
                </c:pt>
                <c:pt idx="4419">
                  <c:v>strippedconcertseries</c:v>
                </c:pt>
                <c:pt idx="4420">
                  <c:v>stringtheguitarslowly</c:v>
                </c:pt>
                <c:pt idx="4421">
                  <c:v>strikergibsonexplorer</c:v>
                </c:pt>
                <c:pt idx="4422">
                  <c:v>strictnonnuditypolicy</c:v>
                </c:pt>
                <c:pt idx="4423">
                  <c:v>strictlyjazzentertainment</c:v>
                </c:pt>
                <c:pt idx="4424">
                  <c:v>strictlychilternlover</c:v>
                </c:pt>
                <c:pt idx="4425">
                  <c:v>strictly4thaladies88</c:v>
                </c:pt>
                <c:pt idx="4426">
                  <c:v>stricklandperformance</c:v>
                </c:pt>
                <c:pt idx="4427">
                  <c:v>stretchyourrubberband</c:v>
                </c:pt>
                <c:pt idx="4428">
                  <c:v>stress_insanity_chaos_fun</c:v>
                </c:pt>
                <c:pt idx="4429">
                  <c:v>strengththroughbrutality</c:v>
                </c:pt>
                <c:pt idx="4430">
                  <c:v>street_warrior_leader</c:v>
                </c:pt>
                <c:pt idx="4431">
                  <c:v>streetstrappedracing</c:v>
                </c:pt>
                <c:pt idx="4432">
                  <c:v>streetsquadentertainment0</c:v>
                </c:pt>
                <c:pt idx="4433">
                  <c:v>streetmusicentertainment</c:v>
                </c:pt>
                <c:pt idx="4434">
                  <c:v>streetmixentertainment</c:v>
                </c:pt>
                <c:pt idx="4435">
                  <c:v>streetlightmanifesto123</c:v>
                </c:pt>
                <c:pt idx="4436">
                  <c:v>streetlightmanifesto</c:v>
                </c:pt>
                <c:pt idx="4437">
                  <c:v>streetlightcurfewmusic</c:v>
                </c:pt>
                <c:pt idx="4438">
                  <c:v>streetlevel_management</c:v>
                </c:pt>
                <c:pt idx="4439">
                  <c:v>streetknowledgemedia</c:v>
                </c:pt>
                <c:pt idx="4440">
                  <c:v>streetjusticehelicopter</c:v>
                </c:pt>
                <c:pt idx="4441">
                  <c:v>streetgangdancefight</c:v>
                </c:pt>
                <c:pt idx="4442">
                  <c:v>streetempireentertainment</c:v>
                </c:pt>
                <c:pt idx="4443">
                  <c:v>streetdreamsent4life</c:v>
                </c:pt>
                <c:pt idx="4444">
                  <c:v>streetdancer_funkymonkey3</c:v>
                </c:pt>
                <c:pt idx="4445">
                  <c:v>streetcornerrecording</c:v>
                </c:pt>
                <c:pt idx="4446">
                  <c:v>streetcornerjunction</c:v>
                </c:pt>
                <c:pt idx="4447">
                  <c:v>streetchoirmanagement</c:v>
                </c:pt>
                <c:pt idx="4448">
                  <c:v>straythoodissmokedout</c:v>
                </c:pt>
                <c:pt idx="4449">
                  <c:v>stray_jacket_feeling</c:v>
                </c:pt>
                <c:pt idx="4450">
                  <c:v>strawburry_shortcake</c:v>
                </c:pt>
                <c:pt idx="4451">
                  <c:v>strawberry_water_addict</c:v>
                </c:pt>
                <c:pt idx="4452">
                  <c:v>strawberrysophisticake</c:v>
                </c:pt>
                <c:pt idx="4453">
                  <c:v>strawberryshort_stephie</c:v>
                </c:pt>
                <c:pt idx="4454">
                  <c:v>strawberryshortstack1234</c:v>
                </c:pt>
                <c:pt idx="4455">
                  <c:v>strawberryshortkate1</c:v>
                </c:pt>
                <c:pt idx="4456">
                  <c:v>strawberryshortcakeland</c:v>
                </c:pt>
                <c:pt idx="4457">
                  <c:v>strawberryshortcake_kayla</c:v>
                </c:pt>
                <c:pt idx="4458">
                  <c:v>strawberry_shortcake_gene</c:v>
                </c:pt>
                <c:pt idx="4459">
                  <c:v>strawberryshortcakedance</c:v>
                </c:pt>
                <c:pt idx="4460">
                  <c:v>strawberry_short_cake88</c:v>
                </c:pt>
                <c:pt idx="4461">
                  <c:v>strawberryshort_cake_1</c:v>
                </c:pt>
                <c:pt idx="4462">
                  <c:v>strawberrysherbert99</c:v>
                </c:pt>
                <c:pt idx="4463">
                  <c:v>strawberrysandcream74</c:v>
                </c:pt>
                <c:pt idx="4464">
                  <c:v>strawberrysandchocolate1</c:v>
                </c:pt>
                <c:pt idx="4465">
                  <c:v>strawberry_princessgirl</c:v>
                </c:pt>
                <c:pt idx="4466">
                  <c:v>strawberrypoochpopper</c:v>
                </c:pt>
                <c:pt idx="4467">
                  <c:v>strawberryplusbanana</c:v>
                </c:pt>
                <c:pt idx="4468">
                  <c:v>strawberrymusictwist</c:v>
                </c:pt>
                <c:pt idx="4469">
                  <c:v>strawberrymaryforever</c:v>
                </c:pt>
                <c:pt idx="4470">
                  <c:v>strawberrylollypop101</c:v>
                </c:pt>
                <c:pt idx="4471">
                  <c:v>strawberrykiwibanana</c:v>
                </c:pt>
                <c:pt idx="4472">
                  <c:v>strawberry_icecream88</c:v>
                </c:pt>
                <c:pt idx="4473">
                  <c:v>strawberryicecream25</c:v>
                </c:pt>
                <c:pt idx="4474">
                  <c:v>strawberryhotchocolate</c:v>
                </c:pt>
                <c:pt idx="4475">
                  <c:v>strawberrygirlamanda</c:v>
                </c:pt>
                <c:pt idx="4476">
                  <c:v>strawberryflavoredchapstick</c:v>
                </c:pt>
                <c:pt idx="4477">
                  <c:v>strawberrydelightprincess</c:v>
                </c:pt>
                <c:pt idx="4478">
                  <c:v>strawberrycrestcheer</c:v>
                </c:pt>
                <c:pt idx="4479">
                  <c:v>strawberrycheesecakeloo</c:v>
                </c:pt>
                <c:pt idx="4480">
                  <c:v>strawberryblondemegan</c:v>
                </c:pt>
                <c:pt idx="4481">
                  <c:v>strawberrybeckytoosexy</c:v>
                </c:pt>
                <c:pt idx="4482">
                  <c:v>strawberryandcoconut</c:v>
                </c:pt>
                <c:pt idx="4483">
                  <c:v>strawberry_aka_priscilla</c:v>
                </c:pt>
                <c:pt idx="4484">
                  <c:v>strawberrieshortcake43</c:v>
                </c:pt>
                <c:pt idx="4485">
                  <c:v>strawberriesandcreambaby</c:v>
                </c:pt>
                <c:pt idx="4486">
                  <c:v>strawberriesandcream87</c:v>
                </c:pt>
                <c:pt idx="4487">
                  <c:v>strawberriesandcream420</c:v>
                </c:pt>
                <c:pt idx="4488">
                  <c:v>strawberriesandchampagne</c:v>
                </c:pt>
                <c:pt idx="4489">
                  <c:v>strawberrie_lemonade</c:v>
                </c:pt>
                <c:pt idx="4490">
                  <c:v>strawbarry_vanilla_cream</c:v>
                </c:pt>
                <c:pt idx="4491">
                  <c:v>Strawbarryshortcakepie</c:v>
                </c:pt>
                <c:pt idx="4492">
                  <c:v>strangerwithcandy414</c:v>
                </c:pt>
                <c:pt idx="4493">
                  <c:v>strangerthanyoursympathy_</c:v>
                </c:pt>
                <c:pt idx="4494">
                  <c:v>strangerswithcandymovie</c:v>
                </c:pt>
                <c:pt idx="4495">
                  <c:v>strangersonthefootpath</c:v>
                </c:pt>
                <c:pt idx="4496">
                  <c:v>strangerdangerbeware</c:v>
                </c:pt>
                <c:pt idx="4497">
                  <c:v>strange_and_mysterious</c:v>
                </c:pt>
                <c:pt idx="4498">
                  <c:v>straitthroughtheheart13</c:v>
                </c:pt>
                <c:pt idx="4499">
                  <c:v>straithoodentertainment</c:v>
                </c:pt>
                <c:pt idx="4500">
                  <c:v>straightupgangster4life</c:v>
                </c:pt>
                <c:pt idx="4501">
                  <c:v>straightupcountrychick</c:v>
                </c:pt>
                <c:pt idx="4502">
                  <c:v>straightprideworldwide</c:v>
                </c:pt>
                <c:pt idx="4503">
                  <c:v>straightoutthecountry</c:v>
                </c:pt>
                <c:pt idx="4504">
                  <c:v>straightjacketstreetorgy</c:v>
                </c:pt>
                <c:pt idx="4505">
                  <c:v>straightjacketrebellion</c:v>
                </c:pt>
                <c:pt idx="4506">
                  <c:v>straightjacketcabaret</c:v>
                </c:pt>
                <c:pt idx="4507">
                  <c:v>straight_hood_09baby</c:v>
                </c:pt>
                <c:pt idx="4508">
                  <c:v>straightfromtheutter</c:v>
                </c:pt>
                <c:pt idx="4509">
                  <c:v>straightfromtheshoulder</c:v>
                </c:pt>
                <c:pt idx="4510">
                  <c:v>straight_for_life_102</c:v>
                </c:pt>
                <c:pt idx="4511">
                  <c:v>straight_edge_warrior</c:v>
                </c:pt>
                <c:pt idx="4512">
                  <c:v>straight_edge_photography</c:v>
                </c:pt>
                <c:pt idx="4513">
                  <c:v>straightedgefourlife</c:v>
                </c:pt>
                <c:pt idx="4514">
                  <c:v>straight_east_oakland</c:v>
                </c:pt>
                <c:pt idx="4515">
                  <c:v>straightdirtythuggin</c:v>
                </c:pt>
                <c:pt idx="4516">
                  <c:v>straight_country_boy</c:v>
                </c:pt>
                <c:pt idx="4517">
                  <c:v>stoutjunt_lilwinterfresh</c:v>
                </c:pt>
                <c:pt idx="4518">
                  <c:v>storylinephotography</c:v>
                </c:pt>
                <c:pt idx="4519">
                  <c:v>stormyweatherconnection</c:v>
                </c:pt>
                <c:pt idx="4520">
                  <c:v>stormstaticsleeprock</c:v>
                </c:pt>
                <c:pt idx="4521">
                  <c:v>stormcellarsoccerbar</c:v>
                </c:pt>
                <c:pt idx="4522">
                  <c:v>storeboughthappiness</c:v>
                </c:pt>
                <c:pt idx="4523">
                  <c:v>storageanddisposalmusic</c:v>
                </c:pt>
                <c:pt idx="4524">
                  <c:v>stopthisdoublesuicide___</c:v>
                </c:pt>
                <c:pt idx="4525">
                  <c:v>stopsuckingcorporatecock</c:v>
                </c:pt>
                <c:pt idx="4526">
                  <c:v>stop_its_hammer_time2010</c:v>
                </c:pt>
                <c:pt idx="4527">
                  <c:v>stopinfantcircumcision</c:v>
                </c:pt>
                <c:pt idx="4528">
                  <c:v>stop_humping_the_weed</c:v>
                </c:pt>
                <c:pt idx="4529">
                  <c:v>stophumantrafficking</c:v>
                </c:pt>
                <c:pt idx="4530">
                  <c:v>stophatingandgetalife</c:v>
                </c:pt>
                <c:pt idx="4531">
                  <c:v>stopfightingstartkissing</c:v>
                </c:pt>
                <c:pt idx="4532">
                  <c:v>stop_eating_the_paste</c:v>
                </c:pt>
                <c:pt idx="4533">
                  <c:v>stopbeingwhatyouarent123</c:v>
                </c:pt>
                <c:pt idx="4534">
                  <c:v>stopakin_likejackson</c:v>
                </c:pt>
                <c:pt idx="4535">
                  <c:v>stonewallnoiseorchestra</c:v>
                </c:pt>
                <c:pt idx="4536">
                  <c:v>stonethatthabuilderrefuse</c:v>
                </c:pt>
                <c:pt idx="4537">
                  <c:v>stoner4lifeandever9</c:v>
                </c:pt>
                <c:pt idx="4538">
                  <c:v>stone_paper_scissors</c:v>
                </c:pt>
                <c:pt idx="4539">
                  <c:v>stonemountainunderground</c:v>
                </c:pt>
                <c:pt idx="4540">
                  <c:v>stonefaceandterminal</c:v>
                </c:pt>
                <c:pt idx="4541">
                  <c:v>stonedmonkeysoftware</c:v>
                </c:pt>
                <c:pt idx="4542">
                  <c:v>stonecoldrattlesnake4life</c:v>
                </c:pt>
                <c:pt idx="4543">
                  <c:v>stonecoldmike2000yahoo</c:v>
                </c:pt>
                <c:pt idx="4544">
                  <c:v>stonecliffmusicgroup</c:v>
                </c:pt>
                <c:pt idx="4545">
                  <c:v>stonecircleconspiracy</c:v>
                </c:pt>
                <c:pt idx="4546">
                  <c:v>stompinggroundsmusic</c:v>
                </c:pt>
                <c:pt idx="4547">
                  <c:v>stolensilencedrummer</c:v>
                </c:pt>
                <c:pt idx="4548">
                  <c:v>stolen_monkeypendrive</c:v>
                </c:pt>
                <c:pt idx="4549">
                  <c:v>stolen_identity_band</c:v>
                </c:pt>
                <c:pt idx="4550">
                  <c:v>stolencamerafilmcompany</c:v>
                </c:pt>
                <c:pt idx="4551">
                  <c:v>stolenbrownevergreen</c:v>
                </c:pt>
                <c:pt idx="4552">
                  <c:v>stoicarmyphiladelphia</c:v>
                </c:pt>
                <c:pt idx="4553">
                  <c:v>stoicarmyakroncanton</c:v>
                </c:pt>
                <c:pt idx="4554">
                  <c:v>stockingtops_flasher</c:v>
                </c:pt>
                <c:pt idx="4555">
                  <c:v>stinkfingeroverdrive</c:v>
                </c:pt>
                <c:pt idx="4556">
                  <c:v>still_waiting_Sierra</c:v>
                </c:pt>
                <c:pt idx="4557">
                  <c:v>stillwaitingforsatan</c:v>
                </c:pt>
                <c:pt idx="4558">
                  <c:v>stillwaitingforguffman</c:v>
                </c:pt>
                <c:pt idx="4559">
                  <c:v>stillwaitingforgodot</c:v>
                </c:pt>
                <c:pt idx="4560">
                  <c:v>stilltheonlynameavailable</c:v>
                </c:pt>
                <c:pt idx="4561">
                  <c:v>stillstanding_danielle</c:v>
                </c:pt>
                <c:pt idx="4562">
                  <c:v>stillstandingclothing</c:v>
                </c:pt>
                <c:pt idx="4563">
                  <c:v>stillsomethingserious</c:v>
                </c:pt>
                <c:pt idx="4564">
                  <c:v>stillsilentlyfalling</c:v>
                </c:pt>
                <c:pt idx="4565">
                  <c:v>stillsearchingforlife</c:v>
                </c:pt>
                <c:pt idx="4566">
                  <c:v>stillplayswithtrucks</c:v>
                </c:pt>
                <c:pt idx="4567">
                  <c:v>stillnotgettinganyeither</c:v>
                </c:pt>
                <c:pt idx="4568">
                  <c:v>stillnastyhardrockband</c:v>
                </c:pt>
                <c:pt idx="4569">
                  <c:v>stillmissinginaction</c:v>
                </c:pt>
                <c:pt idx="4570">
                  <c:v>still_loving_shannon</c:v>
                </c:pt>
                <c:pt idx="4571">
                  <c:v>still_loveing_that_girl</c:v>
                </c:pt>
                <c:pt idx="4572">
                  <c:v>stilllookinglakeview</c:v>
                </c:pt>
                <c:pt idx="4573">
                  <c:v>stilllifephotography</c:v>
                </c:pt>
                <c:pt idx="4574">
                  <c:v>still_kicking4family</c:v>
                </c:pt>
                <c:pt idx="4575">
                  <c:v>stilljennifromthablock</c:v>
                </c:pt>
                <c:pt idx="4576">
                  <c:v>stilldesperate4attention</c:v>
                </c:pt>
                <c:pt idx="4577">
                  <c:v>stilldeadbutdreaming</c:v>
                </c:pt>
                <c:pt idx="4578">
                  <c:v>still_dazed_and_confused</c:v>
                </c:pt>
                <c:pt idx="4579">
                  <c:v>stillbutseldomsilent</c:v>
                </c:pt>
                <c:pt idx="4580">
                  <c:v>still_aint_forgave_myself</c:v>
                </c:pt>
                <c:pt idx="4581">
                  <c:v>stiffbridgesisfallingdown</c:v>
                </c:pt>
                <c:pt idx="4582">
                  <c:v>sticktogetherharbison</c:v>
                </c:pt>
                <c:pt idx="4583">
                  <c:v>stickslikeglueandwater</c:v>
                </c:pt>
                <c:pt idx="4584">
                  <c:v>steventhelonelyoneforever</c:v>
                </c:pt>
                <c:pt idx="4585">
                  <c:v>stevensonrealtygroup</c:v>
                </c:pt>
                <c:pt idx="4586">
                  <c:v>steven_lori_2gether4ever</c:v>
                </c:pt>
                <c:pt idx="4587">
                  <c:v>stevenjeffreymitchell</c:v>
                </c:pt>
                <c:pt idx="4588">
                  <c:v>steven_aka_ghost_rip_2pac</c:v>
                </c:pt>
                <c:pt idx="4589">
                  <c:v>sterling_silver_angel</c:v>
                </c:pt>
                <c:pt idx="4590">
                  <c:v>sterlingmarlinrevolution</c:v>
                </c:pt>
                <c:pt idx="4591">
                  <c:v>sterlinghealthcenter</c:v>
                </c:pt>
                <c:pt idx="4592">
                  <c:v>sterilizeandexterminate</c:v>
                </c:pt>
                <c:pt idx="4593">
                  <c:v>stereotransmitteddisease</c:v>
                </c:pt>
                <c:pt idx="4594">
                  <c:v>stephenwilkinson1983</c:v>
                </c:pt>
                <c:pt idx="4595">
                  <c:v>stephentaylorfanclub</c:v>
                </c:pt>
                <c:pt idx="4596">
                  <c:v>stephenrockfordhammond</c:v>
                </c:pt>
                <c:pt idx="4597">
                  <c:v>stephenieanddevin4eva</c:v>
                </c:pt>
                <c:pt idx="4598">
                  <c:v>stephengibsonrealtor</c:v>
                </c:pt>
                <c:pt idx="4599">
                  <c:v>stephenandlauratimmons</c:v>
                </c:pt>
                <c:pt idx="4600">
                  <c:v>stephaniewardfitlife</c:v>
                </c:pt>
                <c:pt idx="4601">
                  <c:v>stephanietownsend123</c:v>
                </c:pt>
                <c:pt idx="4602">
                  <c:v>stephaniethewonderful</c:v>
                </c:pt>
                <c:pt idx="4603">
                  <c:v>stephanie_the_princess9</c:v>
                </c:pt>
                <c:pt idx="4604">
                  <c:v>stephanie_the_princess</c:v>
                </c:pt>
                <c:pt idx="4605">
                  <c:v>stephanie_still_here</c:v>
                </c:pt>
                <c:pt idx="4606">
                  <c:v>stephanie_stevenson14</c:v>
                </c:pt>
                <c:pt idx="4607">
                  <c:v>StephanieStarStylist</c:v>
                </c:pt>
                <c:pt idx="4608">
                  <c:v>stephaniespoiledbrat</c:v>
                </c:pt>
                <c:pt idx="4609">
                  <c:v>stephaniesmithcollins</c:v>
                </c:pt>
                <c:pt idx="4610">
                  <c:v>stephanie.sidebottom</c:v>
                </c:pt>
                <c:pt idx="4611">
                  <c:v>stephanie_senior_wish</c:v>
                </c:pt>
                <c:pt idx="4612">
                  <c:v>stephanieschneiderman</c:v>
                </c:pt>
                <c:pt idx="4613">
                  <c:v>stephanieroserealestate</c:v>
                </c:pt>
                <c:pt idx="4614">
                  <c:v>stephanie_newfiegirl</c:v>
                </c:pt>
                <c:pt idx="4615">
                  <c:v>stephaniemolina_was_here</c:v>
                </c:pt>
                <c:pt idx="4616">
                  <c:v>stephanie_marie_elizabeth</c:v>
                </c:pt>
                <c:pt idx="4617">
                  <c:v>stephanie_mackara_bitch</c:v>
                </c:pt>
                <c:pt idx="4618">
                  <c:v>stephanielynneporter</c:v>
                </c:pt>
                <c:pt idx="4619">
                  <c:v>stephanielorainchabot</c:v>
                </c:pt>
                <c:pt idx="4620">
                  <c:v>stephanielaurencooper</c:v>
                </c:pt>
                <c:pt idx="4621">
                  <c:v>stephaniekellyclarksonfan</c:v>
                </c:pt>
                <c:pt idx="4622">
                  <c:v>stephaniehollyalyssa</c:v>
                </c:pt>
                <c:pt idx="4623">
                  <c:v>stephaniehannahlouise</c:v>
                </c:pt>
                <c:pt idx="4624">
                  <c:v>stephaniegrahamhenna</c:v>
                </c:pt>
                <c:pt idx="4625">
                  <c:v>stephanie_gill_watson</c:v>
                </c:pt>
                <c:pt idx="4626">
                  <c:v>stephanie_fox_rox_101</c:v>
                </c:pt>
                <c:pt idx="4627">
                  <c:v>stephaniedenisesmith</c:v>
                </c:pt>
                <c:pt idx="4628">
                  <c:v>stephaniecookmadison</c:v>
                </c:pt>
                <c:pt idx="4629">
                  <c:v>stephanie_chad_becky</c:v>
                </c:pt>
                <c:pt idx="4630">
                  <c:v>stephanie_brown_spoiler</c:v>
                </c:pt>
                <c:pt idx="4631">
                  <c:v>stephanie.arellano73</c:v>
                </c:pt>
                <c:pt idx="4632">
                  <c:v>stephanie_ann_barbie</c:v>
                </c:pt>
                <c:pt idx="4633">
                  <c:v>stephanie_and_eddie_4ever</c:v>
                </c:pt>
                <c:pt idx="4634">
                  <c:v>stephanie_and_chrisbrown</c:v>
                </c:pt>
                <c:pt idx="4635">
                  <c:v>stephanieanastasiadis</c:v>
                </c:pt>
                <c:pt idx="4636">
                  <c:v>stephanie_aka_barbie</c:v>
                </c:pt>
                <c:pt idx="4637">
                  <c:v>stephanie_aka_auntie</c:v>
                </c:pt>
                <c:pt idx="4638">
                  <c:v>stephanie0tinkerbell</c:v>
                </c:pt>
                <c:pt idx="4639">
                  <c:v>stepboo_eric_forever</c:v>
                </c:pt>
                <c:pt idx="4640">
                  <c:v>stella_the_slash_fan</c:v>
                </c:pt>
                <c:pt idx="4641">
                  <c:v>stellastephaniebarker</c:v>
                </c:pt>
                <c:pt idx="4642">
                  <c:v>stella_bella_hudgens01</c:v>
                </c:pt>
                <c:pt idx="4643">
                  <c:v>stella_bella_cinderella</c:v>
                </c:pt>
                <c:pt idx="4644">
                  <c:v>stella_always_and_forever</c:v>
                </c:pt>
                <c:pt idx="4645">
                  <c:v>stein_the_new_world_order</c:v>
                </c:pt>
                <c:pt idx="4646">
                  <c:v>steinbergtalentmanagement</c:v>
                </c:pt>
                <c:pt idx="4647">
                  <c:v>steeldragonentertainment</c:v>
                </c:pt>
                <c:pt idx="4648">
                  <c:v>steeldownentertainment</c:v>
                </c:pt>
                <c:pt idx="4649">
                  <c:v>steelcityhooligan_719</c:v>
                </c:pt>
                <c:pt idx="4650">
                  <c:v>steampoweredairplane</c:v>
                </c:pt>
                <c:pt idx="4651">
                  <c:v>stealthy_silver_wolf</c:v>
                </c:pt>
                <c:pt idx="4652">
                  <c:v>stealthyanddangerous</c:v>
                </c:pt>
                <c:pt idx="4653">
                  <c:v>stealth_matty_rogers</c:v>
                </c:pt>
                <c:pt idx="4654">
                  <c:v>stealth_assault_team</c:v>
                </c:pt>
                <c:pt idx="4655">
                  <c:v>stay_with_you_forever</c:v>
                </c:pt>
                <c:pt idx="4656">
                  <c:v>staysideways_neverlift</c:v>
                </c:pt>
                <c:pt idx="4657">
                  <c:v>staypuffedmarshmellowchic</c:v>
                </c:pt>
                <c:pt idx="4658">
                  <c:v>staypuffedmarshmallowfuncrew</c:v>
                </c:pt>
                <c:pt idx="4659">
                  <c:v>staying_alive_for_death</c:v>
                </c:pt>
                <c:pt idx="4660">
                  <c:v>stayhighlovepeaceturtle</c:v>
                </c:pt>
                <c:pt idx="4661">
                  <c:v>stayhighallday420ripjake</c:v>
                </c:pt>
                <c:pt idx="4662">
                  <c:v>staygoldenponyboycow</c:v>
                </c:pt>
                <c:pt idx="4663">
                  <c:v>stay_fresh_till_death</c:v>
                </c:pt>
                <c:pt idx="4664">
                  <c:v>stayfreshentertainment</c:v>
                </c:pt>
                <c:pt idx="4665">
                  <c:v>stayfittedentertainment</c:v>
                </c:pt>
                <c:pt idx="4666">
                  <c:v>stayawayfromthevoodoo</c:v>
                </c:pt>
                <c:pt idx="4667">
                  <c:v>stayalive_lovewillcome</c:v>
                </c:pt>
                <c:pt idx="4668">
                  <c:v>statusmagazine_atlanta</c:v>
                </c:pt>
                <c:pt idx="4669">
                  <c:v>statuesquetheepitome</c:v>
                </c:pt>
                <c:pt idx="4670">
                  <c:v>statingtheobviousquot</c:v>
                </c:pt>
                <c:pt idx="4671">
                  <c:v>static_town_themetune</c:v>
                </c:pt>
                <c:pt idx="4672">
                  <c:v>staticloungenightclub</c:v>
                </c:pt>
                <c:pt idx="4673">
                  <c:v>starvoyagerentertainment</c:v>
                </c:pt>
                <c:pt idx="4674">
                  <c:v>starvingforperfection9</c:v>
                </c:pt>
                <c:pt idx="4675">
                  <c:v>starvationforperfection</c:v>
                </c:pt>
                <c:pt idx="4676">
                  <c:v>startingoveranimalrescue</c:v>
                </c:pt>
                <c:pt idx="4677">
                  <c:v>star_spangled_butterfly</c:v>
                </c:pt>
                <c:pt idx="4678">
                  <c:v>starry_eyed_surprise_23</c:v>
                </c:pt>
                <c:pt idx="4679">
                  <c:v>starryeyedsurprise007</c:v>
                </c:pt>
                <c:pt idx="4680">
                  <c:v>starry_eyed_something</c:v>
                </c:pt>
                <c:pt idx="4681">
                  <c:v>starry_eyed_daisy_dreamer</c:v>
                </c:pt>
                <c:pt idx="4682">
                  <c:v>starry_eyed_brunette23</c:v>
                </c:pt>
                <c:pt idx="4683">
                  <c:v>starryeyedandscreaming</c:v>
                </c:pt>
                <c:pt idx="4684">
                  <c:v>starringthelovelyamanda</c:v>
                </c:pt>
                <c:pt idx="4685">
                  <c:v>starlightterracedaycare</c:v>
                </c:pt>
                <c:pt idx="4686">
                  <c:v>StarlightstarbrightCari</c:v>
                </c:pt>
                <c:pt idx="4687">
                  <c:v>starlightmillionfrontman</c:v>
                </c:pt>
                <c:pt idx="4688">
                  <c:v>starlight_and_starbright</c:v>
                </c:pt>
                <c:pt idx="4689">
                  <c:v>starlifeentertainment</c:v>
                </c:pt>
                <c:pt idx="4690">
                  <c:v>starjasminechrisbrown2</c:v>
                </c:pt>
                <c:pt idx="4691">
                  <c:v>starhalfbackgangster</c:v>
                </c:pt>
                <c:pt idx="4692">
                  <c:v>star_gazing_substance</c:v>
                </c:pt>
                <c:pt idx="4693">
                  <c:v>stargazingflowerfairy</c:v>
                </c:pt>
                <c:pt idx="4694">
                  <c:v>stargatespartanwarrior</c:v>
                </c:pt>
                <c:pt idx="4695">
                  <c:v>starfire_blue_moonlight</c:v>
                </c:pt>
                <c:pt idx="4696">
                  <c:v>starfire_and_robin_4ever</c:v>
                </c:pt>
                <c:pt idx="4697">
                  <c:v>starfightersuckerpunch</c:v>
                </c:pt>
                <c:pt idx="4698">
                  <c:v>stardustmemorialpark0002</c:v>
                </c:pt>
                <c:pt idx="4699">
                  <c:v>stardomboundentertainment</c:v>
                </c:pt>
                <c:pt idx="4700">
                  <c:v>stardirectionmanagement</c:v>
                </c:pt>
                <c:pt idx="4701">
                  <c:v>starcrossed_cantescape</c:v>
                </c:pt>
                <c:pt idx="4702">
                  <c:v>starclassicperformer</c:v>
                </c:pt>
                <c:pt idx="4703">
                  <c:v>starburstcandyaddict</c:v>
                </c:pt>
                <c:pt idx="4704">
                  <c:v>starburst_1_and_only</c:v>
                </c:pt>
                <c:pt idx="4705">
                  <c:v>starbucksislovelayout</c:v>
                </c:pt>
                <c:pt idx="4706">
                  <c:v>starbucknotthecoffee</c:v>
                </c:pt>
                <c:pt idx="4707">
                  <c:v>stanleyclarkgeorgeduke</c:v>
                </c:pt>
                <c:pt idx="4708">
                  <c:v>standstilllookpretty123</c:v>
                </c:pt>
                <c:pt idx="4709">
                  <c:v>standingbesidemyself</c:v>
                </c:pt>
                <c:pt idx="4710">
                  <c:v>standardtimesfootball</c:v>
                </c:pt>
                <c:pt idx="4711">
                  <c:v>standard_sedan_car_club</c:v>
                </c:pt>
                <c:pt idx="4712">
                  <c:v>standaloneoriginalchopper</c:v>
                </c:pt>
                <c:pt idx="4713">
                  <c:v>standaloneindividual</c:v>
                </c:pt>
                <c:pt idx="4714">
                  <c:v>_stand_alone_complex_</c:v>
                </c:pt>
                <c:pt idx="4715">
                  <c:v>standaloneagainstmany</c:v>
                </c:pt>
                <c:pt idx="4716">
                  <c:v>stalkingthemuseaustin</c:v>
                </c:pt>
                <c:pt idx="4717">
                  <c:v>stalker301198fordfusion2007</c:v>
                </c:pt>
                <c:pt idx="4718">
                  <c:v>staircasewitradioshow</c:v>
                </c:pt>
                <c:pt idx="4719">
                  <c:v>_stain_glass_suicide</c:v>
                </c:pt>
                <c:pt idx="4720">
                  <c:v>staffordcollegecharitygig</c:v>
                </c:pt>
                <c:pt idx="4721">
                  <c:v>staffdevelopmentcrew</c:v>
                </c:pt>
                <c:pt idx="4722">
                  <c:v>stacy_the_firebirdgirl</c:v>
                </c:pt>
                <c:pt idx="4723">
                  <c:v>stacy_thatmodelchick</c:v>
                </c:pt>
                <c:pt idx="4724">
                  <c:v>stacyleighphotographer</c:v>
                </c:pt>
                <c:pt idx="4725">
                  <c:v>stacie_straight_hair</c:v>
                </c:pt>
                <c:pt idx="4726">
                  <c:v>staceywasgroovermare</c:v>
                </c:pt>
                <c:pt idx="4727">
                  <c:v>staceynewsomesantiago</c:v>
                </c:pt>
                <c:pt idx="4728">
                  <c:v>staceydanspencergypsy</c:v>
                </c:pt>
                <c:pt idx="4729">
                  <c:v>stabyouwithaplasticknife</c:v>
                </c:pt>
                <c:pt idx="4730">
                  <c:v>stableartistmanagement</c:v>
                </c:pt>
                <c:pt idx="4731">
                  <c:v>squishsquashapplesauce</c:v>
                </c:pt>
                <c:pt idx="4732">
                  <c:v>squirrel_girl_cheryl</c:v>
                </c:pt>
                <c:pt idx="4733">
                  <c:v>squirrelgirl2therescue</c:v>
                </c:pt>
                <c:pt idx="4734">
                  <c:v>squeakyandsquishyforever</c:v>
                </c:pt>
                <c:pt idx="4735">
                  <c:v>squawgetsomefirewood</c:v>
                </c:pt>
                <c:pt idx="4736">
                  <c:v>square_circle_diamond</c:v>
                </c:pt>
                <c:pt idx="4737">
                  <c:v>spunkystupendoussara</c:v>
                </c:pt>
                <c:pt idx="4738">
                  <c:v>spunky_old_people_rock</c:v>
                </c:pt>
                <c:pt idx="4739">
                  <c:v>spunkyfunkychunkymonkey</c:v>
                </c:pt>
                <c:pt idx="4740">
                  <c:v>sprocketoldschoolpunk</c:v>
                </c:pt>
                <c:pt idx="4741">
                  <c:v>sprinklesparklefairy</c:v>
                </c:pt>
                <c:pt idx="4742">
                  <c:v>springsteenforpresident</c:v>
                </c:pt>
                <c:pt idx="4743">
                  <c:v>springridgecountrygirl</c:v>
                </c:pt>
                <c:pt idx="4744">
                  <c:v>springhillspiderparty</c:v>
                </c:pt>
                <c:pt idx="4745">
                  <c:v>springbreak200rosarito</c:v>
                </c:pt>
                <c:pt idx="4746">
                  <c:v>_spread_the_kissy_face_</c:v>
                </c:pt>
                <c:pt idx="4747">
                  <c:v>spottedpossumlover12</c:v>
                </c:pt>
                <c:pt idx="4748">
                  <c:v>spottedcowcreamandbean</c:v>
                </c:pt>
                <c:pt idx="4749">
                  <c:v>sportysweetsoutherngirl09</c:v>
                </c:pt>
                <c:pt idx="4750">
                  <c:v>sporty_arica_lovetoride</c:v>
                </c:pt>
                <c:pt idx="4751">
                  <c:v>sportswriterportfolio</c:v>
                </c:pt>
                <c:pt idx="4752">
                  <c:v>sportssassyintelligent</c:v>
                </c:pt>
                <c:pt idx="4753">
                  <c:v>sportspageportsmouth</c:v>
                </c:pt>
                <c:pt idx="4754">
                  <c:v>sportsfanforever41290</c:v>
                </c:pt>
                <c:pt idx="4755">
                  <c:v>sportsbaby9313_world</c:v>
                </c:pt>
                <c:pt idx="4756">
                  <c:v>sportsandloveequallife1</c:v>
                </c:pt>
                <c:pt idx="4757">
                  <c:v>sportsandentertainmentman</c:v>
                </c:pt>
                <c:pt idx="4758">
                  <c:v>sportsallstarforever</c:v>
                </c:pt>
                <c:pt idx="4759">
                  <c:v>sports_allstar452030</c:v>
                </c:pt>
                <c:pt idx="4760">
                  <c:v>sport_loving_machine</c:v>
                </c:pt>
                <c:pt idx="4761">
                  <c:v>sport_compact_fanatic</c:v>
                </c:pt>
                <c:pt idx="4762">
                  <c:v>spooner_andfifi_4eva</c:v>
                </c:pt>
                <c:pt idx="4763">
                  <c:v>spookymovementsonline</c:v>
                </c:pt>
                <c:pt idx="4764">
                  <c:v>spookcentralhereandnow</c:v>
                </c:pt>
                <c:pt idx="4765">
                  <c:v>spontaneouscombustionman</c:v>
                </c:pt>
                <c:pt idx="4766">
                  <c:v>spongesamsquarepants</c:v>
                </c:pt>
                <c:pt idx="4767">
                  <c:v>spongepantssquarebob</c:v>
                </c:pt>
                <c:pt idx="4768">
                  <c:v>sponge_dan_square_head</c:v>
                </c:pt>
                <c:pt idx="4769">
                  <c:v>spongechristianbookinglist</c:v>
                </c:pt>
                <c:pt idx="4770">
                  <c:v>SpongeBoob_SquareCock</c:v>
                </c:pt>
                <c:pt idx="4771">
                  <c:v>spongebongbluntpants</c:v>
                </c:pt>
                <c:pt idx="4772">
                  <c:v>spongebob_squarepants_rox</c:v>
                </c:pt>
                <c:pt idx="4773">
                  <c:v>spongebobsquarepantsgirl</c:v>
                </c:pt>
                <c:pt idx="4774">
                  <c:v>spongebob_squarepants_8</c:v>
                </c:pt>
                <c:pt idx="4775">
                  <c:v>spongebob_squarepants45</c:v>
                </c:pt>
                <c:pt idx="4776">
                  <c:v>spongebobsquarepants2092</c:v>
                </c:pt>
                <c:pt idx="4777">
                  <c:v>spongebobsquarepants17</c:v>
                </c:pt>
                <c:pt idx="4778">
                  <c:v>spongebobsquarepants09</c:v>
                </c:pt>
                <c:pt idx="4779">
                  <c:v>spongebob_squarepants01</c:v>
                </c:pt>
                <c:pt idx="4780">
                  <c:v>spongebobsquarepants01</c:v>
                </c:pt>
                <c:pt idx="4781">
                  <c:v>sponge_bob_square_pants_</c:v>
                </c:pt>
                <c:pt idx="4782">
                  <c:v>sponge_bob_lover_2005</c:v>
                </c:pt>
                <c:pt idx="4783">
                  <c:v>spongebob_crazylover</c:v>
                </c:pt>
                <c:pt idx="4784">
                  <c:v>spongebobclairepants</c:v>
                </c:pt>
                <c:pt idx="4785">
                  <c:v>spongebobbossypants11</c:v>
                </c:pt>
                <c:pt idx="4786">
                  <c:v>spongebob1squarepants</c:v>
                </c:pt>
                <c:pt idx="4787">
                  <c:v>spongebillroundpants</c:v>
                </c:pt>
                <c:pt idx="4788">
                  <c:v>spongebarbleatherpants</c:v>
                </c:pt>
                <c:pt idx="4789">
                  <c:v>spongbobsquarepants718</c:v>
                </c:pt>
                <c:pt idx="4790">
                  <c:v>spokenwordmusicseries</c:v>
                </c:pt>
                <c:pt idx="4791">
                  <c:v>spokanevalleyyounglife</c:v>
                </c:pt>
                <c:pt idx="4792">
                  <c:v>spokanefirstassembly</c:v>
                </c:pt>
                <c:pt idx="4793">
                  <c:v>spoilt_thestupidbitch</c:v>
                </c:pt>
                <c:pt idx="4794">
                  <c:v>spoiled_rotten_lil_brat</c:v>
                </c:pt>
                <c:pt idx="4795">
                  <c:v>spoiled_rotten_brat1989</c:v>
                </c:pt>
                <c:pt idx="4796">
                  <c:v>spoiledrottenbitch9</c:v>
                </c:pt>
                <c:pt idx="4797">
                  <c:v>spoiledrottenarmybrat1</c:v>
                </c:pt>
                <c:pt idx="4798">
                  <c:v>spoiledrottenangelajane</c:v>
                </c:pt>
                <c:pt idx="4799">
                  <c:v>spoiledrottenandimpatient</c:v>
                </c:pt>
                <c:pt idx="4800">
                  <c:v>spoiledprincessnessa</c:v>
                </c:pt>
                <c:pt idx="4801">
                  <c:v>spoiled_princess_dyanna</c:v>
                </c:pt>
                <c:pt idx="4802">
                  <c:v>spoiled_princessdiva</c:v>
                </c:pt>
                <c:pt idx="4803">
                  <c:v>spoiled_married_princess</c:v>
                </c:pt>
                <c:pt idx="4804">
                  <c:v>spoiled_london_here_</c:v>
                </c:pt>
                <c:pt idx="4805">
                  <c:v>spoiledlittlebrat1981</c:v>
                </c:pt>
                <c:pt idx="4806">
                  <c:v>spoiledlilprincess_415</c:v>
                </c:pt>
                <c:pt idx="4807">
                  <c:v>spoiled_hot_princess</c:v>
                </c:pt>
                <c:pt idx="4808">
                  <c:v>spoiledebonyprincess</c:v>
                </c:pt>
                <c:pt idx="4809">
                  <c:v>spoiledchick4life3903</c:v>
                </c:pt>
                <c:pt idx="4810">
                  <c:v>spoiledbratprincess4</c:v>
                </c:pt>
                <c:pt idx="4811">
                  <c:v>spoiledbratentertainment</c:v>
                </c:pt>
                <c:pt idx="4812">
                  <c:v>spoiled_brat_4_ever07</c:v>
                </c:pt>
                <c:pt idx="4813">
                  <c:v>spoiledblondeprincess</c:v>
                </c:pt>
                <c:pt idx="4814">
                  <c:v>spoiledbitchprincess</c:v>
                </c:pt>
                <c:pt idx="4815">
                  <c:v>spoiledbabygirlbonnie</c:v>
                </c:pt>
                <c:pt idx="4816">
                  <c:v>splitthedifferenceomaha</c:v>
                </c:pt>
                <c:pt idx="4817">
                  <c:v>_split_down_the_middle_</c:v>
                </c:pt>
                <c:pt idx="4818">
                  <c:v>splinter_cell_sam_fisher</c:v>
                </c:pt>
                <c:pt idx="4819">
                  <c:v>splintercellcooptheater</c:v>
                </c:pt>
                <c:pt idx="4820">
                  <c:v>splendid_coma_vision</c:v>
                </c:pt>
                <c:pt idx="4821">
                  <c:v>splendidandtremendous</c:v>
                </c:pt>
                <c:pt idx="4822">
                  <c:v>splatterpark_paintballer</c:v>
                </c:pt>
                <c:pt idx="4823">
                  <c:v>splat_action_paintball</c:v>
                </c:pt>
                <c:pt idx="4824">
                  <c:v>spittingthatheatrock</c:v>
                </c:pt>
                <c:pt idx="4825">
                  <c:v>spitfireblackofficial</c:v>
                </c:pt>
                <c:pt idx="4826">
                  <c:v>spiritualwarriormusic</c:v>
                </c:pt>
                <c:pt idx="4827">
                  <c:v>spirituality4_inner_life</c:v>
                </c:pt>
                <c:pt idx="4828">
                  <c:v>spiritualessenceyoga</c:v>
                </c:pt>
                <c:pt idx="4829">
                  <c:v>spiritualdissectionmetal</c:v>
                </c:pt>
                <c:pt idx="4830">
                  <c:v>spiritfilledsisterhood</c:v>
                </c:pt>
                <c:pt idx="4831">
                  <c:v>spiritairfireearthwater</c:v>
                </c:pt>
                <c:pt idx="4832">
                  <c:v>spiralingintothevoid</c:v>
                </c:pt>
                <c:pt idx="4833">
                  <c:v>spinning_into_darkness</c:v>
                </c:pt>
                <c:pt idx="4834">
                  <c:v>spill_your_heart_out</c:v>
                </c:pt>
                <c:pt idx="4835">
                  <c:v>spikyhairdrunkpunk99</c:v>
                </c:pt>
                <c:pt idx="4836">
                  <c:v>spike_the_crazed_balloon</c:v>
                </c:pt>
                <c:pt idx="4837">
                  <c:v>spike_like_never_before45</c:v>
                </c:pt>
                <c:pt idx="4838">
                  <c:v>spiderkitten_the_revenge</c:v>
                </c:pt>
                <c:pt idx="4839">
                  <c:v>spiderkillertoughguy</c:v>
                </c:pt>
                <c:pt idx="4840">
                  <c:v>spiderbatsuperhulkman</c:v>
                </c:pt>
                <c:pt idx="4841">
                  <c:v>spicycrunchwrapsupreme</c:v>
                </c:pt>
                <c:pt idx="4842">
                  <c:v>spice_andnoteverythinnice</c:v>
                </c:pt>
                <c:pt idx="4843">
                  <c:v>spendidlyimperfect87</c:v>
                </c:pt>
                <c:pt idx="4844">
                  <c:v>spencer_the_surf_dude</c:v>
                </c:pt>
                <c:pt idx="4845">
                  <c:v>spencer_raynor_smith</c:v>
                </c:pt>
                <c:pt idx="4846">
                  <c:v>spencerlaurenrodriguez</c:v>
                </c:pt>
                <c:pt idx="4847">
                  <c:v>spencer_chelsea_forever</c:v>
                </c:pt>
                <c:pt idx="4848">
                  <c:v>spencebillyandwillrule</c:v>
                </c:pt>
                <c:pt idx="4849">
                  <c:v>spell_racecar_backwards</c:v>
                </c:pt>
                <c:pt idx="4850">
                  <c:v>speedythemotherfuckingdog</c:v>
                </c:pt>
                <c:pt idx="4851">
                  <c:v>speedythebestballeralive</c:v>
                </c:pt>
                <c:pt idx="4852">
                  <c:v>speedstyleandperformance</c:v>
                </c:pt>
                <c:pt idx="4853">
                  <c:v>speed_reading_software</c:v>
                </c:pt>
                <c:pt idx="4854">
                  <c:v>speedlimittheband200</c:v>
                </c:pt>
                <c:pt idx="4855">
                  <c:v>speedagilityquickness</c:v>
                </c:pt>
                <c:pt idx="4856">
                  <c:v>_speechlessandredundant_</c:v>
                </c:pt>
                <c:pt idx="4857">
                  <c:v>spectrumhealthconsulting</c:v>
                </c:pt>
                <c:pt idx="4858">
                  <c:v>spectacularthesoloist</c:v>
                </c:pt>
                <c:pt idx="4859">
                  <c:v>spectacularsonlywife</c:v>
                </c:pt>
                <c:pt idx="4860">
                  <c:v>spectacularly_yours_4_eva</c:v>
                </c:pt>
                <c:pt idx="4861">
                  <c:v>spectacular_lisabluestar</c:v>
                </c:pt>
                <c:pt idx="4862">
                  <c:v>spectacularfromprettyricky</c:v>
                </c:pt>
                <c:pt idx="4863">
                  <c:v>spectacularbabygirl200</c:v>
                </c:pt>
                <c:pt idx="4864">
                  <c:v>specsnumber1sexyblackgirl</c:v>
                </c:pt>
                <c:pt idx="4865">
                  <c:v>specialpreciousprincess</c:v>
                </c:pt>
                <c:pt idx="4866">
                  <c:v>specialmountainservice</c:v>
                </c:pt>
                <c:pt idx="4867">
                  <c:v>special_lil_princess</c:v>
                </c:pt>
                <c:pt idx="4868">
                  <c:v>specialkingdragonman</c:v>
                </c:pt>
                <c:pt idx="4869">
                  <c:v>specialdude_bryan1033</c:v>
                </c:pt>
                <c:pt idx="4870">
                  <c:v>specialdarkwhitechocolate</c:v>
                </c:pt>
                <c:pt idx="4871">
                  <c:v>specialcaremedicalsupply</c:v>
                </c:pt>
                <c:pt idx="4872">
                  <c:v>specialbutterflylady</c:v>
                </c:pt>
                <c:pt idx="4873">
                  <c:v>special_angel_forever</c:v>
                </c:pt>
                <c:pt idx="4874">
                  <c:v>specialanduniquerunner</c:v>
                </c:pt>
                <c:pt idx="4875">
                  <c:v>special_agent_mulder</c:v>
                </c:pt>
                <c:pt idx="4876">
                  <c:v>special_agent_dale_cooper</c:v>
                </c:pt>
                <c:pt idx="4877">
                  <c:v>spearmintrhinowestpalm</c:v>
                </c:pt>
                <c:pt idx="4878">
                  <c:v>spearchucking_junglebunny</c:v>
                </c:pt>
                <c:pt idx="4879">
                  <c:v>spasticblueapplejuice</c:v>
                </c:pt>
                <c:pt idx="4880">
                  <c:v>spasidneybeautylounge</c:v>
                </c:pt>
                <c:pt idx="4881">
                  <c:v>sparrowthemovementstreetorchestra</c:v>
                </c:pt>
                <c:pt idx="4882">
                  <c:v>sparky_will_rule_you_all</c:v>
                </c:pt>
                <c:pt idx="4883">
                  <c:v>sparkly_sequin_skies</c:v>
                </c:pt>
                <c:pt idx="4884">
                  <c:v>sparklyfairyprincess</c:v>
                </c:pt>
                <c:pt idx="4885">
                  <c:v>sparklyblondebombshell</c:v>
                </c:pt>
                <c:pt idx="4886">
                  <c:v>sparkling_princess_lizzie</c:v>
                </c:pt>
                <c:pt idx="4887">
                  <c:v>sparkling_magic_star</c:v>
                </c:pt>
                <c:pt idx="4888">
                  <c:v>sparklingfloridaorange</c:v>
                </c:pt>
                <c:pt idx="4889">
                  <c:v>sparklingelegancejewelry</c:v>
                </c:pt>
                <c:pt idx="4890">
                  <c:v>sparklingdietlemonade</c:v>
                </c:pt>
                <c:pt idx="4891">
                  <c:v>sparklergirl_lauraanne</c:v>
                </c:pt>
                <c:pt idx="4892">
                  <c:v>sparkle_merryweather</c:v>
                </c:pt>
                <c:pt idx="4893">
                  <c:v>sparepairvisioncenter</c:v>
                </c:pt>
                <c:pt idx="4894">
                  <c:v>spankystranglebanger</c:v>
                </c:pt>
                <c:pt idx="4895">
                  <c:v>spankyjandtheconcrete7</c:v>
                </c:pt>
                <c:pt idx="4896">
                  <c:v>spank_tha_dumb_blonde_10</c:v>
                </c:pt>
                <c:pt idx="4897">
                  <c:v>spaldingsportinggoods</c:v>
                </c:pt>
                <c:pt idx="4898">
                  <c:v>spaghettiwithtomatosauce</c:v>
                </c:pt>
                <c:pt idx="4899">
                  <c:v>spacewomanspiffmarisa</c:v>
                </c:pt>
                <c:pt idx="4900">
                  <c:v>spacewithoutdistance</c:v>
                </c:pt>
                <c:pt idx="4901">
                  <c:v>space_the_final_frontier</c:v>
                </c:pt>
                <c:pt idx="4902">
                  <c:v>spaceforceconstruction</c:v>
                </c:pt>
                <c:pt idx="4903">
                  <c:v>spacedoutinrushville</c:v>
                </c:pt>
                <c:pt idx="4904">
                  <c:v>spacedatefutureshock</c:v>
                </c:pt>
                <c:pt idx="4905">
                  <c:v>spacecowboy_alchemist</c:v>
                </c:pt>
                <c:pt idx="4906">
                  <c:v>spacecancomethroughanyone</c:v>
                </c:pt>
                <c:pt idx="4907">
                  <c:v>spaceandtimecontinuum</c:v>
                </c:pt>
                <c:pt idx="4908">
                  <c:v>soytansolotunegrabella</c:v>
                </c:pt>
                <c:pt idx="4909">
                  <c:v>southwest_thick_chick</c:v>
                </c:pt>
                <c:pt idx="4910">
                  <c:v>SouthWestsideVeteran</c:v>
                </c:pt>
                <c:pt idx="4911">
                  <c:v>southwestpartyproject</c:v>
                </c:pt>
                <c:pt idx="4912">
                  <c:v>southwestmichiganfishing</c:v>
                </c:pt>
                <c:pt idx="4913">
                  <c:v>southwestchryslerjeep</c:v>
                </c:pt>
                <c:pt idx="4914">
                  <c:v>southstarrentertainmentfourlife</c:v>
                </c:pt>
                <c:pt idx="4915">
                  <c:v>southside_truecrime4</c:v>
                </c:pt>
                <c:pt idx="4916">
                  <c:v>southsidestherealest</c:v>
                </c:pt>
                <c:pt idx="4917">
                  <c:v>southsideserialkiller</c:v>
                </c:pt>
                <c:pt idx="4918">
                  <c:v>southsides_380pistol</c:v>
                </c:pt>
                <c:pt idx="4919">
                  <c:v>southsidersblood4life</c:v>
                </c:pt>
                <c:pt idx="4920">
                  <c:v>southsiderollerderby</c:v>
                </c:pt>
                <c:pt idx="4921">
                  <c:v>south_side_jamaica_4_life</c:v>
                </c:pt>
                <c:pt idx="4922">
                  <c:v>southside_gangster_210</c:v>
                </c:pt>
                <c:pt idx="4923">
                  <c:v>southside_for_life13</c:v>
                </c:pt>
                <c:pt idx="4924">
                  <c:v>southsidechicagopride</c:v>
                </c:pt>
                <c:pt idx="4925">
                  <c:v>southside_babygurl_1</c:v>
                </c:pt>
                <c:pt idx="4926">
                  <c:v>southsidebabygirl830</c:v>
                </c:pt>
                <c:pt idx="4927">
                  <c:v>southside_13_westsider</c:v>
                </c:pt>
                <c:pt idx="4928">
                  <c:v>south_side_13_4_life</c:v>
                </c:pt>
                <c:pt idx="4929">
                  <c:v>south_philly_all_day</c:v>
                </c:pt>
                <c:pt idx="4930">
                  <c:v>southpawpaintballer25</c:v>
                </c:pt>
                <c:pt idx="4931">
                  <c:v>southparkkatrinalooter</c:v>
                </c:pt>
                <c:pt idx="4932">
                  <c:v>southparkfrankiewilson</c:v>
                </c:pt>
                <c:pt idx="4933">
                  <c:v>southparkcountrystar</c:v>
                </c:pt>
                <c:pt idx="4934">
                  <c:v>southmetroyouthgroup</c:v>
                </c:pt>
                <c:pt idx="4935">
                  <c:v>southlondonundergroundmetal</c:v>
                </c:pt>
                <c:pt idx="4936">
                  <c:v>southlondonunderground</c:v>
                </c:pt>
                <c:pt idx="4937">
                  <c:v>southlandcollegegurl</c:v>
                </c:pt>
                <c:pt idx="4938">
                  <c:v>southlakehighscreamingeaglejazzband</c:v>
                </c:pt>
                <c:pt idx="4939">
                  <c:v>southlakecarroll199</c:v>
                </c:pt>
                <c:pt idx="4940">
                  <c:v>southjerseyrealestate</c:v>
                </c:pt>
                <c:pt idx="4941">
                  <c:v>southjerseylimousine</c:v>
                </c:pt>
                <c:pt idx="4942">
                  <c:v>southjerseycustomaudio</c:v>
                </c:pt>
                <c:pt idx="4943">
                  <c:v>southhadleypublishing</c:v>
                </c:pt>
                <c:pt idx="4944">
                  <c:v>southgatespiritsquad</c:v>
                </c:pt>
                <c:pt idx="4945">
                  <c:v>southfloridaprologusers</c:v>
                </c:pt>
                <c:pt idx="4946">
                  <c:v>southfloridaburnlounge</c:v>
                </c:pt>
                <c:pt idx="4947">
                  <c:v>southfire_streetsfirst</c:v>
                </c:pt>
                <c:pt idx="4948">
                  <c:v>southernwhitebrotherhood</c:v>
                </c:pt>
                <c:pt idx="4949">
                  <c:v>southern_white_boy0588</c:v>
                </c:pt>
                <c:pt idx="4950">
                  <c:v>southernwerewolffarm</c:v>
                </c:pt>
                <c:pt idx="4951">
                  <c:v>southernuniversityband</c:v>
                </c:pt>
                <c:pt idx="4952">
                  <c:v>southern_tresspasser</c:v>
                </c:pt>
                <c:pt idx="4953">
                  <c:v>southernthundermetal</c:v>
                </c:pt>
                <c:pt idx="4954">
                  <c:v>southerntenantfolkunion</c:v>
                </c:pt>
                <c:pt idx="4955">
                  <c:v>southern_sweet_heart99</c:v>
                </c:pt>
                <c:pt idx="4956">
                  <c:v>southern_style_chick</c:v>
                </c:pt>
                <c:pt idx="4957">
                  <c:v>southernstarkellymarie</c:v>
                </c:pt>
                <c:pt idx="4958">
                  <c:v>southern_spunky_monkey</c:v>
                </c:pt>
                <c:pt idx="4959">
                  <c:v>southernsportsjournal</c:v>
                </c:pt>
                <c:pt idx="4960">
                  <c:v>southernSoftballchick12</c:v>
                </c:pt>
                <c:pt idx="4961">
                  <c:v>southern_softball_chick</c:v>
                </c:pt>
                <c:pt idx="4962">
                  <c:v>southernroyaltyclick</c:v>
                </c:pt>
                <c:pt idx="4963">
                  <c:v>southernrodeosweetie</c:v>
                </c:pt>
                <c:pt idx="4964">
                  <c:v>southern_rodeo_sweetheart</c:v>
                </c:pt>
                <c:pt idx="4965">
                  <c:v>southernrockingmusic</c:v>
                </c:pt>
                <c:pt idx="4966">
                  <c:v>southernrockerforever</c:v>
                </c:pt>
                <c:pt idx="4967">
                  <c:v>southernredneckcowboy1</c:v>
                </c:pt>
                <c:pt idx="4968">
                  <c:v>southernredneckcowboy</c:v>
                </c:pt>
                <c:pt idx="4969">
                  <c:v>southernredneckchick</c:v>
                </c:pt>
                <c:pt idx="4970">
                  <c:v>southern_redneck_93</c:v>
                </c:pt>
                <c:pt idx="4971">
                  <c:v>southern_rebel_child</c:v>
                </c:pt>
                <c:pt idx="4972">
                  <c:v>southernraisedroyalty</c:v>
                </c:pt>
                <c:pt idx="4973">
                  <c:v>southernprowrestling</c:v>
                </c:pt>
                <c:pt idx="4974">
                  <c:v>southernprincesssylvia</c:v>
                </c:pt>
                <c:pt idx="4975">
                  <c:v>southernmulletartist</c:v>
                </c:pt>
                <c:pt idx="4976">
                  <c:v>southernmarylandtrish</c:v>
                </c:pt>
                <c:pt idx="4977">
                  <c:v>southernmadeentertainment</c:v>
                </c:pt>
                <c:pt idx="4978">
                  <c:v>southernjungleentertainment</c:v>
                </c:pt>
                <c:pt idx="4979">
                  <c:v>southerninfluenceteam</c:v>
                </c:pt>
                <c:pt idx="4980">
                  <c:v>southernheritagecowboy</c:v>
                </c:pt>
                <c:pt idx="4981">
                  <c:v>SouthernHeatherBelle</c:v>
                </c:pt>
                <c:pt idx="4982">
                  <c:v>southernheartcatcher</c:v>
                </c:pt>
                <c:pt idx="4983">
                  <c:v>southernhazeleyedgurl</c:v>
                </c:pt>
                <c:pt idx="4984">
                  <c:v>southerngroovesociety</c:v>
                </c:pt>
                <c:pt idx="4985">
                  <c:v>southerngirlwithambition</c:v>
                </c:pt>
                <c:pt idx="4986">
                  <c:v>southerngirlbridgetdenise</c:v>
                </c:pt>
                <c:pt idx="4987">
                  <c:v>southerngeorgiaboy04</c:v>
                </c:pt>
                <c:pt idx="4988">
                  <c:v>southernfriedproduction</c:v>
                </c:pt>
                <c:pt idx="4989">
                  <c:v>southernfriednewyorker</c:v>
                </c:pt>
                <c:pt idx="4990">
                  <c:v>southernfirefighter928</c:v>
                </c:pt>
                <c:pt idx="4991">
                  <c:v>southernfairy_sheppeylass</c:v>
                </c:pt>
                <c:pt idx="4992">
                  <c:v>southernextremesports</c:v>
                </c:pt>
                <c:pt idx="4993">
                  <c:v>southerndogwhisperer</c:v>
                </c:pt>
                <c:pt idx="4994">
                  <c:v>southerndixiegirl_2011</c:v>
                </c:pt>
                <c:pt idx="4995">
                  <c:v>southerndixiecutie31329</c:v>
                </c:pt>
                <c:pt idx="4996">
                  <c:v>southerndiamondentertainment</c:v>
                </c:pt>
                <c:pt idx="4997">
                  <c:v>southerncutiesweetheart32</c:v>
                </c:pt>
                <c:pt idx="4998">
                  <c:v>southerncountrygirl01</c:v>
                </c:pt>
                <c:pt idx="4999">
                  <c:v>southern_countrygirl</c:v>
                </c:pt>
                <c:pt idx="5000">
                  <c:v>southerncountryboy3207</c:v>
                </c:pt>
                <c:pt idx="5001">
                  <c:v>southerncomfortwithatwist</c:v>
                </c:pt>
                <c:pt idx="5002">
                  <c:v>southerncomfortsweetie</c:v>
                </c:pt>
                <c:pt idx="5003">
                  <c:v>southern_comfort_queen1</c:v>
                </c:pt>
                <c:pt idx="5004">
                  <c:v>southerncomfortedition</c:v>
                </c:pt>
                <c:pt idx="5005">
                  <c:v>southern_comfort_country</c:v>
                </c:pt>
                <c:pt idx="5006">
                  <c:v>southerncomfortalways</c:v>
                </c:pt>
                <c:pt idx="5007">
                  <c:v>southernchick_kristin07</c:v>
                </c:pt>
                <c:pt idx="5008">
                  <c:v>southern_cherry_bomb08</c:v>
                </c:pt>
                <c:pt idx="5009">
                  <c:v>southerncharmtanning</c:v>
                </c:pt>
                <c:pt idx="5010">
                  <c:v>southern_charm_sarah</c:v>
                </c:pt>
                <c:pt idx="5011">
                  <c:v>southernbrowneyedgal</c:v>
                </c:pt>
                <c:pt idx="5012">
                  <c:v>southern_boy_2_die_4</c:v>
                </c:pt>
                <c:pt idx="5013">
                  <c:v>southernbell_queenbee</c:v>
                </c:pt>
                <c:pt idx="5014">
                  <c:v>southernbellprincess</c:v>
                </c:pt>
                <c:pt idx="5015">
                  <c:v>southernbellesweetie</c:v>
                </c:pt>
                <c:pt idx="5016">
                  <c:v>southernbellehillbillie</c:v>
                </c:pt>
                <c:pt idx="5017">
                  <c:v>southernbabydoll1975</c:v>
                </c:pt>
                <c:pt idx="5018">
                  <c:v>southernangel_babygirl</c:v>
                </c:pt>
                <c:pt idx="5019">
                  <c:v>southernandnotordinary</c:v>
                </c:pt>
                <c:pt idx="5020">
                  <c:v>southernamericanamusic</c:v>
                </c:pt>
                <c:pt idx="5021">
                  <c:v>southernallstarwrestling</c:v>
                </c:pt>
                <c:pt idx="5022">
                  <c:v>southern378alabamacowgirl</c:v>
                </c:pt>
                <c:pt idx="5023">
                  <c:v>southeast_side_skater</c:v>
                </c:pt>
                <c:pt idx="5024">
                  <c:v>southeastmichiganpoker</c:v>
                </c:pt>
                <c:pt idx="5025">
                  <c:v>southeastmichiganmusic</c:v>
                </c:pt>
                <c:pt idx="5026">
                  <c:v>southeastjuniorhighjazzband</c:v>
                </c:pt>
                <c:pt idx="5027">
                  <c:v>southeasternsuperfly</c:v>
                </c:pt>
                <c:pt idx="5028">
                  <c:v>southeasternmusiccollective</c:v>
                </c:pt>
                <c:pt idx="5029">
                  <c:v>south_east713_maryjane</c:v>
                </c:pt>
                <c:pt idx="5030">
                  <c:v>southdaytonfleamarket</c:v>
                </c:pt>
                <c:pt idx="5031">
                  <c:v>south_county_boy2000</c:v>
                </c:pt>
                <c:pt idx="5032">
                  <c:v>southcoastperformance</c:v>
                </c:pt>
                <c:pt idx="5033">
                  <c:v>southcoastentertainment</c:v>
                </c:pt>
                <c:pt idx="5034">
                  <c:v>south_cheer_babe2011</c:v>
                </c:pt>
                <c:pt idx="5035">
                  <c:v>southcentralpremier14</c:v>
                </c:pt>
                <c:pt idx="5036">
                  <c:v>south_carolina_chick</c:v>
                </c:pt>
                <c:pt idx="5037">
                  <c:v>southboundpachydermprinceton</c:v>
                </c:pt>
                <c:pt idx="5038">
                  <c:v>southblockentertainment</c:v>
                </c:pt>
                <c:pt idx="5039">
                  <c:v>southbeachthenightclub</c:v>
                </c:pt>
                <c:pt idx="5040">
                  <c:v>southbeach_hot_babe01</c:v>
                </c:pt>
                <c:pt idx="5041">
                  <c:v>southayrshirevolleyball</c:v>
                </c:pt>
                <c:pt idx="5042">
                  <c:v>sour_sweet_and_tangy</c:v>
                </c:pt>
                <c:pt idx="5043">
                  <c:v>soundwellmusictherapy</c:v>
                </c:pt>
                <c:pt idx="5044">
                  <c:v>soundtracktoageneration</c:v>
                </c:pt>
                <c:pt idx="5045">
                  <c:v>soundthesurrendermusic</c:v>
                </c:pt>
                <c:pt idx="5046">
                  <c:v>soundstormmusicgroup</c:v>
                </c:pt>
                <c:pt idx="5047">
                  <c:v>soundscapeentertainment</c:v>
                </c:pt>
                <c:pt idx="5048">
                  <c:v>soundperceptionmusic</c:v>
                </c:pt>
                <c:pt idx="5049">
                  <c:v>soundlifeentertainment</c:v>
                </c:pt>
                <c:pt idx="5050">
                  <c:v>soundfactoryentertainment</c:v>
                </c:pt>
                <c:pt idx="5051">
                  <c:v>sounddesignedforyourworld</c:v>
                </c:pt>
                <c:pt idx="5052">
                  <c:v>soundcontrolinstallation</c:v>
                </c:pt>
                <c:pt idx="5053">
                  <c:v>soundandsoulgospelchoir</c:v>
                </c:pt>
                <c:pt idx="5054">
                  <c:v>soulvillagepittsburgh</c:v>
                </c:pt>
                <c:pt idx="5055">
                  <c:v>soul_swept_from_emotion</c:v>
                </c:pt>
                <c:pt idx="5056">
                  <c:v>soulstoryentertainment</c:v>
                </c:pt>
                <c:pt idx="5057">
                  <c:v>soulstealingmunchkin</c:v>
                </c:pt>
                <c:pt idx="5058">
                  <c:v>soulstarentertainment</c:v>
                </c:pt>
                <c:pt idx="5059">
                  <c:v>soulsis_entertainment</c:v>
                </c:pt>
                <c:pt idx="5060">
                  <c:v>soulrendingshadoweagle</c:v>
                </c:pt>
                <c:pt idx="5061">
                  <c:v>soulrebel_thelovebelow</c:v>
                </c:pt>
                <c:pt idx="5062">
                  <c:v>soulkissentertainment</c:v>
                </c:pt>
                <c:pt idx="5063">
                  <c:v>soulinterpretsartwear</c:v>
                </c:pt>
                <c:pt idx="5064">
                  <c:v>soulfulsaint_funkymonk</c:v>
                </c:pt>
                <c:pt idx="5065">
                  <c:v>soulfulhousesessions</c:v>
                </c:pt>
                <c:pt idx="5066">
                  <c:v>soul_eater_from_hell</c:v>
                </c:pt>
                <c:pt idx="5067">
                  <c:v>sorryyousaysomething</c:v>
                </c:pt>
                <c:pt idx="5068">
                  <c:v>sorryforpartyrocking</c:v>
                </c:pt>
                <c:pt idx="5069">
                  <c:v>sorrowskaterevolution</c:v>
                </c:pt>
                <c:pt idx="5070">
                  <c:v>sororitylifeplaygirl</c:v>
                </c:pt>
                <c:pt idx="5071">
                  <c:v>sororitygirlally82</c:v>
                </c:pt>
                <c:pt idx="5072">
                  <c:v>sorokinaliza12930</c:v>
                </c:pt>
                <c:pt idx="5073">
                  <c:v>sora_the_heart_slayer</c:v>
                </c:pt>
                <c:pt idx="5074">
                  <c:v>sorakos_fallen_angel</c:v>
                </c:pt>
                <c:pt idx="5075">
                  <c:v>sophisticatedladypainbaby</c:v>
                </c:pt>
                <c:pt idx="5076">
                  <c:v>sophisticatedgirlmonica</c:v>
                </c:pt>
                <c:pt idx="5077">
                  <c:v>sophiehitchcockmusic</c:v>
                </c:pt>
                <c:pt idx="5078">
                  <c:v>sophieelizabethbeard</c:v>
                </c:pt>
                <c:pt idx="5079">
                  <c:v>sophiedarlingexperience</c:v>
                </c:pt>
                <c:pt idx="5080">
                  <c:v>sophiealexandrapilgrim</c:v>
                </c:pt>
                <c:pt idx="5081">
                  <c:v>sophialindseysuckkit</c:v>
                </c:pt>
                <c:pt idx="5082">
                  <c:v>sophia_from_the_desert</c:v>
                </c:pt>
                <c:pt idx="5083">
                  <c:v>soontobesmalltowngirl</c:v>
                </c:pt>
                <c:pt idx="5084">
                  <c:v>soon2beamommy5_18_0</c:v>
                </c:pt>
                <c:pt idx="5085">
                  <c:v>sonny_the_space_monkey</c:v>
                </c:pt>
                <c:pt idx="5086">
                  <c:v>sonny_moore_lubber01</c:v>
                </c:pt>
                <c:pt idx="5087">
                  <c:v>sonnyblackparisisburning</c:v>
                </c:pt>
                <c:pt idx="5088">
                  <c:v>sonic__the__blue__blur__</c:v>
                </c:pt>
                <c:pt idx="5089">
                  <c:v>soniclullabyfestival</c:v>
                </c:pt>
                <c:pt idx="5090">
                  <c:v>sonicentertainmentgroup</c:v>
                </c:pt>
                <c:pt idx="5091">
                  <c:v>sonicdeathmonkey5000</c:v>
                </c:pt>
                <c:pt idx="5092">
                  <c:v>soniamartinezforlife</c:v>
                </c:pt>
                <c:pt idx="5093">
                  <c:v>somewillseek_forgiveness</c:v>
                </c:pt>
                <c:pt idx="5094">
                  <c:v>somewhereunderthesun</c:v>
                </c:pt>
                <c:pt idx="5095">
                  <c:v>somewherethrough1000blues</c:v>
                </c:pt>
                <c:pt idx="5096">
                  <c:v>somewherenearnowhere</c:v>
                </c:pt>
                <c:pt idx="5097">
                  <c:v>somewherebeyondconsciousness</c:v>
                </c:pt>
                <c:pt idx="5098">
                  <c:v>sometimes_its_2_hard</c:v>
                </c:pt>
                <c:pt idx="5099">
                  <c:v>sometimescruelgoddess</c:v>
                </c:pt>
                <c:pt idx="5100">
                  <c:v>somethinyoushouldknow</c:v>
                </c:pt>
                <c:pt idx="5101">
                  <c:v>some_think_like_silence</c:v>
                </c:pt>
                <c:pt idx="5102">
                  <c:v>somethingyoucanalwaysmiss</c:v>
                </c:pt>
                <c:pt idx="5103">
                  <c:v>something_worth_saving</c:v>
                </c:pt>
                <c:pt idx="5104">
                  <c:v>something_went_wrong</c:v>
                </c:pt>
                <c:pt idx="5105">
                  <c:v>somethingthroughsuicide</c:v>
                </c:pt>
                <c:pt idx="5106">
                  <c:v>somethingsweetcharming</c:v>
                </c:pt>
                <c:pt idx="5107">
                  <c:v>something_super_cute09</c:v>
                </c:pt>
                <c:pt idx="5108">
                  <c:v>somethingstirringmusic</c:v>
                </c:pt>
                <c:pt idx="5109">
                  <c:v>somethingsimplemusic</c:v>
                </c:pt>
                <c:pt idx="5110">
                  <c:v>somethingsarejusttoohot</c:v>
                </c:pt>
                <c:pt idx="5111">
                  <c:v>somethingratherwitty</c:v>
                </c:pt>
                <c:pt idx="5112">
                  <c:v>somethingquitefierce</c:v>
                </c:pt>
                <c:pt idx="5113">
                  <c:v>something_pretty_dead</c:v>
                </c:pt>
                <c:pt idx="5114">
                  <c:v>somethinglikethat0002</c:v>
                </c:pt>
                <c:pt idx="5115">
                  <c:v>somethingjustantright</c:v>
                </c:pt>
                <c:pt idx="5116">
                  <c:v>somethinggreatfromnothing</c:v>
                </c:pt>
                <c:pt idx="5117">
                  <c:v>somethingfromthefuture</c:v>
                </c:pt>
                <c:pt idx="5118">
                  <c:v>somethingforyourheart</c:v>
                </c:pt>
                <c:pt idx="5119">
                  <c:v>somethingforcourtney</c:v>
                </c:pt>
                <c:pt idx="5120">
                  <c:v>somethingequallyprofound</c:v>
                </c:pt>
                <c:pt idx="5121">
                  <c:v>somethingdifferentapple</c:v>
                </c:pt>
                <c:pt idx="5122">
                  <c:v>_somethingcleverhere_</c:v>
                </c:pt>
                <c:pt idx="5123">
                  <c:v>somethingbetterchange</c:v>
                </c:pt>
                <c:pt idx="5124">
                  <c:v>somethingartywithmusic</c:v>
                </c:pt>
                <c:pt idx="5125">
                  <c:v>somethingaboutsabrina</c:v>
                </c:pt>
                <c:pt idx="5126">
                  <c:v>somethingaboutautumn</c:v>
                </c:pt>
                <c:pt idx="5127">
                  <c:v>something_4_the_weekend</c:v>
                </c:pt>
                <c:pt idx="5128">
                  <c:v>something2losedrummer</c:v>
                </c:pt>
                <c:pt idx="5129">
                  <c:v>sometechnicaldifficulty</c:v>
                </c:pt>
                <c:pt idx="5130">
                  <c:v>Some_Say_Its_Impossible</c:v>
                </c:pt>
                <c:pt idx="5131">
                  <c:v>somerset.magicarticle</c:v>
                </c:pt>
                <c:pt idx="5132">
                  <c:v>somerandomnumbersandstuff</c:v>
                </c:pt>
                <c:pt idx="5133">
                  <c:v>somerandomguyfromworthing</c:v>
                </c:pt>
                <c:pt idx="5134">
                  <c:v>someproblemskit17339</c:v>
                </c:pt>
                <c:pt idx="5135">
                  <c:v>somepeoplecallmetator</c:v>
                </c:pt>
                <c:pt idx="5136">
                  <c:v>some_people_arent_normal</c:v>
                </c:pt>
                <c:pt idx="5137">
                  <c:v>someoneyouwontforget</c:v>
                </c:pt>
                <c:pt idx="5138">
                  <c:v>someoneyouknow123123</c:v>
                </c:pt>
                <c:pt idx="5139">
                  <c:v>someone_you_dont_know_05</c:v>
                </c:pt>
                <c:pt idx="5140">
                  <c:v>someonewithoutimportance2</c:v>
                </c:pt>
                <c:pt idx="5141">
                  <c:v>someone_who_dont_care05</c:v>
                </c:pt>
                <c:pt idx="5142">
                  <c:v>someonecalltheambivalence</c:v>
                </c:pt>
                <c:pt idx="5143">
                  <c:v>someone_burn_the_church</c:v>
                </c:pt>
                <c:pt idx="5144">
                  <c:v>someobsessivemusicsite</c:v>
                </c:pt>
                <c:pt idx="5145">
                  <c:v>somelovesomeheartbreak</c:v>
                </c:pt>
                <c:pt idx="5146">
                  <c:v>somehowforgottenband</c:v>
                </c:pt>
                <c:pt idx="5147">
                  <c:v>someguywithcurlyhair</c:v>
                </c:pt>
                <c:pt idx="5148">
                  <c:v>somebodyscreampodcast</c:v>
                </c:pt>
                <c:pt idx="5149">
                  <c:v>somebody_please_help</c:v>
                </c:pt>
                <c:pt idx="5150">
                  <c:v>somebodygonedietonight</c:v>
                </c:pt>
                <c:pt idx="5151">
                  <c:v>solusselfdestruction</c:v>
                </c:pt>
                <c:pt idx="5152">
                  <c:v>soloandbassguitar123</c:v>
                </c:pt>
                <c:pt idx="5153">
                  <c:v>solitarieconfinement</c:v>
                </c:pt>
                <c:pt idx="5154">
                  <c:v>solidrockrecordingstudio</c:v>
                </c:pt>
                <c:pt idx="5155">
                  <c:v>soliddrummerandperformer</c:v>
                </c:pt>
                <c:pt idx="5156">
                  <c:v>solid_ass_bitch_allday247</c:v>
                </c:pt>
                <c:pt idx="5157">
                  <c:v>soldiergirlhotcherry</c:v>
                </c:pt>
                <c:pt idx="5158">
                  <c:v>soldier_for_darkness</c:v>
                </c:pt>
                <c:pt idx="5159">
                  <c:v>solanosoftballplaya3</c:v>
                </c:pt>
                <c:pt idx="5160">
                  <c:v>soHOTinthisfrigginhat</c:v>
                </c:pt>
                <c:pt idx="5161">
                  <c:v>softbasketvolleygurl</c:v>
                </c:pt>
                <c:pt idx="5162">
                  <c:v>softballvolleyballchick08</c:v>
                </c:pt>
                <c:pt idx="5163">
                  <c:v>softball_rebel_chick24</c:v>
                </c:pt>
                <c:pt idx="5164">
                  <c:v>softball_player_for_life</c:v>
                </c:pt>
                <c:pt idx="5165">
                  <c:v>softballplayer_15_leah</c:v>
                </c:pt>
                <c:pt idx="5166">
                  <c:v>softball_hottie_12345</c:v>
                </c:pt>
                <c:pt idx="5167">
                  <c:v>softball_girl_strawberry</c:v>
                </c:pt>
                <c:pt idx="5168">
                  <c:v>softballfreak_catcher</c:v>
                </c:pt>
                <c:pt idx="5169">
                  <c:v>softballchick4life54</c:v>
                </c:pt>
                <c:pt idx="5170">
                  <c:v>softball_baller_princess</c:v>
                </c:pt>
                <c:pt idx="5171">
                  <c:v>softball_babe_samantha</c:v>
                </c:pt>
                <c:pt idx="5172">
                  <c:v>softballbabe13olivia</c:v>
                </c:pt>
                <c:pt idx="5173">
                  <c:v>softball_and_pink_rock</c:v>
                </c:pt>
                <c:pt idx="5174">
                  <c:v>sofia_space_not_yours</c:v>
                </c:pt>
                <c:pt idx="5175">
                  <c:v>soddysoftballchick28</c:v>
                </c:pt>
                <c:pt idx="5176">
                  <c:v>societysystemdecontrol</c:v>
                </c:pt>
                <c:pt idx="5177">
                  <c:v>socialworkersaregreat</c:v>
                </c:pt>
                <c:pt idx="5178">
                  <c:v>socialregisterfanclub</c:v>
                </c:pt>
                <c:pt idx="5179">
                  <c:v>sociallyhazardouscustoms</c:v>
                </c:pt>
                <c:pt idx="5180">
                  <c:v>socialexperimentsingrey</c:v>
                </c:pt>
                <c:pt idx="5181">
                  <c:v>socialdrinkingproject</c:v>
                </c:pt>
                <c:pt idx="5182">
                  <c:v>social_butterfly_monica</c:v>
                </c:pt>
                <c:pt idx="5183">
                  <c:v>socialbutterflyjenna</c:v>
                </c:pt>
                <c:pt idx="5184">
                  <c:v>soccer_volleyball_chick</c:v>
                </c:pt>
                <c:pt idx="5185">
                  <c:v>soccersweetheart4ever</c:v>
                </c:pt>
                <c:pt idx="5186">
                  <c:v>soccer_rightfullback_32</c:v>
                </c:pt>
                <c:pt idx="5187">
                  <c:v>soccer_playing_rocker</c:v>
                </c:pt>
                <c:pt idx="5188">
                  <c:v>soccer_playing_chick</c:v>
                </c:pt>
                <c:pt idx="5189">
                  <c:v>soccerplayer_4_for_life</c:v>
                </c:pt>
                <c:pt idx="5190">
                  <c:v>soccer_playa_number9</c:v>
                </c:pt>
                <c:pt idx="5191">
                  <c:v>soccer_playa_4_evolution</c:v>
                </c:pt>
                <c:pt idx="5192">
                  <c:v>soccerlover_always23</c:v>
                </c:pt>
                <c:pt idx="5193">
                  <c:v>soccer2volleyball_chick</c:v>
                </c:pt>
                <c:pt idx="5194">
                  <c:v>socalbrowantinahoe420</c:v>
                </c:pt>
                <c:pt idx="5195">
                  <c:v>snuggle_puff_monster</c:v>
                </c:pt>
                <c:pt idx="5196">
                  <c:v>snugglebunnythepirate</c:v>
                </c:pt>
                <c:pt idx="5197">
                  <c:v>snugglebunny_sweetness</c:v>
                </c:pt>
                <c:pt idx="5198">
                  <c:v>snow_water_dirt_ice_sand</c:v>
                </c:pt>
                <c:pt idx="5199">
                  <c:v>snowmachine_longtime</c:v>
                </c:pt>
                <c:pt idx="5200">
                  <c:v>snowflake_silvermyst</c:v>
                </c:pt>
                <c:pt idx="5201">
                  <c:v>snowflake_drama_queen</c:v>
                </c:pt>
                <c:pt idx="5202">
                  <c:v>snowboaringfreakface</c:v>
                </c:pt>
                <c:pt idx="5203">
                  <c:v>snowboarding_girl2004</c:v>
                </c:pt>
                <c:pt idx="5204">
                  <c:v>snowboardingexperience</c:v>
                </c:pt>
                <c:pt idx="5205">
                  <c:v>snowboardingchick_14</c:v>
                </c:pt>
                <c:pt idx="5206">
                  <c:v>snowboardbigcountry81</c:v>
                </c:pt>
                <c:pt idx="5207">
                  <c:v>snowboard1skate2surf3</c:v>
                </c:pt>
                <c:pt idx="5208">
                  <c:v>snoopythewonderpoodle</c:v>
                </c:pt>
                <c:pt idx="5209">
                  <c:v>snoopythehandsomeboy</c:v>
                </c:pt>
                <c:pt idx="5210">
                  <c:v>snipper_the_fabulous</c:v>
                </c:pt>
                <c:pt idx="5211">
                  <c:v>sniperkittenelizabeth</c:v>
                </c:pt>
                <c:pt idx="5212">
                  <c:v>sniperhisinfernalmajesty</c:v>
                </c:pt>
                <c:pt idx="5213">
                  <c:v>snickerdoodlegoddess</c:v>
                </c:pt>
                <c:pt idx="5214">
                  <c:v>snickerdoodle_chick01</c:v>
                </c:pt>
                <c:pt idx="5215">
                  <c:v>sneaky_rebel_sniper_03</c:v>
                </c:pt>
                <c:pt idx="5216">
                  <c:v>snatchpounderawesomepants</c:v>
                </c:pt>
                <c:pt idx="5217">
                  <c:v>snareyesentertainment</c:v>
                </c:pt>
                <c:pt idx="5218">
                  <c:v>snappy_lil_fire_cracker</c:v>
                </c:pt>
                <c:pt idx="5219">
                  <c:v>snaphappyphotography</c:v>
                </c:pt>
                <c:pt idx="5220">
                  <c:v>snap_crackle_and_pop</c:v>
                </c:pt>
                <c:pt idx="5221">
                  <c:v>snakebite_heart_angel</c:v>
                </c:pt>
                <c:pt idx="5222">
                  <c:v>smooth_like_sandpaper</c:v>
                </c:pt>
                <c:pt idx="5223">
                  <c:v>smoothjazz989memphis</c:v>
                </c:pt>
                <c:pt idx="5224">
                  <c:v>smooth_criminal_six9</c:v>
                </c:pt>
                <c:pt idx="5225">
                  <c:v>smoothcriminalmikedingo</c:v>
                </c:pt>
                <c:pt idx="5226">
                  <c:v>smokingtunainternational</c:v>
                </c:pt>
                <c:pt idx="5227">
                  <c:v>smokeweedeveryday99</c:v>
                </c:pt>
                <c:pt idx="5228">
                  <c:v>smokeweedeveryday227</c:v>
                </c:pt>
                <c:pt idx="5229">
                  <c:v>smoke_weed_everyday21</c:v>
                </c:pt>
                <c:pt idx="5230">
                  <c:v>smokesomethinbitch510</c:v>
                </c:pt>
                <c:pt idx="5231">
                  <c:v>smokescreenentertainment</c:v>
                </c:pt>
                <c:pt idx="5232">
                  <c:v>smoke_marijuana_everyday</c:v>
                </c:pt>
                <c:pt idx="5233">
                  <c:v>smokelikebobmarleydid</c:v>
                </c:pt>
                <c:pt idx="5234">
                  <c:v>smoke_eat_getdrunk_sleep</c:v>
                </c:pt>
                <c:pt idx="5235">
                  <c:v>smokedyourselfretarded</c:v>
                </c:pt>
                <c:pt idx="5236">
                  <c:v>smokedoutmusicforever</c:v>
                </c:pt>
                <c:pt idx="5237">
                  <c:v>smoke_chronic_forever</c:v>
                </c:pt>
                <c:pt idx="5238">
                  <c:v>smoke_bowls_all_day_420</c:v>
                </c:pt>
                <c:pt idx="5239">
                  <c:v>smokeandmirrorsonline</c:v>
                </c:pt>
                <c:pt idx="5240">
                  <c:v>smokeallnightandday1212</c:v>
                </c:pt>
                <c:pt idx="5241">
                  <c:v>smit_the_webdesigner</c:v>
                </c:pt>
                <c:pt idx="5242">
                  <c:v>smileyouralreadydead</c:v>
                </c:pt>
                <c:pt idx="5243">
                  <c:v>smileyouarebeautiful</c:v>
                </c:pt>
                <c:pt idx="5244">
                  <c:v>smileyispartlyretarded</c:v>
                </c:pt>
                <c:pt idx="5245">
                  <c:v>smilesoutherngirl2010</c:v>
                </c:pt>
                <c:pt idx="5246">
                  <c:v>smilesonthegrapevine</c:v>
                </c:pt>
                <c:pt idx="5247">
                  <c:v>smileshannonsandwich</c:v>
                </c:pt>
                <c:pt idx="5248">
                  <c:v>smile_now_cry_later510</c:v>
                </c:pt>
                <c:pt idx="5249">
                  <c:v>smile_now_cry_later_21</c:v>
                </c:pt>
                <c:pt idx="5250">
                  <c:v>smilenowcrylater1251</c:v>
                </c:pt>
                <c:pt idx="5251">
                  <c:v>smilenow_crylater1215</c:v>
                </c:pt>
                <c:pt idx="5252">
                  <c:v>smile_now_cry_later09</c:v>
                </c:pt>
                <c:pt idx="5253">
                  <c:v>smile_laugh_cheer_talk</c:v>
                </c:pt>
                <c:pt idx="5254">
                  <c:v>smile_for_the_camara</c:v>
                </c:pt>
                <c:pt idx="5255">
                  <c:v>smileeachandeveryday</c:v>
                </c:pt>
                <c:pt idx="5256">
                  <c:v>smilebrightadanthasunrise</c:v>
                </c:pt>
                <c:pt idx="5257">
                  <c:v>smilebeautifullydisturbed</c:v>
                </c:pt>
                <c:pt idx="5258">
                  <c:v>smilearoundtheface123</c:v>
                </c:pt>
                <c:pt idx="5259">
                  <c:v>Smile_and_Understand</c:v>
                </c:pt>
                <c:pt idx="5260">
                  <c:v>smile_and_look_pretty</c:v>
                </c:pt>
                <c:pt idx="5261">
                  <c:v>smile_and_just_dance</c:v>
                </c:pt>
                <c:pt idx="5262">
                  <c:v>smellypiratehookersforme</c:v>
                </c:pt>
                <c:pt idx="5263">
                  <c:v>smellyjellybellykelly</c:v>
                </c:pt>
                <c:pt idx="5264">
                  <c:v>smellingdeadroses23</c:v>
                </c:pt>
                <c:pt idx="5265">
                  <c:v>smelled_like_lou_dog</c:v>
                </c:pt>
                <c:pt idx="5266">
                  <c:v>smashyouintotheground</c:v>
                </c:pt>
                <c:pt idx="5267">
                  <c:v>smash_mouth_football</c:v>
                </c:pt>
                <c:pt idx="5268">
                  <c:v>smartypantsorangegatorade</c:v>
                </c:pt>
                <c:pt idx="5269">
                  <c:v>smartwaterandgrapejuice</c:v>
                </c:pt>
                <c:pt idx="5270">
                  <c:v>smartstudentsamantha</c:v>
                </c:pt>
                <c:pt idx="5271">
                  <c:v>smartsophisticatedclassy</c:v>
                </c:pt>
                <c:pt idx="5272">
                  <c:v>smartsophietheblonde</c:v>
                </c:pt>
                <c:pt idx="5273">
                  <c:v>smart_legal_assistant</c:v>
                </c:pt>
                <c:pt idx="5274">
                  <c:v>smartholyandbeautiful</c:v>
                </c:pt>
                <c:pt idx="5275">
                  <c:v>smart_blonde_brittany</c:v>
                </c:pt>
                <c:pt idx="5276">
                  <c:v>smart_beautiful_driven</c:v>
                </c:pt>
                <c:pt idx="5277">
                  <c:v>smallwoodlandcreature</c:v>
                </c:pt>
                <c:pt idx="5278">
                  <c:v>smallwonderwolfpackent</c:v>
                </c:pt>
                <c:pt idx="5279">
                  <c:v>smallville_sweetheart</c:v>
                </c:pt>
                <c:pt idx="5280">
                  <c:v>smallville_fan_4_life</c:v>
                </c:pt>
                <c:pt idx="5281">
                  <c:v>smallvilleandchocolate</c:v>
                </c:pt>
                <c:pt idx="5282">
                  <c:v>smalltownsoutherngal0</c:v>
                </c:pt>
                <c:pt idx="5283">
                  <c:v>smalltownmusicfactory</c:v>
                </c:pt>
                <c:pt idx="5284">
                  <c:v>small_town_girl12345</c:v>
                </c:pt>
                <c:pt idx="5285">
                  <c:v>small_simple_safeprice</c:v>
                </c:pt>
                <c:pt idx="5286">
                  <c:v>small_penis_for_erin</c:v>
                </c:pt>
                <c:pt idx="5287">
                  <c:v>smallmouthbassslayer</c:v>
                </c:pt>
                <c:pt idx="5288">
                  <c:v>small_height_big_heart</c:v>
                </c:pt>
                <c:pt idx="5289">
                  <c:v>smallfryentertainment</c:v>
                </c:pt>
                <c:pt idx="5290">
                  <c:v>smalldetailingbusiness</c:v>
                </c:pt>
                <c:pt idx="5291">
                  <c:v>smackwhiteentertainment</c:v>
                </c:pt>
                <c:pt idx="5292">
                  <c:v>smacktalkandrawhacking</c:v>
                </c:pt>
                <c:pt idx="5293">
                  <c:v>slysarah_rox_the_universe</c:v>
                </c:pt>
                <c:pt idx="5294">
                  <c:v>sluttybitchthatgothacked</c:v>
                </c:pt>
                <c:pt idx="5295">
                  <c:v>slumberguitarplayerfriend</c:v>
                </c:pt>
                <c:pt idx="5296">
                  <c:v>slowmotionblacklightning</c:v>
                </c:pt>
                <c:pt idx="5297">
                  <c:v>slowly_falling_behind</c:v>
                </c:pt>
                <c:pt idx="5298">
                  <c:v>slowly_bleeding_away</c:v>
                </c:pt>
                <c:pt idx="5299">
                  <c:v>slityourwristsandpray1</c:v>
                </c:pt>
                <c:pt idx="5300">
                  <c:v>slit_wrist_vengeance</c:v>
                </c:pt>
                <c:pt idx="5301">
                  <c:v>slitwristsofalovedone</c:v>
                </c:pt>
                <c:pt idx="5302">
                  <c:v>slitwristsandblackedeyes</c:v>
                </c:pt>
                <c:pt idx="5303">
                  <c:v>slip_the_system_12321</c:v>
                </c:pt>
                <c:pt idx="5304">
                  <c:v>slipthesevenfoldknot</c:v>
                </c:pt>
                <c:pt idx="5305">
                  <c:v>slippingintosenility</c:v>
                </c:pt>
                <c:pt idx="5306">
                  <c:v>slipperynippleplease</c:v>
                </c:pt>
                <c:pt idx="5307">
                  <c:v>slipperykittywhenwet</c:v>
                </c:pt>
                <c:pt idx="5308">
                  <c:v>slipknotwillneverdie</c:v>
                </c:pt>
                <c:pt idx="5309">
                  <c:v>slipknot_will_kill_you</c:v>
                </c:pt>
                <c:pt idx="5310">
                  <c:v>slipknotwaitandbleed</c:v>
                </c:pt>
                <c:pt idx="5311">
                  <c:v>slipknot_the_romance</c:v>
                </c:pt>
                <c:pt idx="5312">
                  <c:v>slipknot_head_banger</c:v>
                </c:pt>
                <c:pt idx="5313">
                  <c:v>slinkysundaysessions</c:v>
                </c:pt>
                <c:pt idx="5314">
                  <c:v>slinging_ink_for_you</c:v>
                </c:pt>
                <c:pt idx="5315">
                  <c:v>slimshadyspinkladies02</c:v>
                </c:pt>
                <c:pt idx="5316">
                  <c:v>slimshadyspinkladies</c:v>
                </c:pt>
                <c:pt idx="5317">
                  <c:v>_slim_shady_baby_9_</c:v>
                </c:pt>
                <c:pt idx="5318">
                  <c:v>slimfine318sportcity</c:v>
                </c:pt>
                <c:pt idx="5319">
                  <c:v>slightly_sir_benjamin</c:v>
                </c:pt>
                <c:pt idx="5320">
                  <c:v>slightlynotstonedenough92</c:v>
                </c:pt>
                <c:pt idx="5321">
                  <c:v>slightlymisguidedband</c:v>
                </c:pt>
                <c:pt idx="5322">
                  <c:v>slightlylessprofessional</c:v>
                </c:pt>
                <c:pt idx="5323">
                  <c:v>slightlyeccentrictwist</c:v>
                </c:pt>
                <c:pt idx="5324">
                  <c:v>slightlyeatencabbage</c:v>
                </c:pt>
                <c:pt idx="5325">
                  <c:v>slightlyathleticchuck</c:v>
                </c:pt>
                <c:pt idx="5326">
                  <c:v>slickerthanwormsperm</c:v>
                </c:pt>
                <c:pt idx="5327">
                  <c:v>sleepyvultureandthefriendchoir</c:v>
                </c:pt>
                <c:pt idx="5328">
                  <c:v>_sleep_well_tonight_</c:v>
                </c:pt>
                <c:pt idx="5329">
                  <c:v>sleepparalysisanonymous</c:v>
                </c:pt>
                <c:pt idx="5330">
                  <c:v>sleeplonelyuntiltonight</c:v>
                </c:pt>
                <c:pt idx="5331">
                  <c:v>sleeplessroundtheclock</c:v>
                </c:pt>
                <c:pt idx="5332">
                  <c:v>sleeplessdreamermusic</c:v>
                </c:pt>
                <c:pt idx="5333">
                  <c:v>sleeping_with_the_fish</c:v>
                </c:pt>
                <c:pt idx="5334">
                  <c:v>sleepingwiththedevil</c:v>
                </c:pt>
                <c:pt idx="5335">
                  <c:v>sleepingwhileyourawake</c:v>
                </c:pt>
                <c:pt idx="5336">
                  <c:v>sleepingthroughtherevolution</c:v>
                </c:pt>
                <c:pt idx="5337">
                  <c:v>sleepinglatepriceless</c:v>
                </c:pt>
                <c:pt idx="5338">
                  <c:v>sleepingdogsliemovie</c:v>
                </c:pt>
                <c:pt idx="5339">
                  <c:v>sleeping_cemeterylove</c:v>
                </c:pt>
                <c:pt idx="5340">
                  <c:v>sleepingbeautyprincess</c:v>
                </c:pt>
                <c:pt idx="5341">
                  <c:v>sleepingangelkiller07</c:v>
                </c:pt>
                <c:pt idx="5342">
                  <c:v>sleepanimalandthetangent</c:v>
                </c:pt>
                <c:pt idx="5343">
                  <c:v>slaughterthewretchedpig</c:v>
                </c:pt>
                <c:pt idx="5344">
                  <c:v>slaughterhousemusicrippat</c:v>
                </c:pt>
                <c:pt idx="5345">
                  <c:v>slashedgracemagazine</c:v>
                </c:pt>
                <c:pt idx="5346">
                  <c:v>slashdancefilmfestival</c:v>
                </c:pt>
                <c:pt idx="5347">
                  <c:v>sky_walker_street_team</c:v>
                </c:pt>
                <c:pt idx="5348">
                  <c:v>skytouchchristianministry</c:v>
                </c:pt>
                <c:pt idx="5349">
                  <c:v>skyhookentertainment</c:v>
                </c:pt>
                <c:pt idx="5350">
                  <c:v>skyhighentertainment</c:v>
                </c:pt>
                <c:pt idx="5351">
                  <c:v>skyblueentertainment</c:v>
                </c:pt>
                <c:pt idx="5352">
                  <c:v>skull_seeker_shadow_244</c:v>
                </c:pt>
                <c:pt idx="5353">
                  <c:v>skullsandcrossbones722</c:v>
                </c:pt>
                <c:pt idx="5354">
                  <c:v>skiving_driving_surviving</c:v>
                </c:pt>
                <c:pt idx="5355">
                  <c:v>skittlestastetherainbow14</c:v>
                </c:pt>
                <c:pt idx="5356">
                  <c:v>skittles_are_the_rainbow</c:v>
                </c:pt>
                <c:pt idx="5357">
                  <c:v>skipthelightfantastic</c:v>
                </c:pt>
                <c:pt idx="5358">
                  <c:v>skippyondawonderbread</c:v>
                </c:pt>
                <c:pt idx="5359">
                  <c:v>skipping_brigade_master</c:v>
                </c:pt>
                <c:pt idx="5360">
                  <c:v>skipdividedmalfunction</c:v>
                </c:pt>
                <c:pt idx="5361">
                  <c:v>skinnywhiteboymusic3</c:v>
                </c:pt>
                <c:pt idx="5362">
                  <c:v>skinnywhiteboymusic2</c:v>
                </c:pt>
                <c:pt idx="5363">
                  <c:v>skinnyvintageflowerlayout</c:v>
                </c:pt>
                <c:pt idx="5364">
                  <c:v>skinnypuppy_chainsaw</c:v>
                </c:pt>
                <c:pt idx="5365">
                  <c:v>skinny_dipping_friend</c:v>
                </c:pt>
                <c:pt idx="5366">
                  <c:v>skinnydipperallnightlong</c:v>
                </c:pt>
                <c:pt idx="5367">
                  <c:v>skinnyblackjeanslover</c:v>
                </c:pt>
                <c:pt idx="5368">
                  <c:v>skinnyassfreak_whiteboy__</c:v>
                </c:pt>
                <c:pt idx="5369">
                  <c:v>skinheadmobentertainment</c:v>
                </c:pt>
                <c:pt idx="5370">
                  <c:v>skilletcookiemonster</c:v>
                </c:pt>
                <c:pt idx="5371">
                  <c:v>skijumping-icehockey</c:v>
                </c:pt>
                <c:pt idx="5372">
                  <c:v>skibum_international</c:v>
                </c:pt>
                <c:pt idx="5373">
                  <c:v>sketchingoutfairytales</c:v>
                </c:pt>
                <c:pt idx="5374">
                  <c:v>sketchcitymanchester</c:v>
                </c:pt>
                <c:pt idx="5375">
                  <c:v>sketchboard_tester25</c:v>
                </c:pt>
                <c:pt idx="5376">
                  <c:v>sketchboard_tester24</c:v>
                </c:pt>
                <c:pt idx="5377">
                  <c:v>sketchboard_tester21</c:v>
                </c:pt>
                <c:pt idx="5378">
                  <c:v>sketchboard_tester19</c:v>
                </c:pt>
                <c:pt idx="5379">
                  <c:v>skeleton_crew_tribute</c:v>
                </c:pt>
                <c:pt idx="5380">
                  <c:v>skating_till_sundown</c:v>
                </c:pt>
                <c:pt idx="5381">
                  <c:v>skating_socialworker</c:v>
                </c:pt>
                <c:pt idx="5382">
                  <c:v>skatingbirdhouseforever</c:v>
                </c:pt>
                <c:pt idx="5383">
                  <c:v>skatingbikingskiingboy123</c:v>
                </c:pt>
                <c:pt idx="5384">
                  <c:v>skate_zero_for_life111</c:v>
                </c:pt>
                <c:pt idx="5385">
                  <c:v>skater_without_reason</c:v>
                </c:pt>
                <c:pt idx="5386">
                  <c:v>skaterandfisher4life</c:v>
                </c:pt>
                <c:pt idx="5387">
                  <c:v>skater4lifedontbeabitch1</c:v>
                </c:pt>
                <c:pt idx="5388">
                  <c:v>skateforzeroandfallen</c:v>
                </c:pt>
                <c:pt idx="5389">
                  <c:v>skatecitywestminster</c:v>
                </c:pt>
                <c:pt idx="5390">
                  <c:v>skatebrownmiddleschool</c:v>
                </c:pt>
                <c:pt idx="5391">
                  <c:v>skateboardrevolution</c:v>
                </c:pt>
                <c:pt idx="5392">
                  <c:v>skateboardprincess317</c:v>
                </c:pt>
                <c:pt idx="5393">
                  <c:v>skateboardingroxdude</c:v>
                </c:pt>
                <c:pt idx="5394">
                  <c:v>skateboarding_anime_freak</c:v>
                </c:pt>
                <c:pt idx="5395">
                  <c:v>skateboarding_and_music_</c:v>
                </c:pt>
                <c:pt idx="5396">
                  <c:v>skateboard_headquarter</c:v>
                </c:pt>
                <c:pt idx="5397">
                  <c:v>skateboarder_rocker209</c:v>
                </c:pt>
                <c:pt idx="5398">
                  <c:v>skateboarder_for_life_23</c:v>
                </c:pt>
                <c:pt idx="5399">
                  <c:v>skateboarder_for_life_</c:v>
                </c:pt>
                <c:pt idx="5400">
                  <c:v>skateboardercolorconfused</c:v>
                </c:pt>
                <c:pt idx="5401">
                  <c:v>skateboarder_chick4323</c:v>
                </c:pt>
                <c:pt idx="5402">
                  <c:v>skateboarderchick123</c:v>
                </c:pt>
                <c:pt idx="5403">
                  <c:v>skateandplayguitarforlife</c:v>
                </c:pt>
                <c:pt idx="5404">
                  <c:v>skateandguitarplayer</c:v>
                </c:pt>
                <c:pt idx="5405">
                  <c:v>skate_and_destroy</c:v>
                </c:pt>
                <c:pt idx="5406">
                  <c:v>skate_almost_forever</c:v>
                </c:pt>
                <c:pt idx="5407">
                  <c:v>skate_all_day_everyday</c:v>
                </c:pt>
                <c:pt idx="5408">
                  <c:v>skate4life_kobe_bitch</c:v>
                </c:pt>
                <c:pt idx="5409">
                  <c:v>sixteenthsolidspread</c:v>
                </c:pt>
                <c:pt idx="5410">
                  <c:v>sixteenstarmanagement</c:v>
                </c:pt>
                <c:pt idx="5411">
                  <c:v>sixstringmassacre_55</c:v>
                </c:pt>
                <c:pt idx="5412">
                  <c:v>sixonetreyentertainment</c:v>
                </c:pt>
                <c:pt idx="5413">
                  <c:v>sixhundredseventyone</c:v>
                </c:pt>
                <c:pt idx="5414">
                  <c:v>sixhundredandsixtyfive</c:v>
                </c:pt>
                <c:pt idx="5415">
                  <c:v>sixfootfiveandbulletproof</c:v>
                </c:pt>
                <c:pt idx="5416">
                  <c:v>sittingwaitingandwishing</c:v>
                </c:pt>
                <c:pt idx="5417">
                  <c:v>site_for_messin_wit111111</c:v>
                </c:pt>
                <c:pt idx="5418">
                  <c:v>sit_back_relax_relapse</c:v>
                </c:pt>
                <c:pt idx="5419">
                  <c:v>sistertabithasurprise</c:v>
                </c:pt>
                <c:pt idx="5420">
                  <c:v>sistersheerstargazer</c:v>
                </c:pt>
                <c:pt idx="5421">
                  <c:v>sister_molly_margaret</c:v>
                </c:pt>
                <c:pt idx="5422">
                  <c:v>sister_mary_elephant</c:v>
                </c:pt>
                <c:pt idx="5423">
                  <c:v>sisterinchristalways</c:v>
                </c:pt>
                <c:pt idx="5424">
                  <c:v>sisterfromanothermister_1</c:v>
                </c:pt>
                <c:pt idx="5425">
                  <c:v>sisterchristianfancypants</c:v>
                </c:pt>
                <c:pt idx="5426">
                  <c:v>sissy_the_red_headed_girl</c:v>
                </c:pt>
                <c:pt idx="5427">
                  <c:v>sissyfortraining2000</c:v>
                </c:pt>
                <c:pt idx="5428">
                  <c:v>sir_stallionbonkalot</c:v>
                </c:pt>
                <c:pt idx="5429">
                  <c:v>sir_jake_the_mistake_17</c:v>
                </c:pt>
                <c:pt idx="5430">
                  <c:v>sirenchristianrockband</c:v>
                </c:pt>
                <c:pt idx="5431">
                  <c:v>sippinonsomebluedrank</c:v>
                </c:pt>
                <c:pt idx="5432">
                  <c:v>sinthetic_revolution</c:v>
                </c:pt>
                <c:pt idx="5433">
                  <c:v>sinthesolecontroller</c:v>
                </c:pt>
                <c:pt idx="5434">
                  <c:v>sinsationallysunshine</c:v>
                </c:pt>
                <c:pt idx="5435">
                  <c:v>sink_your_teeth_into</c:v>
                </c:pt>
                <c:pt idx="5436">
                  <c:v>sinkingshipsandbravery</c:v>
                </c:pt>
                <c:pt idx="5437">
                  <c:v>sinisterserenityband</c:v>
                </c:pt>
                <c:pt idx="5438">
                  <c:v>sinisteroutrightbehavior</c:v>
                </c:pt>
                <c:pt idx="5439">
                  <c:v>sinister_looking_sock</c:v>
                </c:pt>
                <c:pt idx="5440">
                  <c:v>sinisterbadkitty5000</c:v>
                </c:pt>
                <c:pt idx="5441">
                  <c:v>singwithyourhairbrush</c:v>
                </c:pt>
                <c:pt idx="5442">
                  <c:v>singtomeyouelectricbitch</c:v>
                </c:pt>
                <c:pt idx="5443">
                  <c:v>singthebodyelectric5</c:v>
                </c:pt>
                <c:pt idx="5444">
                  <c:v>singthebodyelectric1</c:v>
                </c:pt>
                <c:pt idx="5445">
                  <c:v>sing_scream_saygoodbye</c:v>
                </c:pt>
                <c:pt idx="5446">
                  <c:v>single_shot_army_dude_18</c:v>
                </c:pt>
                <c:pt idx="5447">
                  <c:v>single_princess_looking</c:v>
                </c:pt>
                <c:pt idx="5448">
                  <c:v>single_minded_liberation</c:v>
                </c:pt>
                <c:pt idx="5449">
                  <c:v>singlemalesportsguy92</c:v>
                </c:pt>
                <c:pt idx="5450">
                  <c:v>single_and_ready2mingle</c:v>
                </c:pt>
                <c:pt idx="5451">
                  <c:v>singing_with_passion</c:v>
                </c:pt>
                <c:pt idx="5452">
                  <c:v>singingsoftballplayer</c:v>
                </c:pt>
                <c:pt idx="5453">
                  <c:v>singingsensation4ever</c:v>
                </c:pt>
                <c:pt idx="5454">
                  <c:v>_singing_music_4_life</c:v>
                </c:pt>
                <c:pt idx="5455">
                  <c:v>singing_lion_princess</c:v>
                </c:pt>
                <c:pt idx="5456">
                  <c:v>singingheycarrieanne</c:v>
                </c:pt>
                <c:pt idx="5457">
                  <c:v>singing_country_gurl_0</c:v>
                </c:pt>
                <c:pt idx="5458">
                  <c:v>singingcountrygirl87</c:v>
                </c:pt>
                <c:pt idx="5459">
                  <c:v>singingandshopping4eva</c:v>
                </c:pt>
                <c:pt idx="5460">
                  <c:v>singingandmusicfreak</c:v>
                </c:pt>
                <c:pt idx="5461">
                  <c:v>singer_song_writer_7</c:v>
                </c:pt>
                <c:pt idx="5462">
                  <c:v>singerpoetsongwriter</c:v>
                </c:pt>
                <c:pt idx="5463">
                  <c:v>singdancesmileandlive</c:v>
                </c:pt>
                <c:pt idx="5464">
                  <c:v>singdanceandenjoylife</c:v>
                </c:pt>
                <c:pt idx="5465">
                  <c:v>sinfullysweetassassin</c:v>
                </c:pt>
                <c:pt idx="5466">
                  <c:v>sinfullycharmingsonny</c:v>
                </c:pt>
                <c:pt idx="5467">
                  <c:v>sinfulkatastrophe91708</c:v>
                </c:pt>
                <c:pt idx="5468">
                  <c:v>sincityfortlauderdale</c:v>
                </c:pt>
                <c:pt idx="5469">
                  <c:v>sincityentertainmenttampa</c:v>
                </c:pt>
                <c:pt idx="5470">
                  <c:v>sincerelyyoursraelynn</c:v>
                </c:pt>
                <c:pt idx="5471">
                  <c:v>sincerelyyoursmusic510</c:v>
                </c:pt>
                <c:pt idx="5472">
                  <c:v>sincerelysugarcoated</c:v>
                </c:pt>
                <c:pt idx="5473">
                  <c:v>simplywaitingstreetteam</c:v>
                </c:pt>
                <c:pt idx="5474">
                  <c:v>simplyunfooledaroundwith</c:v>
                </c:pt>
                <c:pt idx="5475">
                  <c:v>simplythebesthaterproof</c:v>
                </c:pt>
                <c:pt idx="5476">
                  <c:v>simply_sweet_patrice</c:v>
                </c:pt>
                <c:pt idx="5477">
                  <c:v>simplysimplemandaboo</c:v>
                </c:pt>
                <c:pt idx="5478">
                  <c:v>simplyperfectkristina</c:v>
                </c:pt>
                <c:pt idx="5479">
                  <c:v>simplymissunderstood</c:v>
                </c:pt>
                <c:pt idx="5480">
                  <c:v>simplyirresistiblehair</c:v>
                </c:pt>
                <c:pt idx="5481">
                  <c:v>simply_gorgeous_leslie</c:v>
                </c:pt>
                <c:pt idx="5482">
                  <c:v>simplygorgeouscontest</c:v>
                </c:pt>
                <c:pt idx="5483">
                  <c:v>simplyfuckingcomplicated</c:v>
                </c:pt>
                <c:pt idx="5484">
                  <c:v>simply_forgotten_promoter</c:v>
                </c:pt>
                <c:pt idx="5485">
                  <c:v>simplyelegant_morgan</c:v>
                </c:pt>
                <c:pt idx="5486">
                  <c:v>simplydeliciouscocoabeach</c:v>
                </c:pt>
                <c:pt idx="5487">
                  <c:v>simplybronzedtanningsalon</c:v>
                </c:pt>
                <c:pt idx="5488">
                  <c:v>simplyblackandwhiteband</c:v>
                </c:pt>
                <c:pt idx="5489">
                  <c:v>simplybeautifulmissgrant</c:v>
                </c:pt>
                <c:pt idx="5490">
                  <c:v>simplicitycustomgraphics</c:v>
                </c:pt>
                <c:pt idx="5491">
                  <c:v>simpleyetconfusing</c:v>
                </c:pt>
                <c:pt idx="5492">
                  <c:v>simpleyetconfused101</c:v>
                </c:pt>
                <c:pt idx="5493">
                  <c:v>simplepleasuresinlife2</c:v>
                </c:pt>
                <c:pt idx="5494">
                  <c:v>simplepleasurerentalcabin</c:v>
                </c:pt>
                <c:pt idx="5495">
                  <c:v>simpleplanlover14chuck</c:v>
                </c:pt>
                <c:pt idx="5496">
                  <c:v>simple_plan_lover1234</c:v>
                </c:pt>
                <c:pt idx="5497">
                  <c:v>simpleplanfreak4life</c:v>
                </c:pt>
                <c:pt idx="5498">
                  <c:v>simpleplanfanforever</c:v>
                </c:pt>
                <c:pt idx="5499">
                  <c:v>simplemindedlaughinghyena</c:v>
                </c:pt>
                <c:pt idx="5500">
                  <c:v>simplemindedentertainment</c:v>
                </c:pt>
                <c:pt idx="5501">
                  <c:v>simple_man_shall_change</c:v>
                </c:pt>
                <c:pt idx="5502">
                  <c:v>simplecountrygirl2000</c:v>
                </c:pt>
                <c:pt idx="5503">
                  <c:v>simple_country_girl_1981</c:v>
                </c:pt>
                <c:pt idx="5504">
                  <c:v>simple7yet7confusing</c:v>
                </c:pt>
                <c:pt idx="5505">
                  <c:v>simonehusbandforlife</c:v>
                </c:pt>
                <c:pt idx="5506">
                  <c:v>simoneelizabethmusic</c:v>
                </c:pt>
                <c:pt idx="5507">
                  <c:v>silver_winged_angel_24</c:v>
                </c:pt>
                <c:pt idx="5508">
                  <c:v>silver_tongued_devil</c:v>
                </c:pt>
                <c:pt idx="5509">
                  <c:v>silvertear_moonstorm</c:v>
                </c:pt>
                <c:pt idx="5510">
                  <c:v>silverspringspizzafactory</c:v>
                </c:pt>
                <c:pt idx="5511">
                  <c:v>silverspoondanceproject</c:v>
                </c:pt>
                <c:pt idx="5512">
                  <c:v>silversinglefeaturing</c:v>
                </c:pt>
                <c:pt idx="5513">
                  <c:v>silversidenickelback</c:v>
                </c:pt>
                <c:pt idx="5514">
                  <c:v>silverrosedemigoddess</c:v>
                </c:pt>
                <c:pt idx="5515">
                  <c:v>silvermetalalchemist</c:v>
                </c:pt>
                <c:pt idx="5516">
                  <c:v>silverlookingbracelet</c:v>
                </c:pt>
                <c:pt idx="5517">
                  <c:v>silverliningentertainment</c:v>
                </c:pt>
                <c:pt idx="5518">
                  <c:v>silverlinephotography</c:v>
                </c:pt>
                <c:pt idx="5519">
                  <c:v>silvericebreakfastclub</c:v>
                </c:pt>
                <c:pt idx="5520">
                  <c:v>silverhairedmanyazoo</c:v>
                </c:pt>
                <c:pt idx="5521">
                  <c:v>silverfrogjewelrystudio</c:v>
                </c:pt>
                <c:pt idx="5522">
                  <c:v>silverculinaryconsulting</c:v>
                </c:pt>
                <c:pt idx="5523">
                  <c:v>silverbulletdisplay</c:v>
                </c:pt>
                <c:pt idx="5524">
                  <c:v>silverbulletdisplay1</c:v>
                </c:pt>
                <c:pt idx="5525">
                  <c:v>silverbrigadebandguy_08</c:v>
                </c:pt>
                <c:pt idx="5526">
                  <c:v>silverblade_alchemist</c:v>
                </c:pt>
                <c:pt idx="5527">
                  <c:v>silverandblack_4life</c:v>
                </c:pt>
                <c:pt idx="5528">
                  <c:v>silvadollarprincess1</c:v>
                </c:pt>
                <c:pt idx="5529">
                  <c:v>silvacatsoundstation</c:v>
                </c:pt>
                <c:pt idx="5530">
                  <c:v>sillywillybillyhillbilly</c:v>
                </c:pt>
                <c:pt idx="5531">
                  <c:v>silly_stoner_lawrence</c:v>
                </c:pt>
                <c:pt idx="5532">
                  <c:v>sillypants_spoonthief</c:v>
                </c:pt>
                <c:pt idx="5533">
                  <c:v>sillynameserioussandwich</c:v>
                </c:pt>
                <c:pt idx="5534">
                  <c:v>sillylittlepartygirl</c:v>
                </c:pt>
                <c:pt idx="5535">
                  <c:v>silly_dilly_willy_01</c:v>
                </c:pt>
                <c:pt idx="5536">
                  <c:v>silky_smooth_delight</c:v>
                </c:pt>
                <c:pt idx="5537">
                  <c:v>silkysmoothbrownsugar</c:v>
                </c:pt>
                <c:pt idx="5538">
                  <c:v>silicon_lemming_alchemist</c:v>
                </c:pt>
                <c:pt idx="5539">
                  <c:v>silhouetteagainstthesky</c:v>
                </c:pt>
                <c:pt idx="5540">
                  <c:v>silentwintersyndrome</c:v>
                </c:pt>
                <c:pt idx="5541">
                  <c:v>silentsoulentertainment</c:v>
                </c:pt>
                <c:pt idx="5542">
                  <c:v>silent_shy_sweetness</c:v>
                </c:pt>
                <c:pt idx="5543">
                  <c:v>silentpointlallalala</c:v>
                </c:pt>
                <c:pt idx="5544">
                  <c:v>silentmajoritymember</c:v>
                </c:pt>
                <c:pt idx="5545">
                  <c:v>silentlyscreamingmurder</c:v>
                </c:pt>
                <c:pt idx="5546">
                  <c:v>silent_hill_media_center</c:v>
                </c:pt>
                <c:pt idx="5547">
                  <c:v>silentharmonyrecording</c:v>
                </c:pt>
                <c:pt idx="5548">
                  <c:v>silentgracewithoutdignity</c:v>
                </c:pt>
                <c:pt idx="5549">
                  <c:v>silencingthehostage1</c:v>
                </c:pt>
                <c:pt idx="5550">
                  <c:v>silencethroughbattle</c:v>
                </c:pt>
                <c:pt idx="5551">
                  <c:v>silence_this_little_heart</c:v>
                </c:pt>
                <c:pt idx="5552">
                  <c:v>silenceinsanitymusic</c:v>
                </c:pt>
                <c:pt idx="5553">
                  <c:v>silenced_for_life_19</c:v>
                </c:pt>
                <c:pt idx="5554">
                  <c:v>silenceandtheecstasy</c:v>
                </c:pt>
                <c:pt idx="5555">
                  <c:v>significantother_rev2217</c:v>
                </c:pt>
                <c:pt idx="5556">
                  <c:v>signalstrengthmastering</c:v>
                </c:pt>
                <c:pt idx="5557">
                  <c:v>sierra_under_pressure</c:v>
                </c:pt>
                <c:pt idx="5558">
                  <c:v>sierra_the_wild_child</c:v>
                </c:pt>
                <c:pt idx="5559">
                  <c:v>sierratheaterrockconcertsindelano</c:v>
                </c:pt>
                <c:pt idx="5560">
                  <c:v>sierrahighschoolchoir</c:v>
                </c:pt>
                <c:pt idx="5561">
                  <c:v>sierraandmichelle4ever</c:v>
                </c:pt>
                <c:pt idx="5562">
                  <c:v>sidewalksandwhiteout</c:v>
                </c:pt>
                <c:pt idx="5563">
                  <c:v>sic_slipknot_maggot_</c:v>
                </c:pt>
                <c:pt idx="5564">
                  <c:v>sick_strange_darkness</c:v>
                </c:pt>
                <c:pt idx="5565">
                  <c:v>sicksadsurrealsexyworld</c:v>
                </c:pt>
                <c:pt idx="5566">
                  <c:v>sickmotherfuckingrick</c:v>
                </c:pt>
                <c:pt idx="5567">
                  <c:v>sic_and_twisted_soul</c:v>
                </c:pt>
                <c:pt idx="5568">
                  <c:v>shyyetdangerousbritt</c:v>
                </c:pt>
                <c:pt idx="5569">
                  <c:v>shyquietbutdangerous</c:v>
                </c:pt>
                <c:pt idx="5570">
                  <c:v>shylittlemissblondie</c:v>
                </c:pt>
                <c:pt idx="5571">
                  <c:v>shyandsweetplusthree</c:v>
                </c:pt>
                <c:pt idx="5572">
                  <c:v>shutyourcocksucker45</c:v>
                </c:pt>
                <c:pt idx="5573">
                  <c:v>shut_the_bathroom_door</c:v>
                </c:pt>
                <c:pt idx="5574">
                  <c:v>shutterbugphotography</c:v>
                </c:pt>
                <c:pt idx="5575">
                  <c:v>shutdownsleeprestart</c:v>
                </c:pt>
                <c:pt idx="5576">
                  <c:v>shrimpmanstreetfighter</c:v>
                </c:pt>
                <c:pt idx="5577">
                  <c:v>shreveport_young_kat</c:v>
                </c:pt>
                <c:pt idx="5578">
                  <c:v>shreveportfestivalplaza</c:v>
                </c:pt>
                <c:pt idx="5579">
                  <c:v>shredgod_rosstheboss</c:v>
                </c:pt>
                <c:pt idx="5580">
                  <c:v>showtime_agency_paris</c:v>
                </c:pt>
                <c:pt idx="5581">
                  <c:v>showerwithyourgirlfriend</c:v>
                </c:pt>
                <c:pt idx="5582">
                  <c:v>showandprovebirmingham</c:v>
                </c:pt>
                <c:pt idx="5583">
                  <c:v>shouldprobablystopwhining</c:v>
                </c:pt>
                <c:pt idx="5584">
                  <c:v>shotgunweddingsinger</c:v>
                </c:pt>
                <c:pt idx="5585">
                  <c:v>shotgun_bang_wedding</c:v>
                </c:pt>
                <c:pt idx="5586">
                  <c:v>shotfrombehind17times</c:v>
                </c:pt>
                <c:pt idx="5587">
                  <c:v>shortunlikehairypianist</c:v>
                </c:pt>
                <c:pt idx="5588">
                  <c:v>short_sweet_simplyblonde</c:v>
                </c:pt>
                <c:pt idx="5589">
                  <c:v>shortstuffwitattitude</c:v>
                </c:pt>
                <c:pt idx="5590">
                  <c:v>short_sexy_and_thick</c:v>
                </c:pt>
                <c:pt idx="5591">
                  <c:v>shortroundshortstuff123</c:v>
                </c:pt>
                <c:pt idx="5592">
                  <c:v>shortpeoplegroweventually</c:v>
                </c:pt>
                <c:pt idx="5593">
                  <c:v>short_ornery_cowgirl</c:v>
                </c:pt>
                <c:pt idx="5594">
                  <c:v>short_little_black_boy13</c:v>
                </c:pt>
                <c:pt idx="5595">
                  <c:v>shortguitarplayer_4life</c:v>
                </c:pt>
                <c:pt idx="5596">
                  <c:v>shortfuzeproducer2point0</c:v>
                </c:pt>
                <c:pt idx="5597">
                  <c:v>short_cookie_monster</c:v>
                </c:pt>
                <c:pt idx="5598">
                  <c:v>Shortblondechick1290</c:v>
                </c:pt>
                <c:pt idx="5599">
                  <c:v>shortattentionspan1990</c:v>
                </c:pt>
                <c:pt idx="5600">
                  <c:v>shorelinechristianrock</c:v>
                </c:pt>
                <c:pt idx="5601">
                  <c:v>shorebreakartistmanagement</c:v>
                </c:pt>
                <c:pt idx="5602">
                  <c:v>shoppingvolleyballcash</c:v>
                </c:pt>
                <c:pt idx="5603">
                  <c:v>shoppingcenterspecialist</c:v>
                </c:pt>
                <c:pt idx="5604">
                  <c:v>shoppingcartsyndicate</c:v>
                </c:pt>
                <c:pt idx="5605">
                  <c:v>shoot_speed_kill_light</c:v>
                </c:pt>
                <c:pt idx="5606">
                  <c:v>shootingstarmodeling</c:v>
                </c:pt>
                <c:pt idx="5607">
                  <c:v>shoeless_joe_jackson</c:v>
                </c:pt>
                <c:pt idx="5608">
                  <c:v>shockwavethefunkyone</c:v>
                </c:pt>
                <c:pt idx="5609">
                  <c:v>shockinglystupidlove</c:v>
                </c:pt>
                <c:pt idx="5610">
                  <c:v>shocash247entertainment</c:v>
                </c:pt>
                <c:pt idx="5611">
                  <c:v>shistarentertainment</c:v>
                </c:pt>
                <c:pt idx="5612">
                  <c:v>shirtless_egghead_skunk</c:v>
                </c:pt>
                <c:pt idx="5613">
                  <c:v>shirleytemplegonebad</c:v>
                </c:pt>
                <c:pt idx="5614">
                  <c:v>shinyomnipotentgoddess</c:v>
                </c:pt>
                <c:pt idx="5615">
                  <c:v>shinylibraryprincess</c:v>
                </c:pt>
                <c:pt idx="5616">
                  <c:v>shiningthroughthepain</c:v>
                </c:pt>
                <c:pt idx="5617">
                  <c:v>shining_bright_tonight</c:v>
                </c:pt>
                <c:pt idx="5618">
                  <c:v>shiningblackgleamingwhite</c:v>
                </c:pt>
                <c:pt idx="5619">
                  <c:v>shinefromtheheavensblessed</c:v>
                </c:pt>
                <c:pt idx="5620">
                  <c:v>shindigpunkrockradio</c:v>
                </c:pt>
                <c:pt idx="5621">
                  <c:v>shimmeringandsubconscious</c:v>
                </c:pt>
                <c:pt idx="5622">
                  <c:v>_shimmer_and_sparkle_</c:v>
                </c:pt>
                <c:pt idx="5623">
                  <c:v>shilyn_the_watergoddess</c:v>
                </c:pt>
                <c:pt idx="5624">
                  <c:v>shiftlockandcountersteer</c:v>
                </c:pt>
                <c:pt idx="5625">
                  <c:v>she_with_attitude13</c:v>
                </c:pt>
                <c:pt idx="5626">
                  <c:v>she_will_have_her_way</c:v>
                </c:pt>
                <c:pt idx="5627">
                  <c:v>shestoodtherelaughing</c:v>
                </c:pt>
                <c:pt idx="5628">
                  <c:v>shesmilesatthefuture</c:v>
                </c:pt>
                <c:pt idx="5629">
                  <c:v>sheshellaradlikethis</c:v>
                </c:pt>
                <c:pt idx="5630">
                  <c:v>sherwoodforestbadboy</c:v>
                </c:pt>
                <c:pt idx="5631">
                  <c:v>sherrycancersurvivor</c:v>
                </c:pt>
                <c:pt idx="5632">
                  <c:v>sherrea_hearts_metal</c:v>
                </c:pt>
                <c:pt idx="5633">
                  <c:v>sheriff_officer_christian</c:v>
                </c:pt>
                <c:pt idx="5634">
                  <c:v>sheridancollegecanada</c:v>
                </c:pt>
                <c:pt idx="5635">
                  <c:v>sher_bear_diver_girl</c:v>
                </c:pt>
                <c:pt idx="5636">
                  <c:v>SHEMUSHHAVELOSEHERMIND</c:v>
                </c:pt>
                <c:pt idx="5637">
                  <c:v>shelteredfromthetruth</c:v>
                </c:pt>
                <c:pt idx="5638">
                  <c:v>shellyrosephotography</c:v>
                </c:pt>
                <c:pt idx="5639">
                  <c:v>shellybellycocoapuff</c:v>
                </c:pt>
                <c:pt idx="5640">
                  <c:v>shellieonefreespirit</c:v>
                </c:pt>
                <c:pt idx="5641">
                  <c:v>shelleyvalentinecook</c:v>
                </c:pt>
                <c:pt idx="5642">
                  <c:v>shelleymillerthatsright</c:v>
                </c:pt>
                <c:pt idx="5643">
                  <c:v>shelley_belly_jelly_bean</c:v>
                </c:pt>
                <c:pt idx="5644">
                  <c:v>shelleyandersonwilson</c:v>
                </c:pt>
                <c:pt idx="5645">
                  <c:v>shelley_and_brandon_2009</c:v>
                </c:pt>
                <c:pt idx="5646">
                  <c:v>shellbellthischick82</c:v>
                </c:pt>
                <c:pt idx="5647">
                  <c:v>shelinamichelleproduction</c:v>
                </c:pt>
                <c:pt idx="5648">
                  <c:v>shelby_wonderdog_partypup</c:v>
                </c:pt>
                <c:pt idx="5649">
                  <c:v>shelby_valleyfootball</c:v>
                </c:pt>
                <c:pt idx="5650">
                  <c:v>shelby_taylor_belford</c:v>
                </c:pt>
                <c:pt idx="5651">
                  <c:v>shelbyforestclick193</c:v>
                </c:pt>
                <c:pt idx="5652">
                  <c:v>she_got_that_hollaback</c:v>
                </c:pt>
                <c:pt idx="5653">
                  <c:v>sheepshaggingbastard</c:v>
                </c:pt>
                <c:pt idx="5654">
                  <c:v>she_drank_away_his_memory</c:v>
                </c:pt>
                <c:pt idx="5655">
                  <c:v>shedevilfromanotherplanet</c:v>
                </c:pt>
                <c:pt idx="5656">
                  <c:v>shearsentimentalwake</c:v>
                </c:pt>
                <c:pt idx="5657">
                  <c:v>shearparadisepetsalon</c:v>
                </c:pt>
                <c:pt idx="5658">
                  <c:v>shay_the_controlled_nymph</c:v>
                </c:pt>
                <c:pt idx="5659">
                  <c:v>shayneandbrittney4ever</c:v>
                </c:pt>
                <c:pt idx="5660">
                  <c:v>shayna_the_skate_dog</c:v>
                </c:pt>
                <c:pt idx="5661">
                  <c:v>shayna_tha_blondie_08</c:v>
                </c:pt>
                <c:pt idx="5662">
                  <c:v>shaynaandnatalierock</c:v>
                </c:pt>
                <c:pt idx="5663">
                  <c:v>shaymanwadedodgekelly</c:v>
                </c:pt>
                <c:pt idx="5664">
                  <c:v>shay_harry_potter_fanatic</c:v>
                </c:pt>
                <c:pt idx="5665">
                  <c:v>Shawn_Rose101_aka_Nick</c:v>
                </c:pt>
                <c:pt idx="5666">
                  <c:v>shawnmichealandkaylamarie</c:v>
                </c:pt>
                <c:pt idx="5667">
                  <c:v>shawnathontaylorthomas</c:v>
                </c:pt>
                <c:pt idx="5668">
                  <c:v>shawnascuprunnethover</c:v>
                </c:pt>
                <c:pt idx="5669">
                  <c:v>shawna_clarkbabygurl</c:v>
                </c:pt>
                <c:pt idx="5670">
                  <c:v>shawnachambersiscool</c:v>
                </c:pt>
                <c:pt idx="5671">
                  <c:v>shavedheadblackmale12</c:v>
                </c:pt>
                <c:pt idx="5672">
                  <c:v>shaunwhitetheflyingtomato</c:v>
                </c:pt>
                <c:pt idx="5673">
                  <c:v>shaunathehockeybunny</c:v>
                </c:pt>
                <c:pt idx="5674">
                  <c:v>shatmoneyentertainment</c:v>
                </c:pt>
                <c:pt idx="5675">
                  <c:v>sharpshooterandtherestofthegang</c:v>
                </c:pt>
                <c:pt idx="5676">
                  <c:v>shark_tooth_dunanana</c:v>
                </c:pt>
                <c:pt idx="5677">
                  <c:v>sharktalesoundtrack2</c:v>
                </c:pt>
                <c:pt idx="5678">
                  <c:v>sharkfamilycommittee408</c:v>
                </c:pt>
                <c:pt idx="5679">
                  <c:v>share_your_crack_ers</c:v>
                </c:pt>
                <c:pt idx="5680">
                  <c:v>sharaspecialpatrolgroup</c:v>
                </c:pt>
                <c:pt idx="5681">
                  <c:v>shannon_the_great117</c:v>
                </c:pt>
                <c:pt idx="5682">
                  <c:v>shannonsuzannemartin</c:v>
                </c:pt>
                <c:pt idx="5683">
                  <c:v>shannonstonebutterfly</c:v>
                </c:pt>
                <c:pt idx="5684">
                  <c:v>shannonsmithretrospect</c:v>
                </c:pt>
                <c:pt idx="5685">
                  <c:v>shannonshutterbug917</c:v>
                </c:pt>
                <c:pt idx="5686">
                  <c:v>shannon_running_enemy</c:v>
                </c:pt>
                <c:pt idx="5687">
                  <c:v>shannon_ronnie_forever</c:v>
                </c:pt>
                <c:pt idx="5688">
                  <c:v>shannonredheadedbitch</c:v>
                </c:pt>
                <c:pt idx="5689">
                  <c:v>Shannon_notinterested</c:v>
                </c:pt>
                <c:pt idx="5690">
                  <c:v>shannonnicholethomas</c:v>
                </c:pt>
                <c:pt idx="5691">
                  <c:v>shannonletthemusicplay</c:v>
                </c:pt>
                <c:pt idx="5692">
                  <c:v>shannonleeannrummage</c:v>
                </c:pt>
                <c:pt idx="5693">
                  <c:v>shannon_kathleen_hudson</c:v>
                </c:pt>
                <c:pt idx="5694">
                  <c:v>shannonhollycoughlin</c:v>
                </c:pt>
                <c:pt idx="5695">
                  <c:v>shannon_hockeygirl33</c:v>
                </c:pt>
                <c:pt idx="5696">
                  <c:v>shannondevinbeccaellen</c:v>
                </c:pt>
                <c:pt idx="5697">
                  <c:v>shaniquavanda_salinas</c:v>
                </c:pt>
                <c:pt idx="5698">
                  <c:v>shaniqualovelinessheck</c:v>
                </c:pt>
                <c:pt idx="5699">
                  <c:v>shane_guitar_freak_loser</c:v>
                </c:pt>
                <c:pt idx="5700">
                  <c:v>shandra_live_life_love</c:v>
                </c:pt>
                <c:pt idx="5701">
                  <c:v>shana_the_next_top_model</c:v>
                </c:pt>
                <c:pt idx="5702">
                  <c:v>shanaandcliff4life0</c:v>
                </c:pt>
                <c:pt idx="5703">
                  <c:v>shampainplatinumbird</c:v>
                </c:pt>
                <c:pt idx="5704">
                  <c:v>shamgarblackmetal777</c:v>
                </c:pt>
                <c:pt idx="5705">
                  <c:v>shamed_into_solitude</c:v>
                </c:pt>
                <c:pt idx="5706">
                  <c:v>shallow_water_blackout</c:v>
                </c:pt>
                <c:pt idx="5707">
                  <c:v>shallowmissinterpretation</c:v>
                </c:pt>
                <c:pt idx="5708">
                  <c:v>shallow_and_abstruse</c:v>
                </c:pt>
                <c:pt idx="5709">
                  <c:v>shake_what_she_gave_you</c:v>
                </c:pt>
                <c:pt idx="5710">
                  <c:v>shake_that_moneymaker</c:v>
                </c:pt>
                <c:pt idx="5711">
                  <c:v>shake_off_the_ancient</c:v>
                </c:pt>
                <c:pt idx="5712">
                  <c:v>shakehandswithdanger</c:v>
                </c:pt>
                <c:pt idx="5713">
                  <c:v>shadyparkcuttrout4life</c:v>
                </c:pt>
                <c:pt idx="5714">
                  <c:v>shadyladiesburlesque</c:v>
                </c:pt>
                <c:pt idx="5715">
                  <c:v>shadowwrestlingfederation</c:v>
                </c:pt>
                <c:pt idx="5716">
                  <c:v>shadow_ultimatelifeform</c:v>
                </c:pt>
                <c:pt idx="5717">
                  <c:v>shadowtwilightswordmaster</c:v>
                </c:pt>
                <c:pt idx="5718">
                  <c:v>shadowtheswordslinger</c:v>
                </c:pt>
                <c:pt idx="5719">
                  <c:v>shadowthehedgehog123</c:v>
                </c:pt>
                <c:pt idx="5720">
                  <c:v>shadow_the_hedgehog_003</c:v>
                </c:pt>
                <c:pt idx="5721">
                  <c:v>shadow_the_dark_hedgehog</c:v>
                </c:pt>
                <c:pt idx="5722">
                  <c:v>shadowsway2deepthroat</c:v>
                </c:pt>
                <c:pt idx="5723">
                  <c:v>shadowsonthewall1031</c:v>
                </c:pt>
                <c:pt idx="5724">
                  <c:v>shadowsonthesidewalk</c:v>
                </c:pt>
                <c:pt idx="5725">
                  <c:v>shadowscapephotography</c:v>
                </c:pt>
                <c:pt idx="5726">
                  <c:v>shadowpuppetoblivion</c:v>
                </c:pt>
                <c:pt idx="5727">
                  <c:v>shadow_people_beware</c:v>
                </c:pt>
                <c:pt idx="5728">
                  <c:v>shadowmachinetheband</c:v>
                </c:pt>
                <c:pt idx="5729">
                  <c:v>shadowlordthedeathangel</c:v>
                </c:pt>
                <c:pt idx="5730">
                  <c:v>shadowlibraschoolgirl</c:v>
                </c:pt>
                <c:pt idx="5731">
                  <c:v>shadowheartscovenant</c:v>
                </c:pt>
                <c:pt idx="5732">
                  <c:v>shadowfloodphotography</c:v>
                </c:pt>
                <c:pt idx="5733">
                  <c:v>shadowfairywithscissors</c:v>
                </c:pt>
                <c:pt idx="5734">
                  <c:v>shadow_company_bravo</c:v>
                </c:pt>
                <c:pt idx="5735">
                  <c:v>shadowbane_nightwalker</c:v>
                </c:pt>
                <c:pt idx="5736">
                  <c:v>shade_beatboxing_prince</c:v>
                </c:pt>
                <c:pt idx="5737">
                  <c:v>shabachentertainment</c:v>
                </c:pt>
                <c:pt idx="5738">
                  <c:v>sexy_white_chocolate_9</c:v>
                </c:pt>
                <c:pt idx="5739">
                  <c:v>sexy_white_chocolate1207</c:v>
                </c:pt>
                <c:pt idx="5740">
                  <c:v>sexy_wetback_rip_macdre</c:v>
                </c:pt>
                <c:pt idx="5741">
                  <c:v>sexywakeboardingforce</c:v>
                </c:pt>
                <c:pt idx="5742">
                  <c:v>sexyveronicamartinez9</c:v>
                </c:pt>
                <c:pt idx="5743">
                  <c:v>sexy_trailer_park_4_life</c:v>
                </c:pt>
                <c:pt idx="5744">
                  <c:v>sexy_thing_over_here</c:v>
                </c:pt>
                <c:pt idx="5745">
                  <c:v>sexysweetheart154ever</c:v>
                </c:pt>
                <c:pt idx="5746">
                  <c:v>sexy_sweetbrown_eyedgirl</c:v>
                </c:pt>
                <c:pt idx="5747">
                  <c:v>sexysuefromkathmandu</c:v>
                </c:pt>
                <c:pt idx="5748">
                  <c:v>sexystrippingprincess13</c:v>
                </c:pt>
                <c:pt idx="5749">
                  <c:v>sexystripperkitten4life</c:v>
                </c:pt>
                <c:pt idx="5750">
                  <c:v>SEXYSTREETDANCEFEVER</c:v>
                </c:pt>
                <c:pt idx="5751">
                  <c:v>Sexy_Strawberry_Lady</c:v>
                </c:pt>
                <c:pt idx="5752">
                  <c:v>sexystrawberryblondeangel</c:v>
                </c:pt>
                <c:pt idx="5753">
                  <c:v>sexystraitoutthesouth</c:v>
                </c:pt>
                <c:pt idx="5754">
                  <c:v>sexystraightedgesister</c:v>
                </c:pt>
                <c:pt idx="5755">
                  <c:v>sexysouthsidehotbitch</c:v>
                </c:pt>
                <c:pt idx="5756">
                  <c:v>sexy_southern_girl831</c:v>
                </c:pt>
                <c:pt idx="5757">
                  <c:v>sexysoutherngirl8259</c:v>
                </c:pt>
                <c:pt idx="5758">
                  <c:v>sexysophisticatedsasha</c:v>
                </c:pt>
                <c:pt idx="5759">
                  <c:v>sexysinglebrunette001</c:v>
                </c:pt>
                <c:pt idx="5760">
                  <c:v>sexy_simptown_female</c:v>
                </c:pt>
                <c:pt idx="5761">
                  <c:v>sexy_silly_billy_sam</c:v>
                </c:pt>
                <c:pt idx="5762">
                  <c:v>sexy_sex_slave_4_fun</c:v>
                </c:pt>
                <c:pt idx="5763">
                  <c:v>sexysaucyplayboygirl1</c:v>
                </c:pt>
                <c:pt idx="5764">
                  <c:v>sexysaucychicagogirl</c:v>
                </c:pt>
                <c:pt idx="5765">
                  <c:v>sexy_sassy_untouchable</c:v>
                </c:pt>
                <c:pt idx="5766">
                  <c:v>sexysassysouthernbelle</c:v>
                </c:pt>
                <c:pt idx="5767">
                  <c:v>sexy_sassy_and_southern</c:v>
                </c:pt>
                <c:pt idx="5768">
                  <c:v>sexyrockstarbarbie019</c:v>
                </c:pt>
                <c:pt idx="5769">
                  <c:v>sexy_rich_london_babe</c:v>
                </c:pt>
                <c:pt idx="5770">
                  <c:v>sexyrednecksoccerfreak</c:v>
                </c:pt>
                <c:pt idx="5771">
                  <c:v>sexyredheadwithbabyblues4</c:v>
                </c:pt>
                <c:pt idx="5772">
                  <c:v>sexy_queen_bitch4life</c:v>
                </c:pt>
                <c:pt idx="5773">
                  <c:v>sexypurplecheerleader</c:v>
                </c:pt>
                <c:pt idx="5774">
                  <c:v>sexyprincessheather0</c:v>
                </c:pt>
                <c:pt idx="5775">
                  <c:v>SEXYPLATINUMBARBIEDOLL</c:v>
                </c:pt>
                <c:pt idx="5776">
                  <c:v>sexy_pirate_gurl_rox</c:v>
                </c:pt>
                <c:pt idx="5777">
                  <c:v>sexypinkicecreamtrucks</c:v>
                </c:pt>
                <c:pt idx="5778">
                  <c:v>sexypinkblondebitch9</c:v>
                </c:pt>
                <c:pt idx="5779">
                  <c:v>sexyphotographerchic</c:v>
                </c:pt>
                <c:pt idx="5780">
                  <c:v>sexypeoplearoundtheworld0</c:v>
                </c:pt>
                <c:pt idx="5781">
                  <c:v>sexypassionateparadise</c:v>
                </c:pt>
                <c:pt idx="5782">
                  <c:v>sexyonelinerguitarist</c:v>
                </c:pt>
                <c:pt idx="5783">
                  <c:v>sexymysterioussweety</c:v>
                </c:pt>
                <c:pt idx="5784">
                  <c:v>sexymissmontgomery09</c:v>
                </c:pt>
                <c:pt idx="5785">
                  <c:v>sexy_milky_chocolate</c:v>
                </c:pt>
                <c:pt idx="5786">
                  <c:v>sexymilkchocolate200</c:v>
                </c:pt>
                <c:pt idx="5787">
                  <c:v>sexymichellewastaken</c:v>
                </c:pt>
                <c:pt idx="5788">
                  <c:v>sexyman_woody_wood_pecker</c:v>
                </c:pt>
                <c:pt idx="5789">
                  <c:v>sexymansfieldshortstop89</c:v>
                </c:pt>
                <c:pt idx="5790">
                  <c:v>sexy_little_rap_lover</c:v>
                </c:pt>
                <c:pt idx="5791">
                  <c:v>sexy_little_blonde_259</c:v>
                </c:pt>
                <c:pt idx="5792">
                  <c:v>sexy_little_black_boy</c:v>
                </c:pt>
                <c:pt idx="5793">
                  <c:v>sexylittlebadassking125</c:v>
                </c:pt>
                <c:pt idx="5794">
                  <c:v>sexy_liteskinned_chick</c:v>
                </c:pt>
                <c:pt idx="5795">
                  <c:v>sexylilprincesscrystal</c:v>
                </c:pt>
                <c:pt idx="5796">
                  <c:v>sexy_lil_latina_01_10</c:v>
                </c:pt>
                <c:pt idx="5797">
                  <c:v>sexylilhollisterchick</c:v>
                </c:pt>
                <c:pt idx="5798">
                  <c:v>sexylilgirlfromsouthside</c:v>
                </c:pt>
                <c:pt idx="5799">
                  <c:v>sexylildiamondprincess</c:v>
                </c:pt>
                <c:pt idx="5800">
                  <c:v>sexy_lil_country_girl</c:v>
                </c:pt>
                <c:pt idx="5801">
                  <c:v>sexy_lil_brunette101</c:v>
                </c:pt>
                <c:pt idx="5802">
                  <c:v>sexylilangel_19_2005</c:v>
                </c:pt>
                <c:pt idx="5803">
                  <c:v>sexylightskinplussizechic</c:v>
                </c:pt>
                <c:pt idx="5804">
                  <c:v>sexylightskinnedangie</c:v>
                </c:pt>
                <c:pt idx="5805">
                  <c:v>sexylifesizebarbiedoll</c:v>
                </c:pt>
                <c:pt idx="5806">
                  <c:v>sexylatinadancercrystal</c:v>
                </c:pt>
                <c:pt idx="5807">
                  <c:v>sexyladywiththemprettygra</c:v>
                </c:pt>
                <c:pt idx="5808">
                  <c:v>sexy_jennifer_for_life</c:v>
                </c:pt>
                <c:pt idx="5809">
                  <c:v>sexy_innocent_gorgeous</c:v>
                </c:pt>
                <c:pt idx="5810">
                  <c:v>sexy_hottie_bitch_18</c:v>
                </c:pt>
                <c:pt idx="5811">
                  <c:v>sexy_hot_fucking_bitch</c:v>
                </c:pt>
                <c:pt idx="5812">
                  <c:v>sexy_horseback_rider</c:v>
                </c:pt>
                <c:pt idx="5813">
                  <c:v>sexyhollisterbrunette</c:v>
                </c:pt>
                <c:pt idx="5814">
                  <c:v>sexyhickfromthesticks</c:v>
                </c:pt>
                <c:pt idx="5815">
                  <c:v>sexyhazel_eyedtrackstar</c:v>
                </c:pt>
                <c:pt idx="5816">
                  <c:v>sexyguydownthestreet</c:v>
                </c:pt>
                <c:pt idx="5817">
                  <c:v>sexyguttajazzyprincess</c:v>
                </c:pt>
                <c:pt idx="5818">
                  <c:v>sexygurl579_brittney</c:v>
                </c:pt>
                <c:pt idx="5819">
                  <c:v>sexy_gold_dragon_1982</c:v>
                </c:pt>
                <c:pt idx="5820">
                  <c:v>sexy_girl_right_here</c:v>
                </c:pt>
                <c:pt idx="5821">
                  <c:v>sexygirlfromdownthestreet</c:v>
                </c:pt>
                <c:pt idx="5822">
                  <c:v>sexyfuturemillionaire</c:v>
                </c:pt>
                <c:pt idx="5823">
                  <c:v>sexy_florida_princess</c:v>
                </c:pt>
                <c:pt idx="5824">
                  <c:v>sexy_firefighter_gib</c:v>
                </c:pt>
                <c:pt idx="5825">
                  <c:v>sexyfakeblonde_beauty</c:v>
                </c:pt>
                <c:pt idx="5826">
                  <c:v>sexydivaforevaNalways</c:v>
                </c:pt>
                <c:pt idx="5827">
                  <c:v>sexydiamondprincess1</c:v>
                </c:pt>
                <c:pt idx="5828">
                  <c:v>sexycuttie_alexandra</c:v>
                </c:pt>
                <c:pt idx="5829">
                  <c:v>sexy_cutie_congenial</c:v>
                </c:pt>
                <c:pt idx="5830">
                  <c:v>sexy_country_gurl_22</c:v>
                </c:pt>
                <c:pt idx="5831">
                  <c:v>sexy_country_girl_200</c:v>
                </c:pt>
                <c:pt idx="5832">
                  <c:v>sexycountrygalcourtney</c:v>
                </c:pt>
                <c:pt idx="5833">
                  <c:v>sexy_contractor_but_taken</c:v>
                </c:pt>
                <c:pt idx="5834">
                  <c:v>sexy_conceited_bitch_9</c:v>
                </c:pt>
                <c:pt idx="5835">
                  <c:v>sexycolorfulbutterfly</c:v>
                </c:pt>
                <c:pt idx="5836">
                  <c:v>sexy_colombianita713</c:v>
                </c:pt>
                <c:pt idx="5837">
                  <c:v>sexy_chris_with_big_cock</c:v>
                </c:pt>
                <c:pt idx="5838">
                  <c:v>sexy_christina_smile</c:v>
                </c:pt>
                <c:pt idx="5839">
                  <c:v>sexychocolatepitbull</c:v>
                </c:pt>
                <c:pt idx="5840">
                  <c:v>sexychocolatepinklady1</c:v>
                </c:pt>
                <c:pt idx="5841">
                  <c:v>sexychocolateforever08</c:v>
                </c:pt>
                <c:pt idx="5842">
                  <c:v>sexychocolatebitch109</c:v>
                </c:pt>
                <c:pt idx="5843">
                  <c:v>sexychocolate_100percent</c:v>
                </c:pt>
                <c:pt idx="5844">
                  <c:v>sexychickfromcompton</c:v>
                </c:pt>
                <c:pt idx="5845">
                  <c:v>sexycheerleadingbitch</c:v>
                </c:pt>
                <c:pt idx="5846">
                  <c:v>sexy_brown_eyed_gurl09</c:v>
                </c:pt>
                <c:pt idx="5847">
                  <c:v>sexyblueeyedsoccerplayer</c:v>
                </c:pt>
                <c:pt idx="5848">
                  <c:v>sexyblueeyedbombshell</c:v>
                </c:pt>
                <c:pt idx="5849">
                  <c:v>sexyblackprincess3005</c:v>
                </c:pt>
                <c:pt idx="5850">
                  <c:v>sexybitch_rileysmith</c:v>
                </c:pt>
                <c:pt idx="5851">
                  <c:v>sexybitchincorporation</c:v>
                </c:pt>
                <c:pt idx="5852">
                  <c:v>sexybeastfromtactown1</c:v>
                </c:pt>
                <c:pt idx="5853">
                  <c:v>sexybeastcontacttables</c:v>
                </c:pt>
                <c:pt idx="5854">
                  <c:v>sexybasketballplaya14</c:v>
                </c:pt>
                <c:pt idx="5855">
                  <c:v>sexy_basketball_chick</c:v>
                </c:pt>
                <c:pt idx="5856">
                  <c:v>sexybasketballangel10</c:v>
                </c:pt>
                <c:pt idx="5857">
                  <c:v>sexybaseplayerskaterprep</c:v>
                </c:pt>
                <c:pt idx="5858">
                  <c:v>sexybaseballplayer10</c:v>
                </c:pt>
                <c:pt idx="5859">
                  <c:v>sexy_baseball_playa08</c:v>
                </c:pt>
                <c:pt idx="5860">
                  <c:v>sexybabymammatiggerfreak</c:v>
                </c:pt>
                <c:pt idx="5861">
                  <c:v>sexy_baby_gurl_742space</c:v>
                </c:pt>
                <c:pt idx="5862">
                  <c:v>sexy_ass_chocolate_female</c:v>
                </c:pt>
                <c:pt idx="5863">
                  <c:v>sexy_ass_bubble_butt</c:v>
                </c:pt>
                <c:pt idx="5864">
                  <c:v>sexyassbitchready2party</c:v>
                </c:pt>
                <c:pt idx="5865">
                  <c:v>sexyapplebottombitch</c:v>
                </c:pt>
                <c:pt idx="5866">
                  <c:v>sexy_angel_baby_gurl</c:v>
                </c:pt>
                <c:pt idx="5867">
                  <c:v>sexy_angel_amber_99</c:v>
                </c:pt>
                <c:pt idx="5868">
                  <c:v>sexyandsweetbabygirl</c:v>
                </c:pt>
                <c:pt idx="5869">
                  <c:v>sexyandarrogantbrother</c:v>
                </c:pt>
                <c:pt idx="5870">
                  <c:v>sexy3gothic2chris1hala</c:v>
                </c:pt>
                <c:pt idx="5871">
                  <c:v>sexwithmeinaredfrock</c:v>
                </c:pt>
                <c:pt idx="5872">
                  <c:v>sexwithbelugawhalesisfun</c:v>
                </c:pt>
                <c:pt idx="5873">
                  <c:v>sexualwhitechocolate420</c:v>
                </c:pt>
                <c:pt idx="5874">
                  <c:v>sexualwhitechocolate00</c:v>
                </c:pt>
                <c:pt idx="5875">
                  <c:v>sexual_transaction_fee</c:v>
                </c:pt>
                <c:pt idx="5876">
                  <c:v>sexualsuicide2abortion</c:v>
                </c:pt>
                <c:pt idx="5877">
                  <c:v>sexual_electric_blue</c:v>
                </c:pt>
                <c:pt idx="5878">
                  <c:v>sexualchocolatelincoln</c:v>
                </c:pt>
                <c:pt idx="5879">
                  <c:v>sexorangeanddingyboy</c:v>
                </c:pt>
                <c:pt idx="5880">
                  <c:v>sexmonkeyrecordlabel</c:v>
                </c:pt>
                <c:pt idx="5881">
                  <c:v>sexmachine123want2come</c:v>
                </c:pt>
                <c:pt idx="5882">
                  <c:v>sex_can_wait_masturbate</c:v>
                </c:pt>
                <c:pt idx="5883">
                  <c:v>sexcanwaitmasterbait</c:v>
                </c:pt>
                <c:pt idx="5884">
                  <c:v>sex_addict_from_hell</c:v>
                </c:pt>
                <c:pt idx="5885">
                  <c:v>sever_and_step_forward</c:v>
                </c:pt>
                <c:pt idx="5886">
                  <c:v>severaldifferentdogmen</c:v>
                </c:pt>
                <c:pt idx="5887">
                  <c:v>seventhsealstreetteam</c:v>
                </c:pt>
                <c:pt idx="5888">
                  <c:v>seventeenmotorsports</c:v>
                </c:pt>
                <c:pt idx="5889">
                  <c:v>sethlonghornwrestler</c:v>
                </c:pt>
                <c:pt idx="5890">
                  <c:v>server1pass_retrieve</c:v>
                </c:pt>
                <c:pt idx="5891">
                  <c:v>sertainlycanttouchthis</c:v>
                </c:pt>
                <c:pt idx="5892">
                  <c:v>seriously_whodoesthat</c:v>
                </c:pt>
                <c:pt idx="5893">
                  <c:v>seriously_nicole_murphy</c:v>
                </c:pt>
                <c:pt idx="5894">
                  <c:v>seriouslygoodlooking</c:v>
                </c:pt>
                <c:pt idx="5895">
                  <c:v>seriousinjurymayoccur</c:v>
                </c:pt>
                <c:pt idx="5896">
                  <c:v>seriousaboutthemusic</c:v>
                </c:pt>
                <c:pt idx="5897">
                  <c:v>serialkillercollection</c:v>
                </c:pt>
                <c:pt idx="5898">
                  <c:v>sergeant_the_chihuahua</c:v>
                </c:pt>
                <c:pt idx="5899">
                  <c:v>serenitypainteddeath</c:v>
                </c:pt>
                <c:pt idx="5900">
                  <c:v>serenityfrommassacre</c:v>
                </c:pt>
                <c:pt idx="5901">
                  <c:v>serenityelizabethblack</c:v>
                </c:pt>
                <c:pt idx="5902">
                  <c:v>serenitybeautypassion</c:v>
                </c:pt>
                <c:pt idx="5903">
                  <c:v>serendipitylemonseed</c:v>
                </c:pt>
                <c:pt idx="5904">
                  <c:v>seraphimamaranthdream</c:v>
                </c:pt>
                <c:pt idx="5905">
                  <c:v>sequelundefinedlegacy</c:v>
                </c:pt>
                <c:pt idx="5906">
                  <c:v>separatethechurchandskate</c:v>
                </c:pt>
                <c:pt idx="5907">
                  <c:v>sent_straight_from_heaven</c:v>
                </c:pt>
                <c:pt idx="5908">
                  <c:v>sentron_administration</c:v>
                </c:pt>
                <c:pt idx="5909">
                  <c:v>sentimental_old_fool</c:v>
                </c:pt>
                <c:pt idx="5910">
                  <c:v>sensitivesingersongwriter</c:v>
                </c:pt>
                <c:pt idx="5911">
                  <c:v>sensefailforblink182</c:v>
                </c:pt>
                <c:pt idx="5912">
                  <c:v>seniorprojectbassist</c:v>
                </c:pt>
                <c:pt idx="5913">
                  <c:v>sendtransmissioninterference</c:v>
                </c:pt>
                <c:pt idx="5914">
                  <c:v>sendmetomentalinstitution</c:v>
                </c:pt>
                <c:pt idx="5915">
                  <c:v>semisweetchocolate19</c:v>
                </c:pt>
                <c:pt idx="5916">
                  <c:v>Semi_Organized_Chaos</c:v>
                </c:pt>
                <c:pt idx="5917">
                  <c:v>seminolehighfootball</c:v>
                </c:pt>
                <c:pt idx="5918">
                  <c:v>sellerellarealtorshannon</c:v>
                </c:pt>
                <c:pt idx="5919">
                  <c:v>selftitledmanagement</c:v>
                </c:pt>
                <c:pt idx="5920">
                  <c:v>selftaughthumanindividual</c:v>
                </c:pt>
                <c:pt idx="5921">
                  <c:v>self_portrait_layout</c:v>
                </c:pt>
                <c:pt idx="5922">
                  <c:v>selfinterestcollective</c:v>
                </c:pt>
                <c:pt idx="5923">
                  <c:v>selfemployedmillionaire</c:v>
                </c:pt>
                <c:pt idx="5924">
                  <c:v>selfdestructivechild</c:v>
                </c:pt>
                <c:pt idx="5925">
                  <c:v>selfconsciousminority</c:v>
                </c:pt>
                <c:pt idx="5926">
                  <c:v>selfconclusionphotography</c:v>
                </c:pt>
                <c:pt idx="5927">
                  <c:v>seeyouspacecowboy210</c:v>
                </c:pt>
                <c:pt idx="5928">
                  <c:v>seethroughonlysometimes</c:v>
                </c:pt>
                <c:pt idx="5929">
                  <c:v>seerholethehomosexual</c:v>
                </c:pt>
                <c:pt idx="5930">
                  <c:v>seekingsomethinglost</c:v>
                </c:pt>
                <c:pt idx="5931">
                  <c:v>seekingrealestateinvestor</c:v>
                </c:pt>
                <c:pt idx="5932">
                  <c:v>seekingprincecharming</c:v>
                </c:pt>
                <c:pt idx="5933">
                  <c:v>seeingtheextraordinary</c:v>
                </c:pt>
                <c:pt idx="5934">
                  <c:v>seeingdestroyerandtheothercandle</c:v>
                </c:pt>
                <c:pt idx="5935">
                  <c:v>seductive_silhouette_kiss</c:v>
                </c:pt>
                <c:pt idx="5936">
                  <c:v>seductive_sexy_corona</c:v>
                </c:pt>
                <c:pt idx="5937">
                  <c:v>secsoutheastconnection</c:v>
                </c:pt>
                <c:pt idx="5938">
                  <c:v>secretwallskeepusalone</c:v>
                </c:pt>
                <c:pt idx="5939">
                  <c:v>secretsocietyclothing</c:v>
                </c:pt>
                <c:pt idx="5940">
                  <c:v>secretsideprojectleeds</c:v>
                </c:pt>
                <c:pt idx="5941">
                  <c:v>secret_service_community</c:v>
                </c:pt>
                <c:pt idx="5942">
                  <c:v>secret_penguin_society_</c:v>
                </c:pt>
                <c:pt idx="5943">
                  <c:v>secretgardensoundsystem</c:v>
                </c:pt>
                <c:pt idx="5944">
                  <c:v>secretbortschassociation</c:v>
                </c:pt>
                <c:pt idx="5945">
                  <c:v>secret_agent_man_007</c:v>
                </c:pt>
                <c:pt idx="5946">
                  <c:v>secret_agent_girl200</c:v>
                </c:pt>
                <c:pt idx="5947">
                  <c:v>secondtimearound250</c:v>
                </c:pt>
                <c:pt idx="5948">
                  <c:v>secondstringthirdfret</c:v>
                </c:pt>
                <c:pt idx="5949">
                  <c:v>secondplacevictory35</c:v>
                </c:pt>
                <c:pt idx="5950">
                  <c:v>secondhalf_soundsystem</c:v>
                </c:pt>
                <c:pt idx="5951">
                  <c:v>secondcomingclothing</c:v>
                </c:pt>
                <c:pt idx="5952">
                  <c:v>second_class_citizen1</c:v>
                </c:pt>
                <c:pt idx="5953">
                  <c:v>second_chance_financing</c:v>
                </c:pt>
                <c:pt idx="5954">
                  <c:v>secondchancechecking</c:v>
                </c:pt>
                <c:pt idx="5955">
                  <c:v>second2nonemusicgroup</c:v>
                </c:pt>
                <c:pt idx="5956">
                  <c:v>sebastianvanmanticore</c:v>
                </c:pt>
                <c:pt idx="5957">
                  <c:v>sebastiansummerknight</c:v>
                </c:pt>
                <c:pt idx="5958">
                  <c:v>sebastianinletsurfcamp</c:v>
                </c:pt>
                <c:pt idx="5959">
                  <c:v>sebastianguitaraddicted</c:v>
                </c:pt>
                <c:pt idx="5960">
                  <c:v>sebastianfallenangel</c:v>
                </c:pt>
                <c:pt idx="5961">
                  <c:v>sebastian1redcraving</c:v>
                </c:pt>
                <c:pt idx="5962">
                  <c:v>seaweedandchickensoup</c:v>
                </c:pt>
                <c:pt idx="5963">
                  <c:v>seattle_winter_paddling</c:v>
                </c:pt>
                <c:pt idx="5964">
                  <c:v>seattleporcelainveneer</c:v>
                </c:pt>
                <c:pt idx="5965">
                  <c:v>seattlegeneraldentist</c:v>
                </c:pt>
                <c:pt idx="5966">
                  <c:v>seattledentistdirectory</c:v>
                </c:pt>
                <c:pt idx="5967">
                  <c:v>seattlecriminalattorney</c:v>
                </c:pt>
                <c:pt idx="5968">
                  <c:v>seattlecosmeticdentist</c:v>
                </c:pt>
                <c:pt idx="5969">
                  <c:v>seattleatheistsmeetup</c:v>
                </c:pt>
                <c:pt idx="5970">
                  <c:v>seaside_restoration_house</c:v>
                </c:pt>
                <c:pt idx="5971">
                  <c:v>searchingforsomething111</c:v>
                </c:pt>
                <c:pt idx="5972">
                  <c:v>searching_for_santory</c:v>
                </c:pt>
                <c:pt idx="5973">
                  <c:v>searchingformyownspace</c:v>
                </c:pt>
                <c:pt idx="5974">
                  <c:v>searchingformybrother</c:v>
                </c:pt>
                <c:pt idx="5975">
                  <c:v>_searching_for_love_</c:v>
                </c:pt>
                <c:pt idx="5976">
                  <c:v>searchingfor__beauty</c:v>
                </c:pt>
                <c:pt idx="5977">
                  <c:v>searchingforapurpose</c:v>
                </c:pt>
                <c:pt idx="5978">
                  <c:v>searchingbasketballphoto</c:v>
                </c:pt>
                <c:pt idx="5979">
                  <c:v>searching_4_that_1_guy</c:v>
                </c:pt>
                <c:pt idx="5980">
                  <c:v>searching4somethingmore</c:v>
                </c:pt>
                <c:pt idx="5981">
                  <c:v>searching4margaritaville</c:v>
                </c:pt>
                <c:pt idx="5982">
                  <c:v>searchenginemarketing</c:v>
                </c:pt>
                <c:pt idx="5983">
                  <c:v>searchdestroyclothing</c:v>
                </c:pt>
                <c:pt idx="5984">
                  <c:v>seansucksonlythebiggest</c:v>
                </c:pt>
                <c:pt idx="5985">
                  <c:v>seanposey_thecutiepie</c:v>
                </c:pt>
                <c:pt idx="5986">
                  <c:v>sean_official_support</c:v>
                </c:pt>
                <c:pt idx="5987">
                  <c:v>seanmilligan_prepaidlegal</c:v>
                </c:pt>
                <c:pt idx="5988">
                  <c:v>seancarterphotography</c:v>
                </c:pt>
                <c:pt idx="5989">
                  <c:v>seallawnandgardencare</c:v>
                </c:pt>
                <c:pt idx="5990">
                  <c:v>seal_beach_waterpolo</c:v>
                </c:pt>
                <c:pt idx="5991">
                  <c:v>seabreeze_communitychurch</c:v>
                </c:pt>
                <c:pt idx="5992">
                  <c:v>scroungingforwhatsleft</c:v>
                </c:pt>
                <c:pt idx="5993">
                  <c:v>screwstonehardhitter</c:v>
                </c:pt>
                <c:pt idx="5994">
                  <c:v>screwmilkilldourbodygood</c:v>
                </c:pt>
                <c:pt idx="5995">
                  <c:v>screenwriting_genius</c:v>
                </c:pt>
                <c:pt idx="5996">
                  <c:v>scream_somethingbeautiful</c:v>
                </c:pt>
                <c:pt idx="5997">
                  <c:v>screamingmiketheband</c:v>
                </c:pt>
                <c:pt idx="5998">
                  <c:v>screaminglordbutchandhishowlingmonkeymen</c:v>
                </c:pt>
                <c:pt idx="5999">
                  <c:v>screamingintothevoid</c:v>
                </c:pt>
                <c:pt idx="6000">
                  <c:v>screamingfromtheashes</c:v>
                </c:pt>
                <c:pt idx="6001">
                  <c:v>screamingdragonproduction</c:v>
                </c:pt>
                <c:pt idx="6002">
                  <c:v>scream_from_the_abyss</c:v>
                </c:pt>
                <c:pt idx="6003">
                  <c:v>scream0your0heart0out</c:v>
                </c:pt>
                <c:pt idx="6004">
                  <c:v>scratchmastersavage1</c:v>
                </c:pt>
                <c:pt idx="6005">
                  <c:v>scrappy_the_racehorse</c:v>
                </c:pt>
                <c:pt idx="6006">
                  <c:v>scrap_metal_sculpture</c:v>
                </c:pt>
                <c:pt idx="6007">
                  <c:v>scraped_but_beautiful42</c:v>
                </c:pt>
                <c:pt idx="6008">
                  <c:v>scrapbookingprincess</c:v>
                </c:pt>
                <c:pt idx="6009">
                  <c:v>scrabble_over_and_out</c:v>
                </c:pt>
                <c:pt idx="6010">
                  <c:v>scrabblefivethousand</c:v>
                </c:pt>
                <c:pt idx="6011">
                  <c:v>scottsdaletravelingman</c:v>
                </c:pt>
                <c:pt idx="6012">
                  <c:v>scottishtemperedwoman</c:v>
                </c:pt>
                <c:pt idx="6013">
                  <c:v>scottishdrinkingteam</c:v>
                </c:pt>
                <c:pt idx="6014">
                  <c:v>scottiedoesntknowband</c:v>
                </c:pt>
                <c:pt idx="6015">
                  <c:v>scottie_doesnt_know_9</c:v>
                </c:pt>
                <c:pt idx="6016">
                  <c:v>scotthefalloutboyfan</c:v>
                </c:pt>
                <c:pt idx="6017">
                  <c:v>scorpionprincess4eva</c:v>
                </c:pt>
                <c:pt idx="6018">
                  <c:v>scorched_earth_erotica_</c:v>
                </c:pt>
                <c:pt idx="6019">
                  <c:v>scootmanmusicandsounddesign</c:v>
                </c:pt>
                <c:pt idx="6020">
                  <c:v>scooterandtheapplebottomtrio</c:v>
                </c:pt>
                <c:pt idx="6021">
                  <c:v>scobbandthepixiesticks</c:v>
                </c:pt>
                <c:pt idx="6022">
                  <c:v>scissorsistersbigfan</c:v>
                </c:pt>
                <c:pt idx="6023">
                  <c:v>scissorhappychic805</c:v>
                </c:pt>
                <c:pt idx="6024">
                  <c:v>scissorfistmagnethead</c:v>
                </c:pt>
                <c:pt idx="6025">
                  <c:v>scientologist_fanatic</c:v>
                </c:pt>
                <c:pt idx="6026">
                  <c:v>sciencefictionghetto</c:v>
                </c:pt>
                <c:pt idx="6027">
                  <c:v>schoolforimprovisationalmusic</c:v>
                </c:pt>
                <c:pt idx="6028">
                  <c:v>schoolboardincognito</c:v>
                </c:pt>
                <c:pt idx="6029">
                  <c:v>scenescreamphotography</c:v>
                </c:pt>
                <c:pt idx="6030">
                  <c:v>scenarioyouthtalkshow</c:v>
                </c:pt>
                <c:pt idx="6031">
                  <c:v>scarygarycradlefan4life</c:v>
                </c:pt>
                <c:pt idx="6032">
                  <c:v>scarrylayout_tester8</c:v>
                </c:pt>
                <c:pt idx="6033">
                  <c:v>scarlettjeanbeautyqueen</c:v>
                </c:pt>
                <c:pt idx="6034">
                  <c:v>scarletclothingcompany</c:v>
                </c:pt>
                <c:pt idx="6035">
                  <c:v>scarface_tonymontana</c:v>
                </c:pt>
                <c:pt idx="6036">
                  <c:v>say_when_michiganteam</c:v>
                </c:pt>
                <c:pt idx="6037">
                  <c:v>say_when_germanstreetteam</c:v>
                </c:pt>
                <c:pt idx="6038">
                  <c:v>saynotoanimalcruelty</c:v>
                </c:pt>
                <c:pt idx="6039">
                  <c:v>sayhellotoherlittlefriend</c:v>
                </c:pt>
                <c:pt idx="6040">
                  <c:v>saygoodnight_rockstar8289</c:v>
                </c:pt>
                <c:pt idx="6041">
                  <c:v>saygoodnightelizabeth</c:v>
                </c:pt>
                <c:pt idx="6042">
                  <c:v>savingcrimebeforebedtime</c:v>
                </c:pt>
                <c:pt idx="6043">
                  <c:v>saveyourfuckingbreath</c:v>
                </c:pt>
                <c:pt idx="6044">
                  <c:v>savewatershowertogether14</c:v>
                </c:pt>
                <c:pt idx="6045">
                  <c:v>save_water_drink_beer420</c:v>
                </c:pt>
                <c:pt idx="6046">
                  <c:v>savewater_drinkbeer1</c:v>
                </c:pt>
                <c:pt idx="6047">
                  <c:v>savetonightfightdawn</c:v>
                </c:pt>
                <c:pt idx="6048">
                  <c:v>savethehorserideacowboy</c:v>
                </c:pt>
                <c:pt idx="6049">
                  <c:v>savepacmanfromcanada</c:v>
                </c:pt>
                <c:pt idx="6050">
                  <c:v>save_our_wounded_hearts</c:v>
                </c:pt>
                <c:pt idx="6051">
                  <c:v>save_honeywell_college</c:v>
                </c:pt>
                <c:pt idx="6052">
                  <c:v>save_duke_and_grizzly</c:v>
                </c:pt>
                <c:pt idx="6053">
                  <c:v>saved_single_satisfied</c:v>
                </c:pt>
                <c:pt idx="6054">
                  <c:v>savanna_nicole_copeland</c:v>
                </c:pt>
                <c:pt idx="6055">
                  <c:v>savannahmightloveyou</c:v>
                </c:pt>
                <c:pt idx="6056">
                  <c:v>savannahmariemartinez</c:v>
                </c:pt>
                <c:pt idx="6057">
                  <c:v>savannahmaejordan2007</c:v>
                </c:pt>
                <c:pt idx="6058">
                  <c:v>savannahclaireforever</c:v>
                </c:pt>
                <c:pt idx="6059">
                  <c:v>savannahchristiansen</c:v>
                </c:pt>
                <c:pt idx="6060">
                  <c:v>savagewrestlingfederation</c:v>
                </c:pt>
                <c:pt idx="6061">
                  <c:v>savagethebodysnatcher</c:v>
                </c:pt>
                <c:pt idx="6062">
                  <c:v>sausage2waffle2bacon4eva</c:v>
                </c:pt>
                <c:pt idx="6063">
                  <c:v>saundra_pretty_smile</c:v>
                </c:pt>
                <c:pt idx="6064">
                  <c:v>saundersglovertribute</c:v>
                </c:pt>
                <c:pt idx="6065">
                  <c:v>saucyshakingproduction</c:v>
                </c:pt>
                <c:pt idx="6066">
                  <c:v>saucysexystylishnikki</c:v>
                </c:pt>
                <c:pt idx="6067">
                  <c:v>saucy_little_nibbler</c:v>
                </c:pt>
                <c:pt idx="6068">
                  <c:v>saucybossyextraflossy</c:v>
                </c:pt>
                <c:pt idx="6069">
                  <c:v>saturationpointmusic</c:v>
                </c:pt>
                <c:pt idx="6070">
                  <c:v>satellitetrendsignal</c:v>
                </c:pt>
                <c:pt idx="6071">
                  <c:v>satansicecreamtruck_</c:v>
                </c:pt>
                <c:pt idx="6072">
                  <c:v>satanicsexualpredator</c:v>
                </c:pt>
                <c:pt idx="6073">
                  <c:v>satanicknittinggroup</c:v>
                </c:pt>
                <c:pt idx="6074">
                  <c:v>satanicfetusmutilation</c:v>
                </c:pt>
                <c:pt idx="6075">
                  <c:v>satanicalkittylaughter</c:v>
                </c:pt>
                <c:pt idx="6076">
                  <c:v>sassy_the_good_angel</c:v>
                </c:pt>
                <c:pt idx="6077">
                  <c:v>sassy_southern_belle</c:v>
                </c:pt>
                <c:pt idx="6078">
                  <c:v>sassy_girl_21_2004yahoo</c:v>
                </c:pt>
                <c:pt idx="6079">
                  <c:v>sassybrowneyedgirl70</c:v>
                </c:pt>
                <c:pt idx="6080">
                  <c:v>sassy_ass_julie_anne</c:v>
                </c:pt>
                <c:pt idx="6081">
                  <c:v>sassy_and_sexy007210</c:v>
                </c:pt>
                <c:pt idx="6082">
                  <c:v>sashaloveyou98754321</c:v>
                </c:pt>
                <c:pt idx="6083">
                  <c:v>saschajacksolarmarch</c:v>
                </c:pt>
                <c:pt idx="6084">
                  <c:v>saschaandeliseowneveryone</c:v>
                </c:pt>
                <c:pt idx="6085">
                  <c:v>sarcastic_till_the_end</c:v>
                </c:pt>
                <c:pt idx="6086">
                  <c:v>sarcasticsoccergirl19</c:v>
                </c:pt>
                <c:pt idx="6087">
                  <c:v>sarcasticchunkymonkey</c:v>
                </c:pt>
                <c:pt idx="6088">
                  <c:v>sarcastic_and_cynicalkyle</c:v>
                </c:pt>
                <c:pt idx="6089">
                  <c:v>sarawhitneyhutchinson</c:v>
                </c:pt>
                <c:pt idx="6090">
                  <c:v>sara_the_lovestealer</c:v>
                </c:pt>
                <c:pt idx="6091">
                  <c:v>sara_marie_elizabeth_92</c:v>
                </c:pt>
                <c:pt idx="6092">
                  <c:v>sara_look_its_20_after_4</c:v>
                </c:pt>
                <c:pt idx="6093">
                  <c:v>sara_littledrummer_girl</c:v>
                </c:pt>
                <c:pt idx="6094">
                  <c:v>sarakillionspringfield</c:v>
                </c:pt>
                <c:pt idx="6095">
                  <c:v>sara_jean_underwood_fan</c:v>
                </c:pt>
                <c:pt idx="6096">
                  <c:v>sarah_your_one_and_only</c:v>
                </c:pt>
                <c:pt idx="6097">
                  <c:v>sarahwarriorprincess49</c:v>
                </c:pt>
                <c:pt idx="6098">
                  <c:v>sarahthefuckinggreat</c:v>
                </c:pt>
                <c:pt idx="6099">
                  <c:v>sarahtheballershotcaller</c:v>
                </c:pt>
                <c:pt idx="6100">
                  <c:v>sarahsoon2begraybeal</c:v>
                </c:pt>
                <c:pt idx="6101">
                  <c:v>sarahsonlinebabyshower</c:v>
                </c:pt>
                <c:pt idx="6102">
                  <c:v>sarah_natural_brunette</c:v>
                </c:pt>
                <c:pt idx="6103">
                  <c:v>sarahmadethisforme1290</c:v>
                </c:pt>
                <c:pt idx="6104">
                  <c:v>sarahleefromsouthwest</c:v>
                </c:pt>
                <c:pt idx="6105">
                  <c:v>sarahjessicaparkerfan</c:v>
                </c:pt>
                <c:pt idx="6106">
                  <c:v>sarahjanewilsonmusic</c:v>
                </c:pt>
                <c:pt idx="6107">
                  <c:v>sarah_jane_elisha_vernon</c:v>
                </c:pt>
                <c:pt idx="6108">
                  <c:v>sarahfromthelabyrinth</c:v>
                </c:pt>
                <c:pt idx="6109">
                  <c:v>sarah_friggin_wallis</c:v>
                </c:pt>
                <c:pt idx="6110">
                  <c:v>sarahelizabethbarker</c:v>
                </c:pt>
                <c:pt idx="6111">
                  <c:v>SarahElizabethAnne2007</c:v>
                </c:pt>
                <c:pt idx="6112">
                  <c:v>sarahcatherineheartsyou</c:v>
                </c:pt>
                <c:pt idx="6113">
                  <c:v>sarahbonthemicrophone</c:v>
                </c:pt>
                <c:pt idx="6114">
                  <c:v>sarahbearlivelaughlove</c:v>
                </c:pt>
                <c:pt idx="6115">
                  <c:v>sarah_batterypower_murray</c:v>
                </c:pt>
                <c:pt idx="6116">
                  <c:v>sarahandwilljune202009</c:v>
                </c:pt>
                <c:pt idx="6117">
                  <c:v>sarah_and_tiesha_cooper</c:v>
                </c:pt>
                <c:pt idx="6118">
                  <c:v>sarah_and_danny_forever</c:v>
                </c:pt>
                <c:pt idx="6119">
                  <c:v>sarah34punkrockchic34</c:v>
                </c:pt>
                <c:pt idx="6120">
                  <c:v>sarafuckingvengeance</c:v>
                </c:pt>
                <c:pt idx="6121">
                  <c:v>sara_elizabeth_chadburn</c:v>
                </c:pt>
                <c:pt idx="6122">
                  <c:v>saraclairehalfmarathon</c:v>
                </c:pt>
                <c:pt idx="6123">
                  <c:v>saraandjulialovetanya</c:v>
                </c:pt>
                <c:pt idx="6124">
                  <c:v>sara_and_her_massager</c:v>
                </c:pt>
                <c:pt idx="6125">
                  <c:v>sara333youforever101</c:v>
                </c:pt>
                <c:pt idx="6126">
                  <c:v>sappy_lil_love_puppy</c:v>
                </c:pt>
                <c:pt idx="6127">
                  <c:v>sapphire_flamealchemist</c:v>
                </c:pt>
                <c:pt idx="6128">
                  <c:v>sapphire_eyed_sweetie</c:v>
                </c:pt>
                <c:pt idx="6129">
                  <c:v>santanaonefortysecond</c:v>
                </c:pt>
                <c:pt idx="6130">
                  <c:v>SANTANAFREEPORTSOHALLA</c:v>
                </c:pt>
                <c:pt idx="6131">
                  <c:v>sanity_under_construction</c:v>
                </c:pt>
                <c:pt idx="6132">
                  <c:v>sanityliteralprofanity</c:v>
                </c:pt>
                <c:pt idx="6133">
                  <c:v>sangerhighschooljazzband</c:v>
                </c:pt>
                <c:pt idx="6134">
                  <c:v>sandwichfromtheghetto</c:v>
                </c:pt>
                <c:pt idx="6135">
                  <c:v>sandradavidphotography</c:v>
                </c:pt>
                <c:pt idx="6136">
                  <c:v>sandra_aka_sadgirl1</c:v>
                </c:pt>
                <c:pt idx="6137">
                  <c:v>sandie_the_temptress</c:v>
                </c:pt>
                <c:pt idx="6138">
                  <c:v>sandiegosnumberonerealtor</c:v>
                </c:pt>
                <c:pt idx="6139">
                  <c:v>sanctuarysoundstudio</c:v>
                </c:pt>
                <c:pt idx="6140">
                  <c:v>samwise_the_bold_punisher</c:v>
                </c:pt>
                <c:pt idx="6141">
                  <c:v>sam_where_you_belong</c:v>
                </c:pt>
                <c:pt idx="6142">
                  <c:v>samuraijackleanproduction</c:v>
                </c:pt>
                <c:pt idx="6143">
                  <c:v>sam_the_football_dude</c:v>
                </c:pt>
                <c:pt idx="6144">
                  <c:v>samsonlittlegreenfriend</c:v>
                </c:pt>
                <c:pt idx="6145">
                  <c:v>samslamthebackdoorman</c:v>
                </c:pt>
                <c:pt idx="6146">
                  <c:v>sammy_the_frogprincess</c:v>
                </c:pt>
                <c:pt idx="6147">
                  <c:v>sammy_live_laugh_love</c:v>
                </c:pt>
                <c:pt idx="6148">
                  <c:v>sammy_life_love_death</c:v>
                </c:pt>
                <c:pt idx="6149">
                  <c:v>sammykayfromthemilkyway</c:v>
                </c:pt>
                <c:pt idx="6150">
                  <c:v>sammydoodlebug4life14</c:v>
                </c:pt>
                <c:pt idx="6151">
                  <c:v>sammy_dirty_little_thing</c:v>
                </c:pt>
                <c:pt idx="6152">
                  <c:v>sammyclarkdrumproject</c:v>
                </c:pt>
                <c:pt idx="6153">
                  <c:v>sammotherfuckinghoward</c:v>
                </c:pt>
                <c:pt idx="6154">
                  <c:v>samemandifferentlife</c:v>
                </c:pt>
                <c:pt idx="6155">
                  <c:v>samecrapdifferentday</c:v>
                </c:pt>
                <c:pt idx="6156">
                  <c:v>samebrainfiggyandalex</c:v>
                </c:pt>
                <c:pt idx="6157">
                  <c:v>samcollettemcdonough</c:v>
                </c:pt>
                <c:pt idx="6158">
                  <c:v>samanthathegoodwitch</c:v>
                </c:pt>
                <c:pt idx="6159">
                  <c:v>samanthathebrokenangel</c:v>
                </c:pt>
                <c:pt idx="6160">
                  <c:v>samanthathebeautiful</c:v>
                </c:pt>
                <c:pt idx="6161">
                  <c:v>samantha_paige_woodward</c:v>
                </c:pt>
                <c:pt idx="6162">
                  <c:v>samanthalouiseelizabeth</c:v>
                </c:pt>
                <c:pt idx="6163">
                  <c:v>samanthaleiannamarie</c:v>
                </c:pt>
                <c:pt idx="6164">
                  <c:v>samantha_julia_marissa_18</c:v>
                </c:pt>
                <c:pt idx="6165">
                  <c:v>samantha_hockeychick08</c:v>
                </c:pt>
                <c:pt idx="6166">
                  <c:v>samanthaheartsdanielle</c:v>
                </c:pt>
                <c:pt idx="6167">
                  <c:v>samantha_gray_animalover</c:v>
                </c:pt>
                <c:pt idx="6168">
                  <c:v>samanthafreakingellen</c:v>
                </c:pt>
                <c:pt idx="6169">
                  <c:v>samanthaforeverandaday</c:v>
                </c:pt>
                <c:pt idx="6170">
                  <c:v>samantha_felicia_evans</c:v>
                </c:pt>
                <c:pt idx="6171">
                  <c:v>samantha_ellison2010</c:v>
                </c:pt>
                <c:pt idx="6172">
                  <c:v>samantha_drake_morgan</c:v>
                </c:pt>
                <c:pt idx="6173">
                  <c:v>samanthacrazyforscottie</c:v>
                </c:pt>
                <c:pt idx="6174">
                  <c:v>samanthacarolynclark</c:v>
                </c:pt>
                <c:pt idx="6175">
                  <c:v>samantha_ann_robinson</c:v>
                </c:pt>
                <c:pt idx="6176">
                  <c:v>samantha_ann_goff200</c:v>
                </c:pt>
                <c:pt idx="6177">
                  <c:v>samanthaanddaleforever</c:v>
                </c:pt>
                <c:pt idx="6178">
                  <c:v>samanthaamberstanley</c:v>
                </c:pt>
                <c:pt idx="6179">
                  <c:v>sam42worlddomination</c:v>
                </c:pt>
                <c:pt idx="6180">
                  <c:v>salvetricolorpaulista</c:v>
                </c:pt>
                <c:pt idx="6181">
                  <c:v>salvationcomesourway</c:v>
                </c:pt>
                <c:pt idx="6182">
                  <c:v>saltwaterfishingokinawa</c:v>
                </c:pt>
                <c:pt idx="6183">
                  <c:v>saltvillefirefighter</c:v>
                </c:pt>
                <c:pt idx="6184">
                  <c:v>Sal_The_Silly_Sailor</c:v>
                </c:pt>
                <c:pt idx="6185">
                  <c:v>sally_jesse_raffle_ticket</c:v>
                </c:pt>
                <c:pt idx="6186">
                  <c:v>sallycupcakesandliana</c:v>
                </c:pt>
                <c:pt idx="6187">
                  <c:v>salinaelizabeth_baby</c:v>
                </c:pt>
                <c:pt idx="6188">
                  <c:v>salemorchidofficialband</c:v>
                </c:pt>
                <c:pt idx="6189">
                  <c:v>saladdaydeathbedmotorcade</c:v>
                </c:pt>
                <c:pt idx="6190">
                  <c:v>salaciouslysweetdeedee</c:v>
                </c:pt>
                <c:pt idx="6191">
                  <c:v>sakura_victoria_morgan</c:v>
                </c:pt>
                <c:pt idx="6192">
                  <c:v>sakurastrongandsmart</c:v>
                </c:pt>
                <c:pt idx="6193">
                  <c:v>sakura_sauce_kay_love</c:v>
                </c:pt>
                <c:pt idx="6194">
                  <c:v>sakuraeverlastingkiss</c:v>
                </c:pt>
                <c:pt idx="6195">
                  <c:v>saintmarysyouthgroup</c:v>
                </c:pt>
                <c:pt idx="6196">
                  <c:v>sain_but_really_special</c:v>
                </c:pt>
                <c:pt idx="6197">
                  <c:v>sagittarius_kick_ass88</c:v>
                </c:pt>
                <c:pt idx="6198">
                  <c:v>sagittariusbabygurl100</c:v>
                </c:pt>
                <c:pt idx="6199">
                  <c:v>sagittariusbabygurl10</c:v>
                </c:pt>
                <c:pt idx="6200">
                  <c:v>saginaw_marching_band</c:v>
                </c:pt>
                <c:pt idx="6201">
                  <c:v>safarigirlgonewilder</c:v>
                </c:pt>
                <c:pt idx="6202">
                  <c:v>sadsongsandfairytales</c:v>
                </c:pt>
                <c:pt idx="6203">
                  <c:v>sadness_pain_hate_anger</c:v>
                </c:pt>
                <c:pt idx="6204">
                  <c:v>sadlifethatyoulivebitch</c:v>
                </c:pt>
                <c:pt idx="6205">
                  <c:v>sadclownentertainment</c:v>
                </c:pt>
                <c:pt idx="6206">
                  <c:v>sactownbutterflygirl2005</c:v>
                </c:pt>
                <c:pt idx="6207">
                  <c:v>sacredhistorymagazine</c:v>
                </c:pt>
                <c:pt idx="6208">
                  <c:v>sacredgroundministry</c:v>
                </c:pt>
                <c:pt idx="6209">
                  <c:v>sacramentostripperclass</c:v>
                </c:pt>
                <c:pt idx="6210">
                  <c:v>sabrina_good_charlotte</c:v>
                </c:pt>
                <c:pt idx="6211">
                  <c:v>sabrina_aka_tink_lover</c:v>
                </c:pt>
                <c:pt idx="6212">
                  <c:v>saajuniorclasstalent</c:v>
                </c:pt>
                <c:pt idx="6213">
                  <c:v>ruthless_thug_4_life</c:v>
                </c:pt>
                <c:pt idx="6214">
                  <c:v>ruthiemelaniedianamartin</c:v>
                </c:pt>
                <c:pt idx="6215">
                  <c:v>ruthie_from_the_block</c:v>
                </c:pt>
                <c:pt idx="6216">
                  <c:v>rustyandchuckforever</c:v>
                </c:pt>
                <c:pt idx="6217">
                  <c:v>rustburgultimateclub</c:v>
                </c:pt>
                <c:pt idx="6218">
                  <c:v>russellandpaula4ever</c:v>
                </c:pt>
                <c:pt idx="6219">
                  <c:v>rupturedsurroundsound</c:v>
                </c:pt>
                <c:pt idx="6220">
                  <c:v>runyamoufentertainment</c:v>
                </c:pt>
                <c:pt idx="6221">
                  <c:v>runthatshitfasthello</c:v>
                </c:pt>
                <c:pt idx="6222">
                  <c:v>runninonfaithquartet</c:v>
                </c:pt>
                <c:pt idx="6223">
                  <c:v>running_with_scissors</c:v>
                </c:pt>
                <c:pt idx="6224">
                  <c:v>runningwithscissors555</c:v>
                </c:pt>
                <c:pt idx="6225">
                  <c:v>running_with_scissors41</c:v>
                </c:pt>
                <c:pt idx="6226">
                  <c:v>runningwithscissors29</c:v>
                </c:pt>
                <c:pt idx="6227">
                  <c:v>runningwithscissors248</c:v>
                </c:pt>
                <c:pt idx="6228">
                  <c:v>runningwithscissors100</c:v>
                </c:pt>
                <c:pt idx="6229">
                  <c:v>runningwith_scissors</c:v>
                </c:pt>
                <c:pt idx="6230">
                  <c:v>runningtowardthehorizon</c:v>
                </c:pt>
                <c:pt idx="6231">
                  <c:v>running_though_the_night</c:v>
                </c:pt>
                <c:pt idx="6232">
                  <c:v>runningrazorbackbelle</c:v>
                </c:pt>
                <c:pt idx="6233">
                  <c:v>runningmantwentythree</c:v>
                </c:pt>
                <c:pt idx="6234">
                  <c:v>runningmanlayoutpreview5</c:v>
                </c:pt>
                <c:pt idx="6235">
                  <c:v>runningfromthisnightmare</c:v>
                </c:pt>
                <c:pt idx="6236">
                  <c:v>runningfromthehideaway</c:v>
                </c:pt>
                <c:pt idx="6237">
                  <c:v>runningfromreality75</c:v>
                </c:pt>
                <c:pt idx="6238">
                  <c:v>running_for_the_love</c:v>
                </c:pt>
                <c:pt idx="6239">
                  <c:v>runningandjumping101</c:v>
                </c:pt>
                <c:pt idx="6240">
                  <c:v>runnerrebbel_stunner</c:v>
                </c:pt>
                <c:pt idx="6241">
                  <c:v>run_its_the_forehead</c:v>
                </c:pt>
                <c:pt idx="6242">
                  <c:v>runescapewarrior93999</c:v>
                </c:pt>
                <c:pt idx="6243">
                  <c:v>runescape_super_clan</c:v>
                </c:pt>
                <c:pt idx="6244">
                  <c:v>runescape_punisher545</c:v>
                </c:pt>
                <c:pt idx="6245">
                  <c:v>runescapemaster115011</c:v>
                </c:pt>
                <c:pt idx="6246">
                  <c:v>rumpusroomsoundsystem</c:v>
                </c:pt>
                <c:pt idx="6247">
                  <c:v>rule_the_world_with_love</c:v>
                </c:pt>
                <c:pt idx="6248">
                  <c:v>rulenumberseventysix</c:v>
                </c:pt>
                <c:pt idx="6249">
                  <c:v>rugby_takingbacksunday</c:v>
                </c:pt>
                <c:pt idx="6250">
                  <c:v>rufftownentertainment</c:v>
                </c:pt>
                <c:pt idx="6251">
                  <c:v>rubyrosethepimperish</c:v>
                </c:pt>
                <c:pt idx="6252">
                  <c:v>ruby_red_cherry_drop</c:v>
                </c:pt>
                <c:pt idx="6253">
                  <c:v>ruby_love_anderson_cooper</c:v>
                </c:pt>
                <c:pt idx="6254">
                  <c:v>rubbish_filter_system</c:v>
                </c:pt>
                <c:pt idx="6255">
                  <c:v>rubberduckiechick2992</c:v>
                </c:pt>
                <c:pt idx="6256">
                  <c:v>rubber_chicken_sebastian</c:v>
                </c:pt>
                <c:pt idx="6257">
                  <c:v>rubberchickeninvasion</c:v>
                </c:pt>
                <c:pt idx="6258">
                  <c:v>rubberchickenfactory</c:v>
                </c:pt>
                <c:pt idx="6259">
                  <c:v>rubberchickenexperiment</c:v>
                </c:pt>
                <c:pt idx="6260">
                  <c:v>royalunderscoreknight</c:v>
                </c:pt>
                <c:pt idx="6261">
                  <c:v>royalsocietyclothing</c:v>
                </c:pt>
                <c:pt idx="6262">
                  <c:v>royalequestriancenter</c:v>
                </c:pt>
                <c:pt idx="6263">
                  <c:v>roxy_the_tragic_rabbit</c:v>
                </c:pt>
                <c:pt idx="6264">
                  <c:v>roxysnowboarder80201</c:v>
                </c:pt>
                <c:pt idx="6265">
                  <c:v>roxy_single_babygurl</c:v>
                </c:pt>
                <c:pt idx="6266">
                  <c:v>roxyprincessstephanie</c:v>
                </c:pt>
                <c:pt idx="6267">
                  <c:v>roxy_girl_billabong_21</c:v>
                </c:pt>
                <c:pt idx="6268">
                  <c:v>roxtract_orange_county</c:v>
                </c:pt>
                <c:pt idx="6269">
                  <c:v>roxburypurplehazeunit</c:v>
                </c:pt>
                <c:pt idx="6270">
                  <c:v>roxanneroxieroxybabe</c:v>
                </c:pt>
                <c:pt idx="6271">
                  <c:v>RoxanneElizabethSalinas</c:v>
                </c:pt>
                <c:pt idx="6272">
                  <c:v>roxanneallaboutyouband</c:v>
                </c:pt>
                <c:pt idx="6273">
                  <c:v>rowan_mayfair_vampire</c:v>
                </c:pt>
                <c:pt idx="6274">
                  <c:v>roundupcountrywestern</c:v>
                </c:pt>
                <c:pt idx="6275">
                  <c:v>roundtableconflictmusic</c:v>
                </c:pt>
                <c:pt idx="6276">
                  <c:v>roughsexmakethathurt99</c:v>
                </c:pt>
                <c:pt idx="6277">
                  <c:v>rotten_spoiled_princess</c:v>
                </c:pt>
                <c:pt idx="6278">
                  <c:v>rotaryexperimentseven</c:v>
                </c:pt>
                <c:pt idx="6279">
                  <c:v>roswell_chris_miller</c:v>
                </c:pt>
                <c:pt idx="6280">
                  <c:v>ross_volleyballchick_44</c:v>
                </c:pt>
                <c:pt idx="6281">
                  <c:v>rossparallaxphotoweb</c:v>
                </c:pt>
                <c:pt idx="6282">
                  <c:v>rosshopkins_greenock</c:v>
                </c:pt>
                <c:pt idx="6283">
                  <c:v>rossandchrisareamazing</c:v>
                </c:pt>
                <c:pt idx="6284">
                  <c:v>rosesfromtheconcrete</c:v>
                </c:pt>
                <c:pt idx="6285">
                  <c:v>roses_die__eventually</c:v>
                </c:pt>
                <c:pt idx="6286">
                  <c:v>rose_ruby_sexy_woman</c:v>
                </c:pt>
                <c:pt idx="6287">
                  <c:v>rosegordonphotography</c:v>
                </c:pt>
                <c:pt idx="6288">
                  <c:v>rosefamilyforeverbaby</c:v>
                </c:pt>
                <c:pt idx="6289">
                  <c:v>rosecityaudio_electronics</c:v>
                </c:pt>
                <c:pt idx="6290">
                  <c:v>rosebud_twinkle_star</c:v>
                </c:pt>
                <c:pt idx="6291">
                  <c:v>roscoe_the_traveling_bear</c:v>
                </c:pt>
                <c:pt idx="6292">
                  <c:v>rosanna_she_ran_away</c:v>
                </c:pt>
                <c:pt idx="6293">
                  <c:v>roryoneillphotography</c:v>
                </c:pt>
                <c:pt idx="6294">
                  <c:v>roosterofficialmusic</c:v>
                </c:pt>
                <c:pt idx="6295">
                  <c:v>ronnie_realistictattoo</c:v>
                </c:pt>
                <c:pt idx="6296">
                  <c:v>rondotowarddestruction</c:v>
                </c:pt>
                <c:pt idx="6297">
                  <c:v>ron_burgundy_anchorman</c:v>
                </c:pt>
                <c:pt idx="6298">
                  <c:v>romulus_the_dark_god</c:v>
                </c:pt>
                <c:pt idx="6299">
                  <c:v>romantic_country_guy</c:v>
                </c:pt>
                <c:pt idx="6300">
                  <c:v>romantic_college_guy</c:v>
                </c:pt>
                <c:pt idx="6301">
                  <c:v>romantically_relaxed_boy</c:v>
                </c:pt>
                <c:pt idx="6302">
                  <c:v>romance_love_heartbreak</c:v>
                </c:pt>
                <c:pt idx="6303">
                  <c:v>rolltidewillienelson</c:v>
                </c:pt>
                <c:pt idx="6304">
                  <c:v>rollinwiththesafetyoff</c:v>
                </c:pt>
                <c:pt idx="6305">
                  <c:v>rollingthunderdrumline</c:v>
                </c:pt>
                <c:pt idx="6306">
                  <c:v>roll_film_speed_action</c:v>
                </c:pt>
                <c:pt idx="6307">
                  <c:v>roller_skating_angel</c:v>
                </c:pt>
                <c:pt idx="6308">
                  <c:v>rollergirlmisstsunami</c:v>
                </c:pt>
                <c:pt idx="6309">
                  <c:v>roll_another_blunt_420</c:v>
                </c:pt>
                <c:pt idx="6310">
                  <c:v>roleplayingcodymartin</c:v>
                </c:pt>
                <c:pt idx="6311">
                  <c:v>roleplayer_person_rox</c:v>
                </c:pt>
                <c:pt idx="6312">
                  <c:v>roleplayerjessicaalba</c:v>
                </c:pt>
                <c:pt idx="6313">
                  <c:v>roleplaychickforlife</c:v>
                </c:pt>
                <c:pt idx="6314">
                  <c:v>roguevalleyunderground</c:v>
                </c:pt>
                <c:pt idx="6315">
                  <c:v>rogue_slayer_firecracker</c:v>
                </c:pt>
                <c:pt idx="6316">
                  <c:v>rogerwillalwaysloveyou</c:v>
                </c:pt>
                <c:pt idx="6317">
                  <c:v>rogerstanleeexperience</c:v>
                </c:pt>
                <c:pt idx="6318">
                  <c:v>rogerhickeyproduction</c:v>
                </c:pt>
                <c:pt idx="6319">
                  <c:v>rodriguezfamilyreunion</c:v>
                </c:pt>
                <c:pt idx="6320">
                  <c:v>rodriguez_art_studio</c:v>
                </c:pt>
                <c:pt idx="6321">
                  <c:v>rode_short_bus_yellow</c:v>
                </c:pt>
                <c:pt idx="6322">
                  <c:v>rodeocowgirl9newyork</c:v>
                </c:pt>
                <c:pt idx="6323">
                  <c:v>rocky_the_bearded_dragon</c:v>
                </c:pt>
                <c:pt idx="6324">
                  <c:v>rockyourworld_malena</c:v>
                </c:pt>
                <c:pt idx="6325">
                  <c:v>rockymountainwildlifephot</c:v>
                </c:pt>
                <c:pt idx="6326">
                  <c:v>rocky_mountain_oyster_boy</c:v>
                </c:pt>
                <c:pt idx="6327">
                  <c:v>rockyhorrorpicturebabe</c:v>
                </c:pt>
                <c:pt idx="6328">
                  <c:v>rockwithshootthebreeze</c:v>
                </c:pt>
                <c:pt idx="6329">
                  <c:v>rocktheengagementparty</c:v>
                </c:pt>
                <c:pt idx="6330">
                  <c:v>rockstarprincess2021</c:v>
                </c:pt>
                <c:pt idx="6331">
                  <c:v>rockstar.photographer</c:v>
                </c:pt>
                <c:pt idx="6332">
                  <c:v>rockstar-photographer</c:v>
                </c:pt>
                <c:pt idx="6333">
                  <c:v>rockstar_guitarist_mark</c:v>
                </c:pt>
                <c:pt idx="6334">
                  <c:v>rockstar_entertainment</c:v>
                </c:pt>
                <c:pt idx="6335">
                  <c:v>rock_solid_cheer_chick</c:v>
                </c:pt>
                <c:pt idx="6336">
                  <c:v>rockprincesschickthingy</c:v>
                </c:pt>
                <c:pt idx="6337">
                  <c:v>rockphonicmanagement</c:v>
                </c:pt>
                <c:pt idx="6338">
                  <c:v>rockpaperscissorsmusic</c:v>
                </c:pt>
                <c:pt idx="6339">
                  <c:v>rock_paper_scissors_</c:v>
                </c:pt>
                <c:pt idx="6340">
                  <c:v>rockpaperscissormusic</c:v>
                </c:pt>
                <c:pt idx="6341">
                  <c:v>rock_metal_punk_love</c:v>
                </c:pt>
                <c:pt idx="6342">
                  <c:v>rocking_wit_the_best</c:v>
                </c:pt>
                <c:pt idx="6343">
                  <c:v>rocking_till_midnight</c:v>
                </c:pt>
                <c:pt idx="6344">
                  <c:v>rocking_marty_gabstein</c:v>
                </c:pt>
                <c:pt idx="6345">
                  <c:v>rockinghorsewinner49</c:v>
                </c:pt>
                <c:pt idx="6346">
                  <c:v>rocking_for_the_world</c:v>
                </c:pt>
                <c:pt idx="6347">
                  <c:v>rocking_electro_girl</c:v>
                </c:pt>
                <c:pt idx="6348">
                  <c:v>rockingchairconvention</c:v>
                </c:pt>
                <c:pt idx="6349">
                  <c:v>rockgeorgecircleshirt</c:v>
                </c:pt>
                <c:pt idx="6350">
                  <c:v>rockford_rockbilly_rebel</c:v>
                </c:pt>
                <c:pt idx="6351">
                  <c:v>rocketshipplayground</c:v>
                </c:pt>
                <c:pt idx="6352">
                  <c:v>rocketscientistblonde</c:v>
                </c:pt>
                <c:pt idx="6353">
                  <c:v>rocketrosiemoonshine</c:v>
                </c:pt>
                <c:pt idx="6354">
                  <c:v>rocketman_now_neurologist</c:v>
                </c:pt>
                <c:pt idx="6355">
                  <c:v>rocketfuel_malt_liquor</c:v>
                </c:pt>
                <c:pt idx="6356">
                  <c:v>rockerstatusclothing</c:v>
                </c:pt>
                <c:pt idx="6357">
                  <c:v>rockerskaterchick007</c:v>
                </c:pt>
                <c:pt idx="6358">
                  <c:v>rocker_party_girl_holly</c:v>
                </c:pt>
                <c:pt idx="6359">
                  <c:v>rocker_inside_and_out</c:v>
                </c:pt>
                <c:pt idx="6360">
                  <c:v>rocker_harry_potter_fan</c:v>
                </c:pt>
                <c:pt idx="6361">
                  <c:v>rockerchick_ballerina</c:v>
                </c:pt>
                <c:pt idx="6362">
                  <c:v>rockercaboodledoodle</c:v>
                </c:pt>
                <c:pt idx="6363">
                  <c:v>rock_creek_hell_raiser</c:v>
                </c:pt>
                <c:pt idx="6364">
                  <c:v>rockconfidentialmusic</c:v>
                </c:pt>
                <c:pt idx="6365">
                  <c:v>rockcastle_artillery</c:v>
                </c:pt>
                <c:pt idx="6366">
                  <c:v>rock_and_roll_outlaw</c:v>
                </c:pt>
                <c:pt idx="6367">
                  <c:v>rockandrollisaprostitute</c:v>
                </c:pt>
                <c:pt idx="6368">
                  <c:v>rockandrepublicmusic</c:v>
                </c:pt>
                <c:pt idx="6369">
                  <c:v>rock_and_blues_radio</c:v>
                </c:pt>
                <c:pt idx="6370">
                  <c:v>rockagainstracism200</c:v>
                </c:pt>
                <c:pt idx="6371">
                  <c:v>rochester_localmusic</c:v>
                </c:pt>
                <c:pt idx="6372">
                  <c:v>roccos_urban_fashion</c:v>
                </c:pt>
                <c:pt idx="6373">
                  <c:v>robyn_lynn_trowbridge</c:v>
                </c:pt>
                <c:pt idx="6374">
                  <c:v>robyn_and_alicia_forever</c:v>
                </c:pt>
                <c:pt idx="6375">
                  <c:v>robthelochnessmonster</c:v>
                </c:pt>
                <c:pt idx="6376">
                  <c:v>rob_the_entrepreneur</c:v>
                </c:pt>
                <c:pt idx="6377">
                  <c:v>robotsplayingbasketball</c:v>
                </c:pt>
                <c:pt idx="6378">
                  <c:v>robotspidercorporation</c:v>
                </c:pt>
                <c:pt idx="6379">
                  <c:v>robot_liberation_front</c:v>
                </c:pt>
                <c:pt idx="6380">
                  <c:v>robotliberationfront</c:v>
                </c:pt>
                <c:pt idx="6381">
                  <c:v>robot_chicken_tribute</c:v>
                </c:pt>
                <c:pt idx="6382">
                  <c:v>robotarmsclothingcompany</c:v>
                </c:pt>
                <c:pt idx="6383">
                  <c:v>roblilangelbaby4ever</c:v>
                </c:pt>
                <c:pt idx="6384">
                  <c:v>rob_lewis_stickdeath</c:v>
                </c:pt>
                <c:pt idx="6385">
                  <c:v>robinholdenrecording</c:v>
                </c:pt>
                <c:pt idx="6386">
                  <c:v>robertaandchristian4ever</c:v>
                </c:pt>
                <c:pt idx="6387">
                  <c:v>robbytherollerrapper</c:v>
                </c:pt>
                <c:pt idx="6388">
                  <c:v>robby_the_robot_195</c:v>
                </c:pt>
                <c:pt idx="6389">
                  <c:v>robbygordonracingfan</c:v>
                </c:pt>
                <c:pt idx="6390">
                  <c:v>robbie_put_the_cat_out</c:v>
                </c:pt>
                <c:pt idx="6391">
                  <c:v>robbie_fucking_emergency</c:v>
                </c:pt>
                <c:pt idx="6392">
                  <c:v>robandthemorningfuzz</c:v>
                </c:pt>
                <c:pt idx="6393">
                  <c:v>rob_and_ashley_4ever</c:v>
                </c:pt>
                <c:pt idx="6394">
                  <c:v>rob_against_the_world</c:v>
                </c:pt>
                <c:pt idx="6395">
                  <c:v>roadwarrior42andsnake337</c:v>
                </c:pt>
                <c:pt idx="6396">
                  <c:v>roadrunner_united_rule</c:v>
                </c:pt>
                <c:pt idx="6397">
                  <c:v>roadlesstraveledstore</c:v>
                </c:pt>
                <c:pt idx="6398">
                  <c:v>road_king_master_200</c:v>
                </c:pt>
                <c:pt idx="6399">
                  <c:v>roadhouse_bar_and_grill</c:v>
                </c:pt>
                <c:pt idx="6400">
                  <c:v>rize_with_the_fallen</c:v>
                </c:pt>
                <c:pt idx="6401">
                  <c:v>riversidebravehearts</c:v>
                </c:pt>
                <c:pt idx="6402">
                  <c:v>riverratvideoproducer</c:v>
                </c:pt>
                <c:pt idx="6403">
                  <c:v>riverranchprincess93</c:v>
                </c:pt>
                <c:pt idx="6404">
                  <c:v>riverrainsadness1987</c:v>
                </c:pt>
                <c:pt idx="6405">
                  <c:v>riverfrontsteakhouse</c:v>
                </c:pt>
                <c:pt idx="6406">
                  <c:v>riverfrontentertainment</c:v>
                </c:pt>
                <c:pt idx="6407">
                  <c:v>river_detroit_soccer_club</c:v>
                </c:pt>
                <c:pt idx="6408">
                  <c:v>riverdalevarsitycheer1</c:v>
                </c:pt>
                <c:pt idx="6409">
                  <c:v>riverdalescottishbrigade</c:v>
                </c:pt>
                <c:pt idx="6410">
                  <c:v>rivercitystringquartet</c:v>
                </c:pt>
                <c:pt idx="6411">
                  <c:v>riverbottomnightmarebandforb</c:v>
                </c:pt>
                <c:pt idx="6412">
                  <c:v>ritualconsciousrebel</c:v>
                </c:pt>
                <c:pt idx="6413">
                  <c:v>rita_skeeter_reporter</c:v>
                </c:pt>
                <c:pt idx="6414">
                  <c:v>risquemusicbarcelona</c:v>
                </c:pt>
                <c:pt idx="6415">
                  <c:v>risqueconjurerpoetry</c:v>
                </c:pt>
                <c:pt idx="6416">
                  <c:v>rising_phoenixliondance</c:v>
                </c:pt>
                <c:pt idx="6417">
                  <c:v>rise_with_the_fallen_9999</c:v>
                </c:pt>
                <c:pt idx="6418">
                  <c:v>rise_with_the_fallen77</c:v>
                </c:pt>
                <c:pt idx="6419">
                  <c:v>risewiththefallen417</c:v>
                </c:pt>
                <c:pt idx="6420">
                  <c:v>rise_with_the_fallen_2</c:v>
                </c:pt>
                <c:pt idx="6421">
                  <c:v>rise_with_the_fallen1</c:v>
                </c:pt>
                <c:pt idx="6422">
                  <c:v>rise_with_the_fallen138</c:v>
                </c:pt>
                <c:pt idx="6423">
                  <c:v>rise_with_the_fallen13</c:v>
                </c:pt>
                <c:pt idx="6424">
                  <c:v>rise__with_the_fallen____</c:v>
                </c:pt>
                <c:pt idx="6425">
                  <c:v>rise_against_the_system</c:v>
                </c:pt>
                <c:pt idx="6426">
                  <c:v>rise_against_the_romance</c:v>
                </c:pt>
                <c:pt idx="6427">
                  <c:v>ripzonetopnotchnation</c:v>
                </c:pt>
                <c:pt idx="6428">
                  <c:v>ripyourheartoutmusic</c:v>
                </c:pt>
                <c:pt idx="6429">
                  <c:v>ripronnieolivia1130</c:v>
                </c:pt>
                <c:pt idx="6430">
                  <c:v>ripperletterfromhell92</c:v>
                </c:pt>
                <c:pt idx="6431">
                  <c:v>rip_mac_dre_1970_2004</c:v>
                </c:pt>
                <c:pt idx="6432">
                  <c:v>rip_cowboy_and_grandpa</c:v>
                </c:pt>
                <c:pt idx="6433">
                  <c:v>ripcityryderentertainment</c:v>
                </c:pt>
                <c:pt idx="6434">
                  <c:v>ripandreajeanhartman</c:v>
                </c:pt>
                <c:pt idx="6435">
                  <c:v>riotwinnipegstreetteam</c:v>
                </c:pt>
                <c:pt idx="6436">
                  <c:v>rio_riot_samedifference</c:v>
                </c:pt>
                <c:pt idx="6437">
                  <c:v>riofuckinggoldhammer</c:v>
                </c:pt>
                <c:pt idx="6438">
                  <c:v>ringmaster1871folk4life</c:v>
                </c:pt>
                <c:pt idx="6439">
                  <c:v>ring_around_the_rosie_</c:v>
                </c:pt>
                <c:pt idx="6440">
                  <c:v>ringaroundthechampagne</c:v>
                </c:pt>
                <c:pt idx="6441">
                  <c:v>rileymotherfuckinglappin</c:v>
                </c:pt>
                <c:pt idx="6442">
                  <c:v>rileyhasaneatingdisorder</c:v>
                </c:pt>
                <c:pt idx="6443">
                  <c:v>rileyandariellealways</c:v>
                </c:pt>
                <c:pt idx="6444">
                  <c:v>rikki_and_sierra_4_eva</c:v>
                </c:pt>
                <c:pt idx="6445">
                  <c:v>rightturndownthewrongroad</c:v>
                </c:pt>
                <c:pt idx="6446">
                  <c:v>right_here_waiting27</c:v>
                </c:pt>
                <c:pt idx="6447">
                  <c:v>righthandentertainment</c:v>
                </c:pt>
                <c:pt idx="6448">
                  <c:v>rightcoastvolleyballsurf</c:v>
                </c:pt>
                <c:pt idx="6449">
                  <c:v>rightbeforeyoudisappear</c:v>
                </c:pt>
                <c:pt idx="6450">
                  <c:v>ridgelandcyclingclub</c:v>
                </c:pt>
                <c:pt idx="6451">
                  <c:v>ridgeagainstthemachine</c:v>
                </c:pt>
                <c:pt idx="6452">
                  <c:v>ride_the_lightning_89</c:v>
                </c:pt>
                <c:pt idx="6453">
                  <c:v>riddimwildproduction</c:v>
                </c:pt>
                <c:pt idx="6454">
                  <c:v>riddel_revolutionhelmet43</c:v>
                </c:pt>
                <c:pt idx="6455">
                  <c:v>RICKYTHETROUBLEMAKER</c:v>
                </c:pt>
                <c:pt idx="6456">
                  <c:v>rickymondragonmorales</c:v>
                </c:pt>
                <c:pt idx="6457">
                  <c:v>rickydoddsimplycajun</c:v>
                </c:pt>
                <c:pt idx="6458">
                  <c:v>rickybutlerillustration</c:v>
                </c:pt>
                <c:pt idx="6459">
                  <c:v>rickyandjessica4ever</c:v>
                </c:pt>
                <c:pt idx="6460">
                  <c:v>ricky_and_aly_4_ever</c:v>
                </c:pt>
                <c:pt idx="6461">
                  <c:v>rick_stretch_armstrong</c:v>
                </c:pt>
                <c:pt idx="6462">
                  <c:v>rickstar_teamridgewood</c:v>
                </c:pt>
                <c:pt idx="6463">
                  <c:v>ricksaundersrockstar</c:v>
                </c:pt>
                <c:pt idx="6464">
                  <c:v>rickrossthebossbitch</c:v>
                </c:pt>
                <c:pt idx="6465">
                  <c:v>ricki_michelle_farmer</c:v>
                </c:pt>
                <c:pt idx="6466">
                  <c:v>rickbrimhallphotography</c:v>
                </c:pt>
                <c:pt idx="6467">
                  <c:v>rich_young_and_famous</c:v>
                </c:pt>
                <c:pt idx="6468">
                  <c:v>richwarburtonphotography</c:v>
                </c:pt>
                <c:pt idx="6469">
                  <c:v>rich__uncle__skeleton</c:v>
                </c:pt>
                <c:pt idx="6470">
                  <c:v>rich_thick_chocolate</c:v>
                </c:pt>
                <c:pt idx="6471">
                  <c:v>richelle101_greenday101</c:v>
                </c:pt>
                <c:pt idx="6472">
                  <c:v>richdrumsandvocalsessions</c:v>
                </c:pt>
                <c:pt idx="6473">
                  <c:v>rich_and_kor_forever</c:v>
                </c:pt>
                <c:pt idx="6474">
                  <c:v>ricecube_zombiekiller</c:v>
                </c:pt>
                <c:pt idx="6475">
                  <c:v>rica_strawberrymilkshake</c:v>
                </c:pt>
                <c:pt idx="6476">
                  <c:v>riata_burton_darrell</c:v>
                </c:pt>
                <c:pt idx="6477">
                  <c:v>rhonda_lee_hutchinson_70</c:v>
                </c:pt>
                <c:pt idx="6478">
                  <c:v>rhonda_and_tawnya_4eva</c:v>
                </c:pt>
                <c:pt idx="6479">
                  <c:v>rhinopolisrevolution</c:v>
                </c:pt>
                <c:pt idx="6480">
                  <c:v>reynita_bonita91sickness</c:v>
                </c:pt>
                <c:pt idx="6481">
                  <c:v>revolvingdoortheband</c:v>
                </c:pt>
                <c:pt idx="6482">
                  <c:v>revolvestudentministry</c:v>
                </c:pt>
                <c:pt idx="6483">
                  <c:v>revolutionwrestlingnow</c:v>
                </c:pt>
                <c:pt idx="6484">
                  <c:v>revolutionskateboardteam</c:v>
                </c:pt>
                <c:pt idx="6485">
                  <c:v>revolutionrecordingstudio</c:v>
                </c:pt>
                <c:pt idx="6486">
                  <c:v>revolutionpraiseband</c:v>
                </c:pt>
                <c:pt idx="6487">
                  <c:v>__revolutionplusdesire</c:v>
                </c:pt>
                <c:pt idx="6488">
                  <c:v>revolutionhippiepeacelove</c:v>
                </c:pt>
                <c:pt idx="6489">
                  <c:v>revolutionforpeaceandlove</c:v>
                </c:pt>
                <c:pt idx="6490">
                  <c:v>revolutiondancegroup</c:v>
                </c:pt>
                <c:pt idx="6491">
                  <c:v>revolutionaryblackgirl</c:v>
                </c:pt>
                <c:pt idx="6492">
                  <c:v>revmadnessandthegrimdeacon</c:v>
                </c:pt>
                <c:pt idx="6493">
                  <c:v>reveriejaymetalstudio</c:v>
                </c:pt>
                <c:pt idx="6494">
                  <c:v>reverendstrongnosejackson</c:v>
                </c:pt>
                <c:pt idx="6495">
                  <c:v>reverenddoctordavidquick</c:v>
                </c:pt>
                <c:pt idx="6496">
                  <c:v>reverend_doctor_alex</c:v>
                </c:pt>
                <c:pt idx="6497">
                  <c:v>retroxsuperficiality</c:v>
                </c:pt>
                <c:pt idx="6498">
                  <c:v>retarded_kim_its_true</c:v>
                </c:pt>
                <c:pt idx="6499">
                  <c:v>restassuredstreetteam</c:v>
                </c:pt>
                <c:pt idx="6500">
                  <c:v>respond_with_silence</c:v>
                </c:pt>
                <c:pt idx="6501">
                  <c:v>respect_the_rectangle</c:v>
                </c:pt>
                <c:pt idx="6502">
                  <c:v>respectrecordsusanicethelyrical</c:v>
                </c:pt>
                <c:pt idx="6503">
                  <c:v>respectmodelmanagement</c:v>
                </c:pt>
                <c:pt idx="6504">
                  <c:v>respectablestreetlive</c:v>
                </c:pt>
                <c:pt idx="6505">
                  <c:v>resolve_4_pet_stains</c:v>
                </c:pt>
                <c:pt idx="6506">
                  <c:v>resist_the_conformity</c:v>
                </c:pt>
                <c:pt idx="6507">
                  <c:v>resist_psychic_death</c:v>
                </c:pt>
                <c:pt idx="6508">
                  <c:v>resistance_for_freedom</c:v>
                </c:pt>
                <c:pt idx="6509">
                  <c:v>residentrockstarmusic</c:v>
                </c:pt>
                <c:pt idx="6510">
                  <c:v>resident_evil____slipknot</c:v>
                </c:pt>
                <c:pt idx="6511">
                  <c:v>resident_evil__freak</c:v>
                </c:pt>
                <c:pt idx="6512">
                  <c:v>resident_evil_fan101</c:v>
                </c:pt>
                <c:pt idx="6513">
                  <c:v>resident_evil_competition</c:v>
                </c:pt>
                <c:pt idx="6514">
                  <c:v>reservedforstephanie</c:v>
                </c:pt>
                <c:pt idx="6515">
                  <c:v>research2cure_travel</c:v>
                </c:pt>
                <c:pt idx="6516">
                  <c:v>rescuingthemiserable</c:v>
                </c:pt>
                <c:pt idx="6517">
                  <c:v>requiem_for_the_conqueror</c:v>
                </c:pt>
                <c:pt idx="6518">
                  <c:v>republicanduckhunters</c:v>
                </c:pt>
                <c:pt idx="6519">
                  <c:v>republican_all_the_way</c:v>
                </c:pt>
                <c:pt idx="6520">
                  <c:v>reptilian_guitar_diva</c:v>
                </c:pt>
                <c:pt idx="6521">
                  <c:v>reprimand_the_fallen</c:v>
                </c:pt>
                <c:pt idx="6522">
                  <c:v>representwestpunjab4</c:v>
                </c:pt>
                <c:pt idx="6523">
                  <c:v>represent_the_westside</c:v>
                </c:pt>
                <c:pt idx="6524">
                  <c:v>representhouston4life713</c:v>
                </c:pt>
                <c:pt idx="6525">
                  <c:v>repentanceplacechurch</c:v>
                </c:pt>
                <c:pt idx="6526">
                  <c:v>repeatoffenderdrummer</c:v>
                </c:pt>
                <c:pt idx="6527">
                  <c:v>repdeathwishskatecrew</c:v>
                </c:pt>
                <c:pt idx="6528">
                  <c:v>rent_crazy_theater_guy</c:v>
                </c:pt>
                <c:pt idx="6529">
                  <c:v>renoredlightdistrict</c:v>
                </c:pt>
                <c:pt idx="6530">
                  <c:v>renegadewilleatyourbrain</c:v>
                </c:pt>
                <c:pt idx="6531">
                  <c:v>renegadetaoistpriest</c:v>
                </c:pt>
                <c:pt idx="6532">
                  <c:v>reneewashingtonmitchell</c:v>
                </c:pt>
                <c:pt idx="6533">
                  <c:v>renee_aka_babygirl101</c:v>
                </c:pt>
                <c:pt idx="6534">
                  <c:v>removethisprofile54</c:v>
                </c:pt>
                <c:pt idx="6535">
                  <c:v>removeprofilenowplease</c:v>
                </c:pt>
                <c:pt idx="6536">
                  <c:v>removableheadclothing</c:v>
                </c:pt>
                <c:pt idx="6537">
                  <c:v>remotedesktopprotocol</c:v>
                </c:pt>
                <c:pt idx="6538">
                  <c:v>rememberwhereyouhearditfirst</c:v>
                </c:pt>
                <c:pt idx="6539">
                  <c:v>remember_when_studio</c:v>
                </c:pt>
                <c:pt idx="6540">
                  <c:v>rememberthesilence9</c:v>
                </c:pt>
                <c:pt idx="6541">
                  <c:v>rememberthenamejonathan</c:v>
                </c:pt>
                <c:pt idx="6542">
                  <c:v>rememberthenamebitch</c:v>
                </c:pt>
                <c:pt idx="6543">
                  <c:v>remembertheholocaust</c:v>
                </c:pt>
                <c:pt idx="6544">
                  <c:v>remember_that_one_time</c:v>
                </c:pt>
                <c:pt idx="6545">
                  <c:v>rememberneversurrender</c:v>
                </c:pt>
                <c:pt idx="6546">
                  <c:v>rememberlastnightband</c:v>
                </c:pt>
                <c:pt idx="6547">
                  <c:v>rememberingthesilence</c:v>
                </c:pt>
                <c:pt idx="6548">
                  <c:v>rememberingthelegend</c:v>
                </c:pt>
                <c:pt idx="6549">
                  <c:v>relivin_this_failure</c:v>
                </c:pt>
                <c:pt idx="6550">
                  <c:v>relentlesslightingdesign</c:v>
                </c:pt>
                <c:pt idx="6551">
                  <c:v>release_your_grip_</c:v>
                </c:pt>
                <c:pt idx="6552">
                  <c:v>releasethespiritwithin</c:v>
                </c:pt>
                <c:pt idx="6553">
                  <c:v>releasestubbyboardman</c:v>
                </c:pt>
                <c:pt idx="6554">
                  <c:v>relaxandfloatdownstream</c:v>
                </c:pt>
                <c:pt idx="6555">
                  <c:v>relapsethesoloproject</c:v>
                </c:pt>
                <c:pt idx="6556">
                  <c:v>rejectyourfamilyandgod</c:v>
                </c:pt>
                <c:pt idx="6557">
                  <c:v>reinventingyourexit1911</c:v>
                </c:pt>
                <c:pt idx="6558">
                  <c:v>regretnothingfearevenless</c:v>
                </c:pt>
                <c:pt idx="6559">
                  <c:v>registeredsexoffender513</c:v>
                </c:pt>
                <c:pt idx="6560">
                  <c:v>RegionalVicePresident</c:v>
                </c:pt>
                <c:pt idx="6561">
                  <c:v>regina_rattan_weaver</c:v>
                </c:pt>
                <c:pt idx="6562">
                  <c:v>reggieimmersedindread</c:v>
                </c:pt>
                <c:pt idx="6563">
                  <c:v>reggie7121991andskyber712</c:v>
                </c:pt>
                <c:pt idx="6564">
                  <c:v>regenerationstudentmin</c:v>
                </c:pt>
                <c:pt idx="6565">
                  <c:v>refugehighschoolgroup</c:v>
                </c:pt>
                <c:pt idx="6566">
                  <c:v>refridgerate_upon_arrival</c:v>
                </c:pt>
                <c:pt idx="6567">
                  <c:v>reformed_federalist_party</c:v>
                </c:pt>
                <c:pt idx="6568">
                  <c:v>reflectwhatyoubelieve</c:v>
                </c:pt>
                <c:pt idx="6569">
                  <c:v>reflectionsofaprettysoul</c:v>
                </c:pt>
                <c:pt idx="6570">
                  <c:v>refinanceandpurchase</c:v>
                </c:pt>
                <c:pt idx="6571">
                  <c:v>ree_tony_make_karina</c:v>
                </c:pt>
                <c:pt idx="6572">
                  <c:v>reesewitherspoonlayout</c:v>
                </c:pt>
                <c:pt idx="6573">
                  <c:v>reese_witherspoon_14</c:v>
                </c:pt>
                <c:pt idx="6574">
                  <c:v>reesewitherspoon1234</c:v>
                </c:pt>
                <c:pt idx="6575">
                  <c:v>reelstuffentertainment</c:v>
                </c:pt>
                <c:pt idx="6576">
                  <c:v>reel_around_the_fountain</c:v>
                </c:pt>
                <c:pt idx="6577">
                  <c:v>redyellowpurplegreen</c:v>
                </c:pt>
                <c:pt idx="6578">
                  <c:v>redwithembarrassment</c:v>
                </c:pt>
                <c:pt idx="6579">
                  <c:v>redversionkylebetterer</c:v>
                </c:pt>
                <c:pt idx="6580">
                  <c:v>red_velvet_nightmare</c:v>
                </c:pt>
                <c:pt idx="6581">
                  <c:v>redundantanddemented</c:v>
                </c:pt>
                <c:pt idx="6582">
                  <c:v>redstripeloversociety</c:v>
                </c:pt>
                <c:pt idx="6583">
                  <c:v>red_storm_black_cell</c:v>
                </c:pt>
                <c:pt idx="6584">
                  <c:v>redsquirrelcollective</c:v>
                </c:pt>
                <c:pt idx="6585">
                  <c:v>red_roses_turn_black</c:v>
                </c:pt>
                <c:pt idx="6586">
                  <c:v>redneck_with_attitude17</c:v>
                </c:pt>
                <c:pt idx="6587">
                  <c:v>redneck_tractor_babe</c:v>
                </c:pt>
                <c:pt idx="6588">
                  <c:v>Red_Neck_Soul_Reaper</c:v>
                </c:pt>
                <c:pt idx="6589">
                  <c:v>rednecksoftballplayer</c:v>
                </c:pt>
                <c:pt idx="6590">
                  <c:v>redneck_ricerocketeer</c:v>
                </c:pt>
                <c:pt idx="6591">
                  <c:v>redneck_rebel_cowboy</c:v>
                </c:pt>
                <c:pt idx="6592">
                  <c:v>red_neck_jacksonville</c:v>
                </c:pt>
                <c:pt idx="6593">
                  <c:v>redneck_hippie_whiteboy</c:v>
                </c:pt>
                <c:pt idx="6594">
                  <c:v>redneck_hillbilly_80</c:v>
                </c:pt>
                <c:pt idx="6595">
                  <c:v>redneckgirl_4_life198</c:v>
                </c:pt>
                <c:pt idx="6596">
                  <c:v>redneck_georgia_woman</c:v>
                </c:pt>
                <c:pt idx="6597">
                  <c:v>redneck_for_life_5150</c:v>
                </c:pt>
                <c:pt idx="6598">
                  <c:v>redneckfirefighter82</c:v>
                </c:pt>
                <c:pt idx="6599">
                  <c:v>redneckfirefighter35</c:v>
                </c:pt>
                <c:pt idx="6600">
                  <c:v>redneck_cowgirl_4_life</c:v>
                </c:pt>
                <c:pt idx="6601">
                  <c:v>redneck_country_gurl</c:v>
                </c:pt>
                <c:pt idx="6602">
                  <c:v>redneckcountryboy1992</c:v>
                </c:pt>
                <c:pt idx="6603">
                  <c:v>redneckcountryboy1987</c:v>
                </c:pt>
                <c:pt idx="6604">
                  <c:v>redneckcountryboy1980</c:v>
                </c:pt>
                <c:pt idx="6605">
                  <c:v>redneckcountryboy109</c:v>
                </c:pt>
                <c:pt idx="6606">
                  <c:v>redneckcountryboy09</c:v>
                </c:pt>
                <c:pt idx="6607">
                  <c:v>redneck_clemsongurl88</c:v>
                </c:pt>
                <c:pt idx="6608">
                  <c:v>redneck_chick_always</c:v>
                </c:pt>
                <c:pt idx="6609">
                  <c:v>redneckchick4eva2007</c:v>
                </c:pt>
                <c:pt idx="6610">
                  <c:v>redneckbrotherhood78</c:v>
                </c:pt>
                <c:pt idx="6611">
                  <c:v>redneck_blonde_cutie</c:v>
                </c:pt>
                <c:pt idx="6612">
                  <c:v>redneckbarrelracer31</c:v>
                </c:pt>
                <c:pt idx="6613">
                  <c:v>redneck2005_converse</c:v>
                </c:pt>
                <c:pt idx="6614">
                  <c:v>redman_hialeah_chico</c:v>
                </c:pt>
                <c:pt idx="6615">
                  <c:v>redlightdistrictband</c:v>
                </c:pt>
                <c:pt idx="6616">
                  <c:v>redlightdistrict24_7</c:v>
                </c:pt>
                <c:pt idx="6617">
                  <c:v>red_light_district_21</c:v>
                </c:pt>
                <c:pt idx="6618">
                  <c:v>redlightacceleration</c:v>
                </c:pt>
                <c:pt idx="6619">
                  <c:v>RedlandsYouthMinistry</c:v>
                </c:pt>
                <c:pt idx="6620">
                  <c:v>redhotlittlefirecracker</c:v>
                </c:pt>
                <c:pt idx="6621">
                  <c:v>redheadsaremorefunaliyah</c:v>
                </c:pt>
                <c:pt idx="6622">
                  <c:v>red_head_machine_god</c:v>
                </c:pt>
                <c:pt idx="6623">
                  <c:v>redhead_flirtygirl_37</c:v>
                </c:pt>
                <c:pt idx="6624">
                  <c:v>redheadedstepchildband</c:v>
                </c:pt>
                <c:pt idx="6625">
                  <c:v>red_headed_she_devil</c:v>
                </c:pt>
                <c:pt idx="6626">
                  <c:v>redheaded_redneck_girl</c:v>
                </c:pt>
                <c:pt idx="6627">
                  <c:v>redheadedpartyanimal</c:v>
                </c:pt>
                <c:pt idx="6628">
                  <c:v>RedHeadedHarleyRider</c:v>
                </c:pt>
                <c:pt idx="6629">
                  <c:v>redheadedcowgirl79403</c:v>
                </c:pt>
                <c:pt idx="6630">
                  <c:v>redheadedcookieeater</c:v>
                </c:pt>
                <c:pt idx="6631">
                  <c:v>Red_Headed_Beauty925</c:v>
                </c:pt>
                <c:pt idx="6632">
                  <c:v>redheaddevilangel2004</c:v>
                </c:pt>
                <c:pt idx="6633">
                  <c:v>redhairedprincess2002</c:v>
                </c:pt>
                <c:pt idx="6634">
                  <c:v>red_gumball_for_love</c:v>
                </c:pt>
                <c:pt idx="6635">
                  <c:v>redflagsandlongnights</c:v>
                </c:pt>
                <c:pt idx="6636">
                  <c:v>redflaggraphicdesign</c:v>
                </c:pt>
                <c:pt idx="6637">
                  <c:v>redeyesandblackskies</c:v>
                </c:pt>
                <c:pt idx="6638">
                  <c:v>redeyeproductionscrew</c:v>
                </c:pt>
                <c:pt idx="6639">
                  <c:v>redemptionafterdownfall</c:v>
                </c:pt>
                <c:pt idx="6640">
                  <c:v>redefining_great_ness</c:v>
                </c:pt>
                <c:pt idx="6641">
                  <c:v>reddsohtowncheckherstatus</c:v>
                </c:pt>
                <c:pt idx="6642">
                  <c:v>reddingnightlifemusicpage</c:v>
                </c:pt>
                <c:pt idx="6643">
                  <c:v>reddevilquarterback11</c:v>
                </c:pt>
                <c:pt idx="6644">
                  <c:v>redcheckeredprostitute</c:v>
                </c:pt>
                <c:pt idx="6645">
                  <c:v>redcarpetentertainment</c:v>
                </c:pt>
                <c:pt idx="6646">
                  <c:v>redcarpet_and_rebellion</c:v>
                </c:pt>
                <c:pt idx="6647">
                  <c:v>redbullcivictypermike</c:v>
                </c:pt>
                <c:pt idx="6648">
                  <c:v>redbrown.freezeflame</c:v>
                </c:pt>
                <c:pt idx="6649">
                  <c:v>redbonecatchercoonhound</c:v>
                </c:pt>
                <c:pt idx="6650">
                  <c:v>redbloodedcountrygirl</c:v>
                </c:pt>
                <c:pt idx="6651">
                  <c:v>redblazingdragongeorge</c:v>
                </c:pt>
                <c:pt idx="6652">
                  <c:v>redbeard_the_surveyor</c:v>
                </c:pt>
                <c:pt idx="6653">
                  <c:v>red_ballerina_layout</c:v>
                </c:pt>
                <c:pt idx="6654">
                  <c:v>recoveringbadgebunny</c:v>
                </c:pt>
                <c:pt idx="6655">
                  <c:v>recordingartistbeaux</c:v>
                </c:pt>
                <c:pt idx="6656">
                  <c:v>recognize_skate_team</c:v>
                </c:pt>
                <c:pt idx="6657">
                  <c:v>reclaimourstreets1301</c:v>
                </c:pt>
                <c:pt idx="6658">
                  <c:v>reckless_mouth_piece</c:v>
                </c:pt>
                <c:pt idx="6659">
                  <c:v>recidivistbrutalmetal</c:v>
                </c:pt>
                <c:pt idx="6660">
                  <c:v>rebornlatesummerearlyfrost</c:v>
                </c:pt>
                <c:pt idx="6661">
                  <c:v>rebel_under_pressure</c:v>
                </c:pt>
                <c:pt idx="6662">
                  <c:v>rebelshinecountrygal</c:v>
                </c:pt>
                <c:pt idx="6663">
                  <c:v>rebelrockercrazygirl</c:v>
                </c:pt>
                <c:pt idx="6664">
                  <c:v>rebel_rider_cheer_chick</c:v>
                </c:pt>
                <c:pt idx="6665">
                  <c:v>rebelredneckfromhell</c:v>
                </c:pt>
                <c:pt idx="6666">
                  <c:v>rebellionfromthecore</c:v>
                </c:pt>
                <c:pt idx="6667">
                  <c:v>rebelcountrygirl1982</c:v>
                </c:pt>
                <c:pt idx="6668">
                  <c:v>rebel_chick_from_hell</c:v>
                </c:pt>
                <c:pt idx="6669">
                  <c:v>rebel_against_the_future</c:v>
                </c:pt>
                <c:pt idx="6670">
                  <c:v>rebekkamaksimushkina1988</c:v>
                </c:pt>
                <c:pt idx="6671">
                  <c:v>rebekkaandthemysterybox</c:v>
                </c:pt>
                <c:pt idx="6672">
                  <c:v>rebeccawiththescales</c:v>
                </c:pt>
                <c:pt idx="6673">
                  <c:v>rebecca_the_polarbear</c:v>
                </c:pt>
                <c:pt idx="6674">
                  <c:v>rebeccasimpsonhannifan</c:v>
                </c:pt>
                <c:pt idx="6675">
                  <c:v>rebecca_middlebrooks</c:v>
                </c:pt>
                <c:pt idx="6676">
                  <c:v>rebeccalouisesimpson</c:v>
                </c:pt>
                <c:pt idx="6677">
                  <c:v>rebecca_jane_appleyard</c:v>
                </c:pt>
                <c:pt idx="6678">
                  <c:v>rebecca_danielle_conklin</c:v>
                </c:pt>
                <c:pt idx="6679">
                  <c:v>rebeccaclarkphotography</c:v>
                </c:pt>
                <c:pt idx="6680">
                  <c:v>rebecca_brandon_bloomwood</c:v>
                </c:pt>
                <c:pt idx="6681">
                  <c:v>rebeccaandjerryalways</c:v>
                </c:pt>
                <c:pt idx="6682">
                  <c:v>rebecca4greenday4eva</c:v>
                </c:pt>
                <c:pt idx="6683">
                  <c:v>reasonforbeingtheband</c:v>
                </c:pt>
                <c:pt idx="6684">
                  <c:v>reasonforabandonment</c:v>
                </c:pt>
                <c:pt idx="6685">
                  <c:v>real_vanessa_anne_hudgens</c:v>
                </c:pt>
                <c:pt idx="6686">
                  <c:v>realtyworldsouthwest</c:v>
                </c:pt>
                <c:pt idx="6687">
                  <c:v>realstreetmusicgroup</c:v>
                </c:pt>
                <c:pt idx="6688">
                  <c:v>real_southern_sweetheart</c:v>
                </c:pt>
                <c:pt idx="6689">
                  <c:v>realsouthernhiphop4life</c:v>
                </c:pt>
                <c:pt idx="6690">
                  <c:v>realsoutherngentleman93</c:v>
                </c:pt>
                <c:pt idx="6691">
                  <c:v>realredhairescondido</c:v>
                </c:pt>
                <c:pt idx="6692">
                  <c:v>realniggasgetmoney803</c:v>
                </c:pt>
                <c:pt idx="6693">
                  <c:v>realniggasdontstress</c:v>
                </c:pt>
                <c:pt idx="6694">
                  <c:v>realmentertainmentgroup</c:v>
                </c:pt>
                <c:pt idx="6695">
                  <c:v>reallywaycoolerthanyou</c:v>
                </c:pt>
                <c:pt idx="6696">
                  <c:v>reallyspectacularcompany</c:v>
                </c:pt>
                <c:pt idx="6697">
                  <c:v>really_sexy_naughtychick1</c:v>
                </c:pt>
                <c:pt idx="6698">
                  <c:v>reallysexyleprechaun</c:v>
                </c:pt>
                <c:pt idx="6699">
                  <c:v>reallifepromisekeeper</c:v>
                </c:pt>
                <c:pt idx="6700">
                  <c:v>reallife_entertainment</c:v>
                </c:pt>
                <c:pt idx="6701">
                  <c:v>reallifedramaentertainment</c:v>
                </c:pt>
                <c:pt idx="6702">
                  <c:v>reality_the_teen_life</c:v>
                </c:pt>
                <c:pt idx="6703">
                  <c:v>realityserumstreetteam</c:v>
                </c:pt>
                <c:pt idx="6704">
                  <c:v>realitydistortionfield</c:v>
                </c:pt>
                <c:pt idx="6705">
                  <c:v>realityadvice_tester9</c:v>
                </c:pt>
                <c:pt idx="6706">
                  <c:v>realityadvice_tester</c:v>
                </c:pt>
                <c:pt idx="6707">
                  <c:v>realityadvice_tester5</c:v>
                </c:pt>
                <c:pt idx="6708">
                  <c:v>realityadvice_tester4</c:v>
                </c:pt>
                <c:pt idx="6709">
                  <c:v>realityadvice_tester3</c:v>
                </c:pt>
                <c:pt idx="6710">
                  <c:v>realityadvice_tester2</c:v>
                </c:pt>
                <c:pt idx="6711">
                  <c:v>realityadvice_tester10</c:v>
                </c:pt>
                <c:pt idx="6712">
                  <c:v>realistnewyorkbabygirl</c:v>
                </c:pt>
                <c:pt idx="6713">
                  <c:v>realistchickbreathing</c:v>
                </c:pt>
                <c:pt idx="6714">
                  <c:v>real_individual_person</c:v>
                </c:pt>
                <c:pt idx="6715">
                  <c:v>realhustleentertainment</c:v>
                </c:pt>
                <c:pt idx="6716">
                  <c:v>realhalo2weaponsandstuff</c:v>
                </c:pt>
                <c:pt idx="6717">
                  <c:v>real_fine_place_2_start</c:v>
                </c:pt>
                <c:pt idx="6718">
                  <c:v>realest_chick_you_know</c:v>
                </c:pt>
                <c:pt idx="6719">
                  <c:v>realestatemortgagelady</c:v>
                </c:pt>
                <c:pt idx="6720">
                  <c:v>realestateinvestor08</c:v>
                </c:pt>
                <c:pt idx="6721">
                  <c:v>realestatefirmworldwide</c:v>
                </c:pt>
                <c:pt idx="6722">
                  <c:v>realestate_agent_007</c:v>
                </c:pt>
                <c:pt idx="6723">
                  <c:v>real_country_bitch23</c:v>
                </c:pt>
                <c:pt idx="6724">
                  <c:v>realchick_aka_jamgurl</c:v>
                </c:pt>
                <c:pt idx="6725">
                  <c:v>realabsinthemindedmusic</c:v>
                </c:pt>
                <c:pt idx="6726">
                  <c:v>reafeelingunappreciated</c:v>
                </c:pt>
                <c:pt idx="6727">
                  <c:v>readyandalwayswilling</c:v>
                </c:pt>
                <c:pt idx="6728">
                  <c:v>readingrainbowreunite</c:v>
                </c:pt>
                <c:pt idx="6729">
                  <c:v>readingfestivalweekend</c:v>
                </c:pt>
                <c:pt idx="6730">
                  <c:v>read_between_dalynez</c:v>
                </c:pt>
                <c:pt idx="6731">
                  <c:v>reactiveandbreakdown</c:v>
                </c:pt>
                <c:pt idx="6732">
                  <c:v>reachingthedoorupstairs</c:v>
                </c:pt>
                <c:pt idx="6733">
                  <c:v>reachingandbelieving</c:v>
                </c:pt>
                <c:pt idx="6734">
                  <c:v>razor_blade_suitcase</c:v>
                </c:pt>
                <c:pt idx="6735">
                  <c:v>razorblade_romance_4_life</c:v>
                </c:pt>
                <c:pt idx="6736">
                  <c:v>razorbladeromance101</c:v>
                </c:pt>
                <c:pt idx="6737">
                  <c:v>razorbladecheesecake</c:v>
                </c:pt>
                <c:pt idx="6738">
                  <c:v>raywatsonsecretplace</c:v>
                </c:pt>
                <c:pt idx="6739">
                  <c:v>ray_swimdrumbaseball</c:v>
                </c:pt>
                <c:pt idx="6740">
                  <c:v>raynobleandhisorchestra</c:v>
                </c:pt>
                <c:pt idx="6741">
                  <c:v>raynatamarinandparis</c:v>
                </c:pt>
                <c:pt idx="6742">
                  <c:v>raymon_aka_big_daddy</c:v>
                </c:pt>
                <c:pt idx="6743">
                  <c:v>_rayless_yet_brilliant_</c:v>
                </c:pt>
                <c:pt idx="6744">
                  <c:v>raybakerforpresident</c:v>
                </c:pt>
                <c:pt idx="6745">
                  <c:v>raw_smackdown_fan_4_life</c:v>
                </c:pt>
                <c:pt idx="6746">
                  <c:v>rawnoiseentertainment</c:v>
                </c:pt>
                <c:pt idx="6747">
                  <c:v>rawkin_you_off_the_bed</c:v>
                </c:pt>
                <c:pt idx="6748">
                  <c:v>raw_emotion_diversity</c:v>
                </c:pt>
                <c:pt idx="6749">
                  <c:v>raven_the_blue_devil</c:v>
                </c:pt>
                <c:pt idx="6750">
                  <c:v>ravensblackcaseyjack</c:v>
                </c:pt>
                <c:pt idx="6751">
                  <c:v>ravensandtheprincess</c:v>
                </c:pt>
                <c:pt idx="6752">
                  <c:v>ravenorlandoanneliese</c:v>
                </c:pt>
                <c:pt idx="6753">
                  <c:v>ravenmarierainemichelle</c:v>
                </c:pt>
                <c:pt idx="6754">
                  <c:v>raven_haired_male_beauty</c:v>
                </c:pt>
                <c:pt idx="6755">
                  <c:v>ravenclaw_goddess_cho</c:v>
                </c:pt>
                <c:pt idx="6756">
                  <c:v>ravenclawbluegurl87</c:v>
                </c:pt>
                <c:pt idx="6757">
                  <c:v>ravenclaw_beauty_cho2</c:v>
                </c:pt>
                <c:pt idx="6758">
                  <c:v>rattlesnakedonkeypunch</c:v>
                </c:pt>
                <c:pt idx="6759">
                  <c:v>rat_puke_the_unclean</c:v>
                </c:pt>
                <c:pt idx="6760">
                  <c:v>rational_life_journey</c:v>
                </c:pt>
                <c:pt idx="6761">
                  <c:v>rather_spotty_teapot</c:v>
                </c:pt>
                <c:pt idx="6762">
                  <c:v>rather_naughty_teapot</c:v>
                </c:pt>
                <c:pt idx="6763">
                  <c:v>raspberryartmusicgroup</c:v>
                </c:pt>
                <c:pt idx="6764">
                  <c:v>rasberry_ripple_cripple</c:v>
                </c:pt>
                <c:pt idx="6765">
                  <c:v>raremonkeycatchingeagle</c:v>
                </c:pt>
                <c:pt idx="6766">
                  <c:v>rare_and_elusive_bigfoot</c:v>
                </c:pt>
                <c:pt idx="6767">
                  <c:v>raquel_aka_raiderprincess</c:v>
                </c:pt>
                <c:pt idx="6768">
                  <c:v>rapscallionspunkrock</c:v>
                </c:pt>
                <c:pt idx="6769">
                  <c:v>rappinrubbleforeskin</c:v>
                </c:pt>
                <c:pt idx="6770">
                  <c:v>rapgameentertainment</c:v>
                </c:pt>
                <c:pt idx="6771">
                  <c:v>rapeandpillageforlife</c:v>
                </c:pt>
                <c:pt idx="6772">
                  <c:v>rangermedicteddybear</c:v>
                </c:pt>
                <c:pt idx="6773">
                  <c:v>randywheelersongwriter</c:v>
                </c:pt>
                <c:pt idx="6774">
                  <c:v>randy_pan_the_goat_boy</c:v>
                </c:pt>
                <c:pt idx="6775">
                  <c:v>randomthoughtsofamadman</c:v>
                </c:pt>
                <c:pt idx="6776">
                  <c:v>randomthoughtsofahobo</c:v>
                </c:pt>
                <c:pt idx="6777">
                  <c:v>randomthoughtgenerator</c:v>
                </c:pt>
                <c:pt idx="6778">
                  <c:v>randomtangenttheband</c:v>
                </c:pt>
                <c:pt idx="6779">
                  <c:v>randomnelsondrunkard</c:v>
                </c:pt>
                <c:pt idx="6780">
                  <c:v>random_mushroom_funkyness</c:v>
                </c:pt>
                <c:pt idx="6781">
                  <c:v>randomlyyellowmonkeypie</c:v>
                </c:pt>
                <c:pt idx="6782">
                  <c:v>randomlycreativerockstar</c:v>
                </c:pt>
                <c:pt idx="6783">
                  <c:v>random_hyperness_</c:v>
                </c:pt>
                <c:pt idx="6784">
                  <c:v>randomhomicidalinsanity</c:v>
                </c:pt>
                <c:pt idx="6785">
                  <c:v>random_gypsy_prophet</c:v>
                </c:pt>
                <c:pt idx="6786">
                  <c:v>randomeverywhereelse</c:v>
                </c:pt>
                <c:pt idx="6787">
                  <c:v>randi_lust_like_whoa</c:v>
                </c:pt>
                <c:pt idx="6788">
                  <c:v>randasabertoshiba23051990</c:v>
                </c:pt>
                <c:pt idx="6789">
                  <c:v>ramonhighfashionbeadwork</c:v>
                </c:pt>
                <c:pt idx="6790">
                  <c:v>ramblingsofadangerousman</c:v>
                </c:pt>
                <c:pt idx="6791">
                  <c:v>ramblingriversideblues</c:v>
                </c:pt>
                <c:pt idx="6792">
                  <c:v>ram9kappaalphatheta</c:v>
                </c:pt>
                <c:pt idx="6793">
                  <c:v>ralph_wiggum_punisher</c:v>
                </c:pt>
                <c:pt idx="6794">
                  <c:v>ralphlaurenpresident</c:v>
                </c:pt>
                <c:pt idx="6795">
                  <c:v>raisinghellentertainment</c:v>
                </c:pt>
                <c:pt idx="6796">
                  <c:v>rainy_sunday_mornings</c:v>
                </c:pt>
                <c:pt idx="6797">
                  <c:v>rainstormvideoandfilm</c:v>
                </c:pt>
                <c:pt idx="6798">
                  <c:v>rainshotcandyclothing</c:v>
                </c:pt>
                <c:pt idx="6799">
                  <c:v>raindropswillfall420</c:v>
                </c:pt>
                <c:pt idx="6800">
                  <c:v>rainbowtheaterproject</c:v>
                </c:pt>
                <c:pt idx="6801">
                  <c:v>rainbowsunshinebrigade</c:v>
                </c:pt>
                <c:pt idx="6802">
                  <c:v>rainbowsendridingacademy</c:v>
                </c:pt>
                <c:pt idx="6803">
                  <c:v>rainbowsandstuff200</c:v>
                </c:pt>
                <c:pt idx="6804">
                  <c:v>rainbowpunkprincess17</c:v>
                </c:pt>
                <c:pt idx="6805">
                  <c:v>RainBowPrinCessBitCh</c:v>
                </c:pt>
                <c:pt idx="6806">
                  <c:v>rainbowprincessbarbie</c:v>
                </c:pt>
                <c:pt idx="6807">
                  <c:v>rainbowheartsforever</c:v>
                </c:pt>
                <c:pt idx="6808">
                  <c:v>rainbowgatheringlover</c:v>
                </c:pt>
                <c:pt idx="6809">
                  <c:v>rainbowflavoredraver</c:v>
                </c:pt>
                <c:pt idx="6810">
                  <c:v>rainbowbumpersticker23</c:v>
                </c:pt>
                <c:pt idx="6811">
                  <c:v>rail_road_track_mary</c:v>
                </c:pt>
                <c:pt idx="6812">
                  <c:v>raider_fan_for_life_00</c:v>
                </c:pt>
                <c:pt idx="6813">
                  <c:v>rah_girl_terra_newmexico</c:v>
                </c:pt>
                <c:pt idx="6814">
                  <c:v>ragnarokofflinebattle</c:v>
                </c:pt>
                <c:pt idx="6815">
                  <c:v>raging_mastodon_engage</c:v>
                </c:pt>
                <c:pt idx="6816">
                  <c:v>raginearthdragonrider</c:v>
                </c:pt>
                <c:pt idx="6817">
                  <c:v>rageinsidethemachine</c:v>
                </c:pt>
                <c:pt idx="6818">
                  <c:v>rageagainstthemachine93</c:v>
                </c:pt>
                <c:pt idx="6819">
                  <c:v>rageagainstthemachine7</c:v>
                </c:pt>
                <c:pt idx="6820">
                  <c:v>rageagainstthemachine19</c:v>
                </c:pt>
                <c:pt idx="6821">
                  <c:v>ragdoll_must_not_know</c:v>
                </c:pt>
                <c:pt idx="6822">
                  <c:v>radiowerewolftribute</c:v>
                </c:pt>
                <c:pt idx="6823">
                  <c:v>radiofreepeterborough</c:v>
                </c:pt>
                <c:pt idx="6824">
                  <c:v>radioactivepony_jerry</c:v>
                </c:pt>
                <c:pt idx="6825">
                  <c:v>radioactivemusicpromotion</c:v>
                </c:pt>
                <c:pt idx="6826">
                  <c:v>radioactivebirdbrain</c:v>
                </c:pt>
                <c:pt idx="6827">
                  <c:v>radioactiveanalcreampie</c:v>
                </c:pt>
                <c:pt idx="6828">
                  <c:v>radicalpictureediting</c:v>
                </c:pt>
                <c:pt idx="6829">
                  <c:v>radicallyawesomemusic</c:v>
                </c:pt>
                <c:pt idx="6830">
                  <c:v>radicaldreamerdenise</c:v>
                </c:pt>
                <c:pt idx="6831">
                  <c:v>radiate_this_frequency</c:v>
                </c:pt>
                <c:pt idx="6832">
                  <c:v>radiatethisfrequency</c:v>
                </c:pt>
                <c:pt idx="6833">
                  <c:v>radiantfeministgoddess</c:v>
                </c:pt>
                <c:pt idx="6834">
                  <c:v>racingfeverphotography</c:v>
                </c:pt>
                <c:pt idx="6835">
                  <c:v>rachelthepaperlantern</c:v>
                </c:pt>
                <c:pt idx="6836">
                  <c:v>rachel_the_best_0013</c:v>
                </c:pt>
                <c:pt idx="6837">
                  <c:v>Rachel_softball_player7</c:v>
                </c:pt>
                <c:pt idx="6838">
                  <c:v>rachelpricephotography</c:v>
                </c:pt>
                <c:pt idx="6839">
                  <c:v>rachel_penguin_lover</c:v>
                </c:pt>
                <c:pt idx="6840">
                  <c:v>rachelmonsterphotography</c:v>
                </c:pt>
                <c:pt idx="6841">
                  <c:v>rachelmariemartinez05</c:v>
                </c:pt>
                <c:pt idx="6842">
                  <c:v>rachellouisewoolridge</c:v>
                </c:pt>
                <c:pt idx="6843">
                  <c:v>rachelle_the_deviant</c:v>
                </c:pt>
                <c:pt idx="6844">
                  <c:v>rachel_fucking_marie</c:v>
                </c:pt>
                <c:pt idx="6845">
                  <c:v>rachel_elizabeth_jackson</c:v>
                </c:pt>
                <c:pt idx="6846">
                  <c:v>rachelelizabethjackson</c:v>
                </c:pt>
                <c:pt idx="6847">
                  <c:v>rachelelizabethbishop</c:v>
                </c:pt>
                <c:pt idx="6848">
                  <c:v>rachelbrandoncartercole</c:v>
                </c:pt>
                <c:pt idx="6849">
                  <c:v>rachel_beautifulsmile</c:v>
                </c:pt>
                <c:pt idx="6850">
                  <c:v>rachel_baby_girl2005</c:v>
                </c:pt>
                <c:pt idx="6851">
                  <c:v>rachelandthewannabes</c:v>
                </c:pt>
                <c:pt idx="6852">
                  <c:v>rachelandsaraequallove</c:v>
                </c:pt>
                <c:pt idx="6853">
                  <c:v>Rachelandlukeforever</c:v>
                </c:pt>
                <c:pt idx="6854">
                  <c:v>rachelandlilliantribute</c:v>
                </c:pt>
                <c:pt idx="6855">
                  <c:v>rachelandevanslayout</c:v>
                </c:pt>
                <c:pt idx="6856">
                  <c:v>rachealnbrittany4eva</c:v>
                </c:pt>
                <c:pt idx="6857">
                  <c:v>rachaelwildliferanger</c:v>
                </c:pt>
                <c:pt idx="6858">
                  <c:v>rachaelsparrowpotter</c:v>
                </c:pt>
                <c:pt idx="6859">
                  <c:v>raceyoudownthecorridor</c:v>
                </c:pt>
                <c:pt idx="6860">
                  <c:v>racer4ever_aredneck4sure</c:v>
                </c:pt>
                <c:pt idx="6861">
                  <c:v>rabidrobotbugsindisguise</c:v>
                </c:pt>
                <c:pt idx="6862">
                  <c:v>rabidinbredcornbread</c:v>
                </c:pt>
                <c:pt idx="6863">
                  <c:v>rabidfrostbittenfetus</c:v>
                </c:pt>
                <c:pt idx="6864">
                  <c:v>rabiddogbeastmongrel</c:v>
                </c:pt>
                <c:pt idx="6865">
                  <c:v>rabbitsuitforfoxtrot</c:v>
                </c:pt>
                <c:pt idx="6866">
                  <c:v>quoth_the_raven_lunatic</c:v>
                </c:pt>
                <c:pt idx="6867">
                  <c:v>quoteunquotenormalpeople</c:v>
                </c:pt>
                <c:pt idx="6868">
                  <c:v>quoteunquotemusicalexperience</c:v>
                </c:pt>
                <c:pt idx="6869">
                  <c:v>quixoticstemcellfuturist</c:v>
                </c:pt>
                <c:pt idx="6870">
                  <c:v>quityourjobmakemusic</c:v>
                </c:pt>
                <c:pt idx="6871">
                  <c:v>quityourjibberjabber</c:v>
                </c:pt>
                <c:pt idx="6872">
                  <c:v>quit_snitching_stop_lying</c:v>
                </c:pt>
                <c:pt idx="6873">
                  <c:v>quintanillaalmostlopez</c:v>
                </c:pt>
                <c:pt idx="6874">
                  <c:v>quincy_the_boxer_9752</c:v>
                </c:pt>
                <c:pt idx="6875">
                  <c:v>quietrighteouswarrior</c:v>
                </c:pt>
                <c:pt idx="6876">
                  <c:v>_quietly_losing_control_</c:v>
                </c:pt>
                <c:pt idx="6877">
                  <c:v>quietfirstimpression</c:v>
                </c:pt>
                <c:pt idx="6878">
                  <c:v>quietconfidenceallinawink</c:v>
                </c:pt>
                <c:pt idx="6879">
                  <c:v>quickshiftmotorsports</c:v>
                </c:pt>
                <c:pt idx="6880">
                  <c:v>quick_chick_hot_2_trot</c:v>
                </c:pt>
                <c:pt idx="6881">
                  <c:v>quickand2thepointless</c:v>
                </c:pt>
                <c:pt idx="6882">
                  <c:v>question_the_government</c:v>
                </c:pt>
                <c:pt idx="6883">
                  <c:v>questionmarkpreview3</c:v>
                </c:pt>
                <c:pt idx="6884">
                  <c:v>questionmark_butterfly</c:v>
                </c:pt>
                <c:pt idx="6885">
                  <c:v>questforinfinitepower</c:v>
                </c:pt>
                <c:pt idx="6886">
                  <c:v>quesada_holiday_home</c:v>
                </c:pt>
                <c:pt idx="6887">
                  <c:v>queen_tinkerbell_forever</c:v>
                </c:pt>
                <c:pt idx="6888">
                  <c:v>queen_marie_antoinette</c:v>
                </c:pt>
                <c:pt idx="6889">
                  <c:v>queen_lucy_the_valliant</c:v>
                </c:pt>
                <c:pt idx="6890">
                  <c:v>queen_emma_the_great</c:v>
                </c:pt>
                <c:pt idx="6891">
                  <c:v>queenelizabethwindsor</c:v>
                </c:pt>
                <c:pt idx="6892">
                  <c:v>queendomesticgoddess</c:v>
                </c:pt>
                <c:pt idx="6893">
                  <c:v>queen_diva_butterfly</c:v>
                </c:pt>
                <c:pt idx="6894">
                  <c:v>queen_darkness_angel</c:v>
                </c:pt>
                <c:pt idx="6895">
                  <c:v>queen_bitch_liz_0327</c:v>
                </c:pt>
                <c:pt idx="6896">
                  <c:v>queenbeeleaderprincess</c:v>
                </c:pt>
                <c:pt idx="6897">
                  <c:v>queenann_theantagonist</c:v>
                </c:pt>
                <c:pt idx="6898">
                  <c:v>queen_adrianne_riddle</c:v>
                </c:pt>
                <c:pt idx="6899">
                  <c:v>quatreartistcollective</c:v>
                </c:pt>
                <c:pt idx="6900">
                  <c:v>quarterkeyakabigbody</c:v>
                </c:pt>
                <c:pt idx="6901">
                  <c:v>quarter2_street_team</c:v>
                </c:pt>
                <c:pt idx="6902">
                  <c:v>quantummechanicsmusic</c:v>
                </c:pt>
                <c:pt idx="6903">
                  <c:v>quanticsoulorchestra</c:v>
                </c:pt>
                <c:pt idx="6904">
                  <c:v>pyrowerewolffollower</c:v>
                </c:pt>
                <c:pt idx="6905">
                  <c:v>pyromaniacalpictophilia</c:v>
                </c:pt>
                <c:pt idx="6906">
                  <c:v>putyourstunnashadeson</c:v>
                </c:pt>
                <c:pt idx="6907">
                  <c:v>pussyslipperywhenwet</c:v>
                </c:pt>
                <c:pt idx="6908">
                  <c:v>pussymonsterbrittany</c:v>
                </c:pt>
                <c:pt idx="6909">
                  <c:v>pussy_juice_cocktail</c:v>
                </c:pt>
                <c:pt idx="6910">
                  <c:v>pussy_for_one_person</c:v>
                </c:pt>
                <c:pt idx="6911">
                  <c:v>pushgraphicsphotography</c:v>
                </c:pt>
                <c:pt idx="6912">
                  <c:v>pushbuttonbreakglass</c:v>
                </c:pt>
                <c:pt idx="6913">
                  <c:v>purpole_sticky_punch</c:v>
                </c:pt>
                <c:pt idx="6914">
                  <c:v>purplewarriorprincess</c:v>
                </c:pt>
                <c:pt idx="6915">
                  <c:v>purpletealheartslayout</c:v>
                </c:pt>
                <c:pt idx="6916">
                  <c:v>purpleribbonallstar00</c:v>
                </c:pt>
                <c:pt idx="6917">
                  <c:v>purplequeenfrogtracy</c:v>
                </c:pt>
                <c:pt idx="6918">
                  <c:v>purpleprincessmonique</c:v>
                </c:pt>
                <c:pt idx="6919">
                  <c:v>purple_pretty_princess</c:v>
                </c:pt>
                <c:pt idx="6920">
                  <c:v>purple_polish_pretty_1_13</c:v>
                </c:pt>
                <c:pt idx="6921">
                  <c:v>purplepeopleeater2980</c:v>
                </c:pt>
                <c:pt idx="6922">
                  <c:v>purplepeople_eater42</c:v>
                </c:pt>
                <c:pt idx="6923">
                  <c:v>purple_people_eater17</c:v>
                </c:pt>
                <c:pt idx="6924">
                  <c:v>purple_passion_flower</c:v>
                </c:pt>
                <c:pt idx="6925">
                  <c:v>purple_panty_muncher</c:v>
                </c:pt>
                <c:pt idx="6926">
                  <c:v>purplepandasareattacking</c:v>
                </c:pt>
                <c:pt idx="6927">
                  <c:v>purplemonkeydishwasher88</c:v>
                </c:pt>
                <c:pt idx="6928">
                  <c:v>purple_monkeydishwasher7</c:v>
                </c:pt>
                <c:pt idx="6929">
                  <c:v>purplemonkeydishwasher54</c:v>
                </c:pt>
                <c:pt idx="6930">
                  <c:v>purplemonkeydishwasher123</c:v>
                </c:pt>
                <c:pt idx="6931">
                  <c:v>purple_monkey_dish_washer</c:v>
                </c:pt>
                <c:pt idx="6932">
                  <c:v>purpleleopardpixielady</c:v>
                </c:pt>
                <c:pt idx="6933">
                  <c:v>purplejellydeathtrap</c:v>
                </c:pt>
                <c:pt idx="6934">
                  <c:v>purpleheartsjazztrio</c:v>
                </c:pt>
                <c:pt idx="6935">
                  <c:v>purpleheartsaregreat</c:v>
                </c:pt>
                <c:pt idx="6936">
                  <c:v>purple_haze_all_around</c:v>
                </c:pt>
                <c:pt idx="6937">
                  <c:v>purplefroggiefanatic</c:v>
                </c:pt>
                <c:pt idx="6938">
                  <c:v>purplefire.tarahsalary</c:v>
                </c:pt>
                <c:pt idx="6939">
                  <c:v>purpledragontattooing</c:v>
                </c:pt>
                <c:pt idx="6940">
                  <c:v>purpledragonlady1958</c:v>
                </c:pt>
                <c:pt idx="6941">
                  <c:v>purpledolphinwhisper</c:v>
                </c:pt>
                <c:pt idx="6942">
                  <c:v>purplecitybirdgang187</c:v>
                </c:pt>
                <c:pt idx="6943">
                  <c:v>purplecheeseandgravy</c:v>
                </c:pt>
                <c:pt idx="6944">
                  <c:v>purple_butterfly_lady</c:v>
                </c:pt>
                <c:pt idx="6945">
                  <c:v>purplebutterflygirl21</c:v>
                </c:pt>
                <c:pt idx="6946">
                  <c:v>purplebutterflyangel21</c:v>
                </c:pt>
                <c:pt idx="6947">
                  <c:v>purgatorydeathmetal</c:v>
                </c:pt>
                <c:pt idx="6948">
                  <c:v>pure_unadulterated_fun</c:v>
                </c:pt>
                <c:pt idx="6949">
                  <c:v>pure_sweet_country_gurl</c:v>
                </c:pt>
                <c:pt idx="6950">
                  <c:v>pureromancebuynoelle</c:v>
                </c:pt>
                <c:pt idx="6951">
                  <c:v>pureplasticperfection</c:v>
                </c:pt>
                <c:pt idx="6952">
                  <c:v>purementalstimulation</c:v>
                </c:pt>
                <c:pt idx="6953">
                  <c:v>pure_crazy_beautiful</c:v>
                </c:pt>
                <c:pt idx="6954">
                  <c:v>purecomplexsimplicity</c:v>
                </c:pt>
                <c:pt idx="6955">
                  <c:v>pure_bred_metal_head</c:v>
                </c:pt>
                <c:pt idx="6956">
                  <c:v>pure_blonde_insanity</c:v>
                </c:pt>
                <c:pt idx="6957">
                  <c:v>purdueblondebombshell</c:v>
                </c:pt>
                <c:pt idx="6958">
                  <c:v>puntacanasunmusicfest</c:v>
                </c:pt>
                <c:pt idx="6959">
                  <c:v>punk_shall_live_forever</c:v>
                </c:pt>
                <c:pt idx="6960">
                  <c:v>punkrollingrevolution</c:v>
                </c:pt>
                <c:pt idx="6961">
                  <c:v>punkrockworldmagazine</c:v>
                </c:pt>
                <c:pt idx="6962">
                  <c:v>punkrockprincess_eleven11</c:v>
                </c:pt>
                <c:pt idx="6963">
                  <c:v>punkrockprincesscutie</c:v>
                </c:pt>
                <c:pt idx="6964">
                  <c:v>punk_rock_princess_89</c:v>
                </c:pt>
                <c:pt idx="6965">
                  <c:v>punk_rock_princess77</c:v>
                </c:pt>
                <c:pt idx="6966">
                  <c:v>punk_rock_princess_704</c:v>
                </c:pt>
                <c:pt idx="6967">
                  <c:v>punkrockprincess4ever101</c:v>
                </c:pt>
                <c:pt idx="6968">
                  <c:v>punkrockprincess4207</c:v>
                </c:pt>
                <c:pt idx="6969">
                  <c:v>punkrockprincess4200</c:v>
                </c:pt>
                <c:pt idx="6970">
                  <c:v>punkrockprincess2380</c:v>
                </c:pt>
                <c:pt idx="6971">
                  <c:v>punkrockprincess_200</c:v>
                </c:pt>
                <c:pt idx="6972">
                  <c:v>punkrockprincess1983</c:v>
                </c:pt>
                <c:pt idx="6973">
                  <c:v>punk_rock_princess1</c:v>
                </c:pt>
                <c:pt idx="6974">
                  <c:v>punkrockprincess022</c:v>
                </c:pt>
                <c:pt idx="6975">
                  <c:v>punk_rock_princess00</c:v>
                </c:pt>
                <c:pt idx="6976">
                  <c:v>punk_rock_last_night</c:v>
                </c:pt>
                <c:pt idx="6977">
                  <c:v>punkrockgirl_5_3_10_4</c:v>
                </c:pt>
                <c:pt idx="6978">
                  <c:v>punk_rocker_sweetness</c:v>
                </c:pt>
                <c:pt idx="6979">
                  <c:v>punk_rocker_hot_and_juicy</c:v>
                </c:pt>
                <c:pt idx="6980">
                  <c:v>punkrockergirl_audrey</c:v>
                </c:pt>
                <c:pt idx="6981">
                  <c:v>punkrockerforcoolness</c:v>
                </c:pt>
                <c:pt idx="6982">
                  <c:v>punk_rocker_fob_lover</c:v>
                </c:pt>
                <c:pt idx="6983">
                  <c:v>punkrocker24and1half</c:v>
                </c:pt>
                <c:pt idx="6984">
                  <c:v>punk_rock_country_gurl92</c:v>
                </c:pt>
                <c:pt idx="6985">
                  <c:v>punk_rock_chick11223</c:v>
                </c:pt>
                <c:pt idx="6986">
                  <c:v>_punk_rock_and_roll_</c:v>
                </c:pt>
                <c:pt idx="6987">
                  <c:v>punkprincess_1990_nat</c:v>
                </c:pt>
                <c:pt idx="6988">
                  <c:v>punkpowerfalloutboyrock</c:v>
                </c:pt>
                <c:pt idx="6989">
                  <c:v>punk_little_prankster</c:v>
                </c:pt>
                <c:pt idx="6990">
                  <c:v>punkgurlwithattitude</c:v>
                </c:pt>
                <c:pt idx="6991">
                  <c:v>punk_fun_lover_18_1_200</c:v>
                </c:pt>
                <c:pt idx="6992">
                  <c:v>punk_from_lake_jackson22</c:v>
                </c:pt>
                <c:pt idx="6993">
                  <c:v>punk_from_lake_jackson</c:v>
                </c:pt>
                <c:pt idx="6994">
                  <c:v>punkboy_the_insurrection</c:v>
                </c:pt>
                <c:pt idx="6995">
                  <c:v>punchdrunkpunkrocklove</c:v>
                </c:pt>
                <c:pt idx="6996">
                  <c:v>pumpkin14_princesssorrow</c:v>
                </c:pt>
                <c:pt idx="6997">
                  <c:v>pullthetriggerbitch32</c:v>
                </c:pt>
                <c:pt idx="6998">
                  <c:v>pullingthetrigger911</c:v>
                </c:pt>
                <c:pt idx="6999">
                  <c:v>pullingthetrigger101</c:v>
                </c:pt>
                <c:pt idx="7000">
                  <c:v>puff_themagicdragon8</c:v>
                </c:pt>
                <c:pt idx="7001">
                  <c:v>puff_the_magic_dragon9</c:v>
                </c:pt>
                <c:pt idx="7002">
                  <c:v>_puffthemagicdragon9_</c:v>
                </c:pt>
                <c:pt idx="7003">
                  <c:v>puffthemagicdragon8</c:v>
                </c:pt>
                <c:pt idx="7004">
                  <c:v>puffthemagicdragon5337</c:v>
                </c:pt>
                <c:pt idx="7005">
                  <c:v>puffthemagicdragon11</c:v>
                </c:pt>
                <c:pt idx="7006">
                  <c:v>pueblogallonchallenge</c:v>
                </c:pt>
                <c:pt idx="7007">
                  <c:v>publicentitynumberone</c:v>
                </c:pt>
                <c:pt idx="7008">
                  <c:v>publicdisturbanceband</c:v>
                </c:pt>
                <c:pt idx="7009">
                  <c:v>pterodactylbandwassup</c:v>
                </c:pt>
                <c:pt idx="7010">
                  <c:v>ptarmiganstringquartet</c:v>
                </c:pt>
                <c:pt idx="7011">
                  <c:v>psychresearchproject</c:v>
                </c:pt>
                <c:pt idx="7012">
                  <c:v>psychotic_without_you</c:v>
                </c:pt>
                <c:pt idx="7013">
                  <c:v>psychoticthedemented</c:v>
                </c:pt>
                <c:pt idx="7014">
                  <c:v>psychotic_sommabitch</c:v>
                </c:pt>
                <c:pt idx="7015">
                  <c:v>psychotic_short_person</c:v>
                </c:pt>
                <c:pt idx="7016">
                  <c:v>psychoticreactionshop</c:v>
                </c:pt>
                <c:pt idx="7017">
                  <c:v>psychopathicclownkiller</c:v>
                </c:pt>
                <c:pt idx="7018">
                  <c:v>psychopathicaxemurderer</c:v>
                </c:pt>
                <c:pt idx="7019">
                  <c:v>proximityeffectmusic</c:v>
                </c:pt>
                <c:pt idx="7020">
                  <c:v>provincetownfilmfestival</c:v>
                </c:pt>
                <c:pt idx="7021">
                  <c:v>pro_varsity_wrestler</c:v>
                </c:pt>
                <c:pt idx="7022">
                  <c:v>protectiveolderbrother2</c:v>
                </c:pt>
                <c:pt idx="7023">
                  <c:v>prostheticdancemassacre</c:v>
                </c:pt>
                <c:pt idx="7024">
                  <c:v>prostarmanagementteam</c:v>
                </c:pt>
                <c:pt idx="7025">
                  <c:v>prospernowwithdailycash</c:v>
                </c:pt>
                <c:pt idx="7026">
                  <c:v>prospecthillstreetteam</c:v>
                </c:pt>
                <c:pt idx="7027">
                  <c:v>prosourceentertainment</c:v>
                </c:pt>
                <c:pt idx="7028">
                  <c:v>prophaseforprosperous</c:v>
                </c:pt>
                <c:pt idx="7029">
                  <c:v>propagandamusiccanteen</c:v>
                </c:pt>
                <c:pt idx="7030">
                  <c:v>proofread_edit_write</c:v>
                </c:pt>
                <c:pt idx="7031">
                  <c:v>promisecarvedinstone</c:v>
                </c:pt>
                <c:pt idx="7032">
                  <c:v>prolifeentertainment</c:v>
                </c:pt>
                <c:pt idx="7033">
                  <c:v>projectwesternworldcollapse</c:v>
                </c:pt>
                <c:pt idx="7034">
                  <c:v>projectthinkdifferent</c:v>
                </c:pt>
                <c:pt idx="7035">
                  <c:v>projectselfdestruction</c:v>
                </c:pt>
                <c:pt idx="7036">
                  <c:v>projectrailerparkmarlee</c:v>
                </c:pt>
                <c:pt idx="7037">
                  <c:v>projectpatentertainment</c:v>
                </c:pt>
                <c:pt idx="7038">
                  <c:v>projectneworleans_noise</c:v>
                </c:pt>
                <c:pt idx="7039">
                  <c:v>projectmayhemchicago</c:v>
                </c:pt>
                <c:pt idx="7040">
                  <c:v>projectiledisfunction</c:v>
                </c:pt>
                <c:pt idx="7041">
                  <c:v>projectdestructionderby</c:v>
                </c:pt>
                <c:pt idx="7042">
                  <c:v>projectbornfullblooded</c:v>
                </c:pt>
                <c:pt idx="7043">
                  <c:v>progressivesurfgroup</c:v>
                </c:pt>
                <c:pt idx="7044">
                  <c:v>progressivemetaldrummer13</c:v>
                </c:pt>
                <c:pt idx="7045">
                  <c:v>progressivegrooveacademy</c:v>
                </c:pt>
                <c:pt idx="7046">
                  <c:v>profoundequalityband</c:v>
                </c:pt>
                <c:pt idx="7047">
                  <c:v>profileunderconstruction</c:v>
                </c:pt>
                <c:pt idx="7048">
                  <c:v>professoruniversitymusic</c:v>
                </c:pt>
                <c:pt idx="7049">
                  <c:v>professorsprout_herbology</c:v>
                </c:pt>
                <c:pt idx="7050">
                  <c:v>professorlovelessons</c:v>
                </c:pt>
                <c:pt idx="7051">
                  <c:v>professorjigglestone</c:v>
                </c:pt>
                <c:pt idx="7052">
                  <c:v>professor_humpington</c:v>
                </c:pt>
                <c:pt idx="7053">
                  <c:v>professor_gigglefist</c:v>
                </c:pt>
                <c:pt idx="7054">
                  <c:v>professionaltitleexaminer</c:v>
                </c:pt>
                <c:pt idx="7055">
                  <c:v>professionalpotatopeeler</c:v>
                </c:pt>
                <c:pt idx="7056">
                  <c:v>professional_poker_playa</c:v>
                </c:pt>
                <c:pt idx="7057">
                  <c:v>professionalmalemodel</c:v>
                </c:pt>
                <c:pt idx="7058">
                  <c:v>professionaleyepoker</c:v>
                </c:pt>
                <c:pt idx="7059">
                  <c:v>professionalcivilengineer</c:v>
                </c:pt>
                <c:pt idx="7060">
                  <c:v>professionalbuzzkill</c:v>
                </c:pt>
                <c:pt idx="7061">
                  <c:v>professionalbullrider</c:v>
                </c:pt>
                <c:pt idx="7062">
                  <c:v>prodominoassociation</c:v>
                </c:pt>
                <c:pt idx="7063">
                  <c:v>prodigalsunmediagroup</c:v>
                </c:pt>
                <c:pt idx="7064">
                  <c:v>proctororchestramoose</c:v>
                </c:pt>
                <c:pt idx="7065">
                  <c:v>procitydynamiccertified</c:v>
                </c:pt>
                <c:pt idx="7066">
                  <c:v>processmassdestruction</c:v>
                </c:pt>
                <c:pt idx="7067">
                  <c:v>problemcausingsolution</c:v>
                </c:pt>
                <c:pt idx="7068">
                  <c:v>prizefightermanagement</c:v>
                </c:pt>
                <c:pt idx="7069">
                  <c:v>privateandconfidential</c:v>
                </c:pt>
                <c:pt idx="7070">
                  <c:v>prissyprincessdenise</c:v>
                </c:pt>
                <c:pt idx="7071">
                  <c:v>priscilla_pennington</c:v>
                </c:pt>
                <c:pt idx="7072">
                  <c:v>priscillacarolinefranco</c:v>
                </c:pt>
                <c:pt idx="7073">
                  <c:v>PRISCILLAAKAGUMMYBEAR</c:v>
                </c:pt>
                <c:pt idx="7074">
                  <c:v>princetonstockassociation</c:v>
                </c:pt>
                <c:pt idx="7075">
                  <c:v>princess_wonderwoman</c:v>
                </c:pt>
                <c:pt idx="7076">
                  <c:v>princesswinterwonder</c:v>
                </c:pt>
                <c:pt idx="7077">
                  <c:v>princess_white_thunder</c:v>
                </c:pt>
                <c:pt idx="7078">
                  <c:v>princess_white_kitty</c:v>
                </c:pt>
                <c:pt idx="7079">
                  <c:v>princesswarriordaughter</c:v>
                </c:pt>
                <c:pt idx="7080">
                  <c:v>princessvanessamarie</c:v>
                </c:pt>
                <c:pt idx="7081">
                  <c:v>princesstoadstoolpeach</c:v>
                </c:pt>
                <c:pt idx="7082">
                  <c:v>princesstinkerbelltutu</c:v>
                </c:pt>
                <c:pt idx="7083">
                  <c:v>princesstinkerbelllauren</c:v>
                </c:pt>
                <c:pt idx="7084">
                  <c:v>PrincessTinkerbell923</c:v>
                </c:pt>
                <c:pt idx="7085">
                  <c:v>princesstinkerbell89</c:v>
                </c:pt>
                <c:pt idx="7086">
                  <c:v>princess_tinkerbell2009</c:v>
                </c:pt>
                <c:pt idx="7087">
                  <c:v>princesstinkerbell18</c:v>
                </c:pt>
                <c:pt idx="7088">
                  <c:v>princess_tinkerbell09</c:v>
                </c:pt>
                <c:pt idx="7089">
                  <c:v>princess_tinker_bell</c:v>
                </c:pt>
                <c:pt idx="7090">
                  <c:v>princess_stephielynn</c:v>
                </c:pt>
                <c:pt idx="7091">
                  <c:v>princess_spoiled_baby</c:v>
                </c:pt>
                <c:pt idx="7092">
                  <c:v>princess_sparkle_sarah</c:v>
                </c:pt>
                <c:pt idx="7093">
                  <c:v>princesssparkle_carrie</c:v>
                </c:pt>
                <c:pt idx="7094">
                  <c:v>_princess_skellington_</c:v>
                </c:pt>
                <c:pt idx="7095">
                  <c:v>princessqueenbitch90</c:v>
                </c:pt>
                <c:pt idx="7096">
                  <c:v>princess_punkrock410</c:v>
                </c:pt>
                <c:pt idx="7097">
                  <c:v>princess_pink_lover_4ever</c:v>
                </c:pt>
                <c:pt idx="7098">
                  <c:v>princesspinkbabydoll</c:v>
                </c:pt>
                <c:pt idx="7099">
                  <c:v>princessnaomi1andonly</c:v>
                </c:pt>
                <c:pt idx="7100">
                  <c:v>princessmolliedollie</c:v>
                </c:pt>
                <c:pt idx="7101">
                  <c:v>princessmiahoneybunny</c:v>
                </c:pt>
                <c:pt idx="7102">
                  <c:v>princess_meadow_muffin</c:v>
                </c:pt>
                <c:pt idx="7103">
                  <c:v>princess_marshmallow</c:v>
                </c:pt>
                <c:pt idx="7104">
                  <c:v>princess_love_butterfly</c:v>
                </c:pt>
                <c:pt idx="7105">
                  <c:v>princesslotusblossom</c:v>
                </c:pt>
                <c:pt idx="7106">
                  <c:v>princesslivesinapalace</c:v>
                </c:pt>
                <c:pt idx="7107">
                  <c:v>princess_laura_jayne</c:v>
                </c:pt>
                <c:pt idx="7108">
                  <c:v>princess_laura_elizabeth</c:v>
                </c:pt>
                <c:pt idx="7109">
                  <c:v>princess_kristina_here</c:v>
                </c:pt>
                <c:pt idx="7110">
                  <c:v>princesskimberlyhart</c:v>
                </c:pt>
                <c:pt idx="7111">
                  <c:v>princesskayleigh90210</c:v>
                </c:pt>
                <c:pt idx="7112">
                  <c:v>princess_kayla_perry</c:v>
                </c:pt>
                <c:pt idx="7113">
                  <c:v>princesskaye_sunshine</c:v>
                </c:pt>
                <c:pt idx="7114">
                  <c:v>princesskatethevixen</c:v>
                </c:pt>
                <c:pt idx="7115">
                  <c:v>princesskarlathegreat</c:v>
                </c:pt>
                <c:pt idx="7116">
                  <c:v>princess_karina4ever</c:v>
                </c:pt>
                <c:pt idx="7117">
                  <c:v>princess_jess_sexy_babe</c:v>
                </c:pt>
                <c:pt idx="7118">
                  <c:v>princessjessiebessie</c:v>
                </c:pt>
                <c:pt idx="7119">
                  <c:v>princessjessicaalice</c:v>
                </c:pt>
                <c:pt idx="7120">
                  <c:v>princessimperialpalace</c:v>
                </c:pt>
                <c:pt idx="7121">
                  <c:v>princesshellokitty9</c:v>
                </c:pt>
                <c:pt idx="7122">
                  <c:v>princesshellokitty123</c:v>
                </c:pt>
                <c:pt idx="7123">
                  <c:v>princesshannahbanana</c:v>
                </c:pt>
                <c:pt idx="7124">
                  <c:v>princess_fatty_dipset</c:v>
                </c:pt>
                <c:pt idx="7125">
                  <c:v>princessfairyellenland</c:v>
                </c:pt>
                <c:pt idx="7126">
                  <c:v>princessdonnachristina</c:v>
                </c:pt>
                <c:pt idx="7127">
                  <c:v>PrincessDirtyFancyPants</c:v>
                </c:pt>
                <c:pt idx="7128">
                  <c:v>princessdianamartinez</c:v>
                </c:pt>
                <c:pt idx="7129">
                  <c:v>princessdayplaymatenight</c:v>
                </c:pt>
                <c:pt idx="7130">
                  <c:v>princess_cut_diamond</c:v>
                </c:pt>
                <c:pt idx="7131">
                  <c:v>princesscrunkenergydrink</c:v>
                </c:pt>
                <c:pt idx="7132">
                  <c:v>princess_crankypants</c:v>
                </c:pt>
                <c:pt idx="7133">
                  <c:v>princesscountrybuttercup</c:v>
                </c:pt>
                <c:pt idx="7134">
                  <c:v>princessconsuelacrapbag</c:v>
                </c:pt>
                <c:pt idx="7135">
                  <c:v>princesschristinamaria</c:v>
                </c:pt>
                <c:pt idx="7136">
                  <c:v>princess_chiquis_4eva</c:v>
                </c:pt>
                <c:pt idx="7137">
                  <c:v>princesscharlotteforever</c:v>
                </c:pt>
                <c:pt idx="7138">
                  <c:v>princess_celestial_star</c:v>
                </c:pt>
                <c:pt idx="7139">
                  <c:v>princess_cassandra_lynn</c:v>
                </c:pt>
                <c:pt idx="7140">
                  <c:v>princessbuttonwillow</c:v>
                </c:pt>
                <c:pt idx="7141">
                  <c:v>princessbuttercup4eva</c:v>
                </c:pt>
                <c:pt idx="7142">
                  <c:v>princess_bubblegum15</c:v>
                </c:pt>
                <c:pt idx="7143">
                  <c:v>princessbrittanyspiro</c:v>
                </c:pt>
                <c:pt idx="7144">
                  <c:v>princessbloodyshadow</c:v>
                </c:pt>
                <c:pt idx="7145">
                  <c:v>_princessbitchslave_</c:v>
                </c:pt>
                <c:pt idx="7146">
                  <c:v>princessbiancanicole</c:v>
                </c:pt>
                <c:pt idx="7147">
                  <c:v>princess_belle_monica</c:v>
                </c:pt>
                <c:pt idx="7148">
                  <c:v>princessbatmanforever</c:v>
                </c:pt>
                <c:pt idx="7149">
                  <c:v>princessbaileymorgan</c:v>
                </c:pt>
                <c:pt idx="7150">
                  <c:v>princessbabygurl99</c:v>
                </c:pt>
                <c:pt idx="7151">
                  <c:v>princessbabygirlerica</c:v>
                </c:pt>
                <c:pt idx="7152">
                  <c:v>princessbabydramaqueen</c:v>
                </c:pt>
                <c:pt idx="7153">
                  <c:v>princess_baby_dont_forget</c:v>
                </c:pt>
                <c:pt idx="7154">
                  <c:v>princess_ashleypaige</c:v>
                </c:pt>
                <c:pt idx="7155">
                  <c:v>princessashleynicole7</c:v>
                </c:pt>
                <c:pt idx="7156">
                  <c:v>princessashleylynn05</c:v>
                </c:pt>
                <c:pt idx="7157">
                  <c:v>princess_ariel_the_first</c:v>
                </c:pt>
                <c:pt idx="7158">
                  <c:v>princess_arielle_jade</c:v>
                </c:pt>
                <c:pt idx="7159">
                  <c:v>princess_anna_banana</c:v>
                </c:pt>
                <c:pt idx="7160">
                  <c:v>princessangelamichell</c:v>
                </c:pt>
                <c:pt idx="7161">
                  <c:v>princess_amy_sparkle</c:v>
                </c:pt>
                <c:pt idx="7162">
                  <c:v>princessamyelizabeth</c:v>
                </c:pt>
                <c:pt idx="7163">
                  <c:v>princessambermichelle</c:v>
                </c:pt>
                <c:pt idx="7164">
                  <c:v>princess_aka_babygirl</c:v>
                </c:pt>
                <c:pt idx="7165">
                  <c:v>prince_royalty_hot_boy</c:v>
                </c:pt>
                <c:pt idx="7166">
                  <c:v>princehottiecharming</c:v>
                </c:pt>
                <c:pt idx="7167">
                  <c:v>prince_darling_nikki</c:v>
                </c:pt>
                <c:pt idx="7168">
                  <c:v>princecharming_himself</c:v>
                </c:pt>
                <c:pt idx="7169">
                  <c:v>princecharmingbayarea</c:v>
                </c:pt>
                <c:pt idx="7170">
                  <c:v>primitivecountrylove</c:v>
                </c:pt>
                <c:pt idx="7171">
                  <c:v>primeministerpeterock</c:v>
                </c:pt>
                <c:pt idx="7172">
                  <c:v>primaljellysocialclub</c:v>
                </c:pt>
                <c:pt idx="7173">
                  <c:v>primal_concrete_sledge_9</c:v>
                </c:pt>
                <c:pt idx="7174">
                  <c:v>prima_donna_carlotta</c:v>
                </c:pt>
                <c:pt idx="7175">
                  <c:v>priestess_queen_raye</c:v>
                </c:pt>
                <c:pt idx="7176">
                  <c:v>pridefamentertainment</c:v>
                </c:pt>
                <c:pt idx="7177">
                  <c:v>pride_and_prejudice_13</c:v>
                </c:pt>
                <c:pt idx="7178">
                  <c:v>prickly_and_poisonous</c:v>
                </c:pt>
                <c:pt idx="7179">
                  <c:v>priceforstateassembly</c:v>
                </c:pt>
                <c:pt idx="7180">
                  <c:v>preventthepaintherapy</c:v>
                </c:pt>
                <c:pt idx="7181">
                  <c:v>pretty_young_thing_14</c:v>
                </c:pt>
                <c:pt idx="7182">
                  <c:v>prettyyoungthickchick</c:v>
                </c:pt>
                <c:pt idx="7183">
                  <c:v>pretty_young_tempting</c:v>
                </c:pt>
                <c:pt idx="7184">
                  <c:v>pretty_woman_claudia</c:v>
                </c:pt>
                <c:pt idx="7185">
                  <c:v>pretty_ugly_duckling</c:v>
                </c:pt>
                <c:pt idx="7186">
                  <c:v>prettytonywhattheycallhim</c:v>
                </c:pt>
                <c:pt idx="7187">
                  <c:v>prettysparkels_forme</c:v>
                </c:pt>
                <c:pt idx="7188">
                  <c:v>pretty_soldier_sailormoon</c:v>
                </c:pt>
                <c:pt idx="7189">
                  <c:v>prettyslickforawhitechick</c:v>
                </c:pt>
                <c:pt idx="7190">
                  <c:v>prettysexychocolate08</c:v>
                </c:pt>
                <c:pt idx="7191">
                  <c:v>prettyricky_pleasure</c:v>
                </c:pt>
                <c:pt idx="7192">
                  <c:v>prettyricky_lover_4eva</c:v>
                </c:pt>
                <c:pt idx="7193">
                  <c:v>pretty_punky_princess</c:v>
                </c:pt>
                <c:pt idx="7194">
                  <c:v>prettypunkprincess82</c:v>
                </c:pt>
                <c:pt idx="7195">
                  <c:v>prettyprincessvictoria</c:v>
                </c:pt>
                <c:pt idx="7196">
                  <c:v>pretty_princess_naeema</c:v>
                </c:pt>
                <c:pt idx="7197">
                  <c:v>prettyprincessnae233</c:v>
                </c:pt>
                <c:pt idx="7198">
                  <c:v>pretty_princess_megan</c:v>
                </c:pt>
                <c:pt idx="7199">
                  <c:v>pretty_princess_karen</c:v>
                </c:pt>
                <c:pt idx="7200">
                  <c:v>prettyprincessjenn1985</c:v>
                </c:pt>
                <c:pt idx="7201">
                  <c:v>prettyprincessgurl200</c:v>
                </c:pt>
                <c:pt idx="7202">
                  <c:v>prettyprincessdaniella</c:v>
                </c:pt>
                <c:pt idx="7203">
                  <c:v>prettyprincessbarbie1</c:v>
                </c:pt>
                <c:pt idx="7204">
                  <c:v>prettyprincessballerina</c:v>
                </c:pt>
                <c:pt idx="7205">
                  <c:v>prettyprincessashley</c:v>
                </c:pt>
                <c:pt idx="7206">
                  <c:v>prettyponyprincess0</c:v>
                </c:pt>
                <c:pt idx="7207">
                  <c:v>prettypinkprincessmeg</c:v>
                </c:pt>
                <c:pt idx="7208">
                  <c:v>prettypinkprincess90</c:v>
                </c:pt>
                <c:pt idx="7209">
                  <c:v>prettypinkprincess9</c:v>
                </c:pt>
                <c:pt idx="7210">
                  <c:v>prettypinkprincess140</c:v>
                </c:pt>
                <c:pt idx="7211">
                  <c:v>prettypinkprincess13</c:v>
                </c:pt>
                <c:pt idx="7212">
                  <c:v>pretty_pink_princess_0</c:v>
                </c:pt>
                <c:pt idx="7213">
                  <c:v>_pretty_pink_princess_</c:v>
                </c:pt>
                <c:pt idx="7214">
                  <c:v>prettypinkpopdramaqueen</c:v>
                </c:pt>
                <c:pt idx="7215">
                  <c:v>prettypinkbasketcase</c:v>
                </c:pt>
                <c:pt idx="7216">
                  <c:v>prettypinkbarbiegirl</c:v>
                </c:pt>
                <c:pt idx="7217">
                  <c:v>prettypictureperfect</c:v>
                </c:pt>
                <c:pt idx="7218">
                  <c:v>pretty_people_contest</c:v>
                </c:pt>
                <c:pt idx="7219">
                  <c:v>pretty_much_love_you</c:v>
                </c:pt>
                <c:pt idx="7220">
                  <c:v>prettymuchhardcoreextreme</c:v>
                </c:pt>
                <c:pt idx="7221">
                  <c:v>prettylittletrainwreck</c:v>
                </c:pt>
                <c:pt idx="7222">
                  <c:v>pretty_little_sea_nymph</c:v>
                </c:pt>
                <c:pt idx="7223">
                  <c:v>pretty_lil_princess_1</c:v>
                </c:pt>
                <c:pt idx="7224">
                  <c:v>pretty_lil_hispanic18</c:v>
                </c:pt>
                <c:pt idx="7225">
                  <c:v>prettylildemonicprincess</c:v>
                </c:pt>
                <c:pt idx="7226">
                  <c:v>pretty_lil_countrygurl</c:v>
                </c:pt>
                <c:pt idx="7227">
                  <c:v>pretty_hotpink_princess</c:v>
                </c:pt>
                <c:pt idx="7228">
                  <c:v>pretty_hot_pink_babe</c:v>
                </c:pt>
                <c:pt idx="7229">
                  <c:v>pretty_hot_and_thick</c:v>
                </c:pt>
                <c:pt idx="7230">
                  <c:v>pretty_hot_and_tempting13</c:v>
                </c:pt>
                <c:pt idx="7231">
                  <c:v>pretty_hot_and_tempting07</c:v>
                </c:pt>
                <c:pt idx="7232">
                  <c:v>prettyhatemachine7</c:v>
                </c:pt>
                <c:pt idx="7233">
                  <c:v>pretty_hardcore_court</c:v>
                </c:pt>
                <c:pt idx="7234">
                  <c:v>prettygurl_soccer_09</c:v>
                </c:pt>
                <c:pt idx="7235">
                  <c:v>prettygurlcaroline818</c:v>
                </c:pt>
                <c:pt idx="7236">
                  <c:v>pretty_gorgeous_nicole</c:v>
                </c:pt>
                <c:pt idx="7237">
                  <c:v>prettygirl_withstyle</c:v>
                </c:pt>
                <c:pt idx="7238">
                  <c:v>pretty_girl_position</c:v>
                </c:pt>
                <c:pt idx="7239">
                  <c:v>prettygirlbikinicarwash</c:v>
                </c:pt>
                <c:pt idx="7240">
                  <c:v>prettygirlbabygurl837</c:v>
                </c:pt>
                <c:pt idx="7241">
                  <c:v>pretty_frog_princess</c:v>
                </c:pt>
                <c:pt idx="7242">
                  <c:v>prettyflyforawhiteguy85</c:v>
                </c:pt>
                <c:pt idx="7243">
                  <c:v>prettyfly_forawhitegirl</c:v>
                </c:pt>
                <c:pt idx="7244">
                  <c:v>prettyfacethickwaist</c:v>
                </c:pt>
                <c:pt idx="7245">
                  <c:v>prettydukegirl14489</c:v>
                </c:pt>
                <c:pt idx="7246">
                  <c:v>prettydeadgirlshortfilm</c:v>
                </c:pt>
                <c:pt idx="7247">
                  <c:v>pretty_cute_princess</c:v>
                </c:pt>
                <c:pt idx="7248">
                  <c:v>prettycool_stephanie</c:v>
                </c:pt>
                <c:pt idx="7249">
                  <c:v>pretty_colors_forever</c:v>
                </c:pt>
                <c:pt idx="7250">
                  <c:v>prettybutbrokenhearted</c:v>
                </c:pt>
                <c:pt idx="7251">
                  <c:v>prettybrowneyedgirl89</c:v>
                </c:pt>
                <c:pt idx="7252">
                  <c:v>prettybrowncuttiepie</c:v>
                </c:pt>
                <c:pt idx="7253">
                  <c:v>prettyboyakasweetness</c:v>
                </c:pt>
                <c:pt idx="7254">
                  <c:v>prettyblondeprincess</c:v>
                </c:pt>
                <c:pt idx="7255">
                  <c:v>prettybabyprincess4life</c:v>
                </c:pt>
                <c:pt idx="7256">
                  <c:v>pretty_baby_girl_nikki</c:v>
                </c:pt>
                <c:pt idx="7257">
                  <c:v>prettybabybutterfly0</c:v>
                </c:pt>
                <c:pt idx="7258">
                  <c:v>pretty_athletic_lady</c:v>
                </c:pt>
                <c:pt idx="7259">
                  <c:v>prettyastashleymarie</c:v>
                </c:pt>
                <c:pt idx="7260">
                  <c:v>prettyandverydemented</c:v>
                </c:pt>
                <c:pt idx="7261">
                  <c:v>pretentiousrecordstoreguy</c:v>
                </c:pt>
                <c:pt idx="7262">
                  <c:v>pretend_its_brilliant</c:v>
                </c:pt>
                <c:pt idx="7263">
                  <c:v>prestigealtoclarinet</c:v>
                </c:pt>
                <c:pt idx="7264">
                  <c:v>pressuredropmanchester</c:v>
                </c:pt>
                <c:pt idx="7265">
                  <c:v>pressthisbuttonfortragedy</c:v>
                </c:pt>
                <c:pt idx="7266">
                  <c:v>pressplayentertainmentworld</c:v>
                </c:pt>
                <c:pt idx="7267">
                  <c:v>pressplayentertainment</c:v>
                </c:pt>
                <c:pt idx="7268">
                  <c:v>presscontrolaltdelete</c:v>
                </c:pt>
                <c:pt idx="7269">
                  <c:v>presidentgeorgewashington</c:v>
                </c:pt>
                <c:pt idx="7270">
                  <c:v>presidentbasketballcoach</c:v>
                </c:pt>
                <c:pt idx="7271">
                  <c:v>present_with_god_soon</c:v>
                </c:pt>
                <c:pt idx="7272">
                  <c:v>prescriptiondodgeball</c:v>
                </c:pt>
                <c:pt idx="7273">
                  <c:v>prepared2relocate4love</c:v>
                </c:pt>
                <c:pt idx="7274">
                  <c:v>prepare4peace_pray4war</c:v>
                </c:pt>
                <c:pt idx="7275">
                  <c:v>prepaidlegaljoshandjoe</c:v>
                </c:pt>
                <c:pt idx="7276">
                  <c:v>premierpersonalprotection</c:v>
                </c:pt>
                <c:pt idx="7277">
                  <c:v>premierimageentertainment</c:v>
                </c:pt>
                <c:pt idx="7278">
                  <c:v>premaritaltonguerape</c:v>
                </c:pt>
                <c:pt idx="7279">
                  <c:v>precisionscreenprinting</c:v>
                </c:pt>
                <c:pt idx="7280">
                  <c:v>precious_pretty_gurl</c:v>
                </c:pt>
                <c:pt idx="7281">
                  <c:v>preciouspoodleprincess</c:v>
                </c:pt>
                <c:pt idx="7282">
                  <c:v>precious_pearl_4ever</c:v>
                </c:pt>
                <c:pt idx="7283">
                  <c:v>precious_loca_morenita</c:v>
                </c:pt>
                <c:pt idx="7284">
                  <c:v>Precious_Little_Sweetie</c:v>
                </c:pt>
                <c:pt idx="7285">
                  <c:v>precious_little_butterfly</c:v>
                </c:pt>
                <c:pt idx="7286">
                  <c:v>precious_island_lady</c:v>
                </c:pt>
                <c:pt idx="7287">
                  <c:v>preciousgemstone2002</c:v>
                </c:pt>
                <c:pt idx="7288">
                  <c:v>precious_demon_from_below</c:v>
                </c:pt>
                <c:pt idx="7289">
                  <c:v>preciousblondesunshine</c:v>
                </c:pt>
                <c:pt idx="7290">
                  <c:v>precious_babydoll0813</c:v>
                </c:pt>
                <c:pt idx="7291">
                  <c:v>preciousbabyboy92104</c:v>
                </c:pt>
                <c:pt idx="7292">
                  <c:v>precious_applebottom</c:v>
                </c:pt>
                <c:pt idx="7293">
                  <c:v>preciousanimegirl025</c:v>
                </c:pt>
                <c:pt idx="7294">
                  <c:v>precious_angel_forever</c:v>
                </c:pt>
                <c:pt idx="7295">
                  <c:v>praytherosaryeveryday</c:v>
                </c:pt>
                <c:pt idx="7296">
                  <c:v>praisetoidinaandaustin</c:v>
                </c:pt>
                <c:pt idx="7297">
                  <c:v>praisetheloudsilkscreen</c:v>
                </c:pt>
                <c:pt idx="7298">
                  <c:v>praise_and_worship_team</c:v>
                </c:pt>
                <c:pt idx="7299">
                  <c:v>practicing_the_silence</c:v>
                </c:pt>
                <c:pt idx="7300">
                  <c:v>practicethekissingscene</c:v>
                </c:pt>
                <c:pt idx="7301">
                  <c:v>practice_page4brande</c:v>
                </c:pt>
                <c:pt idx="7302">
                  <c:v>practiceachieveperfection</c:v>
                </c:pt>
                <c:pt idx="7303">
                  <c:v>practicaltrainedkillas</c:v>
                </c:pt>
                <c:pt idx="7304">
                  <c:v>practicalselfdefense</c:v>
                </c:pt>
                <c:pt idx="7305">
                  <c:v>powersportsunlimited</c:v>
                </c:pt>
                <c:pt idx="7306">
                  <c:v>power_ranger_equality</c:v>
                </c:pt>
                <c:pt idx="7307">
                  <c:v>__powerpuff__blossom__</c:v>
                </c:pt>
                <c:pt idx="7308">
                  <c:v>powerlunchproduction</c:v>
                </c:pt>
                <c:pt idx="7309">
                  <c:v>powerfulbeyondmeasure</c:v>
                </c:pt>
                <c:pt idx="7310">
                  <c:v>powerentertainmentgroup</c:v>
                </c:pt>
                <c:pt idx="7311">
                  <c:v>powerbreathandlivingwater</c:v>
                </c:pt>
                <c:pt idx="7312">
                  <c:v>power2thewhitepeople</c:v>
                </c:pt>
                <c:pt idx="7313">
                  <c:v>powderedtoastman2082</c:v>
                </c:pt>
                <c:pt idx="7314">
                  <c:v>_powdered_toast_man_</c:v>
                </c:pt>
                <c:pt idx="7315">
                  <c:v>powdered_sweet_taste01</c:v>
                </c:pt>
                <c:pt idx="7316">
                  <c:v>powbiffsmackwallopbatman</c:v>
                </c:pt>
                <c:pt idx="7317">
                  <c:v>povertyneckhillbillygirl</c:v>
                </c:pt>
                <c:pt idx="7318">
                  <c:v>povertyjetsetofficial</c:v>
                </c:pt>
                <c:pt idx="7319">
                  <c:v>pour_thechampagne_darling</c:v>
                </c:pt>
                <c:pt idx="7320">
                  <c:v>pouringcrimsonregret521</c:v>
                </c:pt>
                <c:pt idx="7321">
                  <c:v>poultrymeatandfishflavour</c:v>
                </c:pt>
                <c:pt idx="7322">
                  <c:v>pottytraininggonebad</c:v>
                </c:pt>
                <c:pt idx="7323">
                  <c:v>potterjessicahaley721</c:v>
                </c:pt>
                <c:pt idx="7324">
                  <c:v>potsmokinghatchetman</c:v>
                </c:pt>
                <c:pt idx="7325">
                  <c:v>potentiallygoodmusic</c:v>
                </c:pt>
                <c:pt idx="7326">
                  <c:v>potatoes_arent_that_cool</c:v>
                </c:pt>
                <c:pt idx="7327">
                  <c:v>potatoes_are_awesome</c:v>
                </c:pt>
                <c:pt idx="7328">
                  <c:v>potatoesandcheesecake</c:v>
                </c:pt>
                <c:pt idx="7329">
                  <c:v>poststructuralismrox</c:v>
                </c:pt>
                <c:pt idx="7330">
                  <c:v>postmodernintellectual</c:v>
                </c:pt>
                <c:pt idx="7331">
                  <c:v>postmodernbeautyqueen</c:v>
                </c:pt>
                <c:pt idx="7332">
                  <c:v>postconcertdancecompany</c:v>
                </c:pt>
                <c:pt idx="7333">
                  <c:v>possessed_little_child</c:v>
                </c:pt>
                <c:pt idx="7334">
                  <c:v>possessedguitarwarrior</c:v>
                </c:pt>
                <c:pt idx="7335">
                  <c:v>positive_placement_tattoo</c:v>
                </c:pt>
                <c:pt idx="7336">
                  <c:v>positive_little_angel</c:v>
                </c:pt>
                <c:pt idx="7337">
                  <c:v>positionclosedofficial</c:v>
                </c:pt>
                <c:pt idx="7338">
                  <c:v>position9_girlsonly</c:v>
                </c:pt>
                <c:pt idx="7339">
                  <c:v>portsmouthlightercompany</c:v>
                </c:pt>
                <c:pt idx="7340">
                  <c:v>portsaintluciehighschool</c:v>
                </c:pt>
                <c:pt idx="7341">
                  <c:v>portlandporcelainveneer</c:v>
                </c:pt>
                <c:pt idx="7342">
                  <c:v>portlandfilmcollective</c:v>
                </c:pt>
                <c:pt idx="7343">
                  <c:v>porter_probaseball_player</c:v>
                </c:pt>
                <c:pt idx="7344">
                  <c:v>portcitylegendkiller</c:v>
                </c:pt>
                <c:pt idx="7345">
                  <c:v>portchestercoachdiner</c:v>
                </c:pt>
                <c:pt idx="7346">
                  <c:v>port_charlotte_comedy</c:v>
                </c:pt>
                <c:pt idx="7347">
                  <c:v>portapottyracoonlover</c:v>
                </c:pt>
                <c:pt idx="7348">
                  <c:v>porridge_springsteen</c:v>
                </c:pt>
                <c:pt idx="7349">
                  <c:v>pork_chop_concertguy</c:v>
                </c:pt>
                <c:pt idx="7350">
                  <c:v>porchmonkey4life1993</c:v>
                </c:pt>
                <c:pt idx="7351">
                  <c:v>porcelainveneerseattle</c:v>
                </c:pt>
                <c:pt idx="7352">
                  <c:v>porcelain_browneyed_girl</c:v>
                </c:pt>
                <c:pt idx="7353">
                  <c:v>pop_will_eat_itself0</c:v>
                </c:pt>
                <c:pt idx="7354">
                  <c:v>pop_went_the_present</c:v>
                </c:pt>
                <c:pt idx="7355">
                  <c:v>populationcontrolbooking</c:v>
                </c:pt>
                <c:pt idx="7356">
                  <c:v>popularentertainmentgroup</c:v>
                </c:pt>
                <c:pt idx="7357">
                  <c:v>poptartcookiemonster</c:v>
                </c:pt>
                <c:pt idx="7358">
                  <c:v>poprockscokesmackbang</c:v>
                </c:pt>
                <c:pt idx="7359">
                  <c:v>poppunkprincess2loveyou</c:v>
                </c:pt>
                <c:pt idx="7360">
                  <c:v>pop_off_entertainment</c:v>
                </c:pt>
                <c:pt idx="7361">
                  <c:v>popeyethesailorman41</c:v>
                </c:pt>
                <c:pt idx="7362">
                  <c:v>popeye_the_sailorman</c:v>
                </c:pt>
                <c:pt idx="7363">
                  <c:v>popcornsuperhetreceived</c:v>
                </c:pt>
                <c:pt idx="7364">
                  <c:v>popcornandstringcheese</c:v>
                </c:pt>
                <c:pt idx="7365">
                  <c:v>pooroldfashionedbaby</c:v>
                </c:pt>
                <c:pt idx="7366">
                  <c:v>poorlychosenscreenname</c:v>
                </c:pt>
                <c:pt idx="7367">
                  <c:v>_poor_little_monkey_</c:v>
                </c:pt>
                <c:pt idx="7368">
                  <c:v>poorlittleluckystrike</c:v>
                </c:pt>
                <c:pt idx="7369">
                  <c:v>pooranimalunderstudy</c:v>
                </c:pt>
                <c:pt idx="7370">
                  <c:v>poopsandthecornbread</c:v>
                </c:pt>
                <c:pt idx="7371">
                  <c:v>poolbeachsummerlovefun</c:v>
                </c:pt>
                <c:pt idx="7372">
                  <c:v>poohbearprincessjazzy</c:v>
                </c:pt>
                <c:pt idx="7373">
                  <c:v>___poohbear___harrypotter</c:v>
                </c:pt>
                <c:pt idx="7374">
                  <c:v>pooh_bear_eats_honey</c:v>
                </c:pt>
                <c:pt idx="7375">
                  <c:v>pontoonpelicanpussycat</c:v>
                </c:pt>
                <c:pt idx="7376">
                  <c:v>ponchocreativedesign</c:v>
                </c:pt>
                <c:pt idx="7377">
                  <c:v>polymorphbodypiercing</c:v>
                </c:pt>
                <c:pt idx="7378">
                  <c:v>pollyanddashabestfriend1997</c:v>
                </c:pt>
                <c:pt idx="7379">
                  <c:v>polkcountyredneck83</c:v>
                </c:pt>
                <c:pt idx="7380">
                  <c:v>polkapeteandhisorchestra</c:v>
                </c:pt>
                <c:pt idx="7381">
                  <c:v>polka_dotted_tragedy</c:v>
                </c:pt>
                <c:pt idx="7382">
                  <c:v>polkadotprincess2903</c:v>
                </c:pt>
                <c:pt idx="7383">
                  <c:v>politicaldancingprincess</c:v>
                </c:pt>
                <c:pt idx="7384">
                  <c:v>politicalagendapeace</c:v>
                </c:pt>
                <c:pt idx="7385">
                  <c:v>polish_diesel_performance</c:v>
                </c:pt>
                <c:pt idx="7386">
                  <c:v>police_constable_strong</c:v>
                </c:pt>
                <c:pt idx="7387">
                  <c:v>pokeyvalentineguitarist1</c:v>
                </c:pt>
                <c:pt idx="7388">
                  <c:v>pokertattooandpiercing</c:v>
                </c:pt>
                <c:pt idx="7389">
                  <c:v>poisonivyentertainment1</c:v>
                </c:pt>
                <c:pt idx="7390">
                  <c:v>poised_penguin_pusher</c:v>
                </c:pt>
                <c:pt idx="7391">
                  <c:v>_poiseandrationality</c:v>
                </c:pt>
                <c:pt idx="7392">
                  <c:v>pointlessmentalcruelty</c:v>
                </c:pt>
                <c:pt idx="7393">
                  <c:v>point44caliberkiller</c:v>
                </c:pt>
                <c:pt idx="7394">
                  <c:v>poetprophetphilosopher</c:v>
                </c:pt>
                <c:pt idx="7395">
                  <c:v>poet4lifealwaysandforever</c:v>
                </c:pt>
                <c:pt idx="7396">
                  <c:v>pocketprotectorposse</c:v>
                </c:pt>
                <c:pt idx="7397">
                  <c:v>plushponyiceprincess</c:v>
                </c:pt>
                <c:pt idx="7398">
                  <c:v>plump_perfection4eva</c:v>
                </c:pt>
                <c:pt idx="7399">
                  <c:v>plumflowerembroidery</c:v>
                </c:pt>
                <c:pt idx="7400">
                  <c:v>plumbingcherrypoppindaddy</c:v>
                </c:pt>
                <c:pt idx="7401">
                  <c:v>plum_always_and_4ever</c:v>
                </c:pt>
                <c:pt idx="7402">
                  <c:v>pluckedrightfromthebrain</c:v>
                </c:pt>
                <c:pt idx="7403">
                  <c:v>pluckedfromobscurity</c:v>
                </c:pt>
                <c:pt idx="7404">
                  <c:v>ploughthroughthischapter</c:v>
                </c:pt>
                <c:pt idx="7405">
                  <c:v>plentifulsexkitten02</c:v>
                </c:pt>
                <c:pt idx="7406">
                  <c:v>pleasureyourwayallday</c:v>
                </c:pt>
                <c:pt idx="7407">
                  <c:v>pleasureyoucantmeasure</c:v>
                </c:pt>
                <c:pt idx="7408">
                  <c:v>pleasureislandclubdread</c:v>
                </c:pt>
                <c:pt idx="7409">
                  <c:v>pleasurablepainclothing</c:v>
                </c:pt>
                <c:pt idx="7410">
                  <c:v>please_taste_the_rainbow</c:v>
                </c:pt>
                <c:pt idx="7411">
                  <c:v>please_stop_killing_music</c:v>
                </c:pt>
                <c:pt idx="7412">
                  <c:v>pleaserefrainfromknocking</c:v>
                </c:pt>
                <c:pt idx="7413">
                  <c:v>pleaseletthisonework</c:v>
                </c:pt>
                <c:pt idx="7414">
                  <c:v>please_enter_name_here</c:v>
                </c:pt>
                <c:pt idx="7415">
                  <c:v>please_dont_eat_that</c:v>
                </c:pt>
                <c:pt idx="7416">
                  <c:v>pleasantvalleyyouthgroup</c:v>
                </c:pt>
                <c:pt idx="7417">
                  <c:v>pleasantvalleylibrary</c:v>
                </c:pt>
                <c:pt idx="7418">
                  <c:v>pleasantstreetconspiracy</c:v>
                </c:pt>
                <c:pt idx="7419">
                  <c:v>plazaworldalldayeveryday</c:v>
                </c:pt>
                <c:pt idx="7420">
                  <c:v>playwithmatchsnothearts</c:v>
                </c:pt>
                <c:pt idx="7421">
                  <c:v>playthatgothicmusicwhiteboy</c:v>
                </c:pt>
                <c:pt idx="7422">
                  <c:v>playthatfunkymusicwhiteboy</c:v>
                </c:pt>
                <c:pt idx="7423">
                  <c:v>play_that_funkymusic</c:v>
                </c:pt>
                <c:pt idx="7424">
                  <c:v>playstation3_warehouse</c:v>
                </c:pt>
                <c:pt idx="7425">
                  <c:v>playstation3fistfight</c:v>
                </c:pt>
                <c:pt idx="7426">
                  <c:v>playmatestripper4life</c:v>
                </c:pt>
                <c:pt idx="7427">
                  <c:v>play_long_love_longer</c:v>
                </c:pt>
                <c:pt idx="7428">
                  <c:v>playlearnlivewithstyle</c:v>
                </c:pt>
                <c:pt idx="7429">
                  <c:v>playingwithnuclearfire</c:v>
                </c:pt>
                <c:pt idx="7430">
                  <c:v>playhannahmate212121</c:v>
                </c:pt>
                <c:pt idx="7431">
                  <c:v>playgurlprincessrena</c:v>
                </c:pt>
                <c:pt idx="7432">
                  <c:v>playgroundlegendband</c:v>
                </c:pt>
                <c:pt idx="7433">
                  <c:v>playgroundeventproduction</c:v>
                </c:pt>
                <c:pt idx="7434">
                  <c:v>playgirl_princess_melanie</c:v>
                </c:pt>
                <c:pt idx="7435">
                  <c:v>playgirl_princess_2007</c:v>
                </c:pt>
                <c:pt idx="7436">
                  <c:v>playgirlallnightlong</c:v>
                </c:pt>
                <c:pt idx="7437">
                  <c:v>playfulpartytimegirl</c:v>
                </c:pt>
                <c:pt idx="7438">
                  <c:v>playforpleasurehomeparty</c:v>
                </c:pt>
                <c:pt idx="7439">
                  <c:v>playdicewiththeuniverse</c:v>
                </c:pt>
                <c:pt idx="7440">
                  <c:v>playdeadillplayalong</c:v>
                </c:pt>
                <c:pt idx="7441">
                  <c:v>playboy_talent_scout</c:v>
                </c:pt>
                <c:pt idx="7442">
                  <c:v>playboy_rebel_bunnie</c:v>
                </c:pt>
                <c:pt idx="7443">
                  <c:v>PlayboyPrincess4life</c:v>
                </c:pt>
                <c:pt idx="7444">
                  <c:v>playboypenguin_bridgette</c:v>
                </c:pt>
                <c:pt idx="7445">
                  <c:v>playboy_central_51_bitch</c:v>
                </c:pt>
                <c:pt idx="7446">
                  <c:v>playboybunnystar29741</c:v>
                </c:pt>
                <c:pt idx="7447">
                  <c:v>playboy_bunny_mate_200</c:v>
                </c:pt>
                <c:pt idx="7448">
                  <c:v>_playboy_bunny_lover_</c:v>
                </c:pt>
                <c:pt idx="7449">
                  <c:v>playboy_bunny_girl14</c:v>
                </c:pt>
                <c:pt idx="7450">
                  <c:v>playboybunnyfromhell</c:v>
                </c:pt>
                <c:pt idx="7451">
                  <c:v>playboy_bunny_chick17</c:v>
                </c:pt>
                <c:pt idx="7452">
                  <c:v>playboybunnychick101</c:v>
                </c:pt>
                <c:pt idx="7453">
                  <c:v>playboy_bunny_bitch_9</c:v>
                </c:pt>
                <c:pt idx="7454">
                  <c:v>playboybunnybabe4life</c:v>
                </c:pt>
                <c:pt idx="7455">
                  <c:v>playboy_bunny_angel17</c:v>
                </c:pt>
                <c:pt idx="7456">
                  <c:v>playanothersweetsong</c:v>
                </c:pt>
                <c:pt idx="7457">
                  <c:v>playalyndasurfergirl</c:v>
                </c:pt>
                <c:pt idx="7458">
                  <c:v>platypuspilotcommunique</c:v>
                </c:pt>
                <c:pt idx="7459">
                  <c:v>platovisionaryphilosopher</c:v>
                </c:pt>
                <c:pt idx="7460">
                  <c:v>platinumsunnentertainment</c:v>
                </c:pt>
                <c:pt idx="7461">
                  <c:v>platinumrecordoperation</c:v>
                </c:pt>
                <c:pt idx="7462">
                  <c:v>platinumproductionsny</c:v>
                </c:pt>
                <c:pt idx="7463">
                  <c:v>platinum_mixed_4_life</c:v>
                </c:pt>
                <c:pt idx="7464">
                  <c:v>platinummarketinggroup</c:v>
                </c:pt>
                <c:pt idx="7465">
                  <c:v>platinumlevelentertainment</c:v>
                </c:pt>
                <c:pt idx="7466">
                  <c:v>platinumkatentertainment</c:v>
                </c:pt>
                <c:pt idx="7467">
                  <c:v>platinumboundmusicgroup</c:v>
                </c:pt>
                <c:pt idx="7468">
                  <c:v>platinumartistsearch1</c:v>
                </c:pt>
                <c:pt idx="7469">
                  <c:v>plastictrashprincess</c:v>
                </c:pt>
                <c:pt idx="7470">
                  <c:v>plasticthingonashoelace</c:v>
                </c:pt>
                <c:pt idx="7471">
                  <c:v>plastic_loveless_letter</c:v>
                </c:pt>
                <c:pt idx="7472">
                  <c:v>plasticfashionbandpage</c:v>
                </c:pt>
                <c:pt idx="7473">
                  <c:v>plasticfantasticjewelry</c:v>
                </c:pt>
                <c:pt idx="7474">
                  <c:v>planktonwillruletheworld</c:v>
                </c:pt>
                <c:pt idx="7475">
                  <c:v>planethollywoodresort</c:v>
                </c:pt>
                <c:pt idx="7476">
                  <c:v>planetgranitehustler</c:v>
                </c:pt>
                <c:pt idx="7477">
                  <c:v>planetexpressshipmusic</c:v>
                </c:pt>
                <c:pt idx="7478">
                  <c:v>planetdancejumpyjosh</c:v>
                </c:pt>
                <c:pt idx="7479">
                  <c:v>planetbudtron420nebula</c:v>
                </c:pt>
                <c:pt idx="7480">
                  <c:v>planetbeacholdmetairie</c:v>
                </c:pt>
                <c:pt idx="7481">
                  <c:v>plan4tomorrowparty2night</c:v>
                </c:pt>
                <c:pt idx="7482">
                  <c:v>plain_yellow_mustard</c:v>
                </c:pt>
                <c:pt idx="7483">
                  <c:v>plagiarizingtheapocalypse</c:v>
                </c:pt>
                <c:pt idx="7484">
                  <c:v>placetobewitthequeen9</c:v>
                </c:pt>
                <c:pt idx="7485">
                  <c:v>pixie_tinkerbell99</c:v>
                </c:pt>
                <c:pt idx="7486">
                  <c:v>pittsburghsteelersong</c:v>
                </c:pt>
                <c:pt idx="7487">
                  <c:v>pittsburghsteelerfan</c:v>
                </c:pt>
                <c:pt idx="7488">
                  <c:v>pittsburghrollerhockey</c:v>
                </c:pt>
                <c:pt idx="7489">
                  <c:v>pith_helmeted_maniac</c:v>
                </c:pt>
                <c:pt idx="7490">
                  <c:v>pitchblackphotography</c:v>
                </c:pt>
                <c:pt idx="7491">
                  <c:v>pitbull_fighting_champ07</c:v>
                </c:pt>
                <c:pt idx="7492">
                  <c:v>piston_basketball4ever</c:v>
                </c:pt>
                <c:pt idx="7493">
                  <c:v>pissingtheyellowfantastic</c:v>
                </c:pt>
                <c:pt idx="7494">
                  <c:v>PirateMonkeyPrincess</c:v>
                </c:pt>
                <c:pt idx="7495">
                  <c:v>pirate_juice_not_poison</c:v>
                </c:pt>
                <c:pt idx="7496">
                  <c:v>piratehookersarefunny</c:v>
                </c:pt>
                <c:pt idx="7497">
                  <c:v>pirate_fanatic_giselle</c:v>
                </c:pt>
                <c:pt idx="7498">
                  <c:v>pipsqueakloveslingling</c:v>
                </c:pt>
                <c:pt idx="7499">
                  <c:v>piper_phoebe_and_paige</c:v>
                </c:pt>
                <c:pt idx="7500">
                  <c:v>piperelizabethhalliwell</c:v>
                </c:pt>
                <c:pt idx="7501">
                  <c:v>pipbransoncorporation</c:v>
                </c:pt>
                <c:pt idx="7502">
                  <c:v>pioneersinparanoiddysfunction</c:v>
                </c:pt>
                <c:pt idx="7503">
                  <c:v>pintaandhergardengrove</c:v>
                </c:pt>
                <c:pt idx="7504">
                  <c:v>pinkystarfish_maroonheart</c:v>
                </c:pt>
                <c:pt idx="7505">
                  <c:v>pinkystarfishgurl_1</c:v>
                </c:pt>
                <c:pt idx="7506">
                  <c:v>pinky_fashionprincess</c:v>
                </c:pt>
                <c:pt idx="7507">
                  <c:v>pinkyandthebrainracing</c:v>
                </c:pt>
                <c:pt idx="7508">
                  <c:v>pinkwithbabybluetester</c:v>
                </c:pt>
                <c:pt idx="7509">
                  <c:v>pinksugarandblackspice12</c:v>
                </c:pt>
                <c:pt idx="7510">
                  <c:v>pink_strawberry_sunshine</c:v>
                </c:pt>
                <c:pt idx="7511">
                  <c:v>pink_strawberry_baller99</c:v>
                </c:pt>
                <c:pt idx="7512">
                  <c:v>pink_ribbonsare_love</c:v>
                </c:pt>
                <c:pt idx="7513">
                  <c:v>pink_princess_tina24</c:v>
                </c:pt>
                <c:pt idx="7514">
                  <c:v>pinkprincessmichelle</c:v>
                </c:pt>
                <c:pt idx="7515">
                  <c:v>pinkprincessforever215</c:v>
                </c:pt>
                <c:pt idx="7516">
                  <c:v>pinkprincesscrystal008</c:v>
                </c:pt>
                <c:pt idx="7517">
                  <c:v>pinkpowerrangerfromhell</c:v>
                </c:pt>
                <c:pt idx="7518">
                  <c:v>pink_powder_princess</c:v>
                </c:pt>
                <c:pt idx="7519">
                  <c:v>pinkpolkadottedpurple</c:v>
                </c:pt>
                <c:pt idx="7520">
                  <c:v>pink_polka_dot_bikini</c:v>
                </c:pt>
                <c:pt idx="7521">
                  <c:v>pink_playboy_bunny55</c:v>
                </c:pt>
                <c:pt idx="7522">
                  <c:v>pink_play_boy_bunny08</c:v>
                </c:pt>
                <c:pt idx="7523">
                  <c:v>pinkplaidpajamapants</c:v>
                </c:pt>
                <c:pt idx="7524">
                  <c:v>pink_passionate_taste</c:v>
                </c:pt>
                <c:pt idx="7525">
                  <c:v>pinkpantherprincess4ever</c:v>
                </c:pt>
                <c:pt idx="7526">
                  <c:v>pinkpantherladies39</c:v>
                </c:pt>
                <c:pt idx="7527">
                  <c:v>pinkpanthergirl24504</c:v>
                </c:pt>
                <c:pt idx="7528">
                  <c:v>pinkpantherbubblelewis</c:v>
                </c:pt>
                <c:pt idx="7529">
                  <c:v>pinkmysticforceranger</c:v>
                </c:pt>
                <c:pt idx="7530">
                  <c:v>pinkluminousinvocation</c:v>
                </c:pt>
                <c:pt idx="7531">
                  <c:v>pinkieswear_photography</c:v>
                </c:pt>
                <c:pt idx="7532">
                  <c:v>Pink_Ice_Princess_2010</c:v>
                </c:pt>
                <c:pt idx="7533">
                  <c:v>pinkhotprincessqueen</c:v>
                </c:pt>
                <c:pt idx="7534">
                  <c:v>pinkhelmetharleychick</c:v>
                </c:pt>
                <c:pt idx="7535">
                  <c:v>pinkgoesgoodwithgreen</c:v>
                </c:pt>
                <c:pt idx="7536">
                  <c:v>pinkfrostedsugarcookie</c:v>
                </c:pt>
                <c:pt idx="7537">
                  <c:v>pinkflipflopprincess</c:v>
                </c:pt>
                <c:pt idx="7538">
                  <c:v>pinkelephantsinlemonade</c:v>
                </c:pt>
                <c:pt idx="7539">
                  <c:v>pinkelephantpromotion</c:v>
                </c:pt>
                <c:pt idx="7540">
                  <c:v>pinkelephantprincess</c:v>
                </c:pt>
                <c:pt idx="7541">
                  <c:v>pinkelephantfromchina</c:v>
                </c:pt>
                <c:pt idx="7542">
                  <c:v>pinkdiamondqueenpooh</c:v>
                </c:pt>
                <c:pt idx="7543">
                  <c:v>pink_diamond_princess_21</c:v>
                </c:pt>
                <c:pt idx="7544">
                  <c:v>pinkdiamondprincess1</c:v>
                </c:pt>
                <c:pt idx="7545">
                  <c:v>pinkdiamondmanagement</c:v>
                </c:pt>
                <c:pt idx="7546">
                  <c:v>pink_cotton_candy_gurl</c:v>
                </c:pt>
                <c:pt idx="7547">
                  <c:v>pink_cookiemonster_500</c:v>
                </c:pt>
                <c:pt idx="7548">
                  <c:v>pinkcheese_greengoat</c:v>
                </c:pt>
                <c:pt idx="7549">
                  <c:v>pinkcheesegreenghost</c:v>
                </c:pt>
                <c:pt idx="7550">
                  <c:v>pinkcandy_totallyrad</c:v>
                </c:pt>
                <c:pt idx="7551">
                  <c:v>pinkbutteflylayoutpreview</c:v>
                </c:pt>
                <c:pt idx="7552">
                  <c:v>pinkblackwhite_layout</c:v>
                </c:pt>
                <c:pt idx="7553">
                  <c:v>pink_belt_rockerdude15</c:v>
                </c:pt>
                <c:pt idx="7554">
                  <c:v>pinkandpurpleforever</c:v>
                </c:pt>
                <c:pt idx="7555">
                  <c:v>pinkandorangeprincess19</c:v>
                </c:pt>
                <c:pt idx="7556">
                  <c:v>pink_and_black_rainbow</c:v>
                </c:pt>
                <c:pt idx="7557">
                  <c:v>pinheadfromhellraiser</c:v>
                </c:pt>
                <c:pt idx="7558">
                  <c:v>pineridgereservation</c:v>
                </c:pt>
                <c:pt idx="7559">
                  <c:v>pineridgeentertainment</c:v>
                </c:pt>
                <c:pt idx="7560">
                  <c:v>pinemountainrailroad</c:v>
                </c:pt>
                <c:pt idx="7561">
                  <c:v>pineapplesaregood100</c:v>
                </c:pt>
                <c:pt idx="7562">
                  <c:v>pineapple.prettygirl</c:v>
                </c:pt>
                <c:pt idx="7563">
                  <c:v>pinchcheekfeedcookie</c:v>
                </c:pt>
                <c:pt idx="7564">
                  <c:v>pinarecordAKAjonathan</c:v>
                </c:pt>
                <c:pt idx="7565">
                  <c:v>pimpsticksandgoldfish</c:v>
                </c:pt>
                <c:pt idx="7566">
                  <c:v>pimp_master_whiteboy</c:v>
                </c:pt>
                <c:pt idx="7567">
                  <c:v>pimpmancookiemonster</c:v>
                </c:pt>
                <c:pt idx="7568">
                  <c:v>pimpjuicethepromoter</c:v>
                </c:pt>
                <c:pt idx="7569">
                  <c:v>pimpinwithhoneyandmoney</c:v>
                </c:pt>
                <c:pt idx="7570">
                  <c:v>pimpinnnaptown317420</c:v>
                </c:pt>
                <c:pt idx="7571">
                  <c:v>pimpingaroundtheworld1</c:v>
                </c:pt>
                <c:pt idx="7572">
                  <c:v>pimpingallovertheworld7</c:v>
                </c:pt>
                <c:pt idx="7573">
                  <c:v>pilieva.adriana123321</c:v>
                </c:pt>
                <c:pt idx="7574">
                  <c:v>pigsarecreepyandugly</c:v>
                </c:pt>
                <c:pt idx="7575">
                  <c:v>pigletandtigger11871</c:v>
                </c:pt>
                <c:pt idx="7576">
                  <c:v>piggylexicookiemonster</c:v>
                </c:pt>
                <c:pt idx="7577">
                  <c:v>piggyandchocolatebutt</c:v>
                </c:pt>
                <c:pt idx="7578">
                  <c:v>pierson_hood_mob_bitch</c:v>
                </c:pt>
                <c:pt idx="7579">
                  <c:v>piercedfromwithinband</c:v>
                </c:pt>
                <c:pt idx="7580">
                  <c:v>pierceddrummerfreak</c:v>
                </c:pt>
                <c:pt idx="7581">
                  <c:v>picturesareeverything</c:v>
                </c:pt>
                <c:pt idx="7582">
                  <c:v>picture_perfect_party_gur</c:v>
                </c:pt>
                <c:pt idx="7583">
                  <c:v>picture_perfect_modeling</c:v>
                </c:pt>
                <c:pt idx="7584">
                  <c:v>pictureperfecthannah</c:v>
                </c:pt>
                <c:pt idx="7585">
                  <c:v>pictureimperfecttheband</c:v>
                </c:pt>
                <c:pt idx="7586">
                  <c:v>picadillycircusclown</c:v>
                </c:pt>
                <c:pt idx="7587">
                  <c:v>pianofeedbackdistortion</c:v>
                </c:pt>
                <c:pt idx="7588">
                  <c:v>physicaltherapydoctor</c:v>
                </c:pt>
                <c:pt idx="7589">
                  <c:v>phototyphoonphotography</c:v>
                </c:pt>
                <c:pt idx="7590">
                  <c:v>phoenixrisingfromtheashes</c:v>
                </c:pt>
                <c:pt idx="7591">
                  <c:v>phoenix_reborn_again</c:v>
                </c:pt>
                <c:pt idx="7592">
                  <c:v>phoenixministerevangelist</c:v>
                </c:pt>
                <c:pt idx="7593">
                  <c:v>phoenixkatherineflame</c:v>
                </c:pt>
                <c:pt idx="7594">
                  <c:v>phoenix_deadly_romance</c:v>
                </c:pt>
                <c:pt idx="7595">
                  <c:v>phoenixcarcleaningservice</c:v>
                </c:pt>
                <c:pt idx="7596">
                  <c:v>phoenix_and_the_harlot</c:v>
                </c:pt>
                <c:pt idx="7597">
                  <c:v>phisigbridgewaterstate</c:v>
                </c:pt>
                <c:pt idx="7598">
                  <c:v>phillyclublivefromtha215</c:v>
                </c:pt>
                <c:pt idx="7599">
                  <c:v>phillycheesesteak_5</c:v>
                </c:pt>
                <c:pt idx="7600">
                  <c:v>phillycheesesteak1992</c:v>
                </c:pt>
                <c:pt idx="7601">
                  <c:v>phillycheeseandjessica</c:v>
                </c:pt>
                <c:pt idx="7602">
                  <c:v>phillis_the_gay_lord</c:v>
                </c:pt>
                <c:pt idx="7603">
                  <c:v>philipinthemetalguitarist</c:v>
                </c:pt>
                <c:pt idx="7604">
                  <c:v>phil_from_the_future</c:v>
                </c:pt>
                <c:pt idx="7605">
                  <c:v>philboydandthehiddentwin</c:v>
                </c:pt>
                <c:pt idx="7606">
                  <c:v>philbentleystreetteam</c:v>
                </c:pt>
                <c:pt idx="7607">
                  <c:v>philandkristyforever</c:v>
                </c:pt>
                <c:pt idx="7608">
                  <c:v>philadelphiasoulfansite</c:v>
                </c:pt>
                <c:pt idx="7609">
                  <c:v>philadelphiamusicreview</c:v>
                </c:pt>
                <c:pt idx="7610">
                  <c:v>philadelphiamainline</c:v>
                </c:pt>
                <c:pt idx="7611">
                  <c:v>philadelphiajerseygirl</c:v>
                </c:pt>
                <c:pt idx="7612">
                  <c:v>phenomenonyouthgroup</c:v>
                </c:pt>
                <c:pt idx="7613">
                  <c:v>phase_2_the_original</c:v>
                </c:pt>
                <c:pt idx="7614">
                  <c:v>phantom_thief_network</c:v>
                </c:pt>
                <c:pt idx="7615">
                  <c:v>peytonmanningfanpage</c:v>
                </c:pt>
                <c:pt idx="7616">
                  <c:v>peytonhappywithlucas</c:v>
                </c:pt>
                <c:pt idx="7617">
                  <c:v>peyton_elizabeth_sawyer0</c:v>
                </c:pt>
                <c:pt idx="7618">
                  <c:v>petethesnowboarder8</c:v>
                </c:pt>
                <c:pt idx="7619">
                  <c:v>peter_the_guitar_dude</c:v>
                </c:pt>
                <c:pt idx="7620">
                  <c:v>peterthegreatandguitar</c:v>
                </c:pt>
                <c:pt idx="7621">
                  <c:v>petersen_stephanie09</c:v>
                </c:pt>
                <c:pt idx="7622">
                  <c:v>peter_parker_spiderman</c:v>
                </c:pt>
                <c:pt idx="7623">
                  <c:v>peterparkerandspiderman</c:v>
                </c:pt>
                <c:pt idx="7624">
                  <c:v>peterparker2spiderman</c:v>
                </c:pt>
                <c:pt idx="7625">
                  <c:v>PETERPANNEVERLAND1234578910</c:v>
                </c:pt>
                <c:pt idx="7626">
                  <c:v>petergriffinforpresident</c:v>
                </c:pt>
                <c:pt idx="7627">
                  <c:v>peter_griffin_4_president</c:v>
                </c:pt>
                <c:pt idx="7628">
                  <c:v>peterfischerguitarplayer</c:v>
                </c:pt>
                <c:pt idx="7629">
                  <c:v>peterferguson_baseball</c:v>
                </c:pt>
                <c:pt idx="7630">
                  <c:v>peter_family_guy_griffin</c:v>
                </c:pt>
                <c:pt idx="7631">
                  <c:v>peterdigitalorchestra</c:v>
                </c:pt>
                <c:pt idx="7632">
                  <c:v>petercrouchrobotdancesong</c:v>
                </c:pt>
                <c:pt idx="7633">
                  <c:v>peterbuiltwreckingmachine</c:v>
                </c:pt>
                <c:pt idx="7634">
                  <c:v>peterandpauline4ever</c:v>
                </c:pt>
                <c:pt idx="7635">
                  <c:v>peterandjacquiecampbell</c:v>
                </c:pt>
                <c:pt idx="7636">
                  <c:v>petelindstrom_photography</c:v>
                </c:pt>
                <c:pt idx="7637">
                  <c:v>petefromdownthestreet</c:v>
                </c:pt>
                <c:pt idx="7638">
                  <c:v>peteandchuckextravaganza</c:v>
                </c:pt>
                <c:pt idx="7639">
                  <c:v>pesky_the_flying_pig</c:v>
                </c:pt>
                <c:pt idx="7640">
                  <c:v>pervertedtwistedfreak</c:v>
                </c:pt>
                <c:pt idx="7641">
                  <c:v>perverseskullcrusher</c:v>
                </c:pt>
                <c:pt idx="7642">
                  <c:v>perversecorpsedeformingapparatus</c:v>
                </c:pt>
                <c:pt idx="7643">
                  <c:v>personalwellnesscoach</c:v>
                </c:pt>
                <c:pt idx="7644">
                  <c:v>personaltouchphotography</c:v>
                </c:pt>
                <c:pt idx="7645">
                  <c:v>personallyyourscollection</c:v>
                </c:pt>
                <c:pt idx="7646">
                  <c:v>personallayouttester</c:v>
                </c:pt>
                <c:pt idx="7647">
                  <c:v>personalitycrisisdeaddoll</c:v>
                </c:pt>
                <c:pt idx="7648">
                  <c:v>personalfocusmarketing</c:v>
                </c:pt>
                <c:pt idx="7649">
                  <c:v>personalchefmichelle</c:v>
                </c:pt>
                <c:pt idx="7650">
                  <c:v>personabletrainwreck</c:v>
                </c:pt>
                <c:pt idx="7651">
                  <c:v>persephone_wolf_goddess</c:v>
                </c:pt>
                <c:pt idx="7652">
                  <c:v>perpetualunderachiever</c:v>
                </c:pt>
                <c:pt idx="7653">
                  <c:v>perpetuallyundulatingman</c:v>
                </c:pt>
                <c:pt idx="7654">
                  <c:v>perpetualdamagemachine</c:v>
                </c:pt>
                <c:pt idx="7655">
                  <c:v>perpetual_black_second</c:v>
                </c:pt>
                <c:pt idx="7656">
                  <c:v>peroxidegirlphotography</c:v>
                </c:pt>
                <c:pt idx="7657">
                  <c:v>permanentcoastholiday</c:v>
                </c:pt>
                <c:pt idx="7658">
                  <c:v>perimeterandfortress</c:v>
                </c:pt>
                <c:pt idx="7659">
                  <c:v>peridianconstruction</c:v>
                </c:pt>
                <c:pt idx="7660">
                  <c:v>perfumeheartseverywhere</c:v>
                </c:pt>
                <c:pt idx="7661">
                  <c:v>performinnovateengineer</c:v>
                </c:pt>
                <c:pt idx="7662">
                  <c:v>performanceplussoftball</c:v>
                </c:pt>
                <c:pt idx="7663">
                  <c:v>perfect_snow_white_world</c:v>
                </c:pt>
                <c:pt idx="7664">
                  <c:v>perfectshotknoxville</c:v>
                </c:pt>
                <c:pt idx="7665">
                  <c:v>perfect_princess_sarah22</c:v>
                </c:pt>
                <c:pt idx="7666">
                  <c:v>perfect_princess_sarah</c:v>
                </c:pt>
                <c:pt idx="7667">
                  <c:v>perfect_playmate_harmony</c:v>
                </c:pt>
                <c:pt idx="7668">
                  <c:v>perfectly_organized_mess</c:v>
                </c:pt>
                <c:pt idx="7669">
                  <c:v>perfectlyjessieangel</c:v>
                </c:pt>
                <c:pt idx="7670">
                  <c:v>perfectly_imperfect4god</c:v>
                </c:pt>
                <c:pt idx="7671">
                  <c:v>perfectly_flawed_princess</c:v>
                </c:pt>
                <c:pt idx="7672">
                  <c:v>perfectlychaoticforlife</c:v>
                </c:pt>
                <c:pt idx="7673">
                  <c:v>perfect_little_angel_99</c:v>
                </c:pt>
                <c:pt idx="7674">
                  <c:v>perfectionwasjustadream</c:v>
                </c:pt>
                <c:pt idx="7675">
                  <c:v>PerfectionThroughSilence</c:v>
                </c:pt>
                <c:pt idx="7676">
                  <c:v>perfectionthroughloudness</c:v>
                </c:pt>
                <c:pt idx="7677">
                  <c:v>perfection_does_exist</c:v>
                </c:pt>
                <c:pt idx="7678">
                  <c:v>perfection_aint_easy</c:v>
                </c:pt>
                <c:pt idx="7679">
                  <c:v>perfectedchaos_renee</c:v>
                </c:pt>
                <c:pt idx="7680">
                  <c:v>perfectdarkskateteam</c:v>
                </c:pt>
                <c:pt idx="7681">
                  <c:v>perfect_angel_gone_bad89</c:v>
                </c:pt>
                <c:pt idx="7682">
                  <c:v>_perfect_and_poisonous_</c:v>
                </c:pt>
                <c:pt idx="7683">
                  <c:v>perennialsareforever</c:v>
                </c:pt>
                <c:pt idx="7684">
                  <c:v>peppyandthefiringsquad</c:v>
                </c:pt>
                <c:pt idx="7685">
                  <c:v>pepperoni_with_cheese</c:v>
                </c:pt>
                <c:pt idx="7686">
                  <c:v>peppermintstickicecream</c:v>
                </c:pt>
                <c:pt idx="7687">
                  <c:v>peppermintcontacttables</c:v>
                </c:pt>
                <c:pt idx="7688">
                  <c:v>peppergreen_contingent</c:v>
                </c:pt>
                <c:pt idx="7689">
                  <c:v>pepperdinehomecoming200</c:v>
                </c:pt>
                <c:pt idx="7690">
                  <c:v>peoplewhowearblacksuck</c:v>
                </c:pt>
                <c:pt idx="7691">
                  <c:v>peoplewhorockchristina</c:v>
                </c:pt>
                <c:pt idx="7692">
                  <c:v>peopleunifiedforflavor</c:v>
                </c:pt>
                <c:pt idx="7693">
                  <c:v>peoplefuckingthrower</c:v>
                </c:pt>
                <c:pt idx="7694">
                  <c:v>peopledonteatcatfood</c:v>
                </c:pt>
                <c:pt idx="7695">
                  <c:v>peoplealwaysleave_1</c:v>
                </c:pt>
                <c:pt idx="7696">
                  <c:v>peopleagainstpoverty</c:v>
                </c:pt>
                <c:pt idx="7697">
                  <c:v>peopleagainstlizmilligan</c:v>
                </c:pt>
                <c:pt idx="7698">
                  <c:v>pensilsharpener_bandit</c:v>
                </c:pt>
                <c:pt idx="7699">
                  <c:v>pennywise_will_eat_you</c:v>
                </c:pt>
                <c:pt idx="7700">
                  <c:v>pennywisepoundfoolish</c:v>
                </c:pt>
                <c:pt idx="7701">
                  <c:v>pennystocksinvesting</c:v>
                </c:pt>
                <c:pt idx="7702">
                  <c:v>pennylanealmostfamous</c:v>
                </c:pt>
                <c:pt idx="7703">
                  <c:v>pennybrightandfamily</c:v>
                </c:pt>
                <c:pt idx="7704">
                  <c:v>penislaserenlargement</c:v>
                </c:pt>
                <c:pt idx="7705">
                  <c:v>peniscockdickfacemother</c:v>
                </c:pt>
                <c:pt idx="7706">
                  <c:v>penisbreathcocksucker</c:v>
                </c:pt>
                <c:pt idx="7707">
                  <c:v>penguinsareprettycool</c:v>
                </c:pt>
                <c:pt idx="7708">
                  <c:v>penguinsareattacking</c:v>
                </c:pt>
                <c:pt idx="7709">
                  <c:v>penguin_lord_forever</c:v>
                </c:pt>
                <c:pt idx="7710">
                  <c:v>pendletondrumfestival</c:v>
                </c:pt>
                <c:pt idx="7711">
                  <c:v>pencilshavingsandstickers</c:v>
                </c:pt>
                <c:pt idx="7712">
                  <c:v>pencilsharpenermonster</c:v>
                </c:pt>
                <c:pt idx="7713">
                  <c:v>pencilfuckingsharpener</c:v>
                </c:pt>
                <c:pt idx="7714">
                  <c:v>pelon_and_dora_forever</c:v>
                </c:pt>
                <c:pt idx="7715">
                  <c:v>pelicanbeaverlip_itch</c:v>
                </c:pt>
                <c:pt idx="7716">
                  <c:v>peggysuedospuntocero</c:v>
                </c:pt>
                <c:pt idx="7717">
                  <c:v>peeweerustyandjessie</c:v>
                </c:pt>
                <c:pt idx="7718">
                  <c:v>peel_out_the_watchword</c:v>
                </c:pt>
                <c:pt idx="7719">
                  <c:v>peek_around_the_corner</c:v>
                </c:pt>
                <c:pt idx="7720">
                  <c:v>peekaboo_ashleyrae_22</c:v>
                </c:pt>
                <c:pt idx="7721">
                  <c:v>pedrovianainvitation</c:v>
                </c:pt>
                <c:pt idx="7722">
                  <c:v>pedroandthechocolatefactory</c:v>
                </c:pt>
                <c:pt idx="7723">
                  <c:v>pedroandrachael4ever</c:v>
                </c:pt>
                <c:pt idx="7724">
                  <c:v>pedestrianyouthgroup</c:v>
                </c:pt>
                <c:pt idx="7725">
                  <c:v>pedalsteeltransmission</c:v>
                </c:pt>
                <c:pt idx="7726">
                  <c:v>pecanchocolatedeluxe</c:v>
                </c:pt>
                <c:pt idx="7727">
                  <c:v>peanutbuttersandwichincorporated</c:v>
                </c:pt>
                <c:pt idx="7728">
                  <c:v>peanutbutterrevolution</c:v>
                </c:pt>
                <c:pt idx="7729">
                  <c:v>peanut_butter_orgasm</c:v>
                </c:pt>
                <c:pt idx="7730">
                  <c:v>peanutbutteronaspoon00</c:v>
                </c:pt>
                <c:pt idx="7731">
                  <c:v>peanutbutterjustworks</c:v>
                </c:pt>
                <c:pt idx="7732">
                  <c:v>peanutbutter_jellytime92</c:v>
                </c:pt>
                <c:pt idx="7733">
                  <c:v>peanut_butter_jelly_time5</c:v>
                </c:pt>
                <c:pt idx="7734">
                  <c:v>peanutbutterjellytime420</c:v>
                </c:pt>
                <c:pt idx="7735">
                  <c:v>peanutbutterjelly_time23</c:v>
                </c:pt>
                <c:pt idx="7736">
                  <c:v>peanutbutterjellytime09</c:v>
                </c:pt>
                <c:pt idx="7737">
                  <c:v>peanutbutterjellytime0</c:v>
                </c:pt>
                <c:pt idx="7738">
                  <c:v>peanutbutterjellyhelp</c:v>
                </c:pt>
                <c:pt idx="7739">
                  <c:v>peanut_butter_jelly_girl</c:v>
                </c:pt>
                <c:pt idx="7740">
                  <c:v>peanutbutter_jelly_dancer</c:v>
                </c:pt>
                <c:pt idx="7741">
                  <c:v>peanutbutterjellybean213</c:v>
                </c:pt>
                <c:pt idx="7742">
                  <c:v>peanutbutterjellybean0809</c:v>
                </c:pt>
                <c:pt idx="7743">
                  <c:v>peanut_butter_jelly_200</c:v>
                </c:pt>
                <c:pt idx="7744">
                  <c:v>peanut_butter_jelly_1</c:v>
                </c:pt>
                <c:pt idx="7745">
                  <c:v>peanut_butterjelly00</c:v>
                </c:pt>
                <c:pt idx="7746">
                  <c:v>peanutbutterholocaust</c:v>
                </c:pt>
                <c:pt idx="7747">
                  <c:v>peanutbutterforpresident2</c:v>
                </c:pt>
                <c:pt idx="7748">
                  <c:v>peanutbutter_delight07</c:v>
                </c:pt>
                <c:pt idx="7749">
                  <c:v>peanutbutter_brownie</c:v>
                </c:pt>
                <c:pt idx="7750">
                  <c:v>peanut_butter_bandit</c:v>
                </c:pt>
                <c:pt idx="7751">
                  <c:v>peanutbutterandkelly</c:v>
                </c:pt>
                <c:pt idx="7752">
                  <c:v>peanutbutterandjelly4life</c:v>
                </c:pt>
                <c:pt idx="7753">
                  <c:v>peanutbutterandjelly413</c:v>
                </c:pt>
                <c:pt idx="7754">
                  <c:v>peanutbutter0jelly0time</c:v>
                </c:pt>
                <c:pt idx="7755">
                  <c:v>peacockpaintingcontractor</c:v>
                </c:pt>
                <c:pt idx="7756">
                  <c:v>peachykeen_jellybean4</c:v>
                </c:pt>
                <c:pt idx="7757">
                  <c:v>peachykeen_hiker_girl</c:v>
                </c:pt>
                <c:pt idx="7758">
                  <c:v>peachyfuzzyotterbabypolar</c:v>
                </c:pt>
                <c:pt idx="7759">
                  <c:v>peachbottomrecruitment</c:v>
                </c:pt>
                <c:pt idx="7760">
                  <c:v>peace_pipe_princess420</c:v>
                </c:pt>
                <c:pt idx="7761">
                  <c:v>peacepandasandpropaganda</c:v>
                </c:pt>
                <c:pt idx="7762">
                  <c:v>_peace_out_gurl_scout_</c:v>
                </c:pt>
                <c:pt idx="7763">
                  <c:v>peace_love_unity_art</c:v>
                </c:pt>
                <c:pt idx="7764">
                  <c:v>peace_love_softball17</c:v>
                </c:pt>
                <c:pt idx="7765">
                  <c:v>peaceloveprayer_kerry</c:v>
                </c:pt>
                <c:pt idx="7766">
                  <c:v>peacelovemusicmaking</c:v>
                </c:pt>
                <c:pt idx="7767">
                  <c:v>peacelovemarinecorps07</c:v>
                </c:pt>
                <c:pt idx="7768">
                  <c:v>peace.love.happyness3</c:v>
                </c:pt>
                <c:pt idx="7769">
                  <c:v>peacelovehappinessman</c:v>
                </c:pt>
                <c:pt idx="7770">
                  <c:v>peacelovehappiness9441</c:v>
                </c:pt>
                <c:pt idx="7771">
                  <c:v>peacelovehappiness93</c:v>
                </c:pt>
                <c:pt idx="7772">
                  <c:v>peace_love_happiness90</c:v>
                </c:pt>
                <c:pt idx="7773">
                  <c:v>peace_love_everything_els</c:v>
                </c:pt>
                <c:pt idx="7774">
                  <c:v>peace_love_and_prosperity</c:v>
                </c:pt>
                <c:pt idx="7775">
                  <c:v>peaceloveandnormajean</c:v>
                </c:pt>
                <c:pt idx="7776">
                  <c:v>peace_loveandhappiness</c:v>
                </c:pt>
                <c:pt idx="7777">
                  <c:v>peaceloveandhappieness</c:v>
                </c:pt>
                <c:pt idx="7778">
                  <c:v>peace_love_and_hairgrease</c:v>
                </c:pt>
                <c:pt idx="7779">
                  <c:v>peace_love_and_erika</c:v>
                </c:pt>
                <c:pt idx="7780">
                  <c:v>peaceloveandchelsea3</c:v>
                </c:pt>
                <c:pt idx="7781">
                  <c:v>peace_love_and_casualty</c:v>
                </c:pt>
                <c:pt idx="7782">
                  <c:v>peace_justice_and_glory</c:v>
                </c:pt>
                <c:pt idx="7783">
                  <c:v>peacefulwarriormovie</c:v>
                </c:pt>
                <c:pt idx="7784">
                  <c:v>peacefulandpassionate</c:v>
                </c:pt>
                <c:pt idx="7785">
                  <c:v>paybackproductionsteam</c:v>
                </c:pt>
                <c:pt idx="7786">
                  <c:v>paxtonpullmanskywalker</c:v>
                </c:pt>
                <c:pt idx="7787">
                  <c:v>paulypocket_the_thrasher</c:v>
                </c:pt>
                <c:pt idx="7788">
                  <c:v>paulineakabingobrat2</c:v>
                </c:pt>
                <c:pt idx="7789">
                  <c:v>paulina_the_last_day</c:v>
                </c:pt>
                <c:pt idx="7790">
                  <c:v>paulinasexylatinaforever</c:v>
                </c:pt>
                <c:pt idx="7791">
                  <c:v>paulaandhappybunnyrox</c:v>
                </c:pt>
                <c:pt idx="7792">
                  <c:v>patwalkerlandscaping</c:v>
                </c:pt>
                <c:pt idx="7793">
                  <c:v>pattymayonnaisemusic</c:v>
                </c:pt>
                <c:pt idx="7794">
                  <c:v>patty_beautiful_nice</c:v>
                </c:pt>
                <c:pt idx="7795">
                  <c:v>patsybroughtsexyback</c:v>
                </c:pt>
                <c:pt idx="7796">
                  <c:v>patrioticplaya_core330</c:v>
                </c:pt>
                <c:pt idx="7797">
                  <c:v>patriciaperryfoundation</c:v>
                </c:pt>
                <c:pt idx="7798">
                  <c:v>patricia_heart_broken</c:v>
                </c:pt>
                <c:pt idx="7799">
                  <c:v>patricia_campos_loos</c:v>
                </c:pt>
                <c:pt idx="7800">
                  <c:v>patientlywaiting4love</c:v>
                </c:pt>
                <c:pt idx="7801">
                  <c:v>patiently_waiting4him</c:v>
                </c:pt>
                <c:pt idx="7802">
                  <c:v>patchworkchaos_christy</c:v>
                </c:pt>
                <c:pt idx="7803">
                  <c:v>pastthebreakingpoint</c:v>
                </c:pt>
                <c:pt idx="7804">
                  <c:v>pastortroyforpresident</c:v>
                </c:pt>
                <c:pt idx="7805">
                  <c:v>past_life_regression</c:v>
                </c:pt>
                <c:pt idx="7806">
                  <c:v>passthatthisdirection</c:v>
                </c:pt>
                <c:pt idx="7807">
                  <c:v>passion_works_bodyshop</c:v>
                </c:pt>
                <c:pt idx="7808">
                  <c:v>passion_with_the_wind</c:v>
                </c:pt>
                <c:pt idx="7809">
                  <c:v>passionfruitprincess</c:v>
                </c:pt>
                <c:pt idx="7810">
                  <c:v>passionfruitmagazine</c:v>
                </c:pt>
                <c:pt idx="7811">
                  <c:v>passion_for_fashion21</c:v>
                </c:pt>
                <c:pt idx="7812">
                  <c:v>passionfordanceproject</c:v>
                </c:pt>
                <c:pt idx="7813">
                  <c:v>passion_for_confusion</c:v>
                </c:pt>
                <c:pt idx="7814">
                  <c:v>passionforcompassion</c:v>
                </c:pt>
                <c:pt idx="7815">
                  <c:v>passionate_married_male</c:v>
                </c:pt>
                <c:pt idx="7816">
                  <c:v>passionatelyhatinglife</c:v>
                </c:pt>
                <c:pt idx="7817">
                  <c:v>passionatedivadanielle</c:v>
                </c:pt>
                <c:pt idx="7818">
                  <c:v>passionateaboutmusic</c:v>
                </c:pt>
                <c:pt idx="7819">
                  <c:v>pass_christian_jackie</c:v>
                </c:pt>
                <c:pt idx="7820">
                  <c:v>partywithoutthepeople</c:v>
                </c:pt>
                <c:pt idx="7821">
                  <c:v>partystarterentertainment</c:v>
                </c:pt>
                <c:pt idx="7822">
                  <c:v>partypoopers_getstuck</c:v>
                </c:pt>
                <c:pt idx="7823">
                  <c:v>partynowpuketomorrow</c:v>
                </c:pt>
                <c:pt idx="7824">
                  <c:v>partyman_all_night_long</c:v>
                </c:pt>
                <c:pt idx="7825">
                  <c:v>partylikerockstar555</c:v>
                </c:pt>
                <c:pt idx="7826">
                  <c:v>Partylikearockstar8</c:v>
                </c:pt>
                <c:pt idx="7827">
                  <c:v>partylikearockstar24</c:v>
                </c:pt>
                <c:pt idx="7828">
                  <c:v>partylikearockstar12</c:v>
                </c:pt>
                <c:pt idx="7829">
                  <c:v>partylikearockstar_09</c:v>
                </c:pt>
                <c:pt idx="7830">
                  <c:v>party_liason_officer</c:v>
                </c:pt>
                <c:pt idx="7831">
                  <c:v>partyitupallnighteveryday</c:v>
                </c:pt>
                <c:pt idx="7832">
                  <c:v>partying_hockey_player22</c:v>
                </c:pt>
                <c:pt idx="7833">
                  <c:v>party_hardy_girl_200</c:v>
                </c:pt>
                <c:pt idx="7834">
                  <c:v>party_hard_and_never_stop</c:v>
                </c:pt>
                <c:pt idx="7835">
                  <c:v>party_girl_brooke_davis</c:v>
                </c:pt>
                <c:pt idx="7836">
                  <c:v>party_girl_and_single</c:v>
                </c:pt>
                <c:pt idx="7837">
                  <c:v>partycrasherextremist</c:v>
                </c:pt>
                <c:pt idx="7838">
                  <c:v>partybreaker_rockstar</c:v>
                </c:pt>
                <c:pt idx="7839">
                  <c:v>partyboyforpresident</c:v>
                </c:pt>
                <c:pt idx="7840">
                  <c:v>party__all___the__time</c:v>
                </c:pt>
                <c:pt idx="7841">
                  <c:v>partyallthefuckingtime</c:v>
                </c:pt>
                <c:pt idx="7842">
                  <c:v>partnersincrimesociety</c:v>
                </c:pt>
                <c:pt idx="7843">
                  <c:v>partnersincrimemusic</c:v>
                </c:pt>
                <c:pt idx="7844">
                  <c:v>partly_confused_most_time</c:v>
                </c:pt>
                <c:pt idx="7845">
                  <c:v>partlycloudygraphics</c:v>
                </c:pt>
                <c:pt idx="7846">
                  <c:v>parsleysagerosemarynutmeg</c:v>
                </c:pt>
                <c:pt idx="7847">
                  <c:v>parklandhighschool98</c:v>
                </c:pt>
                <c:pt idx="7848">
                  <c:v>parkerthefunkymonkey</c:v>
                </c:pt>
                <c:pt idx="7849">
                  <c:v>parkchester_baby_718</c:v>
                </c:pt>
                <c:pt idx="7850">
                  <c:v>paris_and_nikki_rock</c:v>
                </c:pt>
                <c:pt idx="7851">
                  <c:v>parisandnicolereplacement</c:v>
                </c:pt>
                <c:pt idx="7852">
                  <c:v>paraplegiczombiepizzamen</c:v>
                </c:pt>
                <c:pt idx="7853">
                  <c:v>paranormalchickengeek</c:v>
                </c:pt>
                <c:pt idx="7854">
                  <c:v>paranoiaccriticalstudy</c:v>
                </c:pt>
                <c:pt idx="7855">
                  <c:v>paralegaladviceforum</c:v>
                </c:pt>
                <c:pt idx="7856">
                  <c:v>paragonsaxophonequartet</c:v>
                </c:pt>
                <c:pt idx="7857">
                  <c:v>paradoxoppositeattraction</c:v>
                </c:pt>
                <c:pt idx="7858">
                  <c:v>paradisescreenprinting</c:v>
                </c:pt>
                <c:pt idx="7859">
                  <c:v>paperstreetwebdesign</c:v>
                </c:pt>
                <c:pt idx="7860">
                  <c:v>paperscissorsstone82</c:v>
                </c:pt>
                <c:pt idx="7861">
                  <c:v>paperplatebeanshakers</c:v>
                </c:pt>
                <c:pt idx="7862">
                  <c:v>paperbagprincessband</c:v>
                </c:pt>
                <c:pt idx="7863">
                  <c:v>paperbagbanditswilleatyou</c:v>
                </c:pt>
                <c:pt idx="7864">
                  <c:v>paperbackwritertheband</c:v>
                </c:pt>
                <c:pt idx="7865">
                  <c:v>paperandpencilswithlove</c:v>
                </c:pt>
                <c:pt idx="7866">
                  <c:v>papa_thermos_tha_druglord</c:v>
                </c:pt>
                <c:pt idx="7867">
                  <c:v>pantherladypaulamichelle</c:v>
                </c:pt>
                <c:pt idx="7868">
                  <c:v>pantherfootballplaya</c:v>
                </c:pt>
                <c:pt idx="7869">
                  <c:v>panther_cheerdarliin2011</c:v>
                </c:pt>
                <c:pt idx="7870">
                  <c:v>panic_yourfuckinglame</c:v>
                </c:pt>
                <c:pt idx="7871">
                  <c:v>panicstrickenpapacyband</c:v>
                </c:pt>
                <c:pt idx="7872">
                  <c:v>panic_burn_piano_island</c:v>
                </c:pt>
                <c:pt idx="7873">
                  <c:v>pangalactic_gargleblaster</c:v>
                </c:pt>
                <c:pt idx="7874">
                  <c:v>pandoraandhissillybox</c:v>
                </c:pt>
                <c:pt idx="7875">
                  <c:v>pandora_aka_pandy_bear</c:v>
                </c:pt>
                <c:pt idx="7876">
                  <c:v>pandagroomingcompany</c:v>
                </c:pt>
                <c:pt idx="7877">
                  <c:v>pancreaticcancerfighter</c:v>
                </c:pt>
                <c:pt idx="7878">
                  <c:v>pamperedprincessblondie</c:v>
                </c:pt>
                <c:pt idx="7879">
                  <c:v>pamela_denise_anderson</c:v>
                </c:pt>
                <c:pt idx="7880">
                  <c:v>pamela_anderson_girly</c:v>
                </c:pt>
                <c:pt idx="7881">
                  <c:v>palmspringsyachtclub</c:v>
                </c:pt>
                <c:pt idx="7882">
                  <c:v>palmettoprincessmusic</c:v>
                </c:pt>
                <c:pt idx="7883">
                  <c:v>palmermitchellphotography</c:v>
                </c:pt>
                <c:pt idx="7884">
                  <c:v>palmbeachcountyhotboy</c:v>
                </c:pt>
                <c:pt idx="7885">
                  <c:v>pallmallschwaandcompany</c:v>
                </c:pt>
                <c:pt idx="7886">
                  <c:v>paleslaughteringmachine</c:v>
                </c:pt>
                <c:pt idx="7887">
                  <c:v>paisleyskycountrymusic</c:v>
                </c:pt>
                <c:pt idx="7888">
                  <c:v>paintyourwagonwithblood</c:v>
                </c:pt>
                <c:pt idx="7889">
                  <c:v>paintthecolorspretty</c:v>
                </c:pt>
                <c:pt idx="7890">
                  <c:v>paintpastelprincess3</c:v>
                </c:pt>
                <c:pt idx="7891">
                  <c:v>paintpastelprincess101</c:v>
                </c:pt>
                <c:pt idx="7892">
                  <c:v>paintlessdentremoval</c:v>
                </c:pt>
                <c:pt idx="7893">
                  <c:v>paintingwhilerunning</c:v>
                </c:pt>
                <c:pt idx="7894">
                  <c:v>painting_apathetic_truce</c:v>
                </c:pt>
                <c:pt idx="7895">
                  <c:v>painteverythingblack</c:v>
                </c:pt>
                <c:pt idx="7896">
                  <c:v>paintballmonkeyman15</c:v>
                </c:pt>
                <c:pt idx="7897">
                  <c:v>paintballfanaticforever</c:v>
                </c:pt>
                <c:pt idx="7898">
                  <c:v>paintballfanatic1993</c:v>
                </c:pt>
                <c:pt idx="7899">
                  <c:v>paintball4life2007sucker</c:v>
                </c:pt>
                <c:pt idx="7900">
                  <c:v>paine_kingdom_hearts</c:v>
                </c:pt>
                <c:pt idx="7901">
                  <c:v>pain_doesnt_hurt_alot</c:v>
                </c:pt>
                <c:pt idx="7902">
                  <c:v>paige_underscore_alex</c:v>
                </c:pt>
                <c:pt idx="7903">
                  <c:v>paige_the_heartbreaker</c:v>
                </c:pt>
                <c:pt idx="7904">
                  <c:v>paige_single_looking</c:v>
                </c:pt>
                <c:pt idx="7905">
                  <c:v>paigesillygirlstarlet</c:v>
                </c:pt>
                <c:pt idx="7906">
                  <c:v>pagan_whisper_goddess</c:v>
                </c:pt>
                <c:pt idx="7907">
                  <c:v>paddyandmarmaladerock</c:v>
                </c:pt>
                <c:pt idx="7908">
                  <c:v>pactrick_stump_chick</c:v>
                </c:pt>
                <c:pt idx="7909">
                  <c:v>pacific_soul_surfing</c:v>
                </c:pt>
                <c:pt idx="7910">
                  <c:v>pacificnorthwest_guy</c:v>
                </c:pt>
                <c:pt idx="7911">
                  <c:v>pacificnorthwestartist</c:v>
                </c:pt>
                <c:pt idx="7912">
                  <c:v>pacific_coast_academy</c:v>
                </c:pt>
                <c:pt idx="7913">
                  <c:v>pacificchambermanagementgroup</c:v>
                </c:pt>
                <c:pt idx="7914">
                  <c:v>pacificballroomdance</c:v>
                </c:pt>
                <c:pt idx="7915">
                  <c:v>pacificavenueofficial</c:v>
                </c:pt>
                <c:pt idx="7916">
                  <c:v>ozarkcheerleaderbabe</c:v>
                </c:pt>
                <c:pt idx="7917">
                  <c:v>oxfordlanguagecenter</c:v>
                </c:pt>
                <c:pt idx="7918">
                  <c:v>owningeveryonewithwinged</c:v>
                </c:pt>
                <c:pt idx="7919">
                  <c:v>overundergroundcompilation</c:v>
                </c:pt>
                <c:pt idx="7920">
                  <c:v>oversteppedauthority</c:v>
                </c:pt>
                <c:pt idx="7921">
                  <c:v>oversizedghettobubblebutt</c:v>
                </c:pt>
                <c:pt idx="7922">
                  <c:v>overgrownspunkbubble</c:v>
                </c:pt>
                <c:pt idx="7923">
                  <c:v>over40_fitness_expert</c:v>
                </c:pt>
                <c:pt idx="7924">
                  <c:v>outwardboundcostarica</c:v>
                </c:pt>
                <c:pt idx="7925">
                  <c:v>outtherepaperchasin1029</c:v>
                </c:pt>
                <c:pt idx="7926">
                  <c:v>outstandingtinkerbell</c:v>
                </c:pt>
                <c:pt idx="7927">
                  <c:v>outstandingpraisegospel</c:v>
                </c:pt>
                <c:pt idx="7928">
                  <c:v>outrageouslyloveable</c:v>
                </c:pt>
                <c:pt idx="7929">
                  <c:v>outrageoushypnosisshow</c:v>
                </c:pt>
                <c:pt idx="7930">
                  <c:v>outlawfromthedirtysouth</c:v>
                </c:pt>
                <c:pt idx="7931">
                  <c:v>outlandishfecalmatter</c:v>
                </c:pt>
                <c:pt idx="7932">
                  <c:v>outforfuckingrevenge</c:v>
                </c:pt>
                <c:pt idx="7933">
                  <c:v>outdoorsloverwisconsin</c:v>
                </c:pt>
                <c:pt idx="7934">
                  <c:v>outcomingsingingroup</c:v>
                </c:pt>
                <c:pt idx="7935">
                  <c:v>outbreakyouthfellowship</c:v>
                </c:pt>
                <c:pt idx="7936">
                  <c:v>oursuicideprocession</c:v>
                </c:pt>
                <c:pt idx="7937">
                  <c:v>oursilentprocessiontheband</c:v>
                </c:pt>
                <c:pt idx="7938">
                  <c:v>our_love_will_never_die_</c:v>
                </c:pt>
                <c:pt idx="7939">
                  <c:v>ourlovewilllastforever89</c:v>
                </c:pt>
                <c:pt idx="7940">
                  <c:v>ourlovewilllastforever</c:v>
                </c:pt>
                <c:pt idx="7941">
                  <c:v>ourlovespacedanderin</c:v>
                </c:pt>
                <c:pt idx="7942">
                  <c:v>ourloveremainsrestless</c:v>
                </c:pt>
                <c:pt idx="7943">
                  <c:v>our_little_secret_hideout</c:v>
                </c:pt>
                <c:pt idx="7944">
                  <c:v>ourhopefullygoodband</c:v>
                </c:pt>
                <c:pt idx="7945">
                  <c:v>OurHeavensmissingangel</c:v>
                </c:pt>
                <c:pt idx="7946">
                  <c:v>ourgovernmentneedshelp</c:v>
                </c:pt>
                <c:pt idx="7947">
                  <c:v>our_diabolical_rapture</c:v>
                </c:pt>
                <c:pt idx="7948">
                  <c:v>our_beautiful_baby512</c:v>
                </c:pt>
                <c:pt idx="7949">
                  <c:v>ouch_that_does_tickle</c:v>
                </c:pt>
                <c:pt idx="7950">
                  <c:v>otto_wetworks_division</c:v>
                </c:pt>
                <c:pt idx="7951">
                  <c:v>otherwisemusiccanada1</c:v>
                </c:pt>
                <c:pt idx="7952">
                  <c:v>otherwisemusiccanada</c:v>
                </c:pt>
                <c:pt idx="7953">
                  <c:v>otherthefarleftmovement</c:v>
                </c:pt>
                <c:pt idx="7954">
                  <c:v>osaka_the_space_cadet</c:v>
                </c:pt>
                <c:pt idx="7955">
                  <c:v>orlandopunkrockgirlie</c:v>
                </c:pt>
                <c:pt idx="7956">
                  <c:v>orlandopinkprincess21</c:v>
                </c:pt>
                <c:pt idx="7957">
                  <c:v>orlandopenasakabigboy101</c:v>
                </c:pt>
                <c:pt idx="7958">
                  <c:v>orlandokittenscarlet</c:v>
                </c:pt>
                <c:pt idx="7959">
                  <c:v>orlandobloomfansonly</c:v>
                </c:pt>
                <c:pt idx="7960">
                  <c:v>oriontoofeaturingcaitlin</c:v>
                </c:pt>
                <c:pt idx="7961">
                  <c:v>originalunknowndreamer</c:v>
                </c:pt>
                <c:pt idx="7962">
                  <c:v>original_unique_sexy</c:v>
                </c:pt>
                <c:pt idx="7963">
                  <c:v>original_taylor_high_scho</c:v>
                </c:pt>
                <c:pt idx="7964">
                  <c:v>originalstudclothing</c:v>
                </c:pt>
                <c:pt idx="7965">
                  <c:v>original_smooth_ass_bitch</c:v>
                </c:pt>
                <c:pt idx="7966">
                  <c:v>original_sin_drummer</c:v>
                </c:pt>
                <c:pt idx="7967">
                  <c:v>originalschoolgurl9</c:v>
                </c:pt>
                <c:pt idx="7968">
                  <c:v>original.scarlett.satine</c:v>
                </c:pt>
                <c:pt idx="7969">
                  <c:v>originalreefermadnesscast</c:v>
                </c:pt>
                <c:pt idx="7970">
                  <c:v>originalredhotchilipepper</c:v>
                </c:pt>
                <c:pt idx="7971">
                  <c:v>_original_pirate_material</c:v>
                </c:pt>
                <c:pt idx="7972">
                  <c:v>originalmeaganofficial</c:v>
                </c:pt>
                <c:pt idx="7973">
                  <c:v>original_king_eclipse</c:v>
                </c:pt>
                <c:pt idx="7974">
                  <c:v>originaliceprincess22</c:v>
                </c:pt>
                <c:pt idx="7975">
                  <c:v>originalhumanmaterial1</c:v>
                </c:pt>
                <c:pt idx="7976">
                  <c:v>originalhookerstabber</c:v>
                </c:pt>
                <c:pt idx="7977">
                  <c:v>originalgangsterangel</c:v>
                </c:pt>
                <c:pt idx="7978">
                  <c:v>originalfruitskittles</c:v>
                </c:pt>
                <c:pt idx="7979">
                  <c:v>originaldiamondprincess</c:v>
                </c:pt>
                <c:pt idx="7980">
                  <c:v>original_cowgirl_mud_deep</c:v>
                </c:pt>
                <c:pt idx="7981">
                  <c:v>original_cookie_monster</c:v>
                </c:pt>
                <c:pt idx="7982">
                  <c:v>original.baby.hostility</c:v>
                </c:pt>
                <c:pt idx="7983">
                  <c:v>original100percentcowgirl</c:v>
                </c:pt>
                <c:pt idx="7984">
                  <c:v>organizedtrainedsoulgaz</c:v>
                </c:pt>
                <c:pt idx="7985">
                  <c:v>organicpureandnatural</c:v>
                </c:pt>
                <c:pt idx="7986">
                  <c:v>organic_food_for_everyone</c:v>
                </c:pt>
                <c:pt idx="7987">
                  <c:v>oregonstateuniversity</c:v>
                </c:pt>
                <c:pt idx="7988">
                  <c:v>oregonrealestatebroker</c:v>
                </c:pt>
                <c:pt idx="7989">
                  <c:v>oregonparanormalsociety</c:v>
                </c:pt>
                <c:pt idx="7990">
                  <c:v>orderlychaosincorporated</c:v>
                </c:pt>
                <c:pt idx="7991">
                  <c:v>ordered_chaotic_mess</c:v>
                </c:pt>
                <c:pt idx="7992">
                  <c:v>orderedchaosfinalhour</c:v>
                </c:pt>
                <c:pt idx="7993">
                  <c:v>orchidfreakfeelunique</c:v>
                </c:pt>
                <c:pt idx="7994">
                  <c:v>orchardhillchurchband</c:v>
                </c:pt>
                <c:pt idx="7995">
                  <c:v>orange_with_dancing_man_</c:v>
                </c:pt>
                <c:pt idx="7996">
                  <c:v>orangetyedyeflamingo</c:v>
                </c:pt>
                <c:pt idx="7997">
                  <c:v>orange_tangy_tinkerbell</c:v>
                </c:pt>
                <c:pt idx="7998">
                  <c:v>orangetableentertainment</c:v>
                </c:pt>
                <c:pt idx="7999">
                  <c:v>orange_sunshine_girl</c:v>
                </c:pt>
                <c:pt idx="8000">
                  <c:v>orange_sunset_layout</c:v>
                </c:pt>
                <c:pt idx="8001">
                  <c:v>orange_root_vegetable</c:v>
                </c:pt>
                <c:pt idx="8002">
                  <c:v>orange_peanut_butter</c:v>
                </c:pt>
                <c:pt idx="8003">
                  <c:v>orangemochafrappicino93</c:v>
                </c:pt>
                <c:pt idx="8004">
                  <c:v>orangemochafrapbrand</c:v>
                </c:pt>
                <c:pt idx="8005">
                  <c:v>orange_meet_lemon1155</c:v>
                </c:pt>
                <c:pt idx="8006">
                  <c:v>orangejuiceandpotatoes</c:v>
                </c:pt>
                <c:pt idx="8007">
                  <c:v>orangedeliciousdodge</c:v>
                </c:pt>
                <c:pt idx="8008">
                  <c:v>orangecounty_santana</c:v>
                </c:pt>
                <c:pt idx="8009">
                  <c:v>orangecountypunkrock</c:v>
                </c:pt>
                <c:pt idx="8010">
                  <c:v>orangecountyhappyhour</c:v>
                </c:pt>
                <c:pt idx="8011">
                  <c:v>orange_cello_ranger_growl</c:v>
                </c:pt>
                <c:pt idx="8012">
                  <c:v>orangeblossom_bramble</c:v>
                </c:pt>
                <c:pt idx="8013">
                  <c:v>orange_banana_cherry</c:v>
                </c:pt>
                <c:pt idx="8014">
                  <c:v>optionalwordcoalition</c:v>
                </c:pt>
                <c:pt idx="8015">
                  <c:v>optimusprimewillsavedaday</c:v>
                </c:pt>
                <c:pt idx="8016">
                  <c:v>optimusentertainment</c:v>
                </c:pt>
                <c:pt idx="8017">
                  <c:v>optimumwindowcleaning</c:v>
                </c:pt>
                <c:pt idx="8018">
                  <c:v>optimumcapitalmanagement</c:v>
                </c:pt>
                <c:pt idx="8019">
                  <c:v>operation_worldhammer</c:v>
                </c:pt>
                <c:pt idx="8020">
                  <c:v>operationthunderchild</c:v>
                </c:pt>
                <c:pt idx="8021">
                  <c:v>operationsoundsystem</c:v>
                </c:pt>
                <c:pt idx="8022">
                  <c:v>operationfirstresponse</c:v>
                </c:pt>
                <c:pt idx="8023">
                  <c:v>operationfetusconsumption</c:v>
                </c:pt>
                <c:pt idx="8024">
                  <c:v>operation_desert_fox</c:v>
                </c:pt>
                <c:pt idx="8025">
                  <c:v>operationcatchtherabbit</c:v>
                </c:pt>
                <c:pt idx="8026">
                  <c:v>operationalbioticman1</c:v>
                </c:pt>
                <c:pt idx="8027">
                  <c:v>open_view_music_magazine</c:v>
                </c:pt>
                <c:pt idx="8028">
                  <c:v>opensourcetechadvice</c:v>
                </c:pt>
                <c:pt idx="8029">
                  <c:v>openmindfordifferentview</c:v>
                </c:pt>
                <c:pt idx="8030">
                  <c:v>onwardsoldiertheband</c:v>
                </c:pt>
                <c:pt idx="8031">
                  <c:v>ontariowrestlingrecap</c:v>
                </c:pt>
                <c:pt idx="8032">
                  <c:v>ontarioinsurancebroker</c:v>
                </c:pt>
                <c:pt idx="8033">
                  <c:v>onlywayoutentertainment</c:v>
                </c:pt>
                <c:pt idx="8034">
                  <c:v>only_the_strong_survive84</c:v>
                </c:pt>
                <c:pt idx="8035">
                  <c:v>onlythestrongsurvive_7</c:v>
                </c:pt>
                <c:pt idx="8036">
                  <c:v>onlythestrongsurvive13</c:v>
                </c:pt>
                <c:pt idx="8037">
                  <c:v>only_the_first_layer</c:v>
                </c:pt>
                <c:pt idx="8038">
                  <c:v>onlyspacedoutsometimes</c:v>
                </c:pt>
                <c:pt idx="8039">
                  <c:v>onlylovecanbringyouback</c:v>
                </c:pt>
                <c:pt idx="8040">
                  <c:v>_only_left_with_one_heart</c:v>
                </c:pt>
                <c:pt idx="8041">
                  <c:v>onlygodcanjudgekelly</c:v>
                </c:pt>
                <c:pt idx="8042">
                  <c:v>onlyexpecttheunexpected</c:v>
                </c:pt>
                <c:pt idx="8043">
                  <c:v>onlybrunettesarecrazy</c:v>
                </c:pt>
                <c:pt idx="8044">
                  <c:v>onlyanarchistsarepretty__</c:v>
                </c:pt>
                <c:pt idx="8045">
                  <c:v>only4thosewithtruegrit</c:v>
                </c:pt>
                <c:pt idx="8046">
                  <c:v>only_1_will_ever_know</c:v>
                </c:pt>
                <c:pt idx="8047">
                  <c:v>onewiththepuppydogface</c:v>
                </c:pt>
                <c:pt idx="8048">
                  <c:v>onewiththebulletmusic</c:v>
                </c:pt>
                <c:pt idx="8049">
                  <c:v>one_winged_swordsman</c:v>
                </c:pt>
                <c:pt idx="8050">
                  <c:v>onewingedangel_forever</c:v>
                </c:pt>
                <c:pt idx="8051">
                  <c:v>onewheelforlife_ridehard</c:v>
                </c:pt>
                <c:pt idx="8052">
                  <c:v>one_upon_the_journey</c:v>
                </c:pt>
                <c:pt idx="8053">
                  <c:v>onetruedelicateangel</c:v>
                </c:pt>
                <c:pt idx="8054">
                  <c:v>one_true_advice_king</c:v>
                </c:pt>
                <c:pt idx="8055">
                  <c:v>onetreehilllover11253</c:v>
                </c:pt>
                <c:pt idx="8056">
                  <c:v>one_track_mind_music</c:v>
                </c:pt>
                <c:pt idx="8057">
                  <c:v>onetrackmindmagazine</c:v>
                </c:pt>
                <c:pt idx="8058">
                  <c:v>onethousandtwohundred</c:v>
                </c:pt>
                <c:pt idx="8059">
                  <c:v>onethirtyeightphotography</c:v>
                </c:pt>
                <c:pt idx="8060">
                  <c:v>one_sweet_strawberry</c:v>
                </c:pt>
                <c:pt idx="8061">
                  <c:v>onesweetcountrychick</c:v>
                </c:pt>
                <c:pt idx="8062">
                  <c:v>one_stop_entertainment</c:v>
                </c:pt>
                <c:pt idx="8063">
                  <c:v>onesophisticatedchick</c:v>
                </c:pt>
                <c:pt idx="8064">
                  <c:v>onesnapbearphotography</c:v>
                </c:pt>
                <c:pt idx="8065">
                  <c:v>onesilvertongueddevil</c:v>
                </c:pt>
                <c:pt idx="8066">
                  <c:v>oneshorthappybunny87</c:v>
                </c:pt>
                <c:pt idx="8067">
                  <c:v>onesexymothertrucker</c:v>
                </c:pt>
                <c:pt idx="8068">
                  <c:v>one_pound_fifty_for_that</c:v>
                </c:pt>
                <c:pt idx="8069">
                  <c:v>oneparticularharbor7</c:v>
                </c:pt>
                <c:pt idx="8070">
                  <c:v>onenightafteryourdeath</c:v>
                </c:pt>
                <c:pt idx="8071">
                  <c:v>onenessbestkeptsecret</c:v>
                </c:pt>
                <c:pt idx="8072">
                  <c:v>onemissdadecounty305</c:v>
                </c:pt>
                <c:pt idx="8073">
                  <c:v>oneluckybitchsittinpretty</c:v>
                </c:pt>
                <c:pt idx="8074">
                  <c:v>oneloveinternational</c:v>
                </c:pt>
                <c:pt idx="8075">
                  <c:v>one_love_forever017</c:v>
                </c:pt>
                <c:pt idx="8076">
                  <c:v>onelove_aer_princess10</c:v>
                </c:pt>
                <c:pt idx="8077">
                  <c:v>OneLove2AllTheLiving</c:v>
                </c:pt>
                <c:pt idx="8078">
                  <c:v>onejokerafteranother</c:v>
                </c:pt>
                <c:pt idx="8079">
                  <c:v>onehundredpercentpure</c:v>
                </c:pt>
                <c:pt idx="8080">
                  <c:v>onehundredpercentprep</c:v>
                </c:pt>
                <c:pt idx="8081">
                  <c:v>onehundredpercentflirt</c:v>
                </c:pt>
                <c:pt idx="8082">
                  <c:v>onehundredandthirtyseven</c:v>
                </c:pt>
                <c:pt idx="8083">
                  <c:v>one_hot_and_sexy_bitch</c:v>
                </c:pt>
                <c:pt idx="8084">
                  <c:v>one_glorious_harmony</c:v>
                </c:pt>
                <c:pt idx="8085">
                  <c:v>oneglobaluniversemusic</c:v>
                </c:pt>
                <c:pt idx="8086">
                  <c:v>onefuckingcrazybitch</c:v>
                </c:pt>
                <c:pt idx="8087">
                  <c:v>onefingersnotshot1940</c:v>
                </c:pt>
                <c:pt idx="8088">
                  <c:v>onefierce_beercoaster</c:v>
                </c:pt>
                <c:pt idx="8089">
                  <c:v>_one_fierce_beer_coaster_</c:v>
                </c:pt>
                <c:pt idx="8090">
                  <c:v>onefelloutthechestnuttree</c:v>
                </c:pt>
                <c:pt idx="8091">
                  <c:v>oneelevenarcheravenue</c:v>
                </c:pt>
                <c:pt idx="8092">
                  <c:v>onedegreebelownormal</c:v>
                </c:pt>
                <c:pt idx="8093">
                  <c:v>one_crazy_ass_southern9</c:v>
                </c:pt>
                <c:pt idx="8094">
                  <c:v>onebreathremainsband</c:v>
                </c:pt>
                <c:pt idx="8095">
                  <c:v>one_blue_eyed_destiny</c:v>
                </c:pt>
                <c:pt idx="8096">
                  <c:v>oneblonde_bananahead</c:v>
                </c:pt>
                <c:pt idx="8097">
                  <c:v>one_black_winged_angel</c:v>
                </c:pt>
                <c:pt idx="8098">
                  <c:v>onebigwellingtonboot</c:v>
                </c:pt>
                <c:pt idx="8099">
                  <c:v>onebeautifulrose_0311</c:v>
                </c:pt>
                <c:pt idx="8100">
                  <c:v>one_badass_firefighter</c:v>
                </c:pt>
                <c:pt idx="8101">
                  <c:v>one_and_only_yours_truly</c:v>
                </c:pt>
                <c:pt idx="8102">
                  <c:v>oneandonlywhiteboy79</c:v>
                </c:pt>
                <c:pt idx="8103">
                  <c:v>one_and_only_toaster</c:v>
                </c:pt>
                <c:pt idx="8104">
                  <c:v>oneandonlyprincesskelly</c:v>
                </c:pt>
                <c:pt idx="8105">
                  <c:v>oneandonlyprincesscrystal</c:v>
                </c:pt>
                <c:pt idx="8106">
                  <c:v>oneandonlypoisongurl</c:v>
                </c:pt>
                <c:pt idx="8107">
                  <c:v>one_and_only_never_lonely</c:v>
                </c:pt>
                <c:pt idx="8108">
                  <c:v>oneandonlylovelytaylor</c:v>
                </c:pt>
                <c:pt idx="8109">
                  <c:v>oneandonlykelseymarie</c:v>
                </c:pt>
                <c:pt idx="8110">
                  <c:v>oneandonlyhotredhead</c:v>
                </c:pt>
                <c:pt idx="8111">
                  <c:v>one_and_only_ghetto_bitch</c:v>
                </c:pt>
                <c:pt idx="8112">
                  <c:v>one_and_only_farrock_star</c:v>
                </c:pt>
                <c:pt idx="8113">
                  <c:v>oneandonlyentertainment</c:v>
                </c:pt>
                <c:pt idx="8114">
                  <c:v>oneandonly_chrisbrown</c:v>
                </c:pt>
                <c:pt idx="8115">
                  <c:v>one_and_only_babygurl</c:v>
                </c:pt>
                <c:pt idx="8116">
                  <c:v>oneandfourentertainment</c:v>
                </c:pt>
                <c:pt idx="8117">
                  <c:v>one9westentertainment</c:v>
                </c:pt>
                <c:pt idx="8118">
                  <c:v>oncesexygoingdownhill</c:v>
                </c:pt>
                <c:pt idx="8119">
                  <c:v>oncemore_withfeeling</c:v>
                </c:pt>
                <c:pt idx="8120">
                  <c:v>oncearoundthesun355</c:v>
                </c:pt>
                <c:pt idx="8121">
                  <c:v>once_again_heartbroken</c:v>
                </c:pt>
                <c:pt idx="8122">
                  <c:v>omegaexpresstrinidad</c:v>
                </c:pt>
                <c:pt idx="8123">
                  <c:v>ollie_the_cheerleader</c:v>
                </c:pt>
                <c:pt idx="8124">
                  <c:v>oliviathebabygirlpup</c:v>
                </c:pt>
                <c:pt idx="8125">
                  <c:v>olivia_halliwell_again</c:v>
                </c:pt>
                <c:pt idx="8126">
                  <c:v>olive_juice_for_life</c:v>
                </c:pt>
                <c:pt idx="8127">
                  <c:v>olive_green_crayon91</c:v>
                </c:pt>
                <c:pt idx="8128">
                  <c:v>olga_vladimirova1988</c:v>
                </c:pt>
                <c:pt idx="8129">
                  <c:v>olgatatianamarieanastasia</c:v>
                </c:pt>
                <c:pt idx="8130">
                  <c:v>oldsouthalabamahippie</c:v>
                </c:pt>
                <c:pt idx="8131">
                  <c:v>oldschoolspeedskater</c:v>
                </c:pt>
                <c:pt idx="8132">
                  <c:v>oldschoolskatersonline</c:v>
                </c:pt>
                <c:pt idx="8133">
                  <c:v>oldschool_revolution</c:v>
                </c:pt>
                <c:pt idx="8134">
                  <c:v>oldschoolmintcondition</c:v>
                </c:pt>
                <c:pt idx="8135">
                  <c:v>oldschoolhollywood41</c:v>
                </c:pt>
                <c:pt idx="8136">
                  <c:v>oldschoolhiphop4ever</c:v>
                </c:pt>
                <c:pt idx="8137">
                  <c:v>oldschoolchocolate392</c:v>
                </c:pt>
                <c:pt idx="8138">
                  <c:v>oldpeoplehavegoodpot</c:v>
                </c:pt>
                <c:pt idx="8139">
                  <c:v>oldmixedtapesmarch14200</c:v>
                </c:pt>
                <c:pt idx="8140">
                  <c:v>oldgrumpymarkshotsauce</c:v>
                </c:pt>
                <c:pt idx="8141">
                  <c:v>oldgreendaylayoutred</c:v>
                </c:pt>
                <c:pt idx="8142">
                  <c:v>oldcrotchetystickjock</c:v>
                </c:pt>
                <c:pt idx="8143">
                  <c:v>oldbaldguyphotofreak</c:v>
                </c:pt>
                <c:pt idx="8144">
                  <c:v>oilfieldtrashwithhonor</c:v>
                </c:pt>
                <c:pt idx="8145">
                  <c:v>ohmloadtheexperience</c:v>
                </c:pt>
                <c:pt idx="8146">
                  <c:v>offthablockproduction</c:v>
                </c:pt>
                <c:pt idx="8147">
                  <c:v>offshorepowerboatracing</c:v>
                </c:pt>
                <c:pt idx="8148">
                  <c:v>offkiltersemiofficial</c:v>
                </c:pt>
                <c:pt idx="8149">
                  <c:v>officialworldwithout</c:v>
                </c:pt>
                <c:pt idx="8150">
                  <c:v>officialwhiteroseband</c:v>
                </c:pt>
                <c:pt idx="8151">
                  <c:v>officialwhiskermusic</c:v>
                </c:pt>
                <c:pt idx="8152">
                  <c:v>officialvisiondivine</c:v>
                </c:pt>
                <c:pt idx="8153">
                  <c:v>official_vincentvalentine</c:v>
                </c:pt>
                <c:pt idx="8154">
                  <c:v>officialtrustnobodymusic</c:v>
                </c:pt>
                <c:pt idx="8155">
                  <c:v>officialteamcatfacepage</c:v>
                </c:pt>
                <c:pt idx="8156">
                  <c:v>officialsweetinsanity</c:v>
                </c:pt>
                <c:pt idx="8157">
                  <c:v>officialstarvationarmy</c:v>
                </c:pt>
                <c:pt idx="8158">
                  <c:v>officialspiritualwar</c:v>
                </c:pt>
                <c:pt idx="8159">
                  <c:v>officialsilentshadow</c:v>
                </c:pt>
                <c:pt idx="8160">
                  <c:v>officialshadowgallery</c:v>
                </c:pt>
                <c:pt idx="8161">
                  <c:v>official_robby_gordon</c:v>
                </c:pt>
                <c:pt idx="8162">
                  <c:v>official_rick_springfield</c:v>
                </c:pt>
                <c:pt idx="8163">
                  <c:v>officialredneckyachtclub</c:v>
                </c:pt>
                <c:pt idx="8164">
                  <c:v>officialpurplepistol</c:v>
                </c:pt>
                <c:pt idx="8165">
                  <c:v>officialprojectsnowbeast</c:v>
                </c:pt>
                <c:pt idx="8166">
                  <c:v>official_pirate_hookers</c:v>
                </c:pt>
                <c:pt idx="8167">
                  <c:v>officialnightcrawler</c:v>
                </c:pt>
                <c:pt idx="8168">
                  <c:v>officialmiamiflorida</c:v>
                </c:pt>
                <c:pt idx="8169">
                  <c:v>officiallywickedcrew</c:v>
                </c:pt>
                <c:pt idx="8170">
                  <c:v>officially_supergirl_</c:v>
                </c:pt>
                <c:pt idx="8171">
                  <c:v>official_lucid_fan_club</c:v>
                </c:pt>
                <c:pt idx="8172">
                  <c:v>officiallowerclassbrass</c:v>
                </c:pt>
                <c:pt idx="8173">
                  <c:v>official_lil_luke_page</c:v>
                </c:pt>
                <c:pt idx="8174">
                  <c:v>officialkrystalsteal</c:v>
                </c:pt>
                <c:pt idx="8175">
                  <c:v>officialkassiedepaiva</c:v>
                </c:pt>
                <c:pt idx="8176">
                  <c:v>officialheavenshallburn</c:v>
                </c:pt>
                <c:pt idx="8177">
                  <c:v>official_ghostbuster3</c:v>
                </c:pt>
                <c:pt idx="8178">
                  <c:v>official_franzee_profile</c:v>
                </c:pt>
                <c:pt idx="8179">
                  <c:v>officialfourhorsemen</c:v>
                </c:pt>
                <c:pt idx="8180">
                  <c:v>officialfitnessmadesimple</c:v>
                </c:pt>
                <c:pt idx="8181">
                  <c:v>officialfeedbacksite</c:v>
                </c:pt>
                <c:pt idx="8182">
                  <c:v>officialdodgeviperpage</c:v>
                </c:pt>
                <c:pt idx="8183">
                  <c:v>officialdimepiece_101</c:v>
                </c:pt>
                <c:pt idx="8184">
                  <c:v>officialcrimsonmoonlight</c:v>
                </c:pt>
                <c:pt idx="8185">
                  <c:v>officialcomedycentral</c:v>
                </c:pt>
                <c:pt idx="8186">
                  <c:v>officialchrisbeckman</c:v>
                </c:pt>
                <c:pt idx="8187">
                  <c:v>official_blue_pokemon</c:v>
                </c:pt>
                <c:pt idx="8188">
                  <c:v>officialblacksheep_1997</c:v>
                </c:pt>
                <c:pt idx="8189">
                  <c:v>officialblackmarkethero</c:v>
                </c:pt>
                <c:pt idx="8190">
                  <c:v>officerfriendlymusic</c:v>
                </c:pt>
                <c:pt idx="8191">
                  <c:v>oceangirl_animalcrazed</c:v>
                </c:pt>
                <c:pt idx="8192">
                  <c:v>oceanfrontrealestate4sell</c:v>
                </c:pt>
                <c:pt idx="8193">
                  <c:v>ocean_avenue_babe1233</c:v>
                </c:pt>
                <c:pt idx="8194">
                  <c:v>obsessivemadwrestlingfan</c:v>
                </c:pt>
                <c:pt idx="8195">
                  <c:v>obsessivecompulsiveswine</c:v>
                </c:pt>
                <c:pt idx="8196">
                  <c:v>obsessivecompulsive4you</c:v>
                </c:pt>
                <c:pt idx="8197">
                  <c:v>obsessionwithperfection</c:v>
                </c:pt>
                <c:pt idx="8198">
                  <c:v>obscure_vanity_unknown</c:v>
                </c:pt>
                <c:pt idx="8199">
                  <c:v>obscureness_cute_girl</c:v>
                </c:pt>
                <c:pt idx="8200">
                  <c:v>obscene_hideous_dirty</c:v>
                </c:pt>
                <c:pt idx="8201">
                  <c:v>obnoxiouslycutetitle</c:v>
                </c:pt>
                <c:pt idx="8202">
                  <c:v>obliviousthepantomime</c:v>
                </c:pt>
                <c:pt idx="8203">
                  <c:v>objection_your_honor</c:v>
                </c:pt>
                <c:pt idx="8204">
                  <c:v>obesebuffetbeatsprod</c:v>
                </c:pt>
                <c:pt idx="8205">
                  <c:v>obelisk_thetormentor</c:v>
                </c:pt>
                <c:pt idx="8206">
                  <c:v>oath_simulcast_vocalist</c:v>
                </c:pt>
                <c:pt idx="8207">
                  <c:v>oathkeeper_oblivion170</c:v>
                </c:pt>
                <c:pt idx="8208">
                  <c:v>oakridgeentertainment</c:v>
                </c:pt>
                <c:pt idx="8209">
                  <c:v>oakley_mad_scientist</c:v>
                </c:pt>
                <c:pt idx="8210">
                  <c:v>oaklandvertskatepark</c:v>
                </c:pt>
                <c:pt idx="8211">
                  <c:v>oaklandraiderman192</c:v>
                </c:pt>
                <c:pt idx="8212">
                  <c:v>oakland_raider_4_life</c:v>
                </c:pt>
                <c:pt idx="8213">
                  <c:v>oakland_ice_princess23</c:v>
                </c:pt>
                <c:pt idx="8214">
                  <c:v>oakland_bound_4_life</c:v>
                </c:pt>
                <c:pt idx="8215">
                  <c:v>oaklandathleticsteam</c:v>
                </c:pt>
                <c:pt idx="8216">
                  <c:v>oaklandathleticsbaby15</c:v>
                </c:pt>
                <c:pt idx="8217">
                  <c:v>nurtureyourinnerwellbeing</c:v>
                </c:pt>
                <c:pt idx="8218">
                  <c:v>numberthirteenpreview</c:v>
                </c:pt>
                <c:pt idx="8219">
                  <c:v>numbersandlettersonly</c:v>
                </c:pt>
                <c:pt idx="8220">
                  <c:v>numberoneuniquebitch</c:v>
                </c:pt>
                <c:pt idx="8221">
                  <c:v>number_one_stunner_4_life</c:v>
                </c:pt>
                <c:pt idx="8222">
                  <c:v>NUMBERONESTUNNER232</c:v>
                </c:pt>
                <c:pt idx="8223">
                  <c:v>number_one_redneck_bitch</c:v>
                </c:pt>
                <c:pt idx="8224">
                  <c:v>numberoneplantmanager</c:v>
                </c:pt>
                <c:pt idx="8225">
                  <c:v>number_one_piss_head</c:v>
                </c:pt>
                <c:pt idx="8226">
                  <c:v>number_one_mommy2007</c:v>
                </c:pt>
                <c:pt idx="8227">
                  <c:v>numberonehottieplace</c:v>
                </c:pt>
                <c:pt idx="8228">
                  <c:v>numberonehottieforever</c:v>
                </c:pt>
                <c:pt idx="8229">
                  <c:v>numberonehitsongwriter</c:v>
                </c:pt>
                <c:pt idx="8230">
                  <c:v>numberonegreendayfan</c:v>
                </c:pt>
                <c:pt idx="8231">
                  <c:v>numberonecheesecakequeen</c:v>
                </c:pt>
                <c:pt idx="8232">
                  <c:v>number_one_charlotte</c:v>
                </c:pt>
                <c:pt idx="8233">
                  <c:v>number_one_bronco_fan</c:v>
                </c:pt>
                <c:pt idx="8234">
                  <c:v>numberoneaceyoungfan28</c:v>
                </c:pt>
                <c:pt idx="8235">
                  <c:v>number_1_wildcat_fan</c:v>
                </c:pt>
                <c:pt idx="8236">
                  <c:v>number_1_white_chocolate</c:v>
                </c:pt>
                <c:pt idx="8237">
                  <c:v>number_1_toon_supporter</c:v>
                </c:pt>
                <c:pt idx="8238">
                  <c:v>number1studentteacher</c:v>
                </c:pt>
                <c:pt idx="8239">
                  <c:v>number1_soldierlover</c:v>
                </c:pt>
                <c:pt idx="8240">
                  <c:v>number1softballplayer</c:v>
                </c:pt>
                <c:pt idx="8241">
                  <c:v>number1_princess_star</c:v>
                </c:pt>
                <c:pt idx="8242">
                  <c:v>number1party_champion</c:v>
                </c:pt>
                <c:pt idx="8243">
                  <c:v>number1franklinbeast</c:v>
                </c:pt>
                <c:pt idx="8244">
                  <c:v>number_1_evil_princess</c:v>
                </c:pt>
                <c:pt idx="8245">
                  <c:v>number_1cheer_leader</c:v>
                </c:pt>
                <c:pt idx="8246">
                  <c:v>number1badgurl4life9</c:v>
                </c:pt>
                <c:pt idx="8247">
                  <c:v>number_1_baby_girl513</c:v>
                </c:pt>
                <c:pt idx="8248">
                  <c:v>number_1_ashley_fansite</c:v>
                </c:pt>
                <c:pt idx="8249">
                  <c:v>number15southernchampion</c:v>
                </c:pt>
                <c:pt idx="8250">
                  <c:v>nowyouvegot2kill2believe</c:v>
                </c:pt>
                <c:pt idx="8251">
                  <c:v>now_then_stacey_leigh</c:v>
                </c:pt>
                <c:pt idx="8252">
                  <c:v>nowthatsratherfruity</c:v>
                </c:pt>
                <c:pt idx="8253">
                  <c:v>now_its_time_for_justice</c:v>
                </c:pt>
                <c:pt idx="8254">
                  <c:v>nowherenearredemption</c:v>
                </c:pt>
                <c:pt idx="8255">
                  <c:v>nowenteringneverlandranch</c:v>
                </c:pt>
                <c:pt idx="8256">
                  <c:v>novelistparexcellence</c:v>
                </c:pt>
                <c:pt idx="8257">
                  <c:v>novaprospectjamhouse</c:v>
                </c:pt>
                <c:pt idx="8258">
                  <c:v>notyourordinarygirl21</c:v>
                </c:pt>
                <c:pt idx="8259">
                  <c:v>notyourbestestfriend</c:v>
                </c:pt>
                <c:pt idx="8260">
                  <c:v>notyouraverageteenageslut</c:v>
                </c:pt>
                <c:pt idx="8261">
                  <c:v>not_your_average_pussy</c:v>
                </c:pt>
                <c:pt idx="8262">
                  <c:v>not_your_average_princess</c:v>
                </c:pt>
                <c:pt idx="8263">
                  <c:v>notyouraveragepancake</c:v>
                </c:pt>
                <c:pt idx="8264">
                  <c:v>not_your_average_mona</c:v>
                </c:pt>
                <c:pt idx="8265">
                  <c:v>notyouraveragegirl411</c:v>
                </c:pt>
                <c:pt idx="8266">
                  <c:v>notyouraveragegirl2</c:v>
                </c:pt>
                <c:pt idx="8267">
                  <c:v>not_your_average_girl001</c:v>
                </c:pt>
                <c:pt idx="8268">
                  <c:v>notyouraveragebreakdown</c:v>
                </c:pt>
                <c:pt idx="8269">
                  <c:v>notyouraveragebanjoplayer</c:v>
                </c:pt>
                <c:pt idx="8270">
                  <c:v>notworthyourfuckingtime</c:v>
                </c:pt>
                <c:pt idx="8271">
                  <c:v>not_wetback_scratchback_</c:v>
                </c:pt>
                <c:pt idx="8272">
                  <c:v>not_weird_just_random</c:v>
                </c:pt>
                <c:pt idx="8273">
                  <c:v>notvirginiacoalition</c:v>
                </c:pt>
                <c:pt idx="8274">
                  <c:v>not_the_one_two_three</c:v>
                </c:pt>
                <c:pt idx="8275">
                  <c:v>notthemermaidarielle</c:v>
                </c:pt>
                <c:pt idx="8276">
                  <c:v>notspoiled__justblessed</c:v>
                </c:pt>
                <c:pt idx="8277">
                  <c:v>notspecailjustdifferent</c:v>
                </c:pt>
                <c:pt idx="8278">
                  <c:v>not_small_space_efficient</c:v>
                </c:pt>
                <c:pt idx="8279">
                  <c:v>notsew_cool_after_all</c:v>
                </c:pt>
                <c:pt idx="8280">
                  <c:v>not_really_there_yet</c:v>
                </c:pt>
                <c:pt idx="8281">
                  <c:v>not_quite_famous_yet</c:v>
                </c:pt>
                <c:pt idx="8282">
                  <c:v>not_particularly_amusing</c:v>
                </c:pt>
                <c:pt idx="8283">
                  <c:v>notoriousoutlawsound</c:v>
                </c:pt>
                <c:pt idx="8284">
                  <c:v>notoriouslybigpickle</c:v>
                </c:pt>
                <c:pt idx="8285">
                  <c:v>notoriousdiamondqueen</c:v>
                </c:pt>
                <c:pt idx="8286">
                  <c:v>notoriousbeautyqueen</c:v>
                </c:pt>
                <c:pt idx="8287">
                  <c:v>notorious_87_trapstar</c:v>
                </c:pt>
                <c:pt idx="8288">
                  <c:v>notmuchbetterthanyou</c:v>
                </c:pt>
                <c:pt idx="8289">
                  <c:v>not_just_the_ginger_guy</c:v>
                </c:pt>
                <c:pt idx="8290">
                  <c:v>notjustblondebutperfect</c:v>
                </c:pt>
                <c:pt idx="8291">
                  <c:v>notjustanotherteentragedy</c:v>
                </c:pt>
                <c:pt idx="8292">
                  <c:v>not_justanotherprettyface</c:v>
                </c:pt>
                <c:pt idx="8293">
                  <c:v>nothingwhatsoeverband</c:v>
                </c:pt>
                <c:pt idx="8294">
                  <c:v>nothing_wait_everything</c:v>
                </c:pt>
                <c:pt idx="8295">
                  <c:v>nothingstaysthe_same</c:v>
                </c:pt>
                <c:pt idx="8296">
                  <c:v>nothing_stays_for_ever</c:v>
                </c:pt>
                <c:pt idx="8297">
                  <c:v>nothingshortforlauren</c:v>
                </c:pt>
                <c:pt idx="8298">
                  <c:v>nothingrhymeswithmusic</c:v>
                </c:pt>
                <c:pt idx="8299">
                  <c:v>nothinghigherthantruth</c:v>
                </c:pt>
                <c:pt idx="8300">
                  <c:v>nothing_from_nowhere_</c:v>
                </c:pt>
                <c:pt idx="8301">
                  <c:v>nothingforfreemelopunkfrom59</c:v>
                </c:pt>
                <c:pt idx="8302">
                  <c:v>nothingbuteverything101</c:v>
                </c:pt>
                <c:pt idx="8303">
                  <c:v>nothingbuteverything</c:v>
                </c:pt>
                <c:pt idx="8304">
                  <c:v>nothingbutcowboyboots</c:v>
                </c:pt>
                <c:pt idx="8305">
                  <c:v>nothingbutalaureltree</c:v>
                </c:pt>
                <c:pt idx="8306">
                  <c:v>nothing_big_just_piracy</c:v>
                </c:pt>
                <c:pt idx="8307">
                  <c:v>nothingbetterthanthis</c:v>
                </c:pt>
                <c:pt idx="8308">
                  <c:v>nothingandeverything</c:v>
                </c:pt>
                <c:pt idx="8309">
                  <c:v>notguiltyforbeingwhite</c:v>
                </c:pt>
                <c:pt idx="8310">
                  <c:v>not_good_enough_4_you</c:v>
                </c:pt>
                <c:pt idx="8311">
                  <c:v>notgoinganywerestudio</c:v>
                </c:pt>
                <c:pt idx="8312">
                  <c:v>notforhumanconsumption</c:v>
                </c:pt>
                <c:pt idx="8313">
                  <c:v>noteworthychristianmusic</c:v>
                </c:pt>
                <c:pt idx="8314">
                  <c:v>notentirelyperfectagain</c:v>
                </c:pt>
                <c:pt idx="8315">
                  <c:v>notenoughtstarsinthesky</c:v>
                </c:pt>
                <c:pt idx="8316">
                  <c:v>not_easy_being_green</c:v>
                </c:pt>
                <c:pt idx="8317">
                  <c:v>notdistinctlyaverage</c:v>
                </c:pt>
                <c:pt idx="8318">
                  <c:v>not_completely_useless</c:v>
                </c:pt>
                <c:pt idx="8319">
                  <c:v>notanotherprettyface</c:v>
                </c:pt>
                <c:pt idx="8320">
                  <c:v>not_another_plain_jane</c:v>
                </c:pt>
                <c:pt idx="8321">
                  <c:v>notanotherdixiechick</c:v>
                </c:pt>
                <c:pt idx="8322">
                  <c:v>not_another_chinaman</c:v>
                </c:pt>
                <c:pt idx="8323">
                  <c:v>not_another_broken_heart</c:v>
                </c:pt>
                <c:pt idx="8324">
                  <c:v>not_another_ashley_clone</c:v>
                </c:pt>
                <c:pt idx="8325">
                  <c:v>notan_average_whitgirl</c:v>
                </c:pt>
                <c:pt idx="8326">
                  <c:v>notanadvertformyself</c:v>
                </c:pt>
                <c:pt idx="8327">
                  <c:v>not_aloud_above_ground</c:v>
                </c:pt>
                <c:pt idx="8328">
                  <c:v>not_alone_and_lonely</c:v>
                </c:pt>
                <c:pt idx="8329">
                  <c:v>norwichparanormalsociety</c:v>
                </c:pt>
                <c:pt idx="8330">
                  <c:v>norwalkexplorerpost1085</c:v>
                </c:pt>
                <c:pt idx="8331">
                  <c:v>northwatchtowerguardian</c:v>
                </c:pt>
                <c:pt idx="8332">
                  <c:v>northvalleyplastering</c:v>
                </c:pt>
                <c:pt idx="8333">
                  <c:v>northstarshiningbright</c:v>
                </c:pt>
                <c:pt idx="8334">
                  <c:v>northstarphotography</c:v>
                </c:pt>
                <c:pt idx="8335">
                  <c:v>northstarentertainment</c:v>
                </c:pt>
                <c:pt idx="8336">
                  <c:v>northsouthinterstate</c:v>
                </c:pt>
                <c:pt idx="8337">
                  <c:v>northsoundsundaysession</c:v>
                </c:pt>
                <c:pt idx="8338">
                  <c:v>northsidenaughtygirl</c:v>
                </c:pt>
                <c:pt idx="8339">
                  <c:v>northside_knockoutqueen</c:v>
                </c:pt>
                <c:pt idx="8340">
                  <c:v>northside_hustler281</c:v>
                </c:pt>
                <c:pt idx="8341">
                  <c:v>northsideentertainment</c:v>
                </c:pt>
                <c:pt idx="8342">
                  <c:v>north_river_youth_leader</c:v>
                </c:pt>
                <c:pt idx="8343">
                  <c:v>northporthighschooltourchoir</c:v>
                </c:pt>
                <c:pt idx="8344">
                  <c:v>northphillyfreakgurl</c:v>
                </c:pt>
                <c:pt idx="8345">
                  <c:v>northlandyouthministry</c:v>
                </c:pt>
                <c:pt idx="8346">
                  <c:v>northgatehockeyleague</c:v>
                </c:pt>
                <c:pt idx="8347">
                  <c:v>northfloridasongcontest</c:v>
                </c:pt>
                <c:pt idx="8348">
                  <c:v>northeugenecampuslife</c:v>
                </c:pt>
                <c:pt idx="8349">
                  <c:v>northernstarspacedout</c:v>
                </c:pt>
                <c:pt idx="8350">
                  <c:v>northernstarcoffeehouse</c:v>
                </c:pt>
                <c:pt idx="8351">
                  <c:v>northernsouthernbell</c:v>
                </c:pt>
                <c:pt idx="8352">
                  <c:v>northernmonkeycheese</c:v>
                </c:pt>
                <c:pt idx="8353">
                  <c:v>northernhivemindritual</c:v>
                </c:pt>
                <c:pt idx="8354">
                  <c:v>northerngitbassplayer</c:v>
                </c:pt>
                <c:pt idx="8355">
                  <c:v>northernchicsouthernbelle</c:v>
                </c:pt>
                <c:pt idx="8356">
                  <c:v>northernbeachescapoeira</c:v>
                </c:pt>
                <c:pt idx="8357">
                  <c:v>northern_arapaho_angel</c:v>
                </c:pt>
                <c:pt idx="8358">
                  <c:v>north_east_street_tuff</c:v>
                </c:pt>
                <c:pt idx="8359">
                  <c:v>north_durham_bad_boy</c:v>
                </c:pt>
                <c:pt idx="8360">
                  <c:v>north_central_soldier</c:v>
                </c:pt>
                <c:pt idx="8361">
                  <c:v>northcarolinastate_lover</c:v>
                </c:pt>
                <c:pt idx="8362">
                  <c:v>northcarolinanetwork</c:v>
                </c:pt>
                <c:pt idx="8363">
                  <c:v>northcarolinafirefighter</c:v>
                </c:pt>
                <c:pt idx="8364">
                  <c:v>northcarolinaelectroacousticandexperimental</c:v>
                </c:pt>
                <c:pt idx="8365">
                  <c:v>northbroadwayentertainment</c:v>
                </c:pt>
                <c:pt idx="8366">
                  <c:v>northattleborowrestling</c:v>
                </c:pt>
                <c:pt idx="8367">
                  <c:v>northarlingtonskateteam</c:v>
                </c:pt>
                <c:pt idx="8368">
                  <c:v>northamptonstatehospital</c:v>
                </c:pt>
                <c:pt idx="8369">
                  <c:v>normanmisterwestport</c:v>
                </c:pt>
                <c:pt idx="8370">
                  <c:v>normalpeopledownthehall</c:v>
                </c:pt>
                <c:pt idx="8371">
                  <c:v>norma_jeane_mortenson</c:v>
                </c:pt>
                <c:pt idx="8372">
                  <c:v>nori_poet_12_02_1995_till</c:v>
                </c:pt>
                <c:pt idx="8373">
                  <c:v>norfolkthrillseakers</c:v>
                </c:pt>
                <c:pt idx="8374">
                  <c:v>norfolkrestaurantequip</c:v>
                </c:pt>
                <c:pt idx="8375">
                  <c:v>norfolkburritoproject</c:v>
                </c:pt>
                <c:pt idx="8376">
                  <c:v>norcal_noni_distributor</c:v>
                </c:pt>
                <c:pt idx="8377">
                  <c:v>norahluckyliketheceral</c:v>
                </c:pt>
                <c:pt idx="8378">
                  <c:v>nookionthebeach4life</c:v>
                </c:pt>
                <c:pt idx="8379">
                  <c:v>noodlethesoccerplaya10</c:v>
                </c:pt>
                <c:pt idx="8380">
                  <c:v>noodleeatingguitarplayer</c:v>
                </c:pt>
                <c:pt idx="8381">
                  <c:v>non_varsity_cheerleader</c:v>
                </c:pt>
                <c:pt idx="8382">
                  <c:v>nolliekickflip2bluntslide</c:v>
                </c:pt>
                <c:pt idx="8383">
                  <c:v>nolafairyprincess420</c:v>
                </c:pt>
                <c:pt idx="8384">
                  <c:v>nokiaconnectingpeople</c:v>
                </c:pt>
                <c:pt idx="8385">
                  <c:v>noiselesspatientspider</c:v>
                </c:pt>
                <c:pt idx="8386">
                  <c:v>noiseabatementprocedure</c:v>
                </c:pt>
                <c:pt idx="8387">
                  <c:v>noel_adrian_martinez</c:v>
                </c:pt>
                <c:pt idx="8388">
                  <c:v>nocturnalstreetracing</c:v>
                </c:pt>
                <c:pt idx="8389">
                  <c:v>nocturnalrampagemusic</c:v>
                </c:pt>
                <c:pt idx="8390">
                  <c:v>nocturnalmucusenvelope</c:v>
                </c:pt>
                <c:pt idx="8391">
                  <c:v>nobodyherebythatname</c:v>
                </c:pt>
                <c:pt idx="8392">
                  <c:v>nobodyeverybodymusic</c:v>
                </c:pt>
                <c:pt idx="8393">
                  <c:v>nittygrittycleveland</c:v>
                </c:pt>
                <c:pt idx="8394">
                  <c:v>nitro_nymph_pit_bitch</c:v>
                </c:pt>
                <c:pt idx="8395">
                  <c:v>nita_chrisbrown_baby</c:v>
                </c:pt>
                <c:pt idx="8396">
                  <c:v>nirvanawillrockforever</c:v>
                </c:pt>
                <c:pt idx="8397">
                  <c:v>nipplepiercingsarehot</c:v>
                </c:pt>
                <c:pt idx="8398">
                  <c:v>ninthfloorentertainment</c:v>
                </c:pt>
                <c:pt idx="8399">
                  <c:v>nineyearsandcounting</c:v>
                </c:pt>
                <c:pt idx="8400">
                  <c:v>ninetrampsandanunderpass</c:v>
                </c:pt>
                <c:pt idx="8401">
                  <c:v>nineteenthfighterpilot</c:v>
                </c:pt>
                <c:pt idx="8402">
                  <c:v>nina_thebondageworker</c:v>
                </c:pt>
                <c:pt idx="8403">
                  <c:v>nimjustthegirlnextdoor</c:v>
                </c:pt>
                <c:pt idx="8404">
                  <c:v>nikki_wit_the_ghetto_butt</c:v>
                </c:pt>
                <c:pt idx="8405">
                  <c:v>nikki_westerly_roleplayer</c:v>
                </c:pt>
                <c:pt idx="8406">
                  <c:v>nikkiturnertheauthor</c:v>
                </c:pt>
                <c:pt idx="8407">
                  <c:v>nikki_the_fortune_cookie</c:v>
                </c:pt>
                <c:pt idx="8408">
                  <c:v>nikkigiovannijackson</c:v>
                </c:pt>
                <c:pt idx="8409">
                  <c:v>nikkie_nightmarebaby</c:v>
                </c:pt>
                <c:pt idx="8410">
                  <c:v>nikkicreatesomething</c:v>
                </c:pt>
                <c:pt idx="8411">
                  <c:v>nikkicee4gettingthepast</c:v>
                </c:pt>
                <c:pt idx="8412">
                  <c:v>nikkibutterflyprincess</c:v>
                </c:pt>
                <c:pt idx="8413">
                  <c:v>nikiforova_dasha1994_2011</c:v>
                </c:pt>
                <c:pt idx="8414">
                  <c:v>nihilisticaxegrinder</c:v>
                </c:pt>
                <c:pt idx="8415">
                  <c:v>nighttimejoyrideband</c:v>
                </c:pt>
                <c:pt idx="8416">
                  <c:v>nightswatcorporation</c:v>
                </c:pt>
                <c:pt idx="8417">
                  <c:v>nightslocksmithservice</c:v>
                </c:pt>
                <c:pt idx="8418">
                  <c:v>nightslayerdragon123</c:v>
                </c:pt>
                <c:pt idx="8419">
                  <c:v>night_side_beautiful</c:v>
                </c:pt>
                <c:pt idx="8420">
                  <c:v>nightriderentertainment</c:v>
                </c:pt>
                <c:pt idx="8421">
                  <c:v>nightpassquiltseries</c:v>
                </c:pt>
                <c:pt idx="8422">
                  <c:v>night_owl_party_finder</c:v>
                </c:pt>
                <c:pt idx="8423">
                  <c:v>nightmarescreenprinting</c:v>
                </c:pt>
                <c:pt idx="8424">
                  <c:v>nightmare_nightangel</c:v>
                </c:pt>
                <c:pt idx="8425">
                  <c:v>NightmareHauntingyour</c:v>
                </c:pt>
                <c:pt idx="8426">
                  <c:v>nightmarefactoryaustin</c:v>
                </c:pt>
                <c:pt idx="8427">
                  <c:v>nightmarebeforethesleep</c:v>
                </c:pt>
                <c:pt idx="8428">
                  <c:v>nightmare_before_easter</c:v>
                </c:pt>
                <c:pt idx="8429">
                  <c:v>nightlightreflection</c:v>
                </c:pt>
                <c:pt idx="8430">
                  <c:v>nightlifeemeraldcoast</c:v>
                </c:pt>
                <c:pt idx="8431">
                  <c:v>nightfireentertainment</c:v>
                </c:pt>
                <c:pt idx="8432">
                  <c:v>nightfallwintershield</c:v>
                </c:pt>
                <c:pt idx="8433">
                  <c:v>niftynickfordtruckman</c:v>
                </c:pt>
                <c:pt idx="8434">
                  <c:v>niftylayout_samplepage005</c:v>
                </c:pt>
                <c:pt idx="8435">
                  <c:v>nicollebellefontaine</c:v>
                </c:pt>
                <c:pt idx="8436">
                  <c:v>nicolette_worthington</c:v>
                </c:pt>
                <c:pt idx="8437">
                  <c:v>nicolethomasacoustic</c:v>
                </c:pt>
                <c:pt idx="8438">
                  <c:v>nicolesoftballplayer34</c:v>
                </c:pt>
                <c:pt idx="8439">
                  <c:v>nicolemichellekim143</c:v>
                </c:pt>
                <c:pt idx="8440">
                  <c:v>nicolemariephotography</c:v>
                </c:pt>
                <c:pt idx="8441">
                  <c:v>nicole_leona_mae_babe</c:v>
                </c:pt>
                <c:pt idx="8442">
                  <c:v>nicolehutchcraft_foster</c:v>
                </c:pt>
                <c:pt idx="8443">
                  <c:v>nicolefrostphotography</c:v>
                </c:pt>
                <c:pt idx="8444">
                  <c:v>nicole_elizabeth_bolton</c:v>
                </c:pt>
                <c:pt idx="8445">
                  <c:v>nicolechristinamartinez</c:v>
                </c:pt>
                <c:pt idx="8446">
                  <c:v>nicolecampbellphotography</c:v>
                </c:pt>
                <c:pt idx="8447">
                  <c:v>nicolebradleyashleymartinkaren</c:v>
                </c:pt>
                <c:pt idx="8448">
                  <c:v>nicole_and_andy_forever</c:v>
                </c:pt>
                <c:pt idx="8449">
                  <c:v>nicky_the_super_bitch</c:v>
                </c:pt>
                <c:pt idx="8450">
                  <c:v>nicky_the_demented_teen</c:v>
                </c:pt>
                <c:pt idx="8451">
                  <c:v>nickyandfrankieforever</c:v>
                </c:pt>
                <c:pt idx="8452">
                  <c:v>nickthegeorgetownguy</c:v>
                </c:pt>
                <c:pt idx="8453">
                  <c:v>nick_prince_charming</c:v>
                </c:pt>
                <c:pt idx="8454">
                  <c:v>nickplayswithhisself</c:v>
                </c:pt>
                <c:pt idx="8455">
                  <c:v>nicklovesledzeppelin</c:v>
                </c:pt>
                <c:pt idx="8456">
                  <c:v>nickhouseentertainment</c:v>
                </c:pt>
                <c:pt idx="8457">
                  <c:v>nick_from_the_darkside</c:v>
                </c:pt>
                <c:pt idx="8458">
                  <c:v>nick_football_star_norcal</c:v>
                </c:pt>
                <c:pt idx="8459">
                  <c:v>nickelplatedcandyman</c:v>
                </c:pt>
                <c:pt idx="8460">
                  <c:v>nickelback_fan_forever</c:v>
                </c:pt>
                <c:pt idx="8461">
                  <c:v>nickeatsyourchocolate</c:v>
                </c:pt>
                <c:pt idx="8462">
                  <c:v>nick_carter_fan_site</c:v>
                </c:pt>
                <c:pt idx="8463">
                  <c:v>nickcarterfanforlife</c:v>
                </c:pt>
                <c:pt idx="8464">
                  <c:v>nickarnold4president</c:v>
                </c:pt>
                <c:pt idx="8465">
                  <c:v>nickandsabpopnatbrittbree</c:v>
                </c:pt>
                <c:pt idx="8466">
                  <c:v>nichole_northsidegirl</c:v>
                </c:pt>
                <c:pt idx="8467">
                  <c:v>nicholefrommissoulasuper</c:v>
                </c:pt>
                <c:pt idx="8468">
                  <c:v>nichole_cheerbabe_101</c:v>
                </c:pt>
                <c:pt idx="8469">
                  <c:v>nicesweetandprettygirl</c:v>
                </c:pt>
                <c:pt idx="8470">
                  <c:v>nice_lil_colorful_gurl14</c:v>
                </c:pt>
                <c:pt idx="8471">
                  <c:v>nice_guy_finish_last</c:v>
                </c:pt>
                <c:pt idx="8472">
                  <c:v>nicedifferentandunusual</c:v>
                </c:pt>
                <c:pt idx="8473">
                  <c:v>nicebutcouldactnasty</c:v>
                </c:pt>
                <c:pt idx="8474">
                  <c:v>nice_and_twisted_2004</c:v>
                </c:pt>
                <c:pt idx="8475">
                  <c:v>next_top_hairstylist</c:v>
                </c:pt>
                <c:pt idx="8476">
                  <c:v>next_stop_cedarville</c:v>
                </c:pt>
                <c:pt idx="8477">
                  <c:v>nextprofessionalstreaker</c:v>
                </c:pt>
                <c:pt idx="8478">
                  <c:v>nextgenerationguitar</c:v>
                </c:pt>
                <c:pt idx="8479">
                  <c:v>next_generation_alice</c:v>
                </c:pt>
                <c:pt idx="8480">
                  <c:v>next_duke_superstar_10</c:v>
                </c:pt>
                <c:pt idx="8481">
                  <c:v>nextdoorjazzfestival</c:v>
                </c:pt>
                <c:pt idx="8482">
                  <c:v>nextchapterentertainment</c:v>
                </c:pt>
                <c:pt idx="8483">
                  <c:v>next_champ_undertaker</c:v>
                </c:pt>
                <c:pt idx="8484">
                  <c:v>newyorkmusicconnection</c:v>
                </c:pt>
                <c:pt idx="8485">
                  <c:v>newyorkcity2shanghai</c:v>
                </c:pt>
                <c:pt idx="8486">
                  <c:v>new_york_chick_1047</c:v>
                </c:pt>
                <c:pt idx="8487">
                  <c:v>newyorkandcompany123</c:v>
                </c:pt>
                <c:pt idx="8488">
                  <c:v>newyorkalcoholicanxietyattack</c:v>
                </c:pt>
                <c:pt idx="8489">
                  <c:v>newwriter_virginiablanche</c:v>
                </c:pt>
                <c:pt idx="8490">
                  <c:v>newworldresourcecenter</c:v>
                </c:pt>
                <c:pt idx="8491">
                  <c:v>new_world_order_4life</c:v>
                </c:pt>
                <c:pt idx="8492">
                  <c:v>newwave_vintage_clothing</c:v>
                </c:pt>
                <c:pt idx="8493">
                  <c:v>newtonsouthhighschooljazz</c:v>
                </c:pt>
                <c:pt idx="8494">
                  <c:v>newtechnologydivision</c:v>
                </c:pt>
                <c:pt idx="8495">
                  <c:v>newspapperwinslottery</c:v>
                </c:pt>
                <c:pt idx="8496">
                  <c:v>newspaperdeafoldfriend</c:v>
                </c:pt>
                <c:pt idx="8497">
                  <c:v>news_and_destruction</c:v>
                </c:pt>
                <c:pt idx="8498">
                  <c:v>newsalemwitchhunters</c:v>
                </c:pt>
                <c:pt idx="8499">
                  <c:v>newportlivemusicsociety</c:v>
                </c:pt>
                <c:pt idx="8500">
                  <c:v>newporthottiemarissa</c:v>
                </c:pt>
                <c:pt idx="8501">
                  <c:v>newparadigmlogistics</c:v>
                </c:pt>
                <c:pt idx="8502">
                  <c:v>neworleansuptownruler</c:v>
                </c:pt>
                <c:pt idx="8503">
                  <c:v>neworleansshawtie504</c:v>
                </c:pt>
                <c:pt idx="8504">
                  <c:v>neworleansrebirthjazz</c:v>
                </c:pt>
                <c:pt idx="8505">
                  <c:v>neworleans_princess_504</c:v>
                </c:pt>
                <c:pt idx="8506">
                  <c:v>neworleansprincess200</c:v>
                </c:pt>
                <c:pt idx="8507">
                  <c:v>new_orleanshotgurl_4life</c:v>
                </c:pt>
                <c:pt idx="8508">
                  <c:v>neworleansbabygurl1</c:v>
                </c:pt>
                <c:pt idx="8509">
                  <c:v>neworleans504aftermath</c:v>
                </c:pt>
                <c:pt idx="8510">
                  <c:v>neworiginalsonicsound</c:v>
                </c:pt>
                <c:pt idx="8511">
                  <c:v>newly_discovered_space</c:v>
                </c:pt>
                <c:pt idx="8512">
                  <c:v>newlineentertainment</c:v>
                </c:pt>
                <c:pt idx="8513">
                  <c:v>newlifecommunitychurch2</c:v>
                </c:pt>
                <c:pt idx="8514">
                  <c:v>newjerseydimepiece1123</c:v>
                </c:pt>
                <c:pt idx="8515">
                  <c:v>newjerseydeathbrigade</c:v>
                </c:pt>
                <c:pt idx="8516">
                  <c:v>newimagepaintanddesign</c:v>
                </c:pt>
                <c:pt idx="8517">
                  <c:v>new_image_art_gallery</c:v>
                </c:pt>
                <c:pt idx="8518">
                  <c:v>newgroundsaudioportal1</c:v>
                </c:pt>
                <c:pt idx="8519">
                  <c:v>newgenerationentertainment</c:v>
                </c:pt>
                <c:pt idx="8520">
                  <c:v>newfoundglory_fan_2005</c:v>
                </c:pt>
                <c:pt idx="8521">
                  <c:v>newformatimprovisation</c:v>
                </c:pt>
                <c:pt idx="8522">
                  <c:v>newconceptphotography</c:v>
                </c:pt>
                <c:pt idx="8523">
                  <c:v>new_castle_brown_ale</c:v>
                </c:pt>
                <c:pt idx="8524">
                  <c:v>newburystreetadventure</c:v>
                </c:pt>
                <c:pt idx="8525">
                  <c:v>newbridgeposseeffect</c:v>
                </c:pt>
                <c:pt idx="8526">
                  <c:v>newbreedentertainment419</c:v>
                </c:pt>
                <c:pt idx="8527">
                  <c:v>newbreedentertainment1981</c:v>
                </c:pt>
                <c:pt idx="8528">
                  <c:v>newborndeltamike71_455</c:v>
                </c:pt>
                <c:pt idx="8529">
                  <c:v>new_blood_stalker_clan</c:v>
                </c:pt>
                <c:pt idx="8530">
                  <c:v>newberlinjazzguerrilla</c:v>
                </c:pt>
                <c:pt idx="8531">
                  <c:v>neverwasacornflakegirlie</c:v>
                </c:pt>
                <c:pt idx="8532">
                  <c:v>never_use_while_sleeping</c:v>
                </c:pt>
                <c:pt idx="8533">
                  <c:v>neverstopsshopping1992</c:v>
                </c:pt>
                <c:pt idx="8534">
                  <c:v>never_regret_anything</c:v>
                </c:pt>
                <c:pt idx="8535">
                  <c:v>never_really_knowing</c:v>
                </c:pt>
                <c:pt idx="8536">
                  <c:v>neverlovethesamefooltwice</c:v>
                </c:pt>
                <c:pt idx="8537">
                  <c:v>neverlimitdoingjoebeth</c:v>
                </c:pt>
                <c:pt idx="8538">
                  <c:v>neverletthemseeyousweat</c:v>
                </c:pt>
                <c:pt idx="8539">
                  <c:v>neverletgoofthatdream</c:v>
                </c:pt>
                <c:pt idx="8540">
                  <c:v>neverleftnorforsaken</c:v>
                </c:pt>
                <c:pt idx="8541">
                  <c:v>never_leave_this_space</c:v>
                </c:pt>
                <c:pt idx="8542">
                  <c:v>neverleavelonelyalone</c:v>
                </c:pt>
                <c:pt idx="8543">
                  <c:v>neverlandmusicproduction</c:v>
                </c:pt>
                <c:pt idx="8544">
                  <c:v>never_forgotten_randy</c:v>
                </c:pt>
                <c:pt idx="8545">
                  <c:v>neverforgetthatisland</c:v>
                </c:pt>
                <c:pt idx="8546">
                  <c:v>neverforgetgunpowderplot</c:v>
                </c:pt>
                <c:pt idx="8547">
                  <c:v>neverforgetglitterplane</c:v>
                </c:pt>
                <c:pt idx="8548">
                  <c:v>never_ever_forgotten</c:v>
                </c:pt>
                <c:pt idx="8549">
                  <c:v>neverendingvendingmachine</c:v>
                </c:pt>
                <c:pt idx="8550">
                  <c:v>never_ending_struggle</c:v>
                </c:pt>
                <c:pt idx="8551">
                  <c:v>never_ending_sausage</c:v>
                </c:pt>
                <c:pt idx="8552">
                  <c:v>neverendingnightmare101</c:v>
                </c:pt>
                <c:pt idx="8553">
                  <c:v>neverendinglove010109</c:v>
                </c:pt>
                <c:pt idx="8554">
                  <c:v>neverending_fairytale</c:v>
                </c:pt>
                <c:pt idx="8555">
                  <c:v>never_eat_sour_watermelon</c:v>
                </c:pt>
                <c:pt idx="8556">
                  <c:v>never_down_and_out182</c:v>
                </c:pt>
                <c:pt idx="8557">
                  <c:v>neverdiscounttheunderdog</c:v>
                </c:pt>
                <c:pt idx="8558">
                  <c:v>neverdiealwaysliving</c:v>
                </c:pt>
                <c:pt idx="8559">
                  <c:v>never_come_back_down_7</c:v>
                </c:pt>
                <c:pt idx="8560">
                  <c:v>neverbrokeagainentertainment</c:v>
                </c:pt>
                <c:pt idx="8561">
                  <c:v>neverbeenthegirlnextdoor</c:v>
                </c:pt>
                <c:pt idx="8562">
                  <c:v>neverbeenhappier8374</c:v>
                </c:pt>
                <c:pt idx="8563">
                  <c:v>never_been_better214</c:v>
                </c:pt>
                <c:pt idx="8564">
                  <c:v>neveragainwilliloseout</c:v>
                </c:pt>
                <c:pt idx="8565">
                  <c:v>never_4getting_jordan</c:v>
                </c:pt>
                <c:pt idx="8566">
                  <c:v>never4getalwaysremember</c:v>
                </c:pt>
                <c:pt idx="8567">
                  <c:v>neuroticsoundfoundation</c:v>
                </c:pt>
                <c:pt idx="8568">
                  <c:v>neurosisintopsychosis</c:v>
                </c:pt>
                <c:pt idx="8569">
                  <c:v>networkengineeringguy</c:v>
                </c:pt>
                <c:pt idx="8570">
                  <c:v>networkadministrator4hire</c:v>
                </c:pt>
                <c:pt idx="8571">
                  <c:v>nettletonhighschoolband</c:v>
                </c:pt>
                <c:pt idx="8572">
                  <c:v>nessatobydestruction</c:v>
                </c:pt>
                <c:pt idx="8573">
                  <c:v>nessa_tha_caramel_diva</c:v>
                </c:pt>
                <c:pt idx="8574">
                  <c:v>nessa_anne_hudgens_babe</c:v>
                </c:pt>
                <c:pt idx="8575">
                  <c:v>neoteric_always_single</c:v>
                </c:pt>
                <c:pt idx="8576">
                  <c:v>neonportraitphotography</c:v>
                </c:pt>
                <c:pt idx="8577">
                  <c:v>neon_genesis_anderson</c:v>
                </c:pt>
                <c:pt idx="8578">
                  <c:v>nelsonthesupercowboy</c:v>
                </c:pt>
                <c:pt idx="8579">
                  <c:v>nelly_not_the_rapper</c:v>
                </c:pt>
                <c:pt idx="8580">
                  <c:v>nell_finally_got_one</c:v>
                </c:pt>
                <c:pt idx="8581">
                  <c:v>neighborscornerstore</c:v>
                </c:pt>
                <c:pt idx="8582">
                  <c:v>neighborhoodsmokeman</c:v>
                </c:pt>
                <c:pt idx="8583">
                  <c:v>neighborhooddopedealer</c:v>
                </c:pt>
                <c:pt idx="8584">
                  <c:v>neighborhoodcreeprock</c:v>
                </c:pt>
                <c:pt idx="8585">
                  <c:v>neighborhoodbarrelspinner</c:v>
                </c:pt>
                <c:pt idx="8586">
                  <c:v>neighboorhod_trapstar</c:v>
                </c:pt>
                <c:pt idx="8587">
                  <c:v>negativefeedbackbios</c:v>
                </c:pt>
                <c:pt idx="8588">
                  <c:v>nefariousphilosophate</c:v>
                </c:pt>
                <c:pt idx="8589">
                  <c:v>needspecialcomforting</c:v>
                </c:pt>
                <c:pt idx="8590">
                  <c:v>needleandthreadclothes</c:v>
                </c:pt>
                <c:pt idx="8591">
                  <c:v>needleandthepainreaction</c:v>
                </c:pt>
                <c:pt idx="8592">
                  <c:v>needforspeedprostreet</c:v>
                </c:pt>
                <c:pt idx="8593">
                  <c:v>navyofficerrecruiter</c:v>
                </c:pt>
                <c:pt idx="8594">
                  <c:v>nauturalsouhernbeauty</c:v>
                </c:pt>
                <c:pt idx="8595">
                  <c:v>nauticalpearldrummer</c:v>
                </c:pt>
                <c:pt idx="8596">
                  <c:v>naughty_tinkerbell420</c:v>
                </c:pt>
                <c:pt idx="8597">
                  <c:v>naughtysouthernbelle</c:v>
                </c:pt>
                <c:pt idx="8598">
                  <c:v>naughtypolskaprincess913</c:v>
                </c:pt>
                <c:pt idx="8599">
                  <c:v>naughtyplayboypoohbear</c:v>
                </c:pt>
                <c:pt idx="8600">
                  <c:v>naughtyoneentertainment</c:v>
                </c:pt>
                <c:pt idx="8601">
                  <c:v>naughty_nurse_chic_5</c:v>
                </c:pt>
                <c:pt idx="8602">
                  <c:v>naughtynightfuzzymorning</c:v>
                </c:pt>
                <c:pt idx="8603">
                  <c:v>naughtylittleredhead</c:v>
                </c:pt>
                <c:pt idx="8604">
                  <c:v>naughtylilcountrygirl</c:v>
                </c:pt>
                <c:pt idx="8605">
                  <c:v>naughty_lil_angelic_one</c:v>
                </c:pt>
                <c:pt idx="8606">
                  <c:v>naughty_butt_nice_21</c:v>
                </c:pt>
                <c:pt idx="8607">
                  <c:v>naughtybutnicemartin</c:v>
                </c:pt>
                <c:pt idx="8608">
                  <c:v>naughty_but_nice_327</c:v>
                </c:pt>
                <c:pt idx="8609">
                  <c:v>naughtyboystreetclothing</c:v>
                </c:pt>
                <c:pt idx="8610">
                  <c:v>naughty_angel_girl2003</c:v>
                </c:pt>
                <c:pt idx="8611">
                  <c:v>naughtyandnicegirl0214</c:v>
                </c:pt>
                <c:pt idx="8612">
                  <c:v>naturial_born_killer</c:v>
                </c:pt>
                <c:pt idx="8613">
                  <c:v>naturalstory_thefaceshop</c:v>
                </c:pt>
                <c:pt idx="8614">
                  <c:v>naturalimagephotography</c:v>
                </c:pt>
                <c:pt idx="8615">
                  <c:v>naturalhealthandnutrition</c:v>
                </c:pt>
                <c:pt idx="8616">
                  <c:v>naturalessenceskincare</c:v>
                </c:pt>
                <c:pt idx="8617">
                  <c:v>natural_born_winner07</c:v>
                </c:pt>
                <c:pt idx="8618">
                  <c:v>Natural_Born_Sinner13</c:v>
                </c:pt>
                <c:pt idx="8619">
                  <c:v>naturalbornprincess83</c:v>
                </c:pt>
                <c:pt idx="8620">
                  <c:v>naturalbornguitarrist</c:v>
                </c:pt>
                <c:pt idx="8621">
                  <c:v>naturalbornbudsmoker</c:v>
                </c:pt>
                <c:pt idx="8622">
                  <c:v>naturalandmanmadedisaster</c:v>
                </c:pt>
                <c:pt idx="8623">
                  <c:v>nativenewyorker4ever</c:v>
                </c:pt>
                <c:pt idx="8624">
                  <c:v>nativegreenbutterfly</c:v>
                </c:pt>
                <c:pt idx="8625">
                  <c:v>nativeforlifeantuman</c:v>
                </c:pt>
                <c:pt idx="8626">
                  <c:v>native_animal_spirit</c:v>
                </c:pt>
                <c:pt idx="8627">
                  <c:v>nationalunderclassmen</c:v>
                </c:pt>
                <c:pt idx="8628">
                  <c:v>nationalstudentpride</c:v>
                </c:pt>
                <c:pt idx="8629">
                  <c:v>nationalsocialistmovement</c:v>
                </c:pt>
                <c:pt idx="8630">
                  <c:v>nationalpubpokerleague</c:v>
                </c:pt>
                <c:pt idx="8631">
                  <c:v>nationalproductiongroup</c:v>
                </c:pt>
                <c:pt idx="8632">
                  <c:v>nationalprettyboysociety</c:v>
                </c:pt>
                <c:pt idx="8633">
                  <c:v>nationallampooncollege</c:v>
                </c:pt>
                <c:pt idx="8634">
                  <c:v>national_guard_soldier</c:v>
                </c:pt>
                <c:pt idx="8635">
                  <c:v>nationaldisasterrock</c:v>
                </c:pt>
                <c:pt idx="8636">
                  <c:v>nationalcomedycompany</c:v>
                </c:pt>
                <c:pt idx="8637">
                  <c:v>nationalbodychallenge</c:v>
                </c:pt>
                <c:pt idx="8638">
                  <c:v>nationalbeerpongleague</c:v>
                </c:pt>
                <c:pt idx="8639">
                  <c:v>nationalarthonorsociety</c:v>
                </c:pt>
                <c:pt idx="8640">
                  <c:v>nathalienicholemonster</c:v>
                </c:pt>
                <c:pt idx="8641">
                  <c:v>natesyourhuckleberry</c:v>
                </c:pt>
                <c:pt idx="8642">
                  <c:v>nates_softball_gurl_93</c:v>
                </c:pt>
                <c:pt idx="8643">
                  <c:v>natashasciencefitness</c:v>
                </c:pt>
                <c:pt idx="8644">
                  <c:v>natashaonehundredpercent</c:v>
                </c:pt>
                <c:pt idx="8645">
                  <c:v>natasha_fencingmaster</c:v>
                </c:pt>
                <c:pt idx="8646">
                  <c:v>natasha_bedingfield_</c:v>
                </c:pt>
                <c:pt idx="8647">
                  <c:v>natashabananakingston</c:v>
                </c:pt>
                <c:pt idx="8648">
                  <c:v>natalya_gabriella_walker</c:v>
                </c:pt>
                <c:pt idx="8649">
                  <c:v>natalietheworldtraveler</c:v>
                </c:pt>
                <c:pt idx="8650">
                  <c:v>natalierebeccasinger</c:v>
                </c:pt>
                <c:pt idx="8651">
                  <c:v>natalie_rachel_marie</c:v>
                </c:pt>
                <c:pt idx="8652">
                  <c:v>natalierachelanderson</c:v>
                </c:pt>
                <c:pt idx="8653">
                  <c:v>natalie_miller_cocoapuff</c:v>
                </c:pt>
                <c:pt idx="8654">
                  <c:v>natalielaurensaunders</c:v>
                </c:pt>
                <c:pt idx="8655">
                  <c:v>natalie_jordan_lover</c:v>
                </c:pt>
                <c:pt idx="8656">
                  <c:v>nataliejadelouisegibson</c:v>
                </c:pt>
                <c:pt idx="8657">
                  <c:v>nataliedouglashazlewood</c:v>
                </c:pt>
                <c:pt idx="8658">
                  <c:v>nataliechristineward</c:v>
                </c:pt>
                <c:pt idx="8659">
                  <c:v>nataliecatanianelson</c:v>
                </c:pt>
                <c:pt idx="8660">
                  <c:v>nataliecarolinegrace</c:v>
                </c:pt>
                <c:pt idx="8661">
                  <c:v>natalee_thepokemon_master</c:v>
                </c:pt>
                <c:pt idx="8662">
                  <c:v>nasty_strawberry_gurl9</c:v>
                </c:pt>
                <c:pt idx="8663">
                  <c:v>nasty_sivaeva2010_1991</c:v>
                </c:pt>
                <c:pt idx="8664">
                  <c:v>nasty_nates_wicked_jungle</c:v>
                </c:pt>
                <c:pt idx="8665">
                  <c:v>nastyapanova21101997</c:v>
                </c:pt>
                <c:pt idx="8666">
                  <c:v>NashvilleSoccerLeague</c:v>
                </c:pt>
                <c:pt idx="8667">
                  <c:v>nashville_citysearch</c:v>
                </c:pt>
                <c:pt idx="8668">
                  <c:v>narutoakaninetailedfox</c:v>
                </c:pt>
                <c:pt idx="8669">
                  <c:v>naruto21119955991paha</c:v>
                </c:pt>
                <c:pt idx="8670">
                  <c:v>narcoticthrustofficial</c:v>
                </c:pt>
                <c:pt idx="8671">
                  <c:v>narcissitic_plastic_boy</c:v>
                </c:pt>
                <c:pt idx="8672">
                  <c:v>narcassisticdramaqueen</c:v>
                </c:pt>
                <c:pt idx="8673">
                  <c:v>naptownentertainment</c:v>
                </c:pt>
                <c:pt idx="8674">
                  <c:v>napoleon_across_globe</c:v>
                </c:pt>
                <c:pt idx="8675">
                  <c:v>naomicheriephotography</c:v>
                </c:pt>
                <c:pt idx="8676">
                  <c:v>nancymichellegreenberg</c:v>
                </c:pt>
                <c:pt idx="8677">
                  <c:v>nancy_drew_girl_detective</c:v>
                </c:pt>
                <c:pt idx="8678">
                  <c:v>nancy_always_smiling</c:v>
                </c:pt>
                <c:pt idx="8679">
                  <c:v>nana_ultra_absorbante</c:v>
                </c:pt>
                <c:pt idx="8680">
                  <c:v>nameunavailabletoobad</c:v>
                </c:pt>
                <c:pt idx="8681">
                  <c:v>name_that_was_not_picked</c:v>
                </c:pt>
                <c:pt idx="8682">
                  <c:v>nakedweapondarkangel</c:v>
                </c:pt>
                <c:pt idx="8683">
                  <c:v>nailbiterfromseaside</c:v>
                </c:pt>
                <c:pt idx="8684">
                  <c:v>mystifierforthblasphemy</c:v>
                </c:pt>
                <c:pt idx="8685">
                  <c:v>mysticgardennutrition</c:v>
                </c:pt>
                <c:pt idx="8686">
                  <c:v>mystic_force_red_ranger</c:v>
                </c:pt>
                <c:pt idx="8687">
                  <c:v>mystic_fire_entertainment</c:v>
                </c:pt>
                <c:pt idx="8688">
                  <c:v>mysticalsandfilledpit</c:v>
                </c:pt>
                <c:pt idx="8689">
                  <c:v>mysticalmagicalvienna</c:v>
                </c:pt>
                <c:pt idx="8690">
                  <c:v>mystical_flying_pixie91</c:v>
                </c:pt>
                <c:pt idx="8691">
                  <c:v>mysticalfashionscene</c:v>
                </c:pt>
                <c:pt idx="8692">
                  <c:v>mystical_dragon_druid</c:v>
                </c:pt>
                <c:pt idx="8693">
                  <c:v>mysticaldragonbreath</c:v>
                </c:pt>
                <c:pt idx="8694">
                  <c:v>mysticaldarkradiance</c:v>
                </c:pt>
                <c:pt idx="8695">
                  <c:v>mysteryskateboarder1</c:v>
                </c:pt>
                <c:pt idx="8696">
                  <c:v>mysterysciencetheater3000music</c:v>
                </c:pt>
                <c:pt idx="8697">
                  <c:v>mysterydinnerplayhouse</c:v>
                </c:pt>
                <c:pt idx="8698">
                  <c:v>mysterious_monkey_man</c:v>
                </c:pt>
                <c:pt idx="8699">
                  <c:v>mysteriousgranitesphere</c:v>
                </c:pt>
                <c:pt idx="8700">
                  <c:v>mysteriousfivepublishing</c:v>
                </c:pt>
                <c:pt idx="8701">
                  <c:v>mysteriousfallenangel</c:v>
                </c:pt>
                <c:pt idx="8702">
                  <c:v>mysteriousbassoonistgirl</c:v>
                </c:pt>
                <c:pt idx="8703">
                  <c:v>myselfandotherpeople</c:v>
                </c:pt>
                <c:pt idx="8704">
                  <c:v>myrtlethethunderturtle</c:v>
                </c:pt>
                <c:pt idx="8705">
                  <c:v>myriamakamachadolover</c:v>
                </c:pt>
                <c:pt idx="8706">
                  <c:v>mynameisnotavailable5</c:v>
                </c:pt>
                <c:pt idx="8707">
                  <c:v>muteblondiemomospringbaby</c:v>
                </c:pt>
                <c:pt idx="8708">
                  <c:v>mustmakewetforfulleffect</c:v>
                </c:pt>
                <c:pt idx="8709">
                  <c:v>mustlivethecomicallife</c:v>
                </c:pt>
                <c:pt idx="8710">
                  <c:v>mustkilllois100times</c:v>
                </c:pt>
                <c:pt idx="8711">
                  <c:v>muskokaexposurefestival</c:v>
                </c:pt>
                <c:pt idx="8712">
                  <c:v>musicyouwontfindanywhereelse</c:v>
                </c:pt>
                <c:pt idx="8713">
                  <c:v>music__wontletyou__down</c:v>
                </c:pt>
                <c:pt idx="8714">
                  <c:v>music_will_equal_life</c:v>
                </c:pt>
                <c:pt idx="8715">
                  <c:v>musicstephaniethinksisawesome</c:v>
                </c:pt>
                <c:pt idx="8716">
                  <c:v>musicstar_norderstedt</c:v>
                </c:pt>
                <c:pt idx="8717">
                  <c:v>musicstagetheatreislove</c:v>
                </c:pt>
                <c:pt idx="8718">
                  <c:v>musicskateboardinglife</c:v>
                </c:pt>
                <c:pt idx="8719">
                  <c:v>musicmonsterchick19</c:v>
                </c:pt>
                <c:pt idx="8720">
                  <c:v>musicmankaraoke_official</c:v>
                </c:pt>
                <c:pt idx="8721">
                  <c:v>musicmanagerkimberly</c:v>
                </c:pt>
                <c:pt idx="8722">
                  <c:v>musicmanagementunlimited</c:v>
                </c:pt>
                <c:pt idx="8723">
                  <c:v>music_lover_4_life_929</c:v>
                </c:pt>
                <c:pt idx="8724">
                  <c:v>music_love_live_life</c:v>
                </c:pt>
                <c:pt idx="8725">
                  <c:v>music_life_confusion</c:v>
                </c:pt>
                <c:pt idx="8726">
                  <c:v>musicindustryassociation</c:v>
                </c:pt>
                <c:pt idx="8727">
                  <c:v>musician_crazysongwriter</c:v>
                </c:pt>
                <c:pt idx="8728">
                  <c:v>musicforyourentertainment</c:v>
                </c:pt>
                <c:pt idx="8729">
                  <c:v>musicforyourbellybutton</c:v>
                </c:pt>
                <c:pt idx="8730">
                  <c:v>music_for_the_hearted</c:v>
                </c:pt>
                <c:pt idx="8731">
                  <c:v>musicforlifefestival</c:v>
                </c:pt>
                <c:pt idx="8732">
                  <c:v>musicfordaveandwhatnot</c:v>
                </c:pt>
                <c:pt idx="8733">
                  <c:v>musicfootballfanatic</c:v>
                </c:pt>
                <c:pt idx="8734">
                  <c:v>music_dealing_vampire</c:v>
                </c:pt>
                <c:pt idx="8735">
                  <c:v>musicconsultantservice</c:v>
                </c:pt>
                <c:pt idx="8736">
                  <c:v>musicbusinessoverdose</c:v>
                </c:pt>
                <c:pt idx="8737">
                  <c:v>musicbusiness101book</c:v>
                </c:pt>
                <c:pt idx="8738">
                  <c:v>musicandspeedfuelemotion</c:v>
                </c:pt>
                <c:pt idx="8739">
                  <c:v>musicandsongsandstuff</c:v>
                </c:pt>
                <c:pt idx="8740">
                  <c:v>music_always_forever</c:v>
                </c:pt>
                <c:pt idx="8741">
                  <c:v>musicalspiritualtraveler</c:v>
                </c:pt>
                <c:pt idx="8742">
                  <c:v>musicallyandlyrically</c:v>
                </c:pt>
                <c:pt idx="8743">
                  <c:v>musicaldrummer_lightspeed</c:v>
                </c:pt>
                <c:pt idx="8744">
                  <c:v>musicalartistmanagement</c:v>
                </c:pt>
                <c:pt idx="8745">
                  <c:v>musicalangelundercover</c:v>
                </c:pt>
                <c:pt idx="8746">
                  <c:v>music_addict_forever</c:v>
                </c:pt>
                <c:pt idx="8747">
                  <c:v>musicaddictedsassy1989</c:v>
                </c:pt>
                <c:pt idx="8748">
                  <c:v>musclemanjessesavage</c:v>
                </c:pt>
                <c:pt idx="8749">
                  <c:v>musclecarassociation</c:v>
                </c:pt>
                <c:pt idx="8750">
                  <c:v>murrayjuniorhighrockband</c:v>
                </c:pt>
                <c:pt idx="8751">
                  <c:v>murdersuicidemeteorslave</c:v>
                </c:pt>
                <c:pt idx="8752">
                  <c:v>murderousfiligreerox</c:v>
                </c:pt>
                <c:pt idx="8753">
                  <c:v>murderonasundaymorning</c:v>
                </c:pt>
                <c:pt idx="8754">
                  <c:v>murdercaseluxembourg</c:v>
                </c:pt>
                <c:pt idx="8755">
                  <c:v>murderblastingprocess</c:v>
                </c:pt>
                <c:pt idx="8756">
                  <c:v>munster_football_jake</c:v>
                </c:pt>
                <c:pt idx="8757">
                  <c:v>multiplepersonalitydisorder</c:v>
                </c:pt>
                <c:pt idx="8758">
                  <c:v>multimilliondollarrealtor</c:v>
                </c:pt>
                <c:pt idx="8759">
                  <c:v>multimilliondollarman</c:v>
                </c:pt>
                <c:pt idx="8760">
                  <c:v>mugshottentertainment</c:v>
                </c:pt>
                <c:pt idx="8761">
                  <c:v>muffy_the_vampire_slayer</c:v>
                </c:pt>
                <c:pt idx="8762">
                  <c:v>muffinsandthebreakfast</c:v>
                </c:pt>
                <c:pt idx="8763">
                  <c:v>muffin_man_from_hell</c:v>
                </c:pt>
                <c:pt idx="8764">
                  <c:v>muffenssmelllikenoodles</c:v>
                </c:pt>
                <c:pt idx="8765">
                  <c:v>muchbiggahproduction</c:v>
                </c:pt>
                <c:pt idx="8766">
                  <c:v>much_ado_about_nothing_</c:v>
                </c:pt>
                <c:pt idx="8767">
                  <c:v>moviesidefilmfestival</c:v>
                </c:pt>
                <c:pt idx="8768">
                  <c:v>__moviescriptending__</c:v>
                </c:pt>
                <c:pt idx="8769">
                  <c:v>move_out_the_way_bitch</c:v>
                </c:pt>
                <c:pt idx="8770">
                  <c:v>movementwesterndivision</c:v>
                </c:pt>
                <c:pt idx="8771">
                  <c:v>moveforwardneverlookback</c:v>
                </c:pt>
                <c:pt idx="8772">
                  <c:v>mouseturtlecheesecake</c:v>
                </c:pt>
                <c:pt idx="8773">
                  <c:v>mourningstar_clothing</c:v>
                </c:pt>
                <c:pt idx="8774">
                  <c:v>mountpleasantwrestler</c:v>
                </c:pt>
                <c:pt idx="8775">
                  <c:v>mountainstatewireless</c:v>
                </c:pt>
                <c:pt idx="8776">
                  <c:v>mountainshippiestarterkit</c:v>
                </c:pt>
                <c:pt idx="8777">
                  <c:v>mountainranchsamurai</c:v>
                </c:pt>
                <c:pt idx="8778">
                  <c:v>mountainheartofficial</c:v>
                </c:pt>
                <c:pt idx="8779">
                  <c:v>mountaineersportslounge</c:v>
                </c:pt>
                <c:pt idx="8780">
                  <c:v>mountaineerfromabove</c:v>
                </c:pt>
                <c:pt idx="8781">
                  <c:v>mountaineerfanmemphis</c:v>
                </c:pt>
                <c:pt idx="8782">
                  <c:v>mountainboardhireandride</c:v>
                </c:pt>
                <c:pt idx="8783">
                  <c:v>motorcrossracingbabe21</c:v>
                </c:pt>
                <c:pt idx="8784">
                  <c:v>motorcross_chick_135</c:v>
                </c:pt>
                <c:pt idx="8785">
                  <c:v>motivationandfrustration</c:v>
                </c:pt>
                <c:pt idx="8786">
                  <c:v>motionsicknessbeyond</c:v>
                </c:pt>
                <c:pt idx="8787">
                  <c:v>motionpublishingandfilm</c:v>
                </c:pt>
                <c:pt idx="8788">
                  <c:v>motionpicturesoundtrack3</c:v>
                </c:pt>
                <c:pt idx="8789">
                  <c:v>motioncitysoundtrack15</c:v>
                </c:pt>
                <c:pt idx="8790">
                  <c:v>motherwifesisterdaughter</c:v>
                </c:pt>
                <c:pt idx="8791">
                  <c:v>mothertruckerforlife</c:v>
                </c:pt>
                <c:pt idx="8792">
                  <c:v>motherfuckingrockstar</c:v>
                </c:pt>
                <c:pt idx="8793">
                  <c:v>motherfuckingprincess89</c:v>
                </c:pt>
                <c:pt idx="8794">
                  <c:v>motherfuckingprincess123</c:v>
                </c:pt>
                <c:pt idx="8795">
                  <c:v>motherfuckingniggerchrome</c:v>
                </c:pt>
                <c:pt idx="8796">
                  <c:v>motherfuckingcomputer</c:v>
                </c:pt>
                <c:pt idx="8797">
                  <c:v>motherfathersisterbrother</c:v>
                </c:pt>
                <c:pt idx="8798">
                  <c:v>mother_and_nurse1028</c:v>
                </c:pt>
                <c:pt idx="8799">
                  <c:v>motelroom_grandpiano</c:v>
                </c:pt>
                <c:pt idx="8800">
                  <c:v>most_wonderful_feeling</c:v>
                </c:pt>
                <c:pt idx="8801">
                  <c:v>mostvaluablewrestler</c:v>
                </c:pt>
                <c:pt idx="8802">
                  <c:v>most_valuable_princess_09</c:v>
                </c:pt>
                <c:pt idx="8803">
                  <c:v>mostvaluablemagician</c:v>
                </c:pt>
                <c:pt idx="8804">
                  <c:v>most_valuable_latina</c:v>
                </c:pt>
                <c:pt idx="8805">
                  <c:v>most_unique_man_ever</c:v>
                </c:pt>
                <c:pt idx="8806">
                  <c:v>mostmiserablemanindeed</c:v>
                </c:pt>
                <c:pt idx="8807">
                  <c:v>most_metal_since_iron_age</c:v>
                </c:pt>
                <c:pt idx="8808">
                  <c:v>mostknownunknown3000</c:v>
                </c:pt>
                <c:pt idx="8809">
                  <c:v>mostextraordinarymachine</c:v>
                </c:pt>
                <c:pt idx="8810">
                  <c:v>mostexaltedpotentate</c:v>
                </c:pt>
                <c:pt idx="8811">
                  <c:v>mosteligiblebachelor</c:v>
                </c:pt>
                <c:pt idx="8812">
                  <c:v>mostdisturbingprettymuch</c:v>
                </c:pt>
                <c:pt idx="8813">
                  <c:v>mostblueeyedblondeever</c:v>
                </c:pt>
                <c:pt idx="8814">
                  <c:v>mostbeautifulredhead</c:v>
                </c:pt>
                <c:pt idx="8815">
                  <c:v>mostbeautifulletdown</c:v>
                </c:pt>
                <c:pt idx="8816">
                  <c:v>MostBeautifullestThing</c:v>
                </c:pt>
                <c:pt idx="8817">
                  <c:v>mossy_oak_countryboy</c:v>
                </c:pt>
                <c:pt idx="8818">
                  <c:v>moscowdriftteamsuper</c:v>
                </c:pt>
                <c:pt idx="8819">
                  <c:v>mortuaryhackingsession</c:v>
                </c:pt>
                <c:pt idx="8820">
                  <c:v>mortgagecitycorporation</c:v>
                </c:pt>
                <c:pt idx="8821">
                  <c:v>mortalityfadingmusic</c:v>
                </c:pt>
                <c:pt idx="8822">
                  <c:v>morrislovesmashpotato</c:v>
                </c:pt>
                <c:pt idx="8823">
                  <c:v>morphosisenteractive</c:v>
                </c:pt>
                <c:pt idx="8824">
                  <c:v>morphineandchocolate</c:v>
                </c:pt>
                <c:pt idx="8825">
                  <c:v>moroccanprincess4eva</c:v>
                </c:pt>
                <c:pt idx="8826">
                  <c:v>morningstar_photography</c:v>
                </c:pt>
                <c:pt idx="8827">
                  <c:v>morninggloryyeahright</c:v>
                </c:pt>
                <c:pt idx="8828">
                  <c:v>morganthemagnificent</c:v>
                </c:pt>
                <c:pt idx="8829">
                  <c:v>morganreneeentertainment</c:v>
                </c:pt>
                <c:pt idx="8830">
                  <c:v>morganmichellefuller</c:v>
                </c:pt>
                <c:pt idx="8831">
                  <c:v>morganlax_player_2205</c:v>
                </c:pt>
                <c:pt idx="8832">
                  <c:v>morgan_its_all_inside</c:v>
                </c:pt>
                <c:pt idx="8833">
                  <c:v>morgan_elizabeth_compton</c:v>
                </c:pt>
                <c:pt idx="8834">
                  <c:v>morganelizabethbenson</c:v>
                </c:pt>
                <c:pt idx="8835">
                  <c:v>morgancoxphotography</c:v>
                </c:pt>
                <c:pt idx="8836">
                  <c:v>morgan1softballplayer</c:v>
                </c:pt>
                <c:pt idx="8837">
                  <c:v>moretroublethanitsworth</c:v>
                </c:pt>
                <c:pt idx="8838">
                  <c:v>more_than_whats_real</c:v>
                </c:pt>
                <c:pt idx="8839">
                  <c:v>more__than__useless__</c:v>
                </c:pt>
                <c:pt idx="8840">
                  <c:v>more_than_loneliness</c:v>
                </c:pt>
                <c:pt idx="8841">
                  <c:v>morescenethansonnymoore</c:v>
                </c:pt>
                <c:pt idx="8842">
                  <c:v>more_red_wine_please</c:v>
                </c:pt>
                <c:pt idx="8843">
                  <c:v>moreno_salvadorean_guy</c:v>
                </c:pt>
                <c:pt idx="8844">
                  <c:v>moreincrediblethanher</c:v>
                </c:pt>
                <c:pt idx="8845">
                  <c:v>morefairtomethanaprilrain</c:v>
                </c:pt>
                <c:pt idx="8846">
                  <c:v>morbidmollyholyholly</c:v>
                </c:pt>
                <c:pt idx="8847">
                  <c:v>morbid_depressionist</c:v>
                </c:pt>
                <c:pt idx="8848">
                  <c:v>moo_the_galloping_cat</c:v>
                </c:pt>
                <c:pt idx="8849">
                  <c:v>mooregirlcatastrophe</c:v>
                </c:pt>
                <c:pt idx="8850">
                  <c:v>moonwolfformallymindthegap</c:v>
                </c:pt>
                <c:pt idx="8851">
                  <c:v>moon_willow_cherokee</c:v>
                </c:pt>
                <c:pt idx="8852">
                  <c:v>moonshinyhappypeople</c:v>
                </c:pt>
                <c:pt idx="8853">
                  <c:v>MoonshineandHomeGrown</c:v>
                </c:pt>
                <c:pt idx="8854">
                  <c:v>moonscreamlovelyparade</c:v>
                </c:pt>
                <c:pt idx="8855">
                  <c:v>moonprincessprotector</c:v>
                </c:pt>
                <c:pt idx="8856">
                  <c:v>moonlightwalkerwoman</c:v>
                </c:pt>
                <c:pt idx="8857">
                  <c:v>moon_light_slaughter</c:v>
                </c:pt>
                <c:pt idx="8858">
                  <c:v>moonlight_knight_child</c:v>
                </c:pt>
                <c:pt idx="8859">
                  <c:v>moonlightgrahamgreer</c:v>
                </c:pt>
                <c:pt idx="8860">
                  <c:v>moonlightandparadise</c:v>
                </c:pt>
                <c:pt idx="8861">
                  <c:v>__moonlight_aka_luna__</c:v>
                </c:pt>
                <c:pt idx="8862">
                  <c:v>moonchild_blackhippie</c:v>
                </c:pt>
                <c:pt idx="8863">
                  <c:v>monster_under_the_bed</c:v>
                </c:pt>
                <c:pt idx="8864">
                  <c:v>monstertruckextravaganza</c:v>
                </c:pt>
                <c:pt idx="8865">
                  <c:v>monsterfromtheparasol</c:v>
                </c:pt>
                <c:pt idx="8866">
                  <c:v>monroehornetchic1313</c:v>
                </c:pt>
                <c:pt idx="8867">
                  <c:v>monochromeeyespectrum</c:v>
                </c:pt>
                <c:pt idx="8868">
                  <c:v>monkey__yes_the_real_one</c:v>
                </c:pt>
                <c:pt idx="8869">
                  <c:v>monkeywilldanceforfood</c:v>
                </c:pt>
                <c:pt idx="8870">
                  <c:v>monkeythebeautiful92</c:v>
                </c:pt>
                <c:pt idx="8871">
                  <c:v>monkeyquesteither1113</c:v>
                </c:pt>
                <c:pt idx="8872">
                  <c:v>monkeypuzzletreejanine</c:v>
                </c:pt>
                <c:pt idx="8873">
                  <c:v>monkeygoatdonkeychicken</c:v>
                </c:pt>
                <c:pt idx="8874">
                  <c:v>monkeycatchingpopstar</c:v>
                </c:pt>
                <c:pt idx="8875">
                  <c:v>monkeybusinessinstitute</c:v>
                </c:pt>
                <c:pt idx="8876">
                  <c:v>monkeybusiness9stuart</c:v>
                </c:pt>
                <c:pt idx="8877">
                  <c:v>monistaryentertainment</c:v>
                </c:pt>
                <c:pt idx="8878">
                  <c:v>moniquebuchanan_momo</c:v>
                </c:pt>
                <c:pt idx="8879">
                  <c:v>monica_was_here_12_18_0</c:v>
                </c:pt>
                <c:pt idx="8880">
                  <c:v>monicaraye_croballer_12</c:v>
                </c:pt>
                <c:pt idx="8881">
                  <c:v>monica_monique_martinez</c:v>
                </c:pt>
                <c:pt idx="8882">
                  <c:v>monica_merlin_aka_chola</c:v>
                </c:pt>
                <c:pt idx="8883">
                  <c:v>monicamarydivinemercy</c:v>
                </c:pt>
                <c:pt idx="8884">
                  <c:v>monicaforpresident2008</c:v>
                </c:pt>
                <c:pt idx="8885">
                  <c:v>monicafayepicklesmith</c:v>
                </c:pt>
                <c:pt idx="8886">
                  <c:v>mongooserideratheart</c:v>
                </c:pt>
                <c:pt idx="8887">
                  <c:v>mongolia_white_castle</c:v>
                </c:pt>
                <c:pt idx="8888">
                  <c:v>mongolianpopcornbutter</c:v>
                </c:pt>
                <c:pt idx="8889">
                  <c:v>moneytalksitdontspeak</c:v>
                </c:pt>
                <c:pt idx="8890">
                  <c:v>moneytalksandianswer</c:v>
                </c:pt>
                <c:pt idx="8891">
                  <c:v>moneyovereverything30</c:v>
                </c:pt>
                <c:pt idx="8892">
                  <c:v>moneyovereverything323</c:v>
                </c:pt>
                <c:pt idx="8893">
                  <c:v>moneyovereverything0</c:v>
                </c:pt>
                <c:pt idx="8894">
                  <c:v>money_over_everything</c:v>
                </c:pt>
                <c:pt idx="8895">
                  <c:v>moneyovamatterrecordsent</c:v>
                </c:pt>
                <c:pt idx="8896">
                  <c:v>moneymanentertainment</c:v>
                </c:pt>
                <c:pt idx="8897">
                  <c:v>money_maker_for_life</c:v>
                </c:pt>
                <c:pt idx="8898">
                  <c:v>moneymakerandgirltaker</c:v>
                </c:pt>
                <c:pt idx="8899">
                  <c:v>moneymaker4ever213444</c:v>
                </c:pt>
                <c:pt idx="8900">
                  <c:v>moneymachinedontplay</c:v>
                </c:pt>
                <c:pt idx="8901">
                  <c:v>MONEYGOESWITEVERYTHING</c:v>
                </c:pt>
                <c:pt idx="8902">
                  <c:v>moneydoesbuyhappiness</c:v>
                </c:pt>
                <c:pt idx="8903">
                  <c:v>moneyclipsproduction</c:v>
                </c:pt>
                <c:pt idx="8904">
                  <c:v>moneyandmuscleoutlaw</c:v>
                </c:pt>
                <c:pt idx="8905">
                  <c:v>money9power9respect9</c:v>
                </c:pt>
                <c:pt idx="8906">
                  <c:v>monavie_international</c:v>
                </c:pt>
                <c:pt idx="8907">
                  <c:v>monarchsoftballplaya</c:v>
                </c:pt>
                <c:pt idx="8908">
                  <c:v>monarchrevenuemanagement</c:v>
                </c:pt>
                <c:pt idx="8909">
                  <c:v>mona_lisa_photography</c:v>
                </c:pt>
                <c:pt idx="8910">
                  <c:v>mommytoeliandannacate</c:v>
                </c:pt>
                <c:pt idx="8911">
                  <c:v>mommylovesherprincess</c:v>
                </c:pt>
                <c:pt idx="8912">
                  <c:v>mommy_baseball_fan33</c:v>
                </c:pt>
                <c:pt idx="8913">
                  <c:v>mommy2rileyandmadison</c:v>
                </c:pt>
                <c:pt idx="8914">
                  <c:v>mommy2princesstaylor</c:v>
                </c:pt>
                <c:pt idx="8915">
                  <c:v>mommy2brandonandbradley</c:v>
                </c:pt>
                <c:pt idx="8916">
                  <c:v>molly_the_photographer</c:v>
                </c:pt>
                <c:pt idx="8917">
                  <c:v>molly_motorboat_penis</c:v>
                </c:pt>
                <c:pt idx="8918">
                  <c:v>mollydolly_melancholy</c:v>
                </c:pt>
                <c:pt idx="8919">
                  <c:v>mollybloomandherappetite</c:v>
                </c:pt>
                <c:pt idx="8920">
                  <c:v>molesterman99_killer99</c:v>
                </c:pt>
                <c:pt idx="8921">
                  <c:v>moe_money_ova_everything</c:v>
                </c:pt>
                <c:pt idx="8922">
                  <c:v>modestmousesadsappysucker</c:v>
                </c:pt>
                <c:pt idx="8923">
                  <c:v>modernyouthorchestra</c:v>
                </c:pt>
                <c:pt idx="8924">
                  <c:v>modernworldcollection</c:v>
                </c:pt>
                <c:pt idx="8925">
                  <c:v>modernrecordingtechnique</c:v>
                </c:pt>
                <c:pt idx="8926">
                  <c:v>modernrecordingcompany</c:v>
                </c:pt>
                <c:pt idx="8927">
                  <c:v>moderndayknight91290</c:v>
                </c:pt>
                <c:pt idx="8928">
                  <c:v>modernday_cinderella</c:v>
                </c:pt>
                <c:pt idx="8929">
                  <c:v>moderatesituationaleuphoria</c:v>
                </c:pt>
                <c:pt idx="8930">
                  <c:v>model_rockstar_actress</c:v>
                </c:pt>
                <c:pt idx="8931">
                  <c:v>model_jessica_nicole</c:v>
                </c:pt>
                <c:pt idx="8932">
                  <c:v>model_citizen_clothing</c:v>
                </c:pt>
                <c:pt idx="8933">
                  <c:v>modelcitizenclothing</c:v>
                </c:pt>
                <c:pt idx="8934">
                  <c:v>model_christina_hall</c:v>
                </c:pt>
                <c:pt idx="8935">
                  <c:v>mobile_addict_forever</c:v>
                </c:pt>
                <c:pt idx="8936">
                  <c:v>mixtapemeltdownsyracuse</c:v>
                </c:pt>
                <c:pt idx="8937">
                  <c:v>mixmastercolonelsanders</c:v>
                </c:pt>
                <c:pt idx="8938">
                  <c:v>mixed_with_spicy_honey</c:v>
                </c:pt>
                <c:pt idx="8939">
                  <c:v>mixedguyfromblackplanet</c:v>
                </c:pt>
                <c:pt idx="8940">
                  <c:v>mixagainstxenophobia</c:v>
                </c:pt>
                <c:pt idx="8941">
                  <c:v>mitzi.self-hazelwood</c:v>
                </c:pt>
                <c:pt idx="8942">
                  <c:v>mitchell_thomas_bird</c:v>
                </c:pt>
                <c:pt idx="8943">
                  <c:v>_mitchell_the_great_</c:v>
                </c:pt>
                <c:pt idx="8944">
                  <c:v>misunderstood_gurlshelly</c:v>
                </c:pt>
                <c:pt idx="8945">
                  <c:v>misty_madison_gilbert</c:v>
                </c:pt>
                <c:pt idx="8946">
                  <c:v>mistressvictorianorth</c:v>
                </c:pt>
                <c:pt idx="8947">
                  <c:v>mistressrobynleather</c:v>
                </c:pt>
                <c:pt idx="8948">
                  <c:v>mistresslesliesavage</c:v>
                </c:pt>
                <c:pt idx="8949">
                  <c:v>mistressbluespainslut</c:v>
                </c:pt>
                <c:pt idx="8950">
                  <c:v>mister_too_damn_good</c:v>
                </c:pt>
                <c:pt idx="8951">
                  <c:v>misterrustyshackleford</c:v>
                </c:pt>
                <c:pt idx="8952">
                  <c:v>misterinvisiblehiphop</c:v>
                </c:pt>
                <c:pt idx="8953">
                  <c:v>mister_good_from_the_hood</c:v>
                </c:pt>
                <c:pt idx="8954">
                  <c:v>misterconleyversion12</c:v>
                </c:pt>
                <c:pt idx="8955">
                  <c:v>misteradvancedplacement</c:v>
                </c:pt>
                <c:pt idx="8956">
                  <c:v>mist_and_midnight_skies</c:v>
                </c:pt>
                <c:pt idx="8957">
                  <c:v>missythecorpsefactory</c:v>
                </c:pt>
                <c:pt idx="8958">
                  <c:v>missy_imogen_princess</c:v>
                </c:pt>
                <c:pt idx="8959">
                  <c:v>missy_hearts_you_4ever</c:v>
                </c:pt>
                <c:pt idx="8960">
                  <c:v>misswhitegirlattitude</c:v>
                </c:pt>
                <c:pt idx="8961">
                  <c:v>misswestvirginia_2005</c:v>
                </c:pt>
                <c:pt idx="8962">
                  <c:v>miss_victoria_rogers</c:v>
                </c:pt>
                <c:pt idx="8963">
                  <c:v>missunderstoodvintage</c:v>
                </c:pt>
                <c:pt idx="8964">
                  <c:v>missunderstoodgurl11</c:v>
                </c:pt>
                <c:pt idx="8965">
                  <c:v>MissUnderstood_Bitch</c:v>
                </c:pt>
                <c:pt idx="8966">
                  <c:v>misstiffanymaryclaire_</c:v>
                </c:pt>
                <c:pt idx="8967">
                  <c:v>miss_tiffany_breakfast</c:v>
                </c:pt>
                <c:pt idx="8968">
                  <c:v>miss_sweet_angel_4ever</c:v>
                </c:pt>
                <c:pt idx="8969">
                  <c:v>miss_sweet_and_sassy</c:v>
                </c:pt>
                <c:pt idx="8970">
                  <c:v>miss_sexy_brianna_lynn</c:v>
                </c:pt>
                <c:pt idx="8971">
                  <c:v>missseductivezoechick</c:v>
                </c:pt>
                <c:pt idx="8972">
                  <c:v>miss_scandalous_bitch</c:v>
                </c:pt>
                <c:pt idx="8973">
                  <c:v>misssarah_thegothicshoppe</c:v>
                </c:pt>
                <c:pt idx="8974">
                  <c:v>miss_rock_trivia_200</c:v>
                </c:pt>
                <c:pt idx="8975">
                  <c:v>miss_republican_bowhead</c:v>
                </c:pt>
                <c:pt idx="8976">
                  <c:v>missreneefoxydivastyle</c:v>
                </c:pt>
                <c:pt idx="8977">
                  <c:v>miss_razorblade_romance</c:v>
                </c:pt>
                <c:pt idx="8978">
                  <c:v>missquanteriaalexandria</c:v>
                </c:pt>
                <c:pt idx="8979">
                  <c:v>miss_punk_rock_princess</c:v>
                </c:pt>
                <c:pt idx="8980">
                  <c:v>misspriss_maleficent</c:v>
                </c:pt>
                <c:pt idx="8981">
                  <c:v>missprincessjennifer</c:v>
                </c:pt>
                <c:pt idx="8982">
                  <c:v>missprincesscharming</c:v>
                </c:pt>
                <c:pt idx="8983">
                  <c:v>miss_princess_bonnie_</c:v>
                </c:pt>
                <c:pt idx="8984">
                  <c:v>miss_penny_lane_1980</c:v>
                </c:pt>
                <c:pt idx="8985">
                  <c:v>misspeanutbutterlover</c:v>
                </c:pt>
                <c:pt idx="8986">
                  <c:v>miss_peanutbuttercup</c:v>
                </c:pt>
                <c:pt idx="8987">
                  <c:v>missnortheastentertainer</c:v>
                </c:pt>
                <c:pt idx="8988">
                  <c:v>missneworleanscalliope3</c:v>
                </c:pt>
                <c:pt idx="8989">
                  <c:v>miss_new_latina_booty</c:v>
                </c:pt>
                <c:pt idx="8990">
                  <c:v>miss_new_booty_amanda</c:v>
                </c:pt>
                <c:pt idx="8991">
                  <c:v>miss.natalyaromanova</c:v>
                </c:pt>
                <c:pt idx="8992">
                  <c:v>miss_miranda_michelle</c:v>
                </c:pt>
                <c:pt idx="8993">
                  <c:v>missmichaelachatterbox</c:v>
                </c:pt>
                <c:pt idx="8994">
                  <c:v>miss_melissa_matthews</c:v>
                </c:pt>
                <c:pt idx="8995">
                  <c:v>missluckytinaforlife</c:v>
                </c:pt>
                <c:pt idx="8996">
                  <c:v>miss_loaded_god_complex</c:v>
                </c:pt>
                <c:pt idx="8997">
                  <c:v>misslindsaylouwilson</c:v>
                </c:pt>
                <c:pt idx="8998">
                  <c:v>miss_lily_evans_potter</c:v>
                </c:pt>
                <c:pt idx="8999">
                  <c:v>miss_kitty_fantastico_19</c:v>
                </c:pt>
                <c:pt idx="9000">
                  <c:v>misskittenandthehacker</c:v>
                </c:pt>
                <c:pt idx="9001">
                  <c:v>misskelseylovesheather</c:v>
                </c:pt>
                <c:pt idx="9002">
                  <c:v>missjennifromtheblock</c:v>
                </c:pt>
                <c:pt idx="9003">
                  <c:v>miss__jennifer__marie</c:v>
                </c:pt>
                <c:pt idx="9004">
                  <c:v>missjamaicaakadebbie</c:v>
                </c:pt>
                <c:pt idx="9005">
                  <c:v>miss_jacquelyn_michelle</c:v>
                </c:pt>
                <c:pt idx="9006">
                  <c:v>mississippist_basketball</c:v>
                </c:pt>
                <c:pt idx="9007">
                  <c:v>missionsemiimpossible</c:v>
                </c:pt>
                <c:pt idx="9008">
                  <c:v>missionimpossibleand1</c:v>
                </c:pt>
                <c:pt idx="9009">
                  <c:v>missinvisiblepenguin</c:v>
                </c:pt>
                <c:pt idx="9010">
                  <c:v>missinnocentprincess17</c:v>
                </c:pt>
                <c:pt idx="9011">
                  <c:v>missingthejerseyshore</c:v>
                </c:pt>
                <c:pt idx="9012">
                  <c:v>missingthefloridalife</c:v>
                </c:pt>
                <c:pt idx="9013">
                  <c:v>missinginactiontheband1</c:v>
                </c:pt>
                <c:pt idx="9014">
                  <c:v>missinginactionmusic</c:v>
                </c:pt>
                <c:pt idx="9015">
                  <c:v>missing_from_bethlehem</c:v>
                </c:pt>
                <c:pt idx="9016">
                  <c:v>missing_but_not_lost</c:v>
                </c:pt>
                <c:pt idx="9017">
                  <c:v>missingthe9beginning</c:v>
                </c:pt>
                <c:pt idx="9018">
                  <c:v>miss_hot_spicy_cherry</c:v>
                </c:pt>
                <c:pt idx="9019">
                  <c:v>miss_honey_christina18</c:v>
                </c:pt>
                <c:pt idx="9020">
                  <c:v>misshermionejanegranger</c:v>
                </c:pt>
                <c:pt idx="9021">
                  <c:v>missghettocunningham09</c:v>
                </c:pt>
                <c:pt idx="9022">
                  <c:v>miss_genevieve_marie</c:v>
                </c:pt>
                <c:pt idx="9023">
                  <c:v>missfuckingmurder</c:v>
                </c:pt>
                <c:pt idx="9024">
                  <c:v>miss_fortuneburlesque</c:v>
                </c:pt>
                <c:pt idx="9025">
                  <c:v>missflorencepecanfestival</c:v>
                </c:pt>
                <c:pt idx="9026">
                  <c:v>missfirebirdhottie74</c:v>
                </c:pt>
                <c:pt idx="9027">
                  <c:v>miss_fashion_queenie</c:v>
                </c:pt>
                <c:pt idx="9028">
                  <c:v>missfairytaledreamer</c:v>
                </c:pt>
                <c:pt idx="9029">
                  <c:v>missdiamondakaspoiledbaby</c:v>
                </c:pt>
                <c:pt idx="9030">
                  <c:v>miss_crystal_and_julia</c:v>
                </c:pt>
                <c:pt idx="9031">
                  <c:v>miss_conceited_booty</c:v>
                </c:pt>
                <c:pt idx="9032">
                  <c:v>missconceitedandspoiled</c:v>
                </c:pt>
                <c:pt idx="9033">
                  <c:v>missconceitedakamissy</c:v>
                </c:pt>
                <c:pt idx="9034">
                  <c:v>miss_cinnamon_spider</c:v>
                </c:pt>
                <c:pt idx="9035">
                  <c:v>misschocolategirl11</c:v>
                </c:pt>
                <c:pt idx="9036">
                  <c:v>miss_chocolate_delight07</c:v>
                </c:pt>
                <c:pt idx="9037">
                  <c:v>miss_chocolatedelight</c:v>
                </c:pt>
                <c:pt idx="9038">
                  <c:v>miss_chocolate_beauty</c:v>
                </c:pt>
                <c:pt idx="9039">
                  <c:v>misscheerleaderchick</c:v>
                </c:pt>
                <c:pt idx="9040">
                  <c:v>miss_cassandra_nicole</c:v>
                </c:pt>
                <c:pt idx="9041">
                  <c:v>misscarameldelight2000</c:v>
                </c:pt>
                <c:pt idx="9042">
                  <c:v>miss__brittany__lynn__21</c:v>
                </c:pt>
                <c:pt idx="9043">
                  <c:v>miss_bonita_del_barrio</c:v>
                </c:pt>
                <c:pt idx="9044">
                  <c:v>missblueberrymuffin0</c:v>
                </c:pt>
                <c:pt idx="9045">
                  <c:v>miss_blondie_thumper</c:v>
                </c:pt>
                <c:pt idx="9046">
                  <c:v>miss_beautiful_princess</c:v>
                </c:pt>
                <c:pt idx="9047">
                  <c:v>miss_beautiful_blonde</c:v>
                </c:pt>
                <c:pt idx="9048">
                  <c:v>miss_attitude_problem</c:v>
                </c:pt>
                <c:pt idx="9049">
                  <c:v>miss_ashley_michelle</c:v>
                </c:pt>
                <c:pt idx="9050">
                  <c:v>miss_ashley_ladybulldog09</c:v>
                </c:pt>
                <c:pt idx="9051">
                  <c:v>miss_ash_ley_danielle</c:v>
                </c:pt>
                <c:pt idx="9052">
                  <c:v>missashleychrisbrown</c:v>
                </c:pt>
                <c:pt idx="9053">
                  <c:v>miss_applebottom_kitty</c:v>
                </c:pt>
                <c:pt idx="9054">
                  <c:v>missangelinaballerina</c:v>
                </c:pt>
                <c:pt idx="9055">
                  <c:v>missamber_aka_bigbooty</c:v>
                </c:pt>
                <c:pt idx="9056">
                  <c:v>miss_aggie_ladynonya</c:v>
                </c:pt>
                <c:pt idx="9057">
                  <c:v>miss_adrianne_aka_nikki</c:v>
                </c:pt>
                <c:pt idx="9058">
                  <c:v>mishmash_the_almighty</c:v>
                </c:pt>
                <c:pt idx="9059">
                  <c:v>misfit_psychwardcrew</c:v>
                </c:pt>
                <c:pt idx="9060">
                  <c:v>misfitgurl_003_alejandra</c:v>
                </c:pt>
                <c:pt idx="9061">
                  <c:v>misery_needs_company</c:v>
                </c:pt>
                <c:pt idx="9062">
                  <c:v>miserymade_beautiful</c:v>
                </c:pt>
                <c:pt idx="9063">
                  <c:v>miseryandgingraphics</c:v>
                </c:pt>
                <c:pt idx="9064">
                  <c:v>mischievouslittleelf</c:v>
                </c:pt>
                <c:pt idx="9065">
                  <c:v>mischievous_lil_faery</c:v>
                </c:pt>
                <c:pt idx="9066">
                  <c:v>mischiefmayhemandsoap</c:v>
                </c:pt>
                <c:pt idx="9067">
                  <c:v>miscellaneousmusicgroup</c:v>
                </c:pt>
                <c:pt idx="9068">
                  <c:v>mirrorsonlytelloneside</c:v>
                </c:pt>
                <c:pt idx="9069">
                  <c:v>mirkwood_middle_earth</c:v>
                </c:pt>
                <c:pt idx="9070">
                  <c:v>mirkwoodforest_carin</c:v>
                </c:pt>
                <c:pt idx="9071">
                  <c:v>miriam_liltroublemaker</c:v>
                </c:pt>
                <c:pt idx="9072">
                  <c:v>miriam_fansite_and_backup</c:v>
                </c:pt>
                <c:pt idx="9073">
                  <c:v>mirandadeidreadriannebird</c:v>
                </c:pt>
                <c:pt idx="9074">
                  <c:v>miranda_and_peter_forever</c:v>
                </c:pt>
                <c:pt idx="9075">
                  <c:v>miraclesarehappening</c:v>
                </c:pt>
                <c:pt idx="9076">
                  <c:v>miracleandthesoulinterpreter</c:v>
                </c:pt>
                <c:pt idx="9077">
                  <c:v>minutemenbringingthepain</c:v>
                </c:pt>
                <c:pt idx="9078">
                  <c:v>minute_maid_lemonade</c:v>
                </c:pt>
                <c:pt idx="9079">
                  <c:v>mint_licorice_candydoll</c:v>
                </c:pt>
                <c:pt idx="9080">
                  <c:v>minsineyaratam5034250342</c:v>
                </c:pt>
                <c:pt idx="9081">
                  <c:v>minoritythebandmusic</c:v>
                </c:pt>
                <c:pt idx="9082">
                  <c:v>minorityclothinghome</c:v>
                </c:pt>
                <c:pt idx="9083">
                  <c:v>minnie_mouse__tinkerbell</c:v>
                </c:pt>
                <c:pt idx="9084">
                  <c:v>minneapolismessaround</c:v>
                </c:pt>
                <c:pt idx="9085">
                  <c:v>minium_wage_prostitute</c:v>
                </c:pt>
                <c:pt idx="9086">
                  <c:v>ministerwithoutportfolio</c:v>
                </c:pt>
                <c:pt idx="9087">
                  <c:v>mineralanimalvegetable</c:v>
                </c:pt>
                <c:pt idx="9088">
                  <c:v>minecraftstyle20031999</c:v>
                </c:pt>
                <c:pt idx="9089">
                  <c:v>mindwithfearatremble</c:v>
                </c:pt>
                <c:pt idx="9090">
                  <c:v>mindwalkrecordinglabel</c:v>
                </c:pt>
                <c:pt idx="9091">
                  <c:v>mindtripperdancesister</c:v>
                </c:pt>
                <c:pt idx="9092">
                  <c:v>mindstatethecerebralarchitect</c:v>
                </c:pt>
                <c:pt idx="9093">
                  <c:v>mindlessselfindulgence9</c:v>
                </c:pt>
                <c:pt idx="9094">
                  <c:v>mindlessgenocideband</c:v>
                </c:pt>
                <c:pt idx="9095">
                  <c:v>mindframeentertainment</c:v>
                </c:pt>
                <c:pt idx="9096">
                  <c:v>mindbodyspirit_musicman</c:v>
                </c:pt>
                <c:pt idx="9097">
                  <c:v>mindbendentertainment</c:v>
                </c:pt>
                <c:pt idx="9098">
                  <c:v>mimrahman0192115783</c:v>
                </c:pt>
                <c:pt idx="9099">
                  <c:v>mimi_made_allys_space</c:v>
                </c:pt>
                <c:pt idx="9100">
                  <c:v>mimi_aka_tha_princess</c:v>
                </c:pt>
                <c:pt idx="9101">
                  <c:v>milwaukeetoolsnotbeer</c:v>
                </c:pt>
                <c:pt idx="9102">
                  <c:v>milwaukeepunkrockmovie</c:v>
                </c:pt>
                <c:pt idx="9103">
                  <c:v>milwaukeepanfishclub</c:v>
                </c:pt>
                <c:pt idx="9104">
                  <c:v>milwaukee_brewer_girl</c:v>
                </c:pt>
                <c:pt idx="9105">
                  <c:v>miltown_representative</c:v>
                </c:pt>
                <c:pt idx="9106">
                  <c:v>mil_town_latina_gurl</c:v>
                </c:pt>
                <c:pt idx="9107">
                  <c:v>miltownhottestsinger</c:v>
                </c:pt>
                <c:pt idx="9108">
                  <c:v>milotheprojectionist</c:v>
                </c:pt>
                <c:pt idx="9109">
                  <c:v>milo3pointspecialist</c:v>
                </c:pt>
                <c:pt idx="9110">
                  <c:v>million_midget_march</c:v>
                </c:pt>
                <c:pt idx="9111">
                  <c:v>million_dollar_showgirl</c:v>
                </c:pt>
                <c:pt idx="9112">
                  <c:v>milliondollarmovieproject</c:v>
                </c:pt>
                <c:pt idx="9113">
                  <c:v>milliondollarmarijuana</c:v>
                </c:pt>
                <c:pt idx="9114">
                  <c:v>milliondollarman700</c:v>
                </c:pt>
                <c:pt idx="9115">
                  <c:v>milliondollarhappiness</c:v>
                </c:pt>
                <c:pt idx="9116">
                  <c:v>milliondollardrummer</c:v>
                </c:pt>
                <c:pt idx="9117">
                  <c:v>milliondollarcorporation</c:v>
                </c:pt>
                <c:pt idx="9118">
                  <c:v>milliondollarbaby54321</c:v>
                </c:pt>
                <c:pt idx="9119">
                  <c:v>milliondollarbaby_23</c:v>
                </c:pt>
                <c:pt idx="9120">
                  <c:v>million_dollar_baby21</c:v>
                </c:pt>
                <c:pt idx="9121">
                  <c:v>millionboyentertainment</c:v>
                </c:pt>
                <c:pt idx="9122">
                  <c:v>millionairess_lifestyle</c:v>
                </c:pt>
                <c:pt idx="9123">
                  <c:v>millionairemurdertrial</c:v>
                </c:pt>
                <c:pt idx="9124">
                  <c:v>milliethemightymouse</c:v>
                </c:pt>
                <c:pt idx="9125">
                  <c:v>milliethemagnificent</c:v>
                </c:pt>
                <c:pt idx="9126">
                  <c:v>millersixpack_2010hotmail</c:v>
                </c:pt>
                <c:pt idx="9127">
                  <c:v>millerlitelongisland</c:v>
                </c:pt>
                <c:pt idx="9128">
                  <c:v>millerlitecowgirl_02</c:v>
                </c:pt>
                <c:pt idx="9129">
                  <c:v>miller_genuine_draught</c:v>
                </c:pt>
                <c:pt idx="9130">
                  <c:v>millergenuindraftgirl</c:v>
                </c:pt>
                <c:pt idx="9131">
                  <c:v>millenniumrealtygroup</c:v>
                </c:pt>
                <c:pt idx="9132">
                  <c:v>millenniummusiccenter</c:v>
                </c:pt>
                <c:pt idx="9133">
                  <c:v>millenniummiddleschool</c:v>
                </c:pt>
                <c:pt idx="9134">
                  <c:v>millathebloodspiller</c:v>
                </c:pt>
                <c:pt idx="9135">
                  <c:v>milkthecowfeatjefflawrence</c:v>
                </c:pt>
                <c:pt idx="9136">
                  <c:v>milkshakebournemouth</c:v>
                </c:pt>
                <c:pt idx="9137">
                  <c:v>milkdoesabodygood_belle</c:v>
                </c:pt>
                <c:pt idx="9138">
                  <c:v>milkchocolate_crackbaby</c:v>
                </c:pt>
                <c:pt idx="9139">
                  <c:v>milkchocolatecandygirl</c:v>
                </c:pt>
                <c:pt idx="9140">
                  <c:v>milk_and_cookie_captain</c:v>
                </c:pt>
                <c:pt idx="9141">
                  <c:v>militarywifeandmommy</c:v>
                </c:pt>
                <c:pt idx="9142">
                  <c:v>militarygerlintraining</c:v>
                </c:pt>
                <c:pt idx="9143">
                  <c:v>militarycastrofamily</c:v>
                </c:pt>
                <c:pt idx="9144">
                  <c:v>milfordhighschooldrumline</c:v>
                </c:pt>
                <c:pt idx="9145">
                  <c:v>mikeyiscoolerthanyou</c:v>
                </c:pt>
                <c:pt idx="9146">
                  <c:v>mike_the_shadowdancer</c:v>
                </c:pt>
                <c:pt idx="9147">
                  <c:v>mike_the_magnificent</c:v>
                </c:pt>
                <c:pt idx="9148">
                  <c:v>mikethegoodlookingbrother</c:v>
                </c:pt>
                <c:pt idx="9149">
                  <c:v>mikethefatcocksucker</c:v>
                </c:pt>
                <c:pt idx="9150">
                  <c:v>mikesweetwiththemustang</c:v>
                </c:pt>
                <c:pt idx="9151">
                  <c:v>_mike_shela_burnside</c:v>
                </c:pt>
                <c:pt idx="9152">
                  <c:v>mikepleaseacceptthisname</c:v>
                </c:pt>
                <c:pt idx="9153">
                  <c:v>mike_metalforbreakfast</c:v>
                </c:pt>
                <c:pt idx="9154">
                  <c:v>mikemendozatalksport</c:v>
                </c:pt>
                <c:pt idx="9155">
                  <c:v>mikeloveakayoungdutch</c:v>
                </c:pt>
                <c:pt idx="9156">
                  <c:v>mike_king_football_playa</c:v>
                </c:pt>
                <c:pt idx="9157">
                  <c:v>mikejoechrissamapathy</c:v>
                </c:pt>
                <c:pt idx="9158">
                  <c:v>mikehelicoptertech2189</c:v>
                </c:pt>
                <c:pt idx="9159">
                  <c:v>mikefromsuperfreshanddope</c:v>
                </c:pt>
                <c:pt idx="9160">
                  <c:v>mike_collins_superstar</c:v>
                </c:pt>
                <c:pt idx="9161">
                  <c:v>mikecarrolllottolout</c:v>
                </c:pt>
                <c:pt idx="9162">
                  <c:v>mikeblackandemiliewhite</c:v>
                </c:pt>
                <c:pt idx="9163">
                  <c:v>mike_bearingtheblame</c:v>
                </c:pt>
                <c:pt idx="9164">
                  <c:v>mike_and_sarah_4ever</c:v>
                </c:pt>
                <c:pt idx="9165">
                  <c:v>mikeandmichellerobinson</c:v>
                </c:pt>
                <c:pt idx="9166">
                  <c:v>mikeandallisonforever</c:v>
                </c:pt>
                <c:pt idx="9167">
                  <c:v>mike31_the_unforgiven</c:v>
                </c:pt>
                <c:pt idx="9168">
                  <c:v>miharu_the_lone_wolf</c:v>
                </c:pt>
                <c:pt idx="9169">
                  <c:v>mightyjoeyoungsoundtrack</c:v>
                </c:pt>
                <c:pt idx="9170">
                  <c:v>mightyangel_for_life</c:v>
                </c:pt>
                <c:pt idx="9171">
                  <c:v>mightcauseacoldfront</c:v>
                </c:pt>
                <c:pt idx="9172">
                  <c:v>miffanychurbobblecobble</c:v>
                </c:pt>
                <c:pt idx="9173">
                  <c:v>midwestparanormalsociety</c:v>
                </c:pt>
                <c:pt idx="9174">
                  <c:v>midwestmustangassociation</c:v>
                </c:pt>
                <c:pt idx="9175">
                  <c:v>mid_west_entertainment</c:v>
                </c:pt>
                <c:pt idx="9176">
                  <c:v>midtermbreakstreetteam</c:v>
                </c:pt>
                <c:pt idx="9177">
                  <c:v>midtempointernational</c:v>
                </c:pt>
                <c:pt idx="9178">
                  <c:v>midsummersnowsideproject</c:v>
                </c:pt>
                <c:pt idx="9179">
                  <c:v>midnighttemptressamy</c:v>
                </c:pt>
                <c:pt idx="9180">
                  <c:v>midnightsun_lightningrain</c:v>
                </c:pt>
                <c:pt idx="9181">
                  <c:v>midnightsolareclipse</c:v>
                </c:pt>
                <c:pt idx="9182">
                  <c:v>midnightsocietycrashandburn</c:v>
                </c:pt>
                <c:pt idx="9183">
                  <c:v>midnight_snackattacksarah</c:v>
                </c:pt>
                <c:pt idx="9184">
                  <c:v>midnight_motion_band</c:v>
                </c:pt>
                <c:pt idx="9185">
                  <c:v>midnight_moon_mistress</c:v>
                </c:pt>
                <c:pt idx="9186">
                  <c:v>midnightmantheivorydream</c:v>
                </c:pt>
                <c:pt idx="9187">
                  <c:v>midnightloveensemble</c:v>
                </c:pt>
                <c:pt idx="9188">
                  <c:v>midnightillusionmusic</c:v>
                </c:pt>
                <c:pt idx="9189">
                  <c:v>midnight_hour_photography</c:v>
                </c:pt>
                <c:pt idx="9190">
                  <c:v>midnightgenesismetal</c:v>
                </c:pt>
                <c:pt idx="9191">
                  <c:v>midnightempresskingdom</c:v>
                </c:pt>
                <c:pt idx="9192">
                  <c:v>midmonroeanimalhospital</c:v>
                </c:pt>
                <c:pt idx="9193">
                  <c:v>midlifecrisisrockband</c:v>
                </c:pt>
                <c:pt idx="9194">
                  <c:v>midlifecrisisorlando</c:v>
                </c:pt>
                <c:pt idx="9195">
                  <c:v>midknightgamblerscarclub</c:v>
                </c:pt>
                <c:pt idx="9196">
                  <c:v>midgetsmugglerisland</c:v>
                </c:pt>
                <c:pt idx="9197">
                  <c:v>midget_munchkin_teacher</c:v>
                </c:pt>
                <c:pt idx="9198">
                  <c:v>middleschoolworshipteam</c:v>
                </c:pt>
                <c:pt idx="9199">
                  <c:v>middlematadorblocker</c:v>
                </c:pt>
                <c:pt idx="9200">
                  <c:v>middlegeorgiabaseball</c:v>
                </c:pt>
                <c:pt idx="9201">
                  <c:v>middlefingerguitarist</c:v>
                </c:pt>
                <c:pt idx="9202">
                  <c:v>middleeastpeaceorchestra</c:v>
                </c:pt>
                <c:pt idx="9203">
                  <c:v>middleeasternterrorist</c:v>
                </c:pt>
                <c:pt idx="9204">
                  <c:v>middleeasternliterature</c:v>
                </c:pt>
                <c:pt idx="9205">
                  <c:v>middle_eastern_holiday</c:v>
                </c:pt>
                <c:pt idx="9206">
                  <c:v>midbaseball2909blake</c:v>
                </c:pt>
                <c:pt idx="9207">
                  <c:v>midatlanticfilmfestival</c:v>
                </c:pt>
                <c:pt idx="9208">
                  <c:v>midaircollisionofficial</c:v>
                </c:pt>
                <c:pt idx="9209">
                  <c:v>mickymouseashenfelter</c:v>
                </c:pt>
                <c:pt idx="9210">
                  <c:v>micky_and_claire_4ever</c:v>
                </c:pt>
                <c:pt idx="9211">
                  <c:v>mick_master_mike200</c:v>
                </c:pt>
                <c:pt idx="9212">
                  <c:v>michigansportsfan1975</c:v>
                </c:pt>
                <c:pt idx="9213">
                  <c:v>michiganfootballfreak</c:v>
                </c:pt>
                <c:pt idx="9214">
                  <c:v>michiganfootballfan4ever</c:v>
                </c:pt>
                <c:pt idx="9215">
                  <c:v>michigandopedealer420</c:v>
                </c:pt>
                <c:pt idx="9216">
                  <c:v>michellethehappymommy</c:v>
                </c:pt>
                <c:pt idx="9217">
                  <c:v>michellethebombshell</c:v>
                </c:pt>
                <c:pt idx="9218">
                  <c:v>michelletaffyhearts21</c:v>
                </c:pt>
                <c:pt idx="9219">
                  <c:v>michellesoutherncharm</c:v>
                </c:pt>
                <c:pt idx="9220">
                  <c:v>michelle_singsongwriter</c:v>
                </c:pt>
                <c:pt idx="9221">
                  <c:v>michellesingersongwriter</c:v>
                </c:pt>
                <c:pt idx="9222">
                  <c:v>michelleshortandsweet</c:v>
                </c:pt>
                <c:pt idx="9223">
                  <c:v>michelleseckinger01204</c:v>
                </c:pt>
                <c:pt idx="9224">
                  <c:v>michelle_noel_sanders</c:v>
                </c:pt>
                <c:pt idx="9225">
                  <c:v>michelle_nicole_simpson</c:v>
                </c:pt>
                <c:pt idx="9226">
                  <c:v>michellemoralesvincent</c:v>
                </c:pt>
                <c:pt idx="9227">
                  <c:v>michelle_milstead2003</c:v>
                </c:pt>
                <c:pt idx="9228">
                  <c:v>michelle_messing_around</c:v>
                </c:pt>
                <c:pt idx="9229">
                  <c:v>michellemariefreeman</c:v>
                </c:pt>
                <c:pt idx="9230">
                  <c:v>michellelynncampbell</c:v>
                </c:pt>
                <c:pt idx="9231">
                  <c:v>michellelillycrowder</c:v>
                </c:pt>
                <c:pt idx="9232">
                  <c:v>michellelawrencemusic</c:v>
                </c:pt>
                <c:pt idx="9233">
                  <c:v>michelle_jayne_louise</c:v>
                </c:pt>
                <c:pt idx="9234">
                  <c:v>michellehudsontucker</c:v>
                </c:pt>
                <c:pt idx="9235">
                  <c:v>michellehotchocolate</c:v>
                </c:pt>
                <c:pt idx="9236">
                  <c:v>michelle_from_foolhouse</c:v>
                </c:pt>
                <c:pt idx="9237">
                  <c:v>michellefishheadpants</c:v>
                </c:pt>
                <c:pt idx="9238">
                  <c:v>michelle_crazy_like_whoa</c:v>
                </c:pt>
                <c:pt idx="9239">
                  <c:v>michelle_cheerleader4life</c:v>
                </c:pt>
                <c:pt idx="9240">
                  <c:v>michellebuchananmusic</c:v>
                </c:pt>
                <c:pt idx="9241">
                  <c:v>michellebranchhillaryclinton</c:v>
                </c:pt>
                <c:pt idx="9242">
                  <c:v>michellebonillamusic</c:v>
                </c:pt>
                <c:pt idx="9243">
                  <c:v>michelleblueicedtiger</c:v>
                </c:pt>
                <c:pt idx="9244">
                  <c:v>michelle_babygirl805</c:v>
                </c:pt>
                <c:pt idx="9245">
                  <c:v>michellebaby_forever</c:v>
                </c:pt>
                <c:pt idx="9246">
                  <c:v>michelleashleynicole</c:v>
                </c:pt>
                <c:pt idx="9247">
                  <c:v>michelleangelicamartinez</c:v>
                </c:pt>
                <c:pt idx="9248">
                  <c:v>michelleandylanforever</c:v>
                </c:pt>
                <c:pt idx="9249">
                  <c:v>michelleandlindsayfoo</c:v>
                </c:pt>
                <c:pt idx="9250">
                  <c:v>michelle_and_kari_kent</c:v>
                </c:pt>
                <c:pt idx="9251">
                  <c:v>michelle_and_joe_1998</c:v>
                </c:pt>
                <c:pt idx="9252">
                  <c:v>michelle_and_alexandra919</c:v>
                </c:pt>
                <c:pt idx="9253">
                  <c:v>michelle_aka_sunshine</c:v>
                </c:pt>
                <c:pt idx="9254">
                  <c:v>michele_the_sexy_beastie</c:v>
                </c:pt>
                <c:pt idx="9255">
                  <c:v>michele_prettypoison</c:v>
                </c:pt>
                <c:pt idx="9256">
                  <c:v>michelecoxphotography</c:v>
                </c:pt>
                <c:pt idx="9257">
                  <c:v>michaelalancarpenter</c:v>
                </c:pt>
                <c:pt idx="9258">
                  <c:v>michaela_and_maria_rock</c:v>
                </c:pt>
                <c:pt idx="9259">
                  <c:v>miasexysouthernbelle</c:v>
                </c:pt>
                <c:pt idx="9260">
                  <c:v>MiaNterry2gether4eva</c:v>
                </c:pt>
                <c:pt idx="9261">
                  <c:v>miamipolicepatrolsouthend</c:v>
                </c:pt>
                <c:pt idx="9262">
                  <c:v>miamimusicconference</c:v>
                </c:pt>
                <c:pt idx="9263">
                  <c:v>miamigurlindabuilding</c:v>
                </c:pt>
                <c:pt idx="9264">
                  <c:v>miamibeachrecordingstudio</c:v>
                </c:pt>
                <c:pt idx="9265">
                  <c:v>miamibeachrealestate</c:v>
                </c:pt>
                <c:pt idx="9266">
                  <c:v>mia_hearts_the_pepper</c:v>
                </c:pt>
                <c:pt idx="9267">
                  <c:v>mia_got_shot_like_yeah</c:v>
                </c:pt>
                <c:pt idx="9268">
                  <c:v>miabellaprincessmisty</c:v>
                </c:pt>
                <c:pt idx="9269">
                  <c:v>metropolitanmurderweapon</c:v>
                </c:pt>
                <c:pt idx="9270">
                  <c:v>meteorologistnickjohnston</c:v>
                </c:pt>
                <c:pt idx="9271">
                  <c:v>metaphysicalstreetteam</c:v>
                </c:pt>
                <c:pt idx="9272">
                  <c:v>metaphysicalrabbithole</c:v>
                </c:pt>
                <c:pt idx="9273">
                  <c:v>metal_thrashing_madman</c:v>
                </c:pt>
                <c:pt idx="9274">
                  <c:v>metalstormentertainment</c:v>
                </c:pt>
                <c:pt idx="9275">
                  <c:v>metalrockpunkmixtape</c:v>
                </c:pt>
                <c:pt idx="9276">
                  <c:v>metalpeekaboostranger</c:v>
                </c:pt>
                <c:pt idx="9277">
                  <c:v>metal_monster_maniac</c:v>
                </c:pt>
                <c:pt idx="9278">
                  <c:v>metal_head_freak_4_life_</c:v>
                </c:pt>
                <c:pt idx="9279">
                  <c:v>metalheadedguitarfreak</c:v>
                </c:pt>
                <c:pt idx="9280">
                  <c:v>metalbitchphotography</c:v>
                </c:pt>
                <c:pt idx="9281">
                  <c:v>metalandrockarewicked</c:v>
                </c:pt>
                <c:pt idx="9282">
                  <c:v>metalandhardcorefever</c:v>
                </c:pt>
                <c:pt idx="9283">
                  <c:v>messin_with_the_great</c:v>
                </c:pt>
                <c:pt idx="9284">
                  <c:v>messheadclothingtest</c:v>
                </c:pt>
                <c:pt idx="9285">
                  <c:v>messagefromthebeyond</c:v>
                </c:pt>
                <c:pt idx="9286">
                  <c:v>message_beneath_contempt</c:v>
                </c:pt>
                <c:pt idx="9287">
                  <c:v>mesquiteseniorprank0</c:v>
                </c:pt>
                <c:pt idx="9288">
                  <c:v>merrylittlemetalhead</c:v>
                </c:pt>
                <c:pt idx="9289">
                  <c:v>meredithloverforever</c:v>
                </c:pt>
                <c:pt idx="9290">
                  <c:v>meredithcorsonbaldwin</c:v>
                </c:pt>
                <c:pt idx="9291">
                  <c:v>mercynightclubregular</c:v>
                </c:pt>
                <c:pt idx="9292">
                  <c:v>mercyjusticehumilitylove</c:v>
                </c:pt>
                <c:pt idx="9293">
                  <c:v>mercilessmobsopranoboy</c:v>
                </c:pt>
                <c:pt idx="9294">
                  <c:v>mercedespinkiceprincess</c:v>
                </c:pt>
                <c:pt idx="9295">
                  <c:v>mercedes_lynn_conway</c:v>
                </c:pt>
                <c:pt idx="9296">
                  <c:v>mercedesdaniellesmith</c:v>
                </c:pt>
                <c:pt idx="9297">
                  <c:v>mercedesceceliasteelman</c:v>
                </c:pt>
                <c:pt idx="9298">
                  <c:v>mentorsonlyrealhiphop</c:v>
                </c:pt>
                <c:pt idx="9299">
                  <c:v>mentallyunstablegoalie</c:v>
                </c:pt>
                <c:pt idx="9300">
                  <c:v>mentallydisturbedguy</c:v>
                </c:pt>
                <c:pt idx="9301">
                  <c:v>menshouldnotfearpink</c:v>
                </c:pt>
                <c:pt idx="9302">
                  <c:v>mendontprotectyouanymore</c:v>
                </c:pt>
                <c:pt idx="9303">
                  <c:v>memphis_tiger_4_life</c:v>
                </c:pt>
                <c:pt idx="9304">
                  <c:v>memphis_blood_nigger</c:v>
                </c:pt>
                <c:pt idx="9305">
                  <c:v>memoryplayshideandseek</c:v>
                </c:pt>
                <c:pt idx="9306">
                  <c:v>memorial_hall_library</c:v>
                </c:pt>
                <c:pt idx="9307">
                  <c:v>memorialdayweekend4ever</c:v>
                </c:pt>
                <c:pt idx="9308">
                  <c:v>meloncholic_desperation</c:v>
                </c:pt>
                <c:pt idx="9309">
                  <c:v>melodystyleapartment</c:v>
                </c:pt>
                <c:pt idx="9310">
                  <c:v>melody_chapman_tucker</c:v>
                </c:pt>
                <c:pt idx="9311">
                  <c:v>melodicenergycommission</c:v>
                </c:pt>
                <c:pt idx="9312">
                  <c:v>melodicdeathmetalmike</c:v>
                </c:pt>
                <c:pt idx="9313">
                  <c:v>melodicabortionorchestra</c:v>
                </c:pt>
                <c:pt idx="9314">
                  <c:v>mellyloveskelly21385</c:v>
                </c:pt>
                <c:pt idx="9315">
                  <c:v>mellow_yellow_fellow</c:v>
                </c:pt>
                <c:pt idx="9316">
                  <c:v>MellonCollieButterfly</c:v>
                </c:pt>
                <c:pt idx="9317">
                  <c:v>melissatonyaustinevan</c:v>
                </c:pt>
                <c:pt idx="9318">
                  <c:v>melissatheweddingplanner</c:v>
                </c:pt>
                <c:pt idx="9319">
                  <c:v>melissa_the_notorious</c:v>
                </c:pt>
                <c:pt idx="9320">
                  <c:v>melissastinkerbellpage</c:v>
                </c:pt>
                <c:pt idx="9321">
                  <c:v>melissasteinphotography</c:v>
                </c:pt>
                <c:pt idx="9322">
                  <c:v>melissa_soccerbabe09</c:v>
                </c:pt>
                <c:pt idx="9323">
                  <c:v>melissa_sexyblonde_18</c:v>
                </c:pt>
                <c:pt idx="9324">
                  <c:v>melissa_sexy_baby_101</c:v>
                </c:pt>
                <c:pt idx="9325">
                  <c:v>melissa_rock_life_hard</c:v>
                </c:pt>
                <c:pt idx="9326">
                  <c:v>melissareneefranklin</c:v>
                </c:pt>
                <c:pt idx="9327">
                  <c:v>Melissa_Petersen1229</c:v>
                </c:pt>
                <c:pt idx="9328">
                  <c:v>melissa_missy_whatever</c:v>
                </c:pt>
                <c:pt idx="9329">
                  <c:v>melissamichellesmith0128</c:v>
                </c:pt>
                <c:pt idx="9330">
                  <c:v>melissamichellemitchell</c:v>
                </c:pt>
                <c:pt idx="9331">
                  <c:v>melissa_marie_walker</c:v>
                </c:pt>
                <c:pt idx="9332">
                  <c:v>melissamariemartinez</c:v>
                </c:pt>
                <c:pt idx="9333">
                  <c:v>melissa_marie_collins</c:v>
                </c:pt>
                <c:pt idx="9334">
                  <c:v>melissamadethisforme</c:v>
                </c:pt>
                <c:pt idx="9335">
                  <c:v>melissa_little_bastard</c:v>
                </c:pt>
                <c:pt idx="9336">
                  <c:v>melissa_joan_hart_fan</c:v>
                </c:pt>
                <c:pt idx="9337">
                  <c:v>melissa_exotic_piercer</c:v>
                </c:pt>
                <c:pt idx="9338">
                  <c:v>melissachrisanddanny</c:v>
                </c:pt>
                <c:pt idx="9339">
                  <c:v>melissa_aka_the_best</c:v>
                </c:pt>
                <c:pt idx="9340">
                  <c:v>melindawarrenhalliwell</c:v>
                </c:pt>
                <c:pt idx="9341">
                  <c:v>melinda_linda_whiteout</c:v>
                </c:pt>
                <c:pt idx="9342">
                  <c:v>melindajoshandalison</c:v>
                </c:pt>
                <c:pt idx="9343">
                  <c:v>mel_dirtycountrygirl</c:v>
                </c:pt>
                <c:pt idx="9344">
                  <c:v>melaniechapmanalways</c:v>
                </c:pt>
                <c:pt idx="9345">
                  <c:v>melanie__arellano100</c:v>
                </c:pt>
                <c:pt idx="9346">
                  <c:v>melancholymetalchick</c:v>
                </c:pt>
                <c:pt idx="9347">
                  <c:v>melancholicresidualdamage</c:v>
                </c:pt>
                <c:pt idx="9348">
                  <c:v>meitrixstudio54_chris</c:v>
                </c:pt>
                <c:pt idx="9349">
                  <c:v>meinernameristgunter</c:v>
                </c:pt>
                <c:pt idx="9350">
                  <c:v>meharchaingangsoldier54</c:v>
                </c:pt>
                <c:pt idx="9351">
                  <c:v>meghanfrigginelizabeth</c:v>
                </c:pt>
                <c:pt idx="9352">
                  <c:v>meghan7greenmountain</c:v>
                </c:pt>
                <c:pt idx="9353">
                  <c:v>megan_taylor_donahue</c:v>
                </c:pt>
                <c:pt idx="9354">
                  <c:v>meganparker_roleplayer</c:v>
                </c:pt>
                <c:pt idx="9355">
                  <c:v>meganpalmerspikedriver</c:v>
                </c:pt>
                <c:pt idx="9356">
                  <c:v>megan_middlename_gorman</c:v>
                </c:pt>
                <c:pt idx="9357">
                  <c:v>megan_gilbert_spicer</c:v>
                </c:pt>
                <c:pt idx="9358">
                  <c:v>meganelizabethparker</c:v>
                </c:pt>
                <c:pt idx="9359">
                  <c:v>megan_elizabeth_manning</c:v>
                </c:pt>
                <c:pt idx="9360">
                  <c:v>_megan_beautiful_kiss</c:v>
                </c:pt>
                <c:pt idx="9361">
                  <c:v>megan_babygurl_redbone</c:v>
                </c:pt>
                <c:pt idx="9362">
                  <c:v>meganandveetelevision</c:v>
                </c:pt>
                <c:pt idx="9363">
                  <c:v>meganandcarl4fourlife</c:v>
                </c:pt>
                <c:pt idx="9364">
                  <c:v>meganandbrandon4ever</c:v>
                </c:pt>
                <c:pt idx="9365">
                  <c:v>meetthaloverandthefighter</c:v>
                </c:pt>
                <c:pt idx="9366">
                  <c:v>meetandgreet_podcast</c:v>
                </c:pt>
                <c:pt idx="9367">
                  <c:v>medical_injury_lawyer</c:v>
                </c:pt>
                <c:pt idx="9368">
                  <c:v>medford_him_street_team</c:v>
                </c:pt>
                <c:pt idx="9369">
                  <c:v>mechanicaldeathwhore</c:v>
                </c:pt>
                <c:pt idx="9370">
                  <c:v>meatwadmoonmaster1</c:v>
                </c:pt>
                <c:pt idx="9371">
                  <c:v>meangreenturtlemachine</c:v>
                </c:pt>
                <c:pt idx="9372">
                  <c:v>meangreensloppyjoemachine</c:v>
                </c:pt>
                <c:pt idx="9373">
                  <c:v>meanfaceentertainment</c:v>
                </c:pt>
                <c:pt idx="9374">
                  <c:v>meaghan_rachel_ashley</c:v>
                </c:pt>
                <c:pt idx="9375">
                  <c:v>meagan_1andonly_beautiful</c:v>
                </c:pt>
                <c:pt idx="9376">
                  <c:v>meadowbrooknightlife</c:v>
                </c:pt>
                <c:pt idx="9377">
                  <c:v>mayraisprincess4ever</c:v>
                </c:pt>
                <c:pt idx="9378">
                  <c:v>maygoodprevailoverevil</c:v>
                </c:pt>
                <c:pt idx="9379">
                  <c:v>maygodblessourmilitary</c:v>
                </c:pt>
                <c:pt idx="9380">
                  <c:v>mayexperienceturbulence</c:v>
                </c:pt>
                <c:pt idx="9381">
                  <c:v>maycauseinternalbleeding</c:v>
                </c:pt>
                <c:pt idx="9382">
                  <c:v>maybridgerealitygroup</c:v>
                </c:pt>
                <c:pt idx="9383">
                  <c:v>may11981causticalone</c:v>
                </c:pt>
                <c:pt idx="9384">
                  <c:v>maxtownnotgrapestreet</c:v>
                </c:pt>
                <c:pt idx="9385">
                  <c:v>maxine_and_gwendolyn</c:v>
                </c:pt>
                <c:pt idx="9386">
                  <c:v>maximustheinvincible</c:v>
                </c:pt>
                <c:pt idx="9387">
                  <c:v>maximuslapteff472022934</c:v>
                </c:pt>
                <c:pt idx="9388">
                  <c:v>maximumarticulatingthing</c:v>
                </c:pt>
                <c:pt idx="9389">
                  <c:v>maximizeyourenjoyment</c:v>
                </c:pt>
                <c:pt idx="9390">
                  <c:v>maximillionvalentine</c:v>
                </c:pt>
                <c:pt idx="9391">
                  <c:v>maxhiding_questionmark</c:v>
                </c:pt>
                <c:pt idx="9392">
                  <c:v>max89042511499odapob48</c:v>
                </c:pt>
                <c:pt idx="9393">
                  <c:v>mavisbeaconteachestyping</c:v>
                </c:pt>
                <c:pt idx="9394">
                  <c:v>maverickallstarcheer</c:v>
                </c:pt>
                <c:pt idx="9395">
                  <c:v>mattison_basketball25</c:v>
                </c:pt>
                <c:pt idx="9396">
                  <c:v>mattisnotmusicallytalented</c:v>
                </c:pt>
                <c:pt idx="9397">
                  <c:v>mattie_depressed_single</c:v>
                </c:pt>
                <c:pt idx="9398">
                  <c:v>matthewutteruniversity</c:v>
                </c:pt>
                <c:pt idx="9399">
                  <c:v>matthewtravisperry802</c:v>
                </c:pt>
                <c:pt idx="9400">
                  <c:v>matthewthomasmartinez</c:v>
                </c:pt>
                <c:pt idx="9401">
                  <c:v>matthewspervertedorgan</c:v>
                </c:pt>
                <c:pt idx="9402">
                  <c:v>matthewsmusicandworld</c:v>
                </c:pt>
                <c:pt idx="9403">
                  <c:v>matthewpinballwizard</c:v>
                </c:pt>
                <c:pt idx="9404">
                  <c:v>matthewpattersonlancaster</c:v>
                </c:pt>
                <c:pt idx="9405">
                  <c:v>matthewharperphotography</c:v>
                </c:pt>
                <c:pt idx="9406">
                  <c:v>matthewgoodnightrock</c:v>
                </c:pt>
                <c:pt idx="9407">
                  <c:v>matthew_can_kick_ass</c:v>
                </c:pt>
                <c:pt idx="9408">
                  <c:v>matthewbrowncreative</c:v>
                </c:pt>
                <c:pt idx="9409">
                  <c:v>matthewbenjamincompton</c:v>
                </c:pt>
                <c:pt idx="9410">
                  <c:v>matthewandaprilevans</c:v>
                </c:pt>
                <c:pt idx="9411">
                  <c:v>matthewallenanderson</c:v>
                </c:pt>
                <c:pt idx="9412">
                  <c:v>matthew_aka_hollywud</c:v>
                </c:pt>
                <c:pt idx="9413">
                  <c:v>matthecreepycheerleader</c:v>
                </c:pt>
                <c:pt idx="9414">
                  <c:v>matlaevasvetlana1143</c:v>
                </c:pt>
                <c:pt idx="9415">
                  <c:v>mathsuccessunlimited</c:v>
                </c:pt>
                <c:pt idx="9416">
                  <c:v>mathfeaturingbritthuff</c:v>
                </c:pt>
                <c:pt idx="9417">
                  <c:v>matfromthesimpsonworld</c:v>
                </c:pt>
                <c:pt idx="9418">
                  <c:v>materialchickgonefamous</c:v>
                </c:pt>
                <c:pt idx="9419">
                  <c:v>mater_academy_lion_band</c:v>
                </c:pt>
                <c:pt idx="9420">
                  <c:v>matefeedkillrepeat90</c:v>
                </c:pt>
                <c:pt idx="9421">
                  <c:v>masturbateswithtoothbrush</c:v>
                </c:pt>
                <c:pt idx="9422">
                  <c:v>masterwayneakabatman</c:v>
                </c:pt>
                <c:pt idx="9423">
                  <c:v>masterstoneandthecobrakai</c:v>
                </c:pt>
                <c:pt idx="9424">
                  <c:v>mastersplinter_lopez</c:v>
                </c:pt>
                <c:pt idx="9425">
                  <c:v>master_splinter_band</c:v>
                </c:pt>
                <c:pt idx="9426">
                  <c:v>master_shake_the_drizzle</c:v>
                </c:pt>
                <c:pt idx="9427">
                  <c:v>masterplanmanagement</c:v>
                </c:pt>
                <c:pt idx="9428">
                  <c:v>masterpimpplayer200</c:v>
                </c:pt>
                <c:pt idx="9429">
                  <c:v>MasterMassageTherapist</c:v>
                </c:pt>
                <c:pt idx="9430">
                  <c:v>mastergeorgewashington</c:v>
                </c:pt>
                <c:pt idx="9431">
                  <c:v>masterfreckpettyofficer</c:v>
                </c:pt>
                <c:pt idx="9432">
                  <c:v>masterflydavisdazzle</c:v>
                </c:pt>
                <c:pt idx="9433">
                  <c:v>masterdarknessfallen</c:v>
                </c:pt>
                <c:pt idx="9434">
                  <c:v>master_chief_head_shot</c:v>
                </c:pt>
                <c:pt idx="9435">
                  <c:v>masterbedroomtheband</c:v>
                </c:pt>
                <c:pt idx="9436">
                  <c:v>masterandhisslavemarissa</c:v>
                </c:pt>
                <c:pt idx="9437">
                  <c:v>massundergroundtunnel</c:v>
                </c:pt>
                <c:pt idx="9438">
                  <c:v>massoud_atef_represent</c:v>
                </c:pt>
                <c:pt idx="9439">
                  <c:v>massive_paranoia_attack</c:v>
                </c:pt>
                <c:pt idx="9440">
                  <c:v>massiveattackorlando</c:v>
                </c:pt>
                <c:pt idx="9441">
                  <c:v>massage_west_chicago</c:v>
                </c:pt>
                <c:pt idx="9442">
                  <c:v>massagetherapybusiness</c:v>
                </c:pt>
                <c:pt idx="9443">
                  <c:v>massagetherapistmegan</c:v>
                </c:pt>
                <c:pt idx="9444">
                  <c:v>massagetherapistkendra</c:v>
                </c:pt>
                <c:pt idx="9445">
                  <c:v>masonwillruletheworld</c:v>
                </c:pt>
                <c:pt idx="9446">
                  <c:v>masochisticdeathcannibal</c:v>
                </c:pt>
                <c:pt idx="9447">
                  <c:v>maryvilleredneckgirl</c:v>
                </c:pt>
                <c:pt idx="9448">
                  <c:v>marytheresacolapinto</c:v>
                </c:pt>
                <c:pt idx="9449">
                  <c:v>marythehighlandmoocow</c:v>
                </c:pt>
                <c:pt idx="9450">
                  <c:v>mary_tha_brunette_chick</c:v>
                </c:pt>
                <c:pt idx="9451">
                  <c:v>marysflowersuperhead</c:v>
                </c:pt>
                <c:pt idx="9452">
                  <c:v>marypoppinsdeathumbrella</c:v>
                </c:pt>
                <c:pt idx="9453">
                  <c:v>marymargaretunderwood</c:v>
                </c:pt>
                <c:pt idx="9454">
                  <c:v>marylandstateboychoir</c:v>
                </c:pt>
                <c:pt idx="9455">
                  <c:v>mary.kristine.stanley</c:v>
                </c:pt>
                <c:pt idx="9456">
                  <c:v>marykathrynpatterson</c:v>
                </c:pt>
                <c:pt idx="9457">
                  <c:v>marykatherinesuperstar</c:v>
                </c:pt>
                <c:pt idx="9458">
                  <c:v>mary_kate_the_real_thing</c:v>
                </c:pt>
                <c:pt idx="9459">
                  <c:v>marykatelyndespelder</c:v>
                </c:pt>
                <c:pt idx="9460">
                  <c:v>MaryKateandAshleybestsis</c:v>
                </c:pt>
                <c:pt idx="9461">
                  <c:v>marykateandashley111</c:v>
                </c:pt>
                <c:pt idx="9462">
                  <c:v>mary_kate_and_ash_fan2212</c:v>
                </c:pt>
                <c:pt idx="9463">
                  <c:v>mary_ellen_christensen</c:v>
                </c:pt>
                <c:pt idx="9464">
                  <c:v>maryelizabethharkness</c:v>
                </c:pt>
                <c:pt idx="9465">
                  <c:v>maryclosemassagetherapy</c:v>
                </c:pt>
                <c:pt idx="9466">
                  <c:v>mary_catherine_gallager</c:v>
                </c:pt>
                <c:pt idx="9467">
                  <c:v>maryathedancingqueen</c:v>
                </c:pt>
                <c:pt idx="9468">
                  <c:v>maryallisonphotography</c:v>
                </c:pt>
                <c:pt idx="9469">
                  <c:v>marvelous_motion_moon</c:v>
                </c:pt>
                <c:pt idx="9470">
                  <c:v>martonicentertainment</c:v>
                </c:pt>
                <c:pt idx="9471">
                  <c:v>martinguyjazzdrummer</c:v>
                </c:pt>
                <c:pt idx="9472">
                  <c:v>martinezthebeatsmith</c:v>
                </c:pt>
                <c:pt idx="9473">
                  <c:v>martians_from_outerspace</c:v>
                </c:pt>
                <c:pt idx="9474">
                  <c:v>martialartistforlife</c:v>
                </c:pt>
                <c:pt idx="9475">
                  <c:v>marthaelizabethhocking</c:v>
                </c:pt>
                <c:pt idx="9476">
                  <c:v>marshymarshmellowlover</c:v>
                </c:pt>
                <c:pt idx="9477">
                  <c:v>marshmellow_madness51007</c:v>
                </c:pt>
                <c:pt idx="9478">
                  <c:v>marshmancomedyportland</c:v>
                </c:pt>
                <c:pt idx="9479">
                  <c:v>marshmallowsareyummy</c:v>
                </c:pt>
                <c:pt idx="9480">
                  <c:v>married_northwest_guy</c:v>
                </c:pt>
                <c:pt idx="9481">
                  <c:v>marriedmanlooking1973</c:v>
                </c:pt>
                <c:pt idx="9482">
                  <c:v>marriedandstillsingle</c:v>
                </c:pt>
                <c:pt idx="9483">
                  <c:v>marquita_thatbitch_miller</c:v>
                </c:pt>
                <c:pt idx="9484">
                  <c:v>maroon5shewillbeloved</c:v>
                </c:pt>
                <c:pt idx="9485">
                  <c:v>marni_elizabeth_anne</c:v>
                </c:pt>
                <c:pt idx="9486">
                  <c:v>marmitecheesecracker</c:v>
                </c:pt>
                <c:pt idx="9487">
                  <c:v>marmalade_chainsaw9</c:v>
                </c:pt>
                <c:pt idx="9488">
                  <c:v>marlitherainbowmaker</c:v>
                </c:pt>
                <c:pt idx="9489">
                  <c:v>marlinmonroewillifordtenor</c:v>
                </c:pt>
                <c:pt idx="9490">
                  <c:v>marlinmonroewilliford</c:v>
                </c:pt>
                <c:pt idx="9491">
                  <c:v>marleyjuniorthedragon</c:v>
                </c:pt>
                <c:pt idx="9492">
                  <c:v>markwatsonthecomedian</c:v>
                </c:pt>
                <c:pt idx="9493">
                  <c:v>mark_versus_the_world</c:v>
                </c:pt>
                <c:pt idx="9494">
                  <c:v>markthebaseballplayer</c:v>
                </c:pt>
                <c:pt idx="9495">
                  <c:v>mark_tha_cold_chilla</c:v>
                </c:pt>
                <c:pt idx="9496">
                  <c:v>MarksBrownEyedBabyGirl</c:v>
                </c:pt>
                <c:pt idx="9497">
                  <c:v>marks_better_than_blake</c:v>
                </c:pt>
                <c:pt idx="9498">
                  <c:v>marksandmantributepage</c:v>
                </c:pt>
                <c:pt idx="9499">
                  <c:v>marksandmanandmorphine</c:v>
                </c:pt>
                <c:pt idx="9500">
                  <c:v>mark_robinson_4_life</c:v>
                </c:pt>
                <c:pt idx="9501">
                  <c:v>markoneentertainment</c:v>
                </c:pt>
                <c:pt idx="9502">
                  <c:v>marknewtonphotography</c:v>
                </c:pt>
                <c:pt idx="9503">
                  <c:v>mark_hamilton_sloth4ever</c:v>
                </c:pt>
                <c:pt idx="9504">
                  <c:v>markgreenwoodexperience</c:v>
                </c:pt>
                <c:pt idx="9505">
                  <c:v>markgarthwaiteofficial</c:v>
                </c:pt>
                <c:pt idx="9506">
                  <c:v>marker_the_ass_clown</c:v>
                </c:pt>
                <c:pt idx="9507">
                  <c:v>markedhandlewithcare</c:v>
                </c:pt>
                <c:pt idx="9508">
                  <c:v>markdesigner_wisconsin</c:v>
                </c:pt>
                <c:pt idx="9509">
                  <c:v>mark_and_kristina_forever</c:v>
                </c:pt>
                <c:pt idx="9510">
                  <c:v>mark_anderson_fansite</c:v>
                </c:pt>
                <c:pt idx="9511">
                  <c:v>mark_and_brooke_200</c:v>
                </c:pt>
                <c:pt idx="9512">
                  <c:v>mark_aka_the_sax_master</c:v>
                </c:pt>
                <c:pt idx="9513">
                  <c:v>marissawoo_missfairy87</c:v>
                </c:pt>
                <c:pt idx="9514">
                  <c:v>marissatheprincess1234</c:v>
                </c:pt>
                <c:pt idx="9515">
                  <c:v>marissajunevandaveer</c:v>
                </c:pt>
                <c:pt idx="9516">
                  <c:v>marissa_fairchild420</c:v>
                </c:pt>
                <c:pt idx="9517">
                  <c:v>marissaandmanny4ever</c:v>
                </c:pt>
                <c:pt idx="9518">
                  <c:v>marisollachivadecorazon</c:v>
                </c:pt>
                <c:pt idx="9519">
                  <c:v>marisasoftballballer11</c:v>
                </c:pt>
                <c:pt idx="9520">
                  <c:v>marinegirliesecretsis</c:v>
                </c:pt>
                <c:pt idx="9521">
                  <c:v>marine_corp_madness20</c:v>
                </c:pt>
                <c:pt idx="9522">
                  <c:v>marina_miriam_michal</c:v>
                </c:pt>
                <c:pt idx="9523">
                  <c:v>marilynhotchkissmovie</c:v>
                </c:pt>
                <c:pt idx="9524">
                  <c:v>marie_zombie_hearts_you</c:v>
                </c:pt>
                <c:pt idx="9525">
                  <c:v>mariethesocialworker</c:v>
                </c:pt>
                <c:pt idx="9526">
                  <c:v>marieheleneberthelot</c:v>
                </c:pt>
                <c:pt idx="9527">
                  <c:v>marieandcheyenne4ever</c:v>
                </c:pt>
                <c:pt idx="9528">
                  <c:v>maricopacountyprisonband</c:v>
                </c:pt>
                <c:pt idx="9529">
                  <c:v>maribeladrianbrianna</c:v>
                </c:pt>
                <c:pt idx="9530">
                  <c:v>maria_sponge_bob_lover</c:v>
                </c:pt>
                <c:pt idx="9531">
                  <c:v>marianna_thegirlnextdoor</c:v>
                </c:pt>
                <c:pt idx="9532">
                  <c:v>marianaandterraarehot</c:v>
                </c:pt>
                <c:pt idx="9533">
                  <c:v>marialouisarodriguez</c:v>
                </c:pt>
                <c:pt idx="9534">
                  <c:v>mariaelizabethtucker</c:v>
                </c:pt>
                <c:pt idx="9535">
                  <c:v>mariadelcarmenmorales</c:v>
                </c:pt>
                <c:pt idx="9536">
                  <c:v>mariachristinanumber1</c:v>
                </c:pt>
                <c:pt idx="9537">
                  <c:v>mariachifromotherspace</c:v>
                </c:pt>
                <c:pt idx="9538">
                  <c:v>mari9alldayeveryday</c:v>
                </c:pt>
                <c:pt idx="9539">
                  <c:v>margomeganmindymommy</c:v>
                </c:pt>
                <c:pt idx="9540">
                  <c:v>margaritaivanova1990</c:v>
                </c:pt>
                <c:pt idx="9541">
                  <c:v>margaret_thatcher_naked</c:v>
                </c:pt>
                <c:pt idx="9542">
                  <c:v>margaret_spence_moon</c:v>
                </c:pt>
                <c:pt idx="9543">
                  <c:v>margaretrosecollection</c:v>
                </c:pt>
                <c:pt idx="9544">
                  <c:v>mardigrasdivaforever</c:v>
                </c:pt>
                <c:pt idx="9545">
                  <c:v>marcopolocanberraband</c:v>
                </c:pt>
                <c:pt idx="9546">
                  <c:v>marcie_the_killer_ant</c:v>
                </c:pt>
                <c:pt idx="9547">
                  <c:v>marching_band_reject</c:v>
                </c:pt>
                <c:pt idx="9548">
                  <c:v>marchingbandconductor</c:v>
                </c:pt>
                <c:pt idx="9549">
                  <c:v>marcella_thomas_4ever</c:v>
                </c:pt>
                <c:pt idx="9550">
                  <c:v>marcel_black_panther</c:v>
                </c:pt>
                <c:pt idx="9551">
                  <c:v>marbletulipjuicytree3</c:v>
                </c:pt>
                <c:pt idx="9552">
                  <c:v>marbletulipjuicytree</c:v>
                </c:pt>
                <c:pt idx="9553">
                  <c:v>man_your_battlestation</c:v>
                </c:pt>
                <c:pt idx="9554">
                  <c:v>man_with_the_plan_89</c:v>
                </c:pt>
                <c:pt idx="9555">
                  <c:v>man_with_the_golden_gun</c:v>
                </c:pt>
                <c:pt idx="9556">
                  <c:v>manwiththebeautifulface</c:v>
                </c:pt>
                <c:pt idx="9557">
                  <c:v>man_that_you_fear_199</c:v>
                </c:pt>
                <c:pt idx="9558">
                  <c:v>mantarayvocationalschool</c:v>
                </c:pt>
                <c:pt idx="9559">
                  <c:v>manly_eagle_cheerleader</c:v>
                </c:pt>
                <c:pt idx="9560">
                  <c:v>manisauselesspassion</c:v>
                </c:pt>
                <c:pt idx="9561">
                  <c:v>manipulateandeducate</c:v>
                </c:pt>
                <c:pt idx="9562">
                  <c:v>manifestationtheband</c:v>
                </c:pt>
                <c:pt idx="9563">
                  <c:v>manhattansideproject</c:v>
                </c:pt>
                <c:pt idx="9564">
                  <c:v>manhattanprojectgroup</c:v>
                </c:pt>
                <c:pt idx="9565">
                  <c:v>manhandsonmiserytoman</c:v>
                </c:pt>
                <c:pt idx="9566">
                  <c:v>man_eating_village_idiot</c:v>
                </c:pt>
                <c:pt idx="9567">
                  <c:v>Mandythesoutherngurl</c:v>
                </c:pt>
                <c:pt idx="9568">
                  <c:v>mandythapenguinfreak</c:v>
                </c:pt>
                <c:pt idx="9569">
                  <c:v>mandy_phoebe_stephane</c:v>
                </c:pt>
                <c:pt idx="9570">
                  <c:v>mandy_pandy_pooh_bear</c:v>
                </c:pt>
                <c:pt idx="9571">
                  <c:v>mandatorydeathsentence</c:v>
                </c:pt>
                <c:pt idx="9572">
                  <c:v>mandathepolkadotpanda</c:v>
                </c:pt>
                <c:pt idx="9573">
                  <c:v>mandamichellemabelle</c:v>
                </c:pt>
                <c:pt idx="9574">
                  <c:v>mandamanda_girlfriend</c:v>
                </c:pt>
                <c:pt idx="9575">
                  <c:v>manchild_the_original</c:v>
                </c:pt>
                <c:pt idx="9576">
                  <c:v>manchesterunited_lox</c:v>
                </c:pt>
                <c:pt idx="9577">
                  <c:v>Manchester_United_Freak</c:v>
                </c:pt>
                <c:pt idx="9578">
                  <c:v>manchesterunitedfan200</c:v>
                </c:pt>
                <c:pt idx="9579">
                  <c:v>manchesterunitedalex</c:v>
                </c:pt>
                <c:pt idx="9580">
                  <c:v>manchesterstreetdance</c:v>
                </c:pt>
                <c:pt idx="9581">
                  <c:v>manchestermusicsovietunion</c:v>
                </c:pt>
                <c:pt idx="9582">
                  <c:v>manchester_mooseworks</c:v>
                </c:pt>
                <c:pt idx="9583">
                  <c:v>mamma2carlee_courtnee</c:v>
                </c:pt>
                <c:pt idx="9584">
                  <c:v>mallrabbitmelancholic</c:v>
                </c:pt>
                <c:pt idx="9585">
                  <c:v>mallory_the_great_02</c:v>
                </c:pt>
                <c:pt idx="9586">
                  <c:v>mallorylaurencarroll</c:v>
                </c:pt>
                <c:pt idx="9587">
                  <c:v>malikchocolateboywonder</c:v>
                </c:pt>
                <c:pt idx="9588">
                  <c:v>maliciousdomesticgoblin</c:v>
                </c:pt>
                <c:pt idx="9589">
                  <c:v>malewithcamforfemale</c:v>
                </c:pt>
                <c:pt idx="9590">
                  <c:v>malakaientertainment</c:v>
                </c:pt>
                <c:pt idx="9591">
                  <c:v>maladaptiveperfectionism</c:v>
                </c:pt>
                <c:pt idx="9592">
                  <c:v>malachi_the_preacher</c:v>
                </c:pt>
                <c:pt idx="9593">
                  <c:v>makingyourselfbetter</c:v>
                </c:pt>
                <c:pt idx="9594">
                  <c:v>makingpeacewithdistance</c:v>
                </c:pt>
                <c:pt idx="9595">
                  <c:v>makingniggazcheatallova</c:v>
                </c:pt>
                <c:pt idx="9596">
                  <c:v>makeyourselfpittable</c:v>
                </c:pt>
                <c:pt idx="9597">
                  <c:v>makeyourownmoneytoday</c:v>
                </c:pt>
                <c:pt idx="9598">
                  <c:v>makevirginityhistory</c:v>
                </c:pt>
                <c:pt idx="9599">
                  <c:v>makethenightlast4ever</c:v>
                </c:pt>
                <c:pt idx="9600">
                  <c:v>maketheinnocentbleed</c:v>
                </c:pt>
                <c:pt idx="9601">
                  <c:v>makethegoodtimeslast</c:v>
                </c:pt>
                <c:pt idx="9602">
                  <c:v>makesweetslashlovetome</c:v>
                </c:pt>
                <c:pt idx="9603">
                  <c:v>makeskateboardinglegal</c:v>
                </c:pt>
                <c:pt idx="9604">
                  <c:v>make_room_for_the_tuna</c:v>
                </c:pt>
                <c:pt idx="9605">
                  <c:v>make_room_for_the_kim</c:v>
                </c:pt>
                <c:pt idx="9606">
                  <c:v>make_peace_all_around</c:v>
                </c:pt>
                <c:pt idx="9607">
                  <c:v>make_money_get_pussy</c:v>
                </c:pt>
                <c:pt idx="9608">
                  <c:v>make_love_not_war198</c:v>
                </c:pt>
                <c:pt idx="9609">
                  <c:v>makeheartsbeatfaster</c:v>
                </c:pt>
                <c:pt idx="9610">
                  <c:v>make_each_moment_count</c:v>
                </c:pt>
                <c:pt idx="9611">
                  <c:v>makedamnsureyoucantleave</c:v>
                </c:pt>
                <c:pt idx="9612">
                  <c:v>majo_the_dark_princess</c:v>
                </c:pt>
                <c:pt idx="9613">
                  <c:v>majormoneyentertainment200</c:v>
                </c:pt>
                <c:pt idx="9614">
                  <c:v>majormoneyentertainment</c:v>
                </c:pt>
                <c:pt idx="9615">
                  <c:v>majorleagueproduction</c:v>
                </c:pt>
                <c:pt idx="9616">
                  <c:v>majorjetthespacepilot</c:v>
                </c:pt>
                <c:pt idx="9617">
                  <c:v>majestysouthernprince</c:v>
                </c:pt>
                <c:pt idx="9618">
                  <c:v>maisiecrazyjaneinsane</c:v>
                </c:pt>
                <c:pt idx="9619">
                  <c:v>mainsqueezeorchestra</c:v>
                </c:pt>
                <c:pt idx="9620">
                  <c:v>maineventwrestlingfed</c:v>
                </c:pt>
                <c:pt idx="9621">
                  <c:v>magtheotherwhitemeat</c:v>
                </c:pt>
                <c:pt idx="9622">
                  <c:v>magpie_magazine_gallery</c:v>
                </c:pt>
                <c:pt idx="9623">
                  <c:v>magnificentflyingotter</c:v>
                </c:pt>
                <c:pt idx="9624">
                  <c:v>magnettheadvicegiver</c:v>
                </c:pt>
                <c:pt idx="9625">
                  <c:v>magnetfordestruction</c:v>
                </c:pt>
                <c:pt idx="9626">
                  <c:v>magic_tickle_sean_large</c:v>
                </c:pt>
                <c:pt idx="9627">
                  <c:v>magicsoftballplaya14</c:v>
                </c:pt>
                <c:pt idx="9628">
                  <c:v>magicnumberingarchestra</c:v>
                </c:pt>
                <c:pt idx="9629">
                  <c:v>magic_monkey_mushroom_man</c:v>
                </c:pt>
                <c:pt idx="9630">
                  <c:v>magicfairyglitterwand</c:v>
                </c:pt>
                <c:pt idx="9631">
                  <c:v>magicalunicorndancing</c:v>
                </c:pt>
                <c:pt idx="9632">
                  <c:v>magicalmysticalunicorn</c:v>
                </c:pt>
                <c:pt idx="9633">
                  <c:v>magicalbluemushroomtour7</c:v>
                </c:pt>
                <c:pt idx="9634">
                  <c:v>_maggot_illripyouapart</c:v>
                </c:pt>
                <c:pt idx="9635">
                  <c:v>maggothellspawn515</c:v>
                </c:pt>
                <c:pt idx="9636">
                  <c:v>maggiemooandjasminetoo</c:v>
                </c:pt>
                <c:pt idx="9637">
                  <c:v>madwomanfromtheattic</c:v>
                </c:pt>
                <c:pt idx="9638">
                  <c:v>madtown_waterpolo_1</c:v>
                </c:pt>
                <c:pt idx="9639">
                  <c:v>mad_snake_footy_head</c:v>
                </c:pt>
                <c:pt idx="9640">
                  <c:v>mad_scientist_professor</c:v>
                </c:pt>
                <c:pt idx="9641">
                  <c:v>MADmikeTHEshowSTOPPER</c:v>
                </c:pt>
                <c:pt idx="9642">
                  <c:v>madmartiganfromwillow</c:v>
                </c:pt>
                <c:pt idx="9643">
                  <c:v>madisonbellswimfan85</c:v>
                </c:pt>
                <c:pt idx="9644">
                  <c:v>madisonbasementpingpong</c:v>
                </c:pt>
                <c:pt idx="9645">
                  <c:v>mad_hatter_nursery_rhyme</c:v>
                </c:pt>
                <c:pt idx="9646">
                  <c:v>madhatterentertainment</c:v>
                </c:pt>
                <c:pt idx="9647">
                  <c:v>madewithpureoliveoil</c:v>
                </c:pt>
                <c:pt idx="9648">
                  <c:v>madekingentertainment</c:v>
                </c:pt>
                <c:pt idx="9649">
                  <c:v>madeinheavenlondonjeans</c:v>
                </c:pt>
                <c:pt idx="9650">
                  <c:v>made4war_youthministry</c:v>
                </c:pt>
                <c:pt idx="9651">
                  <c:v>maddy_bear_needs_love_</c:v>
                </c:pt>
                <c:pt idx="9652">
                  <c:v>maddie_will_rock_you</c:v>
                </c:pt>
                <c:pt idx="9653">
                  <c:v>maddie_thecandiegurl</c:v>
                </c:pt>
                <c:pt idx="9654">
                  <c:v>maddie_candy_countergirl</c:v>
                </c:pt>
                <c:pt idx="9655">
                  <c:v>maddie_ashley_candy_girl</c:v>
                </c:pt>
                <c:pt idx="9656">
                  <c:v>maddennationmixtapevol1</c:v>
                </c:pt>
                <c:pt idx="9657">
                  <c:v>madchichollistergirl</c:v>
                </c:pt>
                <c:pt idx="9658">
                  <c:v>madamesnoopy_firstlady</c:v>
                </c:pt>
                <c:pt idx="9659">
                  <c:v>madame_princess_jennifer</c:v>
                </c:pt>
                <c:pt idx="9660">
                  <c:v>madame_jojo_and_fluffy</c:v>
                </c:pt>
                <c:pt idx="9661">
                  <c:v>madadrenalinescientist</c:v>
                </c:pt>
                <c:pt idx="9662">
                  <c:v>mad_about_you_4_life</c:v>
                </c:pt>
                <c:pt idx="9663">
                  <c:v>mackwearclothingcompany</c:v>
                </c:pt>
                <c:pt idx="9664">
                  <c:v>macktheyouthminister</c:v>
                </c:pt>
                <c:pt idx="9665">
                  <c:v>mackdaddymiddleton89</c:v>
                </c:pt>
                <c:pt idx="9666">
                  <c:v>machinist_mate_watson</c:v>
                </c:pt>
                <c:pt idx="9667">
                  <c:v>lyssaashleyescalante</c:v>
                </c:pt>
                <c:pt idx="9668">
                  <c:v>lysanne_wrestlingfan</c:v>
                </c:pt>
                <c:pt idx="9669">
                  <c:v>lyricalwhitechocolate</c:v>
                </c:pt>
                <c:pt idx="9670">
                  <c:v>lyrical_stronghearts</c:v>
                </c:pt>
                <c:pt idx="9671">
                  <c:v>lyricalprincess4life</c:v>
                </c:pt>
                <c:pt idx="9672">
                  <c:v>lyrical_poetic_angel</c:v>
                </c:pt>
                <c:pt idx="9673">
                  <c:v>lyricallytherhymesaya</c:v>
                </c:pt>
                <c:pt idx="9674">
                  <c:v>lyntondenisetogether4eva</c:v>
                </c:pt>
                <c:pt idx="9675">
                  <c:v>lynnetteblakephotography</c:v>
                </c:pt>
                <c:pt idx="9676">
                  <c:v>lynnepattalockbarker</c:v>
                </c:pt>
                <c:pt idx="9677">
                  <c:v>lyndseyhattawaymusic</c:v>
                </c:pt>
                <c:pt idx="9678">
                  <c:v>lyingthroughyourteeth</c:v>
                </c:pt>
                <c:pt idx="9679">
                  <c:v>Lusty_love_goddess27</c:v>
                </c:pt>
                <c:pt idx="9680">
                  <c:v>luscious_very_talented</c:v>
                </c:pt>
                <c:pt idx="9681">
                  <c:v>lusciouslittlelauren</c:v>
                </c:pt>
                <c:pt idx="9682">
                  <c:v>luscious_little_babe</c:v>
                </c:pt>
                <c:pt idx="9683">
                  <c:v>lusciouscaramelbeauty</c:v>
                </c:pt>
                <c:pt idx="9684">
                  <c:v>lure_tattoo_and_piercing</c:v>
                </c:pt>
                <c:pt idx="9685">
                  <c:v>lunartacticsofficialpage</c:v>
                </c:pt>
                <c:pt idx="9686">
                  <c:v>lunarstar_mooncelestial</c:v>
                </c:pt>
                <c:pt idx="9687">
                  <c:v>lunamusicinternational</c:v>
                </c:pt>
                <c:pt idx="9688">
                  <c:v>luna_for_the_quibbler</c:v>
                </c:pt>
                <c:pt idx="9689">
                  <c:v>lumenslightandliving</c:v>
                </c:pt>
                <c:pt idx="9690">
                  <c:v>lukewhitephotographer</c:v>
                </c:pt>
                <c:pt idx="9691">
                  <c:v>luke_the_slightlyconfused</c:v>
                </c:pt>
                <c:pt idx="9692">
                  <c:v>luke_joe_awesomeness</c:v>
                </c:pt>
                <c:pt idx="9693">
                  <c:v>lukechosethisforjade</c:v>
                </c:pt>
                <c:pt idx="9694">
                  <c:v>luckythegreatandterrible</c:v>
                </c:pt>
                <c:pt idx="9695">
                  <c:v>luckystrikelouisville</c:v>
                </c:pt>
                <c:pt idx="9696">
                  <c:v>lucky_rich_white_bitch</c:v>
                </c:pt>
                <c:pt idx="9697">
                  <c:v>luckylittle13michelle</c:v>
                </c:pt>
                <c:pt idx="9698">
                  <c:v>lucky_leperchun_hippie</c:v>
                </c:pt>
                <c:pt idx="9699">
                  <c:v>luckycharmentertainment</c:v>
                </c:pt>
                <c:pt idx="9700">
                  <c:v>lucky_7_roses_are_red</c:v>
                </c:pt>
                <c:pt idx="9701">
                  <c:v>lucky13tattoosandpiercing</c:v>
                </c:pt>
                <c:pt idx="9702">
                  <c:v>luckchancefatedestiny</c:v>
                </c:pt>
                <c:pt idx="9703">
                  <c:v>lucindamarieelizabethrose</c:v>
                </c:pt>
                <c:pt idx="9704">
                  <c:v>lucidnightmareband01</c:v>
                </c:pt>
                <c:pt idx="9705">
                  <c:v>lucasandtheitchsensation</c:v>
                </c:pt>
                <c:pt idx="9706">
                  <c:v>loyalty_fidelity_truth</c:v>
                </c:pt>
                <c:pt idx="9707">
                  <c:v>loyalist_revolution_party</c:v>
                </c:pt>
                <c:pt idx="9708">
                  <c:v>lowsoftshoulderproject</c:v>
                </c:pt>
                <c:pt idx="9709">
                  <c:v>low_life_boogiewoogie</c:v>
                </c:pt>
                <c:pt idx="9710">
                  <c:v>lowflyingpanicattack</c:v>
                </c:pt>
                <c:pt idx="9711">
                  <c:v>lowerwoodlandskatepark</c:v>
                </c:pt>
                <c:pt idx="9712">
                  <c:v>lower_east_side_chick18</c:v>
                </c:pt>
                <c:pt idx="9713">
                  <c:v>lowcostmerchantaccount</c:v>
                </c:pt>
                <c:pt idx="9714">
                  <c:v>loving_you_forever0</c:v>
                </c:pt>
                <c:pt idx="9715">
                  <c:v>loving_you_4ever_421</c:v>
                </c:pt>
                <c:pt idx="9716">
                  <c:v>lovingwifeandmother4real</c:v>
                </c:pt>
                <c:pt idx="9717">
                  <c:v>lovingvanessahudgens</c:v>
                </c:pt>
                <c:pt idx="9718">
                  <c:v>lovingsis2_aka_maxine_law</c:v>
                </c:pt>
                <c:pt idx="9719">
                  <c:v>loving_leah_heartschi2</c:v>
                </c:pt>
                <c:pt idx="9720">
                  <c:v>lovingjessicaforever</c:v>
                </c:pt>
                <c:pt idx="9721">
                  <c:v>loving_jesse_forever</c:v>
                </c:pt>
                <c:pt idx="9722">
                  <c:v>lovinghiphopforever1212</c:v>
                </c:pt>
                <c:pt idx="9723">
                  <c:v>loving_hating_living</c:v>
                </c:pt>
                <c:pt idx="9724">
                  <c:v>lovingcaringgentleman</c:v>
                </c:pt>
                <c:pt idx="9725">
                  <c:v>lovingandlivinglife123</c:v>
                </c:pt>
                <c:pt idx="9726">
                  <c:v>love_your_sexy_kitten</c:v>
                </c:pt>
                <c:pt idx="9727">
                  <c:v>love_you_lots_brunette</c:v>
                </c:pt>
                <c:pt idx="9728">
                  <c:v>lovewithouthypocrisy</c:v>
                </c:pt>
                <c:pt idx="9729">
                  <c:v>lovewisdomunderstanding</c:v>
                </c:pt>
                <c:pt idx="9730">
                  <c:v>love_will_tear_you_apart</c:v>
                </c:pt>
                <c:pt idx="9731">
                  <c:v>lovewhatawonderfulword</c:v>
                </c:pt>
                <c:pt idx="9732">
                  <c:v>lovetravelsatillegalspeed</c:v>
                </c:pt>
                <c:pt idx="9733">
                  <c:v>lovetheworldregardless</c:v>
                </c:pt>
                <c:pt idx="9734">
                  <c:v>love_the_rain_likesilence</c:v>
                </c:pt>
                <c:pt idx="9735">
                  <c:v>lovetheplayboygirlalways</c:v>
                </c:pt>
                <c:pt idx="9736">
                  <c:v>lovethepersonyouarefirst</c:v>
                </c:pt>
                <c:pt idx="9737">
                  <c:v>love_the_lovely_laura</c:v>
                </c:pt>
                <c:pt idx="9738">
                  <c:v>lovethegame_vanessa21</c:v>
                </c:pt>
                <c:pt idx="9739">
                  <c:v>love_thats_different</c:v>
                </c:pt>
                <c:pt idx="9740">
                  <c:v>lovestruckpointblank</c:v>
                </c:pt>
                <c:pt idx="9741">
                  <c:v>love_struck_for_him_00</c:v>
                </c:pt>
                <c:pt idx="9742">
                  <c:v>lovesnotonlyblindbutdeaf</c:v>
                </c:pt>
                <c:pt idx="9743">
                  <c:v>lovesharkandthestonerfunkorchestra</c:v>
                </c:pt>
                <c:pt idx="9744">
                  <c:v>lover_under_the_cover</c:v>
                </c:pt>
                <c:pt idx="9745">
                  <c:v>loverly_beautiful_becca</c:v>
                </c:pt>
                <c:pt idx="9746">
                  <c:v>loverhymeswithkristen</c:v>
                </c:pt>
                <c:pt idx="9747">
                  <c:v>loverejoicesinthetruth</c:v>
                </c:pt>
                <c:pt idx="9748">
                  <c:v>loverboy1919hockey19</c:v>
                </c:pt>
                <c:pt idx="9749">
                  <c:v>lover_2_harry_potter</c:v>
                </c:pt>
                <c:pt idx="9750">
                  <c:v>love_pride_and_prejudice</c:v>
                </c:pt>
                <c:pt idx="9751">
                  <c:v>love_peace_joycoolness23</c:v>
                </c:pt>
                <c:pt idx="9752">
                  <c:v>lovepeacehippiegrease</c:v>
                </c:pt>
                <c:pt idx="9753">
                  <c:v>lovepeaceandtranquility</c:v>
                </c:pt>
                <c:pt idx="9754">
                  <c:v>love_peace_and_jackie</c:v>
                </c:pt>
                <c:pt idx="9755">
                  <c:v>lovepeaceandhappiness1</c:v>
                </c:pt>
                <c:pt idx="9756">
                  <c:v>lovepeaceandbacongrease</c:v>
                </c:pt>
                <c:pt idx="9757">
                  <c:v>love_over_everything</c:v>
                </c:pt>
                <c:pt idx="9758">
                  <c:v>love_oneyoualwayslike</c:v>
                </c:pt>
                <c:pt idx="9759">
                  <c:v>lovemysterious_chemistry</c:v>
                </c:pt>
                <c:pt idx="9760">
                  <c:v>lovemustfollowyouaround</c:v>
                </c:pt>
                <c:pt idx="9761">
                  <c:v>lovemusicangelbaby1234</c:v>
                </c:pt>
                <c:pt idx="9762">
                  <c:v>lovemeinthepouringrain</c:v>
                </c:pt>
                <c:pt idx="9763">
                  <c:v>love_marissa_allways</c:v>
                </c:pt>
                <c:pt idx="9764">
                  <c:v>lovelywhitechocolate510</c:v>
                </c:pt>
                <c:pt idx="9765">
                  <c:v>LovelySweetFantastic</c:v>
                </c:pt>
                <c:pt idx="9766">
                  <c:v>lovely_samantha_benson</c:v>
                </c:pt>
                <c:pt idx="9767">
                  <c:v>lovelyritametermaid5</c:v>
                </c:pt>
                <c:pt idx="9768">
                  <c:v>lovely_pink_princess</c:v>
                </c:pt>
                <c:pt idx="9769">
                  <c:v>lovelypalmspringshouse</c:v>
                </c:pt>
                <c:pt idx="9770">
                  <c:v>lovely_nessa_hudgens</c:v>
                </c:pt>
                <c:pt idx="9771">
                  <c:v>lovely_miss_elizabeth</c:v>
                </c:pt>
                <c:pt idx="9772">
                  <c:v>lovely_miss_christina</c:v>
                </c:pt>
                <c:pt idx="9773">
                  <c:v>lovelyloyalnettleton</c:v>
                </c:pt>
                <c:pt idx="9774">
                  <c:v>lovely_little_chelsea</c:v>
                </c:pt>
                <c:pt idx="9775">
                  <c:v>lovely_little_blonde</c:v>
                </c:pt>
                <c:pt idx="9776">
                  <c:v>lovelylayoutsandmore</c:v>
                </c:pt>
                <c:pt idx="9777">
                  <c:v>lovelygurlshavemorefun</c:v>
                </c:pt>
                <c:pt idx="9778">
                  <c:v>lovely_diva_princess</c:v>
                </c:pt>
                <c:pt idx="9779">
                  <c:v>lovely_but_dangerous</c:v>
                </c:pt>
                <c:pt idx="9780">
                  <c:v>lovelybrokenvampirekiss</c:v>
                </c:pt>
                <c:pt idx="9781">
                  <c:v>lovelyblackandsexy21</c:v>
                </c:pt>
                <c:pt idx="9782">
                  <c:v>lovelybabygurlprincess</c:v>
                </c:pt>
                <c:pt idx="9783">
                  <c:v>lovelyana_crazygirl_1</c:v>
                </c:pt>
                <c:pt idx="9784">
                  <c:v>love_live_laugh_party</c:v>
                </c:pt>
                <c:pt idx="9785">
                  <c:v>lovelikeelectrocution1111</c:v>
                </c:pt>
                <c:pt idx="9786">
                  <c:v>love_life_surf_smiling</c:v>
                </c:pt>
                <c:pt idx="9787">
                  <c:v>love_life_photography</c:v>
                </c:pt>
                <c:pt idx="9788">
                  <c:v>lovelie_mustangchick</c:v>
                </c:pt>
                <c:pt idx="9789">
                  <c:v>loveless_rocker_4ever</c:v>
                </c:pt>
                <c:pt idx="9790">
                  <c:v>love_laugh_live_party</c:v>
                </c:pt>
                <c:pt idx="9791">
                  <c:v>lovelaughlivelifealways</c:v>
                </c:pt>
                <c:pt idx="9792">
                  <c:v>lovelaughbelievesoar</c:v>
                </c:pt>
                <c:pt idx="9793">
                  <c:v>love_laugh_and_smile</c:v>
                </c:pt>
                <c:pt idx="9794">
                  <c:v>love_laugh_and_dream</c:v>
                </c:pt>
                <c:pt idx="9795">
                  <c:v>love_hope_beauty_death</c:v>
                </c:pt>
                <c:pt idx="9796">
                  <c:v>lovehimalwaysandforever</c:v>
                </c:pt>
                <c:pt idx="9797">
                  <c:v>loveherforever_natalie</c:v>
                </c:pt>
                <c:pt idx="9798">
                  <c:v>loveheartsandglitter</c:v>
                </c:pt>
                <c:pt idx="9799">
                  <c:v>love_hate_everything</c:v>
                </c:pt>
                <c:pt idx="9800">
                  <c:v>lovehatebodypiercing</c:v>
                </c:pt>
                <c:pt idx="9801">
                  <c:v>Love_hate_and_heartbreak</c:v>
                </c:pt>
                <c:pt idx="9802">
                  <c:v>lovefuryenergypassion_101</c:v>
                </c:pt>
                <c:pt idx="9803">
                  <c:v>loveforhighschoolmusical</c:v>
                </c:pt>
                <c:pt idx="9804">
                  <c:v>love_faith_happiness</c:v>
                </c:pt>
                <c:pt idx="9805">
                  <c:v>love_envy_admire_honor</c:v>
                </c:pt>
                <c:pt idx="9806">
                  <c:v>loveelizaweta11092000</c:v>
                </c:pt>
                <c:pt idx="9807">
                  <c:v>lovedrippingwithblood</c:v>
                </c:pt>
                <c:pt idx="9808">
                  <c:v>love_dont_last_4_ever</c:v>
                </c:pt>
                <c:pt idx="9809">
                  <c:v>lovedontcostathing2002</c:v>
                </c:pt>
                <c:pt idx="9810">
                  <c:v>lovedoesntworkthatway</c:v>
                </c:pt>
                <c:pt idx="9811">
                  <c:v>love_doesnt_last_4ever</c:v>
                </c:pt>
                <c:pt idx="9812">
                  <c:v>lovedoesntalwayshurt</c:v>
                </c:pt>
                <c:pt idx="9813">
                  <c:v>love_devotion_surrender</c:v>
                </c:pt>
                <c:pt idx="9814">
                  <c:v>lovecutieangelbeauty</c:v>
                </c:pt>
                <c:pt idx="9815">
                  <c:v>love_comes_softly909</c:v>
                </c:pt>
                <c:pt idx="9816">
                  <c:v>love_can_kill_your_heart</c:v>
                </c:pt>
                <c:pt idx="9817">
                  <c:v>lovebucketofficial05</c:v>
                </c:pt>
                <c:pt idx="9818">
                  <c:v>love_blink_182_forever</c:v>
                </c:pt>
                <c:pt idx="9819">
                  <c:v>love_big_hard_dick_24_7</c:v>
                </c:pt>
                <c:pt idx="9820">
                  <c:v>lovebeautyandphotography</c:v>
                </c:pt>
                <c:pt idx="9821">
                  <c:v>love_angle_music_baby_</c:v>
                </c:pt>
                <c:pt idx="9822">
                  <c:v>loveangelmusichayley</c:v>
                </c:pt>
                <c:pt idx="9823">
                  <c:v>loveangelmusicbabygirl</c:v>
                </c:pt>
                <c:pt idx="9824">
                  <c:v>love_angel_music_baby_</c:v>
                </c:pt>
                <c:pt idx="9825">
                  <c:v>love_angel_music_baby102</c:v>
                </c:pt>
                <c:pt idx="9826">
                  <c:v>love_angel_music_baby01</c:v>
                </c:pt>
                <c:pt idx="9827">
                  <c:v>love_and_pain_are_equal</c:v>
                </c:pt>
                <c:pt idx="9828">
                  <c:v>love_and_hate_collide</c:v>
                </c:pt>
                <c:pt idx="9829">
                  <c:v>loveandhappinessmusic</c:v>
                </c:pt>
                <c:pt idx="9830">
                  <c:v>loveandbasketball_jaybear</c:v>
                </c:pt>
                <c:pt idx="9831">
                  <c:v>Love_and_Basketball11</c:v>
                </c:pt>
                <c:pt idx="9832">
                  <c:v>loveandbasketball_10</c:v>
                </c:pt>
                <c:pt idx="9833">
                  <c:v>lovealways_liveforever</c:v>
                </c:pt>
                <c:pt idx="9834">
                  <c:v>love_always_laugh_often</c:v>
                </c:pt>
                <c:pt idx="9835">
                  <c:v>lovealwaysfailswithhim</c:v>
                </c:pt>
                <c:pt idx="9836">
                  <c:v>lovealwayscomesback_99</c:v>
                </c:pt>
                <c:pt idx="9837">
                  <c:v>lovealltrustfewwrongnone</c:v>
                </c:pt>
                <c:pt idx="9838">
                  <c:v>_love_all_trust_few_</c:v>
                </c:pt>
                <c:pt idx="9839">
                  <c:v>loveaffair_camera_whore</c:v>
                </c:pt>
                <c:pt idx="9840">
                  <c:v>loveactuallyprincess</c:v>
                </c:pt>
                <c:pt idx="9841">
                  <c:v>loveable_til_the_end</c:v>
                </c:pt>
                <c:pt idx="9842">
                  <c:v>loveablesweetdorkymamii</c:v>
                </c:pt>
                <c:pt idx="9843">
                  <c:v>loveable_kissable_nae</c:v>
                </c:pt>
                <c:pt idx="9844">
                  <c:v>loveable_harley_goddess</c:v>
                </c:pt>
                <c:pt idx="9845">
                  <c:v>loveablebrowneyedgurly</c:v>
                </c:pt>
                <c:pt idx="9846">
                  <c:v>loveablebrowneyedbaby</c:v>
                </c:pt>
                <c:pt idx="9847">
                  <c:v>love2lickthepussyyeah</c:v>
                </c:pt>
                <c:pt idx="9848">
                  <c:v>lovablesmalltowngirl</c:v>
                </c:pt>
                <c:pt idx="9849">
                  <c:v>lovable_kissable_woman</c:v>
                </c:pt>
                <c:pt idx="9850">
                  <c:v>lovablebadgirlgoneworse</c:v>
                </c:pt>
                <c:pt idx="9851">
                  <c:v>louisedreamphotography</c:v>
                </c:pt>
                <c:pt idx="9852">
                  <c:v>lost_without_progress</c:v>
                </c:pt>
                <c:pt idx="9853">
                  <c:v>lost_tribe_revolution</c:v>
                </c:pt>
                <c:pt idx="9854">
                  <c:v>lostsoultheotherteam</c:v>
                </c:pt>
                <c:pt idx="9855">
                  <c:v>lostscienceclubhouse</c:v>
                </c:pt>
                <c:pt idx="9856">
                  <c:v>lostmechanicalanimal</c:v>
                </c:pt>
                <c:pt idx="9857">
                  <c:v>lost_lonely_heartbroken</c:v>
                </c:pt>
                <c:pt idx="9858">
                  <c:v>lost_hopeless_romantic</c:v>
                </c:pt>
                <c:pt idx="9859">
                  <c:v>lostforeverandneverfound</c:v>
                </c:pt>
                <c:pt idx="9860">
                  <c:v>lostchildrennetlabel</c:v>
                </c:pt>
                <c:pt idx="9861">
                  <c:v>lostcausetilltuesday</c:v>
                </c:pt>
                <c:pt idx="9862">
                  <c:v>lost_but_not_forsaken</c:v>
                </c:pt>
                <c:pt idx="9863">
                  <c:v>lostbrokenandconfused</c:v>
                </c:pt>
                <c:pt idx="9864">
                  <c:v>lost_boy_incorporation2</c:v>
                </c:pt>
                <c:pt idx="9865">
                  <c:v>lostbodyinnerselfdestroy</c:v>
                </c:pt>
                <c:pt idx="9866">
                  <c:v>lostbetweenheavenandhell</c:v>
                </c:pt>
                <c:pt idx="9867">
                  <c:v>lost_and_lonely_angel</c:v>
                </c:pt>
                <c:pt idx="9868">
                  <c:v>lost_and_lonely_4ever</c:v>
                </c:pt>
                <c:pt idx="9869">
                  <c:v>lost_and_forgotten_love</c:v>
                </c:pt>
                <c:pt idx="9870">
                  <c:v>lost_and_forgotten_3</c:v>
                </c:pt>
                <c:pt idx="9871">
                  <c:v>loser_rockstar92002</c:v>
                </c:pt>
                <c:pt idx="9872">
                  <c:v>loserpaintcontractor</c:v>
                </c:pt>
                <c:pt idx="9873">
                  <c:v>loser_down_the_street</c:v>
                </c:pt>
                <c:pt idx="9874">
                  <c:v>losealmosteverything</c:v>
                </c:pt>
                <c:pt idx="9875">
                  <c:v>lorraineandgravytrainrock</c:v>
                </c:pt>
                <c:pt idx="9876">
                  <c:v>loreal_miss_volleyball_</c:v>
                </c:pt>
                <c:pt idx="9877">
                  <c:v>lordnelsonwhinchester</c:v>
                </c:pt>
                <c:pt idx="9878">
                  <c:v>lordmarshalchristian</c:v>
                </c:pt>
                <c:pt idx="9879">
                  <c:v>lordloverocket5times</c:v>
                </c:pt>
                <c:pt idx="9880">
                  <c:v>lordhighwhatshisname</c:v>
                </c:pt>
                <c:pt idx="9881">
                  <c:v>lordhavehisgrilledcheese</c:v>
                </c:pt>
                <c:pt idx="9882">
                  <c:v>lord_gold_throneroom</c:v>
                </c:pt>
                <c:pt idx="9883">
                  <c:v>lordfreddievalentine</c:v>
                </c:pt>
                <c:pt idx="9884">
                  <c:v>lord_balrog_and_ambrosia</c:v>
                </c:pt>
                <c:pt idx="9885">
                  <c:v>lorainerossphotography</c:v>
                </c:pt>
                <c:pt idx="9886">
                  <c:v>lopez_man_that_turret</c:v>
                </c:pt>
                <c:pt idx="9887">
                  <c:v>lopez_gurl_the_original_1</c:v>
                </c:pt>
                <c:pt idx="9888">
                  <c:v>loosespiritphotography</c:v>
                </c:pt>
                <c:pt idx="9889">
                  <c:v>looseoffthegreygoose</c:v>
                </c:pt>
                <c:pt idx="9890">
                  <c:v>loosecontrolwithlove</c:v>
                </c:pt>
                <c:pt idx="9891">
                  <c:v>looneytoonfromthehood</c:v>
                </c:pt>
                <c:pt idx="9892">
                  <c:v>lookwhatyouvedonetome</c:v>
                </c:pt>
                <c:pt idx="9893">
                  <c:v>look_poor_think_rich</c:v>
                </c:pt>
                <c:pt idx="9894">
                  <c:v>look_outside_tha_box</c:v>
                </c:pt>
                <c:pt idx="9895">
                  <c:v>look_its_savannah_35</c:v>
                </c:pt>
                <c:pt idx="9896">
                  <c:v>look_its_london_tipton</c:v>
                </c:pt>
                <c:pt idx="9897">
                  <c:v>lookinsideyourself21</c:v>
                </c:pt>
                <c:pt idx="9898">
                  <c:v>lookingthroughyourwindow</c:v>
                </c:pt>
                <c:pt idx="9899">
                  <c:v>lookingjustdiscovered</c:v>
                </c:pt>
                <c:pt idx="9900">
                  <c:v>lookingforward2weekend</c:v>
                </c:pt>
                <c:pt idx="9901">
                  <c:v>lookingforprincecharming2</c:v>
                </c:pt>
                <c:pt idx="9902">
                  <c:v>looking_for_paradise</c:v>
                </c:pt>
                <c:pt idx="9903">
                  <c:v>lookingformargaritaville</c:v>
                </c:pt>
                <c:pt idx="9904">
                  <c:v>looking_for_lucky_break</c:v>
                </c:pt>
                <c:pt idx="9905">
                  <c:v>lookingforintegrity2</c:v>
                </c:pt>
                <c:pt idx="9906">
                  <c:v>lookingforfemalesinger</c:v>
                </c:pt>
                <c:pt idx="9907">
                  <c:v>lookingforfemalebassist</c:v>
                </c:pt>
                <c:pt idx="9908">
                  <c:v>lookingforbeautyqueen</c:v>
                </c:pt>
                <c:pt idx="9909">
                  <c:v>lookingforaspecialgirl</c:v>
                </c:pt>
                <c:pt idx="9910">
                  <c:v>lookingforarelationship</c:v>
                </c:pt>
                <c:pt idx="9911">
                  <c:v>lookingforapurplerose</c:v>
                </c:pt>
                <c:pt idx="9912">
                  <c:v>lookingforaphotographer</c:v>
                </c:pt>
                <c:pt idx="9913">
                  <c:v>lookingbutnotwaiting</c:v>
                </c:pt>
                <c:pt idx="9914">
                  <c:v>lookingbeyondtomorrow</c:v>
                </c:pt>
                <c:pt idx="9915">
                  <c:v>lookfromlondonhosiery</c:v>
                </c:pt>
                <c:pt idx="9916">
                  <c:v>look_deep_into_the_parker</c:v>
                </c:pt>
                <c:pt idx="9917">
                  <c:v>lookbutdonttouch8800</c:v>
                </c:pt>
                <c:pt idx="9918">
                  <c:v>look_but_dont_touch07</c:v>
                </c:pt>
                <c:pt idx="9919">
                  <c:v>look_beyond_the_mask</c:v>
                </c:pt>
                <c:pt idx="9920">
                  <c:v>lookbetternakedparty</c:v>
                </c:pt>
                <c:pt idx="9921">
                  <c:v>lookbeforeyouleapkeep</c:v>
                </c:pt>
                <c:pt idx="9922">
                  <c:v>lonnie_followyourheart</c:v>
                </c:pt>
                <c:pt idx="9923">
                  <c:v>lonniefisherforpresident</c:v>
                </c:pt>
                <c:pt idx="9924">
                  <c:v>longwalksonthebeach9</c:v>
                </c:pt>
                <c:pt idx="9925">
                  <c:v>long_term_memory_loss</c:v>
                </c:pt>
                <c:pt idx="9926">
                  <c:v>longroadforashortcut0</c:v>
                </c:pt>
                <c:pt idx="9927">
                  <c:v>longmoneyheavyweight</c:v>
                </c:pt>
                <c:pt idx="9928">
                  <c:v>longlivethelivingend</c:v>
                </c:pt>
                <c:pt idx="9929">
                  <c:v>long_live_donnie_the_pimp</c:v>
                </c:pt>
                <c:pt idx="9930">
                  <c:v>longlastingconfusion</c:v>
                </c:pt>
                <c:pt idx="9931">
                  <c:v>longitudeandlatitude</c:v>
                </c:pt>
                <c:pt idx="9932">
                  <c:v>longislandverbalassaultsquad</c:v>
                </c:pt>
                <c:pt idx="9933">
                  <c:v>longislandphotography</c:v>
                </c:pt>
                <c:pt idx="9934">
                  <c:v>longislandblueswarehouse</c:v>
                </c:pt>
                <c:pt idx="9935">
                  <c:v>longing_for_your_touch</c:v>
                </c:pt>
                <c:pt idx="9936">
                  <c:v>longingforahappyheart</c:v>
                </c:pt>
                <c:pt idx="9937">
                  <c:v>longhornsareannoying</c:v>
                </c:pt>
                <c:pt idx="9938">
                  <c:v>longhorn_freak_4_life</c:v>
                </c:pt>
                <c:pt idx="9939">
                  <c:v>longhornfootballplaya10</c:v>
                </c:pt>
                <c:pt idx="9940">
                  <c:v>longhorn_fan_for_life</c:v>
                </c:pt>
                <c:pt idx="9941">
                  <c:v>longhorn_cutie_4ever</c:v>
                </c:pt>
                <c:pt idx="9942">
                  <c:v>longhair_countryboy3</c:v>
                </c:pt>
                <c:pt idx="9943">
                  <c:v>longcoolwomanblackdress</c:v>
                </c:pt>
                <c:pt idx="9944">
                  <c:v>longboyentertainment</c:v>
                </c:pt>
                <c:pt idx="9945">
                  <c:v>longboardingchristian89</c:v>
                </c:pt>
                <c:pt idx="9946">
                  <c:v>longbeachindoorpercussion</c:v>
                </c:pt>
                <c:pt idx="9947">
                  <c:v>long_beach_huntington</c:v>
                </c:pt>
                <c:pt idx="9948">
                  <c:v>longbeachhighschoolband</c:v>
                </c:pt>
                <c:pt idx="9949">
                  <c:v>longbeachdrinkingclub</c:v>
                </c:pt>
                <c:pt idx="9950">
                  <c:v>lonewolfbobbyoriginal</c:v>
                </c:pt>
                <c:pt idx="9951">
                  <c:v>lonesometravelerbluegrassband</c:v>
                </c:pt>
                <c:pt idx="9952">
                  <c:v>lonesomestandardtime</c:v>
                </c:pt>
                <c:pt idx="9953">
                  <c:v>lone_pine_landscaping</c:v>
                </c:pt>
                <c:pt idx="9954">
                  <c:v>lonely_suicidal_gurl</c:v>
                </c:pt>
                <c:pt idx="9955">
                  <c:v>lonelymalesocialworker</c:v>
                </c:pt>
                <c:pt idx="9956">
                  <c:v>lonely_lady_joker93</c:v>
                </c:pt>
                <c:pt idx="9957">
                  <c:v>lonely_heart_calling</c:v>
                </c:pt>
                <c:pt idx="9958">
                  <c:v>lonelydaycheerfulnight</c:v>
                </c:pt>
                <c:pt idx="9959">
                  <c:v>lonelybitchdamnright</c:v>
                </c:pt>
                <c:pt idx="9960">
                  <c:v>lonely_and_invisible</c:v>
                </c:pt>
                <c:pt idx="9961">
                  <c:v>lonely_and_heartbroken</c:v>
                </c:pt>
                <c:pt idx="9962">
                  <c:v>lonely_and_empty_inside</c:v>
                </c:pt>
                <c:pt idx="9963">
                  <c:v>londonphilharmonicchoir</c:v>
                </c:pt>
                <c:pt idx="9964">
                  <c:v>londonmusicphotography</c:v>
                </c:pt>
                <c:pt idx="9965">
                  <c:v>london.mentaldisorder</c:v>
                </c:pt>
                <c:pt idx="9966">
                  <c:v>lolly_lollipop_laura</c:v>
                </c:pt>
                <c:pt idx="9967">
                  <c:v>lolly_aka_lildreamer</c:v>
                </c:pt>
                <c:pt idx="9968">
                  <c:v>lollipopandpeppermint</c:v>
                </c:pt>
                <c:pt idx="9969">
                  <c:v>lolita_slut_ass_bitch</c:v>
                </c:pt>
                <c:pt idx="9970">
                  <c:v>lola_the_attack_parrot</c:v>
                </c:pt>
                <c:pt idx="9971">
                  <c:v>lolababe_personalaccount</c:v>
                </c:pt>
                <c:pt idx="9972">
                  <c:v>lois_shall_die_painfully</c:v>
                </c:pt>
                <c:pt idx="9973">
                  <c:v>logicandtheilluminati</c:v>
                </c:pt>
                <c:pt idx="9974">
                  <c:v>Logan_the_bone_mangler</c:v>
                </c:pt>
                <c:pt idx="9975">
                  <c:v>loganrogersvilledrumline</c:v>
                </c:pt>
                <c:pt idx="9976">
                  <c:v>loganknightphotography</c:v>
                </c:pt>
                <c:pt idx="9977">
                  <c:v>logandoesgainesville</c:v>
                </c:pt>
                <c:pt idx="9978">
                  <c:v>locophotophotography</c:v>
                </c:pt>
                <c:pt idx="9979">
                  <c:v>lockstockfascination</c:v>
                </c:pt>
                <c:pt idx="9980">
                  <c:v>lockhartstadiumjune25</c:v>
                </c:pt>
                <c:pt idx="9981">
                  <c:v>lockandloadpresident</c:v>
                </c:pt>
                <c:pt idx="9982">
                  <c:v>lochnessiethemonster</c:v>
                </c:pt>
                <c:pt idx="9983">
                  <c:v>localundergroundbeat</c:v>
                </c:pt>
                <c:pt idx="9984">
                  <c:v>localskatingandcoolstuff</c:v>
                </c:pt>
                <c:pt idx="9985">
                  <c:v>_local_music_support_</c:v>
                </c:pt>
                <c:pt idx="9986">
                  <c:v>locallybonedandbangerated</c:v>
                </c:pt>
                <c:pt idx="9987">
                  <c:v>local_islandgirl_808</c:v>
                </c:pt>
                <c:pt idx="9988">
                  <c:v>localcontractorsearch</c:v>
                </c:pt>
                <c:pt idx="9989">
                  <c:v>localcolorartistnetwork</c:v>
                </c:pt>
                <c:pt idx="9990">
                  <c:v>local313andpanicnightlife</c:v>
                </c:pt>
                <c:pt idx="9991">
                  <c:v>lobsterkittybiteshard</c:v>
                </c:pt>
                <c:pt idx="9992">
                  <c:v>loading123pleasewait</c:v>
                </c:pt>
                <c:pt idx="9993">
                  <c:v>loadedgoatsacramento</c:v>
                </c:pt>
                <c:pt idx="9994">
                  <c:v>loadedchamberorchestra</c:v>
                </c:pt>
                <c:pt idx="9995">
                  <c:v>llamaworlddomination</c:v>
                </c:pt>
                <c:pt idx="9996">
                  <c:v>lizwiththepurplehair</c:v>
                </c:pt>
                <c:pt idx="9997">
                  <c:v>lizsolomonimaginarygirl</c:v>
                </c:pt>
                <c:pt idx="9998">
                  <c:v>lizloveswill_1-18-2008</c:v>
                </c:pt>
              </c:strCache>
            </c:strRef>
          </c:cat>
          <c:val>
            <c:numRef>
              <c:f>Sheet1!$B$2:$B$10000</c:f>
              <c:numCache>
                <c:formatCode>General</c:formatCode>
                <c:ptCount val="9999"/>
                <c:pt idx="0">
                  <c:v>1.0</c:v>
                </c:pt>
                <c:pt idx="1">
                  <c:v>2.0</c:v>
                </c:pt>
                <c:pt idx="2">
                  <c:v>3.0</c:v>
                </c:pt>
                <c:pt idx="3">
                  <c:v>4.0</c:v>
                </c:pt>
                <c:pt idx="4">
                  <c:v>5.0</c:v>
                </c:pt>
                <c:pt idx="5">
                  <c:v>6.0</c:v>
                </c:pt>
                <c:pt idx="6">
                  <c:v>7.0</c:v>
                </c:pt>
                <c:pt idx="7">
                  <c:v>8.0</c:v>
                </c:pt>
                <c:pt idx="8">
                  <c:v>9.0</c:v>
                </c:pt>
                <c:pt idx="9">
                  <c:v>10.0</c:v>
                </c:pt>
                <c:pt idx="10">
                  <c:v>10.0</c:v>
                </c:pt>
                <c:pt idx="11">
                  <c:v>12.0</c:v>
                </c:pt>
                <c:pt idx="12">
                  <c:v>13.0</c:v>
                </c:pt>
                <c:pt idx="13">
                  <c:v>14.0</c:v>
                </c:pt>
                <c:pt idx="14">
                  <c:v>14.0</c:v>
                </c:pt>
                <c:pt idx="15">
                  <c:v>14.0</c:v>
                </c:pt>
                <c:pt idx="16">
                  <c:v>17.0</c:v>
                </c:pt>
                <c:pt idx="17">
                  <c:v>18.0</c:v>
                </c:pt>
                <c:pt idx="18">
                  <c:v>19.0</c:v>
                </c:pt>
                <c:pt idx="19">
                  <c:v>19.0</c:v>
                </c:pt>
                <c:pt idx="20">
                  <c:v>21.0</c:v>
                </c:pt>
                <c:pt idx="21">
                  <c:v>22.0</c:v>
                </c:pt>
                <c:pt idx="22">
                  <c:v>22.0</c:v>
                </c:pt>
                <c:pt idx="23">
                  <c:v>24.0</c:v>
                </c:pt>
                <c:pt idx="24">
                  <c:v>25.0</c:v>
                </c:pt>
                <c:pt idx="25">
                  <c:v>26.0</c:v>
                </c:pt>
                <c:pt idx="26">
                  <c:v>27.0</c:v>
                </c:pt>
                <c:pt idx="27">
                  <c:v>28.0</c:v>
                </c:pt>
                <c:pt idx="28">
                  <c:v>28.0</c:v>
                </c:pt>
                <c:pt idx="29">
                  <c:v>28.0</c:v>
                </c:pt>
                <c:pt idx="30">
                  <c:v>28.0</c:v>
                </c:pt>
                <c:pt idx="31">
                  <c:v>32.0</c:v>
                </c:pt>
                <c:pt idx="32">
                  <c:v>32.0</c:v>
                </c:pt>
                <c:pt idx="33">
                  <c:v>32.0</c:v>
                </c:pt>
                <c:pt idx="34">
                  <c:v>35.0</c:v>
                </c:pt>
                <c:pt idx="35">
                  <c:v>35.0</c:v>
                </c:pt>
                <c:pt idx="36">
                  <c:v>35.0</c:v>
                </c:pt>
                <c:pt idx="37">
                  <c:v>35.0</c:v>
                </c:pt>
                <c:pt idx="38">
                  <c:v>39.0</c:v>
                </c:pt>
                <c:pt idx="39">
                  <c:v>39.0</c:v>
                </c:pt>
                <c:pt idx="40">
                  <c:v>39.0</c:v>
                </c:pt>
                <c:pt idx="41">
                  <c:v>39.0</c:v>
                </c:pt>
                <c:pt idx="42">
                  <c:v>39.0</c:v>
                </c:pt>
                <c:pt idx="43">
                  <c:v>44.0</c:v>
                </c:pt>
                <c:pt idx="44">
                  <c:v>44.0</c:v>
                </c:pt>
                <c:pt idx="45">
                  <c:v>46.0</c:v>
                </c:pt>
                <c:pt idx="46">
                  <c:v>46.0</c:v>
                </c:pt>
                <c:pt idx="47">
                  <c:v>46.0</c:v>
                </c:pt>
                <c:pt idx="48">
                  <c:v>46.0</c:v>
                </c:pt>
                <c:pt idx="49">
                  <c:v>46.0</c:v>
                </c:pt>
                <c:pt idx="50">
                  <c:v>46.0</c:v>
                </c:pt>
                <c:pt idx="51">
                  <c:v>52.0</c:v>
                </c:pt>
                <c:pt idx="52">
                  <c:v>52.0</c:v>
                </c:pt>
                <c:pt idx="53">
                  <c:v>52.0</c:v>
                </c:pt>
                <c:pt idx="54">
                  <c:v>52.0</c:v>
                </c:pt>
                <c:pt idx="55">
                  <c:v>52.0</c:v>
                </c:pt>
                <c:pt idx="56">
                  <c:v>52.0</c:v>
                </c:pt>
                <c:pt idx="57">
                  <c:v>52.0</c:v>
                </c:pt>
                <c:pt idx="58">
                  <c:v>52.0</c:v>
                </c:pt>
                <c:pt idx="59">
                  <c:v>52.0</c:v>
                </c:pt>
                <c:pt idx="60">
                  <c:v>52.0</c:v>
                </c:pt>
                <c:pt idx="61">
                  <c:v>62.0</c:v>
                </c:pt>
                <c:pt idx="62">
                  <c:v>62.0</c:v>
                </c:pt>
                <c:pt idx="63">
                  <c:v>62.0</c:v>
                </c:pt>
                <c:pt idx="64">
                  <c:v>62.0</c:v>
                </c:pt>
                <c:pt idx="65">
                  <c:v>62.0</c:v>
                </c:pt>
                <c:pt idx="66">
                  <c:v>62.0</c:v>
                </c:pt>
                <c:pt idx="67">
                  <c:v>62.0</c:v>
                </c:pt>
                <c:pt idx="68">
                  <c:v>62.0</c:v>
                </c:pt>
                <c:pt idx="69">
                  <c:v>62.0</c:v>
                </c:pt>
                <c:pt idx="70">
                  <c:v>62.0</c:v>
                </c:pt>
                <c:pt idx="71">
                  <c:v>72.0</c:v>
                </c:pt>
                <c:pt idx="72">
                  <c:v>72.0</c:v>
                </c:pt>
                <c:pt idx="73">
                  <c:v>72.0</c:v>
                </c:pt>
                <c:pt idx="74">
                  <c:v>72.0</c:v>
                </c:pt>
                <c:pt idx="75">
                  <c:v>72.0</c:v>
                </c:pt>
                <c:pt idx="76">
                  <c:v>72.0</c:v>
                </c:pt>
                <c:pt idx="77">
                  <c:v>72.0</c:v>
                </c:pt>
                <c:pt idx="78">
                  <c:v>72.0</c:v>
                </c:pt>
                <c:pt idx="79">
                  <c:v>72.0</c:v>
                </c:pt>
                <c:pt idx="80">
                  <c:v>81.0</c:v>
                </c:pt>
                <c:pt idx="81">
                  <c:v>81.0</c:v>
                </c:pt>
                <c:pt idx="82">
                  <c:v>81.0</c:v>
                </c:pt>
                <c:pt idx="83">
                  <c:v>81.0</c:v>
                </c:pt>
                <c:pt idx="84">
                  <c:v>81.0</c:v>
                </c:pt>
                <c:pt idx="85">
                  <c:v>81.0</c:v>
                </c:pt>
                <c:pt idx="86">
                  <c:v>81.0</c:v>
                </c:pt>
                <c:pt idx="87">
                  <c:v>81.0</c:v>
                </c:pt>
                <c:pt idx="88">
                  <c:v>81.0</c:v>
                </c:pt>
                <c:pt idx="89">
                  <c:v>90.0</c:v>
                </c:pt>
                <c:pt idx="90">
                  <c:v>90.0</c:v>
                </c:pt>
                <c:pt idx="91">
                  <c:v>90.0</c:v>
                </c:pt>
                <c:pt idx="92">
                  <c:v>90.0</c:v>
                </c:pt>
                <c:pt idx="93">
                  <c:v>90.0</c:v>
                </c:pt>
                <c:pt idx="94">
                  <c:v>90.0</c:v>
                </c:pt>
                <c:pt idx="95">
                  <c:v>90.0</c:v>
                </c:pt>
                <c:pt idx="96">
                  <c:v>90.0</c:v>
                </c:pt>
                <c:pt idx="97">
                  <c:v>90.0</c:v>
                </c:pt>
                <c:pt idx="98">
                  <c:v>90.0</c:v>
                </c:pt>
                <c:pt idx="99">
                  <c:v>90.0</c:v>
                </c:pt>
                <c:pt idx="100">
                  <c:v>90.0</c:v>
                </c:pt>
                <c:pt idx="101">
                  <c:v>90.0</c:v>
                </c:pt>
                <c:pt idx="102">
                  <c:v>90.0</c:v>
                </c:pt>
                <c:pt idx="103">
                  <c:v>90.0</c:v>
                </c:pt>
                <c:pt idx="104">
                  <c:v>90.0</c:v>
                </c:pt>
                <c:pt idx="105">
                  <c:v>90.0</c:v>
                </c:pt>
                <c:pt idx="106">
                  <c:v>90.0</c:v>
                </c:pt>
                <c:pt idx="107">
                  <c:v>90.0</c:v>
                </c:pt>
                <c:pt idx="108">
                  <c:v>90.0</c:v>
                </c:pt>
                <c:pt idx="109">
                  <c:v>90.0</c:v>
                </c:pt>
                <c:pt idx="110">
                  <c:v>90.0</c:v>
                </c:pt>
                <c:pt idx="111">
                  <c:v>90.0</c:v>
                </c:pt>
                <c:pt idx="112">
                  <c:v>90.0</c:v>
                </c:pt>
                <c:pt idx="113">
                  <c:v>90.0</c:v>
                </c:pt>
                <c:pt idx="114">
                  <c:v>90.0</c:v>
                </c:pt>
                <c:pt idx="115">
                  <c:v>90.0</c:v>
                </c:pt>
                <c:pt idx="116">
                  <c:v>90.0</c:v>
                </c:pt>
                <c:pt idx="117">
                  <c:v>90.0</c:v>
                </c:pt>
                <c:pt idx="118">
                  <c:v>90.0</c:v>
                </c:pt>
                <c:pt idx="119">
                  <c:v>90.0</c:v>
                </c:pt>
                <c:pt idx="120">
                  <c:v>90.0</c:v>
                </c:pt>
                <c:pt idx="121">
                  <c:v>90.0</c:v>
                </c:pt>
                <c:pt idx="122">
                  <c:v>90.0</c:v>
                </c:pt>
                <c:pt idx="123">
                  <c:v>90.0</c:v>
                </c:pt>
                <c:pt idx="124">
                  <c:v>90.0</c:v>
                </c:pt>
                <c:pt idx="125">
                  <c:v>90.0</c:v>
                </c:pt>
                <c:pt idx="126">
                  <c:v>90.0</c:v>
                </c:pt>
                <c:pt idx="127">
                  <c:v>90.0</c:v>
                </c:pt>
                <c:pt idx="128">
                  <c:v>90.0</c:v>
                </c:pt>
                <c:pt idx="129">
                  <c:v>90.0</c:v>
                </c:pt>
                <c:pt idx="130">
                  <c:v>131.0</c:v>
                </c:pt>
                <c:pt idx="131">
                  <c:v>131.0</c:v>
                </c:pt>
                <c:pt idx="132">
                  <c:v>131.0</c:v>
                </c:pt>
                <c:pt idx="133">
                  <c:v>131.0</c:v>
                </c:pt>
                <c:pt idx="134">
                  <c:v>131.0</c:v>
                </c:pt>
                <c:pt idx="135">
                  <c:v>131.0</c:v>
                </c:pt>
                <c:pt idx="136">
                  <c:v>131.0</c:v>
                </c:pt>
                <c:pt idx="137">
                  <c:v>131.0</c:v>
                </c:pt>
                <c:pt idx="138">
                  <c:v>131.0</c:v>
                </c:pt>
                <c:pt idx="139">
                  <c:v>131.0</c:v>
                </c:pt>
                <c:pt idx="140">
                  <c:v>131.0</c:v>
                </c:pt>
                <c:pt idx="141">
                  <c:v>131.0</c:v>
                </c:pt>
                <c:pt idx="142">
                  <c:v>131.0</c:v>
                </c:pt>
                <c:pt idx="143">
                  <c:v>131.0</c:v>
                </c:pt>
                <c:pt idx="144">
                  <c:v>131.0</c:v>
                </c:pt>
                <c:pt idx="145">
                  <c:v>131.0</c:v>
                </c:pt>
                <c:pt idx="146">
                  <c:v>131.0</c:v>
                </c:pt>
                <c:pt idx="147">
                  <c:v>131.0</c:v>
                </c:pt>
                <c:pt idx="148">
                  <c:v>131.0</c:v>
                </c:pt>
                <c:pt idx="149">
                  <c:v>131.0</c:v>
                </c:pt>
                <c:pt idx="150">
                  <c:v>131.0</c:v>
                </c:pt>
                <c:pt idx="151">
                  <c:v>131.0</c:v>
                </c:pt>
                <c:pt idx="152">
                  <c:v>131.0</c:v>
                </c:pt>
                <c:pt idx="153">
                  <c:v>131.0</c:v>
                </c:pt>
                <c:pt idx="154">
                  <c:v>131.0</c:v>
                </c:pt>
                <c:pt idx="155">
                  <c:v>131.0</c:v>
                </c:pt>
                <c:pt idx="156">
                  <c:v>131.0</c:v>
                </c:pt>
                <c:pt idx="157">
                  <c:v>131.0</c:v>
                </c:pt>
                <c:pt idx="158">
                  <c:v>131.0</c:v>
                </c:pt>
                <c:pt idx="159">
                  <c:v>131.0</c:v>
                </c:pt>
                <c:pt idx="160">
                  <c:v>131.0</c:v>
                </c:pt>
                <c:pt idx="161">
                  <c:v>131.0</c:v>
                </c:pt>
                <c:pt idx="162">
                  <c:v>131.0</c:v>
                </c:pt>
                <c:pt idx="163">
                  <c:v>131.0</c:v>
                </c:pt>
                <c:pt idx="164">
                  <c:v>131.0</c:v>
                </c:pt>
                <c:pt idx="165">
                  <c:v>131.0</c:v>
                </c:pt>
                <c:pt idx="166">
                  <c:v>131.0</c:v>
                </c:pt>
                <c:pt idx="167">
                  <c:v>131.0</c:v>
                </c:pt>
                <c:pt idx="168">
                  <c:v>131.0</c:v>
                </c:pt>
                <c:pt idx="169">
                  <c:v>131.0</c:v>
                </c:pt>
                <c:pt idx="170">
                  <c:v>131.0</c:v>
                </c:pt>
                <c:pt idx="171">
                  <c:v>131.0</c:v>
                </c:pt>
                <c:pt idx="172">
                  <c:v>131.0</c:v>
                </c:pt>
                <c:pt idx="173">
                  <c:v>131.0</c:v>
                </c:pt>
                <c:pt idx="174">
                  <c:v>131.0</c:v>
                </c:pt>
                <c:pt idx="175">
                  <c:v>131.0</c:v>
                </c:pt>
                <c:pt idx="176">
                  <c:v>131.0</c:v>
                </c:pt>
                <c:pt idx="177">
                  <c:v>131.0</c:v>
                </c:pt>
                <c:pt idx="178">
                  <c:v>131.0</c:v>
                </c:pt>
                <c:pt idx="179">
                  <c:v>131.0</c:v>
                </c:pt>
                <c:pt idx="180">
                  <c:v>131.0</c:v>
                </c:pt>
                <c:pt idx="181">
                  <c:v>131.0</c:v>
                </c:pt>
                <c:pt idx="182">
                  <c:v>131.0</c:v>
                </c:pt>
                <c:pt idx="183">
                  <c:v>131.0</c:v>
                </c:pt>
                <c:pt idx="184">
                  <c:v>131.0</c:v>
                </c:pt>
                <c:pt idx="185">
                  <c:v>131.0</c:v>
                </c:pt>
                <c:pt idx="186">
                  <c:v>131.0</c:v>
                </c:pt>
                <c:pt idx="187">
                  <c:v>131.0</c:v>
                </c:pt>
                <c:pt idx="188">
                  <c:v>131.0</c:v>
                </c:pt>
                <c:pt idx="189">
                  <c:v>131.0</c:v>
                </c:pt>
                <c:pt idx="190">
                  <c:v>131.0</c:v>
                </c:pt>
                <c:pt idx="191">
                  <c:v>131.0</c:v>
                </c:pt>
                <c:pt idx="192">
                  <c:v>131.0</c:v>
                </c:pt>
                <c:pt idx="193">
                  <c:v>131.0</c:v>
                </c:pt>
                <c:pt idx="194">
                  <c:v>131.0</c:v>
                </c:pt>
                <c:pt idx="195">
                  <c:v>131.0</c:v>
                </c:pt>
                <c:pt idx="196">
                  <c:v>131.0</c:v>
                </c:pt>
                <c:pt idx="197">
                  <c:v>131.0</c:v>
                </c:pt>
                <c:pt idx="198">
                  <c:v>131.0</c:v>
                </c:pt>
                <c:pt idx="199">
                  <c:v>131.0</c:v>
                </c:pt>
                <c:pt idx="200">
                  <c:v>131.0</c:v>
                </c:pt>
                <c:pt idx="201">
                  <c:v>131.0</c:v>
                </c:pt>
                <c:pt idx="202">
                  <c:v>131.0</c:v>
                </c:pt>
                <c:pt idx="203">
                  <c:v>131.0</c:v>
                </c:pt>
                <c:pt idx="204">
                  <c:v>131.0</c:v>
                </c:pt>
                <c:pt idx="205">
                  <c:v>131.0</c:v>
                </c:pt>
                <c:pt idx="206">
                  <c:v>131.0</c:v>
                </c:pt>
                <c:pt idx="207">
                  <c:v>131.0</c:v>
                </c:pt>
                <c:pt idx="208">
                  <c:v>131.0</c:v>
                </c:pt>
                <c:pt idx="209">
                  <c:v>131.0</c:v>
                </c:pt>
                <c:pt idx="210">
                  <c:v>131.0</c:v>
                </c:pt>
                <c:pt idx="211">
                  <c:v>131.0</c:v>
                </c:pt>
                <c:pt idx="212">
                  <c:v>131.0</c:v>
                </c:pt>
                <c:pt idx="213">
                  <c:v>131.0</c:v>
                </c:pt>
                <c:pt idx="214">
                  <c:v>131.0</c:v>
                </c:pt>
                <c:pt idx="215">
                  <c:v>131.0</c:v>
                </c:pt>
                <c:pt idx="216">
                  <c:v>131.0</c:v>
                </c:pt>
                <c:pt idx="217">
                  <c:v>218.0</c:v>
                </c:pt>
                <c:pt idx="218">
                  <c:v>218.0</c:v>
                </c:pt>
                <c:pt idx="219">
                  <c:v>218.0</c:v>
                </c:pt>
                <c:pt idx="220">
                  <c:v>218.0</c:v>
                </c:pt>
                <c:pt idx="221">
                  <c:v>218.0</c:v>
                </c:pt>
                <c:pt idx="222">
                  <c:v>218.0</c:v>
                </c:pt>
                <c:pt idx="223">
                  <c:v>218.0</c:v>
                </c:pt>
                <c:pt idx="224">
                  <c:v>218.0</c:v>
                </c:pt>
                <c:pt idx="225">
                  <c:v>218.0</c:v>
                </c:pt>
                <c:pt idx="226">
                  <c:v>218.0</c:v>
                </c:pt>
                <c:pt idx="227">
                  <c:v>218.0</c:v>
                </c:pt>
                <c:pt idx="228">
                  <c:v>218.0</c:v>
                </c:pt>
                <c:pt idx="229">
                  <c:v>218.0</c:v>
                </c:pt>
                <c:pt idx="230">
                  <c:v>218.0</c:v>
                </c:pt>
                <c:pt idx="231">
                  <c:v>218.0</c:v>
                </c:pt>
                <c:pt idx="232">
                  <c:v>218.0</c:v>
                </c:pt>
                <c:pt idx="233">
                  <c:v>218.0</c:v>
                </c:pt>
                <c:pt idx="234">
                  <c:v>218.0</c:v>
                </c:pt>
                <c:pt idx="235">
                  <c:v>218.0</c:v>
                </c:pt>
                <c:pt idx="236">
                  <c:v>218.0</c:v>
                </c:pt>
                <c:pt idx="237">
                  <c:v>218.0</c:v>
                </c:pt>
                <c:pt idx="238">
                  <c:v>218.0</c:v>
                </c:pt>
                <c:pt idx="239">
                  <c:v>218.0</c:v>
                </c:pt>
                <c:pt idx="240">
                  <c:v>218.0</c:v>
                </c:pt>
                <c:pt idx="241">
                  <c:v>218.0</c:v>
                </c:pt>
                <c:pt idx="242">
                  <c:v>218.0</c:v>
                </c:pt>
                <c:pt idx="243">
                  <c:v>218.0</c:v>
                </c:pt>
                <c:pt idx="244">
                  <c:v>218.0</c:v>
                </c:pt>
                <c:pt idx="245">
                  <c:v>218.0</c:v>
                </c:pt>
                <c:pt idx="246">
                  <c:v>218.0</c:v>
                </c:pt>
                <c:pt idx="247">
                  <c:v>218.0</c:v>
                </c:pt>
                <c:pt idx="248">
                  <c:v>218.0</c:v>
                </c:pt>
                <c:pt idx="249">
                  <c:v>218.0</c:v>
                </c:pt>
                <c:pt idx="250">
                  <c:v>218.0</c:v>
                </c:pt>
                <c:pt idx="251">
                  <c:v>218.0</c:v>
                </c:pt>
                <c:pt idx="252">
                  <c:v>218.0</c:v>
                </c:pt>
                <c:pt idx="253">
                  <c:v>218.0</c:v>
                </c:pt>
                <c:pt idx="254">
                  <c:v>218.0</c:v>
                </c:pt>
                <c:pt idx="255">
                  <c:v>218.0</c:v>
                </c:pt>
                <c:pt idx="256">
                  <c:v>218.0</c:v>
                </c:pt>
                <c:pt idx="257">
                  <c:v>218.0</c:v>
                </c:pt>
                <c:pt idx="258">
                  <c:v>218.0</c:v>
                </c:pt>
                <c:pt idx="259">
                  <c:v>218.0</c:v>
                </c:pt>
                <c:pt idx="260">
                  <c:v>218.0</c:v>
                </c:pt>
                <c:pt idx="261">
                  <c:v>218.0</c:v>
                </c:pt>
                <c:pt idx="262">
                  <c:v>218.0</c:v>
                </c:pt>
                <c:pt idx="263">
                  <c:v>218.0</c:v>
                </c:pt>
                <c:pt idx="264">
                  <c:v>218.0</c:v>
                </c:pt>
                <c:pt idx="265">
                  <c:v>218.0</c:v>
                </c:pt>
                <c:pt idx="266">
                  <c:v>218.0</c:v>
                </c:pt>
                <c:pt idx="267">
                  <c:v>218.0</c:v>
                </c:pt>
                <c:pt idx="268">
                  <c:v>218.0</c:v>
                </c:pt>
                <c:pt idx="269">
                  <c:v>218.0</c:v>
                </c:pt>
                <c:pt idx="270">
                  <c:v>218.0</c:v>
                </c:pt>
                <c:pt idx="271">
                  <c:v>218.0</c:v>
                </c:pt>
                <c:pt idx="272">
                  <c:v>218.0</c:v>
                </c:pt>
                <c:pt idx="273">
                  <c:v>218.0</c:v>
                </c:pt>
                <c:pt idx="274">
                  <c:v>218.0</c:v>
                </c:pt>
                <c:pt idx="275">
                  <c:v>218.0</c:v>
                </c:pt>
                <c:pt idx="276">
                  <c:v>218.0</c:v>
                </c:pt>
                <c:pt idx="277">
                  <c:v>218.0</c:v>
                </c:pt>
                <c:pt idx="278">
                  <c:v>218.0</c:v>
                </c:pt>
                <c:pt idx="279">
                  <c:v>218.0</c:v>
                </c:pt>
                <c:pt idx="280">
                  <c:v>218.0</c:v>
                </c:pt>
                <c:pt idx="281">
                  <c:v>218.0</c:v>
                </c:pt>
                <c:pt idx="282">
                  <c:v>218.0</c:v>
                </c:pt>
                <c:pt idx="283">
                  <c:v>218.0</c:v>
                </c:pt>
                <c:pt idx="284">
                  <c:v>218.0</c:v>
                </c:pt>
                <c:pt idx="285">
                  <c:v>218.0</c:v>
                </c:pt>
                <c:pt idx="286">
                  <c:v>218.0</c:v>
                </c:pt>
                <c:pt idx="287">
                  <c:v>218.0</c:v>
                </c:pt>
                <c:pt idx="288">
                  <c:v>218.0</c:v>
                </c:pt>
                <c:pt idx="289">
                  <c:v>218.0</c:v>
                </c:pt>
                <c:pt idx="290">
                  <c:v>218.0</c:v>
                </c:pt>
                <c:pt idx="291">
                  <c:v>218.0</c:v>
                </c:pt>
                <c:pt idx="292">
                  <c:v>218.0</c:v>
                </c:pt>
                <c:pt idx="293">
                  <c:v>218.0</c:v>
                </c:pt>
                <c:pt idx="294">
                  <c:v>218.0</c:v>
                </c:pt>
                <c:pt idx="295">
                  <c:v>218.0</c:v>
                </c:pt>
                <c:pt idx="296">
                  <c:v>218.0</c:v>
                </c:pt>
                <c:pt idx="297">
                  <c:v>218.0</c:v>
                </c:pt>
                <c:pt idx="298">
                  <c:v>218.0</c:v>
                </c:pt>
                <c:pt idx="299">
                  <c:v>218.0</c:v>
                </c:pt>
                <c:pt idx="300">
                  <c:v>218.0</c:v>
                </c:pt>
                <c:pt idx="301">
                  <c:v>218.0</c:v>
                </c:pt>
                <c:pt idx="302">
                  <c:v>218.0</c:v>
                </c:pt>
                <c:pt idx="303">
                  <c:v>218.0</c:v>
                </c:pt>
                <c:pt idx="304">
                  <c:v>218.0</c:v>
                </c:pt>
                <c:pt idx="305">
                  <c:v>218.0</c:v>
                </c:pt>
                <c:pt idx="306">
                  <c:v>218.0</c:v>
                </c:pt>
                <c:pt idx="307">
                  <c:v>218.0</c:v>
                </c:pt>
                <c:pt idx="308">
                  <c:v>218.0</c:v>
                </c:pt>
                <c:pt idx="309">
                  <c:v>218.0</c:v>
                </c:pt>
                <c:pt idx="310">
                  <c:v>218.0</c:v>
                </c:pt>
                <c:pt idx="311">
                  <c:v>218.0</c:v>
                </c:pt>
                <c:pt idx="312">
                  <c:v>218.0</c:v>
                </c:pt>
                <c:pt idx="313">
                  <c:v>218.0</c:v>
                </c:pt>
                <c:pt idx="314">
                  <c:v>218.0</c:v>
                </c:pt>
                <c:pt idx="315">
                  <c:v>218.0</c:v>
                </c:pt>
                <c:pt idx="316">
                  <c:v>218.0</c:v>
                </c:pt>
                <c:pt idx="317">
                  <c:v>218.0</c:v>
                </c:pt>
                <c:pt idx="318">
                  <c:v>218.0</c:v>
                </c:pt>
                <c:pt idx="319">
                  <c:v>218.0</c:v>
                </c:pt>
                <c:pt idx="320">
                  <c:v>218.0</c:v>
                </c:pt>
                <c:pt idx="321">
                  <c:v>218.0</c:v>
                </c:pt>
                <c:pt idx="322">
                  <c:v>218.0</c:v>
                </c:pt>
                <c:pt idx="323">
                  <c:v>218.0</c:v>
                </c:pt>
                <c:pt idx="324">
                  <c:v>218.0</c:v>
                </c:pt>
                <c:pt idx="325">
                  <c:v>218.0</c:v>
                </c:pt>
                <c:pt idx="326">
                  <c:v>218.0</c:v>
                </c:pt>
                <c:pt idx="327">
                  <c:v>218.0</c:v>
                </c:pt>
                <c:pt idx="328">
                  <c:v>218.0</c:v>
                </c:pt>
                <c:pt idx="329">
                  <c:v>218.0</c:v>
                </c:pt>
                <c:pt idx="330">
                  <c:v>218.0</c:v>
                </c:pt>
                <c:pt idx="331">
                  <c:v>218.0</c:v>
                </c:pt>
                <c:pt idx="332">
                  <c:v>218.0</c:v>
                </c:pt>
                <c:pt idx="333">
                  <c:v>218.0</c:v>
                </c:pt>
                <c:pt idx="334">
                  <c:v>218.0</c:v>
                </c:pt>
                <c:pt idx="335">
                  <c:v>218.0</c:v>
                </c:pt>
                <c:pt idx="336">
                  <c:v>218.0</c:v>
                </c:pt>
                <c:pt idx="337">
                  <c:v>218.0</c:v>
                </c:pt>
                <c:pt idx="338">
                  <c:v>218.0</c:v>
                </c:pt>
                <c:pt idx="339">
                  <c:v>218.0</c:v>
                </c:pt>
                <c:pt idx="340">
                  <c:v>218.0</c:v>
                </c:pt>
                <c:pt idx="341">
                  <c:v>218.0</c:v>
                </c:pt>
                <c:pt idx="342">
                  <c:v>218.0</c:v>
                </c:pt>
                <c:pt idx="343">
                  <c:v>218.0</c:v>
                </c:pt>
                <c:pt idx="344">
                  <c:v>218.0</c:v>
                </c:pt>
                <c:pt idx="345">
                  <c:v>218.0</c:v>
                </c:pt>
                <c:pt idx="346">
                  <c:v>218.0</c:v>
                </c:pt>
                <c:pt idx="347">
                  <c:v>218.0</c:v>
                </c:pt>
                <c:pt idx="348">
                  <c:v>218.0</c:v>
                </c:pt>
                <c:pt idx="349">
                  <c:v>218.0</c:v>
                </c:pt>
                <c:pt idx="350">
                  <c:v>218.0</c:v>
                </c:pt>
                <c:pt idx="351">
                  <c:v>218.0</c:v>
                </c:pt>
                <c:pt idx="352">
                  <c:v>218.0</c:v>
                </c:pt>
                <c:pt idx="353">
                  <c:v>218.0</c:v>
                </c:pt>
                <c:pt idx="354">
                  <c:v>218.0</c:v>
                </c:pt>
                <c:pt idx="355">
                  <c:v>218.0</c:v>
                </c:pt>
                <c:pt idx="356">
                  <c:v>218.0</c:v>
                </c:pt>
                <c:pt idx="357">
                  <c:v>218.0</c:v>
                </c:pt>
                <c:pt idx="358">
                  <c:v>218.0</c:v>
                </c:pt>
                <c:pt idx="359">
                  <c:v>218.0</c:v>
                </c:pt>
                <c:pt idx="360">
                  <c:v>218.0</c:v>
                </c:pt>
                <c:pt idx="361">
                  <c:v>218.0</c:v>
                </c:pt>
                <c:pt idx="362">
                  <c:v>218.0</c:v>
                </c:pt>
                <c:pt idx="363">
                  <c:v>218.0</c:v>
                </c:pt>
                <c:pt idx="364">
                  <c:v>218.0</c:v>
                </c:pt>
                <c:pt idx="365">
                  <c:v>218.0</c:v>
                </c:pt>
                <c:pt idx="366">
                  <c:v>218.0</c:v>
                </c:pt>
                <c:pt idx="367">
                  <c:v>218.0</c:v>
                </c:pt>
                <c:pt idx="368">
                  <c:v>218.0</c:v>
                </c:pt>
                <c:pt idx="369">
                  <c:v>218.0</c:v>
                </c:pt>
                <c:pt idx="370">
                  <c:v>218.0</c:v>
                </c:pt>
                <c:pt idx="371">
                  <c:v>218.0</c:v>
                </c:pt>
                <c:pt idx="372">
                  <c:v>218.0</c:v>
                </c:pt>
                <c:pt idx="373">
                  <c:v>218.0</c:v>
                </c:pt>
                <c:pt idx="374">
                  <c:v>218.0</c:v>
                </c:pt>
                <c:pt idx="375">
                  <c:v>218.0</c:v>
                </c:pt>
                <c:pt idx="376">
                  <c:v>218.0</c:v>
                </c:pt>
                <c:pt idx="377">
                  <c:v>218.0</c:v>
                </c:pt>
                <c:pt idx="378">
                  <c:v>218.0</c:v>
                </c:pt>
                <c:pt idx="379">
                  <c:v>218.0</c:v>
                </c:pt>
                <c:pt idx="380">
                  <c:v>218.0</c:v>
                </c:pt>
                <c:pt idx="381">
                  <c:v>218.0</c:v>
                </c:pt>
                <c:pt idx="382">
                  <c:v>218.0</c:v>
                </c:pt>
                <c:pt idx="383">
                  <c:v>218.0</c:v>
                </c:pt>
                <c:pt idx="384">
                  <c:v>218.0</c:v>
                </c:pt>
                <c:pt idx="385">
                  <c:v>218.0</c:v>
                </c:pt>
                <c:pt idx="386">
                  <c:v>218.0</c:v>
                </c:pt>
                <c:pt idx="387">
                  <c:v>388.0</c:v>
                </c:pt>
                <c:pt idx="388">
                  <c:v>388.0</c:v>
                </c:pt>
                <c:pt idx="389">
                  <c:v>388.0</c:v>
                </c:pt>
                <c:pt idx="390">
                  <c:v>388.0</c:v>
                </c:pt>
                <c:pt idx="391">
                  <c:v>388.0</c:v>
                </c:pt>
                <c:pt idx="392">
                  <c:v>388.0</c:v>
                </c:pt>
                <c:pt idx="393">
                  <c:v>388.0</c:v>
                </c:pt>
                <c:pt idx="394">
                  <c:v>388.0</c:v>
                </c:pt>
                <c:pt idx="395">
                  <c:v>388.0</c:v>
                </c:pt>
                <c:pt idx="396">
                  <c:v>388.0</c:v>
                </c:pt>
                <c:pt idx="397">
                  <c:v>388.0</c:v>
                </c:pt>
                <c:pt idx="398">
                  <c:v>388.0</c:v>
                </c:pt>
                <c:pt idx="399">
                  <c:v>388.0</c:v>
                </c:pt>
                <c:pt idx="400">
                  <c:v>388.0</c:v>
                </c:pt>
                <c:pt idx="401">
                  <c:v>388.0</c:v>
                </c:pt>
                <c:pt idx="402">
                  <c:v>388.0</c:v>
                </c:pt>
                <c:pt idx="403">
                  <c:v>388.0</c:v>
                </c:pt>
                <c:pt idx="404">
                  <c:v>388.0</c:v>
                </c:pt>
                <c:pt idx="405">
                  <c:v>388.0</c:v>
                </c:pt>
                <c:pt idx="406">
                  <c:v>388.0</c:v>
                </c:pt>
                <c:pt idx="407">
                  <c:v>388.0</c:v>
                </c:pt>
                <c:pt idx="408">
                  <c:v>388.0</c:v>
                </c:pt>
                <c:pt idx="409">
                  <c:v>388.0</c:v>
                </c:pt>
                <c:pt idx="410">
                  <c:v>388.0</c:v>
                </c:pt>
                <c:pt idx="411">
                  <c:v>388.0</c:v>
                </c:pt>
                <c:pt idx="412">
                  <c:v>388.0</c:v>
                </c:pt>
                <c:pt idx="413">
                  <c:v>388.0</c:v>
                </c:pt>
                <c:pt idx="414">
                  <c:v>388.0</c:v>
                </c:pt>
                <c:pt idx="415">
                  <c:v>388.0</c:v>
                </c:pt>
                <c:pt idx="416">
                  <c:v>388.0</c:v>
                </c:pt>
                <c:pt idx="417">
                  <c:v>388.0</c:v>
                </c:pt>
                <c:pt idx="418">
                  <c:v>388.0</c:v>
                </c:pt>
                <c:pt idx="419">
                  <c:v>388.0</c:v>
                </c:pt>
                <c:pt idx="420">
                  <c:v>388.0</c:v>
                </c:pt>
                <c:pt idx="421">
                  <c:v>388.0</c:v>
                </c:pt>
                <c:pt idx="422">
                  <c:v>388.0</c:v>
                </c:pt>
                <c:pt idx="423">
                  <c:v>388.0</c:v>
                </c:pt>
                <c:pt idx="424">
                  <c:v>388.0</c:v>
                </c:pt>
                <c:pt idx="425">
                  <c:v>388.0</c:v>
                </c:pt>
                <c:pt idx="426">
                  <c:v>388.0</c:v>
                </c:pt>
                <c:pt idx="427">
                  <c:v>388.0</c:v>
                </c:pt>
                <c:pt idx="428">
                  <c:v>388.0</c:v>
                </c:pt>
                <c:pt idx="429">
                  <c:v>388.0</c:v>
                </c:pt>
                <c:pt idx="430">
                  <c:v>388.0</c:v>
                </c:pt>
                <c:pt idx="431">
                  <c:v>388.0</c:v>
                </c:pt>
                <c:pt idx="432">
                  <c:v>388.0</c:v>
                </c:pt>
                <c:pt idx="433">
                  <c:v>388.0</c:v>
                </c:pt>
                <c:pt idx="434">
                  <c:v>388.0</c:v>
                </c:pt>
                <c:pt idx="435">
                  <c:v>388.0</c:v>
                </c:pt>
                <c:pt idx="436">
                  <c:v>388.0</c:v>
                </c:pt>
                <c:pt idx="437">
                  <c:v>388.0</c:v>
                </c:pt>
                <c:pt idx="438">
                  <c:v>388.0</c:v>
                </c:pt>
                <c:pt idx="439">
                  <c:v>388.0</c:v>
                </c:pt>
                <c:pt idx="440">
                  <c:v>388.0</c:v>
                </c:pt>
                <c:pt idx="441">
                  <c:v>388.0</c:v>
                </c:pt>
                <c:pt idx="442">
                  <c:v>388.0</c:v>
                </c:pt>
                <c:pt idx="443">
                  <c:v>388.0</c:v>
                </c:pt>
                <c:pt idx="444">
                  <c:v>388.0</c:v>
                </c:pt>
                <c:pt idx="445">
                  <c:v>388.0</c:v>
                </c:pt>
                <c:pt idx="446">
                  <c:v>388.0</c:v>
                </c:pt>
                <c:pt idx="447">
                  <c:v>388.0</c:v>
                </c:pt>
                <c:pt idx="448">
                  <c:v>388.0</c:v>
                </c:pt>
                <c:pt idx="449">
                  <c:v>388.0</c:v>
                </c:pt>
                <c:pt idx="450">
                  <c:v>388.0</c:v>
                </c:pt>
                <c:pt idx="451">
                  <c:v>388.0</c:v>
                </c:pt>
                <c:pt idx="452">
                  <c:v>388.0</c:v>
                </c:pt>
                <c:pt idx="453">
                  <c:v>388.0</c:v>
                </c:pt>
                <c:pt idx="454">
                  <c:v>388.0</c:v>
                </c:pt>
                <c:pt idx="455">
                  <c:v>388.0</c:v>
                </c:pt>
                <c:pt idx="456">
                  <c:v>388.0</c:v>
                </c:pt>
                <c:pt idx="457">
                  <c:v>388.0</c:v>
                </c:pt>
                <c:pt idx="458">
                  <c:v>388.0</c:v>
                </c:pt>
                <c:pt idx="459">
                  <c:v>388.0</c:v>
                </c:pt>
                <c:pt idx="460">
                  <c:v>388.0</c:v>
                </c:pt>
                <c:pt idx="461">
                  <c:v>388.0</c:v>
                </c:pt>
                <c:pt idx="462">
                  <c:v>388.0</c:v>
                </c:pt>
                <c:pt idx="463">
                  <c:v>388.0</c:v>
                </c:pt>
                <c:pt idx="464">
                  <c:v>388.0</c:v>
                </c:pt>
                <c:pt idx="465">
                  <c:v>388.0</c:v>
                </c:pt>
                <c:pt idx="466">
                  <c:v>388.0</c:v>
                </c:pt>
                <c:pt idx="467">
                  <c:v>388.0</c:v>
                </c:pt>
                <c:pt idx="468">
                  <c:v>388.0</c:v>
                </c:pt>
                <c:pt idx="469">
                  <c:v>388.0</c:v>
                </c:pt>
                <c:pt idx="470">
                  <c:v>388.0</c:v>
                </c:pt>
                <c:pt idx="471">
                  <c:v>388.0</c:v>
                </c:pt>
                <c:pt idx="472">
                  <c:v>388.0</c:v>
                </c:pt>
                <c:pt idx="473">
                  <c:v>388.0</c:v>
                </c:pt>
                <c:pt idx="474">
                  <c:v>388.0</c:v>
                </c:pt>
                <c:pt idx="475">
                  <c:v>388.0</c:v>
                </c:pt>
                <c:pt idx="476">
                  <c:v>388.0</c:v>
                </c:pt>
                <c:pt idx="477">
                  <c:v>388.0</c:v>
                </c:pt>
                <c:pt idx="478">
                  <c:v>388.0</c:v>
                </c:pt>
                <c:pt idx="479">
                  <c:v>388.0</c:v>
                </c:pt>
                <c:pt idx="480">
                  <c:v>388.0</c:v>
                </c:pt>
                <c:pt idx="481">
                  <c:v>388.0</c:v>
                </c:pt>
                <c:pt idx="482">
                  <c:v>388.0</c:v>
                </c:pt>
                <c:pt idx="483">
                  <c:v>388.0</c:v>
                </c:pt>
                <c:pt idx="484">
                  <c:v>388.0</c:v>
                </c:pt>
                <c:pt idx="485">
                  <c:v>388.0</c:v>
                </c:pt>
                <c:pt idx="486">
                  <c:v>388.0</c:v>
                </c:pt>
                <c:pt idx="487">
                  <c:v>388.0</c:v>
                </c:pt>
                <c:pt idx="488">
                  <c:v>388.0</c:v>
                </c:pt>
                <c:pt idx="489">
                  <c:v>388.0</c:v>
                </c:pt>
                <c:pt idx="490">
                  <c:v>388.0</c:v>
                </c:pt>
                <c:pt idx="491">
                  <c:v>388.0</c:v>
                </c:pt>
                <c:pt idx="492">
                  <c:v>388.0</c:v>
                </c:pt>
                <c:pt idx="493">
                  <c:v>388.0</c:v>
                </c:pt>
                <c:pt idx="494">
                  <c:v>388.0</c:v>
                </c:pt>
                <c:pt idx="495">
                  <c:v>388.0</c:v>
                </c:pt>
                <c:pt idx="496">
                  <c:v>388.0</c:v>
                </c:pt>
                <c:pt idx="497">
                  <c:v>388.0</c:v>
                </c:pt>
                <c:pt idx="498">
                  <c:v>388.0</c:v>
                </c:pt>
                <c:pt idx="499">
                  <c:v>388.0</c:v>
                </c:pt>
                <c:pt idx="500">
                  <c:v>388.0</c:v>
                </c:pt>
                <c:pt idx="501">
                  <c:v>388.0</c:v>
                </c:pt>
                <c:pt idx="502">
                  <c:v>388.0</c:v>
                </c:pt>
                <c:pt idx="503">
                  <c:v>388.0</c:v>
                </c:pt>
                <c:pt idx="504">
                  <c:v>388.0</c:v>
                </c:pt>
                <c:pt idx="505">
                  <c:v>388.0</c:v>
                </c:pt>
                <c:pt idx="506">
                  <c:v>388.0</c:v>
                </c:pt>
                <c:pt idx="507">
                  <c:v>388.0</c:v>
                </c:pt>
                <c:pt idx="508">
                  <c:v>388.0</c:v>
                </c:pt>
                <c:pt idx="509">
                  <c:v>388.0</c:v>
                </c:pt>
                <c:pt idx="510">
                  <c:v>388.0</c:v>
                </c:pt>
                <c:pt idx="511">
                  <c:v>388.0</c:v>
                </c:pt>
                <c:pt idx="512">
                  <c:v>388.0</c:v>
                </c:pt>
                <c:pt idx="513">
                  <c:v>388.0</c:v>
                </c:pt>
                <c:pt idx="514">
                  <c:v>388.0</c:v>
                </c:pt>
                <c:pt idx="515">
                  <c:v>388.0</c:v>
                </c:pt>
                <c:pt idx="516">
                  <c:v>388.0</c:v>
                </c:pt>
                <c:pt idx="517">
                  <c:v>388.0</c:v>
                </c:pt>
                <c:pt idx="518">
                  <c:v>388.0</c:v>
                </c:pt>
                <c:pt idx="519">
                  <c:v>388.0</c:v>
                </c:pt>
                <c:pt idx="520">
                  <c:v>388.0</c:v>
                </c:pt>
                <c:pt idx="521">
                  <c:v>388.0</c:v>
                </c:pt>
                <c:pt idx="522">
                  <c:v>388.0</c:v>
                </c:pt>
                <c:pt idx="523">
                  <c:v>388.0</c:v>
                </c:pt>
                <c:pt idx="524">
                  <c:v>388.0</c:v>
                </c:pt>
                <c:pt idx="525">
                  <c:v>388.0</c:v>
                </c:pt>
                <c:pt idx="526">
                  <c:v>388.0</c:v>
                </c:pt>
                <c:pt idx="527">
                  <c:v>388.0</c:v>
                </c:pt>
                <c:pt idx="528">
                  <c:v>388.0</c:v>
                </c:pt>
                <c:pt idx="529">
                  <c:v>388.0</c:v>
                </c:pt>
                <c:pt idx="530">
                  <c:v>388.0</c:v>
                </c:pt>
                <c:pt idx="531">
                  <c:v>388.0</c:v>
                </c:pt>
                <c:pt idx="532">
                  <c:v>388.0</c:v>
                </c:pt>
                <c:pt idx="533">
                  <c:v>388.0</c:v>
                </c:pt>
                <c:pt idx="534">
                  <c:v>388.0</c:v>
                </c:pt>
                <c:pt idx="535">
                  <c:v>388.0</c:v>
                </c:pt>
                <c:pt idx="536">
                  <c:v>388.0</c:v>
                </c:pt>
                <c:pt idx="537">
                  <c:v>388.0</c:v>
                </c:pt>
                <c:pt idx="538">
                  <c:v>388.0</c:v>
                </c:pt>
                <c:pt idx="539">
                  <c:v>388.0</c:v>
                </c:pt>
                <c:pt idx="540">
                  <c:v>388.0</c:v>
                </c:pt>
                <c:pt idx="541">
                  <c:v>388.0</c:v>
                </c:pt>
                <c:pt idx="542">
                  <c:v>388.0</c:v>
                </c:pt>
                <c:pt idx="543">
                  <c:v>388.0</c:v>
                </c:pt>
                <c:pt idx="544">
                  <c:v>388.0</c:v>
                </c:pt>
                <c:pt idx="545">
                  <c:v>388.0</c:v>
                </c:pt>
                <c:pt idx="546">
                  <c:v>388.0</c:v>
                </c:pt>
                <c:pt idx="547">
                  <c:v>388.0</c:v>
                </c:pt>
                <c:pt idx="548">
                  <c:v>388.0</c:v>
                </c:pt>
                <c:pt idx="549">
                  <c:v>388.0</c:v>
                </c:pt>
                <c:pt idx="550">
                  <c:v>388.0</c:v>
                </c:pt>
                <c:pt idx="551">
                  <c:v>388.0</c:v>
                </c:pt>
                <c:pt idx="552">
                  <c:v>388.0</c:v>
                </c:pt>
                <c:pt idx="553">
                  <c:v>388.0</c:v>
                </c:pt>
                <c:pt idx="554">
                  <c:v>388.0</c:v>
                </c:pt>
                <c:pt idx="555">
                  <c:v>388.0</c:v>
                </c:pt>
                <c:pt idx="556">
                  <c:v>388.0</c:v>
                </c:pt>
                <c:pt idx="557">
                  <c:v>388.0</c:v>
                </c:pt>
                <c:pt idx="558">
                  <c:v>388.0</c:v>
                </c:pt>
                <c:pt idx="559">
                  <c:v>388.0</c:v>
                </c:pt>
                <c:pt idx="560">
                  <c:v>388.0</c:v>
                </c:pt>
                <c:pt idx="561">
                  <c:v>388.0</c:v>
                </c:pt>
                <c:pt idx="562">
                  <c:v>388.0</c:v>
                </c:pt>
                <c:pt idx="563">
                  <c:v>388.0</c:v>
                </c:pt>
                <c:pt idx="564">
                  <c:v>388.0</c:v>
                </c:pt>
                <c:pt idx="565">
                  <c:v>388.0</c:v>
                </c:pt>
                <c:pt idx="566">
                  <c:v>388.0</c:v>
                </c:pt>
                <c:pt idx="567">
                  <c:v>388.0</c:v>
                </c:pt>
                <c:pt idx="568">
                  <c:v>388.0</c:v>
                </c:pt>
                <c:pt idx="569">
                  <c:v>388.0</c:v>
                </c:pt>
                <c:pt idx="570">
                  <c:v>388.0</c:v>
                </c:pt>
                <c:pt idx="571">
                  <c:v>388.0</c:v>
                </c:pt>
                <c:pt idx="572">
                  <c:v>388.0</c:v>
                </c:pt>
                <c:pt idx="573">
                  <c:v>388.0</c:v>
                </c:pt>
                <c:pt idx="574">
                  <c:v>388.0</c:v>
                </c:pt>
                <c:pt idx="575">
                  <c:v>388.0</c:v>
                </c:pt>
                <c:pt idx="576">
                  <c:v>388.0</c:v>
                </c:pt>
                <c:pt idx="577">
                  <c:v>388.0</c:v>
                </c:pt>
                <c:pt idx="578">
                  <c:v>388.0</c:v>
                </c:pt>
                <c:pt idx="579">
                  <c:v>388.0</c:v>
                </c:pt>
                <c:pt idx="580">
                  <c:v>388.0</c:v>
                </c:pt>
                <c:pt idx="581">
                  <c:v>388.0</c:v>
                </c:pt>
                <c:pt idx="582">
                  <c:v>388.0</c:v>
                </c:pt>
                <c:pt idx="583">
                  <c:v>388.0</c:v>
                </c:pt>
                <c:pt idx="584">
                  <c:v>388.0</c:v>
                </c:pt>
                <c:pt idx="585">
                  <c:v>388.0</c:v>
                </c:pt>
                <c:pt idx="586">
                  <c:v>388.0</c:v>
                </c:pt>
                <c:pt idx="587">
                  <c:v>388.0</c:v>
                </c:pt>
                <c:pt idx="588">
                  <c:v>388.0</c:v>
                </c:pt>
                <c:pt idx="589">
                  <c:v>388.0</c:v>
                </c:pt>
                <c:pt idx="590">
                  <c:v>388.0</c:v>
                </c:pt>
                <c:pt idx="591">
                  <c:v>388.0</c:v>
                </c:pt>
                <c:pt idx="592">
                  <c:v>388.0</c:v>
                </c:pt>
                <c:pt idx="593">
                  <c:v>388.0</c:v>
                </c:pt>
                <c:pt idx="594">
                  <c:v>388.0</c:v>
                </c:pt>
                <c:pt idx="595">
                  <c:v>388.0</c:v>
                </c:pt>
                <c:pt idx="596">
                  <c:v>388.0</c:v>
                </c:pt>
                <c:pt idx="597">
                  <c:v>388.0</c:v>
                </c:pt>
                <c:pt idx="598">
                  <c:v>388.0</c:v>
                </c:pt>
                <c:pt idx="599">
                  <c:v>388.0</c:v>
                </c:pt>
                <c:pt idx="600">
                  <c:v>388.0</c:v>
                </c:pt>
                <c:pt idx="601">
                  <c:v>388.0</c:v>
                </c:pt>
                <c:pt idx="602">
                  <c:v>388.0</c:v>
                </c:pt>
                <c:pt idx="603">
                  <c:v>388.0</c:v>
                </c:pt>
                <c:pt idx="604">
                  <c:v>388.0</c:v>
                </c:pt>
                <c:pt idx="605">
                  <c:v>388.0</c:v>
                </c:pt>
                <c:pt idx="606">
                  <c:v>388.0</c:v>
                </c:pt>
                <c:pt idx="607">
                  <c:v>388.0</c:v>
                </c:pt>
                <c:pt idx="608">
                  <c:v>388.0</c:v>
                </c:pt>
                <c:pt idx="609">
                  <c:v>388.0</c:v>
                </c:pt>
                <c:pt idx="610">
                  <c:v>388.0</c:v>
                </c:pt>
                <c:pt idx="611">
                  <c:v>388.0</c:v>
                </c:pt>
                <c:pt idx="612">
                  <c:v>388.0</c:v>
                </c:pt>
                <c:pt idx="613">
                  <c:v>388.0</c:v>
                </c:pt>
                <c:pt idx="614">
                  <c:v>388.0</c:v>
                </c:pt>
                <c:pt idx="615">
                  <c:v>388.0</c:v>
                </c:pt>
                <c:pt idx="616">
                  <c:v>388.0</c:v>
                </c:pt>
                <c:pt idx="617">
                  <c:v>388.0</c:v>
                </c:pt>
                <c:pt idx="618">
                  <c:v>388.0</c:v>
                </c:pt>
                <c:pt idx="619">
                  <c:v>388.0</c:v>
                </c:pt>
                <c:pt idx="620">
                  <c:v>388.0</c:v>
                </c:pt>
                <c:pt idx="621">
                  <c:v>388.0</c:v>
                </c:pt>
                <c:pt idx="622">
                  <c:v>388.0</c:v>
                </c:pt>
                <c:pt idx="623">
                  <c:v>388.0</c:v>
                </c:pt>
                <c:pt idx="624">
                  <c:v>388.0</c:v>
                </c:pt>
                <c:pt idx="625">
                  <c:v>388.0</c:v>
                </c:pt>
                <c:pt idx="626">
                  <c:v>388.0</c:v>
                </c:pt>
                <c:pt idx="627">
                  <c:v>388.0</c:v>
                </c:pt>
                <c:pt idx="628">
                  <c:v>388.0</c:v>
                </c:pt>
                <c:pt idx="629">
                  <c:v>388.0</c:v>
                </c:pt>
                <c:pt idx="630">
                  <c:v>388.0</c:v>
                </c:pt>
                <c:pt idx="631">
                  <c:v>388.0</c:v>
                </c:pt>
                <c:pt idx="632">
                  <c:v>388.0</c:v>
                </c:pt>
                <c:pt idx="633">
                  <c:v>388.0</c:v>
                </c:pt>
                <c:pt idx="634">
                  <c:v>388.0</c:v>
                </c:pt>
                <c:pt idx="635">
                  <c:v>388.0</c:v>
                </c:pt>
                <c:pt idx="636">
                  <c:v>388.0</c:v>
                </c:pt>
                <c:pt idx="637">
                  <c:v>388.0</c:v>
                </c:pt>
                <c:pt idx="638">
                  <c:v>388.0</c:v>
                </c:pt>
                <c:pt idx="639">
                  <c:v>388.0</c:v>
                </c:pt>
                <c:pt idx="640">
                  <c:v>388.0</c:v>
                </c:pt>
                <c:pt idx="641">
                  <c:v>388.0</c:v>
                </c:pt>
                <c:pt idx="642">
                  <c:v>388.0</c:v>
                </c:pt>
                <c:pt idx="643">
                  <c:v>388.0</c:v>
                </c:pt>
                <c:pt idx="644">
                  <c:v>388.0</c:v>
                </c:pt>
                <c:pt idx="645">
                  <c:v>388.0</c:v>
                </c:pt>
                <c:pt idx="646">
                  <c:v>388.0</c:v>
                </c:pt>
                <c:pt idx="647">
                  <c:v>388.0</c:v>
                </c:pt>
                <c:pt idx="648">
                  <c:v>388.0</c:v>
                </c:pt>
                <c:pt idx="649">
                  <c:v>388.0</c:v>
                </c:pt>
                <c:pt idx="650">
                  <c:v>388.0</c:v>
                </c:pt>
                <c:pt idx="651">
                  <c:v>388.0</c:v>
                </c:pt>
                <c:pt idx="652">
                  <c:v>388.0</c:v>
                </c:pt>
                <c:pt idx="653">
                  <c:v>388.0</c:v>
                </c:pt>
                <c:pt idx="654">
                  <c:v>388.0</c:v>
                </c:pt>
                <c:pt idx="655">
                  <c:v>388.0</c:v>
                </c:pt>
                <c:pt idx="656">
                  <c:v>388.0</c:v>
                </c:pt>
                <c:pt idx="657">
                  <c:v>388.0</c:v>
                </c:pt>
                <c:pt idx="658">
                  <c:v>388.0</c:v>
                </c:pt>
                <c:pt idx="659">
                  <c:v>388.0</c:v>
                </c:pt>
                <c:pt idx="660">
                  <c:v>388.0</c:v>
                </c:pt>
                <c:pt idx="661">
                  <c:v>388.0</c:v>
                </c:pt>
                <c:pt idx="662">
                  <c:v>388.0</c:v>
                </c:pt>
                <c:pt idx="663">
                  <c:v>388.0</c:v>
                </c:pt>
                <c:pt idx="664">
                  <c:v>388.0</c:v>
                </c:pt>
                <c:pt idx="665">
                  <c:v>388.0</c:v>
                </c:pt>
                <c:pt idx="666">
                  <c:v>388.0</c:v>
                </c:pt>
                <c:pt idx="667">
                  <c:v>388.0</c:v>
                </c:pt>
                <c:pt idx="668">
                  <c:v>388.0</c:v>
                </c:pt>
                <c:pt idx="669">
                  <c:v>388.0</c:v>
                </c:pt>
                <c:pt idx="670">
                  <c:v>388.0</c:v>
                </c:pt>
                <c:pt idx="671">
                  <c:v>388.0</c:v>
                </c:pt>
                <c:pt idx="672">
                  <c:v>388.0</c:v>
                </c:pt>
                <c:pt idx="673">
                  <c:v>388.0</c:v>
                </c:pt>
                <c:pt idx="674">
                  <c:v>388.0</c:v>
                </c:pt>
                <c:pt idx="675">
                  <c:v>388.0</c:v>
                </c:pt>
                <c:pt idx="676">
                  <c:v>388.0</c:v>
                </c:pt>
                <c:pt idx="677">
                  <c:v>388.0</c:v>
                </c:pt>
                <c:pt idx="678">
                  <c:v>388.0</c:v>
                </c:pt>
                <c:pt idx="679">
                  <c:v>388.0</c:v>
                </c:pt>
                <c:pt idx="680">
                  <c:v>388.0</c:v>
                </c:pt>
                <c:pt idx="681">
                  <c:v>388.0</c:v>
                </c:pt>
                <c:pt idx="682">
                  <c:v>388.0</c:v>
                </c:pt>
                <c:pt idx="683">
                  <c:v>388.0</c:v>
                </c:pt>
                <c:pt idx="684">
                  <c:v>388.0</c:v>
                </c:pt>
                <c:pt idx="685">
                  <c:v>388.0</c:v>
                </c:pt>
                <c:pt idx="686">
                  <c:v>388.0</c:v>
                </c:pt>
                <c:pt idx="687">
                  <c:v>388.0</c:v>
                </c:pt>
                <c:pt idx="688">
                  <c:v>388.0</c:v>
                </c:pt>
                <c:pt idx="689">
                  <c:v>388.0</c:v>
                </c:pt>
                <c:pt idx="690">
                  <c:v>388.0</c:v>
                </c:pt>
                <c:pt idx="691">
                  <c:v>388.0</c:v>
                </c:pt>
                <c:pt idx="692">
                  <c:v>388.0</c:v>
                </c:pt>
                <c:pt idx="693">
                  <c:v>388.0</c:v>
                </c:pt>
                <c:pt idx="694">
                  <c:v>388.0</c:v>
                </c:pt>
                <c:pt idx="695">
                  <c:v>388.0</c:v>
                </c:pt>
                <c:pt idx="696">
                  <c:v>388.0</c:v>
                </c:pt>
                <c:pt idx="697">
                  <c:v>388.0</c:v>
                </c:pt>
                <c:pt idx="698">
                  <c:v>388.0</c:v>
                </c:pt>
                <c:pt idx="699">
                  <c:v>388.0</c:v>
                </c:pt>
                <c:pt idx="700">
                  <c:v>388.0</c:v>
                </c:pt>
                <c:pt idx="701">
                  <c:v>388.0</c:v>
                </c:pt>
                <c:pt idx="702">
                  <c:v>388.0</c:v>
                </c:pt>
                <c:pt idx="703">
                  <c:v>388.0</c:v>
                </c:pt>
                <c:pt idx="704">
                  <c:v>388.0</c:v>
                </c:pt>
                <c:pt idx="705">
                  <c:v>388.0</c:v>
                </c:pt>
                <c:pt idx="706">
                  <c:v>388.0</c:v>
                </c:pt>
                <c:pt idx="707">
                  <c:v>388.0</c:v>
                </c:pt>
                <c:pt idx="708">
                  <c:v>388.0</c:v>
                </c:pt>
                <c:pt idx="709">
                  <c:v>388.0</c:v>
                </c:pt>
                <c:pt idx="710">
                  <c:v>388.0</c:v>
                </c:pt>
                <c:pt idx="711">
                  <c:v>388.0</c:v>
                </c:pt>
                <c:pt idx="712">
                  <c:v>388.0</c:v>
                </c:pt>
                <c:pt idx="713">
                  <c:v>388.0</c:v>
                </c:pt>
                <c:pt idx="714">
                  <c:v>388.0</c:v>
                </c:pt>
                <c:pt idx="715">
                  <c:v>388.0</c:v>
                </c:pt>
                <c:pt idx="716">
                  <c:v>388.0</c:v>
                </c:pt>
                <c:pt idx="717">
                  <c:v>388.0</c:v>
                </c:pt>
                <c:pt idx="718">
                  <c:v>388.0</c:v>
                </c:pt>
                <c:pt idx="719">
                  <c:v>388.0</c:v>
                </c:pt>
                <c:pt idx="720">
                  <c:v>388.0</c:v>
                </c:pt>
                <c:pt idx="721">
                  <c:v>388.0</c:v>
                </c:pt>
                <c:pt idx="722">
                  <c:v>388.0</c:v>
                </c:pt>
                <c:pt idx="723">
                  <c:v>388.0</c:v>
                </c:pt>
                <c:pt idx="724">
                  <c:v>388.0</c:v>
                </c:pt>
                <c:pt idx="725">
                  <c:v>388.0</c:v>
                </c:pt>
                <c:pt idx="726">
                  <c:v>388.0</c:v>
                </c:pt>
                <c:pt idx="727">
                  <c:v>388.0</c:v>
                </c:pt>
                <c:pt idx="728">
                  <c:v>388.0</c:v>
                </c:pt>
                <c:pt idx="729">
                  <c:v>388.0</c:v>
                </c:pt>
                <c:pt idx="730">
                  <c:v>388.0</c:v>
                </c:pt>
                <c:pt idx="731">
                  <c:v>388.0</c:v>
                </c:pt>
                <c:pt idx="732">
                  <c:v>388.0</c:v>
                </c:pt>
                <c:pt idx="733">
                  <c:v>388.0</c:v>
                </c:pt>
                <c:pt idx="734">
                  <c:v>388.0</c:v>
                </c:pt>
                <c:pt idx="735">
                  <c:v>388.0</c:v>
                </c:pt>
                <c:pt idx="736">
                  <c:v>388.0</c:v>
                </c:pt>
                <c:pt idx="737">
                  <c:v>388.0</c:v>
                </c:pt>
                <c:pt idx="738">
                  <c:v>388.0</c:v>
                </c:pt>
                <c:pt idx="739">
                  <c:v>388.0</c:v>
                </c:pt>
                <c:pt idx="740">
                  <c:v>388.0</c:v>
                </c:pt>
                <c:pt idx="741">
                  <c:v>388.0</c:v>
                </c:pt>
                <c:pt idx="742">
                  <c:v>388.0</c:v>
                </c:pt>
                <c:pt idx="743">
                  <c:v>388.0</c:v>
                </c:pt>
                <c:pt idx="744">
                  <c:v>388.0</c:v>
                </c:pt>
                <c:pt idx="745">
                  <c:v>388.0</c:v>
                </c:pt>
                <c:pt idx="746">
                  <c:v>388.0</c:v>
                </c:pt>
                <c:pt idx="747">
                  <c:v>388.0</c:v>
                </c:pt>
                <c:pt idx="748">
                  <c:v>388.0</c:v>
                </c:pt>
                <c:pt idx="749">
                  <c:v>388.0</c:v>
                </c:pt>
                <c:pt idx="750">
                  <c:v>388.0</c:v>
                </c:pt>
                <c:pt idx="751">
                  <c:v>388.0</c:v>
                </c:pt>
                <c:pt idx="752">
                  <c:v>388.0</c:v>
                </c:pt>
                <c:pt idx="753">
                  <c:v>388.0</c:v>
                </c:pt>
                <c:pt idx="754">
                  <c:v>388.0</c:v>
                </c:pt>
                <c:pt idx="755">
                  <c:v>388.0</c:v>
                </c:pt>
                <c:pt idx="756">
                  <c:v>388.0</c:v>
                </c:pt>
                <c:pt idx="757">
                  <c:v>388.0</c:v>
                </c:pt>
                <c:pt idx="758">
                  <c:v>388.0</c:v>
                </c:pt>
                <c:pt idx="759">
                  <c:v>388.0</c:v>
                </c:pt>
                <c:pt idx="760">
                  <c:v>388.0</c:v>
                </c:pt>
                <c:pt idx="761">
                  <c:v>388.0</c:v>
                </c:pt>
                <c:pt idx="762">
                  <c:v>388.0</c:v>
                </c:pt>
                <c:pt idx="763">
                  <c:v>388.0</c:v>
                </c:pt>
                <c:pt idx="764">
                  <c:v>388.0</c:v>
                </c:pt>
                <c:pt idx="765">
                  <c:v>388.0</c:v>
                </c:pt>
                <c:pt idx="766">
                  <c:v>388.0</c:v>
                </c:pt>
                <c:pt idx="767">
                  <c:v>388.0</c:v>
                </c:pt>
                <c:pt idx="768">
                  <c:v>388.0</c:v>
                </c:pt>
                <c:pt idx="769">
                  <c:v>388.0</c:v>
                </c:pt>
                <c:pt idx="770">
                  <c:v>388.0</c:v>
                </c:pt>
                <c:pt idx="771">
                  <c:v>388.0</c:v>
                </c:pt>
                <c:pt idx="772">
                  <c:v>388.0</c:v>
                </c:pt>
                <c:pt idx="773">
                  <c:v>388.0</c:v>
                </c:pt>
                <c:pt idx="774">
                  <c:v>388.0</c:v>
                </c:pt>
                <c:pt idx="775">
                  <c:v>388.0</c:v>
                </c:pt>
                <c:pt idx="776">
                  <c:v>388.0</c:v>
                </c:pt>
                <c:pt idx="777">
                  <c:v>388.0</c:v>
                </c:pt>
                <c:pt idx="778">
                  <c:v>388.0</c:v>
                </c:pt>
                <c:pt idx="779">
                  <c:v>388.0</c:v>
                </c:pt>
                <c:pt idx="780">
                  <c:v>388.0</c:v>
                </c:pt>
                <c:pt idx="781">
                  <c:v>388.0</c:v>
                </c:pt>
                <c:pt idx="782">
                  <c:v>388.0</c:v>
                </c:pt>
                <c:pt idx="783">
                  <c:v>388.0</c:v>
                </c:pt>
                <c:pt idx="784">
                  <c:v>388.0</c:v>
                </c:pt>
                <c:pt idx="785">
                  <c:v>388.0</c:v>
                </c:pt>
                <c:pt idx="786">
                  <c:v>388.0</c:v>
                </c:pt>
                <c:pt idx="787">
                  <c:v>388.0</c:v>
                </c:pt>
                <c:pt idx="788">
                  <c:v>388.0</c:v>
                </c:pt>
                <c:pt idx="789">
                  <c:v>388.0</c:v>
                </c:pt>
                <c:pt idx="790">
                  <c:v>388.0</c:v>
                </c:pt>
                <c:pt idx="791">
                  <c:v>388.0</c:v>
                </c:pt>
                <c:pt idx="792">
                  <c:v>388.0</c:v>
                </c:pt>
                <c:pt idx="793">
                  <c:v>388.0</c:v>
                </c:pt>
                <c:pt idx="794">
                  <c:v>388.0</c:v>
                </c:pt>
                <c:pt idx="795">
                  <c:v>388.0</c:v>
                </c:pt>
                <c:pt idx="796">
                  <c:v>388.0</c:v>
                </c:pt>
                <c:pt idx="797">
                  <c:v>388.0</c:v>
                </c:pt>
                <c:pt idx="798">
                  <c:v>388.0</c:v>
                </c:pt>
                <c:pt idx="799">
                  <c:v>388.0</c:v>
                </c:pt>
                <c:pt idx="800">
                  <c:v>388.0</c:v>
                </c:pt>
                <c:pt idx="801">
                  <c:v>388.0</c:v>
                </c:pt>
                <c:pt idx="802">
                  <c:v>388.0</c:v>
                </c:pt>
                <c:pt idx="803">
                  <c:v>388.0</c:v>
                </c:pt>
                <c:pt idx="804">
                  <c:v>388.0</c:v>
                </c:pt>
                <c:pt idx="805">
                  <c:v>388.0</c:v>
                </c:pt>
                <c:pt idx="806">
                  <c:v>388.0</c:v>
                </c:pt>
                <c:pt idx="807">
                  <c:v>388.0</c:v>
                </c:pt>
                <c:pt idx="808">
                  <c:v>388.0</c:v>
                </c:pt>
                <c:pt idx="809">
                  <c:v>388.0</c:v>
                </c:pt>
                <c:pt idx="810">
                  <c:v>388.0</c:v>
                </c:pt>
                <c:pt idx="811">
                  <c:v>388.0</c:v>
                </c:pt>
                <c:pt idx="812">
                  <c:v>388.0</c:v>
                </c:pt>
                <c:pt idx="813">
                  <c:v>388.0</c:v>
                </c:pt>
                <c:pt idx="814">
                  <c:v>388.0</c:v>
                </c:pt>
                <c:pt idx="815">
                  <c:v>388.0</c:v>
                </c:pt>
                <c:pt idx="816">
                  <c:v>388.0</c:v>
                </c:pt>
                <c:pt idx="817">
                  <c:v>388.0</c:v>
                </c:pt>
                <c:pt idx="818">
                  <c:v>388.0</c:v>
                </c:pt>
                <c:pt idx="819">
                  <c:v>388.0</c:v>
                </c:pt>
                <c:pt idx="820">
                  <c:v>388.0</c:v>
                </c:pt>
                <c:pt idx="821">
                  <c:v>388.0</c:v>
                </c:pt>
                <c:pt idx="822">
                  <c:v>388.0</c:v>
                </c:pt>
                <c:pt idx="823">
                  <c:v>388.0</c:v>
                </c:pt>
                <c:pt idx="824">
                  <c:v>388.0</c:v>
                </c:pt>
                <c:pt idx="825">
                  <c:v>388.0</c:v>
                </c:pt>
                <c:pt idx="826">
                  <c:v>388.0</c:v>
                </c:pt>
                <c:pt idx="827">
                  <c:v>388.0</c:v>
                </c:pt>
                <c:pt idx="828">
                  <c:v>388.0</c:v>
                </c:pt>
                <c:pt idx="829">
                  <c:v>388.0</c:v>
                </c:pt>
                <c:pt idx="830">
                  <c:v>388.0</c:v>
                </c:pt>
                <c:pt idx="831">
                  <c:v>388.0</c:v>
                </c:pt>
                <c:pt idx="832">
                  <c:v>388.0</c:v>
                </c:pt>
                <c:pt idx="833">
                  <c:v>388.0</c:v>
                </c:pt>
                <c:pt idx="834">
                  <c:v>388.0</c:v>
                </c:pt>
                <c:pt idx="835">
                  <c:v>388.0</c:v>
                </c:pt>
                <c:pt idx="836">
                  <c:v>388.0</c:v>
                </c:pt>
                <c:pt idx="837">
                  <c:v>388.0</c:v>
                </c:pt>
                <c:pt idx="838">
                  <c:v>388.0</c:v>
                </c:pt>
                <c:pt idx="839">
                  <c:v>388.0</c:v>
                </c:pt>
                <c:pt idx="840">
                  <c:v>388.0</c:v>
                </c:pt>
                <c:pt idx="841">
                  <c:v>388.0</c:v>
                </c:pt>
                <c:pt idx="842">
                  <c:v>388.0</c:v>
                </c:pt>
                <c:pt idx="843">
                  <c:v>388.0</c:v>
                </c:pt>
                <c:pt idx="844">
                  <c:v>388.0</c:v>
                </c:pt>
                <c:pt idx="845">
                  <c:v>388.0</c:v>
                </c:pt>
                <c:pt idx="846">
                  <c:v>388.0</c:v>
                </c:pt>
                <c:pt idx="847">
                  <c:v>388.0</c:v>
                </c:pt>
                <c:pt idx="848">
                  <c:v>388.0</c:v>
                </c:pt>
                <c:pt idx="849">
                  <c:v>388.0</c:v>
                </c:pt>
                <c:pt idx="850">
                  <c:v>388.0</c:v>
                </c:pt>
                <c:pt idx="851">
                  <c:v>388.0</c:v>
                </c:pt>
                <c:pt idx="852">
                  <c:v>388.0</c:v>
                </c:pt>
                <c:pt idx="853">
                  <c:v>388.0</c:v>
                </c:pt>
                <c:pt idx="854">
                  <c:v>388.0</c:v>
                </c:pt>
                <c:pt idx="855">
                  <c:v>388.0</c:v>
                </c:pt>
                <c:pt idx="856">
                  <c:v>388.0</c:v>
                </c:pt>
                <c:pt idx="857">
                  <c:v>388.0</c:v>
                </c:pt>
                <c:pt idx="858">
                  <c:v>388.0</c:v>
                </c:pt>
                <c:pt idx="859">
                  <c:v>388.0</c:v>
                </c:pt>
                <c:pt idx="860">
                  <c:v>388.0</c:v>
                </c:pt>
                <c:pt idx="861">
                  <c:v>388.0</c:v>
                </c:pt>
                <c:pt idx="862">
                  <c:v>388.0</c:v>
                </c:pt>
                <c:pt idx="863">
                  <c:v>388.0</c:v>
                </c:pt>
                <c:pt idx="864">
                  <c:v>388.0</c:v>
                </c:pt>
                <c:pt idx="865">
                  <c:v>388.0</c:v>
                </c:pt>
                <c:pt idx="866">
                  <c:v>388.0</c:v>
                </c:pt>
                <c:pt idx="867">
                  <c:v>388.0</c:v>
                </c:pt>
                <c:pt idx="868">
                  <c:v>388.0</c:v>
                </c:pt>
                <c:pt idx="869">
                  <c:v>388.0</c:v>
                </c:pt>
                <c:pt idx="870">
                  <c:v>388.0</c:v>
                </c:pt>
                <c:pt idx="871">
                  <c:v>388.0</c:v>
                </c:pt>
                <c:pt idx="872">
                  <c:v>388.0</c:v>
                </c:pt>
                <c:pt idx="873">
                  <c:v>388.0</c:v>
                </c:pt>
                <c:pt idx="874">
                  <c:v>388.0</c:v>
                </c:pt>
                <c:pt idx="875">
                  <c:v>388.0</c:v>
                </c:pt>
                <c:pt idx="876">
                  <c:v>388.0</c:v>
                </c:pt>
                <c:pt idx="877">
                  <c:v>388.0</c:v>
                </c:pt>
                <c:pt idx="878">
                  <c:v>388.0</c:v>
                </c:pt>
                <c:pt idx="879">
                  <c:v>388.0</c:v>
                </c:pt>
                <c:pt idx="880">
                  <c:v>388.0</c:v>
                </c:pt>
                <c:pt idx="881">
                  <c:v>388.0</c:v>
                </c:pt>
                <c:pt idx="882">
                  <c:v>388.0</c:v>
                </c:pt>
                <c:pt idx="883">
                  <c:v>388.0</c:v>
                </c:pt>
                <c:pt idx="884">
                  <c:v>388.0</c:v>
                </c:pt>
                <c:pt idx="885">
                  <c:v>388.0</c:v>
                </c:pt>
                <c:pt idx="886">
                  <c:v>388.0</c:v>
                </c:pt>
                <c:pt idx="887">
                  <c:v>388.0</c:v>
                </c:pt>
                <c:pt idx="888">
                  <c:v>388.0</c:v>
                </c:pt>
                <c:pt idx="889">
                  <c:v>388.0</c:v>
                </c:pt>
                <c:pt idx="890">
                  <c:v>388.0</c:v>
                </c:pt>
                <c:pt idx="891">
                  <c:v>388.0</c:v>
                </c:pt>
                <c:pt idx="892">
                  <c:v>388.0</c:v>
                </c:pt>
                <c:pt idx="893">
                  <c:v>388.0</c:v>
                </c:pt>
                <c:pt idx="894">
                  <c:v>388.0</c:v>
                </c:pt>
                <c:pt idx="895">
                  <c:v>388.0</c:v>
                </c:pt>
                <c:pt idx="896">
                  <c:v>388.0</c:v>
                </c:pt>
                <c:pt idx="897">
                  <c:v>388.0</c:v>
                </c:pt>
                <c:pt idx="898">
                  <c:v>388.0</c:v>
                </c:pt>
                <c:pt idx="899">
                  <c:v>388.0</c:v>
                </c:pt>
                <c:pt idx="900">
                  <c:v>388.0</c:v>
                </c:pt>
                <c:pt idx="901">
                  <c:v>388.0</c:v>
                </c:pt>
                <c:pt idx="902">
                  <c:v>388.0</c:v>
                </c:pt>
                <c:pt idx="903">
                  <c:v>388.0</c:v>
                </c:pt>
                <c:pt idx="904">
                  <c:v>388.0</c:v>
                </c:pt>
                <c:pt idx="905">
                  <c:v>388.0</c:v>
                </c:pt>
                <c:pt idx="906">
                  <c:v>388.0</c:v>
                </c:pt>
                <c:pt idx="907">
                  <c:v>388.0</c:v>
                </c:pt>
                <c:pt idx="908">
                  <c:v>388.0</c:v>
                </c:pt>
                <c:pt idx="909">
                  <c:v>388.0</c:v>
                </c:pt>
                <c:pt idx="910">
                  <c:v>388.0</c:v>
                </c:pt>
                <c:pt idx="911">
                  <c:v>388.0</c:v>
                </c:pt>
                <c:pt idx="912">
                  <c:v>388.0</c:v>
                </c:pt>
                <c:pt idx="913">
                  <c:v>388.0</c:v>
                </c:pt>
                <c:pt idx="914">
                  <c:v>388.0</c:v>
                </c:pt>
                <c:pt idx="915">
                  <c:v>388.0</c:v>
                </c:pt>
                <c:pt idx="916">
                  <c:v>388.0</c:v>
                </c:pt>
                <c:pt idx="917">
                  <c:v>388.0</c:v>
                </c:pt>
                <c:pt idx="918">
                  <c:v>388.0</c:v>
                </c:pt>
                <c:pt idx="919">
                  <c:v>388.0</c:v>
                </c:pt>
                <c:pt idx="920">
                  <c:v>388.0</c:v>
                </c:pt>
                <c:pt idx="921">
                  <c:v>388.0</c:v>
                </c:pt>
                <c:pt idx="922">
                  <c:v>388.0</c:v>
                </c:pt>
                <c:pt idx="923">
                  <c:v>388.0</c:v>
                </c:pt>
                <c:pt idx="924">
                  <c:v>388.0</c:v>
                </c:pt>
                <c:pt idx="925">
                  <c:v>388.0</c:v>
                </c:pt>
                <c:pt idx="926">
                  <c:v>388.0</c:v>
                </c:pt>
                <c:pt idx="927">
                  <c:v>388.0</c:v>
                </c:pt>
                <c:pt idx="928">
                  <c:v>388.0</c:v>
                </c:pt>
                <c:pt idx="929">
                  <c:v>388.0</c:v>
                </c:pt>
                <c:pt idx="930">
                  <c:v>388.0</c:v>
                </c:pt>
                <c:pt idx="931">
                  <c:v>388.0</c:v>
                </c:pt>
                <c:pt idx="932">
                  <c:v>388.0</c:v>
                </c:pt>
                <c:pt idx="933">
                  <c:v>388.0</c:v>
                </c:pt>
                <c:pt idx="934">
                  <c:v>388.0</c:v>
                </c:pt>
                <c:pt idx="935">
                  <c:v>388.0</c:v>
                </c:pt>
                <c:pt idx="936">
                  <c:v>388.0</c:v>
                </c:pt>
                <c:pt idx="937">
                  <c:v>388.0</c:v>
                </c:pt>
                <c:pt idx="938">
                  <c:v>388.0</c:v>
                </c:pt>
                <c:pt idx="939">
                  <c:v>388.0</c:v>
                </c:pt>
                <c:pt idx="940">
                  <c:v>388.0</c:v>
                </c:pt>
                <c:pt idx="941">
                  <c:v>388.0</c:v>
                </c:pt>
                <c:pt idx="942">
                  <c:v>388.0</c:v>
                </c:pt>
                <c:pt idx="943">
                  <c:v>388.0</c:v>
                </c:pt>
                <c:pt idx="944">
                  <c:v>388.0</c:v>
                </c:pt>
                <c:pt idx="945">
                  <c:v>388.0</c:v>
                </c:pt>
                <c:pt idx="946">
                  <c:v>388.0</c:v>
                </c:pt>
                <c:pt idx="947">
                  <c:v>388.0</c:v>
                </c:pt>
                <c:pt idx="948">
                  <c:v>388.0</c:v>
                </c:pt>
                <c:pt idx="949">
                  <c:v>388.0</c:v>
                </c:pt>
                <c:pt idx="950">
                  <c:v>388.0</c:v>
                </c:pt>
                <c:pt idx="951">
                  <c:v>388.0</c:v>
                </c:pt>
                <c:pt idx="952">
                  <c:v>388.0</c:v>
                </c:pt>
                <c:pt idx="953">
                  <c:v>388.0</c:v>
                </c:pt>
                <c:pt idx="954">
                  <c:v>388.0</c:v>
                </c:pt>
                <c:pt idx="955">
                  <c:v>388.0</c:v>
                </c:pt>
                <c:pt idx="956">
                  <c:v>388.0</c:v>
                </c:pt>
                <c:pt idx="957">
                  <c:v>388.0</c:v>
                </c:pt>
                <c:pt idx="958">
                  <c:v>388.0</c:v>
                </c:pt>
                <c:pt idx="959">
                  <c:v>388.0</c:v>
                </c:pt>
                <c:pt idx="960">
                  <c:v>388.0</c:v>
                </c:pt>
                <c:pt idx="961">
                  <c:v>388.0</c:v>
                </c:pt>
                <c:pt idx="962">
                  <c:v>388.0</c:v>
                </c:pt>
                <c:pt idx="963">
                  <c:v>388.0</c:v>
                </c:pt>
                <c:pt idx="964">
                  <c:v>388.0</c:v>
                </c:pt>
                <c:pt idx="965">
                  <c:v>388.0</c:v>
                </c:pt>
                <c:pt idx="966">
                  <c:v>388.0</c:v>
                </c:pt>
                <c:pt idx="967">
                  <c:v>388.0</c:v>
                </c:pt>
                <c:pt idx="968">
                  <c:v>388.0</c:v>
                </c:pt>
                <c:pt idx="969">
                  <c:v>388.0</c:v>
                </c:pt>
                <c:pt idx="970">
                  <c:v>388.0</c:v>
                </c:pt>
                <c:pt idx="971">
                  <c:v>388.0</c:v>
                </c:pt>
                <c:pt idx="972">
                  <c:v>388.0</c:v>
                </c:pt>
                <c:pt idx="973">
                  <c:v>388.0</c:v>
                </c:pt>
                <c:pt idx="974">
                  <c:v>388.0</c:v>
                </c:pt>
                <c:pt idx="975">
                  <c:v>388.0</c:v>
                </c:pt>
                <c:pt idx="976">
                  <c:v>388.0</c:v>
                </c:pt>
                <c:pt idx="977">
                  <c:v>388.0</c:v>
                </c:pt>
                <c:pt idx="978">
                  <c:v>388.0</c:v>
                </c:pt>
                <c:pt idx="979">
                  <c:v>388.0</c:v>
                </c:pt>
                <c:pt idx="980">
                  <c:v>388.0</c:v>
                </c:pt>
                <c:pt idx="981">
                  <c:v>388.0</c:v>
                </c:pt>
                <c:pt idx="982">
                  <c:v>388.0</c:v>
                </c:pt>
                <c:pt idx="983">
                  <c:v>388.0</c:v>
                </c:pt>
                <c:pt idx="984">
                  <c:v>388.0</c:v>
                </c:pt>
                <c:pt idx="985">
                  <c:v>388.0</c:v>
                </c:pt>
                <c:pt idx="986">
                  <c:v>388.0</c:v>
                </c:pt>
                <c:pt idx="987">
                  <c:v>388.0</c:v>
                </c:pt>
                <c:pt idx="988">
                  <c:v>388.0</c:v>
                </c:pt>
                <c:pt idx="989">
                  <c:v>388.0</c:v>
                </c:pt>
                <c:pt idx="990">
                  <c:v>388.0</c:v>
                </c:pt>
                <c:pt idx="991">
                  <c:v>388.0</c:v>
                </c:pt>
                <c:pt idx="992">
                  <c:v>388.0</c:v>
                </c:pt>
                <c:pt idx="993">
                  <c:v>388.0</c:v>
                </c:pt>
                <c:pt idx="994">
                  <c:v>388.0</c:v>
                </c:pt>
                <c:pt idx="995">
                  <c:v>388.0</c:v>
                </c:pt>
                <c:pt idx="996">
                  <c:v>388.0</c:v>
                </c:pt>
                <c:pt idx="997">
                  <c:v>388.0</c:v>
                </c:pt>
                <c:pt idx="998">
                  <c:v>388.0</c:v>
                </c:pt>
                <c:pt idx="999">
                  <c:v>388.0</c:v>
                </c:pt>
                <c:pt idx="1000">
                  <c:v>388.0</c:v>
                </c:pt>
                <c:pt idx="1001">
                  <c:v>388.0</c:v>
                </c:pt>
                <c:pt idx="1002">
                  <c:v>388.0</c:v>
                </c:pt>
                <c:pt idx="1003">
                  <c:v>388.0</c:v>
                </c:pt>
                <c:pt idx="1004">
                  <c:v>388.0</c:v>
                </c:pt>
                <c:pt idx="1005">
                  <c:v>388.0</c:v>
                </c:pt>
                <c:pt idx="1006">
                  <c:v>388.0</c:v>
                </c:pt>
                <c:pt idx="1007">
                  <c:v>388.0</c:v>
                </c:pt>
                <c:pt idx="1008">
                  <c:v>388.0</c:v>
                </c:pt>
                <c:pt idx="1009">
                  <c:v>388.0</c:v>
                </c:pt>
                <c:pt idx="1010">
                  <c:v>388.0</c:v>
                </c:pt>
                <c:pt idx="1011">
                  <c:v>388.0</c:v>
                </c:pt>
                <c:pt idx="1012">
                  <c:v>388.0</c:v>
                </c:pt>
                <c:pt idx="1013">
                  <c:v>388.0</c:v>
                </c:pt>
                <c:pt idx="1014">
                  <c:v>388.0</c:v>
                </c:pt>
                <c:pt idx="1015">
                  <c:v>388.0</c:v>
                </c:pt>
                <c:pt idx="1016">
                  <c:v>388.0</c:v>
                </c:pt>
                <c:pt idx="1017">
                  <c:v>388.0</c:v>
                </c:pt>
                <c:pt idx="1018">
                  <c:v>388.0</c:v>
                </c:pt>
                <c:pt idx="1019">
                  <c:v>388.0</c:v>
                </c:pt>
                <c:pt idx="1020">
                  <c:v>388.0</c:v>
                </c:pt>
                <c:pt idx="1021">
                  <c:v>388.0</c:v>
                </c:pt>
                <c:pt idx="1022">
                  <c:v>388.0</c:v>
                </c:pt>
                <c:pt idx="1023">
                  <c:v>388.0</c:v>
                </c:pt>
                <c:pt idx="1024">
                  <c:v>388.0</c:v>
                </c:pt>
                <c:pt idx="1025">
                  <c:v>388.0</c:v>
                </c:pt>
                <c:pt idx="1026">
                  <c:v>388.0</c:v>
                </c:pt>
                <c:pt idx="1027">
                  <c:v>388.0</c:v>
                </c:pt>
                <c:pt idx="1028">
                  <c:v>388.0</c:v>
                </c:pt>
                <c:pt idx="1029">
                  <c:v>388.0</c:v>
                </c:pt>
                <c:pt idx="1030">
                  <c:v>388.0</c:v>
                </c:pt>
                <c:pt idx="1031">
                  <c:v>388.0</c:v>
                </c:pt>
                <c:pt idx="1032">
                  <c:v>388.0</c:v>
                </c:pt>
                <c:pt idx="1033">
                  <c:v>388.0</c:v>
                </c:pt>
                <c:pt idx="1034">
                  <c:v>388.0</c:v>
                </c:pt>
                <c:pt idx="1035">
                  <c:v>388.0</c:v>
                </c:pt>
                <c:pt idx="1036">
                  <c:v>388.0</c:v>
                </c:pt>
                <c:pt idx="1037">
                  <c:v>388.0</c:v>
                </c:pt>
                <c:pt idx="1038">
                  <c:v>388.0</c:v>
                </c:pt>
                <c:pt idx="1039">
                  <c:v>388.0</c:v>
                </c:pt>
                <c:pt idx="1040">
                  <c:v>388.0</c:v>
                </c:pt>
                <c:pt idx="1041">
                  <c:v>388.0</c:v>
                </c:pt>
                <c:pt idx="1042">
                  <c:v>388.0</c:v>
                </c:pt>
                <c:pt idx="1043">
                  <c:v>388.0</c:v>
                </c:pt>
                <c:pt idx="1044">
                  <c:v>388.0</c:v>
                </c:pt>
                <c:pt idx="1045">
                  <c:v>388.0</c:v>
                </c:pt>
                <c:pt idx="1046">
                  <c:v>388.0</c:v>
                </c:pt>
                <c:pt idx="1047">
                  <c:v>388.0</c:v>
                </c:pt>
                <c:pt idx="1048">
                  <c:v>388.0</c:v>
                </c:pt>
                <c:pt idx="1049">
                  <c:v>388.0</c:v>
                </c:pt>
                <c:pt idx="1050">
                  <c:v>388.0</c:v>
                </c:pt>
                <c:pt idx="1051">
                  <c:v>388.0</c:v>
                </c:pt>
                <c:pt idx="1052">
                  <c:v>388.0</c:v>
                </c:pt>
                <c:pt idx="1053">
                  <c:v>388.0</c:v>
                </c:pt>
                <c:pt idx="1054">
                  <c:v>388.0</c:v>
                </c:pt>
                <c:pt idx="1055">
                  <c:v>388.0</c:v>
                </c:pt>
                <c:pt idx="1056">
                  <c:v>388.0</c:v>
                </c:pt>
                <c:pt idx="1057">
                  <c:v>388.0</c:v>
                </c:pt>
                <c:pt idx="1058">
                  <c:v>388.0</c:v>
                </c:pt>
                <c:pt idx="1059">
                  <c:v>388.0</c:v>
                </c:pt>
                <c:pt idx="1060">
                  <c:v>388.0</c:v>
                </c:pt>
                <c:pt idx="1061">
                  <c:v>388.0</c:v>
                </c:pt>
                <c:pt idx="1062">
                  <c:v>388.0</c:v>
                </c:pt>
                <c:pt idx="1063">
                  <c:v>388.0</c:v>
                </c:pt>
                <c:pt idx="1064">
                  <c:v>388.0</c:v>
                </c:pt>
                <c:pt idx="1065">
                  <c:v>388.0</c:v>
                </c:pt>
                <c:pt idx="1066">
                  <c:v>388.0</c:v>
                </c:pt>
                <c:pt idx="1067">
                  <c:v>388.0</c:v>
                </c:pt>
                <c:pt idx="1068">
                  <c:v>388.0</c:v>
                </c:pt>
                <c:pt idx="1069">
                  <c:v>388.0</c:v>
                </c:pt>
                <c:pt idx="1070">
                  <c:v>388.0</c:v>
                </c:pt>
                <c:pt idx="1071">
                  <c:v>388.0</c:v>
                </c:pt>
                <c:pt idx="1072">
                  <c:v>388.0</c:v>
                </c:pt>
                <c:pt idx="1073">
                  <c:v>388.0</c:v>
                </c:pt>
                <c:pt idx="1074">
                  <c:v>388.0</c:v>
                </c:pt>
                <c:pt idx="1075">
                  <c:v>388.0</c:v>
                </c:pt>
                <c:pt idx="1076">
                  <c:v>388.0</c:v>
                </c:pt>
                <c:pt idx="1077">
                  <c:v>388.0</c:v>
                </c:pt>
                <c:pt idx="1078">
                  <c:v>388.0</c:v>
                </c:pt>
                <c:pt idx="1079">
                  <c:v>388.0</c:v>
                </c:pt>
                <c:pt idx="1080">
                  <c:v>388.0</c:v>
                </c:pt>
                <c:pt idx="1081">
                  <c:v>388.0</c:v>
                </c:pt>
                <c:pt idx="1082">
                  <c:v>388.0</c:v>
                </c:pt>
                <c:pt idx="1083">
                  <c:v>388.0</c:v>
                </c:pt>
                <c:pt idx="1084">
                  <c:v>388.0</c:v>
                </c:pt>
                <c:pt idx="1085">
                  <c:v>388.0</c:v>
                </c:pt>
                <c:pt idx="1086">
                  <c:v>388.0</c:v>
                </c:pt>
                <c:pt idx="1087">
                  <c:v>388.0</c:v>
                </c:pt>
                <c:pt idx="1088">
                  <c:v>388.0</c:v>
                </c:pt>
                <c:pt idx="1089">
                  <c:v>388.0</c:v>
                </c:pt>
                <c:pt idx="1090">
                  <c:v>388.0</c:v>
                </c:pt>
                <c:pt idx="1091">
                  <c:v>388.0</c:v>
                </c:pt>
                <c:pt idx="1092">
                  <c:v>388.0</c:v>
                </c:pt>
                <c:pt idx="1093">
                  <c:v>388.0</c:v>
                </c:pt>
                <c:pt idx="1094">
                  <c:v>388.0</c:v>
                </c:pt>
                <c:pt idx="1095">
                  <c:v>388.0</c:v>
                </c:pt>
                <c:pt idx="1096">
                  <c:v>388.0</c:v>
                </c:pt>
                <c:pt idx="1097">
                  <c:v>388.0</c:v>
                </c:pt>
                <c:pt idx="1098">
                  <c:v>388.0</c:v>
                </c:pt>
                <c:pt idx="1099">
                  <c:v>388.0</c:v>
                </c:pt>
                <c:pt idx="1100">
                  <c:v>388.0</c:v>
                </c:pt>
                <c:pt idx="1101">
                  <c:v>388.0</c:v>
                </c:pt>
                <c:pt idx="1102">
                  <c:v>388.0</c:v>
                </c:pt>
                <c:pt idx="1103">
                  <c:v>388.0</c:v>
                </c:pt>
                <c:pt idx="1104">
                  <c:v>388.0</c:v>
                </c:pt>
                <c:pt idx="1105">
                  <c:v>388.0</c:v>
                </c:pt>
                <c:pt idx="1106">
                  <c:v>388.0</c:v>
                </c:pt>
                <c:pt idx="1107">
                  <c:v>388.0</c:v>
                </c:pt>
                <c:pt idx="1108">
                  <c:v>388.0</c:v>
                </c:pt>
                <c:pt idx="1109">
                  <c:v>388.0</c:v>
                </c:pt>
                <c:pt idx="1110">
                  <c:v>388.0</c:v>
                </c:pt>
                <c:pt idx="1111">
                  <c:v>388.0</c:v>
                </c:pt>
                <c:pt idx="1112">
                  <c:v>388.0</c:v>
                </c:pt>
                <c:pt idx="1113">
                  <c:v>388.0</c:v>
                </c:pt>
                <c:pt idx="1114">
                  <c:v>388.0</c:v>
                </c:pt>
                <c:pt idx="1115">
                  <c:v>388.0</c:v>
                </c:pt>
                <c:pt idx="1116">
                  <c:v>388.0</c:v>
                </c:pt>
                <c:pt idx="1117">
                  <c:v>388.0</c:v>
                </c:pt>
                <c:pt idx="1118">
                  <c:v>388.0</c:v>
                </c:pt>
                <c:pt idx="1119">
                  <c:v>388.0</c:v>
                </c:pt>
                <c:pt idx="1120">
                  <c:v>388.0</c:v>
                </c:pt>
                <c:pt idx="1121">
                  <c:v>388.0</c:v>
                </c:pt>
                <c:pt idx="1122">
                  <c:v>388.0</c:v>
                </c:pt>
                <c:pt idx="1123">
                  <c:v>388.0</c:v>
                </c:pt>
                <c:pt idx="1124">
                  <c:v>388.0</c:v>
                </c:pt>
                <c:pt idx="1125">
                  <c:v>388.0</c:v>
                </c:pt>
                <c:pt idx="1126">
                  <c:v>388.0</c:v>
                </c:pt>
                <c:pt idx="1127">
                  <c:v>388.0</c:v>
                </c:pt>
                <c:pt idx="1128">
                  <c:v>388.0</c:v>
                </c:pt>
                <c:pt idx="1129">
                  <c:v>388.0</c:v>
                </c:pt>
                <c:pt idx="1130">
                  <c:v>388.0</c:v>
                </c:pt>
                <c:pt idx="1131">
                  <c:v>388.0</c:v>
                </c:pt>
                <c:pt idx="1132">
                  <c:v>388.0</c:v>
                </c:pt>
                <c:pt idx="1133">
                  <c:v>388.0</c:v>
                </c:pt>
                <c:pt idx="1134">
                  <c:v>388.0</c:v>
                </c:pt>
                <c:pt idx="1135">
                  <c:v>388.0</c:v>
                </c:pt>
                <c:pt idx="1136">
                  <c:v>388.0</c:v>
                </c:pt>
                <c:pt idx="1137">
                  <c:v>388.0</c:v>
                </c:pt>
                <c:pt idx="1138">
                  <c:v>388.0</c:v>
                </c:pt>
                <c:pt idx="1139">
                  <c:v>388.0</c:v>
                </c:pt>
                <c:pt idx="1140">
                  <c:v>388.0</c:v>
                </c:pt>
                <c:pt idx="1141">
                  <c:v>388.0</c:v>
                </c:pt>
                <c:pt idx="1142">
                  <c:v>388.0</c:v>
                </c:pt>
                <c:pt idx="1143">
                  <c:v>388.0</c:v>
                </c:pt>
                <c:pt idx="1144">
                  <c:v>388.0</c:v>
                </c:pt>
                <c:pt idx="1145">
                  <c:v>388.0</c:v>
                </c:pt>
                <c:pt idx="1146">
                  <c:v>388.0</c:v>
                </c:pt>
                <c:pt idx="1147">
                  <c:v>388.0</c:v>
                </c:pt>
                <c:pt idx="1148">
                  <c:v>388.0</c:v>
                </c:pt>
                <c:pt idx="1149">
                  <c:v>388.0</c:v>
                </c:pt>
                <c:pt idx="1150">
                  <c:v>388.0</c:v>
                </c:pt>
                <c:pt idx="1151">
                  <c:v>388.0</c:v>
                </c:pt>
                <c:pt idx="1152">
                  <c:v>388.0</c:v>
                </c:pt>
                <c:pt idx="1153">
                  <c:v>388.0</c:v>
                </c:pt>
                <c:pt idx="1154">
                  <c:v>388.0</c:v>
                </c:pt>
                <c:pt idx="1155">
                  <c:v>388.0</c:v>
                </c:pt>
                <c:pt idx="1156">
                  <c:v>388.0</c:v>
                </c:pt>
                <c:pt idx="1157">
                  <c:v>388.0</c:v>
                </c:pt>
                <c:pt idx="1158">
                  <c:v>388.0</c:v>
                </c:pt>
                <c:pt idx="1159">
                  <c:v>388.0</c:v>
                </c:pt>
                <c:pt idx="1160">
                  <c:v>388.0</c:v>
                </c:pt>
                <c:pt idx="1161">
                  <c:v>388.0</c:v>
                </c:pt>
                <c:pt idx="1162">
                  <c:v>388.0</c:v>
                </c:pt>
                <c:pt idx="1163">
                  <c:v>388.0</c:v>
                </c:pt>
                <c:pt idx="1164">
                  <c:v>388.0</c:v>
                </c:pt>
                <c:pt idx="1165">
                  <c:v>388.0</c:v>
                </c:pt>
                <c:pt idx="1166">
                  <c:v>388.0</c:v>
                </c:pt>
                <c:pt idx="1167">
                  <c:v>388.0</c:v>
                </c:pt>
                <c:pt idx="1168">
                  <c:v>388.0</c:v>
                </c:pt>
                <c:pt idx="1169">
                  <c:v>388.0</c:v>
                </c:pt>
                <c:pt idx="1170">
                  <c:v>388.0</c:v>
                </c:pt>
                <c:pt idx="1171">
                  <c:v>388.0</c:v>
                </c:pt>
                <c:pt idx="1172">
                  <c:v>388.0</c:v>
                </c:pt>
                <c:pt idx="1173">
                  <c:v>388.0</c:v>
                </c:pt>
                <c:pt idx="1174">
                  <c:v>388.0</c:v>
                </c:pt>
                <c:pt idx="1175">
                  <c:v>388.0</c:v>
                </c:pt>
                <c:pt idx="1176">
                  <c:v>388.0</c:v>
                </c:pt>
                <c:pt idx="1177">
                  <c:v>388.0</c:v>
                </c:pt>
                <c:pt idx="1178">
                  <c:v>388.0</c:v>
                </c:pt>
                <c:pt idx="1179">
                  <c:v>388.0</c:v>
                </c:pt>
                <c:pt idx="1180">
                  <c:v>388.0</c:v>
                </c:pt>
                <c:pt idx="1181">
                  <c:v>388.0</c:v>
                </c:pt>
                <c:pt idx="1182">
                  <c:v>388.0</c:v>
                </c:pt>
                <c:pt idx="1183">
                  <c:v>388.0</c:v>
                </c:pt>
                <c:pt idx="1184">
                  <c:v>388.0</c:v>
                </c:pt>
                <c:pt idx="1185">
                  <c:v>388.0</c:v>
                </c:pt>
                <c:pt idx="1186">
                  <c:v>388.0</c:v>
                </c:pt>
                <c:pt idx="1187">
                  <c:v>388.0</c:v>
                </c:pt>
                <c:pt idx="1188">
                  <c:v>388.0</c:v>
                </c:pt>
                <c:pt idx="1189">
                  <c:v>388.0</c:v>
                </c:pt>
                <c:pt idx="1190">
                  <c:v>388.0</c:v>
                </c:pt>
                <c:pt idx="1191">
                  <c:v>388.0</c:v>
                </c:pt>
                <c:pt idx="1192">
                  <c:v>388.0</c:v>
                </c:pt>
                <c:pt idx="1193">
                  <c:v>388.0</c:v>
                </c:pt>
                <c:pt idx="1194">
                  <c:v>388.0</c:v>
                </c:pt>
                <c:pt idx="1195">
                  <c:v>388.0</c:v>
                </c:pt>
                <c:pt idx="1196">
                  <c:v>388.0</c:v>
                </c:pt>
                <c:pt idx="1197">
                  <c:v>388.0</c:v>
                </c:pt>
                <c:pt idx="1198">
                  <c:v>388.0</c:v>
                </c:pt>
                <c:pt idx="1199">
                  <c:v>388.0</c:v>
                </c:pt>
                <c:pt idx="1200">
                  <c:v>388.0</c:v>
                </c:pt>
                <c:pt idx="1201">
                  <c:v>388.0</c:v>
                </c:pt>
                <c:pt idx="1202">
                  <c:v>388.0</c:v>
                </c:pt>
                <c:pt idx="1203">
                  <c:v>388.0</c:v>
                </c:pt>
                <c:pt idx="1204">
                  <c:v>388.0</c:v>
                </c:pt>
                <c:pt idx="1205">
                  <c:v>388.0</c:v>
                </c:pt>
                <c:pt idx="1206">
                  <c:v>388.0</c:v>
                </c:pt>
                <c:pt idx="1207">
                  <c:v>388.0</c:v>
                </c:pt>
                <c:pt idx="1208">
                  <c:v>388.0</c:v>
                </c:pt>
                <c:pt idx="1209">
                  <c:v>388.0</c:v>
                </c:pt>
                <c:pt idx="1210">
                  <c:v>388.0</c:v>
                </c:pt>
                <c:pt idx="1211">
                  <c:v>388.0</c:v>
                </c:pt>
                <c:pt idx="1212">
                  <c:v>388.0</c:v>
                </c:pt>
                <c:pt idx="1213">
                  <c:v>388.0</c:v>
                </c:pt>
                <c:pt idx="1214">
                  <c:v>388.0</c:v>
                </c:pt>
                <c:pt idx="1215">
                  <c:v>388.0</c:v>
                </c:pt>
                <c:pt idx="1216">
                  <c:v>388.0</c:v>
                </c:pt>
                <c:pt idx="1217">
                  <c:v>388.0</c:v>
                </c:pt>
                <c:pt idx="1218">
                  <c:v>388.0</c:v>
                </c:pt>
                <c:pt idx="1219">
                  <c:v>388.0</c:v>
                </c:pt>
                <c:pt idx="1220">
                  <c:v>388.0</c:v>
                </c:pt>
                <c:pt idx="1221">
                  <c:v>388.0</c:v>
                </c:pt>
                <c:pt idx="1222">
                  <c:v>388.0</c:v>
                </c:pt>
                <c:pt idx="1223">
                  <c:v>388.0</c:v>
                </c:pt>
                <c:pt idx="1224">
                  <c:v>388.0</c:v>
                </c:pt>
                <c:pt idx="1225">
                  <c:v>388.0</c:v>
                </c:pt>
                <c:pt idx="1226">
                  <c:v>388.0</c:v>
                </c:pt>
                <c:pt idx="1227">
                  <c:v>388.0</c:v>
                </c:pt>
                <c:pt idx="1228">
                  <c:v>388.0</c:v>
                </c:pt>
                <c:pt idx="1229">
                  <c:v>388.0</c:v>
                </c:pt>
                <c:pt idx="1230">
                  <c:v>388.0</c:v>
                </c:pt>
                <c:pt idx="1231">
                  <c:v>388.0</c:v>
                </c:pt>
                <c:pt idx="1232">
                  <c:v>388.0</c:v>
                </c:pt>
                <c:pt idx="1233">
                  <c:v>388.0</c:v>
                </c:pt>
                <c:pt idx="1234">
                  <c:v>388.0</c:v>
                </c:pt>
                <c:pt idx="1235">
                  <c:v>388.0</c:v>
                </c:pt>
                <c:pt idx="1236">
                  <c:v>388.0</c:v>
                </c:pt>
                <c:pt idx="1237">
                  <c:v>388.0</c:v>
                </c:pt>
                <c:pt idx="1238">
                  <c:v>388.0</c:v>
                </c:pt>
                <c:pt idx="1239">
                  <c:v>388.0</c:v>
                </c:pt>
                <c:pt idx="1240">
                  <c:v>388.0</c:v>
                </c:pt>
                <c:pt idx="1241">
                  <c:v>388.0</c:v>
                </c:pt>
                <c:pt idx="1242">
                  <c:v>388.0</c:v>
                </c:pt>
                <c:pt idx="1243">
                  <c:v>388.0</c:v>
                </c:pt>
                <c:pt idx="1244">
                  <c:v>388.0</c:v>
                </c:pt>
                <c:pt idx="1245">
                  <c:v>388.0</c:v>
                </c:pt>
                <c:pt idx="1246">
                  <c:v>388.0</c:v>
                </c:pt>
                <c:pt idx="1247">
                  <c:v>388.0</c:v>
                </c:pt>
                <c:pt idx="1248">
                  <c:v>388.0</c:v>
                </c:pt>
                <c:pt idx="1249">
                  <c:v>388.0</c:v>
                </c:pt>
                <c:pt idx="1250">
                  <c:v>388.0</c:v>
                </c:pt>
                <c:pt idx="1251">
                  <c:v>388.0</c:v>
                </c:pt>
                <c:pt idx="1252">
                  <c:v>388.0</c:v>
                </c:pt>
                <c:pt idx="1253">
                  <c:v>388.0</c:v>
                </c:pt>
                <c:pt idx="1254">
                  <c:v>388.0</c:v>
                </c:pt>
                <c:pt idx="1255">
                  <c:v>388.0</c:v>
                </c:pt>
                <c:pt idx="1256">
                  <c:v>388.0</c:v>
                </c:pt>
                <c:pt idx="1257">
                  <c:v>388.0</c:v>
                </c:pt>
                <c:pt idx="1258">
                  <c:v>388.0</c:v>
                </c:pt>
                <c:pt idx="1259">
                  <c:v>388.0</c:v>
                </c:pt>
                <c:pt idx="1260">
                  <c:v>388.0</c:v>
                </c:pt>
                <c:pt idx="1261">
                  <c:v>388.0</c:v>
                </c:pt>
                <c:pt idx="1262">
                  <c:v>388.0</c:v>
                </c:pt>
                <c:pt idx="1263">
                  <c:v>388.0</c:v>
                </c:pt>
                <c:pt idx="1264">
                  <c:v>388.0</c:v>
                </c:pt>
                <c:pt idx="1265">
                  <c:v>388.0</c:v>
                </c:pt>
                <c:pt idx="1266">
                  <c:v>388.0</c:v>
                </c:pt>
                <c:pt idx="1267">
                  <c:v>388.0</c:v>
                </c:pt>
                <c:pt idx="1268">
                  <c:v>388.0</c:v>
                </c:pt>
                <c:pt idx="1269">
                  <c:v>388.0</c:v>
                </c:pt>
                <c:pt idx="1270">
                  <c:v>388.0</c:v>
                </c:pt>
                <c:pt idx="1271">
                  <c:v>388.0</c:v>
                </c:pt>
                <c:pt idx="1272">
                  <c:v>388.0</c:v>
                </c:pt>
                <c:pt idx="1273">
                  <c:v>388.0</c:v>
                </c:pt>
                <c:pt idx="1274">
                  <c:v>388.0</c:v>
                </c:pt>
                <c:pt idx="1275">
                  <c:v>388.0</c:v>
                </c:pt>
                <c:pt idx="1276">
                  <c:v>388.0</c:v>
                </c:pt>
                <c:pt idx="1277">
                  <c:v>388.0</c:v>
                </c:pt>
                <c:pt idx="1278">
                  <c:v>388.0</c:v>
                </c:pt>
                <c:pt idx="1279">
                  <c:v>388.0</c:v>
                </c:pt>
                <c:pt idx="1280">
                  <c:v>388.0</c:v>
                </c:pt>
                <c:pt idx="1281">
                  <c:v>388.0</c:v>
                </c:pt>
                <c:pt idx="1282">
                  <c:v>388.0</c:v>
                </c:pt>
                <c:pt idx="1283">
                  <c:v>388.0</c:v>
                </c:pt>
                <c:pt idx="1284">
                  <c:v>388.0</c:v>
                </c:pt>
                <c:pt idx="1285">
                  <c:v>388.0</c:v>
                </c:pt>
                <c:pt idx="1286">
                  <c:v>388.0</c:v>
                </c:pt>
                <c:pt idx="1287">
                  <c:v>388.0</c:v>
                </c:pt>
                <c:pt idx="1288">
                  <c:v>388.0</c:v>
                </c:pt>
                <c:pt idx="1289">
                  <c:v>388.0</c:v>
                </c:pt>
                <c:pt idx="1290">
                  <c:v>388.0</c:v>
                </c:pt>
                <c:pt idx="1291">
                  <c:v>388.0</c:v>
                </c:pt>
                <c:pt idx="1292">
                  <c:v>388.0</c:v>
                </c:pt>
                <c:pt idx="1293">
                  <c:v>388.0</c:v>
                </c:pt>
                <c:pt idx="1294">
                  <c:v>388.0</c:v>
                </c:pt>
                <c:pt idx="1295">
                  <c:v>388.0</c:v>
                </c:pt>
                <c:pt idx="1296">
                  <c:v>388.0</c:v>
                </c:pt>
                <c:pt idx="1297">
                  <c:v>388.0</c:v>
                </c:pt>
                <c:pt idx="1298">
                  <c:v>388.0</c:v>
                </c:pt>
                <c:pt idx="1299">
                  <c:v>388.0</c:v>
                </c:pt>
                <c:pt idx="1300">
                  <c:v>388.0</c:v>
                </c:pt>
                <c:pt idx="1301">
                  <c:v>388.0</c:v>
                </c:pt>
                <c:pt idx="1302">
                  <c:v>388.0</c:v>
                </c:pt>
                <c:pt idx="1303">
                  <c:v>388.0</c:v>
                </c:pt>
                <c:pt idx="1304">
                  <c:v>388.0</c:v>
                </c:pt>
                <c:pt idx="1305">
                  <c:v>388.0</c:v>
                </c:pt>
                <c:pt idx="1306">
                  <c:v>388.0</c:v>
                </c:pt>
                <c:pt idx="1307">
                  <c:v>388.0</c:v>
                </c:pt>
                <c:pt idx="1308">
                  <c:v>388.0</c:v>
                </c:pt>
                <c:pt idx="1309">
                  <c:v>388.0</c:v>
                </c:pt>
                <c:pt idx="1310">
                  <c:v>388.0</c:v>
                </c:pt>
                <c:pt idx="1311">
                  <c:v>388.0</c:v>
                </c:pt>
                <c:pt idx="1312">
                  <c:v>388.0</c:v>
                </c:pt>
                <c:pt idx="1313">
                  <c:v>388.0</c:v>
                </c:pt>
                <c:pt idx="1314">
                  <c:v>388.0</c:v>
                </c:pt>
                <c:pt idx="1315">
                  <c:v>388.0</c:v>
                </c:pt>
                <c:pt idx="1316">
                  <c:v>388.0</c:v>
                </c:pt>
                <c:pt idx="1317">
                  <c:v>388.0</c:v>
                </c:pt>
                <c:pt idx="1318">
                  <c:v>388.0</c:v>
                </c:pt>
                <c:pt idx="1319">
                  <c:v>388.0</c:v>
                </c:pt>
                <c:pt idx="1320">
                  <c:v>388.0</c:v>
                </c:pt>
                <c:pt idx="1321">
                  <c:v>388.0</c:v>
                </c:pt>
                <c:pt idx="1322">
                  <c:v>388.0</c:v>
                </c:pt>
                <c:pt idx="1323">
                  <c:v>388.0</c:v>
                </c:pt>
                <c:pt idx="1324">
                  <c:v>388.0</c:v>
                </c:pt>
                <c:pt idx="1325">
                  <c:v>388.0</c:v>
                </c:pt>
                <c:pt idx="1326">
                  <c:v>388.0</c:v>
                </c:pt>
                <c:pt idx="1327">
                  <c:v>388.0</c:v>
                </c:pt>
                <c:pt idx="1328">
                  <c:v>388.0</c:v>
                </c:pt>
                <c:pt idx="1329">
                  <c:v>388.0</c:v>
                </c:pt>
                <c:pt idx="1330">
                  <c:v>388.0</c:v>
                </c:pt>
                <c:pt idx="1331">
                  <c:v>388.0</c:v>
                </c:pt>
                <c:pt idx="1332">
                  <c:v>388.0</c:v>
                </c:pt>
                <c:pt idx="1333">
                  <c:v>388.0</c:v>
                </c:pt>
                <c:pt idx="1334">
                  <c:v>388.0</c:v>
                </c:pt>
                <c:pt idx="1335">
                  <c:v>388.0</c:v>
                </c:pt>
                <c:pt idx="1336">
                  <c:v>388.0</c:v>
                </c:pt>
                <c:pt idx="1337">
                  <c:v>388.0</c:v>
                </c:pt>
                <c:pt idx="1338">
                  <c:v>388.0</c:v>
                </c:pt>
                <c:pt idx="1339">
                  <c:v>388.0</c:v>
                </c:pt>
                <c:pt idx="1340">
                  <c:v>388.0</c:v>
                </c:pt>
                <c:pt idx="1341">
                  <c:v>388.0</c:v>
                </c:pt>
                <c:pt idx="1342">
                  <c:v>388.0</c:v>
                </c:pt>
                <c:pt idx="1343">
                  <c:v>388.0</c:v>
                </c:pt>
                <c:pt idx="1344">
                  <c:v>388.0</c:v>
                </c:pt>
                <c:pt idx="1345">
                  <c:v>388.0</c:v>
                </c:pt>
                <c:pt idx="1346">
                  <c:v>388.0</c:v>
                </c:pt>
                <c:pt idx="1347">
                  <c:v>388.0</c:v>
                </c:pt>
                <c:pt idx="1348">
                  <c:v>388.0</c:v>
                </c:pt>
                <c:pt idx="1349">
                  <c:v>388.0</c:v>
                </c:pt>
                <c:pt idx="1350">
                  <c:v>388.0</c:v>
                </c:pt>
                <c:pt idx="1351">
                  <c:v>388.0</c:v>
                </c:pt>
                <c:pt idx="1352">
                  <c:v>388.0</c:v>
                </c:pt>
                <c:pt idx="1353">
                  <c:v>388.0</c:v>
                </c:pt>
                <c:pt idx="1354">
                  <c:v>388.0</c:v>
                </c:pt>
                <c:pt idx="1355">
                  <c:v>388.0</c:v>
                </c:pt>
                <c:pt idx="1356">
                  <c:v>388.0</c:v>
                </c:pt>
                <c:pt idx="1357">
                  <c:v>388.0</c:v>
                </c:pt>
                <c:pt idx="1358">
                  <c:v>388.0</c:v>
                </c:pt>
                <c:pt idx="1359">
                  <c:v>388.0</c:v>
                </c:pt>
                <c:pt idx="1360">
                  <c:v>388.0</c:v>
                </c:pt>
                <c:pt idx="1361">
                  <c:v>388.0</c:v>
                </c:pt>
                <c:pt idx="1362">
                  <c:v>388.0</c:v>
                </c:pt>
                <c:pt idx="1363">
                  <c:v>388.0</c:v>
                </c:pt>
                <c:pt idx="1364">
                  <c:v>388.0</c:v>
                </c:pt>
                <c:pt idx="1365">
                  <c:v>388.0</c:v>
                </c:pt>
                <c:pt idx="1366">
                  <c:v>388.0</c:v>
                </c:pt>
                <c:pt idx="1367">
                  <c:v>388.0</c:v>
                </c:pt>
                <c:pt idx="1368">
                  <c:v>388.0</c:v>
                </c:pt>
                <c:pt idx="1369">
                  <c:v>388.0</c:v>
                </c:pt>
                <c:pt idx="1370">
                  <c:v>388.0</c:v>
                </c:pt>
                <c:pt idx="1371">
                  <c:v>388.0</c:v>
                </c:pt>
                <c:pt idx="1372">
                  <c:v>388.0</c:v>
                </c:pt>
                <c:pt idx="1373">
                  <c:v>388.0</c:v>
                </c:pt>
                <c:pt idx="1374">
                  <c:v>388.0</c:v>
                </c:pt>
                <c:pt idx="1375">
                  <c:v>388.0</c:v>
                </c:pt>
                <c:pt idx="1376">
                  <c:v>388.0</c:v>
                </c:pt>
                <c:pt idx="1377">
                  <c:v>388.0</c:v>
                </c:pt>
                <c:pt idx="1378">
                  <c:v>388.0</c:v>
                </c:pt>
                <c:pt idx="1379">
                  <c:v>388.0</c:v>
                </c:pt>
                <c:pt idx="1380">
                  <c:v>388.0</c:v>
                </c:pt>
                <c:pt idx="1381">
                  <c:v>388.0</c:v>
                </c:pt>
                <c:pt idx="1382">
                  <c:v>388.0</c:v>
                </c:pt>
                <c:pt idx="1383">
                  <c:v>388.0</c:v>
                </c:pt>
                <c:pt idx="1384">
                  <c:v>388.0</c:v>
                </c:pt>
                <c:pt idx="1385">
                  <c:v>388.0</c:v>
                </c:pt>
                <c:pt idx="1386">
                  <c:v>388.0</c:v>
                </c:pt>
                <c:pt idx="1387">
                  <c:v>388.0</c:v>
                </c:pt>
                <c:pt idx="1388">
                  <c:v>388.0</c:v>
                </c:pt>
                <c:pt idx="1389">
                  <c:v>388.0</c:v>
                </c:pt>
                <c:pt idx="1390">
                  <c:v>388.0</c:v>
                </c:pt>
                <c:pt idx="1391">
                  <c:v>388.0</c:v>
                </c:pt>
                <c:pt idx="1392">
                  <c:v>388.0</c:v>
                </c:pt>
                <c:pt idx="1393">
                  <c:v>388.0</c:v>
                </c:pt>
                <c:pt idx="1394">
                  <c:v>388.0</c:v>
                </c:pt>
                <c:pt idx="1395">
                  <c:v>388.0</c:v>
                </c:pt>
                <c:pt idx="1396">
                  <c:v>388.0</c:v>
                </c:pt>
                <c:pt idx="1397">
                  <c:v>388.0</c:v>
                </c:pt>
                <c:pt idx="1398">
                  <c:v>388.0</c:v>
                </c:pt>
                <c:pt idx="1399">
                  <c:v>388.0</c:v>
                </c:pt>
                <c:pt idx="1400">
                  <c:v>388.0</c:v>
                </c:pt>
                <c:pt idx="1401">
                  <c:v>388.0</c:v>
                </c:pt>
                <c:pt idx="1402">
                  <c:v>388.0</c:v>
                </c:pt>
                <c:pt idx="1403">
                  <c:v>388.0</c:v>
                </c:pt>
                <c:pt idx="1404">
                  <c:v>388.0</c:v>
                </c:pt>
                <c:pt idx="1405">
                  <c:v>388.0</c:v>
                </c:pt>
                <c:pt idx="1406">
                  <c:v>388.0</c:v>
                </c:pt>
                <c:pt idx="1407">
                  <c:v>388.0</c:v>
                </c:pt>
                <c:pt idx="1408">
                  <c:v>388.0</c:v>
                </c:pt>
                <c:pt idx="1409">
                  <c:v>388.0</c:v>
                </c:pt>
                <c:pt idx="1410">
                  <c:v>388.0</c:v>
                </c:pt>
                <c:pt idx="1411">
                  <c:v>388.0</c:v>
                </c:pt>
                <c:pt idx="1412">
                  <c:v>388.0</c:v>
                </c:pt>
                <c:pt idx="1413">
                  <c:v>388.0</c:v>
                </c:pt>
                <c:pt idx="1414">
                  <c:v>388.0</c:v>
                </c:pt>
                <c:pt idx="1415">
                  <c:v>388.0</c:v>
                </c:pt>
                <c:pt idx="1416">
                  <c:v>388.0</c:v>
                </c:pt>
                <c:pt idx="1417">
                  <c:v>388.0</c:v>
                </c:pt>
                <c:pt idx="1418">
                  <c:v>388.0</c:v>
                </c:pt>
                <c:pt idx="1419">
                  <c:v>388.0</c:v>
                </c:pt>
                <c:pt idx="1420">
                  <c:v>388.0</c:v>
                </c:pt>
                <c:pt idx="1421">
                  <c:v>388.0</c:v>
                </c:pt>
                <c:pt idx="1422">
                  <c:v>388.0</c:v>
                </c:pt>
                <c:pt idx="1423">
                  <c:v>388.0</c:v>
                </c:pt>
                <c:pt idx="1424">
                  <c:v>388.0</c:v>
                </c:pt>
                <c:pt idx="1425">
                  <c:v>388.0</c:v>
                </c:pt>
                <c:pt idx="1426">
                  <c:v>388.0</c:v>
                </c:pt>
                <c:pt idx="1427">
                  <c:v>388.0</c:v>
                </c:pt>
                <c:pt idx="1428">
                  <c:v>388.0</c:v>
                </c:pt>
                <c:pt idx="1429">
                  <c:v>388.0</c:v>
                </c:pt>
                <c:pt idx="1430">
                  <c:v>388.0</c:v>
                </c:pt>
                <c:pt idx="1431">
                  <c:v>388.0</c:v>
                </c:pt>
                <c:pt idx="1432">
                  <c:v>388.0</c:v>
                </c:pt>
                <c:pt idx="1433">
                  <c:v>388.0</c:v>
                </c:pt>
                <c:pt idx="1434">
                  <c:v>388.0</c:v>
                </c:pt>
                <c:pt idx="1435">
                  <c:v>388.0</c:v>
                </c:pt>
                <c:pt idx="1436">
                  <c:v>388.0</c:v>
                </c:pt>
                <c:pt idx="1437">
                  <c:v>388.0</c:v>
                </c:pt>
                <c:pt idx="1438">
                  <c:v>388.0</c:v>
                </c:pt>
                <c:pt idx="1439">
                  <c:v>388.0</c:v>
                </c:pt>
                <c:pt idx="1440">
                  <c:v>388.0</c:v>
                </c:pt>
                <c:pt idx="1441">
                  <c:v>388.0</c:v>
                </c:pt>
                <c:pt idx="1442">
                  <c:v>388.0</c:v>
                </c:pt>
                <c:pt idx="1443">
                  <c:v>388.0</c:v>
                </c:pt>
                <c:pt idx="1444">
                  <c:v>388.0</c:v>
                </c:pt>
                <c:pt idx="1445">
                  <c:v>388.0</c:v>
                </c:pt>
                <c:pt idx="1446">
                  <c:v>388.0</c:v>
                </c:pt>
                <c:pt idx="1447">
                  <c:v>388.0</c:v>
                </c:pt>
                <c:pt idx="1448">
                  <c:v>388.0</c:v>
                </c:pt>
                <c:pt idx="1449">
                  <c:v>388.0</c:v>
                </c:pt>
                <c:pt idx="1450">
                  <c:v>388.0</c:v>
                </c:pt>
                <c:pt idx="1451">
                  <c:v>388.0</c:v>
                </c:pt>
                <c:pt idx="1452">
                  <c:v>388.0</c:v>
                </c:pt>
                <c:pt idx="1453">
                  <c:v>388.0</c:v>
                </c:pt>
                <c:pt idx="1454">
                  <c:v>388.0</c:v>
                </c:pt>
                <c:pt idx="1455">
                  <c:v>388.0</c:v>
                </c:pt>
                <c:pt idx="1456">
                  <c:v>388.0</c:v>
                </c:pt>
                <c:pt idx="1457">
                  <c:v>388.0</c:v>
                </c:pt>
                <c:pt idx="1458">
                  <c:v>388.0</c:v>
                </c:pt>
                <c:pt idx="1459">
                  <c:v>388.0</c:v>
                </c:pt>
                <c:pt idx="1460">
                  <c:v>388.0</c:v>
                </c:pt>
                <c:pt idx="1461">
                  <c:v>388.0</c:v>
                </c:pt>
                <c:pt idx="1462">
                  <c:v>388.0</c:v>
                </c:pt>
                <c:pt idx="1463">
                  <c:v>388.0</c:v>
                </c:pt>
                <c:pt idx="1464">
                  <c:v>388.0</c:v>
                </c:pt>
                <c:pt idx="1465">
                  <c:v>388.0</c:v>
                </c:pt>
                <c:pt idx="1466">
                  <c:v>388.0</c:v>
                </c:pt>
                <c:pt idx="1467">
                  <c:v>388.0</c:v>
                </c:pt>
                <c:pt idx="1468">
                  <c:v>388.0</c:v>
                </c:pt>
                <c:pt idx="1469">
                  <c:v>388.0</c:v>
                </c:pt>
                <c:pt idx="1470">
                  <c:v>388.0</c:v>
                </c:pt>
                <c:pt idx="1471">
                  <c:v>388.0</c:v>
                </c:pt>
                <c:pt idx="1472">
                  <c:v>388.0</c:v>
                </c:pt>
                <c:pt idx="1473">
                  <c:v>388.0</c:v>
                </c:pt>
                <c:pt idx="1474">
                  <c:v>388.0</c:v>
                </c:pt>
                <c:pt idx="1475">
                  <c:v>388.0</c:v>
                </c:pt>
                <c:pt idx="1476">
                  <c:v>388.0</c:v>
                </c:pt>
                <c:pt idx="1477">
                  <c:v>388.0</c:v>
                </c:pt>
                <c:pt idx="1478">
                  <c:v>388.0</c:v>
                </c:pt>
                <c:pt idx="1479">
                  <c:v>388.0</c:v>
                </c:pt>
                <c:pt idx="1480">
                  <c:v>388.0</c:v>
                </c:pt>
                <c:pt idx="1481">
                  <c:v>388.0</c:v>
                </c:pt>
                <c:pt idx="1482">
                  <c:v>388.0</c:v>
                </c:pt>
                <c:pt idx="1483">
                  <c:v>388.0</c:v>
                </c:pt>
                <c:pt idx="1484">
                  <c:v>388.0</c:v>
                </c:pt>
                <c:pt idx="1485">
                  <c:v>388.0</c:v>
                </c:pt>
                <c:pt idx="1486">
                  <c:v>388.0</c:v>
                </c:pt>
                <c:pt idx="1487">
                  <c:v>388.0</c:v>
                </c:pt>
                <c:pt idx="1488">
                  <c:v>388.0</c:v>
                </c:pt>
                <c:pt idx="1489">
                  <c:v>388.0</c:v>
                </c:pt>
                <c:pt idx="1490">
                  <c:v>388.0</c:v>
                </c:pt>
                <c:pt idx="1491">
                  <c:v>388.0</c:v>
                </c:pt>
                <c:pt idx="1492">
                  <c:v>388.0</c:v>
                </c:pt>
                <c:pt idx="1493">
                  <c:v>388.0</c:v>
                </c:pt>
                <c:pt idx="1494">
                  <c:v>388.0</c:v>
                </c:pt>
                <c:pt idx="1495">
                  <c:v>388.0</c:v>
                </c:pt>
                <c:pt idx="1496">
                  <c:v>388.0</c:v>
                </c:pt>
                <c:pt idx="1497">
                  <c:v>388.0</c:v>
                </c:pt>
                <c:pt idx="1498">
                  <c:v>388.0</c:v>
                </c:pt>
                <c:pt idx="1499">
                  <c:v>388.0</c:v>
                </c:pt>
                <c:pt idx="1500">
                  <c:v>388.0</c:v>
                </c:pt>
                <c:pt idx="1501">
                  <c:v>388.0</c:v>
                </c:pt>
                <c:pt idx="1502">
                  <c:v>388.0</c:v>
                </c:pt>
                <c:pt idx="1503">
                  <c:v>388.0</c:v>
                </c:pt>
                <c:pt idx="1504">
                  <c:v>388.0</c:v>
                </c:pt>
                <c:pt idx="1505">
                  <c:v>388.0</c:v>
                </c:pt>
                <c:pt idx="1506">
                  <c:v>388.0</c:v>
                </c:pt>
                <c:pt idx="1507">
                  <c:v>388.0</c:v>
                </c:pt>
                <c:pt idx="1508">
                  <c:v>388.0</c:v>
                </c:pt>
                <c:pt idx="1509">
                  <c:v>388.0</c:v>
                </c:pt>
                <c:pt idx="1510">
                  <c:v>388.0</c:v>
                </c:pt>
                <c:pt idx="1511">
                  <c:v>388.0</c:v>
                </c:pt>
                <c:pt idx="1512">
                  <c:v>388.0</c:v>
                </c:pt>
                <c:pt idx="1513">
                  <c:v>388.0</c:v>
                </c:pt>
                <c:pt idx="1514">
                  <c:v>388.0</c:v>
                </c:pt>
                <c:pt idx="1515">
                  <c:v>388.0</c:v>
                </c:pt>
                <c:pt idx="1516">
                  <c:v>388.0</c:v>
                </c:pt>
                <c:pt idx="1517">
                  <c:v>388.0</c:v>
                </c:pt>
                <c:pt idx="1518">
                  <c:v>388.0</c:v>
                </c:pt>
                <c:pt idx="1519">
                  <c:v>388.0</c:v>
                </c:pt>
                <c:pt idx="1520">
                  <c:v>388.0</c:v>
                </c:pt>
                <c:pt idx="1521">
                  <c:v>388.0</c:v>
                </c:pt>
                <c:pt idx="1522">
                  <c:v>388.0</c:v>
                </c:pt>
                <c:pt idx="1523">
                  <c:v>388.0</c:v>
                </c:pt>
                <c:pt idx="1524">
                  <c:v>388.0</c:v>
                </c:pt>
                <c:pt idx="1525">
                  <c:v>388.0</c:v>
                </c:pt>
                <c:pt idx="1526">
                  <c:v>388.0</c:v>
                </c:pt>
                <c:pt idx="1527">
                  <c:v>388.0</c:v>
                </c:pt>
                <c:pt idx="1528">
                  <c:v>388.0</c:v>
                </c:pt>
                <c:pt idx="1529">
                  <c:v>388.0</c:v>
                </c:pt>
                <c:pt idx="1530">
                  <c:v>388.0</c:v>
                </c:pt>
                <c:pt idx="1531">
                  <c:v>388.0</c:v>
                </c:pt>
                <c:pt idx="1532">
                  <c:v>388.0</c:v>
                </c:pt>
                <c:pt idx="1533">
                  <c:v>388.0</c:v>
                </c:pt>
                <c:pt idx="1534">
                  <c:v>388.0</c:v>
                </c:pt>
                <c:pt idx="1535">
                  <c:v>388.0</c:v>
                </c:pt>
                <c:pt idx="1536">
                  <c:v>388.0</c:v>
                </c:pt>
                <c:pt idx="1537">
                  <c:v>388.0</c:v>
                </c:pt>
                <c:pt idx="1538">
                  <c:v>388.0</c:v>
                </c:pt>
                <c:pt idx="1539">
                  <c:v>388.0</c:v>
                </c:pt>
                <c:pt idx="1540">
                  <c:v>388.0</c:v>
                </c:pt>
                <c:pt idx="1541">
                  <c:v>388.0</c:v>
                </c:pt>
                <c:pt idx="1542">
                  <c:v>388.0</c:v>
                </c:pt>
                <c:pt idx="1543">
                  <c:v>388.0</c:v>
                </c:pt>
                <c:pt idx="1544">
                  <c:v>388.0</c:v>
                </c:pt>
                <c:pt idx="1545">
                  <c:v>388.0</c:v>
                </c:pt>
                <c:pt idx="1546">
                  <c:v>388.0</c:v>
                </c:pt>
                <c:pt idx="1547">
                  <c:v>388.0</c:v>
                </c:pt>
                <c:pt idx="1548">
                  <c:v>388.0</c:v>
                </c:pt>
                <c:pt idx="1549">
                  <c:v>388.0</c:v>
                </c:pt>
                <c:pt idx="1550">
                  <c:v>388.0</c:v>
                </c:pt>
                <c:pt idx="1551">
                  <c:v>388.0</c:v>
                </c:pt>
                <c:pt idx="1552">
                  <c:v>388.0</c:v>
                </c:pt>
                <c:pt idx="1553">
                  <c:v>388.0</c:v>
                </c:pt>
                <c:pt idx="1554">
                  <c:v>388.0</c:v>
                </c:pt>
                <c:pt idx="1555">
                  <c:v>388.0</c:v>
                </c:pt>
                <c:pt idx="1556">
                  <c:v>388.0</c:v>
                </c:pt>
                <c:pt idx="1557">
                  <c:v>388.0</c:v>
                </c:pt>
                <c:pt idx="1558">
                  <c:v>388.0</c:v>
                </c:pt>
                <c:pt idx="1559">
                  <c:v>388.0</c:v>
                </c:pt>
                <c:pt idx="1560">
                  <c:v>388.0</c:v>
                </c:pt>
                <c:pt idx="1561">
                  <c:v>388.0</c:v>
                </c:pt>
                <c:pt idx="1562">
                  <c:v>388.0</c:v>
                </c:pt>
                <c:pt idx="1563">
                  <c:v>388.0</c:v>
                </c:pt>
                <c:pt idx="1564">
                  <c:v>388.0</c:v>
                </c:pt>
                <c:pt idx="1565">
                  <c:v>388.0</c:v>
                </c:pt>
                <c:pt idx="1566">
                  <c:v>388.0</c:v>
                </c:pt>
                <c:pt idx="1567">
                  <c:v>388.0</c:v>
                </c:pt>
                <c:pt idx="1568">
                  <c:v>388.0</c:v>
                </c:pt>
                <c:pt idx="1569">
                  <c:v>388.0</c:v>
                </c:pt>
                <c:pt idx="1570">
                  <c:v>388.0</c:v>
                </c:pt>
                <c:pt idx="1571">
                  <c:v>388.0</c:v>
                </c:pt>
                <c:pt idx="1572">
                  <c:v>388.0</c:v>
                </c:pt>
                <c:pt idx="1573">
                  <c:v>388.0</c:v>
                </c:pt>
                <c:pt idx="1574">
                  <c:v>388.0</c:v>
                </c:pt>
                <c:pt idx="1575">
                  <c:v>388.0</c:v>
                </c:pt>
                <c:pt idx="1576">
                  <c:v>388.0</c:v>
                </c:pt>
                <c:pt idx="1577">
                  <c:v>388.0</c:v>
                </c:pt>
                <c:pt idx="1578">
                  <c:v>388.0</c:v>
                </c:pt>
                <c:pt idx="1579">
                  <c:v>388.0</c:v>
                </c:pt>
                <c:pt idx="1580">
                  <c:v>388.0</c:v>
                </c:pt>
                <c:pt idx="1581">
                  <c:v>388.0</c:v>
                </c:pt>
                <c:pt idx="1582">
                  <c:v>388.0</c:v>
                </c:pt>
                <c:pt idx="1583">
                  <c:v>388.0</c:v>
                </c:pt>
                <c:pt idx="1584">
                  <c:v>388.0</c:v>
                </c:pt>
                <c:pt idx="1585">
                  <c:v>388.0</c:v>
                </c:pt>
                <c:pt idx="1586">
                  <c:v>388.0</c:v>
                </c:pt>
                <c:pt idx="1587">
                  <c:v>388.0</c:v>
                </c:pt>
                <c:pt idx="1588">
                  <c:v>388.0</c:v>
                </c:pt>
                <c:pt idx="1589">
                  <c:v>388.0</c:v>
                </c:pt>
                <c:pt idx="1590">
                  <c:v>388.0</c:v>
                </c:pt>
                <c:pt idx="1591">
                  <c:v>388.0</c:v>
                </c:pt>
                <c:pt idx="1592">
                  <c:v>388.0</c:v>
                </c:pt>
                <c:pt idx="1593">
                  <c:v>388.0</c:v>
                </c:pt>
                <c:pt idx="1594">
                  <c:v>388.0</c:v>
                </c:pt>
                <c:pt idx="1595">
                  <c:v>388.0</c:v>
                </c:pt>
                <c:pt idx="1596">
                  <c:v>388.0</c:v>
                </c:pt>
                <c:pt idx="1597">
                  <c:v>388.0</c:v>
                </c:pt>
                <c:pt idx="1598">
                  <c:v>388.0</c:v>
                </c:pt>
                <c:pt idx="1599">
                  <c:v>388.0</c:v>
                </c:pt>
                <c:pt idx="1600">
                  <c:v>388.0</c:v>
                </c:pt>
                <c:pt idx="1601">
                  <c:v>388.0</c:v>
                </c:pt>
                <c:pt idx="1602">
                  <c:v>388.0</c:v>
                </c:pt>
                <c:pt idx="1603">
                  <c:v>388.0</c:v>
                </c:pt>
                <c:pt idx="1604">
                  <c:v>388.0</c:v>
                </c:pt>
                <c:pt idx="1605">
                  <c:v>388.0</c:v>
                </c:pt>
                <c:pt idx="1606">
                  <c:v>388.0</c:v>
                </c:pt>
                <c:pt idx="1607">
                  <c:v>388.0</c:v>
                </c:pt>
                <c:pt idx="1608">
                  <c:v>388.0</c:v>
                </c:pt>
                <c:pt idx="1609">
                  <c:v>388.0</c:v>
                </c:pt>
                <c:pt idx="1610">
                  <c:v>388.0</c:v>
                </c:pt>
                <c:pt idx="1611">
                  <c:v>388.0</c:v>
                </c:pt>
                <c:pt idx="1612">
                  <c:v>388.0</c:v>
                </c:pt>
                <c:pt idx="1613">
                  <c:v>388.0</c:v>
                </c:pt>
                <c:pt idx="1614">
                  <c:v>388.0</c:v>
                </c:pt>
                <c:pt idx="1615">
                  <c:v>388.0</c:v>
                </c:pt>
                <c:pt idx="1616">
                  <c:v>388.0</c:v>
                </c:pt>
                <c:pt idx="1617">
                  <c:v>388.0</c:v>
                </c:pt>
                <c:pt idx="1618">
                  <c:v>388.0</c:v>
                </c:pt>
                <c:pt idx="1619">
                  <c:v>388.0</c:v>
                </c:pt>
                <c:pt idx="1620">
                  <c:v>388.0</c:v>
                </c:pt>
                <c:pt idx="1621">
                  <c:v>388.0</c:v>
                </c:pt>
                <c:pt idx="1622">
                  <c:v>388.0</c:v>
                </c:pt>
                <c:pt idx="1623">
                  <c:v>388.0</c:v>
                </c:pt>
                <c:pt idx="1624">
                  <c:v>388.0</c:v>
                </c:pt>
                <c:pt idx="1625">
                  <c:v>388.0</c:v>
                </c:pt>
                <c:pt idx="1626">
                  <c:v>388.0</c:v>
                </c:pt>
                <c:pt idx="1627">
                  <c:v>388.0</c:v>
                </c:pt>
                <c:pt idx="1628">
                  <c:v>388.0</c:v>
                </c:pt>
                <c:pt idx="1629">
                  <c:v>388.0</c:v>
                </c:pt>
                <c:pt idx="1630">
                  <c:v>388.0</c:v>
                </c:pt>
                <c:pt idx="1631">
                  <c:v>388.0</c:v>
                </c:pt>
                <c:pt idx="1632">
                  <c:v>388.0</c:v>
                </c:pt>
                <c:pt idx="1633">
                  <c:v>388.0</c:v>
                </c:pt>
                <c:pt idx="1634">
                  <c:v>388.0</c:v>
                </c:pt>
                <c:pt idx="1635">
                  <c:v>388.0</c:v>
                </c:pt>
                <c:pt idx="1636">
                  <c:v>388.0</c:v>
                </c:pt>
                <c:pt idx="1637">
                  <c:v>388.0</c:v>
                </c:pt>
                <c:pt idx="1638">
                  <c:v>388.0</c:v>
                </c:pt>
                <c:pt idx="1639">
                  <c:v>388.0</c:v>
                </c:pt>
                <c:pt idx="1640">
                  <c:v>388.0</c:v>
                </c:pt>
                <c:pt idx="1641">
                  <c:v>388.0</c:v>
                </c:pt>
                <c:pt idx="1642">
                  <c:v>388.0</c:v>
                </c:pt>
                <c:pt idx="1643">
                  <c:v>388.0</c:v>
                </c:pt>
                <c:pt idx="1644">
                  <c:v>388.0</c:v>
                </c:pt>
                <c:pt idx="1645">
                  <c:v>388.0</c:v>
                </c:pt>
                <c:pt idx="1646">
                  <c:v>388.0</c:v>
                </c:pt>
                <c:pt idx="1647">
                  <c:v>388.0</c:v>
                </c:pt>
                <c:pt idx="1648">
                  <c:v>388.0</c:v>
                </c:pt>
                <c:pt idx="1649">
                  <c:v>388.0</c:v>
                </c:pt>
                <c:pt idx="1650">
                  <c:v>388.0</c:v>
                </c:pt>
                <c:pt idx="1651">
                  <c:v>388.0</c:v>
                </c:pt>
                <c:pt idx="1652">
                  <c:v>388.0</c:v>
                </c:pt>
                <c:pt idx="1653">
                  <c:v>388.0</c:v>
                </c:pt>
                <c:pt idx="1654">
                  <c:v>388.0</c:v>
                </c:pt>
                <c:pt idx="1655">
                  <c:v>388.0</c:v>
                </c:pt>
                <c:pt idx="1656">
                  <c:v>388.0</c:v>
                </c:pt>
                <c:pt idx="1657">
                  <c:v>388.0</c:v>
                </c:pt>
                <c:pt idx="1658">
                  <c:v>388.0</c:v>
                </c:pt>
                <c:pt idx="1659">
                  <c:v>388.0</c:v>
                </c:pt>
                <c:pt idx="1660">
                  <c:v>388.0</c:v>
                </c:pt>
                <c:pt idx="1661">
                  <c:v>388.0</c:v>
                </c:pt>
                <c:pt idx="1662">
                  <c:v>388.0</c:v>
                </c:pt>
                <c:pt idx="1663">
                  <c:v>388.0</c:v>
                </c:pt>
                <c:pt idx="1664">
                  <c:v>388.0</c:v>
                </c:pt>
                <c:pt idx="1665">
                  <c:v>388.0</c:v>
                </c:pt>
                <c:pt idx="1666">
                  <c:v>388.0</c:v>
                </c:pt>
                <c:pt idx="1667">
                  <c:v>388.0</c:v>
                </c:pt>
                <c:pt idx="1668">
                  <c:v>388.0</c:v>
                </c:pt>
                <c:pt idx="1669">
                  <c:v>388.0</c:v>
                </c:pt>
                <c:pt idx="1670">
                  <c:v>388.0</c:v>
                </c:pt>
                <c:pt idx="1671">
                  <c:v>388.0</c:v>
                </c:pt>
                <c:pt idx="1672">
                  <c:v>388.0</c:v>
                </c:pt>
                <c:pt idx="1673">
                  <c:v>388.0</c:v>
                </c:pt>
                <c:pt idx="1674">
                  <c:v>388.0</c:v>
                </c:pt>
                <c:pt idx="1675">
                  <c:v>388.0</c:v>
                </c:pt>
                <c:pt idx="1676">
                  <c:v>388.0</c:v>
                </c:pt>
                <c:pt idx="1677">
                  <c:v>388.0</c:v>
                </c:pt>
                <c:pt idx="1678">
                  <c:v>388.0</c:v>
                </c:pt>
                <c:pt idx="1679">
                  <c:v>388.0</c:v>
                </c:pt>
                <c:pt idx="1680">
                  <c:v>388.0</c:v>
                </c:pt>
                <c:pt idx="1681">
                  <c:v>388.0</c:v>
                </c:pt>
                <c:pt idx="1682">
                  <c:v>388.0</c:v>
                </c:pt>
                <c:pt idx="1683">
                  <c:v>388.0</c:v>
                </c:pt>
                <c:pt idx="1684">
                  <c:v>388.0</c:v>
                </c:pt>
                <c:pt idx="1685">
                  <c:v>388.0</c:v>
                </c:pt>
                <c:pt idx="1686">
                  <c:v>388.0</c:v>
                </c:pt>
                <c:pt idx="1687">
                  <c:v>388.0</c:v>
                </c:pt>
                <c:pt idx="1688">
                  <c:v>388.0</c:v>
                </c:pt>
                <c:pt idx="1689">
                  <c:v>388.0</c:v>
                </c:pt>
                <c:pt idx="1690">
                  <c:v>388.0</c:v>
                </c:pt>
                <c:pt idx="1691">
                  <c:v>388.0</c:v>
                </c:pt>
                <c:pt idx="1692">
                  <c:v>388.0</c:v>
                </c:pt>
                <c:pt idx="1693">
                  <c:v>388.0</c:v>
                </c:pt>
                <c:pt idx="1694">
                  <c:v>388.0</c:v>
                </c:pt>
                <c:pt idx="1695">
                  <c:v>388.0</c:v>
                </c:pt>
                <c:pt idx="1696">
                  <c:v>388.0</c:v>
                </c:pt>
                <c:pt idx="1697">
                  <c:v>388.0</c:v>
                </c:pt>
                <c:pt idx="1698">
                  <c:v>388.0</c:v>
                </c:pt>
                <c:pt idx="1699">
                  <c:v>388.0</c:v>
                </c:pt>
                <c:pt idx="1700">
                  <c:v>388.0</c:v>
                </c:pt>
                <c:pt idx="1701">
                  <c:v>388.0</c:v>
                </c:pt>
                <c:pt idx="1702">
                  <c:v>388.0</c:v>
                </c:pt>
                <c:pt idx="1703">
                  <c:v>388.0</c:v>
                </c:pt>
                <c:pt idx="1704">
                  <c:v>388.0</c:v>
                </c:pt>
                <c:pt idx="1705">
                  <c:v>388.0</c:v>
                </c:pt>
                <c:pt idx="1706">
                  <c:v>388.0</c:v>
                </c:pt>
                <c:pt idx="1707">
                  <c:v>388.0</c:v>
                </c:pt>
                <c:pt idx="1708">
                  <c:v>388.0</c:v>
                </c:pt>
                <c:pt idx="1709">
                  <c:v>388.0</c:v>
                </c:pt>
                <c:pt idx="1710">
                  <c:v>388.0</c:v>
                </c:pt>
                <c:pt idx="1711">
                  <c:v>388.0</c:v>
                </c:pt>
                <c:pt idx="1712">
                  <c:v>388.0</c:v>
                </c:pt>
                <c:pt idx="1713">
                  <c:v>388.0</c:v>
                </c:pt>
                <c:pt idx="1714">
                  <c:v>388.0</c:v>
                </c:pt>
                <c:pt idx="1715">
                  <c:v>388.0</c:v>
                </c:pt>
                <c:pt idx="1716">
                  <c:v>388.0</c:v>
                </c:pt>
                <c:pt idx="1717">
                  <c:v>388.0</c:v>
                </c:pt>
                <c:pt idx="1718">
                  <c:v>388.0</c:v>
                </c:pt>
                <c:pt idx="1719">
                  <c:v>388.0</c:v>
                </c:pt>
                <c:pt idx="1720">
                  <c:v>388.0</c:v>
                </c:pt>
                <c:pt idx="1721">
                  <c:v>388.0</c:v>
                </c:pt>
                <c:pt idx="1722">
                  <c:v>388.0</c:v>
                </c:pt>
                <c:pt idx="1723">
                  <c:v>388.0</c:v>
                </c:pt>
                <c:pt idx="1724">
                  <c:v>388.0</c:v>
                </c:pt>
                <c:pt idx="1725">
                  <c:v>388.0</c:v>
                </c:pt>
                <c:pt idx="1726">
                  <c:v>388.0</c:v>
                </c:pt>
                <c:pt idx="1727">
                  <c:v>388.0</c:v>
                </c:pt>
                <c:pt idx="1728">
                  <c:v>388.0</c:v>
                </c:pt>
                <c:pt idx="1729">
                  <c:v>388.0</c:v>
                </c:pt>
                <c:pt idx="1730">
                  <c:v>388.0</c:v>
                </c:pt>
                <c:pt idx="1731">
                  <c:v>388.0</c:v>
                </c:pt>
                <c:pt idx="1732">
                  <c:v>388.0</c:v>
                </c:pt>
                <c:pt idx="1733">
                  <c:v>388.0</c:v>
                </c:pt>
                <c:pt idx="1734">
                  <c:v>388.0</c:v>
                </c:pt>
                <c:pt idx="1735">
                  <c:v>388.0</c:v>
                </c:pt>
                <c:pt idx="1736">
                  <c:v>388.0</c:v>
                </c:pt>
                <c:pt idx="1737">
                  <c:v>388.0</c:v>
                </c:pt>
                <c:pt idx="1738">
                  <c:v>388.0</c:v>
                </c:pt>
                <c:pt idx="1739">
                  <c:v>388.0</c:v>
                </c:pt>
                <c:pt idx="1740">
                  <c:v>388.0</c:v>
                </c:pt>
                <c:pt idx="1741">
                  <c:v>388.0</c:v>
                </c:pt>
                <c:pt idx="1742">
                  <c:v>388.0</c:v>
                </c:pt>
                <c:pt idx="1743">
                  <c:v>388.0</c:v>
                </c:pt>
                <c:pt idx="1744">
                  <c:v>388.0</c:v>
                </c:pt>
                <c:pt idx="1745">
                  <c:v>388.0</c:v>
                </c:pt>
                <c:pt idx="1746">
                  <c:v>388.0</c:v>
                </c:pt>
                <c:pt idx="1747">
                  <c:v>388.0</c:v>
                </c:pt>
                <c:pt idx="1748">
                  <c:v>388.0</c:v>
                </c:pt>
                <c:pt idx="1749">
                  <c:v>388.0</c:v>
                </c:pt>
                <c:pt idx="1750">
                  <c:v>388.0</c:v>
                </c:pt>
                <c:pt idx="1751">
                  <c:v>388.0</c:v>
                </c:pt>
                <c:pt idx="1752">
                  <c:v>388.0</c:v>
                </c:pt>
                <c:pt idx="1753">
                  <c:v>388.0</c:v>
                </c:pt>
                <c:pt idx="1754">
                  <c:v>388.0</c:v>
                </c:pt>
                <c:pt idx="1755">
                  <c:v>388.0</c:v>
                </c:pt>
                <c:pt idx="1756">
                  <c:v>388.0</c:v>
                </c:pt>
                <c:pt idx="1757">
                  <c:v>388.0</c:v>
                </c:pt>
                <c:pt idx="1758">
                  <c:v>388.0</c:v>
                </c:pt>
                <c:pt idx="1759">
                  <c:v>388.0</c:v>
                </c:pt>
                <c:pt idx="1760">
                  <c:v>388.0</c:v>
                </c:pt>
                <c:pt idx="1761">
                  <c:v>388.0</c:v>
                </c:pt>
                <c:pt idx="1762">
                  <c:v>388.0</c:v>
                </c:pt>
                <c:pt idx="1763">
                  <c:v>388.0</c:v>
                </c:pt>
                <c:pt idx="1764">
                  <c:v>388.0</c:v>
                </c:pt>
                <c:pt idx="1765">
                  <c:v>388.0</c:v>
                </c:pt>
                <c:pt idx="1766">
                  <c:v>388.0</c:v>
                </c:pt>
                <c:pt idx="1767">
                  <c:v>388.0</c:v>
                </c:pt>
                <c:pt idx="1768">
                  <c:v>388.0</c:v>
                </c:pt>
                <c:pt idx="1769">
                  <c:v>388.0</c:v>
                </c:pt>
                <c:pt idx="1770">
                  <c:v>388.0</c:v>
                </c:pt>
                <c:pt idx="1771">
                  <c:v>388.0</c:v>
                </c:pt>
                <c:pt idx="1772">
                  <c:v>388.0</c:v>
                </c:pt>
                <c:pt idx="1773">
                  <c:v>388.0</c:v>
                </c:pt>
                <c:pt idx="1774">
                  <c:v>388.0</c:v>
                </c:pt>
                <c:pt idx="1775">
                  <c:v>388.0</c:v>
                </c:pt>
                <c:pt idx="1776">
                  <c:v>388.0</c:v>
                </c:pt>
                <c:pt idx="1777">
                  <c:v>388.0</c:v>
                </c:pt>
                <c:pt idx="1778">
                  <c:v>388.0</c:v>
                </c:pt>
                <c:pt idx="1779">
                  <c:v>388.0</c:v>
                </c:pt>
                <c:pt idx="1780">
                  <c:v>388.0</c:v>
                </c:pt>
                <c:pt idx="1781">
                  <c:v>388.0</c:v>
                </c:pt>
                <c:pt idx="1782">
                  <c:v>388.0</c:v>
                </c:pt>
                <c:pt idx="1783">
                  <c:v>388.0</c:v>
                </c:pt>
                <c:pt idx="1784">
                  <c:v>388.0</c:v>
                </c:pt>
                <c:pt idx="1785">
                  <c:v>388.0</c:v>
                </c:pt>
                <c:pt idx="1786">
                  <c:v>388.0</c:v>
                </c:pt>
                <c:pt idx="1787">
                  <c:v>388.0</c:v>
                </c:pt>
                <c:pt idx="1788">
                  <c:v>388.0</c:v>
                </c:pt>
                <c:pt idx="1789">
                  <c:v>388.0</c:v>
                </c:pt>
                <c:pt idx="1790">
                  <c:v>388.0</c:v>
                </c:pt>
                <c:pt idx="1791">
                  <c:v>388.0</c:v>
                </c:pt>
                <c:pt idx="1792">
                  <c:v>388.0</c:v>
                </c:pt>
                <c:pt idx="1793">
                  <c:v>388.0</c:v>
                </c:pt>
                <c:pt idx="1794">
                  <c:v>388.0</c:v>
                </c:pt>
                <c:pt idx="1795">
                  <c:v>388.0</c:v>
                </c:pt>
                <c:pt idx="1796">
                  <c:v>388.0</c:v>
                </c:pt>
                <c:pt idx="1797">
                  <c:v>388.0</c:v>
                </c:pt>
                <c:pt idx="1798">
                  <c:v>388.0</c:v>
                </c:pt>
                <c:pt idx="1799">
                  <c:v>388.0</c:v>
                </c:pt>
                <c:pt idx="1800">
                  <c:v>388.0</c:v>
                </c:pt>
                <c:pt idx="1801">
                  <c:v>388.0</c:v>
                </c:pt>
                <c:pt idx="1802">
                  <c:v>388.0</c:v>
                </c:pt>
                <c:pt idx="1803">
                  <c:v>388.0</c:v>
                </c:pt>
                <c:pt idx="1804">
                  <c:v>388.0</c:v>
                </c:pt>
                <c:pt idx="1805">
                  <c:v>388.0</c:v>
                </c:pt>
                <c:pt idx="1806">
                  <c:v>388.0</c:v>
                </c:pt>
                <c:pt idx="1807">
                  <c:v>388.0</c:v>
                </c:pt>
                <c:pt idx="1808">
                  <c:v>388.0</c:v>
                </c:pt>
                <c:pt idx="1809">
                  <c:v>388.0</c:v>
                </c:pt>
                <c:pt idx="1810">
                  <c:v>388.0</c:v>
                </c:pt>
                <c:pt idx="1811">
                  <c:v>388.0</c:v>
                </c:pt>
                <c:pt idx="1812">
                  <c:v>388.0</c:v>
                </c:pt>
                <c:pt idx="1813">
                  <c:v>388.0</c:v>
                </c:pt>
                <c:pt idx="1814">
                  <c:v>388.0</c:v>
                </c:pt>
                <c:pt idx="1815">
                  <c:v>388.0</c:v>
                </c:pt>
                <c:pt idx="1816">
                  <c:v>388.0</c:v>
                </c:pt>
                <c:pt idx="1817">
                  <c:v>388.0</c:v>
                </c:pt>
                <c:pt idx="1818">
                  <c:v>388.0</c:v>
                </c:pt>
                <c:pt idx="1819">
                  <c:v>388.0</c:v>
                </c:pt>
                <c:pt idx="1820">
                  <c:v>388.0</c:v>
                </c:pt>
                <c:pt idx="1821">
                  <c:v>388.0</c:v>
                </c:pt>
                <c:pt idx="1822">
                  <c:v>388.0</c:v>
                </c:pt>
                <c:pt idx="1823">
                  <c:v>388.0</c:v>
                </c:pt>
                <c:pt idx="1824">
                  <c:v>388.0</c:v>
                </c:pt>
                <c:pt idx="1825">
                  <c:v>388.0</c:v>
                </c:pt>
                <c:pt idx="1826">
                  <c:v>388.0</c:v>
                </c:pt>
                <c:pt idx="1827">
                  <c:v>388.0</c:v>
                </c:pt>
                <c:pt idx="1828">
                  <c:v>388.0</c:v>
                </c:pt>
                <c:pt idx="1829">
                  <c:v>388.0</c:v>
                </c:pt>
                <c:pt idx="1830">
                  <c:v>388.0</c:v>
                </c:pt>
                <c:pt idx="1831">
                  <c:v>388.0</c:v>
                </c:pt>
                <c:pt idx="1832">
                  <c:v>388.0</c:v>
                </c:pt>
                <c:pt idx="1833">
                  <c:v>388.0</c:v>
                </c:pt>
                <c:pt idx="1834">
                  <c:v>388.0</c:v>
                </c:pt>
                <c:pt idx="1835">
                  <c:v>388.0</c:v>
                </c:pt>
                <c:pt idx="1836">
                  <c:v>388.0</c:v>
                </c:pt>
                <c:pt idx="1837">
                  <c:v>388.0</c:v>
                </c:pt>
                <c:pt idx="1838">
                  <c:v>388.0</c:v>
                </c:pt>
                <c:pt idx="1839">
                  <c:v>388.0</c:v>
                </c:pt>
                <c:pt idx="1840">
                  <c:v>388.0</c:v>
                </c:pt>
                <c:pt idx="1841">
                  <c:v>388.0</c:v>
                </c:pt>
                <c:pt idx="1842">
                  <c:v>388.0</c:v>
                </c:pt>
                <c:pt idx="1843">
                  <c:v>388.0</c:v>
                </c:pt>
                <c:pt idx="1844">
                  <c:v>388.0</c:v>
                </c:pt>
                <c:pt idx="1845">
                  <c:v>388.0</c:v>
                </c:pt>
                <c:pt idx="1846">
                  <c:v>388.0</c:v>
                </c:pt>
                <c:pt idx="1847">
                  <c:v>388.0</c:v>
                </c:pt>
                <c:pt idx="1848">
                  <c:v>388.0</c:v>
                </c:pt>
                <c:pt idx="1849">
                  <c:v>388.0</c:v>
                </c:pt>
                <c:pt idx="1850">
                  <c:v>388.0</c:v>
                </c:pt>
                <c:pt idx="1851">
                  <c:v>388.0</c:v>
                </c:pt>
                <c:pt idx="1852">
                  <c:v>388.0</c:v>
                </c:pt>
                <c:pt idx="1853">
                  <c:v>388.0</c:v>
                </c:pt>
                <c:pt idx="1854">
                  <c:v>388.0</c:v>
                </c:pt>
                <c:pt idx="1855">
                  <c:v>388.0</c:v>
                </c:pt>
                <c:pt idx="1856">
                  <c:v>388.0</c:v>
                </c:pt>
                <c:pt idx="1857">
                  <c:v>388.0</c:v>
                </c:pt>
                <c:pt idx="1858">
                  <c:v>388.0</c:v>
                </c:pt>
                <c:pt idx="1859">
                  <c:v>388.0</c:v>
                </c:pt>
                <c:pt idx="1860">
                  <c:v>388.0</c:v>
                </c:pt>
                <c:pt idx="1861">
                  <c:v>388.0</c:v>
                </c:pt>
                <c:pt idx="1862">
                  <c:v>388.0</c:v>
                </c:pt>
                <c:pt idx="1863">
                  <c:v>388.0</c:v>
                </c:pt>
                <c:pt idx="1864">
                  <c:v>388.0</c:v>
                </c:pt>
                <c:pt idx="1865">
                  <c:v>388.0</c:v>
                </c:pt>
                <c:pt idx="1866">
                  <c:v>388.0</c:v>
                </c:pt>
                <c:pt idx="1867">
                  <c:v>388.0</c:v>
                </c:pt>
                <c:pt idx="1868">
                  <c:v>388.0</c:v>
                </c:pt>
                <c:pt idx="1869">
                  <c:v>388.0</c:v>
                </c:pt>
                <c:pt idx="1870">
                  <c:v>388.0</c:v>
                </c:pt>
                <c:pt idx="1871">
                  <c:v>388.0</c:v>
                </c:pt>
                <c:pt idx="1872">
                  <c:v>388.0</c:v>
                </c:pt>
                <c:pt idx="1873">
                  <c:v>388.0</c:v>
                </c:pt>
                <c:pt idx="1874">
                  <c:v>388.0</c:v>
                </c:pt>
                <c:pt idx="1875">
                  <c:v>388.0</c:v>
                </c:pt>
                <c:pt idx="1876">
                  <c:v>388.0</c:v>
                </c:pt>
                <c:pt idx="1877">
                  <c:v>388.0</c:v>
                </c:pt>
                <c:pt idx="1878">
                  <c:v>388.0</c:v>
                </c:pt>
                <c:pt idx="1879">
                  <c:v>388.0</c:v>
                </c:pt>
                <c:pt idx="1880">
                  <c:v>388.0</c:v>
                </c:pt>
                <c:pt idx="1881">
                  <c:v>388.0</c:v>
                </c:pt>
                <c:pt idx="1882">
                  <c:v>388.0</c:v>
                </c:pt>
                <c:pt idx="1883">
                  <c:v>388.0</c:v>
                </c:pt>
                <c:pt idx="1884">
                  <c:v>388.0</c:v>
                </c:pt>
                <c:pt idx="1885">
                  <c:v>388.0</c:v>
                </c:pt>
                <c:pt idx="1886">
                  <c:v>388.0</c:v>
                </c:pt>
                <c:pt idx="1887">
                  <c:v>388.0</c:v>
                </c:pt>
                <c:pt idx="1888">
                  <c:v>388.0</c:v>
                </c:pt>
                <c:pt idx="1889">
                  <c:v>388.0</c:v>
                </c:pt>
                <c:pt idx="1890">
                  <c:v>388.0</c:v>
                </c:pt>
                <c:pt idx="1891">
                  <c:v>388.0</c:v>
                </c:pt>
                <c:pt idx="1892">
                  <c:v>388.0</c:v>
                </c:pt>
                <c:pt idx="1893">
                  <c:v>388.0</c:v>
                </c:pt>
                <c:pt idx="1894">
                  <c:v>388.0</c:v>
                </c:pt>
                <c:pt idx="1895">
                  <c:v>388.0</c:v>
                </c:pt>
                <c:pt idx="1896">
                  <c:v>388.0</c:v>
                </c:pt>
                <c:pt idx="1897">
                  <c:v>388.0</c:v>
                </c:pt>
                <c:pt idx="1898">
                  <c:v>388.0</c:v>
                </c:pt>
                <c:pt idx="1899">
                  <c:v>388.0</c:v>
                </c:pt>
                <c:pt idx="1900">
                  <c:v>388.0</c:v>
                </c:pt>
                <c:pt idx="1901">
                  <c:v>388.0</c:v>
                </c:pt>
                <c:pt idx="1902">
                  <c:v>388.0</c:v>
                </c:pt>
                <c:pt idx="1903">
                  <c:v>388.0</c:v>
                </c:pt>
                <c:pt idx="1904">
                  <c:v>388.0</c:v>
                </c:pt>
                <c:pt idx="1905">
                  <c:v>388.0</c:v>
                </c:pt>
                <c:pt idx="1906">
                  <c:v>388.0</c:v>
                </c:pt>
                <c:pt idx="1907">
                  <c:v>388.0</c:v>
                </c:pt>
                <c:pt idx="1908">
                  <c:v>388.0</c:v>
                </c:pt>
                <c:pt idx="1909">
                  <c:v>388.0</c:v>
                </c:pt>
                <c:pt idx="1910">
                  <c:v>388.0</c:v>
                </c:pt>
                <c:pt idx="1911">
                  <c:v>388.0</c:v>
                </c:pt>
                <c:pt idx="1912">
                  <c:v>388.0</c:v>
                </c:pt>
                <c:pt idx="1913">
                  <c:v>388.0</c:v>
                </c:pt>
                <c:pt idx="1914">
                  <c:v>388.0</c:v>
                </c:pt>
                <c:pt idx="1915">
                  <c:v>388.0</c:v>
                </c:pt>
                <c:pt idx="1916">
                  <c:v>388.0</c:v>
                </c:pt>
                <c:pt idx="1917">
                  <c:v>388.0</c:v>
                </c:pt>
                <c:pt idx="1918">
                  <c:v>388.0</c:v>
                </c:pt>
                <c:pt idx="1919">
                  <c:v>388.0</c:v>
                </c:pt>
                <c:pt idx="1920">
                  <c:v>388.0</c:v>
                </c:pt>
                <c:pt idx="1921">
                  <c:v>388.0</c:v>
                </c:pt>
                <c:pt idx="1922">
                  <c:v>388.0</c:v>
                </c:pt>
                <c:pt idx="1923">
                  <c:v>388.0</c:v>
                </c:pt>
                <c:pt idx="1924">
                  <c:v>388.0</c:v>
                </c:pt>
                <c:pt idx="1925">
                  <c:v>388.0</c:v>
                </c:pt>
                <c:pt idx="1926">
                  <c:v>388.0</c:v>
                </c:pt>
                <c:pt idx="1927">
                  <c:v>388.0</c:v>
                </c:pt>
                <c:pt idx="1928">
                  <c:v>388.0</c:v>
                </c:pt>
                <c:pt idx="1929">
                  <c:v>388.0</c:v>
                </c:pt>
                <c:pt idx="1930">
                  <c:v>388.0</c:v>
                </c:pt>
                <c:pt idx="1931">
                  <c:v>388.0</c:v>
                </c:pt>
                <c:pt idx="1932">
                  <c:v>388.0</c:v>
                </c:pt>
                <c:pt idx="1933">
                  <c:v>388.0</c:v>
                </c:pt>
                <c:pt idx="1934">
                  <c:v>388.0</c:v>
                </c:pt>
                <c:pt idx="1935">
                  <c:v>388.0</c:v>
                </c:pt>
                <c:pt idx="1936">
                  <c:v>388.0</c:v>
                </c:pt>
                <c:pt idx="1937">
                  <c:v>388.0</c:v>
                </c:pt>
                <c:pt idx="1938">
                  <c:v>388.0</c:v>
                </c:pt>
                <c:pt idx="1939">
                  <c:v>388.0</c:v>
                </c:pt>
                <c:pt idx="1940">
                  <c:v>388.0</c:v>
                </c:pt>
                <c:pt idx="1941">
                  <c:v>388.0</c:v>
                </c:pt>
                <c:pt idx="1942">
                  <c:v>388.0</c:v>
                </c:pt>
                <c:pt idx="1943">
                  <c:v>388.0</c:v>
                </c:pt>
                <c:pt idx="1944">
                  <c:v>388.0</c:v>
                </c:pt>
                <c:pt idx="1945">
                  <c:v>388.0</c:v>
                </c:pt>
                <c:pt idx="1946">
                  <c:v>388.0</c:v>
                </c:pt>
                <c:pt idx="1947">
                  <c:v>388.0</c:v>
                </c:pt>
                <c:pt idx="1948">
                  <c:v>388.0</c:v>
                </c:pt>
                <c:pt idx="1949">
                  <c:v>388.0</c:v>
                </c:pt>
                <c:pt idx="1950">
                  <c:v>388.0</c:v>
                </c:pt>
                <c:pt idx="1951">
                  <c:v>388.0</c:v>
                </c:pt>
                <c:pt idx="1952">
                  <c:v>388.0</c:v>
                </c:pt>
                <c:pt idx="1953">
                  <c:v>388.0</c:v>
                </c:pt>
                <c:pt idx="1954">
                  <c:v>388.0</c:v>
                </c:pt>
                <c:pt idx="1955">
                  <c:v>388.0</c:v>
                </c:pt>
                <c:pt idx="1956">
                  <c:v>388.0</c:v>
                </c:pt>
                <c:pt idx="1957">
                  <c:v>388.0</c:v>
                </c:pt>
                <c:pt idx="1958">
                  <c:v>388.0</c:v>
                </c:pt>
                <c:pt idx="1959">
                  <c:v>388.0</c:v>
                </c:pt>
                <c:pt idx="1960">
                  <c:v>388.0</c:v>
                </c:pt>
                <c:pt idx="1961">
                  <c:v>388.0</c:v>
                </c:pt>
                <c:pt idx="1962">
                  <c:v>388.0</c:v>
                </c:pt>
                <c:pt idx="1963">
                  <c:v>388.0</c:v>
                </c:pt>
                <c:pt idx="1964">
                  <c:v>388.0</c:v>
                </c:pt>
                <c:pt idx="1965">
                  <c:v>388.0</c:v>
                </c:pt>
                <c:pt idx="1966">
                  <c:v>388.0</c:v>
                </c:pt>
                <c:pt idx="1967">
                  <c:v>388.0</c:v>
                </c:pt>
                <c:pt idx="1968">
                  <c:v>388.0</c:v>
                </c:pt>
                <c:pt idx="1969">
                  <c:v>388.0</c:v>
                </c:pt>
                <c:pt idx="1970">
                  <c:v>388.0</c:v>
                </c:pt>
                <c:pt idx="1971">
                  <c:v>388.0</c:v>
                </c:pt>
                <c:pt idx="1972">
                  <c:v>388.0</c:v>
                </c:pt>
                <c:pt idx="1973">
                  <c:v>388.0</c:v>
                </c:pt>
                <c:pt idx="1974">
                  <c:v>388.0</c:v>
                </c:pt>
                <c:pt idx="1975">
                  <c:v>388.0</c:v>
                </c:pt>
                <c:pt idx="1976">
                  <c:v>388.0</c:v>
                </c:pt>
                <c:pt idx="1977">
                  <c:v>388.0</c:v>
                </c:pt>
                <c:pt idx="1978">
                  <c:v>388.0</c:v>
                </c:pt>
                <c:pt idx="1979">
                  <c:v>388.0</c:v>
                </c:pt>
                <c:pt idx="1980">
                  <c:v>388.0</c:v>
                </c:pt>
                <c:pt idx="1981">
                  <c:v>388.0</c:v>
                </c:pt>
                <c:pt idx="1982">
                  <c:v>388.0</c:v>
                </c:pt>
                <c:pt idx="1983">
                  <c:v>388.0</c:v>
                </c:pt>
                <c:pt idx="1984">
                  <c:v>388.0</c:v>
                </c:pt>
                <c:pt idx="1985">
                  <c:v>388.0</c:v>
                </c:pt>
                <c:pt idx="1986">
                  <c:v>388.0</c:v>
                </c:pt>
                <c:pt idx="1987">
                  <c:v>388.0</c:v>
                </c:pt>
                <c:pt idx="1988">
                  <c:v>388.0</c:v>
                </c:pt>
                <c:pt idx="1989">
                  <c:v>388.0</c:v>
                </c:pt>
                <c:pt idx="1990">
                  <c:v>388.0</c:v>
                </c:pt>
                <c:pt idx="1991">
                  <c:v>388.0</c:v>
                </c:pt>
                <c:pt idx="1992">
                  <c:v>388.0</c:v>
                </c:pt>
                <c:pt idx="1993">
                  <c:v>388.0</c:v>
                </c:pt>
                <c:pt idx="1994">
                  <c:v>388.0</c:v>
                </c:pt>
                <c:pt idx="1995">
                  <c:v>388.0</c:v>
                </c:pt>
                <c:pt idx="1996">
                  <c:v>388.0</c:v>
                </c:pt>
                <c:pt idx="1997">
                  <c:v>388.0</c:v>
                </c:pt>
                <c:pt idx="1998">
                  <c:v>388.0</c:v>
                </c:pt>
                <c:pt idx="1999">
                  <c:v>388.0</c:v>
                </c:pt>
                <c:pt idx="2000">
                  <c:v>388.0</c:v>
                </c:pt>
                <c:pt idx="2001">
                  <c:v>388.0</c:v>
                </c:pt>
                <c:pt idx="2002">
                  <c:v>388.0</c:v>
                </c:pt>
                <c:pt idx="2003">
                  <c:v>388.0</c:v>
                </c:pt>
                <c:pt idx="2004">
                  <c:v>388.0</c:v>
                </c:pt>
                <c:pt idx="2005">
                  <c:v>388.0</c:v>
                </c:pt>
                <c:pt idx="2006">
                  <c:v>388.0</c:v>
                </c:pt>
                <c:pt idx="2007">
                  <c:v>388.0</c:v>
                </c:pt>
                <c:pt idx="2008">
                  <c:v>388.0</c:v>
                </c:pt>
                <c:pt idx="2009">
                  <c:v>388.0</c:v>
                </c:pt>
                <c:pt idx="2010">
                  <c:v>388.0</c:v>
                </c:pt>
                <c:pt idx="2011">
                  <c:v>388.0</c:v>
                </c:pt>
                <c:pt idx="2012">
                  <c:v>388.0</c:v>
                </c:pt>
                <c:pt idx="2013">
                  <c:v>388.0</c:v>
                </c:pt>
                <c:pt idx="2014">
                  <c:v>388.0</c:v>
                </c:pt>
                <c:pt idx="2015">
                  <c:v>388.0</c:v>
                </c:pt>
                <c:pt idx="2016">
                  <c:v>388.0</c:v>
                </c:pt>
                <c:pt idx="2017">
                  <c:v>388.0</c:v>
                </c:pt>
                <c:pt idx="2018">
                  <c:v>388.0</c:v>
                </c:pt>
                <c:pt idx="2019">
                  <c:v>388.0</c:v>
                </c:pt>
                <c:pt idx="2020">
                  <c:v>388.0</c:v>
                </c:pt>
                <c:pt idx="2021">
                  <c:v>388.0</c:v>
                </c:pt>
                <c:pt idx="2022">
                  <c:v>388.0</c:v>
                </c:pt>
                <c:pt idx="2023">
                  <c:v>388.0</c:v>
                </c:pt>
                <c:pt idx="2024">
                  <c:v>388.0</c:v>
                </c:pt>
                <c:pt idx="2025">
                  <c:v>388.0</c:v>
                </c:pt>
                <c:pt idx="2026">
                  <c:v>388.0</c:v>
                </c:pt>
                <c:pt idx="2027">
                  <c:v>388.0</c:v>
                </c:pt>
                <c:pt idx="2028">
                  <c:v>388.0</c:v>
                </c:pt>
                <c:pt idx="2029">
                  <c:v>388.0</c:v>
                </c:pt>
                <c:pt idx="2030">
                  <c:v>388.0</c:v>
                </c:pt>
                <c:pt idx="2031">
                  <c:v>388.0</c:v>
                </c:pt>
                <c:pt idx="2032">
                  <c:v>388.0</c:v>
                </c:pt>
                <c:pt idx="2033">
                  <c:v>388.0</c:v>
                </c:pt>
                <c:pt idx="2034">
                  <c:v>388.0</c:v>
                </c:pt>
                <c:pt idx="2035">
                  <c:v>388.0</c:v>
                </c:pt>
                <c:pt idx="2036">
                  <c:v>388.0</c:v>
                </c:pt>
                <c:pt idx="2037">
                  <c:v>388.0</c:v>
                </c:pt>
                <c:pt idx="2038">
                  <c:v>388.0</c:v>
                </c:pt>
                <c:pt idx="2039">
                  <c:v>388.0</c:v>
                </c:pt>
                <c:pt idx="2040">
                  <c:v>388.0</c:v>
                </c:pt>
                <c:pt idx="2041">
                  <c:v>388.0</c:v>
                </c:pt>
                <c:pt idx="2042">
                  <c:v>388.0</c:v>
                </c:pt>
                <c:pt idx="2043">
                  <c:v>388.0</c:v>
                </c:pt>
                <c:pt idx="2044">
                  <c:v>388.0</c:v>
                </c:pt>
                <c:pt idx="2045">
                  <c:v>388.0</c:v>
                </c:pt>
                <c:pt idx="2046">
                  <c:v>388.0</c:v>
                </c:pt>
                <c:pt idx="2047">
                  <c:v>388.0</c:v>
                </c:pt>
                <c:pt idx="2048">
                  <c:v>388.0</c:v>
                </c:pt>
                <c:pt idx="2049">
                  <c:v>388.0</c:v>
                </c:pt>
                <c:pt idx="2050">
                  <c:v>388.0</c:v>
                </c:pt>
                <c:pt idx="2051">
                  <c:v>388.0</c:v>
                </c:pt>
                <c:pt idx="2052">
                  <c:v>388.0</c:v>
                </c:pt>
                <c:pt idx="2053">
                  <c:v>388.0</c:v>
                </c:pt>
                <c:pt idx="2054">
                  <c:v>388.0</c:v>
                </c:pt>
                <c:pt idx="2055">
                  <c:v>388.0</c:v>
                </c:pt>
                <c:pt idx="2056">
                  <c:v>388.0</c:v>
                </c:pt>
                <c:pt idx="2057">
                  <c:v>388.0</c:v>
                </c:pt>
                <c:pt idx="2058">
                  <c:v>388.0</c:v>
                </c:pt>
                <c:pt idx="2059">
                  <c:v>388.0</c:v>
                </c:pt>
                <c:pt idx="2060">
                  <c:v>388.0</c:v>
                </c:pt>
                <c:pt idx="2061">
                  <c:v>388.0</c:v>
                </c:pt>
                <c:pt idx="2062">
                  <c:v>388.0</c:v>
                </c:pt>
                <c:pt idx="2063">
                  <c:v>388.0</c:v>
                </c:pt>
                <c:pt idx="2064">
                  <c:v>388.0</c:v>
                </c:pt>
                <c:pt idx="2065">
                  <c:v>388.0</c:v>
                </c:pt>
                <c:pt idx="2066">
                  <c:v>388.0</c:v>
                </c:pt>
                <c:pt idx="2067">
                  <c:v>388.0</c:v>
                </c:pt>
                <c:pt idx="2068">
                  <c:v>388.0</c:v>
                </c:pt>
                <c:pt idx="2069">
                  <c:v>388.0</c:v>
                </c:pt>
                <c:pt idx="2070">
                  <c:v>388.0</c:v>
                </c:pt>
                <c:pt idx="2071">
                  <c:v>388.0</c:v>
                </c:pt>
                <c:pt idx="2072">
                  <c:v>388.0</c:v>
                </c:pt>
                <c:pt idx="2073">
                  <c:v>388.0</c:v>
                </c:pt>
                <c:pt idx="2074">
                  <c:v>388.0</c:v>
                </c:pt>
                <c:pt idx="2075">
                  <c:v>388.0</c:v>
                </c:pt>
                <c:pt idx="2076">
                  <c:v>388.0</c:v>
                </c:pt>
                <c:pt idx="2077">
                  <c:v>388.0</c:v>
                </c:pt>
                <c:pt idx="2078">
                  <c:v>388.0</c:v>
                </c:pt>
                <c:pt idx="2079">
                  <c:v>388.0</c:v>
                </c:pt>
                <c:pt idx="2080">
                  <c:v>388.0</c:v>
                </c:pt>
                <c:pt idx="2081">
                  <c:v>388.0</c:v>
                </c:pt>
                <c:pt idx="2082">
                  <c:v>388.0</c:v>
                </c:pt>
                <c:pt idx="2083">
                  <c:v>388.0</c:v>
                </c:pt>
                <c:pt idx="2084">
                  <c:v>388.0</c:v>
                </c:pt>
                <c:pt idx="2085">
                  <c:v>388.0</c:v>
                </c:pt>
                <c:pt idx="2086">
                  <c:v>388.0</c:v>
                </c:pt>
                <c:pt idx="2087">
                  <c:v>388.0</c:v>
                </c:pt>
                <c:pt idx="2088">
                  <c:v>388.0</c:v>
                </c:pt>
                <c:pt idx="2089">
                  <c:v>388.0</c:v>
                </c:pt>
                <c:pt idx="2090">
                  <c:v>388.0</c:v>
                </c:pt>
                <c:pt idx="2091">
                  <c:v>388.0</c:v>
                </c:pt>
                <c:pt idx="2092">
                  <c:v>388.0</c:v>
                </c:pt>
                <c:pt idx="2093">
                  <c:v>388.0</c:v>
                </c:pt>
                <c:pt idx="2094">
                  <c:v>388.0</c:v>
                </c:pt>
                <c:pt idx="2095">
                  <c:v>388.0</c:v>
                </c:pt>
                <c:pt idx="2096">
                  <c:v>388.0</c:v>
                </c:pt>
                <c:pt idx="2097">
                  <c:v>388.0</c:v>
                </c:pt>
                <c:pt idx="2098">
                  <c:v>388.0</c:v>
                </c:pt>
                <c:pt idx="2099">
                  <c:v>388.0</c:v>
                </c:pt>
                <c:pt idx="2100">
                  <c:v>388.0</c:v>
                </c:pt>
                <c:pt idx="2101">
                  <c:v>388.0</c:v>
                </c:pt>
                <c:pt idx="2102">
                  <c:v>388.0</c:v>
                </c:pt>
                <c:pt idx="2103">
                  <c:v>388.0</c:v>
                </c:pt>
                <c:pt idx="2104">
                  <c:v>388.0</c:v>
                </c:pt>
                <c:pt idx="2105">
                  <c:v>388.0</c:v>
                </c:pt>
                <c:pt idx="2106">
                  <c:v>388.0</c:v>
                </c:pt>
                <c:pt idx="2107">
                  <c:v>388.0</c:v>
                </c:pt>
                <c:pt idx="2108">
                  <c:v>388.0</c:v>
                </c:pt>
                <c:pt idx="2109">
                  <c:v>388.0</c:v>
                </c:pt>
                <c:pt idx="2110">
                  <c:v>388.0</c:v>
                </c:pt>
                <c:pt idx="2111">
                  <c:v>388.0</c:v>
                </c:pt>
                <c:pt idx="2112">
                  <c:v>388.0</c:v>
                </c:pt>
                <c:pt idx="2113">
                  <c:v>388.0</c:v>
                </c:pt>
                <c:pt idx="2114">
                  <c:v>388.0</c:v>
                </c:pt>
                <c:pt idx="2115">
                  <c:v>388.0</c:v>
                </c:pt>
                <c:pt idx="2116">
                  <c:v>388.0</c:v>
                </c:pt>
                <c:pt idx="2117">
                  <c:v>388.0</c:v>
                </c:pt>
                <c:pt idx="2118">
                  <c:v>388.0</c:v>
                </c:pt>
                <c:pt idx="2119">
                  <c:v>388.0</c:v>
                </c:pt>
                <c:pt idx="2120">
                  <c:v>388.0</c:v>
                </c:pt>
                <c:pt idx="2121">
                  <c:v>388.0</c:v>
                </c:pt>
                <c:pt idx="2122">
                  <c:v>388.0</c:v>
                </c:pt>
                <c:pt idx="2123">
                  <c:v>388.0</c:v>
                </c:pt>
                <c:pt idx="2124">
                  <c:v>388.0</c:v>
                </c:pt>
                <c:pt idx="2125">
                  <c:v>388.0</c:v>
                </c:pt>
                <c:pt idx="2126">
                  <c:v>388.0</c:v>
                </c:pt>
                <c:pt idx="2127">
                  <c:v>388.0</c:v>
                </c:pt>
                <c:pt idx="2128">
                  <c:v>388.0</c:v>
                </c:pt>
                <c:pt idx="2129">
                  <c:v>388.0</c:v>
                </c:pt>
                <c:pt idx="2130">
                  <c:v>388.0</c:v>
                </c:pt>
                <c:pt idx="2131">
                  <c:v>388.0</c:v>
                </c:pt>
                <c:pt idx="2132">
                  <c:v>388.0</c:v>
                </c:pt>
                <c:pt idx="2133">
                  <c:v>388.0</c:v>
                </c:pt>
                <c:pt idx="2134">
                  <c:v>388.0</c:v>
                </c:pt>
                <c:pt idx="2135">
                  <c:v>388.0</c:v>
                </c:pt>
                <c:pt idx="2136">
                  <c:v>388.0</c:v>
                </c:pt>
                <c:pt idx="2137">
                  <c:v>388.0</c:v>
                </c:pt>
                <c:pt idx="2138">
                  <c:v>388.0</c:v>
                </c:pt>
                <c:pt idx="2139">
                  <c:v>388.0</c:v>
                </c:pt>
                <c:pt idx="2140">
                  <c:v>388.0</c:v>
                </c:pt>
                <c:pt idx="2141">
                  <c:v>388.0</c:v>
                </c:pt>
                <c:pt idx="2142">
                  <c:v>388.0</c:v>
                </c:pt>
                <c:pt idx="2143">
                  <c:v>388.0</c:v>
                </c:pt>
                <c:pt idx="2144">
                  <c:v>388.0</c:v>
                </c:pt>
                <c:pt idx="2145">
                  <c:v>388.0</c:v>
                </c:pt>
                <c:pt idx="2146">
                  <c:v>388.0</c:v>
                </c:pt>
                <c:pt idx="2147">
                  <c:v>388.0</c:v>
                </c:pt>
                <c:pt idx="2148">
                  <c:v>388.0</c:v>
                </c:pt>
                <c:pt idx="2149">
                  <c:v>388.0</c:v>
                </c:pt>
                <c:pt idx="2150">
                  <c:v>388.0</c:v>
                </c:pt>
                <c:pt idx="2151">
                  <c:v>388.0</c:v>
                </c:pt>
                <c:pt idx="2152">
                  <c:v>388.0</c:v>
                </c:pt>
                <c:pt idx="2153">
                  <c:v>388.0</c:v>
                </c:pt>
                <c:pt idx="2154">
                  <c:v>388.0</c:v>
                </c:pt>
                <c:pt idx="2155">
                  <c:v>388.0</c:v>
                </c:pt>
                <c:pt idx="2156">
                  <c:v>388.0</c:v>
                </c:pt>
                <c:pt idx="2157">
                  <c:v>388.0</c:v>
                </c:pt>
                <c:pt idx="2158">
                  <c:v>388.0</c:v>
                </c:pt>
                <c:pt idx="2159">
                  <c:v>388.0</c:v>
                </c:pt>
                <c:pt idx="2160">
                  <c:v>388.0</c:v>
                </c:pt>
                <c:pt idx="2161">
                  <c:v>388.0</c:v>
                </c:pt>
                <c:pt idx="2162">
                  <c:v>388.0</c:v>
                </c:pt>
                <c:pt idx="2163">
                  <c:v>388.0</c:v>
                </c:pt>
                <c:pt idx="2164">
                  <c:v>388.0</c:v>
                </c:pt>
                <c:pt idx="2165">
                  <c:v>388.0</c:v>
                </c:pt>
                <c:pt idx="2166">
                  <c:v>388.0</c:v>
                </c:pt>
                <c:pt idx="2167">
                  <c:v>388.0</c:v>
                </c:pt>
                <c:pt idx="2168">
                  <c:v>388.0</c:v>
                </c:pt>
                <c:pt idx="2169">
                  <c:v>388.0</c:v>
                </c:pt>
                <c:pt idx="2170">
                  <c:v>388.0</c:v>
                </c:pt>
                <c:pt idx="2171">
                  <c:v>388.0</c:v>
                </c:pt>
                <c:pt idx="2172">
                  <c:v>388.0</c:v>
                </c:pt>
                <c:pt idx="2173">
                  <c:v>388.0</c:v>
                </c:pt>
                <c:pt idx="2174">
                  <c:v>388.0</c:v>
                </c:pt>
                <c:pt idx="2175">
                  <c:v>388.0</c:v>
                </c:pt>
                <c:pt idx="2176">
                  <c:v>388.0</c:v>
                </c:pt>
                <c:pt idx="2177">
                  <c:v>388.0</c:v>
                </c:pt>
                <c:pt idx="2178">
                  <c:v>388.0</c:v>
                </c:pt>
                <c:pt idx="2179">
                  <c:v>388.0</c:v>
                </c:pt>
                <c:pt idx="2180">
                  <c:v>388.0</c:v>
                </c:pt>
                <c:pt idx="2181">
                  <c:v>388.0</c:v>
                </c:pt>
                <c:pt idx="2182">
                  <c:v>388.0</c:v>
                </c:pt>
                <c:pt idx="2183">
                  <c:v>388.0</c:v>
                </c:pt>
                <c:pt idx="2184">
                  <c:v>388.0</c:v>
                </c:pt>
                <c:pt idx="2185">
                  <c:v>388.0</c:v>
                </c:pt>
                <c:pt idx="2186">
                  <c:v>388.0</c:v>
                </c:pt>
                <c:pt idx="2187">
                  <c:v>388.0</c:v>
                </c:pt>
                <c:pt idx="2188">
                  <c:v>388.0</c:v>
                </c:pt>
                <c:pt idx="2189">
                  <c:v>388.0</c:v>
                </c:pt>
                <c:pt idx="2190">
                  <c:v>388.0</c:v>
                </c:pt>
                <c:pt idx="2191">
                  <c:v>388.0</c:v>
                </c:pt>
                <c:pt idx="2192">
                  <c:v>388.0</c:v>
                </c:pt>
                <c:pt idx="2193">
                  <c:v>388.0</c:v>
                </c:pt>
                <c:pt idx="2194">
                  <c:v>388.0</c:v>
                </c:pt>
                <c:pt idx="2195">
                  <c:v>388.0</c:v>
                </c:pt>
                <c:pt idx="2196">
                  <c:v>388.0</c:v>
                </c:pt>
                <c:pt idx="2197">
                  <c:v>388.0</c:v>
                </c:pt>
                <c:pt idx="2198">
                  <c:v>388.0</c:v>
                </c:pt>
                <c:pt idx="2199">
                  <c:v>388.0</c:v>
                </c:pt>
                <c:pt idx="2200">
                  <c:v>388.0</c:v>
                </c:pt>
                <c:pt idx="2201">
                  <c:v>388.0</c:v>
                </c:pt>
                <c:pt idx="2202">
                  <c:v>388.0</c:v>
                </c:pt>
                <c:pt idx="2203">
                  <c:v>388.0</c:v>
                </c:pt>
                <c:pt idx="2204">
                  <c:v>388.0</c:v>
                </c:pt>
                <c:pt idx="2205">
                  <c:v>388.0</c:v>
                </c:pt>
                <c:pt idx="2206">
                  <c:v>388.0</c:v>
                </c:pt>
                <c:pt idx="2207">
                  <c:v>388.0</c:v>
                </c:pt>
                <c:pt idx="2208">
                  <c:v>388.0</c:v>
                </c:pt>
                <c:pt idx="2209">
                  <c:v>388.0</c:v>
                </c:pt>
                <c:pt idx="2210">
                  <c:v>388.0</c:v>
                </c:pt>
                <c:pt idx="2211">
                  <c:v>388.0</c:v>
                </c:pt>
                <c:pt idx="2212">
                  <c:v>388.0</c:v>
                </c:pt>
                <c:pt idx="2213">
                  <c:v>388.0</c:v>
                </c:pt>
                <c:pt idx="2214">
                  <c:v>388.0</c:v>
                </c:pt>
                <c:pt idx="2215">
                  <c:v>388.0</c:v>
                </c:pt>
                <c:pt idx="2216">
                  <c:v>388.0</c:v>
                </c:pt>
                <c:pt idx="2217">
                  <c:v>388.0</c:v>
                </c:pt>
                <c:pt idx="2218">
                  <c:v>388.0</c:v>
                </c:pt>
                <c:pt idx="2219">
                  <c:v>388.0</c:v>
                </c:pt>
                <c:pt idx="2220">
                  <c:v>388.0</c:v>
                </c:pt>
                <c:pt idx="2221">
                  <c:v>388.0</c:v>
                </c:pt>
                <c:pt idx="2222">
                  <c:v>388.0</c:v>
                </c:pt>
                <c:pt idx="2223">
                  <c:v>388.0</c:v>
                </c:pt>
                <c:pt idx="2224">
                  <c:v>388.0</c:v>
                </c:pt>
                <c:pt idx="2225">
                  <c:v>388.0</c:v>
                </c:pt>
                <c:pt idx="2226">
                  <c:v>388.0</c:v>
                </c:pt>
                <c:pt idx="2227">
                  <c:v>388.0</c:v>
                </c:pt>
                <c:pt idx="2228">
                  <c:v>388.0</c:v>
                </c:pt>
                <c:pt idx="2229">
                  <c:v>388.0</c:v>
                </c:pt>
                <c:pt idx="2230">
                  <c:v>388.0</c:v>
                </c:pt>
                <c:pt idx="2231">
                  <c:v>388.0</c:v>
                </c:pt>
                <c:pt idx="2232">
                  <c:v>388.0</c:v>
                </c:pt>
                <c:pt idx="2233">
                  <c:v>388.0</c:v>
                </c:pt>
                <c:pt idx="2234">
                  <c:v>388.0</c:v>
                </c:pt>
                <c:pt idx="2235">
                  <c:v>388.0</c:v>
                </c:pt>
                <c:pt idx="2236">
                  <c:v>388.0</c:v>
                </c:pt>
                <c:pt idx="2237">
                  <c:v>388.0</c:v>
                </c:pt>
                <c:pt idx="2238">
                  <c:v>388.0</c:v>
                </c:pt>
                <c:pt idx="2239">
                  <c:v>388.0</c:v>
                </c:pt>
                <c:pt idx="2240">
                  <c:v>388.0</c:v>
                </c:pt>
                <c:pt idx="2241">
                  <c:v>388.0</c:v>
                </c:pt>
                <c:pt idx="2242">
                  <c:v>388.0</c:v>
                </c:pt>
                <c:pt idx="2243">
                  <c:v>388.0</c:v>
                </c:pt>
                <c:pt idx="2244">
                  <c:v>388.0</c:v>
                </c:pt>
                <c:pt idx="2245">
                  <c:v>388.0</c:v>
                </c:pt>
                <c:pt idx="2246">
                  <c:v>388.0</c:v>
                </c:pt>
                <c:pt idx="2247">
                  <c:v>388.0</c:v>
                </c:pt>
                <c:pt idx="2248">
                  <c:v>388.0</c:v>
                </c:pt>
                <c:pt idx="2249">
                  <c:v>388.0</c:v>
                </c:pt>
                <c:pt idx="2250">
                  <c:v>388.0</c:v>
                </c:pt>
                <c:pt idx="2251">
                  <c:v>388.0</c:v>
                </c:pt>
                <c:pt idx="2252">
                  <c:v>388.0</c:v>
                </c:pt>
                <c:pt idx="2253">
                  <c:v>388.0</c:v>
                </c:pt>
                <c:pt idx="2254">
                  <c:v>388.0</c:v>
                </c:pt>
                <c:pt idx="2255">
                  <c:v>388.0</c:v>
                </c:pt>
                <c:pt idx="2256">
                  <c:v>388.0</c:v>
                </c:pt>
                <c:pt idx="2257">
                  <c:v>388.0</c:v>
                </c:pt>
                <c:pt idx="2258">
                  <c:v>388.0</c:v>
                </c:pt>
                <c:pt idx="2259">
                  <c:v>388.0</c:v>
                </c:pt>
                <c:pt idx="2260">
                  <c:v>388.0</c:v>
                </c:pt>
                <c:pt idx="2261">
                  <c:v>388.0</c:v>
                </c:pt>
                <c:pt idx="2262">
                  <c:v>388.0</c:v>
                </c:pt>
                <c:pt idx="2263">
                  <c:v>388.0</c:v>
                </c:pt>
                <c:pt idx="2264">
                  <c:v>388.0</c:v>
                </c:pt>
                <c:pt idx="2265">
                  <c:v>388.0</c:v>
                </c:pt>
                <c:pt idx="2266">
                  <c:v>388.0</c:v>
                </c:pt>
                <c:pt idx="2267">
                  <c:v>388.0</c:v>
                </c:pt>
                <c:pt idx="2268">
                  <c:v>388.0</c:v>
                </c:pt>
                <c:pt idx="2269">
                  <c:v>388.0</c:v>
                </c:pt>
                <c:pt idx="2270">
                  <c:v>388.0</c:v>
                </c:pt>
                <c:pt idx="2271">
                  <c:v>388.0</c:v>
                </c:pt>
                <c:pt idx="2272">
                  <c:v>388.0</c:v>
                </c:pt>
                <c:pt idx="2273">
                  <c:v>388.0</c:v>
                </c:pt>
                <c:pt idx="2274">
                  <c:v>388.0</c:v>
                </c:pt>
                <c:pt idx="2275">
                  <c:v>388.0</c:v>
                </c:pt>
                <c:pt idx="2276">
                  <c:v>388.0</c:v>
                </c:pt>
                <c:pt idx="2277">
                  <c:v>388.0</c:v>
                </c:pt>
                <c:pt idx="2278">
                  <c:v>388.0</c:v>
                </c:pt>
                <c:pt idx="2279">
                  <c:v>388.0</c:v>
                </c:pt>
                <c:pt idx="2280">
                  <c:v>388.0</c:v>
                </c:pt>
                <c:pt idx="2281">
                  <c:v>388.0</c:v>
                </c:pt>
                <c:pt idx="2282">
                  <c:v>388.0</c:v>
                </c:pt>
                <c:pt idx="2283">
                  <c:v>388.0</c:v>
                </c:pt>
                <c:pt idx="2284">
                  <c:v>388.0</c:v>
                </c:pt>
                <c:pt idx="2285">
                  <c:v>388.0</c:v>
                </c:pt>
                <c:pt idx="2286">
                  <c:v>388.0</c:v>
                </c:pt>
                <c:pt idx="2287">
                  <c:v>388.0</c:v>
                </c:pt>
                <c:pt idx="2288">
                  <c:v>388.0</c:v>
                </c:pt>
                <c:pt idx="2289">
                  <c:v>388.0</c:v>
                </c:pt>
                <c:pt idx="2290">
                  <c:v>388.0</c:v>
                </c:pt>
                <c:pt idx="2291">
                  <c:v>388.0</c:v>
                </c:pt>
                <c:pt idx="2292">
                  <c:v>388.0</c:v>
                </c:pt>
                <c:pt idx="2293">
                  <c:v>388.0</c:v>
                </c:pt>
                <c:pt idx="2294">
                  <c:v>388.0</c:v>
                </c:pt>
                <c:pt idx="2295">
                  <c:v>388.0</c:v>
                </c:pt>
                <c:pt idx="2296">
                  <c:v>388.0</c:v>
                </c:pt>
                <c:pt idx="2297">
                  <c:v>388.0</c:v>
                </c:pt>
                <c:pt idx="2298">
                  <c:v>388.0</c:v>
                </c:pt>
                <c:pt idx="2299">
                  <c:v>388.0</c:v>
                </c:pt>
                <c:pt idx="2300">
                  <c:v>388.0</c:v>
                </c:pt>
                <c:pt idx="2301">
                  <c:v>388.0</c:v>
                </c:pt>
                <c:pt idx="2302">
                  <c:v>388.0</c:v>
                </c:pt>
                <c:pt idx="2303">
                  <c:v>388.0</c:v>
                </c:pt>
                <c:pt idx="2304">
                  <c:v>388.0</c:v>
                </c:pt>
                <c:pt idx="2305">
                  <c:v>388.0</c:v>
                </c:pt>
                <c:pt idx="2306">
                  <c:v>388.0</c:v>
                </c:pt>
                <c:pt idx="2307">
                  <c:v>388.0</c:v>
                </c:pt>
                <c:pt idx="2308">
                  <c:v>388.0</c:v>
                </c:pt>
                <c:pt idx="2309">
                  <c:v>388.0</c:v>
                </c:pt>
                <c:pt idx="2310">
                  <c:v>388.0</c:v>
                </c:pt>
                <c:pt idx="2311">
                  <c:v>388.0</c:v>
                </c:pt>
                <c:pt idx="2312">
                  <c:v>388.0</c:v>
                </c:pt>
                <c:pt idx="2313">
                  <c:v>388.0</c:v>
                </c:pt>
                <c:pt idx="2314">
                  <c:v>388.0</c:v>
                </c:pt>
                <c:pt idx="2315">
                  <c:v>388.0</c:v>
                </c:pt>
                <c:pt idx="2316">
                  <c:v>388.0</c:v>
                </c:pt>
                <c:pt idx="2317">
                  <c:v>388.0</c:v>
                </c:pt>
                <c:pt idx="2318">
                  <c:v>388.0</c:v>
                </c:pt>
                <c:pt idx="2319">
                  <c:v>388.0</c:v>
                </c:pt>
                <c:pt idx="2320">
                  <c:v>388.0</c:v>
                </c:pt>
                <c:pt idx="2321">
                  <c:v>388.0</c:v>
                </c:pt>
                <c:pt idx="2322">
                  <c:v>388.0</c:v>
                </c:pt>
                <c:pt idx="2323">
                  <c:v>388.0</c:v>
                </c:pt>
                <c:pt idx="2324">
                  <c:v>388.0</c:v>
                </c:pt>
                <c:pt idx="2325">
                  <c:v>388.0</c:v>
                </c:pt>
                <c:pt idx="2326">
                  <c:v>388.0</c:v>
                </c:pt>
                <c:pt idx="2327">
                  <c:v>388.0</c:v>
                </c:pt>
                <c:pt idx="2328">
                  <c:v>388.0</c:v>
                </c:pt>
                <c:pt idx="2329">
                  <c:v>388.0</c:v>
                </c:pt>
                <c:pt idx="2330">
                  <c:v>388.0</c:v>
                </c:pt>
                <c:pt idx="2331">
                  <c:v>388.0</c:v>
                </c:pt>
                <c:pt idx="2332">
                  <c:v>388.0</c:v>
                </c:pt>
                <c:pt idx="2333">
                  <c:v>388.0</c:v>
                </c:pt>
                <c:pt idx="2334">
                  <c:v>388.0</c:v>
                </c:pt>
                <c:pt idx="2335">
                  <c:v>388.0</c:v>
                </c:pt>
                <c:pt idx="2336">
                  <c:v>388.0</c:v>
                </c:pt>
                <c:pt idx="2337">
                  <c:v>388.0</c:v>
                </c:pt>
                <c:pt idx="2338">
                  <c:v>388.0</c:v>
                </c:pt>
                <c:pt idx="2339">
                  <c:v>388.0</c:v>
                </c:pt>
                <c:pt idx="2340">
                  <c:v>388.0</c:v>
                </c:pt>
                <c:pt idx="2341">
                  <c:v>388.0</c:v>
                </c:pt>
                <c:pt idx="2342">
                  <c:v>388.0</c:v>
                </c:pt>
                <c:pt idx="2343">
                  <c:v>388.0</c:v>
                </c:pt>
                <c:pt idx="2344">
                  <c:v>388.0</c:v>
                </c:pt>
                <c:pt idx="2345">
                  <c:v>388.0</c:v>
                </c:pt>
                <c:pt idx="2346">
                  <c:v>388.0</c:v>
                </c:pt>
                <c:pt idx="2347">
                  <c:v>388.0</c:v>
                </c:pt>
                <c:pt idx="2348">
                  <c:v>388.0</c:v>
                </c:pt>
                <c:pt idx="2349">
                  <c:v>388.0</c:v>
                </c:pt>
                <c:pt idx="2350">
                  <c:v>388.0</c:v>
                </c:pt>
                <c:pt idx="2351">
                  <c:v>388.0</c:v>
                </c:pt>
                <c:pt idx="2352">
                  <c:v>388.0</c:v>
                </c:pt>
                <c:pt idx="2353">
                  <c:v>388.0</c:v>
                </c:pt>
                <c:pt idx="2354">
                  <c:v>388.0</c:v>
                </c:pt>
                <c:pt idx="2355">
                  <c:v>388.0</c:v>
                </c:pt>
                <c:pt idx="2356">
                  <c:v>388.0</c:v>
                </c:pt>
                <c:pt idx="2357">
                  <c:v>388.0</c:v>
                </c:pt>
                <c:pt idx="2358">
                  <c:v>388.0</c:v>
                </c:pt>
                <c:pt idx="2359">
                  <c:v>388.0</c:v>
                </c:pt>
                <c:pt idx="2360">
                  <c:v>388.0</c:v>
                </c:pt>
                <c:pt idx="2361">
                  <c:v>388.0</c:v>
                </c:pt>
                <c:pt idx="2362">
                  <c:v>388.0</c:v>
                </c:pt>
                <c:pt idx="2363">
                  <c:v>388.0</c:v>
                </c:pt>
                <c:pt idx="2364">
                  <c:v>388.0</c:v>
                </c:pt>
                <c:pt idx="2365">
                  <c:v>388.0</c:v>
                </c:pt>
                <c:pt idx="2366">
                  <c:v>388.0</c:v>
                </c:pt>
                <c:pt idx="2367">
                  <c:v>388.0</c:v>
                </c:pt>
                <c:pt idx="2368">
                  <c:v>388.0</c:v>
                </c:pt>
                <c:pt idx="2369">
                  <c:v>388.0</c:v>
                </c:pt>
                <c:pt idx="2370">
                  <c:v>388.0</c:v>
                </c:pt>
                <c:pt idx="2371">
                  <c:v>388.0</c:v>
                </c:pt>
                <c:pt idx="2372">
                  <c:v>388.0</c:v>
                </c:pt>
                <c:pt idx="2373">
                  <c:v>388.0</c:v>
                </c:pt>
                <c:pt idx="2374">
                  <c:v>388.0</c:v>
                </c:pt>
                <c:pt idx="2375">
                  <c:v>388.0</c:v>
                </c:pt>
                <c:pt idx="2376">
                  <c:v>388.0</c:v>
                </c:pt>
                <c:pt idx="2377">
                  <c:v>388.0</c:v>
                </c:pt>
                <c:pt idx="2378">
                  <c:v>388.0</c:v>
                </c:pt>
                <c:pt idx="2379">
                  <c:v>388.0</c:v>
                </c:pt>
                <c:pt idx="2380">
                  <c:v>388.0</c:v>
                </c:pt>
                <c:pt idx="2381">
                  <c:v>388.0</c:v>
                </c:pt>
                <c:pt idx="2382">
                  <c:v>388.0</c:v>
                </c:pt>
                <c:pt idx="2383">
                  <c:v>388.0</c:v>
                </c:pt>
                <c:pt idx="2384">
                  <c:v>388.0</c:v>
                </c:pt>
                <c:pt idx="2385">
                  <c:v>388.0</c:v>
                </c:pt>
                <c:pt idx="2386">
                  <c:v>388.0</c:v>
                </c:pt>
                <c:pt idx="2387">
                  <c:v>388.0</c:v>
                </c:pt>
                <c:pt idx="2388">
                  <c:v>388.0</c:v>
                </c:pt>
                <c:pt idx="2389">
                  <c:v>388.0</c:v>
                </c:pt>
                <c:pt idx="2390">
                  <c:v>388.0</c:v>
                </c:pt>
                <c:pt idx="2391">
                  <c:v>388.0</c:v>
                </c:pt>
                <c:pt idx="2392">
                  <c:v>388.0</c:v>
                </c:pt>
                <c:pt idx="2393">
                  <c:v>388.0</c:v>
                </c:pt>
                <c:pt idx="2394">
                  <c:v>388.0</c:v>
                </c:pt>
                <c:pt idx="2395">
                  <c:v>388.0</c:v>
                </c:pt>
                <c:pt idx="2396">
                  <c:v>388.0</c:v>
                </c:pt>
                <c:pt idx="2397">
                  <c:v>388.0</c:v>
                </c:pt>
                <c:pt idx="2398">
                  <c:v>388.0</c:v>
                </c:pt>
                <c:pt idx="2399">
                  <c:v>388.0</c:v>
                </c:pt>
                <c:pt idx="2400">
                  <c:v>388.0</c:v>
                </c:pt>
                <c:pt idx="2401">
                  <c:v>388.0</c:v>
                </c:pt>
                <c:pt idx="2402">
                  <c:v>388.0</c:v>
                </c:pt>
                <c:pt idx="2403">
                  <c:v>388.0</c:v>
                </c:pt>
                <c:pt idx="2404">
                  <c:v>388.0</c:v>
                </c:pt>
                <c:pt idx="2405">
                  <c:v>388.0</c:v>
                </c:pt>
                <c:pt idx="2406">
                  <c:v>388.0</c:v>
                </c:pt>
                <c:pt idx="2407">
                  <c:v>388.0</c:v>
                </c:pt>
                <c:pt idx="2408">
                  <c:v>388.0</c:v>
                </c:pt>
                <c:pt idx="2409">
                  <c:v>388.0</c:v>
                </c:pt>
                <c:pt idx="2410">
                  <c:v>388.0</c:v>
                </c:pt>
                <c:pt idx="2411">
                  <c:v>388.0</c:v>
                </c:pt>
                <c:pt idx="2412">
                  <c:v>388.0</c:v>
                </c:pt>
                <c:pt idx="2413">
                  <c:v>388.0</c:v>
                </c:pt>
                <c:pt idx="2414">
                  <c:v>388.0</c:v>
                </c:pt>
                <c:pt idx="2415">
                  <c:v>388.0</c:v>
                </c:pt>
                <c:pt idx="2416">
                  <c:v>388.0</c:v>
                </c:pt>
                <c:pt idx="2417">
                  <c:v>388.0</c:v>
                </c:pt>
                <c:pt idx="2418">
                  <c:v>388.0</c:v>
                </c:pt>
                <c:pt idx="2419">
                  <c:v>388.0</c:v>
                </c:pt>
                <c:pt idx="2420">
                  <c:v>388.0</c:v>
                </c:pt>
                <c:pt idx="2421">
                  <c:v>388.0</c:v>
                </c:pt>
                <c:pt idx="2422">
                  <c:v>388.0</c:v>
                </c:pt>
                <c:pt idx="2423">
                  <c:v>388.0</c:v>
                </c:pt>
                <c:pt idx="2424">
                  <c:v>388.0</c:v>
                </c:pt>
                <c:pt idx="2425">
                  <c:v>388.0</c:v>
                </c:pt>
                <c:pt idx="2426">
                  <c:v>388.0</c:v>
                </c:pt>
                <c:pt idx="2427">
                  <c:v>388.0</c:v>
                </c:pt>
                <c:pt idx="2428">
                  <c:v>388.0</c:v>
                </c:pt>
                <c:pt idx="2429">
                  <c:v>388.0</c:v>
                </c:pt>
                <c:pt idx="2430">
                  <c:v>388.0</c:v>
                </c:pt>
                <c:pt idx="2431">
                  <c:v>388.0</c:v>
                </c:pt>
                <c:pt idx="2432">
                  <c:v>388.0</c:v>
                </c:pt>
                <c:pt idx="2433">
                  <c:v>388.0</c:v>
                </c:pt>
                <c:pt idx="2434">
                  <c:v>388.0</c:v>
                </c:pt>
                <c:pt idx="2435">
                  <c:v>388.0</c:v>
                </c:pt>
                <c:pt idx="2436">
                  <c:v>388.0</c:v>
                </c:pt>
                <c:pt idx="2437">
                  <c:v>388.0</c:v>
                </c:pt>
                <c:pt idx="2438">
                  <c:v>388.0</c:v>
                </c:pt>
                <c:pt idx="2439">
                  <c:v>388.0</c:v>
                </c:pt>
                <c:pt idx="2440">
                  <c:v>388.0</c:v>
                </c:pt>
                <c:pt idx="2441">
                  <c:v>388.0</c:v>
                </c:pt>
                <c:pt idx="2442">
                  <c:v>388.0</c:v>
                </c:pt>
                <c:pt idx="2443">
                  <c:v>388.0</c:v>
                </c:pt>
                <c:pt idx="2444">
                  <c:v>388.0</c:v>
                </c:pt>
                <c:pt idx="2445">
                  <c:v>388.0</c:v>
                </c:pt>
                <c:pt idx="2446">
                  <c:v>388.0</c:v>
                </c:pt>
                <c:pt idx="2447">
                  <c:v>388.0</c:v>
                </c:pt>
                <c:pt idx="2448">
                  <c:v>388.0</c:v>
                </c:pt>
                <c:pt idx="2449">
                  <c:v>388.0</c:v>
                </c:pt>
                <c:pt idx="2450">
                  <c:v>388.0</c:v>
                </c:pt>
                <c:pt idx="2451">
                  <c:v>388.0</c:v>
                </c:pt>
                <c:pt idx="2452">
                  <c:v>388.0</c:v>
                </c:pt>
                <c:pt idx="2453">
                  <c:v>388.0</c:v>
                </c:pt>
                <c:pt idx="2454">
                  <c:v>388.0</c:v>
                </c:pt>
                <c:pt idx="2455">
                  <c:v>388.0</c:v>
                </c:pt>
                <c:pt idx="2456">
                  <c:v>388.0</c:v>
                </c:pt>
                <c:pt idx="2457">
                  <c:v>388.0</c:v>
                </c:pt>
                <c:pt idx="2458">
                  <c:v>388.0</c:v>
                </c:pt>
                <c:pt idx="2459">
                  <c:v>388.0</c:v>
                </c:pt>
                <c:pt idx="2460">
                  <c:v>388.0</c:v>
                </c:pt>
                <c:pt idx="2461">
                  <c:v>388.0</c:v>
                </c:pt>
                <c:pt idx="2462">
                  <c:v>388.0</c:v>
                </c:pt>
                <c:pt idx="2463">
                  <c:v>388.0</c:v>
                </c:pt>
                <c:pt idx="2464">
                  <c:v>388.0</c:v>
                </c:pt>
                <c:pt idx="2465">
                  <c:v>388.0</c:v>
                </c:pt>
                <c:pt idx="2466">
                  <c:v>388.0</c:v>
                </c:pt>
                <c:pt idx="2467">
                  <c:v>388.0</c:v>
                </c:pt>
                <c:pt idx="2468">
                  <c:v>388.0</c:v>
                </c:pt>
                <c:pt idx="2469">
                  <c:v>388.0</c:v>
                </c:pt>
                <c:pt idx="2470">
                  <c:v>388.0</c:v>
                </c:pt>
                <c:pt idx="2471">
                  <c:v>388.0</c:v>
                </c:pt>
                <c:pt idx="2472">
                  <c:v>388.0</c:v>
                </c:pt>
                <c:pt idx="2473">
                  <c:v>388.0</c:v>
                </c:pt>
                <c:pt idx="2474">
                  <c:v>388.0</c:v>
                </c:pt>
                <c:pt idx="2475">
                  <c:v>388.0</c:v>
                </c:pt>
                <c:pt idx="2476">
                  <c:v>388.0</c:v>
                </c:pt>
                <c:pt idx="2477">
                  <c:v>388.0</c:v>
                </c:pt>
                <c:pt idx="2478">
                  <c:v>388.0</c:v>
                </c:pt>
                <c:pt idx="2479">
                  <c:v>388.0</c:v>
                </c:pt>
                <c:pt idx="2480">
                  <c:v>388.0</c:v>
                </c:pt>
                <c:pt idx="2481">
                  <c:v>388.0</c:v>
                </c:pt>
                <c:pt idx="2482">
                  <c:v>388.0</c:v>
                </c:pt>
                <c:pt idx="2483">
                  <c:v>388.0</c:v>
                </c:pt>
                <c:pt idx="2484">
                  <c:v>388.0</c:v>
                </c:pt>
                <c:pt idx="2485">
                  <c:v>388.0</c:v>
                </c:pt>
                <c:pt idx="2486">
                  <c:v>388.0</c:v>
                </c:pt>
                <c:pt idx="2487">
                  <c:v>388.0</c:v>
                </c:pt>
                <c:pt idx="2488">
                  <c:v>388.0</c:v>
                </c:pt>
                <c:pt idx="2489">
                  <c:v>388.0</c:v>
                </c:pt>
                <c:pt idx="2490">
                  <c:v>388.0</c:v>
                </c:pt>
                <c:pt idx="2491">
                  <c:v>388.0</c:v>
                </c:pt>
                <c:pt idx="2492">
                  <c:v>388.0</c:v>
                </c:pt>
                <c:pt idx="2493">
                  <c:v>388.0</c:v>
                </c:pt>
                <c:pt idx="2494">
                  <c:v>388.0</c:v>
                </c:pt>
                <c:pt idx="2495">
                  <c:v>388.0</c:v>
                </c:pt>
                <c:pt idx="2496">
                  <c:v>388.0</c:v>
                </c:pt>
                <c:pt idx="2497">
                  <c:v>388.0</c:v>
                </c:pt>
                <c:pt idx="2498">
                  <c:v>388.0</c:v>
                </c:pt>
                <c:pt idx="2499">
                  <c:v>388.0</c:v>
                </c:pt>
                <c:pt idx="2500">
                  <c:v>388.0</c:v>
                </c:pt>
                <c:pt idx="2501">
                  <c:v>388.0</c:v>
                </c:pt>
                <c:pt idx="2502">
                  <c:v>388.0</c:v>
                </c:pt>
                <c:pt idx="2503">
                  <c:v>388.0</c:v>
                </c:pt>
                <c:pt idx="2504">
                  <c:v>388.0</c:v>
                </c:pt>
                <c:pt idx="2505">
                  <c:v>388.0</c:v>
                </c:pt>
                <c:pt idx="2506">
                  <c:v>388.0</c:v>
                </c:pt>
                <c:pt idx="2507">
                  <c:v>388.0</c:v>
                </c:pt>
                <c:pt idx="2508">
                  <c:v>388.0</c:v>
                </c:pt>
                <c:pt idx="2509">
                  <c:v>388.0</c:v>
                </c:pt>
                <c:pt idx="2510">
                  <c:v>388.0</c:v>
                </c:pt>
                <c:pt idx="2511">
                  <c:v>388.0</c:v>
                </c:pt>
                <c:pt idx="2512">
                  <c:v>388.0</c:v>
                </c:pt>
                <c:pt idx="2513">
                  <c:v>388.0</c:v>
                </c:pt>
                <c:pt idx="2514">
                  <c:v>388.0</c:v>
                </c:pt>
                <c:pt idx="2515">
                  <c:v>388.0</c:v>
                </c:pt>
                <c:pt idx="2516">
                  <c:v>388.0</c:v>
                </c:pt>
                <c:pt idx="2517">
                  <c:v>388.0</c:v>
                </c:pt>
                <c:pt idx="2518">
                  <c:v>388.0</c:v>
                </c:pt>
                <c:pt idx="2519">
                  <c:v>388.0</c:v>
                </c:pt>
                <c:pt idx="2520">
                  <c:v>388.0</c:v>
                </c:pt>
                <c:pt idx="2521">
                  <c:v>388.0</c:v>
                </c:pt>
                <c:pt idx="2522">
                  <c:v>388.0</c:v>
                </c:pt>
                <c:pt idx="2523">
                  <c:v>388.0</c:v>
                </c:pt>
                <c:pt idx="2524">
                  <c:v>388.0</c:v>
                </c:pt>
                <c:pt idx="2525">
                  <c:v>388.0</c:v>
                </c:pt>
                <c:pt idx="2526">
                  <c:v>388.0</c:v>
                </c:pt>
                <c:pt idx="2527">
                  <c:v>388.0</c:v>
                </c:pt>
                <c:pt idx="2528">
                  <c:v>388.0</c:v>
                </c:pt>
                <c:pt idx="2529">
                  <c:v>388.0</c:v>
                </c:pt>
                <c:pt idx="2530">
                  <c:v>388.0</c:v>
                </c:pt>
                <c:pt idx="2531">
                  <c:v>388.0</c:v>
                </c:pt>
                <c:pt idx="2532">
                  <c:v>388.0</c:v>
                </c:pt>
                <c:pt idx="2533">
                  <c:v>388.0</c:v>
                </c:pt>
                <c:pt idx="2534">
                  <c:v>388.0</c:v>
                </c:pt>
                <c:pt idx="2535">
                  <c:v>388.0</c:v>
                </c:pt>
                <c:pt idx="2536">
                  <c:v>388.0</c:v>
                </c:pt>
                <c:pt idx="2537">
                  <c:v>388.0</c:v>
                </c:pt>
                <c:pt idx="2538">
                  <c:v>388.0</c:v>
                </c:pt>
                <c:pt idx="2539">
                  <c:v>388.0</c:v>
                </c:pt>
                <c:pt idx="2540">
                  <c:v>388.0</c:v>
                </c:pt>
                <c:pt idx="2541">
                  <c:v>388.0</c:v>
                </c:pt>
                <c:pt idx="2542">
                  <c:v>388.0</c:v>
                </c:pt>
                <c:pt idx="2543">
                  <c:v>388.0</c:v>
                </c:pt>
                <c:pt idx="2544">
                  <c:v>388.0</c:v>
                </c:pt>
                <c:pt idx="2545">
                  <c:v>388.0</c:v>
                </c:pt>
                <c:pt idx="2546">
                  <c:v>388.0</c:v>
                </c:pt>
                <c:pt idx="2547">
                  <c:v>388.0</c:v>
                </c:pt>
                <c:pt idx="2548">
                  <c:v>388.0</c:v>
                </c:pt>
                <c:pt idx="2549">
                  <c:v>388.0</c:v>
                </c:pt>
                <c:pt idx="2550">
                  <c:v>388.0</c:v>
                </c:pt>
                <c:pt idx="2551">
                  <c:v>388.0</c:v>
                </c:pt>
                <c:pt idx="2552">
                  <c:v>388.0</c:v>
                </c:pt>
                <c:pt idx="2553">
                  <c:v>388.0</c:v>
                </c:pt>
                <c:pt idx="2554">
                  <c:v>388.0</c:v>
                </c:pt>
                <c:pt idx="2555">
                  <c:v>388.0</c:v>
                </c:pt>
                <c:pt idx="2556">
                  <c:v>388.0</c:v>
                </c:pt>
                <c:pt idx="2557">
                  <c:v>388.0</c:v>
                </c:pt>
                <c:pt idx="2558">
                  <c:v>388.0</c:v>
                </c:pt>
                <c:pt idx="2559">
                  <c:v>388.0</c:v>
                </c:pt>
                <c:pt idx="2560">
                  <c:v>388.0</c:v>
                </c:pt>
                <c:pt idx="2561">
                  <c:v>388.0</c:v>
                </c:pt>
                <c:pt idx="2562">
                  <c:v>388.0</c:v>
                </c:pt>
                <c:pt idx="2563">
                  <c:v>388.0</c:v>
                </c:pt>
                <c:pt idx="2564">
                  <c:v>388.0</c:v>
                </c:pt>
                <c:pt idx="2565">
                  <c:v>388.0</c:v>
                </c:pt>
                <c:pt idx="2566">
                  <c:v>388.0</c:v>
                </c:pt>
                <c:pt idx="2567">
                  <c:v>388.0</c:v>
                </c:pt>
                <c:pt idx="2568">
                  <c:v>388.0</c:v>
                </c:pt>
                <c:pt idx="2569">
                  <c:v>388.0</c:v>
                </c:pt>
                <c:pt idx="2570">
                  <c:v>388.0</c:v>
                </c:pt>
                <c:pt idx="2571">
                  <c:v>388.0</c:v>
                </c:pt>
                <c:pt idx="2572">
                  <c:v>388.0</c:v>
                </c:pt>
                <c:pt idx="2573">
                  <c:v>388.0</c:v>
                </c:pt>
                <c:pt idx="2574">
                  <c:v>388.0</c:v>
                </c:pt>
                <c:pt idx="2575">
                  <c:v>388.0</c:v>
                </c:pt>
                <c:pt idx="2576">
                  <c:v>388.0</c:v>
                </c:pt>
                <c:pt idx="2577">
                  <c:v>388.0</c:v>
                </c:pt>
                <c:pt idx="2578">
                  <c:v>388.0</c:v>
                </c:pt>
                <c:pt idx="2579">
                  <c:v>388.0</c:v>
                </c:pt>
                <c:pt idx="2580">
                  <c:v>388.0</c:v>
                </c:pt>
                <c:pt idx="2581">
                  <c:v>388.0</c:v>
                </c:pt>
                <c:pt idx="2582">
                  <c:v>388.0</c:v>
                </c:pt>
                <c:pt idx="2583">
                  <c:v>388.0</c:v>
                </c:pt>
                <c:pt idx="2584">
                  <c:v>388.0</c:v>
                </c:pt>
                <c:pt idx="2585">
                  <c:v>388.0</c:v>
                </c:pt>
                <c:pt idx="2586">
                  <c:v>388.0</c:v>
                </c:pt>
                <c:pt idx="2587">
                  <c:v>388.0</c:v>
                </c:pt>
                <c:pt idx="2588">
                  <c:v>388.0</c:v>
                </c:pt>
                <c:pt idx="2589">
                  <c:v>388.0</c:v>
                </c:pt>
                <c:pt idx="2590">
                  <c:v>388.0</c:v>
                </c:pt>
                <c:pt idx="2591">
                  <c:v>388.0</c:v>
                </c:pt>
                <c:pt idx="2592">
                  <c:v>388.0</c:v>
                </c:pt>
                <c:pt idx="2593">
                  <c:v>388.0</c:v>
                </c:pt>
                <c:pt idx="2594">
                  <c:v>388.0</c:v>
                </c:pt>
                <c:pt idx="2595">
                  <c:v>388.0</c:v>
                </c:pt>
                <c:pt idx="2596">
                  <c:v>388.0</c:v>
                </c:pt>
                <c:pt idx="2597">
                  <c:v>388.0</c:v>
                </c:pt>
                <c:pt idx="2598">
                  <c:v>388.0</c:v>
                </c:pt>
                <c:pt idx="2599">
                  <c:v>388.0</c:v>
                </c:pt>
                <c:pt idx="2600">
                  <c:v>388.0</c:v>
                </c:pt>
                <c:pt idx="2601">
                  <c:v>388.0</c:v>
                </c:pt>
                <c:pt idx="2602">
                  <c:v>388.0</c:v>
                </c:pt>
                <c:pt idx="2603">
                  <c:v>388.0</c:v>
                </c:pt>
                <c:pt idx="2604">
                  <c:v>388.0</c:v>
                </c:pt>
                <c:pt idx="2605">
                  <c:v>388.0</c:v>
                </c:pt>
                <c:pt idx="2606">
                  <c:v>388.0</c:v>
                </c:pt>
                <c:pt idx="2607">
                  <c:v>388.0</c:v>
                </c:pt>
                <c:pt idx="2608">
                  <c:v>388.0</c:v>
                </c:pt>
                <c:pt idx="2609">
                  <c:v>388.0</c:v>
                </c:pt>
                <c:pt idx="2610">
                  <c:v>388.0</c:v>
                </c:pt>
                <c:pt idx="2611">
                  <c:v>388.0</c:v>
                </c:pt>
                <c:pt idx="2612">
                  <c:v>388.0</c:v>
                </c:pt>
                <c:pt idx="2613">
                  <c:v>388.0</c:v>
                </c:pt>
                <c:pt idx="2614">
                  <c:v>388.0</c:v>
                </c:pt>
                <c:pt idx="2615">
                  <c:v>388.0</c:v>
                </c:pt>
                <c:pt idx="2616">
                  <c:v>388.0</c:v>
                </c:pt>
                <c:pt idx="2617">
                  <c:v>388.0</c:v>
                </c:pt>
                <c:pt idx="2618">
                  <c:v>388.0</c:v>
                </c:pt>
                <c:pt idx="2619">
                  <c:v>388.0</c:v>
                </c:pt>
                <c:pt idx="2620">
                  <c:v>388.0</c:v>
                </c:pt>
                <c:pt idx="2621">
                  <c:v>388.0</c:v>
                </c:pt>
                <c:pt idx="2622">
                  <c:v>388.0</c:v>
                </c:pt>
                <c:pt idx="2623">
                  <c:v>388.0</c:v>
                </c:pt>
                <c:pt idx="2624">
                  <c:v>388.0</c:v>
                </c:pt>
                <c:pt idx="2625">
                  <c:v>388.0</c:v>
                </c:pt>
                <c:pt idx="2626">
                  <c:v>388.0</c:v>
                </c:pt>
                <c:pt idx="2627">
                  <c:v>388.0</c:v>
                </c:pt>
                <c:pt idx="2628">
                  <c:v>388.0</c:v>
                </c:pt>
                <c:pt idx="2629">
                  <c:v>388.0</c:v>
                </c:pt>
                <c:pt idx="2630">
                  <c:v>388.0</c:v>
                </c:pt>
                <c:pt idx="2631">
                  <c:v>388.0</c:v>
                </c:pt>
                <c:pt idx="2632">
                  <c:v>388.0</c:v>
                </c:pt>
                <c:pt idx="2633">
                  <c:v>388.0</c:v>
                </c:pt>
                <c:pt idx="2634">
                  <c:v>388.0</c:v>
                </c:pt>
                <c:pt idx="2635">
                  <c:v>388.0</c:v>
                </c:pt>
                <c:pt idx="2636">
                  <c:v>388.0</c:v>
                </c:pt>
                <c:pt idx="2637">
                  <c:v>388.0</c:v>
                </c:pt>
                <c:pt idx="2638">
                  <c:v>388.0</c:v>
                </c:pt>
                <c:pt idx="2639">
                  <c:v>388.0</c:v>
                </c:pt>
                <c:pt idx="2640">
                  <c:v>388.0</c:v>
                </c:pt>
                <c:pt idx="2641">
                  <c:v>388.0</c:v>
                </c:pt>
                <c:pt idx="2642">
                  <c:v>388.0</c:v>
                </c:pt>
                <c:pt idx="2643">
                  <c:v>388.0</c:v>
                </c:pt>
                <c:pt idx="2644">
                  <c:v>388.0</c:v>
                </c:pt>
                <c:pt idx="2645">
                  <c:v>388.0</c:v>
                </c:pt>
                <c:pt idx="2646">
                  <c:v>388.0</c:v>
                </c:pt>
                <c:pt idx="2647">
                  <c:v>388.0</c:v>
                </c:pt>
                <c:pt idx="2648">
                  <c:v>388.0</c:v>
                </c:pt>
                <c:pt idx="2649">
                  <c:v>388.0</c:v>
                </c:pt>
                <c:pt idx="2650">
                  <c:v>388.0</c:v>
                </c:pt>
                <c:pt idx="2651">
                  <c:v>388.0</c:v>
                </c:pt>
                <c:pt idx="2652">
                  <c:v>388.0</c:v>
                </c:pt>
                <c:pt idx="2653">
                  <c:v>388.0</c:v>
                </c:pt>
                <c:pt idx="2654">
                  <c:v>388.0</c:v>
                </c:pt>
                <c:pt idx="2655">
                  <c:v>388.0</c:v>
                </c:pt>
                <c:pt idx="2656">
                  <c:v>388.0</c:v>
                </c:pt>
                <c:pt idx="2657">
                  <c:v>388.0</c:v>
                </c:pt>
                <c:pt idx="2658">
                  <c:v>388.0</c:v>
                </c:pt>
                <c:pt idx="2659">
                  <c:v>388.0</c:v>
                </c:pt>
                <c:pt idx="2660">
                  <c:v>388.0</c:v>
                </c:pt>
                <c:pt idx="2661">
                  <c:v>388.0</c:v>
                </c:pt>
                <c:pt idx="2662">
                  <c:v>388.0</c:v>
                </c:pt>
                <c:pt idx="2663">
                  <c:v>388.0</c:v>
                </c:pt>
                <c:pt idx="2664">
                  <c:v>388.0</c:v>
                </c:pt>
                <c:pt idx="2665">
                  <c:v>388.0</c:v>
                </c:pt>
                <c:pt idx="2666">
                  <c:v>388.0</c:v>
                </c:pt>
                <c:pt idx="2667">
                  <c:v>388.0</c:v>
                </c:pt>
                <c:pt idx="2668">
                  <c:v>388.0</c:v>
                </c:pt>
                <c:pt idx="2669">
                  <c:v>388.0</c:v>
                </c:pt>
                <c:pt idx="2670">
                  <c:v>388.0</c:v>
                </c:pt>
                <c:pt idx="2671">
                  <c:v>388.0</c:v>
                </c:pt>
                <c:pt idx="2672">
                  <c:v>388.0</c:v>
                </c:pt>
                <c:pt idx="2673">
                  <c:v>388.0</c:v>
                </c:pt>
                <c:pt idx="2674">
                  <c:v>388.0</c:v>
                </c:pt>
                <c:pt idx="2675">
                  <c:v>388.0</c:v>
                </c:pt>
                <c:pt idx="2676">
                  <c:v>388.0</c:v>
                </c:pt>
                <c:pt idx="2677">
                  <c:v>388.0</c:v>
                </c:pt>
                <c:pt idx="2678">
                  <c:v>388.0</c:v>
                </c:pt>
                <c:pt idx="2679">
                  <c:v>388.0</c:v>
                </c:pt>
                <c:pt idx="2680">
                  <c:v>388.0</c:v>
                </c:pt>
                <c:pt idx="2681">
                  <c:v>388.0</c:v>
                </c:pt>
                <c:pt idx="2682">
                  <c:v>388.0</c:v>
                </c:pt>
                <c:pt idx="2683">
                  <c:v>388.0</c:v>
                </c:pt>
                <c:pt idx="2684">
                  <c:v>388.0</c:v>
                </c:pt>
                <c:pt idx="2685">
                  <c:v>388.0</c:v>
                </c:pt>
                <c:pt idx="2686">
                  <c:v>388.0</c:v>
                </c:pt>
                <c:pt idx="2687">
                  <c:v>388.0</c:v>
                </c:pt>
                <c:pt idx="2688">
                  <c:v>388.0</c:v>
                </c:pt>
                <c:pt idx="2689">
                  <c:v>388.0</c:v>
                </c:pt>
                <c:pt idx="2690">
                  <c:v>388.0</c:v>
                </c:pt>
                <c:pt idx="2691">
                  <c:v>388.0</c:v>
                </c:pt>
                <c:pt idx="2692">
                  <c:v>388.0</c:v>
                </c:pt>
                <c:pt idx="2693">
                  <c:v>388.0</c:v>
                </c:pt>
                <c:pt idx="2694">
                  <c:v>388.0</c:v>
                </c:pt>
                <c:pt idx="2695">
                  <c:v>388.0</c:v>
                </c:pt>
                <c:pt idx="2696">
                  <c:v>388.0</c:v>
                </c:pt>
                <c:pt idx="2697">
                  <c:v>388.0</c:v>
                </c:pt>
                <c:pt idx="2698">
                  <c:v>388.0</c:v>
                </c:pt>
                <c:pt idx="2699">
                  <c:v>388.0</c:v>
                </c:pt>
                <c:pt idx="2700">
                  <c:v>388.0</c:v>
                </c:pt>
                <c:pt idx="2701">
                  <c:v>388.0</c:v>
                </c:pt>
                <c:pt idx="2702">
                  <c:v>388.0</c:v>
                </c:pt>
                <c:pt idx="2703">
                  <c:v>388.0</c:v>
                </c:pt>
                <c:pt idx="2704">
                  <c:v>388.0</c:v>
                </c:pt>
                <c:pt idx="2705">
                  <c:v>388.0</c:v>
                </c:pt>
                <c:pt idx="2706">
                  <c:v>388.0</c:v>
                </c:pt>
                <c:pt idx="2707">
                  <c:v>388.0</c:v>
                </c:pt>
                <c:pt idx="2708">
                  <c:v>388.0</c:v>
                </c:pt>
                <c:pt idx="2709">
                  <c:v>388.0</c:v>
                </c:pt>
                <c:pt idx="2710">
                  <c:v>388.0</c:v>
                </c:pt>
                <c:pt idx="2711">
                  <c:v>388.0</c:v>
                </c:pt>
                <c:pt idx="2712">
                  <c:v>388.0</c:v>
                </c:pt>
                <c:pt idx="2713">
                  <c:v>388.0</c:v>
                </c:pt>
                <c:pt idx="2714">
                  <c:v>388.0</c:v>
                </c:pt>
                <c:pt idx="2715">
                  <c:v>388.0</c:v>
                </c:pt>
                <c:pt idx="2716">
                  <c:v>388.0</c:v>
                </c:pt>
                <c:pt idx="2717">
                  <c:v>388.0</c:v>
                </c:pt>
                <c:pt idx="2718">
                  <c:v>388.0</c:v>
                </c:pt>
                <c:pt idx="2719">
                  <c:v>388.0</c:v>
                </c:pt>
                <c:pt idx="2720">
                  <c:v>388.0</c:v>
                </c:pt>
                <c:pt idx="2721">
                  <c:v>388.0</c:v>
                </c:pt>
                <c:pt idx="2722">
                  <c:v>388.0</c:v>
                </c:pt>
                <c:pt idx="2723">
                  <c:v>388.0</c:v>
                </c:pt>
                <c:pt idx="2724">
                  <c:v>388.0</c:v>
                </c:pt>
                <c:pt idx="2725">
                  <c:v>388.0</c:v>
                </c:pt>
                <c:pt idx="2726">
                  <c:v>388.0</c:v>
                </c:pt>
                <c:pt idx="2727">
                  <c:v>388.0</c:v>
                </c:pt>
                <c:pt idx="2728">
                  <c:v>388.0</c:v>
                </c:pt>
                <c:pt idx="2729">
                  <c:v>388.0</c:v>
                </c:pt>
                <c:pt idx="2730">
                  <c:v>388.0</c:v>
                </c:pt>
                <c:pt idx="2731">
                  <c:v>388.0</c:v>
                </c:pt>
                <c:pt idx="2732">
                  <c:v>388.0</c:v>
                </c:pt>
                <c:pt idx="2733">
                  <c:v>388.0</c:v>
                </c:pt>
                <c:pt idx="2734">
                  <c:v>388.0</c:v>
                </c:pt>
                <c:pt idx="2735">
                  <c:v>388.0</c:v>
                </c:pt>
                <c:pt idx="2736">
                  <c:v>388.0</c:v>
                </c:pt>
                <c:pt idx="2737">
                  <c:v>388.0</c:v>
                </c:pt>
                <c:pt idx="2738">
                  <c:v>388.0</c:v>
                </c:pt>
                <c:pt idx="2739">
                  <c:v>388.0</c:v>
                </c:pt>
                <c:pt idx="2740">
                  <c:v>388.0</c:v>
                </c:pt>
                <c:pt idx="2741">
                  <c:v>388.0</c:v>
                </c:pt>
                <c:pt idx="2742">
                  <c:v>388.0</c:v>
                </c:pt>
                <c:pt idx="2743">
                  <c:v>388.0</c:v>
                </c:pt>
                <c:pt idx="2744">
                  <c:v>388.0</c:v>
                </c:pt>
                <c:pt idx="2745">
                  <c:v>388.0</c:v>
                </c:pt>
                <c:pt idx="2746">
                  <c:v>388.0</c:v>
                </c:pt>
                <c:pt idx="2747">
                  <c:v>388.0</c:v>
                </c:pt>
                <c:pt idx="2748">
                  <c:v>388.0</c:v>
                </c:pt>
                <c:pt idx="2749">
                  <c:v>388.0</c:v>
                </c:pt>
                <c:pt idx="2750">
                  <c:v>388.0</c:v>
                </c:pt>
                <c:pt idx="2751">
                  <c:v>388.0</c:v>
                </c:pt>
                <c:pt idx="2752">
                  <c:v>388.0</c:v>
                </c:pt>
                <c:pt idx="2753">
                  <c:v>388.0</c:v>
                </c:pt>
                <c:pt idx="2754">
                  <c:v>388.0</c:v>
                </c:pt>
                <c:pt idx="2755">
                  <c:v>388.0</c:v>
                </c:pt>
                <c:pt idx="2756">
                  <c:v>388.0</c:v>
                </c:pt>
                <c:pt idx="2757">
                  <c:v>388.0</c:v>
                </c:pt>
                <c:pt idx="2758">
                  <c:v>388.0</c:v>
                </c:pt>
                <c:pt idx="2759">
                  <c:v>388.0</c:v>
                </c:pt>
                <c:pt idx="2760">
                  <c:v>388.0</c:v>
                </c:pt>
                <c:pt idx="2761">
                  <c:v>388.0</c:v>
                </c:pt>
                <c:pt idx="2762">
                  <c:v>388.0</c:v>
                </c:pt>
                <c:pt idx="2763">
                  <c:v>388.0</c:v>
                </c:pt>
                <c:pt idx="2764">
                  <c:v>388.0</c:v>
                </c:pt>
                <c:pt idx="2765">
                  <c:v>388.0</c:v>
                </c:pt>
                <c:pt idx="2766">
                  <c:v>388.0</c:v>
                </c:pt>
                <c:pt idx="2767">
                  <c:v>388.0</c:v>
                </c:pt>
                <c:pt idx="2768">
                  <c:v>388.0</c:v>
                </c:pt>
                <c:pt idx="2769">
                  <c:v>388.0</c:v>
                </c:pt>
                <c:pt idx="2770">
                  <c:v>388.0</c:v>
                </c:pt>
                <c:pt idx="2771">
                  <c:v>388.0</c:v>
                </c:pt>
                <c:pt idx="2772">
                  <c:v>388.0</c:v>
                </c:pt>
                <c:pt idx="2773">
                  <c:v>388.0</c:v>
                </c:pt>
                <c:pt idx="2774">
                  <c:v>388.0</c:v>
                </c:pt>
                <c:pt idx="2775">
                  <c:v>388.0</c:v>
                </c:pt>
                <c:pt idx="2776">
                  <c:v>388.0</c:v>
                </c:pt>
                <c:pt idx="2777">
                  <c:v>388.0</c:v>
                </c:pt>
                <c:pt idx="2778">
                  <c:v>388.0</c:v>
                </c:pt>
                <c:pt idx="2779">
                  <c:v>388.0</c:v>
                </c:pt>
                <c:pt idx="2780">
                  <c:v>388.0</c:v>
                </c:pt>
                <c:pt idx="2781">
                  <c:v>388.0</c:v>
                </c:pt>
                <c:pt idx="2782">
                  <c:v>388.0</c:v>
                </c:pt>
                <c:pt idx="2783">
                  <c:v>388.0</c:v>
                </c:pt>
                <c:pt idx="2784">
                  <c:v>388.0</c:v>
                </c:pt>
                <c:pt idx="2785">
                  <c:v>388.0</c:v>
                </c:pt>
                <c:pt idx="2786">
                  <c:v>388.0</c:v>
                </c:pt>
                <c:pt idx="2787">
                  <c:v>388.0</c:v>
                </c:pt>
                <c:pt idx="2788">
                  <c:v>388.0</c:v>
                </c:pt>
                <c:pt idx="2789">
                  <c:v>388.0</c:v>
                </c:pt>
                <c:pt idx="2790">
                  <c:v>388.0</c:v>
                </c:pt>
                <c:pt idx="2791">
                  <c:v>388.0</c:v>
                </c:pt>
                <c:pt idx="2792">
                  <c:v>388.0</c:v>
                </c:pt>
                <c:pt idx="2793">
                  <c:v>388.0</c:v>
                </c:pt>
                <c:pt idx="2794">
                  <c:v>388.0</c:v>
                </c:pt>
                <c:pt idx="2795">
                  <c:v>388.0</c:v>
                </c:pt>
                <c:pt idx="2796">
                  <c:v>388.0</c:v>
                </c:pt>
                <c:pt idx="2797">
                  <c:v>388.0</c:v>
                </c:pt>
                <c:pt idx="2798">
                  <c:v>388.0</c:v>
                </c:pt>
                <c:pt idx="2799">
                  <c:v>388.0</c:v>
                </c:pt>
                <c:pt idx="2800">
                  <c:v>388.0</c:v>
                </c:pt>
                <c:pt idx="2801">
                  <c:v>388.0</c:v>
                </c:pt>
                <c:pt idx="2802">
                  <c:v>388.0</c:v>
                </c:pt>
                <c:pt idx="2803">
                  <c:v>388.0</c:v>
                </c:pt>
                <c:pt idx="2804">
                  <c:v>388.0</c:v>
                </c:pt>
                <c:pt idx="2805">
                  <c:v>388.0</c:v>
                </c:pt>
                <c:pt idx="2806">
                  <c:v>388.0</c:v>
                </c:pt>
                <c:pt idx="2807">
                  <c:v>388.0</c:v>
                </c:pt>
                <c:pt idx="2808">
                  <c:v>388.0</c:v>
                </c:pt>
                <c:pt idx="2809">
                  <c:v>388.0</c:v>
                </c:pt>
                <c:pt idx="2810">
                  <c:v>388.0</c:v>
                </c:pt>
                <c:pt idx="2811">
                  <c:v>388.0</c:v>
                </c:pt>
                <c:pt idx="2812">
                  <c:v>388.0</c:v>
                </c:pt>
                <c:pt idx="2813">
                  <c:v>388.0</c:v>
                </c:pt>
                <c:pt idx="2814">
                  <c:v>388.0</c:v>
                </c:pt>
                <c:pt idx="2815">
                  <c:v>388.0</c:v>
                </c:pt>
                <c:pt idx="2816">
                  <c:v>388.0</c:v>
                </c:pt>
                <c:pt idx="2817">
                  <c:v>388.0</c:v>
                </c:pt>
                <c:pt idx="2818">
                  <c:v>388.0</c:v>
                </c:pt>
                <c:pt idx="2819">
                  <c:v>388.0</c:v>
                </c:pt>
                <c:pt idx="2820">
                  <c:v>388.0</c:v>
                </c:pt>
                <c:pt idx="2821">
                  <c:v>388.0</c:v>
                </c:pt>
                <c:pt idx="2822">
                  <c:v>388.0</c:v>
                </c:pt>
                <c:pt idx="2823">
                  <c:v>388.0</c:v>
                </c:pt>
                <c:pt idx="2824">
                  <c:v>388.0</c:v>
                </c:pt>
                <c:pt idx="2825">
                  <c:v>388.0</c:v>
                </c:pt>
                <c:pt idx="2826">
                  <c:v>388.0</c:v>
                </c:pt>
                <c:pt idx="2827">
                  <c:v>388.0</c:v>
                </c:pt>
                <c:pt idx="2828">
                  <c:v>388.0</c:v>
                </c:pt>
                <c:pt idx="2829">
                  <c:v>388.0</c:v>
                </c:pt>
                <c:pt idx="2830">
                  <c:v>388.0</c:v>
                </c:pt>
                <c:pt idx="2831">
                  <c:v>388.0</c:v>
                </c:pt>
                <c:pt idx="2832">
                  <c:v>388.0</c:v>
                </c:pt>
                <c:pt idx="2833">
                  <c:v>388.0</c:v>
                </c:pt>
                <c:pt idx="2834">
                  <c:v>388.0</c:v>
                </c:pt>
                <c:pt idx="2835">
                  <c:v>388.0</c:v>
                </c:pt>
                <c:pt idx="2836">
                  <c:v>388.0</c:v>
                </c:pt>
                <c:pt idx="2837">
                  <c:v>388.0</c:v>
                </c:pt>
                <c:pt idx="2838">
                  <c:v>388.0</c:v>
                </c:pt>
                <c:pt idx="2839">
                  <c:v>388.0</c:v>
                </c:pt>
                <c:pt idx="2840">
                  <c:v>388.0</c:v>
                </c:pt>
                <c:pt idx="2841">
                  <c:v>388.0</c:v>
                </c:pt>
                <c:pt idx="2842">
                  <c:v>388.0</c:v>
                </c:pt>
                <c:pt idx="2843">
                  <c:v>388.0</c:v>
                </c:pt>
                <c:pt idx="2844">
                  <c:v>388.0</c:v>
                </c:pt>
                <c:pt idx="2845">
                  <c:v>388.0</c:v>
                </c:pt>
                <c:pt idx="2846">
                  <c:v>388.0</c:v>
                </c:pt>
                <c:pt idx="2847">
                  <c:v>388.0</c:v>
                </c:pt>
                <c:pt idx="2848">
                  <c:v>388.0</c:v>
                </c:pt>
                <c:pt idx="2849">
                  <c:v>388.0</c:v>
                </c:pt>
                <c:pt idx="2850">
                  <c:v>388.0</c:v>
                </c:pt>
                <c:pt idx="2851">
                  <c:v>388.0</c:v>
                </c:pt>
                <c:pt idx="2852">
                  <c:v>388.0</c:v>
                </c:pt>
                <c:pt idx="2853">
                  <c:v>388.0</c:v>
                </c:pt>
                <c:pt idx="2854">
                  <c:v>388.0</c:v>
                </c:pt>
                <c:pt idx="2855">
                  <c:v>388.0</c:v>
                </c:pt>
                <c:pt idx="2856">
                  <c:v>388.0</c:v>
                </c:pt>
                <c:pt idx="2857">
                  <c:v>388.0</c:v>
                </c:pt>
                <c:pt idx="2858">
                  <c:v>388.0</c:v>
                </c:pt>
                <c:pt idx="2859">
                  <c:v>388.0</c:v>
                </c:pt>
                <c:pt idx="2860">
                  <c:v>388.0</c:v>
                </c:pt>
                <c:pt idx="2861">
                  <c:v>388.0</c:v>
                </c:pt>
                <c:pt idx="2862">
                  <c:v>388.0</c:v>
                </c:pt>
                <c:pt idx="2863">
                  <c:v>388.0</c:v>
                </c:pt>
                <c:pt idx="2864">
                  <c:v>388.0</c:v>
                </c:pt>
                <c:pt idx="2865">
                  <c:v>388.0</c:v>
                </c:pt>
                <c:pt idx="2866">
                  <c:v>388.0</c:v>
                </c:pt>
                <c:pt idx="2867">
                  <c:v>388.0</c:v>
                </c:pt>
                <c:pt idx="2868">
                  <c:v>388.0</c:v>
                </c:pt>
                <c:pt idx="2869">
                  <c:v>388.0</c:v>
                </c:pt>
                <c:pt idx="2870">
                  <c:v>388.0</c:v>
                </c:pt>
                <c:pt idx="2871">
                  <c:v>388.0</c:v>
                </c:pt>
                <c:pt idx="2872">
                  <c:v>388.0</c:v>
                </c:pt>
                <c:pt idx="2873">
                  <c:v>388.0</c:v>
                </c:pt>
                <c:pt idx="2874">
                  <c:v>388.0</c:v>
                </c:pt>
                <c:pt idx="2875">
                  <c:v>388.0</c:v>
                </c:pt>
                <c:pt idx="2876">
                  <c:v>388.0</c:v>
                </c:pt>
                <c:pt idx="2877">
                  <c:v>388.0</c:v>
                </c:pt>
                <c:pt idx="2878">
                  <c:v>388.0</c:v>
                </c:pt>
                <c:pt idx="2879">
                  <c:v>388.0</c:v>
                </c:pt>
                <c:pt idx="2880">
                  <c:v>388.0</c:v>
                </c:pt>
                <c:pt idx="2881">
                  <c:v>388.0</c:v>
                </c:pt>
                <c:pt idx="2882">
                  <c:v>388.0</c:v>
                </c:pt>
                <c:pt idx="2883">
                  <c:v>388.0</c:v>
                </c:pt>
                <c:pt idx="2884">
                  <c:v>388.0</c:v>
                </c:pt>
                <c:pt idx="2885">
                  <c:v>388.0</c:v>
                </c:pt>
                <c:pt idx="2886">
                  <c:v>388.0</c:v>
                </c:pt>
                <c:pt idx="2887">
                  <c:v>388.0</c:v>
                </c:pt>
                <c:pt idx="2888">
                  <c:v>388.0</c:v>
                </c:pt>
                <c:pt idx="2889">
                  <c:v>388.0</c:v>
                </c:pt>
                <c:pt idx="2890">
                  <c:v>388.0</c:v>
                </c:pt>
                <c:pt idx="2891">
                  <c:v>388.0</c:v>
                </c:pt>
                <c:pt idx="2892">
                  <c:v>388.0</c:v>
                </c:pt>
                <c:pt idx="2893">
                  <c:v>388.0</c:v>
                </c:pt>
                <c:pt idx="2894">
                  <c:v>388.0</c:v>
                </c:pt>
                <c:pt idx="2895">
                  <c:v>388.0</c:v>
                </c:pt>
                <c:pt idx="2896">
                  <c:v>388.0</c:v>
                </c:pt>
                <c:pt idx="2897">
                  <c:v>388.0</c:v>
                </c:pt>
                <c:pt idx="2898">
                  <c:v>388.0</c:v>
                </c:pt>
                <c:pt idx="2899">
                  <c:v>388.0</c:v>
                </c:pt>
                <c:pt idx="2900">
                  <c:v>388.0</c:v>
                </c:pt>
                <c:pt idx="2901">
                  <c:v>388.0</c:v>
                </c:pt>
                <c:pt idx="2902">
                  <c:v>388.0</c:v>
                </c:pt>
                <c:pt idx="2903">
                  <c:v>388.0</c:v>
                </c:pt>
                <c:pt idx="2904">
                  <c:v>388.0</c:v>
                </c:pt>
                <c:pt idx="2905">
                  <c:v>388.0</c:v>
                </c:pt>
                <c:pt idx="2906">
                  <c:v>388.0</c:v>
                </c:pt>
                <c:pt idx="2907">
                  <c:v>388.0</c:v>
                </c:pt>
                <c:pt idx="2908">
                  <c:v>388.0</c:v>
                </c:pt>
                <c:pt idx="2909">
                  <c:v>388.0</c:v>
                </c:pt>
                <c:pt idx="2910">
                  <c:v>388.0</c:v>
                </c:pt>
                <c:pt idx="2911">
                  <c:v>388.0</c:v>
                </c:pt>
                <c:pt idx="2912">
                  <c:v>388.0</c:v>
                </c:pt>
                <c:pt idx="2913">
                  <c:v>388.0</c:v>
                </c:pt>
                <c:pt idx="2914">
                  <c:v>388.0</c:v>
                </c:pt>
                <c:pt idx="2915">
                  <c:v>388.0</c:v>
                </c:pt>
                <c:pt idx="2916">
                  <c:v>388.0</c:v>
                </c:pt>
                <c:pt idx="2917">
                  <c:v>388.0</c:v>
                </c:pt>
                <c:pt idx="2918">
                  <c:v>388.0</c:v>
                </c:pt>
                <c:pt idx="2919">
                  <c:v>388.0</c:v>
                </c:pt>
                <c:pt idx="2920">
                  <c:v>388.0</c:v>
                </c:pt>
                <c:pt idx="2921">
                  <c:v>388.0</c:v>
                </c:pt>
                <c:pt idx="2922">
                  <c:v>388.0</c:v>
                </c:pt>
                <c:pt idx="2923">
                  <c:v>388.0</c:v>
                </c:pt>
                <c:pt idx="2924">
                  <c:v>388.0</c:v>
                </c:pt>
                <c:pt idx="2925">
                  <c:v>388.0</c:v>
                </c:pt>
                <c:pt idx="2926">
                  <c:v>388.0</c:v>
                </c:pt>
                <c:pt idx="2927">
                  <c:v>388.0</c:v>
                </c:pt>
                <c:pt idx="2928">
                  <c:v>388.0</c:v>
                </c:pt>
                <c:pt idx="2929">
                  <c:v>388.0</c:v>
                </c:pt>
                <c:pt idx="2930">
                  <c:v>388.0</c:v>
                </c:pt>
                <c:pt idx="2931">
                  <c:v>388.0</c:v>
                </c:pt>
                <c:pt idx="2932">
                  <c:v>388.0</c:v>
                </c:pt>
                <c:pt idx="2933">
                  <c:v>388.0</c:v>
                </c:pt>
                <c:pt idx="2934">
                  <c:v>388.0</c:v>
                </c:pt>
                <c:pt idx="2935">
                  <c:v>388.0</c:v>
                </c:pt>
                <c:pt idx="2936">
                  <c:v>388.0</c:v>
                </c:pt>
                <c:pt idx="2937">
                  <c:v>388.0</c:v>
                </c:pt>
                <c:pt idx="2938">
                  <c:v>388.0</c:v>
                </c:pt>
                <c:pt idx="2939">
                  <c:v>388.0</c:v>
                </c:pt>
                <c:pt idx="2940">
                  <c:v>388.0</c:v>
                </c:pt>
                <c:pt idx="2941">
                  <c:v>388.0</c:v>
                </c:pt>
                <c:pt idx="2942">
                  <c:v>388.0</c:v>
                </c:pt>
                <c:pt idx="2943">
                  <c:v>388.0</c:v>
                </c:pt>
                <c:pt idx="2944">
                  <c:v>388.0</c:v>
                </c:pt>
                <c:pt idx="2945">
                  <c:v>388.0</c:v>
                </c:pt>
                <c:pt idx="2946">
                  <c:v>388.0</c:v>
                </c:pt>
                <c:pt idx="2947">
                  <c:v>388.0</c:v>
                </c:pt>
                <c:pt idx="2948">
                  <c:v>388.0</c:v>
                </c:pt>
                <c:pt idx="2949">
                  <c:v>388.0</c:v>
                </c:pt>
                <c:pt idx="2950">
                  <c:v>388.0</c:v>
                </c:pt>
                <c:pt idx="2951">
                  <c:v>388.0</c:v>
                </c:pt>
                <c:pt idx="2952">
                  <c:v>388.0</c:v>
                </c:pt>
                <c:pt idx="2953">
                  <c:v>388.0</c:v>
                </c:pt>
                <c:pt idx="2954">
                  <c:v>388.0</c:v>
                </c:pt>
                <c:pt idx="2955">
                  <c:v>388.0</c:v>
                </c:pt>
                <c:pt idx="2956">
                  <c:v>388.0</c:v>
                </c:pt>
                <c:pt idx="2957">
                  <c:v>388.0</c:v>
                </c:pt>
                <c:pt idx="2958">
                  <c:v>388.0</c:v>
                </c:pt>
                <c:pt idx="2959">
                  <c:v>388.0</c:v>
                </c:pt>
                <c:pt idx="2960">
                  <c:v>388.0</c:v>
                </c:pt>
                <c:pt idx="2961">
                  <c:v>388.0</c:v>
                </c:pt>
                <c:pt idx="2962">
                  <c:v>388.0</c:v>
                </c:pt>
                <c:pt idx="2963">
                  <c:v>388.0</c:v>
                </c:pt>
                <c:pt idx="2964">
                  <c:v>388.0</c:v>
                </c:pt>
                <c:pt idx="2965">
                  <c:v>388.0</c:v>
                </c:pt>
                <c:pt idx="2966">
                  <c:v>388.0</c:v>
                </c:pt>
                <c:pt idx="2967">
                  <c:v>388.0</c:v>
                </c:pt>
                <c:pt idx="2968">
                  <c:v>388.0</c:v>
                </c:pt>
                <c:pt idx="2969">
                  <c:v>388.0</c:v>
                </c:pt>
                <c:pt idx="2970">
                  <c:v>388.0</c:v>
                </c:pt>
                <c:pt idx="2971">
                  <c:v>388.0</c:v>
                </c:pt>
                <c:pt idx="2972">
                  <c:v>388.0</c:v>
                </c:pt>
                <c:pt idx="2973">
                  <c:v>388.0</c:v>
                </c:pt>
                <c:pt idx="2974">
                  <c:v>388.0</c:v>
                </c:pt>
                <c:pt idx="2975">
                  <c:v>388.0</c:v>
                </c:pt>
                <c:pt idx="2976">
                  <c:v>388.0</c:v>
                </c:pt>
                <c:pt idx="2977">
                  <c:v>388.0</c:v>
                </c:pt>
                <c:pt idx="2978">
                  <c:v>388.0</c:v>
                </c:pt>
                <c:pt idx="2979">
                  <c:v>388.0</c:v>
                </c:pt>
                <c:pt idx="2980">
                  <c:v>388.0</c:v>
                </c:pt>
                <c:pt idx="2981">
                  <c:v>388.0</c:v>
                </c:pt>
                <c:pt idx="2982">
                  <c:v>388.0</c:v>
                </c:pt>
                <c:pt idx="2983">
                  <c:v>388.0</c:v>
                </c:pt>
                <c:pt idx="2984">
                  <c:v>388.0</c:v>
                </c:pt>
                <c:pt idx="2985">
                  <c:v>388.0</c:v>
                </c:pt>
                <c:pt idx="2986">
                  <c:v>388.0</c:v>
                </c:pt>
                <c:pt idx="2987">
                  <c:v>388.0</c:v>
                </c:pt>
                <c:pt idx="2988">
                  <c:v>388.0</c:v>
                </c:pt>
                <c:pt idx="2989">
                  <c:v>388.0</c:v>
                </c:pt>
                <c:pt idx="2990">
                  <c:v>388.0</c:v>
                </c:pt>
                <c:pt idx="2991">
                  <c:v>388.0</c:v>
                </c:pt>
                <c:pt idx="2992">
                  <c:v>388.0</c:v>
                </c:pt>
                <c:pt idx="2993">
                  <c:v>388.0</c:v>
                </c:pt>
                <c:pt idx="2994">
                  <c:v>388.0</c:v>
                </c:pt>
                <c:pt idx="2995">
                  <c:v>388.0</c:v>
                </c:pt>
                <c:pt idx="2996">
                  <c:v>388.0</c:v>
                </c:pt>
                <c:pt idx="2997">
                  <c:v>388.0</c:v>
                </c:pt>
                <c:pt idx="2998">
                  <c:v>388.0</c:v>
                </c:pt>
                <c:pt idx="2999">
                  <c:v>388.0</c:v>
                </c:pt>
                <c:pt idx="3000">
                  <c:v>388.0</c:v>
                </c:pt>
                <c:pt idx="3001">
                  <c:v>388.0</c:v>
                </c:pt>
                <c:pt idx="3002">
                  <c:v>388.0</c:v>
                </c:pt>
                <c:pt idx="3003">
                  <c:v>388.0</c:v>
                </c:pt>
                <c:pt idx="3004">
                  <c:v>388.0</c:v>
                </c:pt>
                <c:pt idx="3005">
                  <c:v>388.0</c:v>
                </c:pt>
                <c:pt idx="3006">
                  <c:v>388.0</c:v>
                </c:pt>
                <c:pt idx="3007">
                  <c:v>388.0</c:v>
                </c:pt>
                <c:pt idx="3008">
                  <c:v>388.0</c:v>
                </c:pt>
                <c:pt idx="3009">
                  <c:v>388.0</c:v>
                </c:pt>
                <c:pt idx="3010">
                  <c:v>388.0</c:v>
                </c:pt>
                <c:pt idx="3011">
                  <c:v>388.0</c:v>
                </c:pt>
                <c:pt idx="3012">
                  <c:v>388.0</c:v>
                </c:pt>
                <c:pt idx="3013">
                  <c:v>388.0</c:v>
                </c:pt>
                <c:pt idx="3014">
                  <c:v>388.0</c:v>
                </c:pt>
                <c:pt idx="3015">
                  <c:v>388.0</c:v>
                </c:pt>
                <c:pt idx="3016">
                  <c:v>388.0</c:v>
                </c:pt>
                <c:pt idx="3017">
                  <c:v>388.0</c:v>
                </c:pt>
                <c:pt idx="3018">
                  <c:v>388.0</c:v>
                </c:pt>
                <c:pt idx="3019">
                  <c:v>388.0</c:v>
                </c:pt>
                <c:pt idx="3020">
                  <c:v>388.0</c:v>
                </c:pt>
                <c:pt idx="3021">
                  <c:v>388.0</c:v>
                </c:pt>
                <c:pt idx="3022">
                  <c:v>388.0</c:v>
                </c:pt>
                <c:pt idx="3023">
                  <c:v>388.0</c:v>
                </c:pt>
                <c:pt idx="3024">
                  <c:v>388.0</c:v>
                </c:pt>
                <c:pt idx="3025">
                  <c:v>388.0</c:v>
                </c:pt>
                <c:pt idx="3026">
                  <c:v>388.0</c:v>
                </c:pt>
                <c:pt idx="3027">
                  <c:v>388.0</c:v>
                </c:pt>
                <c:pt idx="3028">
                  <c:v>388.0</c:v>
                </c:pt>
                <c:pt idx="3029">
                  <c:v>388.0</c:v>
                </c:pt>
                <c:pt idx="3030">
                  <c:v>388.0</c:v>
                </c:pt>
                <c:pt idx="3031">
                  <c:v>388.0</c:v>
                </c:pt>
                <c:pt idx="3032">
                  <c:v>388.0</c:v>
                </c:pt>
                <c:pt idx="3033">
                  <c:v>388.0</c:v>
                </c:pt>
                <c:pt idx="3034">
                  <c:v>388.0</c:v>
                </c:pt>
                <c:pt idx="3035">
                  <c:v>388.0</c:v>
                </c:pt>
                <c:pt idx="3036">
                  <c:v>388.0</c:v>
                </c:pt>
                <c:pt idx="3037">
                  <c:v>388.0</c:v>
                </c:pt>
                <c:pt idx="3038">
                  <c:v>388.0</c:v>
                </c:pt>
                <c:pt idx="3039">
                  <c:v>388.0</c:v>
                </c:pt>
                <c:pt idx="3040">
                  <c:v>388.0</c:v>
                </c:pt>
                <c:pt idx="3041">
                  <c:v>388.0</c:v>
                </c:pt>
                <c:pt idx="3042">
                  <c:v>388.0</c:v>
                </c:pt>
                <c:pt idx="3043">
                  <c:v>388.0</c:v>
                </c:pt>
                <c:pt idx="3044">
                  <c:v>388.0</c:v>
                </c:pt>
                <c:pt idx="3045">
                  <c:v>388.0</c:v>
                </c:pt>
                <c:pt idx="3046">
                  <c:v>388.0</c:v>
                </c:pt>
                <c:pt idx="3047">
                  <c:v>388.0</c:v>
                </c:pt>
                <c:pt idx="3048">
                  <c:v>388.0</c:v>
                </c:pt>
                <c:pt idx="3049">
                  <c:v>388.0</c:v>
                </c:pt>
                <c:pt idx="3050">
                  <c:v>388.0</c:v>
                </c:pt>
                <c:pt idx="3051">
                  <c:v>388.0</c:v>
                </c:pt>
                <c:pt idx="3052">
                  <c:v>388.0</c:v>
                </c:pt>
                <c:pt idx="3053">
                  <c:v>388.0</c:v>
                </c:pt>
                <c:pt idx="3054">
                  <c:v>388.0</c:v>
                </c:pt>
                <c:pt idx="3055">
                  <c:v>388.0</c:v>
                </c:pt>
                <c:pt idx="3056">
                  <c:v>388.0</c:v>
                </c:pt>
                <c:pt idx="3057">
                  <c:v>388.0</c:v>
                </c:pt>
                <c:pt idx="3058">
                  <c:v>388.0</c:v>
                </c:pt>
                <c:pt idx="3059">
                  <c:v>388.0</c:v>
                </c:pt>
                <c:pt idx="3060">
                  <c:v>388.0</c:v>
                </c:pt>
                <c:pt idx="3061">
                  <c:v>388.0</c:v>
                </c:pt>
                <c:pt idx="3062">
                  <c:v>388.0</c:v>
                </c:pt>
                <c:pt idx="3063">
                  <c:v>388.0</c:v>
                </c:pt>
                <c:pt idx="3064">
                  <c:v>388.0</c:v>
                </c:pt>
                <c:pt idx="3065">
                  <c:v>388.0</c:v>
                </c:pt>
                <c:pt idx="3066">
                  <c:v>388.0</c:v>
                </c:pt>
                <c:pt idx="3067">
                  <c:v>388.0</c:v>
                </c:pt>
                <c:pt idx="3068">
                  <c:v>388.0</c:v>
                </c:pt>
                <c:pt idx="3069">
                  <c:v>388.0</c:v>
                </c:pt>
                <c:pt idx="3070">
                  <c:v>388.0</c:v>
                </c:pt>
                <c:pt idx="3071">
                  <c:v>388.0</c:v>
                </c:pt>
                <c:pt idx="3072">
                  <c:v>388.0</c:v>
                </c:pt>
                <c:pt idx="3073">
                  <c:v>388.0</c:v>
                </c:pt>
                <c:pt idx="3074">
                  <c:v>388.0</c:v>
                </c:pt>
                <c:pt idx="3075">
                  <c:v>388.0</c:v>
                </c:pt>
                <c:pt idx="3076">
                  <c:v>388.0</c:v>
                </c:pt>
                <c:pt idx="3077">
                  <c:v>388.0</c:v>
                </c:pt>
                <c:pt idx="3078">
                  <c:v>388.0</c:v>
                </c:pt>
                <c:pt idx="3079">
                  <c:v>388.0</c:v>
                </c:pt>
                <c:pt idx="3080">
                  <c:v>388.0</c:v>
                </c:pt>
                <c:pt idx="3081">
                  <c:v>388.0</c:v>
                </c:pt>
                <c:pt idx="3082">
                  <c:v>388.0</c:v>
                </c:pt>
                <c:pt idx="3083">
                  <c:v>388.0</c:v>
                </c:pt>
                <c:pt idx="3084">
                  <c:v>388.0</c:v>
                </c:pt>
                <c:pt idx="3085">
                  <c:v>388.0</c:v>
                </c:pt>
                <c:pt idx="3086">
                  <c:v>388.0</c:v>
                </c:pt>
                <c:pt idx="3087">
                  <c:v>388.0</c:v>
                </c:pt>
                <c:pt idx="3088">
                  <c:v>388.0</c:v>
                </c:pt>
                <c:pt idx="3089">
                  <c:v>388.0</c:v>
                </c:pt>
                <c:pt idx="3090">
                  <c:v>388.0</c:v>
                </c:pt>
                <c:pt idx="3091">
                  <c:v>388.0</c:v>
                </c:pt>
                <c:pt idx="3092">
                  <c:v>388.0</c:v>
                </c:pt>
                <c:pt idx="3093">
                  <c:v>388.0</c:v>
                </c:pt>
                <c:pt idx="3094">
                  <c:v>388.0</c:v>
                </c:pt>
                <c:pt idx="3095">
                  <c:v>388.0</c:v>
                </c:pt>
                <c:pt idx="3096">
                  <c:v>388.0</c:v>
                </c:pt>
                <c:pt idx="3097">
                  <c:v>388.0</c:v>
                </c:pt>
                <c:pt idx="3098">
                  <c:v>388.0</c:v>
                </c:pt>
                <c:pt idx="3099">
                  <c:v>388.0</c:v>
                </c:pt>
                <c:pt idx="3100">
                  <c:v>388.0</c:v>
                </c:pt>
                <c:pt idx="3101">
                  <c:v>388.0</c:v>
                </c:pt>
                <c:pt idx="3102">
                  <c:v>388.0</c:v>
                </c:pt>
                <c:pt idx="3103">
                  <c:v>388.0</c:v>
                </c:pt>
                <c:pt idx="3104">
                  <c:v>388.0</c:v>
                </c:pt>
                <c:pt idx="3105">
                  <c:v>388.0</c:v>
                </c:pt>
                <c:pt idx="3106">
                  <c:v>388.0</c:v>
                </c:pt>
                <c:pt idx="3107">
                  <c:v>388.0</c:v>
                </c:pt>
                <c:pt idx="3108">
                  <c:v>388.0</c:v>
                </c:pt>
                <c:pt idx="3109">
                  <c:v>388.0</c:v>
                </c:pt>
                <c:pt idx="3110">
                  <c:v>388.0</c:v>
                </c:pt>
                <c:pt idx="3111">
                  <c:v>388.0</c:v>
                </c:pt>
                <c:pt idx="3112">
                  <c:v>388.0</c:v>
                </c:pt>
                <c:pt idx="3113">
                  <c:v>388.0</c:v>
                </c:pt>
                <c:pt idx="3114">
                  <c:v>388.0</c:v>
                </c:pt>
                <c:pt idx="3115">
                  <c:v>388.0</c:v>
                </c:pt>
                <c:pt idx="3116">
                  <c:v>388.0</c:v>
                </c:pt>
                <c:pt idx="3117">
                  <c:v>388.0</c:v>
                </c:pt>
                <c:pt idx="3118">
                  <c:v>388.0</c:v>
                </c:pt>
                <c:pt idx="3119">
                  <c:v>388.0</c:v>
                </c:pt>
                <c:pt idx="3120">
                  <c:v>388.0</c:v>
                </c:pt>
                <c:pt idx="3121">
                  <c:v>388.0</c:v>
                </c:pt>
                <c:pt idx="3122">
                  <c:v>388.0</c:v>
                </c:pt>
                <c:pt idx="3123">
                  <c:v>388.0</c:v>
                </c:pt>
                <c:pt idx="3124">
                  <c:v>388.0</c:v>
                </c:pt>
                <c:pt idx="3125">
                  <c:v>388.0</c:v>
                </c:pt>
                <c:pt idx="3126">
                  <c:v>388.0</c:v>
                </c:pt>
                <c:pt idx="3127">
                  <c:v>388.0</c:v>
                </c:pt>
                <c:pt idx="3128">
                  <c:v>388.0</c:v>
                </c:pt>
                <c:pt idx="3129">
                  <c:v>388.0</c:v>
                </c:pt>
                <c:pt idx="3130">
                  <c:v>388.0</c:v>
                </c:pt>
                <c:pt idx="3131">
                  <c:v>388.0</c:v>
                </c:pt>
                <c:pt idx="3132">
                  <c:v>388.0</c:v>
                </c:pt>
                <c:pt idx="3133">
                  <c:v>388.0</c:v>
                </c:pt>
                <c:pt idx="3134">
                  <c:v>388.0</c:v>
                </c:pt>
                <c:pt idx="3135">
                  <c:v>388.0</c:v>
                </c:pt>
                <c:pt idx="3136">
                  <c:v>388.0</c:v>
                </c:pt>
                <c:pt idx="3137">
                  <c:v>388.0</c:v>
                </c:pt>
                <c:pt idx="3138">
                  <c:v>388.0</c:v>
                </c:pt>
                <c:pt idx="3139">
                  <c:v>388.0</c:v>
                </c:pt>
                <c:pt idx="3140">
                  <c:v>388.0</c:v>
                </c:pt>
                <c:pt idx="3141">
                  <c:v>388.0</c:v>
                </c:pt>
                <c:pt idx="3142">
                  <c:v>388.0</c:v>
                </c:pt>
                <c:pt idx="3143">
                  <c:v>388.0</c:v>
                </c:pt>
                <c:pt idx="3144">
                  <c:v>388.0</c:v>
                </c:pt>
                <c:pt idx="3145">
                  <c:v>388.0</c:v>
                </c:pt>
                <c:pt idx="3146">
                  <c:v>388.0</c:v>
                </c:pt>
                <c:pt idx="3147">
                  <c:v>388.0</c:v>
                </c:pt>
                <c:pt idx="3148">
                  <c:v>388.0</c:v>
                </c:pt>
                <c:pt idx="3149">
                  <c:v>388.0</c:v>
                </c:pt>
                <c:pt idx="3150">
                  <c:v>388.0</c:v>
                </c:pt>
                <c:pt idx="3151">
                  <c:v>388.0</c:v>
                </c:pt>
                <c:pt idx="3152">
                  <c:v>388.0</c:v>
                </c:pt>
                <c:pt idx="3153">
                  <c:v>388.0</c:v>
                </c:pt>
                <c:pt idx="3154">
                  <c:v>388.0</c:v>
                </c:pt>
                <c:pt idx="3155">
                  <c:v>388.0</c:v>
                </c:pt>
                <c:pt idx="3156">
                  <c:v>388.0</c:v>
                </c:pt>
                <c:pt idx="3157">
                  <c:v>388.0</c:v>
                </c:pt>
                <c:pt idx="3158">
                  <c:v>388.0</c:v>
                </c:pt>
                <c:pt idx="3159">
                  <c:v>388.0</c:v>
                </c:pt>
                <c:pt idx="3160">
                  <c:v>388.0</c:v>
                </c:pt>
                <c:pt idx="3161">
                  <c:v>388.0</c:v>
                </c:pt>
                <c:pt idx="3162">
                  <c:v>388.0</c:v>
                </c:pt>
                <c:pt idx="3163">
                  <c:v>388.0</c:v>
                </c:pt>
                <c:pt idx="3164">
                  <c:v>388.0</c:v>
                </c:pt>
                <c:pt idx="3165">
                  <c:v>388.0</c:v>
                </c:pt>
                <c:pt idx="3166">
                  <c:v>388.0</c:v>
                </c:pt>
                <c:pt idx="3167">
                  <c:v>388.0</c:v>
                </c:pt>
                <c:pt idx="3168">
                  <c:v>388.0</c:v>
                </c:pt>
                <c:pt idx="3169">
                  <c:v>388.0</c:v>
                </c:pt>
                <c:pt idx="3170">
                  <c:v>388.0</c:v>
                </c:pt>
                <c:pt idx="3171">
                  <c:v>388.0</c:v>
                </c:pt>
                <c:pt idx="3172">
                  <c:v>388.0</c:v>
                </c:pt>
                <c:pt idx="3173">
                  <c:v>388.0</c:v>
                </c:pt>
                <c:pt idx="3174">
                  <c:v>388.0</c:v>
                </c:pt>
                <c:pt idx="3175">
                  <c:v>388.0</c:v>
                </c:pt>
                <c:pt idx="3176">
                  <c:v>388.0</c:v>
                </c:pt>
                <c:pt idx="3177">
                  <c:v>388.0</c:v>
                </c:pt>
                <c:pt idx="3178">
                  <c:v>388.0</c:v>
                </c:pt>
                <c:pt idx="3179">
                  <c:v>388.0</c:v>
                </c:pt>
                <c:pt idx="3180">
                  <c:v>388.0</c:v>
                </c:pt>
                <c:pt idx="3181">
                  <c:v>388.0</c:v>
                </c:pt>
                <c:pt idx="3182">
                  <c:v>388.0</c:v>
                </c:pt>
                <c:pt idx="3183">
                  <c:v>388.0</c:v>
                </c:pt>
                <c:pt idx="3184">
                  <c:v>388.0</c:v>
                </c:pt>
                <c:pt idx="3185">
                  <c:v>388.0</c:v>
                </c:pt>
                <c:pt idx="3186">
                  <c:v>388.0</c:v>
                </c:pt>
                <c:pt idx="3187">
                  <c:v>388.0</c:v>
                </c:pt>
                <c:pt idx="3188">
                  <c:v>388.0</c:v>
                </c:pt>
                <c:pt idx="3189">
                  <c:v>388.0</c:v>
                </c:pt>
                <c:pt idx="3190">
                  <c:v>388.0</c:v>
                </c:pt>
                <c:pt idx="3191">
                  <c:v>388.0</c:v>
                </c:pt>
                <c:pt idx="3192">
                  <c:v>388.0</c:v>
                </c:pt>
                <c:pt idx="3193">
                  <c:v>388.0</c:v>
                </c:pt>
                <c:pt idx="3194">
                  <c:v>388.0</c:v>
                </c:pt>
                <c:pt idx="3195">
                  <c:v>388.0</c:v>
                </c:pt>
                <c:pt idx="3196">
                  <c:v>388.0</c:v>
                </c:pt>
                <c:pt idx="3197">
                  <c:v>388.0</c:v>
                </c:pt>
                <c:pt idx="3198">
                  <c:v>388.0</c:v>
                </c:pt>
                <c:pt idx="3199">
                  <c:v>388.0</c:v>
                </c:pt>
                <c:pt idx="3200">
                  <c:v>388.0</c:v>
                </c:pt>
                <c:pt idx="3201">
                  <c:v>388.0</c:v>
                </c:pt>
                <c:pt idx="3202">
                  <c:v>388.0</c:v>
                </c:pt>
                <c:pt idx="3203">
                  <c:v>388.0</c:v>
                </c:pt>
                <c:pt idx="3204">
                  <c:v>388.0</c:v>
                </c:pt>
                <c:pt idx="3205">
                  <c:v>388.0</c:v>
                </c:pt>
                <c:pt idx="3206">
                  <c:v>388.0</c:v>
                </c:pt>
                <c:pt idx="3207">
                  <c:v>388.0</c:v>
                </c:pt>
                <c:pt idx="3208">
                  <c:v>388.0</c:v>
                </c:pt>
                <c:pt idx="3209">
                  <c:v>388.0</c:v>
                </c:pt>
                <c:pt idx="3210">
                  <c:v>388.0</c:v>
                </c:pt>
                <c:pt idx="3211">
                  <c:v>388.0</c:v>
                </c:pt>
                <c:pt idx="3212">
                  <c:v>388.0</c:v>
                </c:pt>
                <c:pt idx="3213">
                  <c:v>388.0</c:v>
                </c:pt>
                <c:pt idx="3214">
                  <c:v>388.0</c:v>
                </c:pt>
                <c:pt idx="3215">
                  <c:v>388.0</c:v>
                </c:pt>
                <c:pt idx="3216">
                  <c:v>388.0</c:v>
                </c:pt>
                <c:pt idx="3217">
                  <c:v>388.0</c:v>
                </c:pt>
                <c:pt idx="3218">
                  <c:v>388.0</c:v>
                </c:pt>
                <c:pt idx="3219">
                  <c:v>388.0</c:v>
                </c:pt>
                <c:pt idx="3220">
                  <c:v>388.0</c:v>
                </c:pt>
                <c:pt idx="3221">
                  <c:v>388.0</c:v>
                </c:pt>
                <c:pt idx="3222">
                  <c:v>388.0</c:v>
                </c:pt>
                <c:pt idx="3223">
                  <c:v>388.0</c:v>
                </c:pt>
                <c:pt idx="3224">
                  <c:v>388.0</c:v>
                </c:pt>
                <c:pt idx="3225">
                  <c:v>388.0</c:v>
                </c:pt>
                <c:pt idx="3226">
                  <c:v>388.0</c:v>
                </c:pt>
                <c:pt idx="3227">
                  <c:v>388.0</c:v>
                </c:pt>
                <c:pt idx="3228">
                  <c:v>388.0</c:v>
                </c:pt>
                <c:pt idx="3229">
                  <c:v>388.0</c:v>
                </c:pt>
                <c:pt idx="3230">
                  <c:v>388.0</c:v>
                </c:pt>
                <c:pt idx="3231">
                  <c:v>388.0</c:v>
                </c:pt>
                <c:pt idx="3232">
                  <c:v>388.0</c:v>
                </c:pt>
                <c:pt idx="3233">
                  <c:v>388.0</c:v>
                </c:pt>
                <c:pt idx="3234">
                  <c:v>388.0</c:v>
                </c:pt>
                <c:pt idx="3235">
                  <c:v>388.0</c:v>
                </c:pt>
                <c:pt idx="3236">
                  <c:v>388.0</c:v>
                </c:pt>
                <c:pt idx="3237">
                  <c:v>388.0</c:v>
                </c:pt>
                <c:pt idx="3238">
                  <c:v>388.0</c:v>
                </c:pt>
                <c:pt idx="3239">
                  <c:v>388.0</c:v>
                </c:pt>
                <c:pt idx="3240">
                  <c:v>388.0</c:v>
                </c:pt>
                <c:pt idx="3241">
                  <c:v>388.0</c:v>
                </c:pt>
                <c:pt idx="3242">
                  <c:v>388.0</c:v>
                </c:pt>
                <c:pt idx="3243">
                  <c:v>388.0</c:v>
                </c:pt>
                <c:pt idx="3244">
                  <c:v>388.0</c:v>
                </c:pt>
                <c:pt idx="3245">
                  <c:v>388.0</c:v>
                </c:pt>
                <c:pt idx="3246">
                  <c:v>388.0</c:v>
                </c:pt>
                <c:pt idx="3247">
                  <c:v>388.0</c:v>
                </c:pt>
                <c:pt idx="3248">
                  <c:v>388.0</c:v>
                </c:pt>
                <c:pt idx="3249">
                  <c:v>388.0</c:v>
                </c:pt>
                <c:pt idx="3250">
                  <c:v>388.0</c:v>
                </c:pt>
                <c:pt idx="3251">
                  <c:v>388.0</c:v>
                </c:pt>
                <c:pt idx="3252">
                  <c:v>388.0</c:v>
                </c:pt>
                <c:pt idx="3253">
                  <c:v>388.0</c:v>
                </c:pt>
                <c:pt idx="3254">
                  <c:v>388.0</c:v>
                </c:pt>
                <c:pt idx="3255">
                  <c:v>388.0</c:v>
                </c:pt>
                <c:pt idx="3256">
                  <c:v>388.0</c:v>
                </c:pt>
                <c:pt idx="3257">
                  <c:v>388.0</c:v>
                </c:pt>
                <c:pt idx="3258">
                  <c:v>388.0</c:v>
                </c:pt>
                <c:pt idx="3259">
                  <c:v>388.0</c:v>
                </c:pt>
                <c:pt idx="3260">
                  <c:v>388.0</c:v>
                </c:pt>
                <c:pt idx="3261">
                  <c:v>388.0</c:v>
                </c:pt>
                <c:pt idx="3262">
                  <c:v>388.0</c:v>
                </c:pt>
                <c:pt idx="3263">
                  <c:v>388.0</c:v>
                </c:pt>
                <c:pt idx="3264">
                  <c:v>388.0</c:v>
                </c:pt>
                <c:pt idx="3265">
                  <c:v>388.0</c:v>
                </c:pt>
                <c:pt idx="3266">
                  <c:v>388.0</c:v>
                </c:pt>
                <c:pt idx="3267">
                  <c:v>388.0</c:v>
                </c:pt>
                <c:pt idx="3268">
                  <c:v>388.0</c:v>
                </c:pt>
                <c:pt idx="3269">
                  <c:v>388.0</c:v>
                </c:pt>
                <c:pt idx="3270">
                  <c:v>388.0</c:v>
                </c:pt>
                <c:pt idx="3271">
                  <c:v>388.0</c:v>
                </c:pt>
                <c:pt idx="3272">
                  <c:v>388.0</c:v>
                </c:pt>
                <c:pt idx="3273">
                  <c:v>388.0</c:v>
                </c:pt>
                <c:pt idx="3274">
                  <c:v>388.0</c:v>
                </c:pt>
                <c:pt idx="3275">
                  <c:v>388.0</c:v>
                </c:pt>
                <c:pt idx="3276">
                  <c:v>388.0</c:v>
                </c:pt>
                <c:pt idx="3277">
                  <c:v>388.0</c:v>
                </c:pt>
                <c:pt idx="3278">
                  <c:v>388.0</c:v>
                </c:pt>
                <c:pt idx="3279">
                  <c:v>388.0</c:v>
                </c:pt>
                <c:pt idx="3280">
                  <c:v>388.0</c:v>
                </c:pt>
                <c:pt idx="3281">
                  <c:v>388.0</c:v>
                </c:pt>
                <c:pt idx="3282">
                  <c:v>388.0</c:v>
                </c:pt>
                <c:pt idx="3283">
                  <c:v>388.0</c:v>
                </c:pt>
                <c:pt idx="3284">
                  <c:v>388.0</c:v>
                </c:pt>
                <c:pt idx="3285">
                  <c:v>388.0</c:v>
                </c:pt>
                <c:pt idx="3286">
                  <c:v>388.0</c:v>
                </c:pt>
                <c:pt idx="3287">
                  <c:v>388.0</c:v>
                </c:pt>
                <c:pt idx="3288">
                  <c:v>388.0</c:v>
                </c:pt>
                <c:pt idx="3289">
                  <c:v>388.0</c:v>
                </c:pt>
                <c:pt idx="3290">
                  <c:v>388.0</c:v>
                </c:pt>
                <c:pt idx="3291">
                  <c:v>388.0</c:v>
                </c:pt>
                <c:pt idx="3292">
                  <c:v>388.0</c:v>
                </c:pt>
                <c:pt idx="3293">
                  <c:v>388.0</c:v>
                </c:pt>
                <c:pt idx="3294">
                  <c:v>388.0</c:v>
                </c:pt>
                <c:pt idx="3295">
                  <c:v>388.0</c:v>
                </c:pt>
                <c:pt idx="3296">
                  <c:v>388.0</c:v>
                </c:pt>
                <c:pt idx="3297">
                  <c:v>388.0</c:v>
                </c:pt>
                <c:pt idx="3298">
                  <c:v>388.0</c:v>
                </c:pt>
                <c:pt idx="3299">
                  <c:v>388.0</c:v>
                </c:pt>
                <c:pt idx="3300">
                  <c:v>388.0</c:v>
                </c:pt>
                <c:pt idx="3301">
                  <c:v>388.0</c:v>
                </c:pt>
                <c:pt idx="3302">
                  <c:v>388.0</c:v>
                </c:pt>
                <c:pt idx="3303">
                  <c:v>388.0</c:v>
                </c:pt>
                <c:pt idx="3304">
                  <c:v>388.0</c:v>
                </c:pt>
                <c:pt idx="3305">
                  <c:v>388.0</c:v>
                </c:pt>
                <c:pt idx="3306">
                  <c:v>388.0</c:v>
                </c:pt>
                <c:pt idx="3307">
                  <c:v>388.0</c:v>
                </c:pt>
                <c:pt idx="3308">
                  <c:v>388.0</c:v>
                </c:pt>
                <c:pt idx="3309">
                  <c:v>388.0</c:v>
                </c:pt>
                <c:pt idx="3310">
                  <c:v>388.0</c:v>
                </c:pt>
                <c:pt idx="3311">
                  <c:v>388.0</c:v>
                </c:pt>
                <c:pt idx="3312">
                  <c:v>388.0</c:v>
                </c:pt>
                <c:pt idx="3313">
                  <c:v>388.0</c:v>
                </c:pt>
                <c:pt idx="3314">
                  <c:v>388.0</c:v>
                </c:pt>
                <c:pt idx="3315">
                  <c:v>388.0</c:v>
                </c:pt>
                <c:pt idx="3316">
                  <c:v>388.0</c:v>
                </c:pt>
                <c:pt idx="3317">
                  <c:v>388.0</c:v>
                </c:pt>
                <c:pt idx="3318">
                  <c:v>388.0</c:v>
                </c:pt>
                <c:pt idx="3319">
                  <c:v>388.0</c:v>
                </c:pt>
                <c:pt idx="3320">
                  <c:v>388.0</c:v>
                </c:pt>
                <c:pt idx="3321">
                  <c:v>388.0</c:v>
                </c:pt>
                <c:pt idx="3322">
                  <c:v>388.0</c:v>
                </c:pt>
                <c:pt idx="3323">
                  <c:v>388.0</c:v>
                </c:pt>
                <c:pt idx="3324">
                  <c:v>388.0</c:v>
                </c:pt>
                <c:pt idx="3325">
                  <c:v>388.0</c:v>
                </c:pt>
                <c:pt idx="3326">
                  <c:v>388.0</c:v>
                </c:pt>
                <c:pt idx="3327">
                  <c:v>388.0</c:v>
                </c:pt>
                <c:pt idx="3328">
                  <c:v>388.0</c:v>
                </c:pt>
                <c:pt idx="3329">
                  <c:v>388.0</c:v>
                </c:pt>
                <c:pt idx="3330">
                  <c:v>388.0</c:v>
                </c:pt>
                <c:pt idx="3331">
                  <c:v>388.0</c:v>
                </c:pt>
                <c:pt idx="3332">
                  <c:v>388.0</c:v>
                </c:pt>
                <c:pt idx="3333">
                  <c:v>388.0</c:v>
                </c:pt>
                <c:pt idx="3334">
                  <c:v>388.0</c:v>
                </c:pt>
                <c:pt idx="3335">
                  <c:v>388.0</c:v>
                </c:pt>
                <c:pt idx="3336">
                  <c:v>388.0</c:v>
                </c:pt>
                <c:pt idx="3337">
                  <c:v>388.0</c:v>
                </c:pt>
                <c:pt idx="3338">
                  <c:v>388.0</c:v>
                </c:pt>
                <c:pt idx="3339">
                  <c:v>388.0</c:v>
                </c:pt>
                <c:pt idx="3340">
                  <c:v>388.0</c:v>
                </c:pt>
                <c:pt idx="3341">
                  <c:v>388.0</c:v>
                </c:pt>
                <c:pt idx="3342">
                  <c:v>388.0</c:v>
                </c:pt>
                <c:pt idx="3343">
                  <c:v>388.0</c:v>
                </c:pt>
                <c:pt idx="3344">
                  <c:v>388.0</c:v>
                </c:pt>
                <c:pt idx="3345">
                  <c:v>388.0</c:v>
                </c:pt>
                <c:pt idx="3346">
                  <c:v>388.0</c:v>
                </c:pt>
                <c:pt idx="3347">
                  <c:v>388.0</c:v>
                </c:pt>
                <c:pt idx="3348">
                  <c:v>388.0</c:v>
                </c:pt>
                <c:pt idx="3349">
                  <c:v>388.0</c:v>
                </c:pt>
                <c:pt idx="3350">
                  <c:v>388.0</c:v>
                </c:pt>
                <c:pt idx="3351">
                  <c:v>388.0</c:v>
                </c:pt>
                <c:pt idx="3352">
                  <c:v>388.0</c:v>
                </c:pt>
                <c:pt idx="3353">
                  <c:v>388.0</c:v>
                </c:pt>
                <c:pt idx="3354">
                  <c:v>388.0</c:v>
                </c:pt>
                <c:pt idx="3355">
                  <c:v>388.0</c:v>
                </c:pt>
                <c:pt idx="3356">
                  <c:v>388.0</c:v>
                </c:pt>
                <c:pt idx="3357">
                  <c:v>388.0</c:v>
                </c:pt>
                <c:pt idx="3358">
                  <c:v>388.0</c:v>
                </c:pt>
                <c:pt idx="3359">
                  <c:v>388.0</c:v>
                </c:pt>
                <c:pt idx="3360">
                  <c:v>388.0</c:v>
                </c:pt>
                <c:pt idx="3361">
                  <c:v>388.0</c:v>
                </c:pt>
                <c:pt idx="3362">
                  <c:v>388.0</c:v>
                </c:pt>
                <c:pt idx="3363">
                  <c:v>388.0</c:v>
                </c:pt>
                <c:pt idx="3364">
                  <c:v>388.0</c:v>
                </c:pt>
                <c:pt idx="3365">
                  <c:v>388.0</c:v>
                </c:pt>
                <c:pt idx="3366">
                  <c:v>388.0</c:v>
                </c:pt>
                <c:pt idx="3367">
                  <c:v>388.0</c:v>
                </c:pt>
                <c:pt idx="3368">
                  <c:v>388.0</c:v>
                </c:pt>
                <c:pt idx="3369">
                  <c:v>388.0</c:v>
                </c:pt>
                <c:pt idx="3370">
                  <c:v>388.0</c:v>
                </c:pt>
                <c:pt idx="3371">
                  <c:v>388.0</c:v>
                </c:pt>
                <c:pt idx="3372">
                  <c:v>388.0</c:v>
                </c:pt>
                <c:pt idx="3373">
                  <c:v>388.0</c:v>
                </c:pt>
                <c:pt idx="3374">
                  <c:v>388.0</c:v>
                </c:pt>
                <c:pt idx="3375">
                  <c:v>388.0</c:v>
                </c:pt>
                <c:pt idx="3376">
                  <c:v>388.0</c:v>
                </c:pt>
                <c:pt idx="3377">
                  <c:v>388.0</c:v>
                </c:pt>
                <c:pt idx="3378">
                  <c:v>388.0</c:v>
                </c:pt>
                <c:pt idx="3379">
                  <c:v>388.0</c:v>
                </c:pt>
                <c:pt idx="3380">
                  <c:v>388.0</c:v>
                </c:pt>
                <c:pt idx="3381">
                  <c:v>388.0</c:v>
                </c:pt>
                <c:pt idx="3382">
                  <c:v>388.0</c:v>
                </c:pt>
                <c:pt idx="3383">
                  <c:v>388.0</c:v>
                </c:pt>
                <c:pt idx="3384">
                  <c:v>388.0</c:v>
                </c:pt>
                <c:pt idx="3385">
                  <c:v>388.0</c:v>
                </c:pt>
                <c:pt idx="3386">
                  <c:v>388.0</c:v>
                </c:pt>
                <c:pt idx="3387">
                  <c:v>388.0</c:v>
                </c:pt>
                <c:pt idx="3388">
                  <c:v>388.0</c:v>
                </c:pt>
                <c:pt idx="3389">
                  <c:v>388.0</c:v>
                </c:pt>
                <c:pt idx="3390">
                  <c:v>388.0</c:v>
                </c:pt>
                <c:pt idx="3391">
                  <c:v>388.0</c:v>
                </c:pt>
                <c:pt idx="3392">
                  <c:v>388.0</c:v>
                </c:pt>
                <c:pt idx="3393">
                  <c:v>388.0</c:v>
                </c:pt>
                <c:pt idx="3394">
                  <c:v>388.0</c:v>
                </c:pt>
                <c:pt idx="3395">
                  <c:v>388.0</c:v>
                </c:pt>
                <c:pt idx="3396">
                  <c:v>388.0</c:v>
                </c:pt>
                <c:pt idx="3397">
                  <c:v>388.0</c:v>
                </c:pt>
                <c:pt idx="3398">
                  <c:v>388.0</c:v>
                </c:pt>
                <c:pt idx="3399">
                  <c:v>388.0</c:v>
                </c:pt>
                <c:pt idx="3400">
                  <c:v>388.0</c:v>
                </c:pt>
                <c:pt idx="3401">
                  <c:v>388.0</c:v>
                </c:pt>
                <c:pt idx="3402">
                  <c:v>388.0</c:v>
                </c:pt>
                <c:pt idx="3403">
                  <c:v>388.0</c:v>
                </c:pt>
                <c:pt idx="3404">
                  <c:v>388.0</c:v>
                </c:pt>
                <c:pt idx="3405">
                  <c:v>388.0</c:v>
                </c:pt>
                <c:pt idx="3406">
                  <c:v>388.0</c:v>
                </c:pt>
                <c:pt idx="3407">
                  <c:v>388.0</c:v>
                </c:pt>
                <c:pt idx="3408">
                  <c:v>388.0</c:v>
                </c:pt>
                <c:pt idx="3409">
                  <c:v>388.0</c:v>
                </c:pt>
                <c:pt idx="3410">
                  <c:v>388.0</c:v>
                </c:pt>
                <c:pt idx="3411">
                  <c:v>388.0</c:v>
                </c:pt>
                <c:pt idx="3412">
                  <c:v>388.0</c:v>
                </c:pt>
                <c:pt idx="3413">
                  <c:v>388.0</c:v>
                </c:pt>
                <c:pt idx="3414">
                  <c:v>388.0</c:v>
                </c:pt>
                <c:pt idx="3415">
                  <c:v>388.0</c:v>
                </c:pt>
                <c:pt idx="3416">
                  <c:v>388.0</c:v>
                </c:pt>
                <c:pt idx="3417">
                  <c:v>388.0</c:v>
                </c:pt>
                <c:pt idx="3418">
                  <c:v>388.0</c:v>
                </c:pt>
                <c:pt idx="3419">
                  <c:v>388.0</c:v>
                </c:pt>
                <c:pt idx="3420">
                  <c:v>388.0</c:v>
                </c:pt>
                <c:pt idx="3421">
                  <c:v>388.0</c:v>
                </c:pt>
                <c:pt idx="3422">
                  <c:v>388.0</c:v>
                </c:pt>
                <c:pt idx="3423">
                  <c:v>388.0</c:v>
                </c:pt>
                <c:pt idx="3424">
                  <c:v>388.0</c:v>
                </c:pt>
                <c:pt idx="3425">
                  <c:v>388.0</c:v>
                </c:pt>
                <c:pt idx="3426">
                  <c:v>388.0</c:v>
                </c:pt>
                <c:pt idx="3427">
                  <c:v>388.0</c:v>
                </c:pt>
                <c:pt idx="3428">
                  <c:v>388.0</c:v>
                </c:pt>
                <c:pt idx="3429">
                  <c:v>388.0</c:v>
                </c:pt>
                <c:pt idx="3430">
                  <c:v>388.0</c:v>
                </c:pt>
                <c:pt idx="3431">
                  <c:v>388.0</c:v>
                </c:pt>
                <c:pt idx="3432">
                  <c:v>388.0</c:v>
                </c:pt>
                <c:pt idx="3433">
                  <c:v>388.0</c:v>
                </c:pt>
                <c:pt idx="3434">
                  <c:v>388.0</c:v>
                </c:pt>
                <c:pt idx="3435">
                  <c:v>388.0</c:v>
                </c:pt>
                <c:pt idx="3436">
                  <c:v>388.0</c:v>
                </c:pt>
                <c:pt idx="3437">
                  <c:v>388.0</c:v>
                </c:pt>
                <c:pt idx="3438">
                  <c:v>388.0</c:v>
                </c:pt>
                <c:pt idx="3439">
                  <c:v>388.0</c:v>
                </c:pt>
                <c:pt idx="3440">
                  <c:v>388.0</c:v>
                </c:pt>
                <c:pt idx="3441">
                  <c:v>388.0</c:v>
                </c:pt>
                <c:pt idx="3442">
                  <c:v>388.0</c:v>
                </c:pt>
                <c:pt idx="3443">
                  <c:v>388.0</c:v>
                </c:pt>
                <c:pt idx="3444">
                  <c:v>388.0</c:v>
                </c:pt>
                <c:pt idx="3445">
                  <c:v>388.0</c:v>
                </c:pt>
                <c:pt idx="3446">
                  <c:v>388.0</c:v>
                </c:pt>
                <c:pt idx="3447">
                  <c:v>388.0</c:v>
                </c:pt>
                <c:pt idx="3448">
                  <c:v>388.0</c:v>
                </c:pt>
                <c:pt idx="3449">
                  <c:v>388.0</c:v>
                </c:pt>
                <c:pt idx="3450">
                  <c:v>388.0</c:v>
                </c:pt>
                <c:pt idx="3451">
                  <c:v>388.0</c:v>
                </c:pt>
                <c:pt idx="3452">
                  <c:v>388.0</c:v>
                </c:pt>
                <c:pt idx="3453">
                  <c:v>388.0</c:v>
                </c:pt>
                <c:pt idx="3454">
                  <c:v>388.0</c:v>
                </c:pt>
                <c:pt idx="3455">
                  <c:v>388.0</c:v>
                </c:pt>
                <c:pt idx="3456">
                  <c:v>388.0</c:v>
                </c:pt>
                <c:pt idx="3457">
                  <c:v>388.0</c:v>
                </c:pt>
                <c:pt idx="3458">
                  <c:v>388.0</c:v>
                </c:pt>
                <c:pt idx="3459">
                  <c:v>388.0</c:v>
                </c:pt>
                <c:pt idx="3460">
                  <c:v>388.0</c:v>
                </c:pt>
                <c:pt idx="3461">
                  <c:v>388.0</c:v>
                </c:pt>
                <c:pt idx="3462">
                  <c:v>388.0</c:v>
                </c:pt>
                <c:pt idx="3463">
                  <c:v>388.0</c:v>
                </c:pt>
                <c:pt idx="3464">
                  <c:v>388.0</c:v>
                </c:pt>
                <c:pt idx="3465">
                  <c:v>388.0</c:v>
                </c:pt>
                <c:pt idx="3466">
                  <c:v>388.0</c:v>
                </c:pt>
                <c:pt idx="3467">
                  <c:v>388.0</c:v>
                </c:pt>
                <c:pt idx="3468">
                  <c:v>388.0</c:v>
                </c:pt>
                <c:pt idx="3469">
                  <c:v>388.0</c:v>
                </c:pt>
                <c:pt idx="3470">
                  <c:v>388.0</c:v>
                </c:pt>
                <c:pt idx="3471">
                  <c:v>388.0</c:v>
                </c:pt>
                <c:pt idx="3472">
                  <c:v>388.0</c:v>
                </c:pt>
                <c:pt idx="3473">
                  <c:v>388.0</c:v>
                </c:pt>
                <c:pt idx="3474">
                  <c:v>388.0</c:v>
                </c:pt>
                <c:pt idx="3475">
                  <c:v>388.0</c:v>
                </c:pt>
                <c:pt idx="3476">
                  <c:v>388.0</c:v>
                </c:pt>
                <c:pt idx="3477">
                  <c:v>388.0</c:v>
                </c:pt>
                <c:pt idx="3478">
                  <c:v>388.0</c:v>
                </c:pt>
                <c:pt idx="3479">
                  <c:v>388.0</c:v>
                </c:pt>
                <c:pt idx="3480">
                  <c:v>388.0</c:v>
                </c:pt>
                <c:pt idx="3481">
                  <c:v>388.0</c:v>
                </c:pt>
                <c:pt idx="3482">
                  <c:v>388.0</c:v>
                </c:pt>
                <c:pt idx="3483">
                  <c:v>388.0</c:v>
                </c:pt>
                <c:pt idx="3484">
                  <c:v>388.0</c:v>
                </c:pt>
                <c:pt idx="3485">
                  <c:v>388.0</c:v>
                </c:pt>
                <c:pt idx="3486">
                  <c:v>388.0</c:v>
                </c:pt>
                <c:pt idx="3487">
                  <c:v>388.0</c:v>
                </c:pt>
                <c:pt idx="3488">
                  <c:v>388.0</c:v>
                </c:pt>
                <c:pt idx="3489">
                  <c:v>388.0</c:v>
                </c:pt>
                <c:pt idx="3490">
                  <c:v>388.0</c:v>
                </c:pt>
                <c:pt idx="3491">
                  <c:v>388.0</c:v>
                </c:pt>
                <c:pt idx="3492">
                  <c:v>388.0</c:v>
                </c:pt>
                <c:pt idx="3493">
                  <c:v>388.0</c:v>
                </c:pt>
                <c:pt idx="3494">
                  <c:v>388.0</c:v>
                </c:pt>
                <c:pt idx="3495">
                  <c:v>388.0</c:v>
                </c:pt>
                <c:pt idx="3496">
                  <c:v>388.0</c:v>
                </c:pt>
                <c:pt idx="3497">
                  <c:v>388.0</c:v>
                </c:pt>
                <c:pt idx="3498">
                  <c:v>388.0</c:v>
                </c:pt>
                <c:pt idx="3499">
                  <c:v>388.0</c:v>
                </c:pt>
                <c:pt idx="3500">
                  <c:v>388.0</c:v>
                </c:pt>
                <c:pt idx="3501">
                  <c:v>388.0</c:v>
                </c:pt>
                <c:pt idx="3502">
                  <c:v>388.0</c:v>
                </c:pt>
                <c:pt idx="3503">
                  <c:v>388.0</c:v>
                </c:pt>
                <c:pt idx="3504">
                  <c:v>388.0</c:v>
                </c:pt>
                <c:pt idx="3505">
                  <c:v>388.0</c:v>
                </c:pt>
                <c:pt idx="3506">
                  <c:v>388.0</c:v>
                </c:pt>
                <c:pt idx="3507">
                  <c:v>388.0</c:v>
                </c:pt>
                <c:pt idx="3508">
                  <c:v>388.0</c:v>
                </c:pt>
                <c:pt idx="3509">
                  <c:v>388.0</c:v>
                </c:pt>
                <c:pt idx="3510">
                  <c:v>388.0</c:v>
                </c:pt>
                <c:pt idx="3511">
                  <c:v>388.0</c:v>
                </c:pt>
                <c:pt idx="3512">
                  <c:v>388.0</c:v>
                </c:pt>
                <c:pt idx="3513">
                  <c:v>388.0</c:v>
                </c:pt>
                <c:pt idx="3514">
                  <c:v>388.0</c:v>
                </c:pt>
                <c:pt idx="3515">
                  <c:v>388.0</c:v>
                </c:pt>
                <c:pt idx="3516">
                  <c:v>388.0</c:v>
                </c:pt>
                <c:pt idx="3517">
                  <c:v>388.0</c:v>
                </c:pt>
                <c:pt idx="3518">
                  <c:v>388.0</c:v>
                </c:pt>
                <c:pt idx="3519">
                  <c:v>388.0</c:v>
                </c:pt>
                <c:pt idx="3520">
                  <c:v>388.0</c:v>
                </c:pt>
                <c:pt idx="3521">
                  <c:v>388.0</c:v>
                </c:pt>
                <c:pt idx="3522">
                  <c:v>388.0</c:v>
                </c:pt>
                <c:pt idx="3523">
                  <c:v>388.0</c:v>
                </c:pt>
                <c:pt idx="3524">
                  <c:v>388.0</c:v>
                </c:pt>
                <c:pt idx="3525">
                  <c:v>388.0</c:v>
                </c:pt>
                <c:pt idx="3526">
                  <c:v>388.0</c:v>
                </c:pt>
                <c:pt idx="3527">
                  <c:v>388.0</c:v>
                </c:pt>
                <c:pt idx="3528">
                  <c:v>388.0</c:v>
                </c:pt>
                <c:pt idx="3529">
                  <c:v>388.0</c:v>
                </c:pt>
                <c:pt idx="3530">
                  <c:v>388.0</c:v>
                </c:pt>
                <c:pt idx="3531">
                  <c:v>388.0</c:v>
                </c:pt>
                <c:pt idx="3532">
                  <c:v>388.0</c:v>
                </c:pt>
                <c:pt idx="3533">
                  <c:v>388.0</c:v>
                </c:pt>
                <c:pt idx="3534">
                  <c:v>388.0</c:v>
                </c:pt>
                <c:pt idx="3535">
                  <c:v>388.0</c:v>
                </c:pt>
                <c:pt idx="3536">
                  <c:v>388.0</c:v>
                </c:pt>
                <c:pt idx="3537">
                  <c:v>388.0</c:v>
                </c:pt>
                <c:pt idx="3538">
                  <c:v>388.0</c:v>
                </c:pt>
                <c:pt idx="3539">
                  <c:v>388.0</c:v>
                </c:pt>
                <c:pt idx="3540">
                  <c:v>388.0</c:v>
                </c:pt>
                <c:pt idx="3541">
                  <c:v>388.0</c:v>
                </c:pt>
                <c:pt idx="3542">
                  <c:v>388.0</c:v>
                </c:pt>
                <c:pt idx="3543">
                  <c:v>388.0</c:v>
                </c:pt>
                <c:pt idx="3544">
                  <c:v>388.0</c:v>
                </c:pt>
                <c:pt idx="3545">
                  <c:v>388.0</c:v>
                </c:pt>
                <c:pt idx="3546">
                  <c:v>388.0</c:v>
                </c:pt>
                <c:pt idx="3547">
                  <c:v>388.0</c:v>
                </c:pt>
                <c:pt idx="3548">
                  <c:v>388.0</c:v>
                </c:pt>
                <c:pt idx="3549">
                  <c:v>388.0</c:v>
                </c:pt>
                <c:pt idx="3550">
                  <c:v>388.0</c:v>
                </c:pt>
                <c:pt idx="3551">
                  <c:v>388.0</c:v>
                </c:pt>
                <c:pt idx="3552">
                  <c:v>388.0</c:v>
                </c:pt>
                <c:pt idx="3553">
                  <c:v>388.0</c:v>
                </c:pt>
                <c:pt idx="3554">
                  <c:v>388.0</c:v>
                </c:pt>
                <c:pt idx="3555">
                  <c:v>388.0</c:v>
                </c:pt>
                <c:pt idx="3556">
                  <c:v>388.0</c:v>
                </c:pt>
                <c:pt idx="3557">
                  <c:v>388.0</c:v>
                </c:pt>
                <c:pt idx="3558">
                  <c:v>388.0</c:v>
                </c:pt>
                <c:pt idx="3559">
                  <c:v>388.0</c:v>
                </c:pt>
                <c:pt idx="3560">
                  <c:v>388.0</c:v>
                </c:pt>
                <c:pt idx="3561">
                  <c:v>388.0</c:v>
                </c:pt>
                <c:pt idx="3562">
                  <c:v>388.0</c:v>
                </c:pt>
                <c:pt idx="3563">
                  <c:v>388.0</c:v>
                </c:pt>
                <c:pt idx="3564">
                  <c:v>388.0</c:v>
                </c:pt>
                <c:pt idx="3565">
                  <c:v>388.0</c:v>
                </c:pt>
                <c:pt idx="3566">
                  <c:v>388.0</c:v>
                </c:pt>
                <c:pt idx="3567">
                  <c:v>388.0</c:v>
                </c:pt>
                <c:pt idx="3568">
                  <c:v>388.0</c:v>
                </c:pt>
                <c:pt idx="3569">
                  <c:v>388.0</c:v>
                </c:pt>
                <c:pt idx="3570">
                  <c:v>388.0</c:v>
                </c:pt>
                <c:pt idx="3571">
                  <c:v>388.0</c:v>
                </c:pt>
                <c:pt idx="3572">
                  <c:v>388.0</c:v>
                </c:pt>
                <c:pt idx="3573">
                  <c:v>388.0</c:v>
                </c:pt>
                <c:pt idx="3574">
                  <c:v>388.0</c:v>
                </c:pt>
                <c:pt idx="3575">
                  <c:v>388.0</c:v>
                </c:pt>
                <c:pt idx="3576">
                  <c:v>388.0</c:v>
                </c:pt>
                <c:pt idx="3577">
                  <c:v>388.0</c:v>
                </c:pt>
                <c:pt idx="3578">
                  <c:v>388.0</c:v>
                </c:pt>
                <c:pt idx="3579">
                  <c:v>388.0</c:v>
                </c:pt>
                <c:pt idx="3580">
                  <c:v>388.0</c:v>
                </c:pt>
                <c:pt idx="3581">
                  <c:v>388.0</c:v>
                </c:pt>
                <c:pt idx="3582">
                  <c:v>388.0</c:v>
                </c:pt>
                <c:pt idx="3583">
                  <c:v>388.0</c:v>
                </c:pt>
                <c:pt idx="3584">
                  <c:v>388.0</c:v>
                </c:pt>
                <c:pt idx="3585">
                  <c:v>388.0</c:v>
                </c:pt>
                <c:pt idx="3586">
                  <c:v>388.0</c:v>
                </c:pt>
                <c:pt idx="3587">
                  <c:v>388.0</c:v>
                </c:pt>
                <c:pt idx="3588">
                  <c:v>388.0</c:v>
                </c:pt>
                <c:pt idx="3589">
                  <c:v>388.0</c:v>
                </c:pt>
                <c:pt idx="3590">
                  <c:v>388.0</c:v>
                </c:pt>
                <c:pt idx="3591">
                  <c:v>388.0</c:v>
                </c:pt>
                <c:pt idx="3592">
                  <c:v>388.0</c:v>
                </c:pt>
                <c:pt idx="3593">
                  <c:v>388.0</c:v>
                </c:pt>
                <c:pt idx="3594">
                  <c:v>388.0</c:v>
                </c:pt>
                <c:pt idx="3595">
                  <c:v>388.0</c:v>
                </c:pt>
                <c:pt idx="3596">
                  <c:v>388.0</c:v>
                </c:pt>
                <c:pt idx="3597">
                  <c:v>388.0</c:v>
                </c:pt>
                <c:pt idx="3598">
                  <c:v>388.0</c:v>
                </c:pt>
                <c:pt idx="3599">
                  <c:v>388.0</c:v>
                </c:pt>
                <c:pt idx="3600">
                  <c:v>388.0</c:v>
                </c:pt>
                <c:pt idx="3601">
                  <c:v>388.0</c:v>
                </c:pt>
                <c:pt idx="3602">
                  <c:v>388.0</c:v>
                </c:pt>
                <c:pt idx="3603">
                  <c:v>388.0</c:v>
                </c:pt>
                <c:pt idx="3604">
                  <c:v>388.0</c:v>
                </c:pt>
                <c:pt idx="3605">
                  <c:v>388.0</c:v>
                </c:pt>
                <c:pt idx="3606">
                  <c:v>388.0</c:v>
                </c:pt>
                <c:pt idx="3607">
                  <c:v>388.0</c:v>
                </c:pt>
                <c:pt idx="3608">
                  <c:v>388.0</c:v>
                </c:pt>
                <c:pt idx="3609">
                  <c:v>388.0</c:v>
                </c:pt>
                <c:pt idx="3610">
                  <c:v>388.0</c:v>
                </c:pt>
                <c:pt idx="3611">
                  <c:v>388.0</c:v>
                </c:pt>
                <c:pt idx="3612">
                  <c:v>388.0</c:v>
                </c:pt>
                <c:pt idx="3613">
                  <c:v>388.0</c:v>
                </c:pt>
                <c:pt idx="3614">
                  <c:v>388.0</c:v>
                </c:pt>
                <c:pt idx="3615">
                  <c:v>388.0</c:v>
                </c:pt>
                <c:pt idx="3616">
                  <c:v>388.0</c:v>
                </c:pt>
                <c:pt idx="3617">
                  <c:v>388.0</c:v>
                </c:pt>
                <c:pt idx="3618">
                  <c:v>388.0</c:v>
                </c:pt>
                <c:pt idx="3619">
                  <c:v>388.0</c:v>
                </c:pt>
                <c:pt idx="3620">
                  <c:v>388.0</c:v>
                </c:pt>
                <c:pt idx="3621">
                  <c:v>388.0</c:v>
                </c:pt>
                <c:pt idx="3622">
                  <c:v>388.0</c:v>
                </c:pt>
                <c:pt idx="3623">
                  <c:v>388.0</c:v>
                </c:pt>
                <c:pt idx="3624">
                  <c:v>388.0</c:v>
                </c:pt>
                <c:pt idx="3625">
                  <c:v>388.0</c:v>
                </c:pt>
                <c:pt idx="3626">
                  <c:v>388.0</c:v>
                </c:pt>
                <c:pt idx="3627">
                  <c:v>388.0</c:v>
                </c:pt>
                <c:pt idx="3628">
                  <c:v>388.0</c:v>
                </c:pt>
                <c:pt idx="3629">
                  <c:v>388.0</c:v>
                </c:pt>
                <c:pt idx="3630">
                  <c:v>388.0</c:v>
                </c:pt>
                <c:pt idx="3631">
                  <c:v>388.0</c:v>
                </c:pt>
                <c:pt idx="3632">
                  <c:v>388.0</c:v>
                </c:pt>
                <c:pt idx="3633">
                  <c:v>388.0</c:v>
                </c:pt>
                <c:pt idx="3634">
                  <c:v>388.0</c:v>
                </c:pt>
                <c:pt idx="3635">
                  <c:v>388.0</c:v>
                </c:pt>
                <c:pt idx="3636">
                  <c:v>388.0</c:v>
                </c:pt>
                <c:pt idx="3637">
                  <c:v>388.0</c:v>
                </c:pt>
                <c:pt idx="3638">
                  <c:v>388.0</c:v>
                </c:pt>
                <c:pt idx="3639">
                  <c:v>388.0</c:v>
                </c:pt>
                <c:pt idx="3640">
                  <c:v>388.0</c:v>
                </c:pt>
                <c:pt idx="3641">
                  <c:v>388.0</c:v>
                </c:pt>
                <c:pt idx="3642">
                  <c:v>388.0</c:v>
                </c:pt>
                <c:pt idx="3643">
                  <c:v>388.0</c:v>
                </c:pt>
                <c:pt idx="3644">
                  <c:v>388.0</c:v>
                </c:pt>
                <c:pt idx="3645">
                  <c:v>388.0</c:v>
                </c:pt>
                <c:pt idx="3646">
                  <c:v>388.0</c:v>
                </c:pt>
                <c:pt idx="3647">
                  <c:v>388.0</c:v>
                </c:pt>
                <c:pt idx="3648">
                  <c:v>388.0</c:v>
                </c:pt>
                <c:pt idx="3649">
                  <c:v>388.0</c:v>
                </c:pt>
                <c:pt idx="3650">
                  <c:v>388.0</c:v>
                </c:pt>
                <c:pt idx="3651">
                  <c:v>388.0</c:v>
                </c:pt>
                <c:pt idx="3652">
                  <c:v>388.0</c:v>
                </c:pt>
                <c:pt idx="3653">
                  <c:v>388.0</c:v>
                </c:pt>
                <c:pt idx="3654">
                  <c:v>388.0</c:v>
                </c:pt>
                <c:pt idx="3655">
                  <c:v>388.0</c:v>
                </c:pt>
                <c:pt idx="3656">
                  <c:v>388.0</c:v>
                </c:pt>
                <c:pt idx="3657">
                  <c:v>388.0</c:v>
                </c:pt>
                <c:pt idx="3658">
                  <c:v>388.0</c:v>
                </c:pt>
                <c:pt idx="3659">
                  <c:v>388.0</c:v>
                </c:pt>
                <c:pt idx="3660">
                  <c:v>388.0</c:v>
                </c:pt>
                <c:pt idx="3661">
                  <c:v>388.0</c:v>
                </c:pt>
                <c:pt idx="3662">
                  <c:v>388.0</c:v>
                </c:pt>
                <c:pt idx="3663">
                  <c:v>388.0</c:v>
                </c:pt>
                <c:pt idx="3664">
                  <c:v>388.0</c:v>
                </c:pt>
                <c:pt idx="3665">
                  <c:v>388.0</c:v>
                </c:pt>
                <c:pt idx="3666">
                  <c:v>388.0</c:v>
                </c:pt>
                <c:pt idx="3667">
                  <c:v>388.0</c:v>
                </c:pt>
                <c:pt idx="3668">
                  <c:v>388.0</c:v>
                </c:pt>
                <c:pt idx="3669">
                  <c:v>388.0</c:v>
                </c:pt>
                <c:pt idx="3670">
                  <c:v>388.0</c:v>
                </c:pt>
                <c:pt idx="3671">
                  <c:v>388.0</c:v>
                </c:pt>
                <c:pt idx="3672">
                  <c:v>388.0</c:v>
                </c:pt>
                <c:pt idx="3673">
                  <c:v>388.0</c:v>
                </c:pt>
                <c:pt idx="3674">
                  <c:v>388.0</c:v>
                </c:pt>
                <c:pt idx="3675">
                  <c:v>388.0</c:v>
                </c:pt>
                <c:pt idx="3676">
                  <c:v>388.0</c:v>
                </c:pt>
                <c:pt idx="3677">
                  <c:v>388.0</c:v>
                </c:pt>
                <c:pt idx="3678">
                  <c:v>388.0</c:v>
                </c:pt>
                <c:pt idx="3679">
                  <c:v>388.0</c:v>
                </c:pt>
                <c:pt idx="3680">
                  <c:v>388.0</c:v>
                </c:pt>
                <c:pt idx="3681">
                  <c:v>388.0</c:v>
                </c:pt>
                <c:pt idx="3682">
                  <c:v>388.0</c:v>
                </c:pt>
                <c:pt idx="3683">
                  <c:v>388.0</c:v>
                </c:pt>
                <c:pt idx="3684">
                  <c:v>388.0</c:v>
                </c:pt>
                <c:pt idx="3685">
                  <c:v>388.0</c:v>
                </c:pt>
                <c:pt idx="3686">
                  <c:v>388.0</c:v>
                </c:pt>
                <c:pt idx="3687">
                  <c:v>388.0</c:v>
                </c:pt>
                <c:pt idx="3688">
                  <c:v>388.0</c:v>
                </c:pt>
                <c:pt idx="3689">
                  <c:v>388.0</c:v>
                </c:pt>
                <c:pt idx="3690">
                  <c:v>388.0</c:v>
                </c:pt>
                <c:pt idx="3691">
                  <c:v>388.0</c:v>
                </c:pt>
                <c:pt idx="3692">
                  <c:v>388.0</c:v>
                </c:pt>
                <c:pt idx="3693">
                  <c:v>388.0</c:v>
                </c:pt>
                <c:pt idx="3694">
                  <c:v>388.0</c:v>
                </c:pt>
                <c:pt idx="3695">
                  <c:v>388.0</c:v>
                </c:pt>
                <c:pt idx="3696">
                  <c:v>388.0</c:v>
                </c:pt>
                <c:pt idx="3697">
                  <c:v>388.0</c:v>
                </c:pt>
                <c:pt idx="3698">
                  <c:v>388.0</c:v>
                </c:pt>
                <c:pt idx="3699">
                  <c:v>388.0</c:v>
                </c:pt>
                <c:pt idx="3700">
                  <c:v>388.0</c:v>
                </c:pt>
                <c:pt idx="3701">
                  <c:v>388.0</c:v>
                </c:pt>
                <c:pt idx="3702">
                  <c:v>388.0</c:v>
                </c:pt>
                <c:pt idx="3703">
                  <c:v>388.0</c:v>
                </c:pt>
                <c:pt idx="3704">
                  <c:v>388.0</c:v>
                </c:pt>
                <c:pt idx="3705">
                  <c:v>388.0</c:v>
                </c:pt>
                <c:pt idx="3706">
                  <c:v>388.0</c:v>
                </c:pt>
                <c:pt idx="3707">
                  <c:v>388.0</c:v>
                </c:pt>
                <c:pt idx="3708">
                  <c:v>388.0</c:v>
                </c:pt>
                <c:pt idx="3709">
                  <c:v>388.0</c:v>
                </c:pt>
                <c:pt idx="3710">
                  <c:v>388.0</c:v>
                </c:pt>
                <c:pt idx="3711">
                  <c:v>388.0</c:v>
                </c:pt>
                <c:pt idx="3712">
                  <c:v>388.0</c:v>
                </c:pt>
                <c:pt idx="3713">
                  <c:v>388.0</c:v>
                </c:pt>
                <c:pt idx="3714">
                  <c:v>388.0</c:v>
                </c:pt>
                <c:pt idx="3715">
                  <c:v>388.0</c:v>
                </c:pt>
                <c:pt idx="3716">
                  <c:v>388.0</c:v>
                </c:pt>
                <c:pt idx="3717">
                  <c:v>388.0</c:v>
                </c:pt>
                <c:pt idx="3718">
                  <c:v>388.0</c:v>
                </c:pt>
                <c:pt idx="3719">
                  <c:v>388.0</c:v>
                </c:pt>
                <c:pt idx="3720">
                  <c:v>388.0</c:v>
                </c:pt>
                <c:pt idx="3721">
                  <c:v>388.0</c:v>
                </c:pt>
                <c:pt idx="3722">
                  <c:v>388.0</c:v>
                </c:pt>
                <c:pt idx="3723">
                  <c:v>388.0</c:v>
                </c:pt>
                <c:pt idx="3724">
                  <c:v>388.0</c:v>
                </c:pt>
                <c:pt idx="3725">
                  <c:v>388.0</c:v>
                </c:pt>
                <c:pt idx="3726">
                  <c:v>388.0</c:v>
                </c:pt>
                <c:pt idx="3727">
                  <c:v>388.0</c:v>
                </c:pt>
                <c:pt idx="3728">
                  <c:v>388.0</c:v>
                </c:pt>
                <c:pt idx="3729">
                  <c:v>388.0</c:v>
                </c:pt>
                <c:pt idx="3730">
                  <c:v>388.0</c:v>
                </c:pt>
                <c:pt idx="3731">
                  <c:v>388.0</c:v>
                </c:pt>
                <c:pt idx="3732">
                  <c:v>388.0</c:v>
                </c:pt>
                <c:pt idx="3733">
                  <c:v>388.0</c:v>
                </c:pt>
                <c:pt idx="3734">
                  <c:v>388.0</c:v>
                </c:pt>
                <c:pt idx="3735">
                  <c:v>388.0</c:v>
                </c:pt>
                <c:pt idx="3736">
                  <c:v>388.0</c:v>
                </c:pt>
                <c:pt idx="3737">
                  <c:v>388.0</c:v>
                </c:pt>
                <c:pt idx="3738">
                  <c:v>388.0</c:v>
                </c:pt>
                <c:pt idx="3739">
                  <c:v>388.0</c:v>
                </c:pt>
                <c:pt idx="3740">
                  <c:v>388.0</c:v>
                </c:pt>
                <c:pt idx="3741">
                  <c:v>388.0</c:v>
                </c:pt>
                <c:pt idx="3742">
                  <c:v>388.0</c:v>
                </c:pt>
                <c:pt idx="3743">
                  <c:v>388.0</c:v>
                </c:pt>
                <c:pt idx="3744">
                  <c:v>388.0</c:v>
                </c:pt>
                <c:pt idx="3745">
                  <c:v>388.0</c:v>
                </c:pt>
                <c:pt idx="3746">
                  <c:v>388.0</c:v>
                </c:pt>
                <c:pt idx="3747">
                  <c:v>388.0</c:v>
                </c:pt>
                <c:pt idx="3748">
                  <c:v>388.0</c:v>
                </c:pt>
                <c:pt idx="3749">
                  <c:v>388.0</c:v>
                </c:pt>
                <c:pt idx="3750">
                  <c:v>388.0</c:v>
                </c:pt>
                <c:pt idx="3751">
                  <c:v>388.0</c:v>
                </c:pt>
                <c:pt idx="3752">
                  <c:v>388.0</c:v>
                </c:pt>
                <c:pt idx="3753">
                  <c:v>388.0</c:v>
                </c:pt>
                <c:pt idx="3754">
                  <c:v>388.0</c:v>
                </c:pt>
                <c:pt idx="3755">
                  <c:v>388.0</c:v>
                </c:pt>
                <c:pt idx="3756">
                  <c:v>388.0</c:v>
                </c:pt>
                <c:pt idx="3757">
                  <c:v>388.0</c:v>
                </c:pt>
                <c:pt idx="3758">
                  <c:v>388.0</c:v>
                </c:pt>
                <c:pt idx="3759">
                  <c:v>388.0</c:v>
                </c:pt>
                <c:pt idx="3760">
                  <c:v>388.0</c:v>
                </c:pt>
                <c:pt idx="3761">
                  <c:v>388.0</c:v>
                </c:pt>
                <c:pt idx="3762">
                  <c:v>388.0</c:v>
                </c:pt>
                <c:pt idx="3763">
                  <c:v>388.0</c:v>
                </c:pt>
                <c:pt idx="3764">
                  <c:v>388.0</c:v>
                </c:pt>
                <c:pt idx="3765">
                  <c:v>388.0</c:v>
                </c:pt>
                <c:pt idx="3766">
                  <c:v>388.0</c:v>
                </c:pt>
                <c:pt idx="3767">
                  <c:v>388.0</c:v>
                </c:pt>
                <c:pt idx="3768">
                  <c:v>388.0</c:v>
                </c:pt>
                <c:pt idx="3769">
                  <c:v>388.0</c:v>
                </c:pt>
                <c:pt idx="3770">
                  <c:v>388.0</c:v>
                </c:pt>
                <c:pt idx="3771">
                  <c:v>388.0</c:v>
                </c:pt>
                <c:pt idx="3772">
                  <c:v>388.0</c:v>
                </c:pt>
                <c:pt idx="3773">
                  <c:v>388.0</c:v>
                </c:pt>
                <c:pt idx="3774">
                  <c:v>388.0</c:v>
                </c:pt>
                <c:pt idx="3775">
                  <c:v>388.0</c:v>
                </c:pt>
                <c:pt idx="3776">
                  <c:v>388.0</c:v>
                </c:pt>
                <c:pt idx="3777">
                  <c:v>388.0</c:v>
                </c:pt>
                <c:pt idx="3778">
                  <c:v>388.0</c:v>
                </c:pt>
                <c:pt idx="3779">
                  <c:v>388.0</c:v>
                </c:pt>
                <c:pt idx="3780">
                  <c:v>388.0</c:v>
                </c:pt>
                <c:pt idx="3781">
                  <c:v>388.0</c:v>
                </c:pt>
                <c:pt idx="3782">
                  <c:v>388.0</c:v>
                </c:pt>
                <c:pt idx="3783">
                  <c:v>388.0</c:v>
                </c:pt>
                <c:pt idx="3784">
                  <c:v>388.0</c:v>
                </c:pt>
                <c:pt idx="3785">
                  <c:v>388.0</c:v>
                </c:pt>
                <c:pt idx="3786">
                  <c:v>388.0</c:v>
                </c:pt>
                <c:pt idx="3787">
                  <c:v>388.0</c:v>
                </c:pt>
                <c:pt idx="3788">
                  <c:v>388.0</c:v>
                </c:pt>
                <c:pt idx="3789">
                  <c:v>388.0</c:v>
                </c:pt>
                <c:pt idx="3790">
                  <c:v>388.0</c:v>
                </c:pt>
                <c:pt idx="3791">
                  <c:v>388.0</c:v>
                </c:pt>
                <c:pt idx="3792">
                  <c:v>388.0</c:v>
                </c:pt>
                <c:pt idx="3793">
                  <c:v>388.0</c:v>
                </c:pt>
                <c:pt idx="3794">
                  <c:v>388.0</c:v>
                </c:pt>
                <c:pt idx="3795">
                  <c:v>388.0</c:v>
                </c:pt>
                <c:pt idx="3796">
                  <c:v>388.0</c:v>
                </c:pt>
                <c:pt idx="3797">
                  <c:v>388.0</c:v>
                </c:pt>
                <c:pt idx="3798">
                  <c:v>388.0</c:v>
                </c:pt>
                <c:pt idx="3799">
                  <c:v>388.0</c:v>
                </c:pt>
                <c:pt idx="3800">
                  <c:v>388.0</c:v>
                </c:pt>
                <c:pt idx="3801">
                  <c:v>388.0</c:v>
                </c:pt>
                <c:pt idx="3802">
                  <c:v>388.0</c:v>
                </c:pt>
                <c:pt idx="3803">
                  <c:v>388.0</c:v>
                </c:pt>
                <c:pt idx="3804">
                  <c:v>388.0</c:v>
                </c:pt>
                <c:pt idx="3805">
                  <c:v>388.0</c:v>
                </c:pt>
                <c:pt idx="3806">
                  <c:v>388.0</c:v>
                </c:pt>
                <c:pt idx="3807">
                  <c:v>388.0</c:v>
                </c:pt>
                <c:pt idx="3808">
                  <c:v>388.0</c:v>
                </c:pt>
                <c:pt idx="3809">
                  <c:v>388.0</c:v>
                </c:pt>
                <c:pt idx="3810">
                  <c:v>388.0</c:v>
                </c:pt>
                <c:pt idx="3811">
                  <c:v>388.0</c:v>
                </c:pt>
                <c:pt idx="3812">
                  <c:v>388.0</c:v>
                </c:pt>
                <c:pt idx="3813">
                  <c:v>388.0</c:v>
                </c:pt>
                <c:pt idx="3814">
                  <c:v>388.0</c:v>
                </c:pt>
                <c:pt idx="3815">
                  <c:v>388.0</c:v>
                </c:pt>
                <c:pt idx="3816">
                  <c:v>388.0</c:v>
                </c:pt>
                <c:pt idx="3817">
                  <c:v>388.0</c:v>
                </c:pt>
                <c:pt idx="3818">
                  <c:v>388.0</c:v>
                </c:pt>
                <c:pt idx="3819">
                  <c:v>388.0</c:v>
                </c:pt>
                <c:pt idx="3820">
                  <c:v>388.0</c:v>
                </c:pt>
                <c:pt idx="3821">
                  <c:v>388.0</c:v>
                </c:pt>
                <c:pt idx="3822">
                  <c:v>388.0</c:v>
                </c:pt>
                <c:pt idx="3823">
                  <c:v>388.0</c:v>
                </c:pt>
                <c:pt idx="3824">
                  <c:v>388.0</c:v>
                </c:pt>
                <c:pt idx="3825">
                  <c:v>388.0</c:v>
                </c:pt>
                <c:pt idx="3826">
                  <c:v>388.0</c:v>
                </c:pt>
                <c:pt idx="3827">
                  <c:v>388.0</c:v>
                </c:pt>
                <c:pt idx="3828">
                  <c:v>388.0</c:v>
                </c:pt>
                <c:pt idx="3829">
                  <c:v>388.0</c:v>
                </c:pt>
                <c:pt idx="3830">
                  <c:v>388.0</c:v>
                </c:pt>
                <c:pt idx="3831">
                  <c:v>388.0</c:v>
                </c:pt>
                <c:pt idx="3832">
                  <c:v>388.0</c:v>
                </c:pt>
                <c:pt idx="3833">
                  <c:v>388.0</c:v>
                </c:pt>
                <c:pt idx="3834">
                  <c:v>388.0</c:v>
                </c:pt>
                <c:pt idx="3835">
                  <c:v>388.0</c:v>
                </c:pt>
                <c:pt idx="3836">
                  <c:v>388.0</c:v>
                </c:pt>
                <c:pt idx="3837">
                  <c:v>388.0</c:v>
                </c:pt>
                <c:pt idx="3838">
                  <c:v>388.0</c:v>
                </c:pt>
                <c:pt idx="3839">
                  <c:v>388.0</c:v>
                </c:pt>
                <c:pt idx="3840">
                  <c:v>388.0</c:v>
                </c:pt>
                <c:pt idx="3841">
                  <c:v>388.0</c:v>
                </c:pt>
                <c:pt idx="3842">
                  <c:v>388.0</c:v>
                </c:pt>
                <c:pt idx="3843">
                  <c:v>388.0</c:v>
                </c:pt>
                <c:pt idx="3844">
                  <c:v>388.0</c:v>
                </c:pt>
                <c:pt idx="3845">
                  <c:v>388.0</c:v>
                </c:pt>
                <c:pt idx="3846">
                  <c:v>388.0</c:v>
                </c:pt>
                <c:pt idx="3847">
                  <c:v>388.0</c:v>
                </c:pt>
                <c:pt idx="3848">
                  <c:v>388.0</c:v>
                </c:pt>
                <c:pt idx="3849">
                  <c:v>388.0</c:v>
                </c:pt>
                <c:pt idx="3850">
                  <c:v>388.0</c:v>
                </c:pt>
                <c:pt idx="3851">
                  <c:v>388.0</c:v>
                </c:pt>
                <c:pt idx="3852">
                  <c:v>388.0</c:v>
                </c:pt>
                <c:pt idx="3853">
                  <c:v>388.0</c:v>
                </c:pt>
                <c:pt idx="3854">
                  <c:v>388.0</c:v>
                </c:pt>
                <c:pt idx="3855">
                  <c:v>388.0</c:v>
                </c:pt>
                <c:pt idx="3856">
                  <c:v>388.0</c:v>
                </c:pt>
                <c:pt idx="3857">
                  <c:v>388.0</c:v>
                </c:pt>
                <c:pt idx="3858">
                  <c:v>388.0</c:v>
                </c:pt>
                <c:pt idx="3859">
                  <c:v>388.0</c:v>
                </c:pt>
                <c:pt idx="3860">
                  <c:v>388.0</c:v>
                </c:pt>
                <c:pt idx="3861">
                  <c:v>388.0</c:v>
                </c:pt>
                <c:pt idx="3862">
                  <c:v>388.0</c:v>
                </c:pt>
                <c:pt idx="3863">
                  <c:v>388.0</c:v>
                </c:pt>
                <c:pt idx="3864">
                  <c:v>388.0</c:v>
                </c:pt>
                <c:pt idx="3865">
                  <c:v>388.0</c:v>
                </c:pt>
                <c:pt idx="3866">
                  <c:v>388.0</c:v>
                </c:pt>
                <c:pt idx="3867">
                  <c:v>388.0</c:v>
                </c:pt>
                <c:pt idx="3868">
                  <c:v>388.0</c:v>
                </c:pt>
                <c:pt idx="3869">
                  <c:v>388.0</c:v>
                </c:pt>
                <c:pt idx="3870">
                  <c:v>388.0</c:v>
                </c:pt>
                <c:pt idx="3871">
                  <c:v>388.0</c:v>
                </c:pt>
                <c:pt idx="3872">
                  <c:v>388.0</c:v>
                </c:pt>
                <c:pt idx="3873">
                  <c:v>388.0</c:v>
                </c:pt>
                <c:pt idx="3874">
                  <c:v>388.0</c:v>
                </c:pt>
                <c:pt idx="3875">
                  <c:v>388.0</c:v>
                </c:pt>
                <c:pt idx="3876">
                  <c:v>388.0</c:v>
                </c:pt>
                <c:pt idx="3877">
                  <c:v>388.0</c:v>
                </c:pt>
                <c:pt idx="3878">
                  <c:v>388.0</c:v>
                </c:pt>
                <c:pt idx="3879">
                  <c:v>388.0</c:v>
                </c:pt>
                <c:pt idx="3880">
                  <c:v>388.0</c:v>
                </c:pt>
                <c:pt idx="3881">
                  <c:v>388.0</c:v>
                </c:pt>
                <c:pt idx="3882">
                  <c:v>388.0</c:v>
                </c:pt>
                <c:pt idx="3883">
                  <c:v>388.0</c:v>
                </c:pt>
                <c:pt idx="3884">
                  <c:v>388.0</c:v>
                </c:pt>
                <c:pt idx="3885">
                  <c:v>388.0</c:v>
                </c:pt>
                <c:pt idx="3886">
                  <c:v>388.0</c:v>
                </c:pt>
                <c:pt idx="3887">
                  <c:v>388.0</c:v>
                </c:pt>
                <c:pt idx="3888">
                  <c:v>388.0</c:v>
                </c:pt>
                <c:pt idx="3889">
                  <c:v>388.0</c:v>
                </c:pt>
                <c:pt idx="3890">
                  <c:v>388.0</c:v>
                </c:pt>
                <c:pt idx="3891">
                  <c:v>388.0</c:v>
                </c:pt>
                <c:pt idx="3892">
                  <c:v>388.0</c:v>
                </c:pt>
                <c:pt idx="3893">
                  <c:v>388.0</c:v>
                </c:pt>
                <c:pt idx="3894">
                  <c:v>388.0</c:v>
                </c:pt>
                <c:pt idx="3895">
                  <c:v>388.0</c:v>
                </c:pt>
                <c:pt idx="3896">
                  <c:v>388.0</c:v>
                </c:pt>
                <c:pt idx="3897">
                  <c:v>388.0</c:v>
                </c:pt>
                <c:pt idx="3898">
                  <c:v>388.0</c:v>
                </c:pt>
                <c:pt idx="3899">
                  <c:v>388.0</c:v>
                </c:pt>
                <c:pt idx="3900">
                  <c:v>388.0</c:v>
                </c:pt>
                <c:pt idx="3901">
                  <c:v>388.0</c:v>
                </c:pt>
                <c:pt idx="3902">
                  <c:v>388.0</c:v>
                </c:pt>
                <c:pt idx="3903">
                  <c:v>388.0</c:v>
                </c:pt>
                <c:pt idx="3904">
                  <c:v>388.0</c:v>
                </c:pt>
                <c:pt idx="3905">
                  <c:v>388.0</c:v>
                </c:pt>
                <c:pt idx="3906">
                  <c:v>388.0</c:v>
                </c:pt>
                <c:pt idx="3907">
                  <c:v>388.0</c:v>
                </c:pt>
                <c:pt idx="3908">
                  <c:v>388.0</c:v>
                </c:pt>
                <c:pt idx="3909">
                  <c:v>388.0</c:v>
                </c:pt>
                <c:pt idx="3910">
                  <c:v>388.0</c:v>
                </c:pt>
                <c:pt idx="3911">
                  <c:v>388.0</c:v>
                </c:pt>
                <c:pt idx="3912">
                  <c:v>388.0</c:v>
                </c:pt>
                <c:pt idx="3913">
                  <c:v>388.0</c:v>
                </c:pt>
                <c:pt idx="3914">
                  <c:v>388.0</c:v>
                </c:pt>
                <c:pt idx="3915">
                  <c:v>388.0</c:v>
                </c:pt>
                <c:pt idx="3916">
                  <c:v>388.0</c:v>
                </c:pt>
                <c:pt idx="3917">
                  <c:v>388.0</c:v>
                </c:pt>
                <c:pt idx="3918">
                  <c:v>388.0</c:v>
                </c:pt>
                <c:pt idx="3919">
                  <c:v>388.0</c:v>
                </c:pt>
                <c:pt idx="3920">
                  <c:v>388.0</c:v>
                </c:pt>
                <c:pt idx="3921">
                  <c:v>388.0</c:v>
                </c:pt>
                <c:pt idx="3922">
                  <c:v>388.0</c:v>
                </c:pt>
                <c:pt idx="3923">
                  <c:v>388.0</c:v>
                </c:pt>
                <c:pt idx="3924">
                  <c:v>388.0</c:v>
                </c:pt>
                <c:pt idx="3925">
                  <c:v>388.0</c:v>
                </c:pt>
                <c:pt idx="3926">
                  <c:v>388.0</c:v>
                </c:pt>
                <c:pt idx="3927">
                  <c:v>388.0</c:v>
                </c:pt>
                <c:pt idx="3928">
                  <c:v>388.0</c:v>
                </c:pt>
                <c:pt idx="3929">
                  <c:v>388.0</c:v>
                </c:pt>
                <c:pt idx="3930">
                  <c:v>388.0</c:v>
                </c:pt>
                <c:pt idx="3931">
                  <c:v>388.0</c:v>
                </c:pt>
                <c:pt idx="3932">
                  <c:v>388.0</c:v>
                </c:pt>
                <c:pt idx="3933">
                  <c:v>388.0</c:v>
                </c:pt>
                <c:pt idx="3934">
                  <c:v>388.0</c:v>
                </c:pt>
                <c:pt idx="3935">
                  <c:v>388.0</c:v>
                </c:pt>
                <c:pt idx="3936">
                  <c:v>388.0</c:v>
                </c:pt>
                <c:pt idx="3937">
                  <c:v>388.0</c:v>
                </c:pt>
                <c:pt idx="3938">
                  <c:v>388.0</c:v>
                </c:pt>
                <c:pt idx="3939">
                  <c:v>388.0</c:v>
                </c:pt>
                <c:pt idx="3940">
                  <c:v>388.0</c:v>
                </c:pt>
                <c:pt idx="3941">
                  <c:v>388.0</c:v>
                </c:pt>
                <c:pt idx="3942">
                  <c:v>388.0</c:v>
                </c:pt>
                <c:pt idx="3943">
                  <c:v>388.0</c:v>
                </c:pt>
                <c:pt idx="3944">
                  <c:v>388.0</c:v>
                </c:pt>
                <c:pt idx="3945">
                  <c:v>388.0</c:v>
                </c:pt>
                <c:pt idx="3946">
                  <c:v>388.0</c:v>
                </c:pt>
                <c:pt idx="3947">
                  <c:v>388.0</c:v>
                </c:pt>
                <c:pt idx="3948">
                  <c:v>388.0</c:v>
                </c:pt>
                <c:pt idx="3949">
                  <c:v>388.0</c:v>
                </c:pt>
                <c:pt idx="3950">
                  <c:v>388.0</c:v>
                </c:pt>
                <c:pt idx="3951">
                  <c:v>388.0</c:v>
                </c:pt>
                <c:pt idx="3952">
                  <c:v>388.0</c:v>
                </c:pt>
                <c:pt idx="3953">
                  <c:v>388.0</c:v>
                </c:pt>
                <c:pt idx="3954">
                  <c:v>388.0</c:v>
                </c:pt>
                <c:pt idx="3955">
                  <c:v>388.0</c:v>
                </c:pt>
                <c:pt idx="3956">
                  <c:v>388.0</c:v>
                </c:pt>
                <c:pt idx="3957">
                  <c:v>388.0</c:v>
                </c:pt>
                <c:pt idx="3958">
                  <c:v>388.0</c:v>
                </c:pt>
                <c:pt idx="3959">
                  <c:v>388.0</c:v>
                </c:pt>
                <c:pt idx="3960">
                  <c:v>388.0</c:v>
                </c:pt>
                <c:pt idx="3961">
                  <c:v>388.0</c:v>
                </c:pt>
                <c:pt idx="3962">
                  <c:v>388.0</c:v>
                </c:pt>
                <c:pt idx="3963">
                  <c:v>388.0</c:v>
                </c:pt>
                <c:pt idx="3964">
                  <c:v>388.0</c:v>
                </c:pt>
                <c:pt idx="3965">
                  <c:v>388.0</c:v>
                </c:pt>
                <c:pt idx="3966">
                  <c:v>388.0</c:v>
                </c:pt>
                <c:pt idx="3967">
                  <c:v>388.0</c:v>
                </c:pt>
                <c:pt idx="3968">
                  <c:v>388.0</c:v>
                </c:pt>
                <c:pt idx="3969">
                  <c:v>388.0</c:v>
                </c:pt>
                <c:pt idx="3970">
                  <c:v>388.0</c:v>
                </c:pt>
                <c:pt idx="3971">
                  <c:v>388.0</c:v>
                </c:pt>
                <c:pt idx="3972">
                  <c:v>388.0</c:v>
                </c:pt>
                <c:pt idx="3973">
                  <c:v>388.0</c:v>
                </c:pt>
                <c:pt idx="3974">
                  <c:v>388.0</c:v>
                </c:pt>
                <c:pt idx="3975">
                  <c:v>388.0</c:v>
                </c:pt>
                <c:pt idx="3976">
                  <c:v>388.0</c:v>
                </c:pt>
                <c:pt idx="3977">
                  <c:v>388.0</c:v>
                </c:pt>
                <c:pt idx="3978">
                  <c:v>388.0</c:v>
                </c:pt>
                <c:pt idx="3979">
                  <c:v>388.0</c:v>
                </c:pt>
                <c:pt idx="3980">
                  <c:v>388.0</c:v>
                </c:pt>
                <c:pt idx="3981">
                  <c:v>388.0</c:v>
                </c:pt>
                <c:pt idx="3982">
                  <c:v>388.0</c:v>
                </c:pt>
                <c:pt idx="3983">
                  <c:v>388.0</c:v>
                </c:pt>
                <c:pt idx="3984">
                  <c:v>388.0</c:v>
                </c:pt>
                <c:pt idx="3985">
                  <c:v>388.0</c:v>
                </c:pt>
                <c:pt idx="3986">
                  <c:v>388.0</c:v>
                </c:pt>
                <c:pt idx="3987">
                  <c:v>388.0</c:v>
                </c:pt>
                <c:pt idx="3988">
                  <c:v>388.0</c:v>
                </c:pt>
                <c:pt idx="3989">
                  <c:v>388.0</c:v>
                </c:pt>
                <c:pt idx="3990">
                  <c:v>388.0</c:v>
                </c:pt>
                <c:pt idx="3991">
                  <c:v>388.0</c:v>
                </c:pt>
                <c:pt idx="3992">
                  <c:v>388.0</c:v>
                </c:pt>
                <c:pt idx="3993">
                  <c:v>388.0</c:v>
                </c:pt>
                <c:pt idx="3994">
                  <c:v>388.0</c:v>
                </c:pt>
                <c:pt idx="3995">
                  <c:v>388.0</c:v>
                </c:pt>
                <c:pt idx="3996">
                  <c:v>388.0</c:v>
                </c:pt>
                <c:pt idx="3997">
                  <c:v>388.0</c:v>
                </c:pt>
                <c:pt idx="3998">
                  <c:v>388.0</c:v>
                </c:pt>
                <c:pt idx="3999">
                  <c:v>388.0</c:v>
                </c:pt>
                <c:pt idx="4000">
                  <c:v>388.0</c:v>
                </c:pt>
                <c:pt idx="4001">
                  <c:v>388.0</c:v>
                </c:pt>
                <c:pt idx="4002">
                  <c:v>388.0</c:v>
                </c:pt>
                <c:pt idx="4003">
                  <c:v>388.0</c:v>
                </c:pt>
                <c:pt idx="4004">
                  <c:v>388.0</c:v>
                </c:pt>
                <c:pt idx="4005">
                  <c:v>388.0</c:v>
                </c:pt>
                <c:pt idx="4006">
                  <c:v>388.0</c:v>
                </c:pt>
                <c:pt idx="4007">
                  <c:v>388.0</c:v>
                </c:pt>
                <c:pt idx="4008">
                  <c:v>388.0</c:v>
                </c:pt>
                <c:pt idx="4009">
                  <c:v>388.0</c:v>
                </c:pt>
                <c:pt idx="4010">
                  <c:v>388.0</c:v>
                </c:pt>
                <c:pt idx="4011">
                  <c:v>388.0</c:v>
                </c:pt>
                <c:pt idx="4012">
                  <c:v>388.0</c:v>
                </c:pt>
                <c:pt idx="4013">
                  <c:v>388.0</c:v>
                </c:pt>
                <c:pt idx="4014">
                  <c:v>388.0</c:v>
                </c:pt>
                <c:pt idx="4015">
                  <c:v>388.0</c:v>
                </c:pt>
                <c:pt idx="4016">
                  <c:v>388.0</c:v>
                </c:pt>
                <c:pt idx="4017">
                  <c:v>388.0</c:v>
                </c:pt>
                <c:pt idx="4018">
                  <c:v>388.0</c:v>
                </c:pt>
                <c:pt idx="4019">
                  <c:v>388.0</c:v>
                </c:pt>
                <c:pt idx="4020">
                  <c:v>388.0</c:v>
                </c:pt>
                <c:pt idx="4021">
                  <c:v>388.0</c:v>
                </c:pt>
                <c:pt idx="4022">
                  <c:v>388.0</c:v>
                </c:pt>
                <c:pt idx="4023">
                  <c:v>388.0</c:v>
                </c:pt>
                <c:pt idx="4024">
                  <c:v>388.0</c:v>
                </c:pt>
                <c:pt idx="4025">
                  <c:v>388.0</c:v>
                </c:pt>
                <c:pt idx="4026">
                  <c:v>388.0</c:v>
                </c:pt>
                <c:pt idx="4027">
                  <c:v>388.0</c:v>
                </c:pt>
                <c:pt idx="4028">
                  <c:v>388.0</c:v>
                </c:pt>
                <c:pt idx="4029">
                  <c:v>388.0</c:v>
                </c:pt>
                <c:pt idx="4030">
                  <c:v>388.0</c:v>
                </c:pt>
                <c:pt idx="4031">
                  <c:v>388.0</c:v>
                </c:pt>
                <c:pt idx="4032">
                  <c:v>388.0</c:v>
                </c:pt>
                <c:pt idx="4033">
                  <c:v>388.0</c:v>
                </c:pt>
                <c:pt idx="4034">
                  <c:v>388.0</c:v>
                </c:pt>
                <c:pt idx="4035">
                  <c:v>388.0</c:v>
                </c:pt>
                <c:pt idx="4036">
                  <c:v>388.0</c:v>
                </c:pt>
                <c:pt idx="4037">
                  <c:v>388.0</c:v>
                </c:pt>
                <c:pt idx="4038">
                  <c:v>388.0</c:v>
                </c:pt>
                <c:pt idx="4039">
                  <c:v>388.0</c:v>
                </c:pt>
                <c:pt idx="4040">
                  <c:v>388.0</c:v>
                </c:pt>
                <c:pt idx="4041">
                  <c:v>388.0</c:v>
                </c:pt>
                <c:pt idx="4042">
                  <c:v>388.0</c:v>
                </c:pt>
                <c:pt idx="4043">
                  <c:v>388.0</c:v>
                </c:pt>
                <c:pt idx="4044">
                  <c:v>388.0</c:v>
                </c:pt>
                <c:pt idx="4045">
                  <c:v>388.0</c:v>
                </c:pt>
                <c:pt idx="4046">
                  <c:v>388.0</c:v>
                </c:pt>
                <c:pt idx="4047">
                  <c:v>388.0</c:v>
                </c:pt>
                <c:pt idx="4048">
                  <c:v>388.0</c:v>
                </c:pt>
                <c:pt idx="4049">
                  <c:v>388.0</c:v>
                </c:pt>
                <c:pt idx="4050">
                  <c:v>388.0</c:v>
                </c:pt>
                <c:pt idx="4051">
                  <c:v>388.0</c:v>
                </c:pt>
                <c:pt idx="4052">
                  <c:v>388.0</c:v>
                </c:pt>
                <c:pt idx="4053">
                  <c:v>388.0</c:v>
                </c:pt>
                <c:pt idx="4054">
                  <c:v>388.0</c:v>
                </c:pt>
                <c:pt idx="4055">
                  <c:v>388.0</c:v>
                </c:pt>
                <c:pt idx="4056">
                  <c:v>388.0</c:v>
                </c:pt>
                <c:pt idx="4057">
                  <c:v>388.0</c:v>
                </c:pt>
                <c:pt idx="4058">
                  <c:v>388.0</c:v>
                </c:pt>
                <c:pt idx="4059">
                  <c:v>388.0</c:v>
                </c:pt>
                <c:pt idx="4060">
                  <c:v>388.0</c:v>
                </c:pt>
                <c:pt idx="4061">
                  <c:v>388.0</c:v>
                </c:pt>
                <c:pt idx="4062">
                  <c:v>388.0</c:v>
                </c:pt>
                <c:pt idx="4063">
                  <c:v>388.0</c:v>
                </c:pt>
                <c:pt idx="4064">
                  <c:v>388.0</c:v>
                </c:pt>
                <c:pt idx="4065">
                  <c:v>388.0</c:v>
                </c:pt>
                <c:pt idx="4066">
                  <c:v>388.0</c:v>
                </c:pt>
                <c:pt idx="4067">
                  <c:v>388.0</c:v>
                </c:pt>
                <c:pt idx="4068">
                  <c:v>388.0</c:v>
                </c:pt>
                <c:pt idx="4069">
                  <c:v>388.0</c:v>
                </c:pt>
                <c:pt idx="4070">
                  <c:v>388.0</c:v>
                </c:pt>
                <c:pt idx="4071">
                  <c:v>388.0</c:v>
                </c:pt>
                <c:pt idx="4072">
                  <c:v>388.0</c:v>
                </c:pt>
                <c:pt idx="4073">
                  <c:v>388.0</c:v>
                </c:pt>
                <c:pt idx="4074">
                  <c:v>388.0</c:v>
                </c:pt>
                <c:pt idx="4075">
                  <c:v>388.0</c:v>
                </c:pt>
                <c:pt idx="4076">
                  <c:v>388.0</c:v>
                </c:pt>
                <c:pt idx="4077">
                  <c:v>388.0</c:v>
                </c:pt>
                <c:pt idx="4078">
                  <c:v>388.0</c:v>
                </c:pt>
                <c:pt idx="4079">
                  <c:v>388.0</c:v>
                </c:pt>
                <c:pt idx="4080">
                  <c:v>388.0</c:v>
                </c:pt>
                <c:pt idx="4081">
                  <c:v>388.0</c:v>
                </c:pt>
                <c:pt idx="4082">
                  <c:v>388.0</c:v>
                </c:pt>
                <c:pt idx="4083">
                  <c:v>388.0</c:v>
                </c:pt>
                <c:pt idx="4084">
                  <c:v>388.0</c:v>
                </c:pt>
                <c:pt idx="4085">
                  <c:v>388.0</c:v>
                </c:pt>
                <c:pt idx="4086">
                  <c:v>388.0</c:v>
                </c:pt>
                <c:pt idx="4087">
                  <c:v>388.0</c:v>
                </c:pt>
                <c:pt idx="4088">
                  <c:v>388.0</c:v>
                </c:pt>
                <c:pt idx="4089">
                  <c:v>388.0</c:v>
                </c:pt>
                <c:pt idx="4090">
                  <c:v>388.0</c:v>
                </c:pt>
                <c:pt idx="4091">
                  <c:v>388.0</c:v>
                </c:pt>
                <c:pt idx="4092">
                  <c:v>388.0</c:v>
                </c:pt>
                <c:pt idx="4093">
                  <c:v>388.0</c:v>
                </c:pt>
                <c:pt idx="4094">
                  <c:v>388.0</c:v>
                </c:pt>
                <c:pt idx="4095">
                  <c:v>388.0</c:v>
                </c:pt>
                <c:pt idx="4096">
                  <c:v>388.0</c:v>
                </c:pt>
                <c:pt idx="4097">
                  <c:v>388.0</c:v>
                </c:pt>
                <c:pt idx="4098">
                  <c:v>388.0</c:v>
                </c:pt>
                <c:pt idx="4099">
                  <c:v>388.0</c:v>
                </c:pt>
                <c:pt idx="4100">
                  <c:v>388.0</c:v>
                </c:pt>
                <c:pt idx="4101">
                  <c:v>388.0</c:v>
                </c:pt>
                <c:pt idx="4102">
                  <c:v>388.0</c:v>
                </c:pt>
                <c:pt idx="4103">
                  <c:v>388.0</c:v>
                </c:pt>
                <c:pt idx="4104">
                  <c:v>388.0</c:v>
                </c:pt>
                <c:pt idx="4105">
                  <c:v>388.0</c:v>
                </c:pt>
                <c:pt idx="4106">
                  <c:v>388.0</c:v>
                </c:pt>
                <c:pt idx="4107">
                  <c:v>388.0</c:v>
                </c:pt>
                <c:pt idx="4108">
                  <c:v>388.0</c:v>
                </c:pt>
                <c:pt idx="4109">
                  <c:v>388.0</c:v>
                </c:pt>
                <c:pt idx="4110">
                  <c:v>388.0</c:v>
                </c:pt>
                <c:pt idx="4111">
                  <c:v>388.0</c:v>
                </c:pt>
                <c:pt idx="4112">
                  <c:v>388.0</c:v>
                </c:pt>
                <c:pt idx="4113">
                  <c:v>388.0</c:v>
                </c:pt>
                <c:pt idx="4114">
                  <c:v>388.0</c:v>
                </c:pt>
                <c:pt idx="4115">
                  <c:v>388.0</c:v>
                </c:pt>
                <c:pt idx="4116">
                  <c:v>388.0</c:v>
                </c:pt>
                <c:pt idx="4117">
                  <c:v>388.0</c:v>
                </c:pt>
                <c:pt idx="4118">
                  <c:v>388.0</c:v>
                </c:pt>
                <c:pt idx="4119">
                  <c:v>388.0</c:v>
                </c:pt>
                <c:pt idx="4120">
                  <c:v>388.0</c:v>
                </c:pt>
                <c:pt idx="4121">
                  <c:v>388.0</c:v>
                </c:pt>
                <c:pt idx="4122">
                  <c:v>388.0</c:v>
                </c:pt>
                <c:pt idx="4123">
                  <c:v>388.0</c:v>
                </c:pt>
                <c:pt idx="4124">
                  <c:v>388.0</c:v>
                </c:pt>
                <c:pt idx="4125">
                  <c:v>388.0</c:v>
                </c:pt>
                <c:pt idx="4126">
                  <c:v>388.0</c:v>
                </c:pt>
                <c:pt idx="4127">
                  <c:v>388.0</c:v>
                </c:pt>
                <c:pt idx="4128">
                  <c:v>388.0</c:v>
                </c:pt>
                <c:pt idx="4129">
                  <c:v>388.0</c:v>
                </c:pt>
                <c:pt idx="4130">
                  <c:v>388.0</c:v>
                </c:pt>
                <c:pt idx="4131">
                  <c:v>388.0</c:v>
                </c:pt>
                <c:pt idx="4132">
                  <c:v>388.0</c:v>
                </c:pt>
                <c:pt idx="4133">
                  <c:v>388.0</c:v>
                </c:pt>
                <c:pt idx="4134">
                  <c:v>388.0</c:v>
                </c:pt>
                <c:pt idx="4135">
                  <c:v>388.0</c:v>
                </c:pt>
                <c:pt idx="4136">
                  <c:v>388.0</c:v>
                </c:pt>
                <c:pt idx="4137">
                  <c:v>388.0</c:v>
                </c:pt>
                <c:pt idx="4138">
                  <c:v>388.0</c:v>
                </c:pt>
                <c:pt idx="4139">
                  <c:v>388.0</c:v>
                </c:pt>
                <c:pt idx="4140">
                  <c:v>388.0</c:v>
                </c:pt>
                <c:pt idx="4141">
                  <c:v>388.0</c:v>
                </c:pt>
                <c:pt idx="4142">
                  <c:v>388.0</c:v>
                </c:pt>
                <c:pt idx="4143">
                  <c:v>388.0</c:v>
                </c:pt>
                <c:pt idx="4144">
                  <c:v>388.0</c:v>
                </c:pt>
                <c:pt idx="4145">
                  <c:v>388.0</c:v>
                </c:pt>
                <c:pt idx="4146">
                  <c:v>388.0</c:v>
                </c:pt>
                <c:pt idx="4147">
                  <c:v>388.0</c:v>
                </c:pt>
                <c:pt idx="4148">
                  <c:v>388.0</c:v>
                </c:pt>
                <c:pt idx="4149">
                  <c:v>388.0</c:v>
                </c:pt>
                <c:pt idx="4150">
                  <c:v>388.0</c:v>
                </c:pt>
                <c:pt idx="4151">
                  <c:v>388.0</c:v>
                </c:pt>
                <c:pt idx="4152">
                  <c:v>388.0</c:v>
                </c:pt>
                <c:pt idx="4153">
                  <c:v>388.0</c:v>
                </c:pt>
                <c:pt idx="4154">
                  <c:v>388.0</c:v>
                </c:pt>
                <c:pt idx="4155">
                  <c:v>388.0</c:v>
                </c:pt>
                <c:pt idx="4156">
                  <c:v>388.0</c:v>
                </c:pt>
                <c:pt idx="4157">
                  <c:v>388.0</c:v>
                </c:pt>
                <c:pt idx="4158">
                  <c:v>388.0</c:v>
                </c:pt>
                <c:pt idx="4159">
                  <c:v>388.0</c:v>
                </c:pt>
                <c:pt idx="4160">
                  <c:v>388.0</c:v>
                </c:pt>
                <c:pt idx="4161">
                  <c:v>388.0</c:v>
                </c:pt>
                <c:pt idx="4162">
                  <c:v>388.0</c:v>
                </c:pt>
                <c:pt idx="4163">
                  <c:v>388.0</c:v>
                </c:pt>
                <c:pt idx="4164">
                  <c:v>388.0</c:v>
                </c:pt>
                <c:pt idx="4165">
                  <c:v>388.0</c:v>
                </c:pt>
                <c:pt idx="4166">
                  <c:v>388.0</c:v>
                </c:pt>
                <c:pt idx="4167">
                  <c:v>388.0</c:v>
                </c:pt>
                <c:pt idx="4168">
                  <c:v>388.0</c:v>
                </c:pt>
                <c:pt idx="4169">
                  <c:v>388.0</c:v>
                </c:pt>
                <c:pt idx="4170">
                  <c:v>388.0</c:v>
                </c:pt>
                <c:pt idx="4171">
                  <c:v>388.0</c:v>
                </c:pt>
                <c:pt idx="4172">
                  <c:v>388.0</c:v>
                </c:pt>
                <c:pt idx="4173">
                  <c:v>388.0</c:v>
                </c:pt>
                <c:pt idx="4174">
                  <c:v>388.0</c:v>
                </c:pt>
                <c:pt idx="4175">
                  <c:v>388.0</c:v>
                </c:pt>
                <c:pt idx="4176">
                  <c:v>388.0</c:v>
                </c:pt>
                <c:pt idx="4177">
                  <c:v>388.0</c:v>
                </c:pt>
                <c:pt idx="4178">
                  <c:v>388.0</c:v>
                </c:pt>
                <c:pt idx="4179">
                  <c:v>388.0</c:v>
                </c:pt>
                <c:pt idx="4180">
                  <c:v>388.0</c:v>
                </c:pt>
                <c:pt idx="4181">
                  <c:v>388.0</c:v>
                </c:pt>
                <c:pt idx="4182">
                  <c:v>388.0</c:v>
                </c:pt>
                <c:pt idx="4183">
                  <c:v>388.0</c:v>
                </c:pt>
                <c:pt idx="4184">
                  <c:v>388.0</c:v>
                </c:pt>
                <c:pt idx="4185">
                  <c:v>388.0</c:v>
                </c:pt>
                <c:pt idx="4186">
                  <c:v>388.0</c:v>
                </c:pt>
                <c:pt idx="4187">
                  <c:v>388.0</c:v>
                </c:pt>
                <c:pt idx="4188">
                  <c:v>388.0</c:v>
                </c:pt>
                <c:pt idx="4189">
                  <c:v>388.0</c:v>
                </c:pt>
                <c:pt idx="4190">
                  <c:v>388.0</c:v>
                </c:pt>
                <c:pt idx="4191">
                  <c:v>388.0</c:v>
                </c:pt>
                <c:pt idx="4192">
                  <c:v>388.0</c:v>
                </c:pt>
                <c:pt idx="4193">
                  <c:v>388.0</c:v>
                </c:pt>
                <c:pt idx="4194">
                  <c:v>388.0</c:v>
                </c:pt>
                <c:pt idx="4195">
                  <c:v>388.0</c:v>
                </c:pt>
                <c:pt idx="4196">
                  <c:v>388.0</c:v>
                </c:pt>
                <c:pt idx="4197">
                  <c:v>388.0</c:v>
                </c:pt>
                <c:pt idx="4198">
                  <c:v>388.0</c:v>
                </c:pt>
                <c:pt idx="4199">
                  <c:v>388.0</c:v>
                </c:pt>
                <c:pt idx="4200">
                  <c:v>388.0</c:v>
                </c:pt>
                <c:pt idx="4201">
                  <c:v>388.0</c:v>
                </c:pt>
                <c:pt idx="4202">
                  <c:v>388.0</c:v>
                </c:pt>
                <c:pt idx="4203">
                  <c:v>388.0</c:v>
                </c:pt>
                <c:pt idx="4204">
                  <c:v>388.0</c:v>
                </c:pt>
                <c:pt idx="4205">
                  <c:v>388.0</c:v>
                </c:pt>
                <c:pt idx="4206">
                  <c:v>388.0</c:v>
                </c:pt>
                <c:pt idx="4207">
                  <c:v>388.0</c:v>
                </c:pt>
                <c:pt idx="4208">
                  <c:v>388.0</c:v>
                </c:pt>
                <c:pt idx="4209">
                  <c:v>388.0</c:v>
                </c:pt>
                <c:pt idx="4210">
                  <c:v>388.0</c:v>
                </c:pt>
                <c:pt idx="4211">
                  <c:v>388.0</c:v>
                </c:pt>
                <c:pt idx="4212">
                  <c:v>388.0</c:v>
                </c:pt>
                <c:pt idx="4213">
                  <c:v>388.0</c:v>
                </c:pt>
                <c:pt idx="4214">
                  <c:v>388.0</c:v>
                </c:pt>
                <c:pt idx="4215">
                  <c:v>388.0</c:v>
                </c:pt>
                <c:pt idx="4216">
                  <c:v>388.0</c:v>
                </c:pt>
                <c:pt idx="4217">
                  <c:v>388.0</c:v>
                </c:pt>
                <c:pt idx="4218">
                  <c:v>388.0</c:v>
                </c:pt>
                <c:pt idx="4219">
                  <c:v>388.0</c:v>
                </c:pt>
                <c:pt idx="4220">
                  <c:v>388.0</c:v>
                </c:pt>
                <c:pt idx="4221">
                  <c:v>388.0</c:v>
                </c:pt>
                <c:pt idx="4222">
                  <c:v>388.0</c:v>
                </c:pt>
                <c:pt idx="4223">
                  <c:v>388.0</c:v>
                </c:pt>
                <c:pt idx="4224">
                  <c:v>388.0</c:v>
                </c:pt>
                <c:pt idx="4225">
                  <c:v>388.0</c:v>
                </c:pt>
                <c:pt idx="4226">
                  <c:v>388.0</c:v>
                </c:pt>
                <c:pt idx="4227">
                  <c:v>388.0</c:v>
                </c:pt>
                <c:pt idx="4228">
                  <c:v>388.0</c:v>
                </c:pt>
                <c:pt idx="4229">
                  <c:v>388.0</c:v>
                </c:pt>
                <c:pt idx="4230">
                  <c:v>388.0</c:v>
                </c:pt>
                <c:pt idx="4231">
                  <c:v>388.0</c:v>
                </c:pt>
                <c:pt idx="4232">
                  <c:v>388.0</c:v>
                </c:pt>
                <c:pt idx="4233">
                  <c:v>388.0</c:v>
                </c:pt>
                <c:pt idx="4234">
                  <c:v>388.0</c:v>
                </c:pt>
                <c:pt idx="4235">
                  <c:v>388.0</c:v>
                </c:pt>
                <c:pt idx="4236">
                  <c:v>388.0</c:v>
                </c:pt>
                <c:pt idx="4237">
                  <c:v>388.0</c:v>
                </c:pt>
                <c:pt idx="4238">
                  <c:v>388.0</c:v>
                </c:pt>
                <c:pt idx="4239">
                  <c:v>388.0</c:v>
                </c:pt>
                <c:pt idx="4240">
                  <c:v>388.0</c:v>
                </c:pt>
                <c:pt idx="4241">
                  <c:v>388.0</c:v>
                </c:pt>
                <c:pt idx="4242">
                  <c:v>388.0</c:v>
                </c:pt>
                <c:pt idx="4243">
                  <c:v>388.0</c:v>
                </c:pt>
                <c:pt idx="4244">
                  <c:v>388.0</c:v>
                </c:pt>
                <c:pt idx="4245">
                  <c:v>388.0</c:v>
                </c:pt>
                <c:pt idx="4246">
                  <c:v>388.0</c:v>
                </c:pt>
                <c:pt idx="4247">
                  <c:v>388.0</c:v>
                </c:pt>
                <c:pt idx="4248">
                  <c:v>388.0</c:v>
                </c:pt>
                <c:pt idx="4249">
                  <c:v>388.0</c:v>
                </c:pt>
                <c:pt idx="4250">
                  <c:v>388.0</c:v>
                </c:pt>
                <c:pt idx="4251">
                  <c:v>388.0</c:v>
                </c:pt>
                <c:pt idx="4252">
                  <c:v>388.0</c:v>
                </c:pt>
                <c:pt idx="4253">
                  <c:v>388.0</c:v>
                </c:pt>
                <c:pt idx="4254">
                  <c:v>388.0</c:v>
                </c:pt>
                <c:pt idx="4255">
                  <c:v>388.0</c:v>
                </c:pt>
                <c:pt idx="4256">
                  <c:v>388.0</c:v>
                </c:pt>
                <c:pt idx="4257">
                  <c:v>388.0</c:v>
                </c:pt>
                <c:pt idx="4258">
                  <c:v>388.0</c:v>
                </c:pt>
                <c:pt idx="4259">
                  <c:v>388.0</c:v>
                </c:pt>
                <c:pt idx="4260">
                  <c:v>388.0</c:v>
                </c:pt>
                <c:pt idx="4261">
                  <c:v>388.0</c:v>
                </c:pt>
                <c:pt idx="4262">
                  <c:v>388.0</c:v>
                </c:pt>
                <c:pt idx="4263">
                  <c:v>388.0</c:v>
                </c:pt>
                <c:pt idx="4264">
                  <c:v>388.0</c:v>
                </c:pt>
                <c:pt idx="4265">
                  <c:v>388.0</c:v>
                </c:pt>
                <c:pt idx="4266">
                  <c:v>388.0</c:v>
                </c:pt>
                <c:pt idx="4267">
                  <c:v>388.0</c:v>
                </c:pt>
                <c:pt idx="4268">
                  <c:v>388.0</c:v>
                </c:pt>
                <c:pt idx="4269">
                  <c:v>388.0</c:v>
                </c:pt>
                <c:pt idx="4270">
                  <c:v>388.0</c:v>
                </c:pt>
                <c:pt idx="4271">
                  <c:v>388.0</c:v>
                </c:pt>
                <c:pt idx="4272">
                  <c:v>388.0</c:v>
                </c:pt>
                <c:pt idx="4273">
                  <c:v>388.0</c:v>
                </c:pt>
                <c:pt idx="4274">
                  <c:v>388.0</c:v>
                </c:pt>
                <c:pt idx="4275">
                  <c:v>388.0</c:v>
                </c:pt>
                <c:pt idx="4276">
                  <c:v>388.0</c:v>
                </c:pt>
                <c:pt idx="4277">
                  <c:v>388.0</c:v>
                </c:pt>
                <c:pt idx="4278">
                  <c:v>388.0</c:v>
                </c:pt>
                <c:pt idx="4279">
                  <c:v>388.0</c:v>
                </c:pt>
                <c:pt idx="4280">
                  <c:v>388.0</c:v>
                </c:pt>
                <c:pt idx="4281">
                  <c:v>388.0</c:v>
                </c:pt>
                <c:pt idx="4282">
                  <c:v>388.0</c:v>
                </c:pt>
                <c:pt idx="4283">
                  <c:v>388.0</c:v>
                </c:pt>
                <c:pt idx="4284">
                  <c:v>388.0</c:v>
                </c:pt>
                <c:pt idx="4285">
                  <c:v>388.0</c:v>
                </c:pt>
                <c:pt idx="4286">
                  <c:v>388.0</c:v>
                </c:pt>
                <c:pt idx="4287">
                  <c:v>388.0</c:v>
                </c:pt>
                <c:pt idx="4288">
                  <c:v>388.0</c:v>
                </c:pt>
                <c:pt idx="4289">
                  <c:v>388.0</c:v>
                </c:pt>
                <c:pt idx="4290">
                  <c:v>388.0</c:v>
                </c:pt>
                <c:pt idx="4291">
                  <c:v>388.0</c:v>
                </c:pt>
                <c:pt idx="4292">
                  <c:v>388.0</c:v>
                </c:pt>
                <c:pt idx="4293">
                  <c:v>388.0</c:v>
                </c:pt>
                <c:pt idx="4294">
                  <c:v>388.0</c:v>
                </c:pt>
                <c:pt idx="4295">
                  <c:v>388.0</c:v>
                </c:pt>
                <c:pt idx="4296">
                  <c:v>388.0</c:v>
                </c:pt>
                <c:pt idx="4297">
                  <c:v>388.0</c:v>
                </c:pt>
                <c:pt idx="4298">
                  <c:v>388.0</c:v>
                </c:pt>
                <c:pt idx="4299">
                  <c:v>388.0</c:v>
                </c:pt>
                <c:pt idx="4300">
                  <c:v>388.0</c:v>
                </c:pt>
                <c:pt idx="4301">
                  <c:v>388.0</c:v>
                </c:pt>
                <c:pt idx="4302">
                  <c:v>388.0</c:v>
                </c:pt>
                <c:pt idx="4303">
                  <c:v>388.0</c:v>
                </c:pt>
                <c:pt idx="4304">
                  <c:v>388.0</c:v>
                </c:pt>
                <c:pt idx="4305">
                  <c:v>388.0</c:v>
                </c:pt>
                <c:pt idx="4306">
                  <c:v>388.0</c:v>
                </c:pt>
                <c:pt idx="4307">
                  <c:v>388.0</c:v>
                </c:pt>
                <c:pt idx="4308">
                  <c:v>388.0</c:v>
                </c:pt>
                <c:pt idx="4309">
                  <c:v>388.0</c:v>
                </c:pt>
                <c:pt idx="4310">
                  <c:v>388.0</c:v>
                </c:pt>
                <c:pt idx="4311">
                  <c:v>388.0</c:v>
                </c:pt>
                <c:pt idx="4312">
                  <c:v>388.0</c:v>
                </c:pt>
                <c:pt idx="4313">
                  <c:v>388.0</c:v>
                </c:pt>
                <c:pt idx="4314">
                  <c:v>388.0</c:v>
                </c:pt>
                <c:pt idx="4315">
                  <c:v>388.0</c:v>
                </c:pt>
                <c:pt idx="4316">
                  <c:v>388.0</c:v>
                </c:pt>
                <c:pt idx="4317">
                  <c:v>388.0</c:v>
                </c:pt>
                <c:pt idx="4318">
                  <c:v>388.0</c:v>
                </c:pt>
                <c:pt idx="4319">
                  <c:v>388.0</c:v>
                </c:pt>
                <c:pt idx="4320">
                  <c:v>388.0</c:v>
                </c:pt>
                <c:pt idx="4321">
                  <c:v>388.0</c:v>
                </c:pt>
                <c:pt idx="4322">
                  <c:v>388.0</c:v>
                </c:pt>
                <c:pt idx="4323">
                  <c:v>388.0</c:v>
                </c:pt>
                <c:pt idx="4324">
                  <c:v>388.0</c:v>
                </c:pt>
                <c:pt idx="4325">
                  <c:v>388.0</c:v>
                </c:pt>
                <c:pt idx="4326">
                  <c:v>388.0</c:v>
                </c:pt>
                <c:pt idx="4327">
                  <c:v>388.0</c:v>
                </c:pt>
                <c:pt idx="4328">
                  <c:v>388.0</c:v>
                </c:pt>
                <c:pt idx="4329">
                  <c:v>388.0</c:v>
                </c:pt>
                <c:pt idx="4330">
                  <c:v>388.0</c:v>
                </c:pt>
                <c:pt idx="4331">
                  <c:v>388.0</c:v>
                </c:pt>
                <c:pt idx="4332">
                  <c:v>388.0</c:v>
                </c:pt>
                <c:pt idx="4333">
                  <c:v>388.0</c:v>
                </c:pt>
                <c:pt idx="4334">
                  <c:v>388.0</c:v>
                </c:pt>
                <c:pt idx="4335">
                  <c:v>388.0</c:v>
                </c:pt>
                <c:pt idx="4336">
                  <c:v>388.0</c:v>
                </c:pt>
                <c:pt idx="4337">
                  <c:v>388.0</c:v>
                </c:pt>
                <c:pt idx="4338">
                  <c:v>388.0</c:v>
                </c:pt>
                <c:pt idx="4339">
                  <c:v>388.0</c:v>
                </c:pt>
                <c:pt idx="4340">
                  <c:v>388.0</c:v>
                </c:pt>
                <c:pt idx="4341">
                  <c:v>388.0</c:v>
                </c:pt>
                <c:pt idx="4342">
                  <c:v>388.0</c:v>
                </c:pt>
                <c:pt idx="4343">
                  <c:v>388.0</c:v>
                </c:pt>
                <c:pt idx="4344">
                  <c:v>388.0</c:v>
                </c:pt>
                <c:pt idx="4345">
                  <c:v>388.0</c:v>
                </c:pt>
                <c:pt idx="4346">
                  <c:v>388.0</c:v>
                </c:pt>
                <c:pt idx="4347">
                  <c:v>388.0</c:v>
                </c:pt>
                <c:pt idx="4348">
                  <c:v>388.0</c:v>
                </c:pt>
                <c:pt idx="4349">
                  <c:v>388.0</c:v>
                </c:pt>
                <c:pt idx="4350">
                  <c:v>388.0</c:v>
                </c:pt>
                <c:pt idx="4351">
                  <c:v>388.0</c:v>
                </c:pt>
                <c:pt idx="4352">
                  <c:v>388.0</c:v>
                </c:pt>
                <c:pt idx="4353">
                  <c:v>388.0</c:v>
                </c:pt>
                <c:pt idx="4354">
                  <c:v>388.0</c:v>
                </c:pt>
                <c:pt idx="4355">
                  <c:v>388.0</c:v>
                </c:pt>
                <c:pt idx="4356">
                  <c:v>388.0</c:v>
                </c:pt>
                <c:pt idx="4357">
                  <c:v>388.0</c:v>
                </c:pt>
                <c:pt idx="4358">
                  <c:v>388.0</c:v>
                </c:pt>
                <c:pt idx="4359">
                  <c:v>388.0</c:v>
                </c:pt>
                <c:pt idx="4360">
                  <c:v>388.0</c:v>
                </c:pt>
                <c:pt idx="4361">
                  <c:v>388.0</c:v>
                </c:pt>
                <c:pt idx="4362">
                  <c:v>388.0</c:v>
                </c:pt>
                <c:pt idx="4363">
                  <c:v>388.0</c:v>
                </c:pt>
                <c:pt idx="4364">
                  <c:v>388.0</c:v>
                </c:pt>
                <c:pt idx="4365">
                  <c:v>388.0</c:v>
                </c:pt>
                <c:pt idx="4366">
                  <c:v>388.0</c:v>
                </c:pt>
                <c:pt idx="4367">
                  <c:v>388.0</c:v>
                </c:pt>
                <c:pt idx="4368">
                  <c:v>388.0</c:v>
                </c:pt>
                <c:pt idx="4369">
                  <c:v>388.0</c:v>
                </c:pt>
                <c:pt idx="4370">
                  <c:v>388.0</c:v>
                </c:pt>
                <c:pt idx="4371">
                  <c:v>388.0</c:v>
                </c:pt>
                <c:pt idx="4372">
                  <c:v>388.0</c:v>
                </c:pt>
                <c:pt idx="4373">
                  <c:v>388.0</c:v>
                </c:pt>
                <c:pt idx="4374">
                  <c:v>388.0</c:v>
                </c:pt>
                <c:pt idx="4375">
                  <c:v>388.0</c:v>
                </c:pt>
                <c:pt idx="4376">
                  <c:v>388.0</c:v>
                </c:pt>
                <c:pt idx="4377">
                  <c:v>388.0</c:v>
                </c:pt>
                <c:pt idx="4378">
                  <c:v>388.0</c:v>
                </c:pt>
                <c:pt idx="4379">
                  <c:v>388.0</c:v>
                </c:pt>
                <c:pt idx="4380">
                  <c:v>388.0</c:v>
                </c:pt>
                <c:pt idx="4381">
                  <c:v>388.0</c:v>
                </c:pt>
                <c:pt idx="4382">
                  <c:v>388.0</c:v>
                </c:pt>
                <c:pt idx="4383">
                  <c:v>388.0</c:v>
                </c:pt>
                <c:pt idx="4384">
                  <c:v>388.0</c:v>
                </c:pt>
                <c:pt idx="4385">
                  <c:v>388.0</c:v>
                </c:pt>
                <c:pt idx="4386">
                  <c:v>388.0</c:v>
                </c:pt>
                <c:pt idx="4387">
                  <c:v>388.0</c:v>
                </c:pt>
                <c:pt idx="4388">
                  <c:v>388.0</c:v>
                </c:pt>
                <c:pt idx="4389">
                  <c:v>388.0</c:v>
                </c:pt>
                <c:pt idx="4390">
                  <c:v>388.0</c:v>
                </c:pt>
                <c:pt idx="4391">
                  <c:v>388.0</c:v>
                </c:pt>
                <c:pt idx="4392">
                  <c:v>388.0</c:v>
                </c:pt>
                <c:pt idx="4393">
                  <c:v>388.0</c:v>
                </c:pt>
                <c:pt idx="4394">
                  <c:v>388.0</c:v>
                </c:pt>
                <c:pt idx="4395">
                  <c:v>388.0</c:v>
                </c:pt>
                <c:pt idx="4396">
                  <c:v>388.0</c:v>
                </c:pt>
                <c:pt idx="4397">
                  <c:v>388.0</c:v>
                </c:pt>
                <c:pt idx="4398">
                  <c:v>388.0</c:v>
                </c:pt>
                <c:pt idx="4399">
                  <c:v>388.0</c:v>
                </c:pt>
                <c:pt idx="4400">
                  <c:v>388.0</c:v>
                </c:pt>
                <c:pt idx="4401">
                  <c:v>388.0</c:v>
                </c:pt>
                <c:pt idx="4402">
                  <c:v>388.0</c:v>
                </c:pt>
                <c:pt idx="4403">
                  <c:v>388.0</c:v>
                </c:pt>
                <c:pt idx="4404">
                  <c:v>388.0</c:v>
                </c:pt>
                <c:pt idx="4405">
                  <c:v>388.0</c:v>
                </c:pt>
                <c:pt idx="4406">
                  <c:v>388.0</c:v>
                </c:pt>
                <c:pt idx="4407">
                  <c:v>388.0</c:v>
                </c:pt>
                <c:pt idx="4408">
                  <c:v>388.0</c:v>
                </c:pt>
                <c:pt idx="4409">
                  <c:v>388.0</c:v>
                </c:pt>
                <c:pt idx="4410">
                  <c:v>388.0</c:v>
                </c:pt>
                <c:pt idx="4411">
                  <c:v>388.0</c:v>
                </c:pt>
                <c:pt idx="4412">
                  <c:v>388.0</c:v>
                </c:pt>
                <c:pt idx="4413">
                  <c:v>388.0</c:v>
                </c:pt>
                <c:pt idx="4414">
                  <c:v>388.0</c:v>
                </c:pt>
                <c:pt idx="4415">
                  <c:v>388.0</c:v>
                </c:pt>
                <c:pt idx="4416">
                  <c:v>388.0</c:v>
                </c:pt>
                <c:pt idx="4417">
                  <c:v>388.0</c:v>
                </c:pt>
                <c:pt idx="4418">
                  <c:v>388.0</c:v>
                </c:pt>
                <c:pt idx="4419">
                  <c:v>388.0</c:v>
                </c:pt>
                <c:pt idx="4420">
                  <c:v>388.0</c:v>
                </c:pt>
                <c:pt idx="4421">
                  <c:v>388.0</c:v>
                </c:pt>
                <c:pt idx="4422">
                  <c:v>388.0</c:v>
                </c:pt>
                <c:pt idx="4423">
                  <c:v>388.0</c:v>
                </c:pt>
                <c:pt idx="4424">
                  <c:v>388.0</c:v>
                </c:pt>
                <c:pt idx="4425">
                  <c:v>388.0</c:v>
                </c:pt>
                <c:pt idx="4426">
                  <c:v>388.0</c:v>
                </c:pt>
                <c:pt idx="4427">
                  <c:v>388.0</c:v>
                </c:pt>
                <c:pt idx="4428">
                  <c:v>388.0</c:v>
                </c:pt>
                <c:pt idx="4429">
                  <c:v>388.0</c:v>
                </c:pt>
                <c:pt idx="4430">
                  <c:v>388.0</c:v>
                </c:pt>
                <c:pt idx="4431">
                  <c:v>388.0</c:v>
                </c:pt>
                <c:pt idx="4432">
                  <c:v>388.0</c:v>
                </c:pt>
                <c:pt idx="4433">
                  <c:v>388.0</c:v>
                </c:pt>
                <c:pt idx="4434">
                  <c:v>388.0</c:v>
                </c:pt>
                <c:pt idx="4435">
                  <c:v>388.0</c:v>
                </c:pt>
                <c:pt idx="4436">
                  <c:v>388.0</c:v>
                </c:pt>
                <c:pt idx="4437">
                  <c:v>388.0</c:v>
                </c:pt>
                <c:pt idx="4438">
                  <c:v>388.0</c:v>
                </c:pt>
                <c:pt idx="4439">
                  <c:v>388.0</c:v>
                </c:pt>
                <c:pt idx="4440">
                  <c:v>388.0</c:v>
                </c:pt>
                <c:pt idx="4441">
                  <c:v>388.0</c:v>
                </c:pt>
                <c:pt idx="4442">
                  <c:v>388.0</c:v>
                </c:pt>
                <c:pt idx="4443">
                  <c:v>388.0</c:v>
                </c:pt>
                <c:pt idx="4444">
                  <c:v>388.0</c:v>
                </c:pt>
                <c:pt idx="4445">
                  <c:v>388.0</c:v>
                </c:pt>
                <c:pt idx="4446">
                  <c:v>388.0</c:v>
                </c:pt>
                <c:pt idx="4447">
                  <c:v>388.0</c:v>
                </c:pt>
                <c:pt idx="4448">
                  <c:v>388.0</c:v>
                </c:pt>
                <c:pt idx="4449">
                  <c:v>388.0</c:v>
                </c:pt>
                <c:pt idx="4450">
                  <c:v>388.0</c:v>
                </c:pt>
                <c:pt idx="4451">
                  <c:v>388.0</c:v>
                </c:pt>
                <c:pt idx="4452">
                  <c:v>388.0</c:v>
                </c:pt>
                <c:pt idx="4453">
                  <c:v>388.0</c:v>
                </c:pt>
                <c:pt idx="4454">
                  <c:v>388.0</c:v>
                </c:pt>
                <c:pt idx="4455">
                  <c:v>388.0</c:v>
                </c:pt>
                <c:pt idx="4456">
                  <c:v>388.0</c:v>
                </c:pt>
                <c:pt idx="4457">
                  <c:v>388.0</c:v>
                </c:pt>
                <c:pt idx="4458">
                  <c:v>388.0</c:v>
                </c:pt>
                <c:pt idx="4459">
                  <c:v>388.0</c:v>
                </c:pt>
                <c:pt idx="4460">
                  <c:v>388.0</c:v>
                </c:pt>
                <c:pt idx="4461">
                  <c:v>388.0</c:v>
                </c:pt>
                <c:pt idx="4462">
                  <c:v>388.0</c:v>
                </c:pt>
                <c:pt idx="4463">
                  <c:v>388.0</c:v>
                </c:pt>
                <c:pt idx="4464">
                  <c:v>388.0</c:v>
                </c:pt>
                <c:pt idx="4465">
                  <c:v>388.0</c:v>
                </c:pt>
                <c:pt idx="4466">
                  <c:v>388.0</c:v>
                </c:pt>
                <c:pt idx="4467">
                  <c:v>388.0</c:v>
                </c:pt>
                <c:pt idx="4468">
                  <c:v>388.0</c:v>
                </c:pt>
                <c:pt idx="4469">
                  <c:v>388.0</c:v>
                </c:pt>
                <c:pt idx="4470">
                  <c:v>388.0</c:v>
                </c:pt>
                <c:pt idx="4471">
                  <c:v>388.0</c:v>
                </c:pt>
                <c:pt idx="4472">
                  <c:v>388.0</c:v>
                </c:pt>
                <c:pt idx="4473">
                  <c:v>388.0</c:v>
                </c:pt>
                <c:pt idx="4474">
                  <c:v>388.0</c:v>
                </c:pt>
                <c:pt idx="4475">
                  <c:v>388.0</c:v>
                </c:pt>
                <c:pt idx="4476">
                  <c:v>388.0</c:v>
                </c:pt>
                <c:pt idx="4477">
                  <c:v>388.0</c:v>
                </c:pt>
                <c:pt idx="4478">
                  <c:v>388.0</c:v>
                </c:pt>
                <c:pt idx="4479">
                  <c:v>388.0</c:v>
                </c:pt>
                <c:pt idx="4480">
                  <c:v>388.0</c:v>
                </c:pt>
                <c:pt idx="4481">
                  <c:v>388.0</c:v>
                </c:pt>
                <c:pt idx="4482">
                  <c:v>388.0</c:v>
                </c:pt>
                <c:pt idx="4483">
                  <c:v>388.0</c:v>
                </c:pt>
                <c:pt idx="4484">
                  <c:v>388.0</c:v>
                </c:pt>
                <c:pt idx="4485">
                  <c:v>388.0</c:v>
                </c:pt>
                <c:pt idx="4486">
                  <c:v>388.0</c:v>
                </c:pt>
                <c:pt idx="4487">
                  <c:v>388.0</c:v>
                </c:pt>
                <c:pt idx="4488">
                  <c:v>388.0</c:v>
                </c:pt>
                <c:pt idx="4489">
                  <c:v>388.0</c:v>
                </c:pt>
                <c:pt idx="4490">
                  <c:v>388.0</c:v>
                </c:pt>
                <c:pt idx="4491">
                  <c:v>388.0</c:v>
                </c:pt>
                <c:pt idx="4492">
                  <c:v>388.0</c:v>
                </c:pt>
                <c:pt idx="4493">
                  <c:v>388.0</c:v>
                </c:pt>
                <c:pt idx="4494">
                  <c:v>388.0</c:v>
                </c:pt>
                <c:pt idx="4495">
                  <c:v>388.0</c:v>
                </c:pt>
                <c:pt idx="4496">
                  <c:v>388.0</c:v>
                </c:pt>
                <c:pt idx="4497">
                  <c:v>388.0</c:v>
                </c:pt>
                <c:pt idx="4498">
                  <c:v>388.0</c:v>
                </c:pt>
                <c:pt idx="4499">
                  <c:v>388.0</c:v>
                </c:pt>
                <c:pt idx="4500">
                  <c:v>388.0</c:v>
                </c:pt>
                <c:pt idx="4501">
                  <c:v>388.0</c:v>
                </c:pt>
                <c:pt idx="4502">
                  <c:v>388.0</c:v>
                </c:pt>
                <c:pt idx="4503">
                  <c:v>388.0</c:v>
                </c:pt>
                <c:pt idx="4504">
                  <c:v>388.0</c:v>
                </c:pt>
                <c:pt idx="4505">
                  <c:v>388.0</c:v>
                </c:pt>
                <c:pt idx="4506">
                  <c:v>388.0</c:v>
                </c:pt>
                <c:pt idx="4507">
                  <c:v>388.0</c:v>
                </c:pt>
                <c:pt idx="4508">
                  <c:v>388.0</c:v>
                </c:pt>
                <c:pt idx="4509">
                  <c:v>388.0</c:v>
                </c:pt>
                <c:pt idx="4510">
                  <c:v>388.0</c:v>
                </c:pt>
                <c:pt idx="4511">
                  <c:v>388.0</c:v>
                </c:pt>
                <c:pt idx="4512">
                  <c:v>388.0</c:v>
                </c:pt>
                <c:pt idx="4513">
                  <c:v>388.0</c:v>
                </c:pt>
                <c:pt idx="4514">
                  <c:v>388.0</c:v>
                </c:pt>
                <c:pt idx="4515">
                  <c:v>388.0</c:v>
                </c:pt>
                <c:pt idx="4516">
                  <c:v>388.0</c:v>
                </c:pt>
                <c:pt idx="4517">
                  <c:v>388.0</c:v>
                </c:pt>
                <c:pt idx="4518">
                  <c:v>388.0</c:v>
                </c:pt>
                <c:pt idx="4519">
                  <c:v>388.0</c:v>
                </c:pt>
                <c:pt idx="4520">
                  <c:v>388.0</c:v>
                </c:pt>
                <c:pt idx="4521">
                  <c:v>388.0</c:v>
                </c:pt>
                <c:pt idx="4522">
                  <c:v>388.0</c:v>
                </c:pt>
                <c:pt idx="4523">
                  <c:v>388.0</c:v>
                </c:pt>
                <c:pt idx="4524">
                  <c:v>388.0</c:v>
                </c:pt>
                <c:pt idx="4525">
                  <c:v>388.0</c:v>
                </c:pt>
                <c:pt idx="4526">
                  <c:v>388.0</c:v>
                </c:pt>
                <c:pt idx="4527">
                  <c:v>388.0</c:v>
                </c:pt>
                <c:pt idx="4528">
                  <c:v>388.0</c:v>
                </c:pt>
                <c:pt idx="4529">
                  <c:v>388.0</c:v>
                </c:pt>
                <c:pt idx="4530">
                  <c:v>388.0</c:v>
                </c:pt>
                <c:pt idx="4531">
                  <c:v>388.0</c:v>
                </c:pt>
                <c:pt idx="4532">
                  <c:v>388.0</c:v>
                </c:pt>
                <c:pt idx="4533">
                  <c:v>388.0</c:v>
                </c:pt>
                <c:pt idx="4534">
                  <c:v>388.0</c:v>
                </c:pt>
                <c:pt idx="4535">
                  <c:v>388.0</c:v>
                </c:pt>
                <c:pt idx="4536">
                  <c:v>388.0</c:v>
                </c:pt>
                <c:pt idx="4537">
                  <c:v>388.0</c:v>
                </c:pt>
                <c:pt idx="4538">
                  <c:v>388.0</c:v>
                </c:pt>
                <c:pt idx="4539">
                  <c:v>388.0</c:v>
                </c:pt>
                <c:pt idx="4540">
                  <c:v>388.0</c:v>
                </c:pt>
                <c:pt idx="4541">
                  <c:v>388.0</c:v>
                </c:pt>
                <c:pt idx="4542">
                  <c:v>388.0</c:v>
                </c:pt>
                <c:pt idx="4543">
                  <c:v>388.0</c:v>
                </c:pt>
                <c:pt idx="4544">
                  <c:v>388.0</c:v>
                </c:pt>
                <c:pt idx="4545">
                  <c:v>388.0</c:v>
                </c:pt>
                <c:pt idx="4546">
                  <c:v>388.0</c:v>
                </c:pt>
                <c:pt idx="4547">
                  <c:v>388.0</c:v>
                </c:pt>
                <c:pt idx="4548">
                  <c:v>388.0</c:v>
                </c:pt>
                <c:pt idx="4549">
                  <c:v>388.0</c:v>
                </c:pt>
                <c:pt idx="4550">
                  <c:v>388.0</c:v>
                </c:pt>
                <c:pt idx="4551">
                  <c:v>388.0</c:v>
                </c:pt>
                <c:pt idx="4552">
                  <c:v>388.0</c:v>
                </c:pt>
                <c:pt idx="4553">
                  <c:v>388.0</c:v>
                </c:pt>
                <c:pt idx="4554">
                  <c:v>388.0</c:v>
                </c:pt>
                <c:pt idx="4555">
                  <c:v>388.0</c:v>
                </c:pt>
                <c:pt idx="4556">
                  <c:v>388.0</c:v>
                </c:pt>
                <c:pt idx="4557">
                  <c:v>388.0</c:v>
                </c:pt>
                <c:pt idx="4558">
                  <c:v>388.0</c:v>
                </c:pt>
                <c:pt idx="4559">
                  <c:v>388.0</c:v>
                </c:pt>
                <c:pt idx="4560">
                  <c:v>388.0</c:v>
                </c:pt>
                <c:pt idx="4561">
                  <c:v>388.0</c:v>
                </c:pt>
                <c:pt idx="4562">
                  <c:v>388.0</c:v>
                </c:pt>
                <c:pt idx="4563">
                  <c:v>388.0</c:v>
                </c:pt>
                <c:pt idx="4564">
                  <c:v>388.0</c:v>
                </c:pt>
                <c:pt idx="4565">
                  <c:v>388.0</c:v>
                </c:pt>
                <c:pt idx="4566">
                  <c:v>388.0</c:v>
                </c:pt>
                <c:pt idx="4567">
                  <c:v>388.0</c:v>
                </c:pt>
                <c:pt idx="4568">
                  <c:v>388.0</c:v>
                </c:pt>
                <c:pt idx="4569">
                  <c:v>388.0</c:v>
                </c:pt>
                <c:pt idx="4570">
                  <c:v>388.0</c:v>
                </c:pt>
                <c:pt idx="4571">
                  <c:v>388.0</c:v>
                </c:pt>
                <c:pt idx="4572">
                  <c:v>388.0</c:v>
                </c:pt>
                <c:pt idx="4573">
                  <c:v>388.0</c:v>
                </c:pt>
                <c:pt idx="4574">
                  <c:v>388.0</c:v>
                </c:pt>
                <c:pt idx="4575">
                  <c:v>388.0</c:v>
                </c:pt>
                <c:pt idx="4576">
                  <c:v>388.0</c:v>
                </c:pt>
                <c:pt idx="4577">
                  <c:v>388.0</c:v>
                </c:pt>
                <c:pt idx="4578">
                  <c:v>388.0</c:v>
                </c:pt>
                <c:pt idx="4579">
                  <c:v>388.0</c:v>
                </c:pt>
                <c:pt idx="4580">
                  <c:v>388.0</c:v>
                </c:pt>
                <c:pt idx="4581">
                  <c:v>388.0</c:v>
                </c:pt>
                <c:pt idx="4582">
                  <c:v>388.0</c:v>
                </c:pt>
                <c:pt idx="4583">
                  <c:v>388.0</c:v>
                </c:pt>
                <c:pt idx="4584">
                  <c:v>388.0</c:v>
                </c:pt>
                <c:pt idx="4585">
                  <c:v>388.0</c:v>
                </c:pt>
                <c:pt idx="4586">
                  <c:v>388.0</c:v>
                </c:pt>
                <c:pt idx="4587">
                  <c:v>388.0</c:v>
                </c:pt>
                <c:pt idx="4588">
                  <c:v>388.0</c:v>
                </c:pt>
                <c:pt idx="4589">
                  <c:v>388.0</c:v>
                </c:pt>
                <c:pt idx="4590">
                  <c:v>388.0</c:v>
                </c:pt>
                <c:pt idx="4591">
                  <c:v>388.0</c:v>
                </c:pt>
                <c:pt idx="4592">
                  <c:v>388.0</c:v>
                </c:pt>
                <c:pt idx="4593">
                  <c:v>388.0</c:v>
                </c:pt>
                <c:pt idx="4594">
                  <c:v>388.0</c:v>
                </c:pt>
                <c:pt idx="4595">
                  <c:v>388.0</c:v>
                </c:pt>
                <c:pt idx="4596">
                  <c:v>388.0</c:v>
                </c:pt>
                <c:pt idx="4597">
                  <c:v>388.0</c:v>
                </c:pt>
                <c:pt idx="4598">
                  <c:v>388.0</c:v>
                </c:pt>
                <c:pt idx="4599">
                  <c:v>388.0</c:v>
                </c:pt>
                <c:pt idx="4600">
                  <c:v>388.0</c:v>
                </c:pt>
                <c:pt idx="4601">
                  <c:v>388.0</c:v>
                </c:pt>
                <c:pt idx="4602">
                  <c:v>388.0</c:v>
                </c:pt>
                <c:pt idx="4603">
                  <c:v>388.0</c:v>
                </c:pt>
                <c:pt idx="4604">
                  <c:v>388.0</c:v>
                </c:pt>
                <c:pt idx="4605">
                  <c:v>388.0</c:v>
                </c:pt>
                <c:pt idx="4606">
                  <c:v>388.0</c:v>
                </c:pt>
                <c:pt idx="4607">
                  <c:v>388.0</c:v>
                </c:pt>
                <c:pt idx="4608">
                  <c:v>388.0</c:v>
                </c:pt>
                <c:pt idx="4609">
                  <c:v>388.0</c:v>
                </c:pt>
                <c:pt idx="4610">
                  <c:v>388.0</c:v>
                </c:pt>
                <c:pt idx="4611">
                  <c:v>388.0</c:v>
                </c:pt>
                <c:pt idx="4612">
                  <c:v>388.0</c:v>
                </c:pt>
                <c:pt idx="4613">
                  <c:v>388.0</c:v>
                </c:pt>
                <c:pt idx="4614">
                  <c:v>388.0</c:v>
                </c:pt>
                <c:pt idx="4615">
                  <c:v>388.0</c:v>
                </c:pt>
                <c:pt idx="4616">
                  <c:v>388.0</c:v>
                </c:pt>
                <c:pt idx="4617">
                  <c:v>388.0</c:v>
                </c:pt>
                <c:pt idx="4618">
                  <c:v>388.0</c:v>
                </c:pt>
                <c:pt idx="4619">
                  <c:v>388.0</c:v>
                </c:pt>
                <c:pt idx="4620">
                  <c:v>388.0</c:v>
                </c:pt>
                <c:pt idx="4621">
                  <c:v>388.0</c:v>
                </c:pt>
                <c:pt idx="4622">
                  <c:v>388.0</c:v>
                </c:pt>
                <c:pt idx="4623">
                  <c:v>388.0</c:v>
                </c:pt>
                <c:pt idx="4624">
                  <c:v>388.0</c:v>
                </c:pt>
                <c:pt idx="4625">
                  <c:v>388.0</c:v>
                </c:pt>
                <c:pt idx="4626">
                  <c:v>388.0</c:v>
                </c:pt>
                <c:pt idx="4627">
                  <c:v>388.0</c:v>
                </c:pt>
                <c:pt idx="4628">
                  <c:v>388.0</c:v>
                </c:pt>
                <c:pt idx="4629">
                  <c:v>388.0</c:v>
                </c:pt>
                <c:pt idx="4630">
                  <c:v>388.0</c:v>
                </c:pt>
                <c:pt idx="4631">
                  <c:v>388.0</c:v>
                </c:pt>
                <c:pt idx="4632">
                  <c:v>388.0</c:v>
                </c:pt>
                <c:pt idx="4633">
                  <c:v>388.0</c:v>
                </c:pt>
                <c:pt idx="4634">
                  <c:v>388.0</c:v>
                </c:pt>
                <c:pt idx="4635">
                  <c:v>388.0</c:v>
                </c:pt>
                <c:pt idx="4636">
                  <c:v>388.0</c:v>
                </c:pt>
                <c:pt idx="4637">
                  <c:v>388.0</c:v>
                </c:pt>
                <c:pt idx="4638">
                  <c:v>388.0</c:v>
                </c:pt>
                <c:pt idx="4639">
                  <c:v>388.0</c:v>
                </c:pt>
                <c:pt idx="4640">
                  <c:v>388.0</c:v>
                </c:pt>
                <c:pt idx="4641">
                  <c:v>388.0</c:v>
                </c:pt>
                <c:pt idx="4642">
                  <c:v>388.0</c:v>
                </c:pt>
                <c:pt idx="4643">
                  <c:v>388.0</c:v>
                </c:pt>
                <c:pt idx="4644">
                  <c:v>388.0</c:v>
                </c:pt>
                <c:pt idx="4645">
                  <c:v>388.0</c:v>
                </c:pt>
                <c:pt idx="4646">
                  <c:v>388.0</c:v>
                </c:pt>
                <c:pt idx="4647">
                  <c:v>388.0</c:v>
                </c:pt>
                <c:pt idx="4648">
                  <c:v>388.0</c:v>
                </c:pt>
                <c:pt idx="4649">
                  <c:v>388.0</c:v>
                </c:pt>
                <c:pt idx="4650">
                  <c:v>388.0</c:v>
                </c:pt>
                <c:pt idx="4651">
                  <c:v>388.0</c:v>
                </c:pt>
                <c:pt idx="4652">
                  <c:v>388.0</c:v>
                </c:pt>
                <c:pt idx="4653">
                  <c:v>388.0</c:v>
                </c:pt>
                <c:pt idx="4654">
                  <c:v>388.0</c:v>
                </c:pt>
                <c:pt idx="4655">
                  <c:v>388.0</c:v>
                </c:pt>
                <c:pt idx="4656">
                  <c:v>388.0</c:v>
                </c:pt>
                <c:pt idx="4657">
                  <c:v>388.0</c:v>
                </c:pt>
                <c:pt idx="4658">
                  <c:v>388.0</c:v>
                </c:pt>
                <c:pt idx="4659">
                  <c:v>388.0</c:v>
                </c:pt>
                <c:pt idx="4660">
                  <c:v>388.0</c:v>
                </c:pt>
                <c:pt idx="4661">
                  <c:v>388.0</c:v>
                </c:pt>
                <c:pt idx="4662">
                  <c:v>388.0</c:v>
                </c:pt>
                <c:pt idx="4663">
                  <c:v>388.0</c:v>
                </c:pt>
                <c:pt idx="4664">
                  <c:v>388.0</c:v>
                </c:pt>
                <c:pt idx="4665">
                  <c:v>388.0</c:v>
                </c:pt>
                <c:pt idx="4666">
                  <c:v>388.0</c:v>
                </c:pt>
                <c:pt idx="4667">
                  <c:v>388.0</c:v>
                </c:pt>
                <c:pt idx="4668">
                  <c:v>388.0</c:v>
                </c:pt>
                <c:pt idx="4669">
                  <c:v>388.0</c:v>
                </c:pt>
                <c:pt idx="4670">
                  <c:v>388.0</c:v>
                </c:pt>
                <c:pt idx="4671">
                  <c:v>388.0</c:v>
                </c:pt>
                <c:pt idx="4672">
                  <c:v>388.0</c:v>
                </c:pt>
                <c:pt idx="4673">
                  <c:v>388.0</c:v>
                </c:pt>
                <c:pt idx="4674">
                  <c:v>388.0</c:v>
                </c:pt>
                <c:pt idx="4675">
                  <c:v>388.0</c:v>
                </c:pt>
                <c:pt idx="4676">
                  <c:v>388.0</c:v>
                </c:pt>
                <c:pt idx="4677">
                  <c:v>388.0</c:v>
                </c:pt>
                <c:pt idx="4678">
                  <c:v>388.0</c:v>
                </c:pt>
                <c:pt idx="4679">
                  <c:v>388.0</c:v>
                </c:pt>
                <c:pt idx="4680">
                  <c:v>388.0</c:v>
                </c:pt>
                <c:pt idx="4681">
                  <c:v>388.0</c:v>
                </c:pt>
                <c:pt idx="4682">
                  <c:v>388.0</c:v>
                </c:pt>
                <c:pt idx="4683">
                  <c:v>388.0</c:v>
                </c:pt>
                <c:pt idx="4684">
                  <c:v>388.0</c:v>
                </c:pt>
                <c:pt idx="4685">
                  <c:v>388.0</c:v>
                </c:pt>
                <c:pt idx="4686">
                  <c:v>388.0</c:v>
                </c:pt>
                <c:pt idx="4687">
                  <c:v>388.0</c:v>
                </c:pt>
                <c:pt idx="4688">
                  <c:v>388.0</c:v>
                </c:pt>
                <c:pt idx="4689">
                  <c:v>388.0</c:v>
                </c:pt>
                <c:pt idx="4690">
                  <c:v>388.0</c:v>
                </c:pt>
                <c:pt idx="4691">
                  <c:v>388.0</c:v>
                </c:pt>
                <c:pt idx="4692">
                  <c:v>388.0</c:v>
                </c:pt>
                <c:pt idx="4693">
                  <c:v>388.0</c:v>
                </c:pt>
                <c:pt idx="4694">
                  <c:v>388.0</c:v>
                </c:pt>
                <c:pt idx="4695">
                  <c:v>388.0</c:v>
                </c:pt>
                <c:pt idx="4696">
                  <c:v>388.0</c:v>
                </c:pt>
                <c:pt idx="4697">
                  <c:v>388.0</c:v>
                </c:pt>
                <c:pt idx="4698">
                  <c:v>388.0</c:v>
                </c:pt>
                <c:pt idx="4699">
                  <c:v>388.0</c:v>
                </c:pt>
                <c:pt idx="4700">
                  <c:v>388.0</c:v>
                </c:pt>
                <c:pt idx="4701">
                  <c:v>388.0</c:v>
                </c:pt>
                <c:pt idx="4702">
                  <c:v>388.0</c:v>
                </c:pt>
                <c:pt idx="4703">
                  <c:v>388.0</c:v>
                </c:pt>
                <c:pt idx="4704">
                  <c:v>388.0</c:v>
                </c:pt>
                <c:pt idx="4705">
                  <c:v>388.0</c:v>
                </c:pt>
                <c:pt idx="4706">
                  <c:v>388.0</c:v>
                </c:pt>
                <c:pt idx="4707">
                  <c:v>388.0</c:v>
                </c:pt>
                <c:pt idx="4708">
                  <c:v>388.0</c:v>
                </c:pt>
                <c:pt idx="4709">
                  <c:v>388.0</c:v>
                </c:pt>
                <c:pt idx="4710">
                  <c:v>388.0</c:v>
                </c:pt>
                <c:pt idx="4711">
                  <c:v>388.0</c:v>
                </c:pt>
                <c:pt idx="4712">
                  <c:v>388.0</c:v>
                </c:pt>
                <c:pt idx="4713">
                  <c:v>388.0</c:v>
                </c:pt>
                <c:pt idx="4714">
                  <c:v>388.0</c:v>
                </c:pt>
                <c:pt idx="4715">
                  <c:v>388.0</c:v>
                </c:pt>
                <c:pt idx="4716">
                  <c:v>388.0</c:v>
                </c:pt>
                <c:pt idx="4717">
                  <c:v>388.0</c:v>
                </c:pt>
                <c:pt idx="4718">
                  <c:v>388.0</c:v>
                </c:pt>
                <c:pt idx="4719">
                  <c:v>388.0</c:v>
                </c:pt>
                <c:pt idx="4720">
                  <c:v>388.0</c:v>
                </c:pt>
                <c:pt idx="4721">
                  <c:v>388.0</c:v>
                </c:pt>
                <c:pt idx="4722">
                  <c:v>388.0</c:v>
                </c:pt>
                <c:pt idx="4723">
                  <c:v>388.0</c:v>
                </c:pt>
                <c:pt idx="4724">
                  <c:v>388.0</c:v>
                </c:pt>
                <c:pt idx="4725">
                  <c:v>388.0</c:v>
                </c:pt>
                <c:pt idx="4726">
                  <c:v>388.0</c:v>
                </c:pt>
                <c:pt idx="4727">
                  <c:v>388.0</c:v>
                </c:pt>
                <c:pt idx="4728">
                  <c:v>388.0</c:v>
                </c:pt>
                <c:pt idx="4729">
                  <c:v>388.0</c:v>
                </c:pt>
                <c:pt idx="4730">
                  <c:v>388.0</c:v>
                </c:pt>
                <c:pt idx="4731">
                  <c:v>388.0</c:v>
                </c:pt>
                <c:pt idx="4732">
                  <c:v>388.0</c:v>
                </c:pt>
                <c:pt idx="4733">
                  <c:v>388.0</c:v>
                </c:pt>
                <c:pt idx="4734">
                  <c:v>388.0</c:v>
                </c:pt>
                <c:pt idx="4735">
                  <c:v>388.0</c:v>
                </c:pt>
                <c:pt idx="4736">
                  <c:v>388.0</c:v>
                </c:pt>
                <c:pt idx="4737">
                  <c:v>388.0</c:v>
                </c:pt>
                <c:pt idx="4738">
                  <c:v>388.0</c:v>
                </c:pt>
                <c:pt idx="4739">
                  <c:v>388.0</c:v>
                </c:pt>
                <c:pt idx="4740">
                  <c:v>388.0</c:v>
                </c:pt>
                <c:pt idx="4741">
                  <c:v>388.0</c:v>
                </c:pt>
                <c:pt idx="4742">
                  <c:v>388.0</c:v>
                </c:pt>
                <c:pt idx="4743">
                  <c:v>388.0</c:v>
                </c:pt>
                <c:pt idx="4744">
                  <c:v>388.0</c:v>
                </c:pt>
                <c:pt idx="4745">
                  <c:v>388.0</c:v>
                </c:pt>
                <c:pt idx="4746">
                  <c:v>388.0</c:v>
                </c:pt>
                <c:pt idx="4747">
                  <c:v>388.0</c:v>
                </c:pt>
                <c:pt idx="4748">
                  <c:v>388.0</c:v>
                </c:pt>
                <c:pt idx="4749">
                  <c:v>388.0</c:v>
                </c:pt>
                <c:pt idx="4750">
                  <c:v>388.0</c:v>
                </c:pt>
                <c:pt idx="4751">
                  <c:v>388.0</c:v>
                </c:pt>
                <c:pt idx="4752">
                  <c:v>388.0</c:v>
                </c:pt>
                <c:pt idx="4753">
                  <c:v>388.0</c:v>
                </c:pt>
                <c:pt idx="4754">
                  <c:v>388.0</c:v>
                </c:pt>
                <c:pt idx="4755">
                  <c:v>388.0</c:v>
                </c:pt>
                <c:pt idx="4756">
                  <c:v>388.0</c:v>
                </c:pt>
                <c:pt idx="4757">
                  <c:v>388.0</c:v>
                </c:pt>
                <c:pt idx="4758">
                  <c:v>388.0</c:v>
                </c:pt>
                <c:pt idx="4759">
                  <c:v>388.0</c:v>
                </c:pt>
                <c:pt idx="4760">
                  <c:v>388.0</c:v>
                </c:pt>
                <c:pt idx="4761">
                  <c:v>388.0</c:v>
                </c:pt>
                <c:pt idx="4762">
                  <c:v>388.0</c:v>
                </c:pt>
                <c:pt idx="4763">
                  <c:v>388.0</c:v>
                </c:pt>
                <c:pt idx="4764">
                  <c:v>388.0</c:v>
                </c:pt>
                <c:pt idx="4765">
                  <c:v>388.0</c:v>
                </c:pt>
                <c:pt idx="4766">
                  <c:v>388.0</c:v>
                </c:pt>
                <c:pt idx="4767">
                  <c:v>388.0</c:v>
                </c:pt>
                <c:pt idx="4768">
                  <c:v>388.0</c:v>
                </c:pt>
                <c:pt idx="4769">
                  <c:v>388.0</c:v>
                </c:pt>
                <c:pt idx="4770">
                  <c:v>388.0</c:v>
                </c:pt>
                <c:pt idx="4771">
                  <c:v>388.0</c:v>
                </c:pt>
                <c:pt idx="4772">
                  <c:v>388.0</c:v>
                </c:pt>
                <c:pt idx="4773">
                  <c:v>388.0</c:v>
                </c:pt>
                <c:pt idx="4774">
                  <c:v>388.0</c:v>
                </c:pt>
                <c:pt idx="4775">
                  <c:v>388.0</c:v>
                </c:pt>
                <c:pt idx="4776">
                  <c:v>388.0</c:v>
                </c:pt>
                <c:pt idx="4777">
                  <c:v>388.0</c:v>
                </c:pt>
                <c:pt idx="4778">
                  <c:v>388.0</c:v>
                </c:pt>
                <c:pt idx="4779">
                  <c:v>388.0</c:v>
                </c:pt>
                <c:pt idx="4780">
                  <c:v>388.0</c:v>
                </c:pt>
                <c:pt idx="4781">
                  <c:v>388.0</c:v>
                </c:pt>
                <c:pt idx="4782">
                  <c:v>388.0</c:v>
                </c:pt>
                <c:pt idx="4783">
                  <c:v>388.0</c:v>
                </c:pt>
                <c:pt idx="4784">
                  <c:v>388.0</c:v>
                </c:pt>
                <c:pt idx="4785">
                  <c:v>388.0</c:v>
                </c:pt>
                <c:pt idx="4786">
                  <c:v>388.0</c:v>
                </c:pt>
                <c:pt idx="4787">
                  <c:v>388.0</c:v>
                </c:pt>
                <c:pt idx="4788">
                  <c:v>388.0</c:v>
                </c:pt>
                <c:pt idx="4789">
                  <c:v>388.0</c:v>
                </c:pt>
                <c:pt idx="4790">
                  <c:v>388.0</c:v>
                </c:pt>
                <c:pt idx="4791">
                  <c:v>388.0</c:v>
                </c:pt>
                <c:pt idx="4792">
                  <c:v>388.0</c:v>
                </c:pt>
                <c:pt idx="4793">
                  <c:v>388.0</c:v>
                </c:pt>
                <c:pt idx="4794">
                  <c:v>388.0</c:v>
                </c:pt>
                <c:pt idx="4795">
                  <c:v>388.0</c:v>
                </c:pt>
                <c:pt idx="4796">
                  <c:v>388.0</c:v>
                </c:pt>
                <c:pt idx="4797">
                  <c:v>388.0</c:v>
                </c:pt>
                <c:pt idx="4798">
                  <c:v>388.0</c:v>
                </c:pt>
                <c:pt idx="4799">
                  <c:v>388.0</c:v>
                </c:pt>
                <c:pt idx="4800">
                  <c:v>388.0</c:v>
                </c:pt>
                <c:pt idx="4801">
                  <c:v>388.0</c:v>
                </c:pt>
                <c:pt idx="4802">
                  <c:v>388.0</c:v>
                </c:pt>
                <c:pt idx="4803">
                  <c:v>388.0</c:v>
                </c:pt>
                <c:pt idx="4804">
                  <c:v>388.0</c:v>
                </c:pt>
                <c:pt idx="4805">
                  <c:v>388.0</c:v>
                </c:pt>
                <c:pt idx="4806">
                  <c:v>388.0</c:v>
                </c:pt>
                <c:pt idx="4807">
                  <c:v>388.0</c:v>
                </c:pt>
                <c:pt idx="4808">
                  <c:v>388.0</c:v>
                </c:pt>
                <c:pt idx="4809">
                  <c:v>388.0</c:v>
                </c:pt>
                <c:pt idx="4810">
                  <c:v>388.0</c:v>
                </c:pt>
                <c:pt idx="4811">
                  <c:v>388.0</c:v>
                </c:pt>
                <c:pt idx="4812">
                  <c:v>388.0</c:v>
                </c:pt>
                <c:pt idx="4813">
                  <c:v>388.0</c:v>
                </c:pt>
                <c:pt idx="4814">
                  <c:v>388.0</c:v>
                </c:pt>
                <c:pt idx="4815">
                  <c:v>388.0</c:v>
                </c:pt>
                <c:pt idx="4816">
                  <c:v>388.0</c:v>
                </c:pt>
                <c:pt idx="4817">
                  <c:v>388.0</c:v>
                </c:pt>
                <c:pt idx="4818">
                  <c:v>388.0</c:v>
                </c:pt>
                <c:pt idx="4819">
                  <c:v>388.0</c:v>
                </c:pt>
                <c:pt idx="4820">
                  <c:v>388.0</c:v>
                </c:pt>
                <c:pt idx="4821">
                  <c:v>388.0</c:v>
                </c:pt>
                <c:pt idx="4822">
                  <c:v>388.0</c:v>
                </c:pt>
                <c:pt idx="4823">
                  <c:v>388.0</c:v>
                </c:pt>
                <c:pt idx="4824">
                  <c:v>388.0</c:v>
                </c:pt>
                <c:pt idx="4825">
                  <c:v>388.0</c:v>
                </c:pt>
                <c:pt idx="4826">
                  <c:v>388.0</c:v>
                </c:pt>
                <c:pt idx="4827">
                  <c:v>388.0</c:v>
                </c:pt>
                <c:pt idx="4828">
                  <c:v>388.0</c:v>
                </c:pt>
                <c:pt idx="4829">
                  <c:v>388.0</c:v>
                </c:pt>
                <c:pt idx="4830">
                  <c:v>388.0</c:v>
                </c:pt>
                <c:pt idx="4831">
                  <c:v>388.0</c:v>
                </c:pt>
                <c:pt idx="4832">
                  <c:v>388.0</c:v>
                </c:pt>
                <c:pt idx="4833">
                  <c:v>388.0</c:v>
                </c:pt>
                <c:pt idx="4834">
                  <c:v>388.0</c:v>
                </c:pt>
                <c:pt idx="4835">
                  <c:v>388.0</c:v>
                </c:pt>
                <c:pt idx="4836">
                  <c:v>388.0</c:v>
                </c:pt>
                <c:pt idx="4837">
                  <c:v>388.0</c:v>
                </c:pt>
                <c:pt idx="4838">
                  <c:v>388.0</c:v>
                </c:pt>
                <c:pt idx="4839">
                  <c:v>388.0</c:v>
                </c:pt>
                <c:pt idx="4840">
                  <c:v>388.0</c:v>
                </c:pt>
                <c:pt idx="4841">
                  <c:v>388.0</c:v>
                </c:pt>
                <c:pt idx="4842">
                  <c:v>388.0</c:v>
                </c:pt>
                <c:pt idx="4843">
                  <c:v>388.0</c:v>
                </c:pt>
                <c:pt idx="4844">
                  <c:v>388.0</c:v>
                </c:pt>
                <c:pt idx="4845">
                  <c:v>388.0</c:v>
                </c:pt>
                <c:pt idx="4846">
                  <c:v>388.0</c:v>
                </c:pt>
                <c:pt idx="4847">
                  <c:v>388.0</c:v>
                </c:pt>
                <c:pt idx="4848">
                  <c:v>388.0</c:v>
                </c:pt>
                <c:pt idx="4849">
                  <c:v>388.0</c:v>
                </c:pt>
                <c:pt idx="4850">
                  <c:v>388.0</c:v>
                </c:pt>
                <c:pt idx="4851">
                  <c:v>388.0</c:v>
                </c:pt>
                <c:pt idx="4852">
                  <c:v>388.0</c:v>
                </c:pt>
                <c:pt idx="4853">
                  <c:v>388.0</c:v>
                </c:pt>
                <c:pt idx="4854">
                  <c:v>388.0</c:v>
                </c:pt>
                <c:pt idx="4855">
                  <c:v>388.0</c:v>
                </c:pt>
                <c:pt idx="4856">
                  <c:v>388.0</c:v>
                </c:pt>
                <c:pt idx="4857">
                  <c:v>388.0</c:v>
                </c:pt>
                <c:pt idx="4858">
                  <c:v>388.0</c:v>
                </c:pt>
                <c:pt idx="4859">
                  <c:v>388.0</c:v>
                </c:pt>
                <c:pt idx="4860">
                  <c:v>388.0</c:v>
                </c:pt>
                <c:pt idx="4861">
                  <c:v>388.0</c:v>
                </c:pt>
                <c:pt idx="4862">
                  <c:v>388.0</c:v>
                </c:pt>
                <c:pt idx="4863">
                  <c:v>388.0</c:v>
                </c:pt>
                <c:pt idx="4864">
                  <c:v>388.0</c:v>
                </c:pt>
                <c:pt idx="4865">
                  <c:v>388.0</c:v>
                </c:pt>
                <c:pt idx="4866">
                  <c:v>388.0</c:v>
                </c:pt>
                <c:pt idx="4867">
                  <c:v>388.0</c:v>
                </c:pt>
                <c:pt idx="4868">
                  <c:v>388.0</c:v>
                </c:pt>
                <c:pt idx="4869">
                  <c:v>388.0</c:v>
                </c:pt>
                <c:pt idx="4870">
                  <c:v>388.0</c:v>
                </c:pt>
                <c:pt idx="4871">
                  <c:v>388.0</c:v>
                </c:pt>
                <c:pt idx="4872">
                  <c:v>388.0</c:v>
                </c:pt>
                <c:pt idx="4873">
                  <c:v>388.0</c:v>
                </c:pt>
                <c:pt idx="4874">
                  <c:v>388.0</c:v>
                </c:pt>
                <c:pt idx="4875">
                  <c:v>388.0</c:v>
                </c:pt>
                <c:pt idx="4876">
                  <c:v>388.0</c:v>
                </c:pt>
                <c:pt idx="4877">
                  <c:v>388.0</c:v>
                </c:pt>
                <c:pt idx="4878">
                  <c:v>388.0</c:v>
                </c:pt>
                <c:pt idx="4879">
                  <c:v>388.0</c:v>
                </c:pt>
                <c:pt idx="4880">
                  <c:v>388.0</c:v>
                </c:pt>
                <c:pt idx="4881">
                  <c:v>388.0</c:v>
                </c:pt>
                <c:pt idx="4882">
                  <c:v>388.0</c:v>
                </c:pt>
                <c:pt idx="4883">
                  <c:v>388.0</c:v>
                </c:pt>
                <c:pt idx="4884">
                  <c:v>388.0</c:v>
                </c:pt>
                <c:pt idx="4885">
                  <c:v>388.0</c:v>
                </c:pt>
                <c:pt idx="4886">
                  <c:v>388.0</c:v>
                </c:pt>
                <c:pt idx="4887">
                  <c:v>388.0</c:v>
                </c:pt>
                <c:pt idx="4888">
                  <c:v>388.0</c:v>
                </c:pt>
                <c:pt idx="4889">
                  <c:v>388.0</c:v>
                </c:pt>
                <c:pt idx="4890">
                  <c:v>388.0</c:v>
                </c:pt>
                <c:pt idx="4891">
                  <c:v>388.0</c:v>
                </c:pt>
                <c:pt idx="4892">
                  <c:v>388.0</c:v>
                </c:pt>
                <c:pt idx="4893">
                  <c:v>388.0</c:v>
                </c:pt>
                <c:pt idx="4894">
                  <c:v>388.0</c:v>
                </c:pt>
                <c:pt idx="4895">
                  <c:v>388.0</c:v>
                </c:pt>
                <c:pt idx="4896">
                  <c:v>388.0</c:v>
                </c:pt>
                <c:pt idx="4897">
                  <c:v>388.0</c:v>
                </c:pt>
                <c:pt idx="4898">
                  <c:v>388.0</c:v>
                </c:pt>
                <c:pt idx="4899">
                  <c:v>388.0</c:v>
                </c:pt>
                <c:pt idx="4900">
                  <c:v>388.0</c:v>
                </c:pt>
                <c:pt idx="4901">
                  <c:v>388.0</c:v>
                </c:pt>
                <c:pt idx="4902">
                  <c:v>388.0</c:v>
                </c:pt>
                <c:pt idx="4903">
                  <c:v>388.0</c:v>
                </c:pt>
                <c:pt idx="4904">
                  <c:v>388.0</c:v>
                </c:pt>
                <c:pt idx="4905">
                  <c:v>388.0</c:v>
                </c:pt>
                <c:pt idx="4906">
                  <c:v>388.0</c:v>
                </c:pt>
                <c:pt idx="4907">
                  <c:v>388.0</c:v>
                </c:pt>
                <c:pt idx="4908">
                  <c:v>388.0</c:v>
                </c:pt>
                <c:pt idx="4909">
                  <c:v>388.0</c:v>
                </c:pt>
                <c:pt idx="4910">
                  <c:v>388.0</c:v>
                </c:pt>
                <c:pt idx="4911">
                  <c:v>388.0</c:v>
                </c:pt>
                <c:pt idx="4912">
                  <c:v>388.0</c:v>
                </c:pt>
                <c:pt idx="4913">
                  <c:v>388.0</c:v>
                </c:pt>
                <c:pt idx="4914">
                  <c:v>388.0</c:v>
                </c:pt>
                <c:pt idx="4915">
                  <c:v>388.0</c:v>
                </c:pt>
                <c:pt idx="4916">
                  <c:v>388.0</c:v>
                </c:pt>
                <c:pt idx="4917">
                  <c:v>388.0</c:v>
                </c:pt>
                <c:pt idx="4918">
                  <c:v>388.0</c:v>
                </c:pt>
                <c:pt idx="4919">
                  <c:v>388.0</c:v>
                </c:pt>
                <c:pt idx="4920">
                  <c:v>388.0</c:v>
                </c:pt>
                <c:pt idx="4921">
                  <c:v>388.0</c:v>
                </c:pt>
                <c:pt idx="4922">
                  <c:v>388.0</c:v>
                </c:pt>
                <c:pt idx="4923">
                  <c:v>388.0</c:v>
                </c:pt>
                <c:pt idx="4924">
                  <c:v>388.0</c:v>
                </c:pt>
                <c:pt idx="4925">
                  <c:v>388.0</c:v>
                </c:pt>
                <c:pt idx="4926">
                  <c:v>388.0</c:v>
                </c:pt>
                <c:pt idx="4927">
                  <c:v>388.0</c:v>
                </c:pt>
                <c:pt idx="4928">
                  <c:v>388.0</c:v>
                </c:pt>
                <c:pt idx="4929">
                  <c:v>388.0</c:v>
                </c:pt>
                <c:pt idx="4930">
                  <c:v>388.0</c:v>
                </c:pt>
                <c:pt idx="4931">
                  <c:v>388.0</c:v>
                </c:pt>
                <c:pt idx="4932">
                  <c:v>388.0</c:v>
                </c:pt>
                <c:pt idx="4933">
                  <c:v>388.0</c:v>
                </c:pt>
                <c:pt idx="4934">
                  <c:v>388.0</c:v>
                </c:pt>
                <c:pt idx="4935">
                  <c:v>388.0</c:v>
                </c:pt>
                <c:pt idx="4936">
                  <c:v>388.0</c:v>
                </c:pt>
                <c:pt idx="4937">
                  <c:v>388.0</c:v>
                </c:pt>
                <c:pt idx="4938">
                  <c:v>388.0</c:v>
                </c:pt>
                <c:pt idx="4939">
                  <c:v>388.0</c:v>
                </c:pt>
                <c:pt idx="4940">
                  <c:v>388.0</c:v>
                </c:pt>
                <c:pt idx="4941">
                  <c:v>388.0</c:v>
                </c:pt>
                <c:pt idx="4942">
                  <c:v>388.0</c:v>
                </c:pt>
                <c:pt idx="4943">
                  <c:v>388.0</c:v>
                </c:pt>
                <c:pt idx="4944">
                  <c:v>388.0</c:v>
                </c:pt>
                <c:pt idx="4945">
                  <c:v>388.0</c:v>
                </c:pt>
                <c:pt idx="4946">
                  <c:v>388.0</c:v>
                </c:pt>
                <c:pt idx="4947">
                  <c:v>388.0</c:v>
                </c:pt>
                <c:pt idx="4948">
                  <c:v>388.0</c:v>
                </c:pt>
                <c:pt idx="4949">
                  <c:v>388.0</c:v>
                </c:pt>
                <c:pt idx="4950">
                  <c:v>388.0</c:v>
                </c:pt>
                <c:pt idx="4951">
                  <c:v>388.0</c:v>
                </c:pt>
                <c:pt idx="4952">
                  <c:v>388.0</c:v>
                </c:pt>
                <c:pt idx="4953">
                  <c:v>388.0</c:v>
                </c:pt>
                <c:pt idx="4954">
                  <c:v>388.0</c:v>
                </c:pt>
                <c:pt idx="4955">
                  <c:v>388.0</c:v>
                </c:pt>
                <c:pt idx="4956">
                  <c:v>388.0</c:v>
                </c:pt>
                <c:pt idx="4957">
                  <c:v>388.0</c:v>
                </c:pt>
                <c:pt idx="4958">
                  <c:v>388.0</c:v>
                </c:pt>
                <c:pt idx="4959">
                  <c:v>388.0</c:v>
                </c:pt>
                <c:pt idx="4960">
                  <c:v>388.0</c:v>
                </c:pt>
                <c:pt idx="4961">
                  <c:v>388.0</c:v>
                </c:pt>
                <c:pt idx="4962">
                  <c:v>388.0</c:v>
                </c:pt>
                <c:pt idx="4963">
                  <c:v>388.0</c:v>
                </c:pt>
                <c:pt idx="4964">
                  <c:v>388.0</c:v>
                </c:pt>
                <c:pt idx="4965">
                  <c:v>388.0</c:v>
                </c:pt>
                <c:pt idx="4966">
                  <c:v>388.0</c:v>
                </c:pt>
                <c:pt idx="4967">
                  <c:v>388.0</c:v>
                </c:pt>
                <c:pt idx="4968">
                  <c:v>388.0</c:v>
                </c:pt>
                <c:pt idx="4969">
                  <c:v>388.0</c:v>
                </c:pt>
                <c:pt idx="4970">
                  <c:v>388.0</c:v>
                </c:pt>
                <c:pt idx="4971">
                  <c:v>388.0</c:v>
                </c:pt>
                <c:pt idx="4972">
                  <c:v>388.0</c:v>
                </c:pt>
                <c:pt idx="4973">
                  <c:v>388.0</c:v>
                </c:pt>
                <c:pt idx="4974">
                  <c:v>388.0</c:v>
                </c:pt>
                <c:pt idx="4975">
                  <c:v>388.0</c:v>
                </c:pt>
                <c:pt idx="4976">
                  <c:v>388.0</c:v>
                </c:pt>
                <c:pt idx="4977">
                  <c:v>388.0</c:v>
                </c:pt>
                <c:pt idx="4978">
                  <c:v>388.0</c:v>
                </c:pt>
                <c:pt idx="4979">
                  <c:v>388.0</c:v>
                </c:pt>
                <c:pt idx="4980">
                  <c:v>388.0</c:v>
                </c:pt>
                <c:pt idx="4981">
                  <c:v>388.0</c:v>
                </c:pt>
                <c:pt idx="4982">
                  <c:v>388.0</c:v>
                </c:pt>
                <c:pt idx="4983">
                  <c:v>388.0</c:v>
                </c:pt>
                <c:pt idx="4984">
                  <c:v>388.0</c:v>
                </c:pt>
                <c:pt idx="4985">
                  <c:v>388.0</c:v>
                </c:pt>
                <c:pt idx="4986">
                  <c:v>388.0</c:v>
                </c:pt>
                <c:pt idx="4987">
                  <c:v>388.0</c:v>
                </c:pt>
                <c:pt idx="4988">
                  <c:v>388.0</c:v>
                </c:pt>
                <c:pt idx="4989">
                  <c:v>388.0</c:v>
                </c:pt>
                <c:pt idx="4990">
                  <c:v>388.0</c:v>
                </c:pt>
                <c:pt idx="4991">
                  <c:v>388.0</c:v>
                </c:pt>
                <c:pt idx="4992">
                  <c:v>388.0</c:v>
                </c:pt>
                <c:pt idx="4993">
                  <c:v>388.0</c:v>
                </c:pt>
                <c:pt idx="4994">
                  <c:v>388.0</c:v>
                </c:pt>
                <c:pt idx="4995">
                  <c:v>388.0</c:v>
                </c:pt>
                <c:pt idx="4996">
                  <c:v>388.0</c:v>
                </c:pt>
                <c:pt idx="4997">
                  <c:v>388.0</c:v>
                </c:pt>
                <c:pt idx="4998">
                  <c:v>388.0</c:v>
                </c:pt>
                <c:pt idx="4999">
                  <c:v>388.0</c:v>
                </c:pt>
                <c:pt idx="5000">
                  <c:v>388.0</c:v>
                </c:pt>
                <c:pt idx="5001">
                  <c:v>388.0</c:v>
                </c:pt>
                <c:pt idx="5002">
                  <c:v>388.0</c:v>
                </c:pt>
                <c:pt idx="5003">
                  <c:v>388.0</c:v>
                </c:pt>
                <c:pt idx="5004">
                  <c:v>388.0</c:v>
                </c:pt>
                <c:pt idx="5005">
                  <c:v>388.0</c:v>
                </c:pt>
                <c:pt idx="5006">
                  <c:v>388.0</c:v>
                </c:pt>
                <c:pt idx="5007">
                  <c:v>388.0</c:v>
                </c:pt>
                <c:pt idx="5008">
                  <c:v>388.0</c:v>
                </c:pt>
                <c:pt idx="5009">
                  <c:v>388.0</c:v>
                </c:pt>
                <c:pt idx="5010">
                  <c:v>388.0</c:v>
                </c:pt>
                <c:pt idx="5011">
                  <c:v>388.0</c:v>
                </c:pt>
                <c:pt idx="5012">
                  <c:v>388.0</c:v>
                </c:pt>
                <c:pt idx="5013">
                  <c:v>388.0</c:v>
                </c:pt>
                <c:pt idx="5014">
                  <c:v>388.0</c:v>
                </c:pt>
                <c:pt idx="5015">
                  <c:v>388.0</c:v>
                </c:pt>
                <c:pt idx="5016">
                  <c:v>388.0</c:v>
                </c:pt>
                <c:pt idx="5017">
                  <c:v>388.0</c:v>
                </c:pt>
                <c:pt idx="5018">
                  <c:v>388.0</c:v>
                </c:pt>
                <c:pt idx="5019">
                  <c:v>388.0</c:v>
                </c:pt>
                <c:pt idx="5020">
                  <c:v>388.0</c:v>
                </c:pt>
                <c:pt idx="5021">
                  <c:v>388.0</c:v>
                </c:pt>
                <c:pt idx="5022">
                  <c:v>388.0</c:v>
                </c:pt>
                <c:pt idx="5023">
                  <c:v>388.0</c:v>
                </c:pt>
                <c:pt idx="5024">
                  <c:v>388.0</c:v>
                </c:pt>
                <c:pt idx="5025">
                  <c:v>388.0</c:v>
                </c:pt>
                <c:pt idx="5026">
                  <c:v>388.0</c:v>
                </c:pt>
                <c:pt idx="5027">
                  <c:v>388.0</c:v>
                </c:pt>
                <c:pt idx="5028">
                  <c:v>388.0</c:v>
                </c:pt>
                <c:pt idx="5029">
                  <c:v>388.0</c:v>
                </c:pt>
                <c:pt idx="5030">
                  <c:v>388.0</c:v>
                </c:pt>
                <c:pt idx="5031">
                  <c:v>388.0</c:v>
                </c:pt>
                <c:pt idx="5032">
                  <c:v>388.0</c:v>
                </c:pt>
                <c:pt idx="5033">
                  <c:v>388.0</c:v>
                </c:pt>
                <c:pt idx="5034">
                  <c:v>388.0</c:v>
                </c:pt>
                <c:pt idx="5035">
                  <c:v>388.0</c:v>
                </c:pt>
                <c:pt idx="5036">
                  <c:v>388.0</c:v>
                </c:pt>
                <c:pt idx="5037">
                  <c:v>388.0</c:v>
                </c:pt>
                <c:pt idx="5038">
                  <c:v>388.0</c:v>
                </c:pt>
                <c:pt idx="5039">
                  <c:v>388.0</c:v>
                </c:pt>
                <c:pt idx="5040">
                  <c:v>388.0</c:v>
                </c:pt>
                <c:pt idx="5041">
                  <c:v>388.0</c:v>
                </c:pt>
                <c:pt idx="5042">
                  <c:v>388.0</c:v>
                </c:pt>
                <c:pt idx="5043">
                  <c:v>388.0</c:v>
                </c:pt>
                <c:pt idx="5044">
                  <c:v>388.0</c:v>
                </c:pt>
                <c:pt idx="5045">
                  <c:v>388.0</c:v>
                </c:pt>
                <c:pt idx="5046">
                  <c:v>388.0</c:v>
                </c:pt>
                <c:pt idx="5047">
                  <c:v>388.0</c:v>
                </c:pt>
                <c:pt idx="5048">
                  <c:v>388.0</c:v>
                </c:pt>
                <c:pt idx="5049">
                  <c:v>388.0</c:v>
                </c:pt>
                <c:pt idx="5050">
                  <c:v>388.0</c:v>
                </c:pt>
                <c:pt idx="5051">
                  <c:v>388.0</c:v>
                </c:pt>
                <c:pt idx="5052">
                  <c:v>388.0</c:v>
                </c:pt>
                <c:pt idx="5053">
                  <c:v>388.0</c:v>
                </c:pt>
                <c:pt idx="5054">
                  <c:v>388.0</c:v>
                </c:pt>
                <c:pt idx="5055">
                  <c:v>388.0</c:v>
                </c:pt>
                <c:pt idx="5056">
                  <c:v>388.0</c:v>
                </c:pt>
                <c:pt idx="5057">
                  <c:v>388.0</c:v>
                </c:pt>
                <c:pt idx="5058">
                  <c:v>388.0</c:v>
                </c:pt>
                <c:pt idx="5059">
                  <c:v>388.0</c:v>
                </c:pt>
                <c:pt idx="5060">
                  <c:v>388.0</c:v>
                </c:pt>
                <c:pt idx="5061">
                  <c:v>388.0</c:v>
                </c:pt>
                <c:pt idx="5062">
                  <c:v>388.0</c:v>
                </c:pt>
                <c:pt idx="5063">
                  <c:v>388.0</c:v>
                </c:pt>
                <c:pt idx="5064">
                  <c:v>388.0</c:v>
                </c:pt>
                <c:pt idx="5065">
                  <c:v>388.0</c:v>
                </c:pt>
                <c:pt idx="5066">
                  <c:v>388.0</c:v>
                </c:pt>
                <c:pt idx="5067">
                  <c:v>388.0</c:v>
                </c:pt>
                <c:pt idx="5068">
                  <c:v>388.0</c:v>
                </c:pt>
                <c:pt idx="5069">
                  <c:v>388.0</c:v>
                </c:pt>
                <c:pt idx="5070">
                  <c:v>388.0</c:v>
                </c:pt>
                <c:pt idx="5071">
                  <c:v>388.0</c:v>
                </c:pt>
                <c:pt idx="5072">
                  <c:v>388.0</c:v>
                </c:pt>
                <c:pt idx="5073">
                  <c:v>388.0</c:v>
                </c:pt>
                <c:pt idx="5074">
                  <c:v>388.0</c:v>
                </c:pt>
                <c:pt idx="5075">
                  <c:v>388.0</c:v>
                </c:pt>
                <c:pt idx="5076">
                  <c:v>388.0</c:v>
                </c:pt>
                <c:pt idx="5077">
                  <c:v>388.0</c:v>
                </c:pt>
                <c:pt idx="5078">
                  <c:v>388.0</c:v>
                </c:pt>
                <c:pt idx="5079">
                  <c:v>388.0</c:v>
                </c:pt>
                <c:pt idx="5080">
                  <c:v>388.0</c:v>
                </c:pt>
                <c:pt idx="5081">
                  <c:v>388.0</c:v>
                </c:pt>
                <c:pt idx="5082">
                  <c:v>388.0</c:v>
                </c:pt>
                <c:pt idx="5083">
                  <c:v>388.0</c:v>
                </c:pt>
                <c:pt idx="5084">
                  <c:v>388.0</c:v>
                </c:pt>
                <c:pt idx="5085">
                  <c:v>388.0</c:v>
                </c:pt>
                <c:pt idx="5086">
                  <c:v>388.0</c:v>
                </c:pt>
                <c:pt idx="5087">
                  <c:v>388.0</c:v>
                </c:pt>
                <c:pt idx="5088">
                  <c:v>388.0</c:v>
                </c:pt>
                <c:pt idx="5089">
                  <c:v>388.0</c:v>
                </c:pt>
                <c:pt idx="5090">
                  <c:v>388.0</c:v>
                </c:pt>
                <c:pt idx="5091">
                  <c:v>388.0</c:v>
                </c:pt>
                <c:pt idx="5092">
                  <c:v>388.0</c:v>
                </c:pt>
                <c:pt idx="5093">
                  <c:v>388.0</c:v>
                </c:pt>
                <c:pt idx="5094">
                  <c:v>388.0</c:v>
                </c:pt>
                <c:pt idx="5095">
                  <c:v>388.0</c:v>
                </c:pt>
                <c:pt idx="5096">
                  <c:v>388.0</c:v>
                </c:pt>
                <c:pt idx="5097">
                  <c:v>388.0</c:v>
                </c:pt>
                <c:pt idx="5098">
                  <c:v>388.0</c:v>
                </c:pt>
                <c:pt idx="5099">
                  <c:v>388.0</c:v>
                </c:pt>
                <c:pt idx="5100">
                  <c:v>388.0</c:v>
                </c:pt>
                <c:pt idx="5101">
                  <c:v>388.0</c:v>
                </c:pt>
                <c:pt idx="5102">
                  <c:v>388.0</c:v>
                </c:pt>
                <c:pt idx="5103">
                  <c:v>388.0</c:v>
                </c:pt>
                <c:pt idx="5104">
                  <c:v>388.0</c:v>
                </c:pt>
                <c:pt idx="5105">
                  <c:v>388.0</c:v>
                </c:pt>
                <c:pt idx="5106">
                  <c:v>388.0</c:v>
                </c:pt>
                <c:pt idx="5107">
                  <c:v>388.0</c:v>
                </c:pt>
                <c:pt idx="5108">
                  <c:v>388.0</c:v>
                </c:pt>
                <c:pt idx="5109">
                  <c:v>388.0</c:v>
                </c:pt>
                <c:pt idx="5110">
                  <c:v>388.0</c:v>
                </c:pt>
                <c:pt idx="5111">
                  <c:v>388.0</c:v>
                </c:pt>
                <c:pt idx="5112">
                  <c:v>388.0</c:v>
                </c:pt>
                <c:pt idx="5113">
                  <c:v>388.0</c:v>
                </c:pt>
                <c:pt idx="5114">
                  <c:v>388.0</c:v>
                </c:pt>
                <c:pt idx="5115">
                  <c:v>388.0</c:v>
                </c:pt>
                <c:pt idx="5116">
                  <c:v>388.0</c:v>
                </c:pt>
                <c:pt idx="5117">
                  <c:v>388.0</c:v>
                </c:pt>
                <c:pt idx="5118">
                  <c:v>388.0</c:v>
                </c:pt>
                <c:pt idx="5119">
                  <c:v>388.0</c:v>
                </c:pt>
                <c:pt idx="5120">
                  <c:v>388.0</c:v>
                </c:pt>
                <c:pt idx="5121">
                  <c:v>388.0</c:v>
                </c:pt>
                <c:pt idx="5122">
                  <c:v>388.0</c:v>
                </c:pt>
                <c:pt idx="5123">
                  <c:v>388.0</c:v>
                </c:pt>
                <c:pt idx="5124">
                  <c:v>388.0</c:v>
                </c:pt>
                <c:pt idx="5125">
                  <c:v>388.0</c:v>
                </c:pt>
                <c:pt idx="5126">
                  <c:v>388.0</c:v>
                </c:pt>
                <c:pt idx="5127">
                  <c:v>388.0</c:v>
                </c:pt>
                <c:pt idx="5128">
                  <c:v>388.0</c:v>
                </c:pt>
                <c:pt idx="5129">
                  <c:v>388.0</c:v>
                </c:pt>
                <c:pt idx="5130">
                  <c:v>388.0</c:v>
                </c:pt>
                <c:pt idx="5131">
                  <c:v>388.0</c:v>
                </c:pt>
                <c:pt idx="5132">
                  <c:v>388.0</c:v>
                </c:pt>
                <c:pt idx="5133">
                  <c:v>388.0</c:v>
                </c:pt>
                <c:pt idx="5134">
                  <c:v>388.0</c:v>
                </c:pt>
                <c:pt idx="5135">
                  <c:v>388.0</c:v>
                </c:pt>
                <c:pt idx="5136">
                  <c:v>388.0</c:v>
                </c:pt>
                <c:pt idx="5137">
                  <c:v>388.0</c:v>
                </c:pt>
                <c:pt idx="5138">
                  <c:v>388.0</c:v>
                </c:pt>
                <c:pt idx="5139">
                  <c:v>388.0</c:v>
                </c:pt>
                <c:pt idx="5140">
                  <c:v>388.0</c:v>
                </c:pt>
                <c:pt idx="5141">
                  <c:v>388.0</c:v>
                </c:pt>
                <c:pt idx="5142">
                  <c:v>388.0</c:v>
                </c:pt>
                <c:pt idx="5143">
                  <c:v>388.0</c:v>
                </c:pt>
                <c:pt idx="5144">
                  <c:v>388.0</c:v>
                </c:pt>
                <c:pt idx="5145">
                  <c:v>388.0</c:v>
                </c:pt>
                <c:pt idx="5146">
                  <c:v>388.0</c:v>
                </c:pt>
                <c:pt idx="5147">
                  <c:v>388.0</c:v>
                </c:pt>
                <c:pt idx="5148">
                  <c:v>388.0</c:v>
                </c:pt>
                <c:pt idx="5149">
                  <c:v>388.0</c:v>
                </c:pt>
                <c:pt idx="5150">
                  <c:v>388.0</c:v>
                </c:pt>
                <c:pt idx="5151">
                  <c:v>388.0</c:v>
                </c:pt>
                <c:pt idx="5152">
                  <c:v>388.0</c:v>
                </c:pt>
                <c:pt idx="5153">
                  <c:v>388.0</c:v>
                </c:pt>
                <c:pt idx="5154">
                  <c:v>388.0</c:v>
                </c:pt>
                <c:pt idx="5155">
                  <c:v>388.0</c:v>
                </c:pt>
                <c:pt idx="5156">
                  <c:v>388.0</c:v>
                </c:pt>
                <c:pt idx="5157">
                  <c:v>388.0</c:v>
                </c:pt>
                <c:pt idx="5158">
                  <c:v>388.0</c:v>
                </c:pt>
                <c:pt idx="5159">
                  <c:v>388.0</c:v>
                </c:pt>
                <c:pt idx="5160">
                  <c:v>388.0</c:v>
                </c:pt>
                <c:pt idx="5161">
                  <c:v>388.0</c:v>
                </c:pt>
                <c:pt idx="5162">
                  <c:v>388.0</c:v>
                </c:pt>
                <c:pt idx="5163">
                  <c:v>388.0</c:v>
                </c:pt>
                <c:pt idx="5164">
                  <c:v>388.0</c:v>
                </c:pt>
                <c:pt idx="5165">
                  <c:v>388.0</c:v>
                </c:pt>
                <c:pt idx="5166">
                  <c:v>388.0</c:v>
                </c:pt>
                <c:pt idx="5167">
                  <c:v>388.0</c:v>
                </c:pt>
                <c:pt idx="5168">
                  <c:v>388.0</c:v>
                </c:pt>
                <c:pt idx="5169">
                  <c:v>388.0</c:v>
                </c:pt>
                <c:pt idx="5170">
                  <c:v>388.0</c:v>
                </c:pt>
                <c:pt idx="5171">
                  <c:v>388.0</c:v>
                </c:pt>
                <c:pt idx="5172">
                  <c:v>388.0</c:v>
                </c:pt>
                <c:pt idx="5173">
                  <c:v>388.0</c:v>
                </c:pt>
                <c:pt idx="5174">
                  <c:v>388.0</c:v>
                </c:pt>
                <c:pt idx="5175">
                  <c:v>388.0</c:v>
                </c:pt>
                <c:pt idx="5176">
                  <c:v>388.0</c:v>
                </c:pt>
                <c:pt idx="5177">
                  <c:v>388.0</c:v>
                </c:pt>
                <c:pt idx="5178">
                  <c:v>388.0</c:v>
                </c:pt>
                <c:pt idx="5179">
                  <c:v>388.0</c:v>
                </c:pt>
                <c:pt idx="5180">
                  <c:v>388.0</c:v>
                </c:pt>
                <c:pt idx="5181">
                  <c:v>388.0</c:v>
                </c:pt>
                <c:pt idx="5182">
                  <c:v>388.0</c:v>
                </c:pt>
                <c:pt idx="5183">
                  <c:v>388.0</c:v>
                </c:pt>
                <c:pt idx="5184">
                  <c:v>388.0</c:v>
                </c:pt>
                <c:pt idx="5185">
                  <c:v>388.0</c:v>
                </c:pt>
                <c:pt idx="5186">
                  <c:v>388.0</c:v>
                </c:pt>
                <c:pt idx="5187">
                  <c:v>388.0</c:v>
                </c:pt>
                <c:pt idx="5188">
                  <c:v>388.0</c:v>
                </c:pt>
                <c:pt idx="5189">
                  <c:v>388.0</c:v>
                </c:pt>
                <c:pt idx="5190">
                  <c:v>388.0</c:v>
                </c:pt>
                <c:pt idx="5191">
                  <c:v>388.0</c:v>
                </c:pt>
                <c:pt idx="5192">
                  <c:v>388.0</c:v>
                </c:pt>
                <c:pt idx="5193">
                  <c:v>388.0</c:v>
                </c:pt>
                <c:pt idx="5194">
                  <c:v>388.0</c:v>
                </c:pt>
                <c:pt idx="5195">
                  <c:v>388.0</c:v>
                </c:pt>
                <c:pt idx="5196">
                  <c:v>388.0</c:v>
                </c:pt>
                <c:pt idx="5197">
                  <c:v>388.0</c:v>
                </c:pt>
                <c:pt idx="5198">
                  <c:v>388.0</c:v>
                </c:pt>
                <c:pt idx="5199">
                  <c:v>388.0</c:v>
                </c:pt>
                <c:pt idx="5200">
                  <c:v>388.0</c:v>
                </c:pt>
                <c:pt idx="5201">
                  <c:v>388.0</c:v>
                </c:pt>
                <c:pt idx="5202">
                  <c:v>388.0</c:v>
                </c:pt>
                <c:pt idx="5203">
                  <c:v>388.0</c:v>
                </c:pt>
                <c:pt idx="5204">
                  <c:v>388.0</c:v>
                </c:pt>
                <c:pt idx="5205">
                  <c:v>388.0</c:v>
                </c:pt>
                <c:pt idx="5206">
                  <c:v>388.0</c:v>
                </c:pt>
                <c:pt idx="5207">
                  <c:v>388.0</c:v>
                </c:pt>
                <c:pt idx="5208">
                  <c:v>388.0</c:v>
                </c:pt>
                <c:pt idx="5209">
                  <c:v>388.0</c:v>
                </c:pt>
                <c:pt idx="5210">
                  <c:v>388.0</c:v>
                </c:pt>
                <c:pt idx="5211">
                  <c:v>388.0</c:v>
                </c:pt>
                <c:pt idx="5212">
                  <c:v>388.0</c:v>
                </c:pt>
                <c:pt idx="5213">
                  <c:v>388.0</c:v>
                </c:pt>
                <c:pt idx="5214">
                  <c:v>388.0</c:v>
                </c:pt>
                <c:pt idx="5215">
                  <c:v>388.0</c:v>
                </c:pt>
                <c:pt idx="5216">
                  <c:v>388.0</c:v>
                </c:pt>
                <c:pt idx="5217">
                  <c:v>388.0</c:v>
                </c:pt>
                <c:pt idx="5218">
                  <c:v>388.0</c:v>
                </c:pt>
                <c:pt idx="5219">
                  <c:v>388.0</c:v>
                </c:pt>
                <c:pt idx="5220">
                  <c:v>388.0</c:v>
                </c:pt>
                <c:pt idx="5221">
                  <c:v>388.0</c:v>
                </c:pt>
                <c:pt idx="5222">
                  <c:v>388.0</c:v>
                </c:pt>
                <c:pt idx="5223">
                  <c:v>388.0</c:v>
                </c:pt>
                <c:pt idx="5224">
                  <c:v>388.0</c:v>
                </c:pt>
                <c:pt idx="5225">
                  <c:v>388.0</c:v>
                </c:pt>
                <c:pt idx="5226">
                  <c:v>388.0</c:v>
                </c:pt>
                <c:pt idx="5227">
                  <c:v>388.0</c:v>
                </c:pt>
                <c:pt idx="5228">
                  <c:v>388.0</c:v>
                </c:pt>
                <c:pt idx="5229">
                  <c:v>388.0</c:v>
                </c:pt>
                <c:pt idx="5230">
                  <c:v>388.0</c:v>
                </c:pt>
                <c:pt idx="5231">
                  <c:v>388.0</c:v>
                </c:pt>
                <c:pt idx="5232">
                  <c:v>388.0</c:v>
                </c:pt>
                <c:pt idx="5233">
                  <c:v>388.0</c:v>
                </c:pt>
                <c:pt idx="5234">
                  <c:v>388.0</c:v>
                </c:pt>
                <c:pt idx="5235">
                  <c:v>388.0</c:v>
                </c:pt>
                <c:pt idx="5236">
                  <c:v>388.0</c:v>
                </c:pt>
                <c:pt idx="5237">
                  <c:v>388.0</c:v>
                </c:pt>
                <c:pt idx="5238">
                  <c:v>388.0</c:v>
                </c:pt>
                <c:pt idx="5239">
                  <c:v>388.0</c:v>
                </c:pt>
                <c:pt idx="5240">
                  <c:v>388.0</c:v>
                </c:pt>
                <c:pt idx="5241">
                  <c:v>388.0</c:v>
                </c:pt>
                <c:pt idx="5242">
                  <c:v>388.0</c:v>
                </c:pt>
                <c:pt idx="5243">
                  <c:v>388.0</c:v>
                </c:pt>
                <c:pt idx="5244">
                  <c:v>388.0</c:v>
                </c:pt>
                <c:pt idx="5245">
                  <c:v>388.0</c:v>
                </c:pt>
                <c:pt idx="5246">
                  <c:v>388.0</c:v>
                </c:pt>
                <c:pt idx="5247">
                  <c:v>388.0</c:v>
                </c:pt>
                <c:pt idx="5248">
                  <c:v>388.0</c:v>
                </c:pt>
                <c:pt idx="5249">
                  <c:v>388.0</c:v>
                </c:pt>
                <c:pt idx="5250">
                  <c:v>388.0</c:v>
                </c:pt>
                <c:pt idx="5251">
                  <c:v>388.0</c:v>
                </c:pt>
                <c:pt idx="5252">
                  <c:v>388.0</c:v>
                </c:pt>
                <c:pt idx="5253">
                  <c:v>388.0</c:v>
                </c:pt>
                <c:pt idx="5254">
                  <c:v>388.0</c:v>
                </c:pt>
                <c:pt idx="5255">
                  <c:v>388.0</c:v>
                </c:pt>
                <c:pt idx="5256">
                  <c:v>388.0</c:v>
                </c:pt>
                <c:pt idx="5257">
                  <c:v>388.0</c:v>
                </c:pt>
                <c:pt idx="5258">
                  <c:v>388.0</c:v>
                </c:pt>
                <c:pt idx="5259">
                  <c:v>388.0</c:v>
                </c:pt>
                <c:pt idx="5260">
                  <c:v>388.0</c:v>
                </c:pt>
                <c:pt idx="5261">
                  <c:v>388.0</c:v>
                </c:pt>
                <c:pt idx="5262">
                  <c:v>388.0</c:v>
                </c:pt>
                <c:pt idx="5263">
                  <c:v>388.0</c:v>
                </c:pt>
                <c:pt idx="5264">
                  <c:v>388.0</c:v>
                </c:pt>
                <c:pt idx="5265">
                  <c:v>388.0</c:v>
                </c:pt>
                <c:pt idx="5266">
                  <c:v>388.0</c:v>
                </c:pt>
                <c:pt idx="5267">
                  <c:v>388.0</c:v>
                </c:pt>
                <c:pt idx="5268">
                  <c:v>388.0</c:v>
                </c:pt>
                <c:pt idx="5269">
                  <c:v>388.0</c:v>
                </c:pt>
                <c:pt idx="5270">
                  <c:v>388.0</c:v>
                </c:pt>
                <c:pt idx="5271">
                  <c:v>388.0</c:v>
                </c:pt>
                <c:pt idx="5272">
                  <c:v>388.0</c:v>
                </c:pt>
                <c:pt idx="5273">
                  <c:v>388.0</c:v>
                </c:pt>
                <c:pt idx="5274">
                  <c:v>388.0</c:v>
                </c:pt>
                <c:pt idx="5275">
                  <c:v>388.0</c:v>
                </c:pt>
                <c:pt idx="5276">
                  <c:v>388.0</c:v>
                </c:pt>
                <c:pt idx="5277">
                  <c:v>388.0</c:v>
                </c:pt>
                <c:pt idx="5278">
                  <c:v>388.0</c:v>
                </c:pt>
                <c:pt idx="5279">
                  <c:v>388.0</c:v>
                </c:pt>
                <c:pt idx="5280">
                  <c:v>388.0</c:v>
                </c:pt>
                <c:pt idx="5281">
                  <c:v>388.0</c:v>
                </c:pt>
                <c:pt idx="5282">
                  <c:v>388.0</c:v>
                </c:pt>
                <c:pt idx="5283">
                  <c:v>388.0</c:v>
                </c:pt>
                <c:pt idx="5284">
                  <c:v>388.0</c:v>
                </c:pt>
                <c:pt idx="5285">
                  <c:v>388.0</c:v>
                </c:pt>
                <c:pt idx="5286">
                  <c:v>388.0</c:v>
                </c:pt>
                <c:pt idx="5287">
                  <c:v>388.0</c:v>
                </c:pt>
                <c:pt idx="5288">
                  <c:v>388.0</c:v>
                </c:pt>
                <c:pt idx="5289">
                  <c:v>388.0</c:v>
                </c:pt>
                <c:pt idx="5290">
                  <c:v>388.0</c:v>
                </c:pt>
                <c:pt idx="5291">
                  <c:v>388.0</c:v>
                </c:pt>
                <c:pt idx="5292">
                  <c:v>388.0</c:v>
                </c:pt>
                <c:pt idx="5293">
                  <c:v>388.0</c:v>
                </c:pt>
                <c:pt idx="5294">
                  <c:v>388.0</c:v>
                </c:pt>
                <c:pt idx="5295">
                  <c:v>388.0</c:v>
                </c:pt>
                <c:pt idx="5296">
                  <c:v>388.0</c:v>
                </c:pt>
                <c:pt idx="5297">
                  <c:v>388.0</c:v>
                </c:pt>
                <c:pt idx="5298">
                  <c:v>388.0</c:v>
                </c:pt>
                <c:pt idx="5299">
                  <c:v>388.0</c:v>
                </c:pt>
                <c:pt idx="5300">
                  <c:v>388.0</c:v>
                </c:pt>
                <c:pt idx="5301">
                  <c:v>388.0</c:v>
                </c:pt>
                <c:pt idx="5302">
                  <c:v>388.0</c:v>
                </c:pt>
                <c:pt idx="5303">
                  <c:v>388.0</c:v>
                </c:pt>
                <c:pt idx="5304">
                  <c:v>388.0</c:v>
                </c:pt>
                <c:pt idx="5305">
                  <c:v>388.0</c:v>
                </c:pt>
                <c:pt idx="5306">
                  <c:v>388.0</c:v>
                </c:pt>
                <c:pt idx="5307">
                  <c:v>388.0</c:v>
                </c:pt>
                <c:pt idx="5308">
                  <c:v>388.0</c:v>
                </c:pt>
                <c:pt idx="5309">
                  <c:v>388.0</c:v>
                </c:pt>
                <c:pt idx="5310">
                  <c:v>388.0</c:v>
                </c:pt>
                <c:pt idx="5311">
                  <c:v>388.0</c:v>
                </c:pt>
                <c:pt idx="5312">
                  <c:v>388.0</c:v>
                </c:pt>
                <c:pt idx="5313">
                  <c:v>388.0</c:v>
                </c:pt>
                <c:pt idx="5314">
                  <c:v>388.0</c:v>
                </c:pt>
                <c:pt idx="5315">
                  <c:v>388.0</c:v>
                </c:pt>
                <c:pt idx="5316">
                  <c:v>388.0</c:v>
                </c:pt>
                <c:pt idx="5317">
                  <c:v>388.0</c:v>
                </c:pt>
                <c:pt idx="5318">
                  <c:v>388.0</c:v>
                </c:pt>
                <c:pt idx="5319">
                  <c:v>388.0</c:v>
                </c:pt>
                <c:pt idx="5320">
                  <c:v>388.0</c:v>
                </c:pt>
                <c:pt idx="5321">
                  <c:v>388.0</c:v>
                </c:pt>
                <c:pt idx="5322">
                  <c:v>388.0</c:v>
                </c:pt>
                <c:pt idx="5323">
                  <c:v>388.0</c:v>
                </c:pt>
                <c:pt idx="5324">
                  <c:v>388.0</c:v>
                </c:pt>
                <c:pt idx="5325">
                  <c:v>388.0</c:v>
                </c:pt>
                <c:pt idx="5326">
                  <c:v>388.0</c:v>
                </c:pt>
                <c:pt idx="5327">
                  <c:v>388.0</c:v>
                </c:pt>
                <c:pt idx="5328">
                  <c:v>388.0</c:v>
                </c:pt>
                <c:pt idx="5329">
                  <c:v>388.0</c:v>
                </c:pt>
                <c:pt idx="5330">
                  <c:v>388.0</c:v>
                </c:pt>
                <c:pt idx="5331">
                  <c:v>388.0</c:v>
                </c:pt>
                <c:pt idx="5332">
                  <c:v>388.0</c:v>
                </c:pt>
                <c:pt idx="5333">
                  <c:v>388.0</c:v>
                </c:pt>
                <c:pt idx="5334">
                  <c:v>388.0</c:v>
                </c:pt>
                <c:pt idx="5335">
                  <c:v>388.0</c:v>
                </c:pt>
                <c:pt idx="5336">
                  <c:v>388.0</c:v>
                </c:pt>
                <c:pt idx="5337">
                  <c:v>388.0</c:v>
                </c:pt>
                <c:pt idx="5338">
                  <c:v>388.0</c:v>
                </c:pt>
                <c:pt idx="5339">
                  <c:v>388.0</c:v>
                </c:pt>
                <c:pt idx="5340">
                  <c:v>388.0</c:v>
                </c:pt>
                <c:pt idx="5341">
                  <c:v>388.0</c:v>
                </c:pt>
                <c:pt idx="5342">
                  <c:v>388.0</c:v>
                </c:pt>
                <c:pt idx="5343">
                  <c:v>388.0</c:v>
                </c:pt>
                <c:pt idx="5344">
                  <c:v>388.0</c:v>
                </c:pt>
                <c:pt idx="5345">
                  <c:v>388.0</c:v>
                </c:pt>
                <c:pt idx="5346">
                  <c:v>388.0</c:v>
                </c:pt>
                <c:pt idx="5347">
                  <c:v>388.0</c:v>
                </c:pt>
                <c:pt idx="5348">
                  <c:v>388.0</c:v>
                </c:pt>
                <c:pt idx="5349">
                  <c:v>388.0</c:v>
                </c:pt>
                <c:pt idx="5350">
                  <c:v>388.0</c:v>
                </c:pt>
                <c:pt idx="5351">
                  <c:v>388.0</c:v>
                </c:pt>
                <c:pt idx="5352">
                  <c:v>388.0</c:v>
                </c:pt>
                <c:pt idx="5353">
                  <c:v>388.0</c:v>
                </c:pt>
                <c:pt idx="5354">
                  <c:v>388.0</c:v>
                </c:pt>
                <c:pt idx="5355">
                  <c:v>388.0</c:v>
                </c:pt>
                <c:pt idx="5356">
                  <c:v>388.0</c:v>
                </c:pt>
                <c:pt idx="5357">
                  <c:v>388.0</c:v>
                </c:pt>
                <c:pt idx="5358">
                  <c:v>388.0</c:v>
                </c:pt>
                <c:pt idx="5359">
                  <c:v>388.0</c:v>
                </c:pt>
                <c:pt idx="5360">
                  <c:v>388.0</c:v>
                </c:pt>
                <c:pt idx="5361">
                  <c:v>388.0</c:v>
                </c:pt>
                <c:pt idx="5362">
                  <c:v>388.0</c:v>
                </c:pt>
                <c:pt idx="5363">
                  <c:v>388.0</c:v>
                </c:pt>
                <c:pt idx="5364">
                  <c:v>388.0</c:v>
                </c:pt>
                <c:pt idx="5365">
                  <c:v>388.0</c:v>
                </c:pt>
                <c:pt idx="5366">
                  <c:v>388.0</c:v>
                </c:pt>
                <c:pt idx="5367">
                  <c:v>388.0</c:v>
                </c:pt>
                <c:pt idx="5368">
                  <c:v>388.0</c:v>
                </c:pt>
                <c:pt idx="5369">
                  <c:v>388.0</c:v>
                </c:pt>
                <c:pt idx="5370">
                  <c:v>388.0</c:v>
                </c:pt>
                <c:pt idx="5371">
                  <c:v>388.0</c:v>
                </c:pt>
                <c:pt idx="5372">
                  <c:v>388.0</c:v>
                </c:pt>
                <c:pt idx="5373">
                  <c:v>388.0</c:v>
                </c:pt>
                <c:pt idx="5374">
                  <c:v>388.0</c:v>
                </c:pt>
                <c:pt idx="5375">
                  <c:v>388.0</c:v>
                </c:pt>
                <c:pt idx="5376">
                  <c:v>388.0</c:v>
                </c:pt>
                <c:pt idx="5377">
                  <c:v>388.0</c:v>
                </c:pt>
                <c:pt idx="5378">
                  <c:v>388.0</c:v>
                </c:pt>
                <c:pt idx="5379">
                  <c:v>388.0</c:v>
                </c:pt>
                <c:pt idx="5380">
                  <c:v>388.0</c:v>
                </c:pt>
                <c:pt idx="5381">
                  <c:v>388.0</c:v>
                </c:pt>
                <c:pt idx="5382">
                  <c:v>388.0</c:v>
                </c:pt>
                <c:pt idx="5383">
                  <c:v>388.0</c:v>
                </c:pt>
                <c:pt idx="5384">
                  <c:v>388.0</c:v>
                </c:pt>
                <c:pt idx="5385">
                  <c:v>388.0</c:v>
                </c:pt>
                <c:pt idx="5386">
                  <c:v>388.0</c:v>
                </c:pt>
                <c:pt idx="5387">
                  <c:v>388.0</c:v>
                </c:pt>
                <c:pt idx="5388">
                  <c:v>388.0</c:v>
                </c:pt>
                <c:pt idx="5389">
                  <c:v>388.0</c:v>
                </c:pt>
                <c:pt idx="5390">
                  <c:v>388.0</c:v>
                </c:pt>
                <c:pt idx="5391">
                  <c:v>388.0</c:v>
                </c:pt>
                <c:pt idx="5392">
                  <c:v>388.0</c:v>
                </c:pt>
                <c:pt idx="5393">
                  <c:v>388.0</c:v>
                </c:pt>
                <c:pt idx="5394">
                  <c:v>388.0</c:v>
                </c:pt>
                <c:pt idx="5395">
                  <c:v>388.0</c:v>
                </c:pt>
                <c:pt idx="5396">
                  <c:v>388.0</c:v>
                </c:pt>
                <c:pt idx="5397">
                  <c:v>388.0</c:v>
                </c:pt>
                <c:pt idx="5398">
                  <c:v>388.0</c:v>
                </c:pt>
                <c:pt idx="5399">
                  <c:v>388.0</c:v>
                </c:pt>
                <c:pt idx="5400">
                  <c:v>388.0</c:v>
                </c:pt>
                <c:pt idx="5401">
                  <c:v>388.0</c:v>
                </c:pt>
                <c:pt idx="5402">
                  <c:v>388.0</c:v>
                </c:pt>
                <c:pt idx="5403">
                  <c:v>388.0</c:v>
                </c:pt>
                <c:pt idx="5404">
                  <c:v>388.0</c:v>
                </c:pt>
                <c:pt idx="5405">
                  <c:v>388.0</c:v>
                </c:pt>
                <c:pt idx="5406">
                  <c:v>388.0</c:v>
                </c:pt>
                <c:pt idx="5407">
                  <c:v>388.0</c:v>
                </c:pt>
                <c:pt idx="5408">
                  <c:v>388.0</c:v>
                </c:pt>
                <c:pt idx="5409">
                  <c:v>388.0</c:v>
                </c:pt>
                <c:pt idx="5410">
                  <c:v>388.0</c:v>
                </c:pt>
                <c:pt idx="5411">
                  <c:v>388.0</c:v>
                </c:pt>
                <c:pt idx="5412">
                  <c:v>388.0</c:v>
                </c:pt>
                <c:pt idx="5413">
                  <c:v>388.0</c:v>
                </c:pt>
                <c:pt idx="5414">
                  <c:v>388.0</c:v>
                </c:pt>
                <c:pt idx="5415">
                  <c:v>388.0</c:v>
                </c:pt>
                <c:pt idx="5416">
                  <c:v>388.0</c:v>
                </c:pt>
                <c:pt idx="5417">
                  <c:v>388.0</c:v>
                </c:pt>
                <c:pt idx="5418">
                  <c:v>388.0</c:v>
                </c:pt>
                <c:pt idx="5419">
                  <c:v>388.0</c:v>
                </c:pt>
                <c:pt idx="5420">
                  <c:v>388.0</c:v>
                </c:pt>
                <c:pt idx="5421">
                  <c:v>388.0</c:v>
                </c:pt>
                <c:pt idx="5422">
                  <c:v>388.0</c:v>
                </c:pt>
                <c:pt idx="5423">
                  <c:v>388.0</c:v>
                </c:pt>
                <c:pt idx="5424">
                  <c:v>388.0</c:v>
                </c:pt>
                <c:pt idx="5425">
                  <c:v>388.0</c:v>
                </c:pt>
                <c:pt idx="5426">
                  <c:v>388.0</c:v>
                </c:pt>
                <c:pt idx="5427">
                  <c:v>388.0</c:v>
                </c:pt>
                <c:pt idx="5428">
                  <c:v>388.0</c:v>
                </c:pt>
                <c:pt idx="5429">
                  <c:v>388.0</c:v>
                </c:pt>
                <c:pt idx="5430">
                  <c:v>388.0</c:v>
                </c:pt>
                <c:pt idx="5431">
                  <c:v>388.0</c:v>
                </c:pt>
                <c:pt idx="5432">
                  <c:v>388.0</c:v>
                </c:pt>
                <c:pt idx="5433">
                  <c:v>388.0</c:v>
                </c:pt>
                <c:pt idx="5434">
                  <c:v>388.0</c:v>
                </c:pt>
                <c:pt idx="5435">
                  <c:v>388.0</c:v>
                </c:pt>
                <c:pt idx="5436">
                  <c:v>388.0</c:v>
                </c:pt>
                <c:pt idx="5437">
                  <c:v>388.0</c:v>
                </c:pt>
                <c:pt idx="5438">
                  <c:v>388.0</c:v>
                </c:pt>
                <c:pt idx="5439">
                  <c:v>388.0</c:v>
                </c:pt>
                <c:pt idx="5440">
                  <c:v>388.0</c:v>
                </c:pt>
                <c:pt idx="5441">
                  <c:v>388.0</c:v>
                </c:pt>
                <c:pt idx="5442">
                  <c:v>388.0</c:v>
                </c:pt>
                <c:pt idx="5443">
                  <c:v>388.0</c:v>
                </c:pt>
                <c:pt idx="5444">
                  <c:v>388.0</c:v>
                </c:pt>
                <c:pt idx="5445">
                  <c:v>388.0</c:v>
                </c:pt>
                <c:pt idx="5446">
                  <c:v>388.0</c:v>
                </c:pt>
                <c:pt idx="5447">
                  <c:v>388.0</c:v>
                </c:pt>
                <c:pt idx="5448">
                  <c:v>388.0</c:v>
                </c:pt>
                <c:pt idx="5449">
                  <c:v>388.0</c:v>
                </c:pt>
                <c:pt idx="5450">
                  <c:v>388.0</c:v>
                </c:pt>
                <c:pt idx="5451">
                  <c:v>388.0</c:v>
                </c:pt>
                <c:pt idx="5452">
                  <c:v>388.0</c:v>
                </c:pt>
                <c:pt idx="5453">
                  <c:v>388.0</c:v>
                </c:pt>
                <c:pt idx="5454">
                  <c:v>388.0</c:v>
                </c:pt>
                <c:pt idx="5455">
                  <c:v>388.0</c:v>
                </c:pt>
                <c:pt idx="5456">
                  <c:v>388.0</c:v>
                </c:pt>
                <c:pt idx="5457">
                  <c:v>388.0</c:v>
                </c:pt>
                <c:pt idx="5458">
                  <c:v>388.0</c:v>
                </c:pt>
                <c:pt idx="5459">
                  <c:v>388.0</c:v>
                </c:pt>
                <c:pt idx="5460">
                  <c:v>388.0</c:v>
                </c:pt>
                <c:pt idx="5461">
                  <c:v>388.0</c:v>
                </c:pt>
                <c:pt idx="5462">
                  <c:v>388.0</c:v>
                </c:pt>
                <c:pt idx="5463">
                  <c:v>388.0</c:v>
                </c:pt>
                <c:pt idx="5464">
                  <c:v>388.0</c:v>
                </c:pt>
                <c:pt idx="5465">
                  <c:v>388.0</c:v>
                </c:pt>
                <c:pt idx="5466">
                  <c:v>388.0</c:v>
                </c:pt>
                <c:pt idx="5467">
                  <c:v>388.0</c:v>
                </c:pt>
                <c:pt idx="5468">
                  <c:v>388.0</c:v>
                </c:pt>
                <c:pt idx="5469">
                  <c:v>388.0</c:v>
                </c:pt>
                <c:pt idx="5470">
                  <c:v>388.0</c:v>
                </c:pt>
                <c:pt idx="5471">
                  <c:v>388.0</c:v>
                </c:pt>
                <c:pt idx="5472">
                  <c:v>388.0</c:v>
                </c:pt>
                <c:pt idx="5473">
                  <c:v>388.0</c:v>
                </c:pt>
                <c:pt idx="5474">
                  <c:v>388.0</c:v>
                </c:pt>
                <c:pt idx="5475">
                  <c:v>388.0</c:v>
                </c:pt>
                <c:pt idx="5476">
                  <c:v>388.0</c:v>
                </c:pt>
                <c:pt idx="5477">
                  <c:v>388.0</c:v>
                </c:pt>
                <c:pt idx="5478">
                  <c:v>388.0</c:v>
                </c:pt>
                <c:pt idx="5479">
                  <c:v>388.0</c:v>
                </c:pt>
                <c:pt idx="5480">
                  <c:v>388.0</c:v>
                </c:pt>
                <c:pt idx="5481">
                  <c:v>388.0</c:v>
                </c:pt>
                <c:pt idx="5482">
                  <c:v>388.0</c:v>
                </c:pt>
                <c:pt idx="5483">
                  <c:v>388.0</c:v>
                </c:pt>
                <c:pt idx="5484">
                  <c:v>388.0</c:v>
                </c:pt>
                <c:pt idx="5485">
                  <c:v>388.0</c:v>
                </c:pt>
                <c:pt idx="5486">
                  <c:v>388.0</c:v>
                </c:pt>
                <c:pt idx="5487">
                  <c:v>388.0</c:v>
                </c:pt>
                <c:pt idx="5488">
                  <c:v>388.0</c:v>
                </c:pt>
                <c:pt idx="5489">
                  <c:v>388.0</c:v>
                </c:pt>
                <c:pt idx="5490">
                  <c:v>388.0</c:v>
                </c:pt>
                <c:pt idx="5491">
                  <c:v>388.0</c:v>
                </c:pt>
                <c:pt idx="5492">
                  <c:v>388.0</c:v>
                </c:pt>
                <c:pt idx="5493">
                  <c:v>388.0</c:v>
                </c:pt>
                <c:pt idx="5494">
                  <c:v>388.0</c:v>
                </c:pt>
                <c:pt idx="5495">
                  <c:v>388.0</c:v>
                </c:pt>
                <c:pt idx="5496">
                  <c:v>388.0</c:v>
                </c:pt>
                <c:pt idx="5497">
                  <c:v>388.0</c:v>
                </c:pt>
                <c:pt idx="5498">
                  <c:v>388.0</c:v>
                </c:pt>
                <c:pt idx="5499">
                  <c:v>388.0</c:v>
                </c:pt>
                <c:pt idx="5500">
                  <c:v>388.0</c:v>
                </c:pt>
                <c:pt idx="5501">
                  <c:v>388.0</c:v>
                </c:pt>
                <c:pt idx="5502">
                  <c:v>388.0</c:v>
                </c:pt>
                <c:pt idx="5503">
                  <c:v>388.0</c:v>
                </c:pt>
                <c:pt idx="5504">
                  <c:v>388.0</c:v>
                </c:pt>
                <c:pt idx="5505">
                  <c:v>388.0</c:v>
                </c:pt>
                <c:pt idx="5506">
                  <c:v>388.0</c:v>
                </c:pt>
                <c:pt idx="5507">
                  <c:v>388.0</c:v>
                </c:pt>
                <c:pt idx="5508">
                  <c:v>388.0</c:v>
                </c:pt>
                <c:pt idx="5509">
                  <c:v>388.0</c:v>
                </c:pt>
                <c:pt idx="5510">
                  <c:v>388.0</c:v>
                </c:pt>
                <c:pt idx="5511">
                  <c:v>388.0</c:v>
                </c:pt>
                <c:pt idx="5512">
                  <c:v>388.0</c:v>
                </c:pt>
                <c:pt idx="5513">
                  <c:v>388.0</c:v>
                </c:pt>
                <c:pt idx="5514">
                  <c:v>388.0</c:v>
                </c:pt>
                <c:pt idx="5515">
                  <c:v>388.0</c:v>
                </c:pt>
                <c:pt idx="5516">
                  <c:v>388.0</c:v>
                </c:pt>
                <c:pt idx="5517">
                  <c:v>388.0</c:v>
                </c:pt>
                <c:pt idx="5518">
                  <c:v>388.0</c:v>
                </c:pt>
                <c:pt idx="5519">
                  <c:v>388.0</c:v>
                </c:pt>
                <c:pt idx="5520">
                  <c:v>388.0</c:v>
                </c:pt>
                <c:pt idx="5521">
                  <c:v>388.0</c:v>
                </c:pt>
                <c:pt idx="5522">
                  <c:v>388.0</c:v>
                </c:pt>
                <c:pt idx="5523">
                  <c:v>388.0</c:v>
                </c:pt>
                <c:pt idx="5524">
                  <c:v>388.0</c:v>
                </c:pt>
                <c:pt idx="5525">
                  <c:v>388.0</c:v>
                </c:pt>
                <c:pt idx="5526">
                  <c:v>388.0</c:v>
                </c:pt>
                <c:pt idx="5527">
                  <c:v>388.0</c:v>
                </c:pt>
                <c:pt idx="5528">
                  <c:v>388.0</c:v>
                </c:pt>
                <c:pt idx="5529">
                  <c:v>388.0</c:v>
                </c:pt>
                <c:pt idx="5530">
                  <c:v>388.0</c:v>
                </c:pt>
                <c:pt idx="5531">
                  <c:v>388.0</c:v>
                </c:pt>
                <c:pt idx="5532">
                  <c:v>388.0</c:v>
                </c:pt>
                <c:pt idx="5533">
                  <c:v>388.0</c:v>
                </c:pt>
                <c:pt idx="5534">
                  <c:v>388.0</c:v>
                </c:pt>
                <c:pt idx="5535">
                  <c:v>388.0</c:v>
                </c:pt>
                <c:pt idx="5536">
                  <c:v>388.0</c:v>
                </c:pt>
                <c:pt idx="5537">
                  <c:v>388.0</c:v>
                </c:pt>
                <c:pt idx="5538">
                  <c:v>388.0</c:v>
                </c:pt>
                <c:pt idx="5539">
                  <c:v>388.0</c:v>
                </c:pt>
                <c:pt idx="5540">
                  <c:v>388.0</c:v>
                </c:pt>
                <c:pt idx="5541">
                  <c:v>388.0</c:v>
                </c:pt>
                <c:pt idx="5542">
                  <c:v>388.0</c:v>
                </c:pt>
                <c:pt idx="5543">
                  <c:v>388.0</c:v>
                </c:pt>
                <c:pt idx="5544">
                  <c:v>388.0</c:v>
                </c:pt>
                <c:pt idx="5545">
                  <c:v>388.0</c:v>
                </c:pt>
                <c:pt idx="5546">
                  <c:v>388.0</c:v>
                </c:pt>
                <c:pt idx="5547">
                  <c:v>388.0</c:v>
                </c:pt>
                <c:pt idx="5548">
                  <c:v>388.0</c:v>
                </c:pt>
                <c:pt idx="5549">
                  <c:v>388.0</c:v>
                </c:pt>
                <c:pt idx="5550">
                  <c:v>388.0</c:v>
                </c:pt>
                <c:pt idx="5551">
                  <c:v>388.0</c:v>
                </c:pt>
                <c:pt idx="5552">
                  <c:v>388.0</c:v>
                </c:pt>
                <c:pt idx="5553">
                  <c:v>388.0</c:v>
                </c:pt>
                <c:pt idx="5554">
                  <c:v>388.0</c:v>
                </c:pt>
                <c:pt idx="5555">
                  <c:v>388.0</c:v>
                </c:pt>
                <c:pt idx="5556">
                  <c:v>388.0</c:v>
                </c:pt>
                <c:pt idx="5557">
                  <c:v>388.0</c:v>
                </c:pt>
                <c:pt idx="5558">
                  <c:v>388.0</c:v>
                </c:pt>
                <c:pt idx="5559">
                  <c:v>388.0</c:v>
                </c:pt>
                <c:pt idx="5560">
                  <c:v>388.0</c:v>
                </c:pt>
                <c:pt idx="5561">
                  <c:v>388.0</c:v>
                </c:pt>
                <c:pt idx="5562">
                  <c:v>388.0</c:v>
                </c:pt>
                <c:pt idx="5563">
                  <c:v>388.0</c:v>
                </c:pt>
                <c:pt idx="5564">
                  <c:v>388.0</c:v>
                </c:pt>
                <c:pt idx="5565">
                  <c:v>388.0</c:v>
                </c:pt>
                <c:pt idx="5566">
                  <c:v>388.0</c:v>
                </c:pt>
                <c:pt idx="5567">
                  <c:v>388.0</c:v>
                </c:pt>
                <c:pt idx="5568">
                  <c:v>388.0</c:v>
                </c:pt>
                <c:pt idx="5569">
                  <c:v>388.0</c:v>
                </c:pt>
                <c:pt idx="5570">
                  <c:v>388.0</c:v>
                </c:pt>
                <c:pt idx="5571">
                  <c:v>388.0</c:v>
                </c:pt>
                <c:pt idx="5572">
                  <c:v>388.0</c:v>
                </c:pt>
                <c:pt idx="5573">
                  <c:v>388.0</c:v>
                </c:pt>
                <c:pt idx="5574">
                  <c:v>388.0</c:v>
                </c:pt>
                <c:pt idx="5575">
                  <c:v>388.0</c:v>
                </c:pt>
                <c:pt idx="5576">
                  <c:v>388.0</c:v>
                </c:pt>
                <c:pt idx="5577">
                  <c:v>388.0</c:v>
                </c:pt>
                <c:pt idx="5578">
                  <c:v>388.0</c:v>
                </c:pt>
                <c:pt idx="5579">
                  <c:v>388.0</c:v>
                </c:pt>
                <c:pt idx="5580">
                  <c:v>388.0</c:v>
                </c:pt>
                <c:pt idx="5581">
                  <c:v>388.0</c:v>
                </c:pt>
                <c:pt idx="5582">
                  <c:v>388.0</c:v>
                </c:pt>
                <c:pt idx="5583">
                  <c:v>388.0</c:v>
                </c:pt>
                <c:pt idx="5584">
                  <c:v>388.0</c:v>
                </c:pt>
                <c:pt idx="5585">
                  <c:v>388.0</c:v>
                </c:pt>
                <c:pt idx="5586">
                  <c:v>388.0</c:v>
                </c:pt>
                <c:pt idx="5587">
                  <c:v>388.0</c:v>
                </c:pt>
                <c:pt idx="5588">
                  <c:v>388.0</c:v>
                </c:pt>
                <c:pt idx="5589">
                  <c:v>388.0</c:v>
                </c:pt>
                <c:pt idx="5590">
                  <c:v>388.0</c:v>
                </c:pt>
                <c:pt idx="5591">
                  <c:v>388.0</c:v>
                </c:pt>
                <c:pt idx="5592">
                  <c:v>388.0</c:v>
                </c:pt>
                <c:pt idx="5593">
                  <c:v>388.0</c:v>
                </c:pt>
                <c:pt idx="5594">
                  <c:v>388.0</c:v>
                </c:pt>
                <c:pt idx="5595">
                  <c:v>388.0</c:v>
                </c:pt>
                <c:pt idx="5596">
                  <c:v>388.0</c:v>
                </c:pt>
                <c:pt idx="5597">
                  <c:v>388.0</c:v>
                </c:pt>
                <c:pt idx="5598">
                  <c:v>388.0</c:v>
                </c:pt>
                <c:pt idx="5599">
                  <c:v>388.0</c:v>
                </c:pt>
                <c:pt idx="5600">
                  <c:v>388.0</c:v>
                </c:pt>
                <c:pt idx="5601">
                  <c:v>388.0</c:v>
                </c:pt>
                <c:pt idx="5602">
                  <c:v>388.0</c:v>
                </c:pt>
                <c:pt idx="5603">
                  <c:v>388.0</c:v>
                </c:pt>
                <c:pt idx="5604">
                  <c:v>388.0</c:v>
                </c:pt>
                <c:pt idx="5605">
                  <c:v>388.0</c:v>
                </c:pt>
                <c:pt idx="5606">
                  <c:v>388.0</c:v>
                </c:pt>
                <c:pt idx="5607">
                  <c:v>388.0</c:v>
                </c:pt>
                <c:pt idx="5608">
                  <c:v>388.0</c:v>
                </c:pt>
                <c:pt idx="5609">
                  <c:v>388.0</c:v>
                </c:pt>
                <c:pt idx="5610">
                  <c:v>388.0</c:v>
                </c:pt>
                <c:pt idx="5611">
                  <c:v>388.0</c:v>
                </c:pt>
                <c:pt idx="5612">
                  <c:v>388.0</c:v>
                </c:pt>
                <c:pt idx="5613">
                  <c:v>388.0</c:v>
                </c:pt>
                <c:pt idx="5614">
                  <c:v>388.0</c:v>
                </c:pt>
                <c:pt idx="5615">
                  <c:v>388.0</c:v>
                </c:pt>
                <c:pt idx="5616">
                  <c:v>388.0</c:v>
                </c:pt>
                <c:pt idx="5617">
                  <c:v>388.0</c:v>
                </c:pt>
                <c:pt idx="5618">
                  <c:v>388.0</c:v>
                </c:pt>
                <c:pt idx="5619">
                  <c:v>388.0</c:v>
                </c:pt>
                <c:pt idx="5620">
                  <c:v>388.0</c:v>
                </c:pt>
                <c:pt idx="5621">
                  <c:v>388.0</c:v>
                </c:pt>
                <c:pt idx="5622">
                  <c:v>388.0</c:v>
                </c:pt>
                <c:pt idx="5623">
                  <c:v>388.0</c:v>
                </c:pt>
                <c:pt idx="5624">
                  <c:v>388.0</c:v>
                </c:pt>
                <c:pt idx="5625">
                  <c:v>388.0</c:v>
                </c:pt>
                <c:pt idx="5626">
                  <c:v>388.0</c:v>
                </c:pt>
                <c:pt idx="5627">
                  <c:v>388.0</c:v>
                </c:pt>
                <c:pt idx="5628">
                  <c:v>388.0</c:v>
                </c:pt>
                <c:pt idx="5629">
                  <c:v>388.0</c:v>
                </c:pt>
                <c:pt idx="5630">
                  <c:v>388.0</c:v>
                </c:pt>
                <c:pt idx="5631">
                  <c:v>388.0</c:v>
                </c:pt>
                <c:pt idx="5632">
                  <c:v>388.0</c:v>
                </c:pt>
                <c:pt idx="5633">
                  <c:v>388.0</c:v>
                </c:pt>
                <c:pt idx="5634">
                  <c:v>388.0</c:v>
                </c:pt>
                <c:pt idx="5635">
                  <c:v>388.0</c:v>
                </c:pt>
                <c:pt idx="5636">
                  <c:v>388.0</c:v>
                </c:pt>
                <c:pt idx="5637">
                  <c:v>388.0</c:v>
                </c:pt>
                <c:pt idx="5638">
                  <c:v>388.0</c:v>
                </c:pt>
                <c:pt idx="5639">
                  <c:v>388.0</c:v>
                </c:pt>
                <c:pt idx="5640">
                  <c:v>388.0</c:v>
                </c:pt>
                <c:pt idx="5641">
                  <c:v>388.0</c:v>
                </c:pt>
                <c:pt idx="5642">
                  <c:v>388.0</c:v>
                </c:pt>
                <c:pt idx="5643">
                  <c:v>388.0</c:v>
                </c:pt>
                <c:pt idx="5644">
                  <c:v>388.0</c:v>
                </c:pt>
                <c:pt idx="5645">
                  <c:v>388.0</c:v>
                </c:pt>
                <c:pt idx="5646">
                  <c:v>388.0</c:v>
                </c:pt>
                <c:pt idx="5647">
                  <c:v>388.0</c:v>
                </c:pt>
                <c:pt idx="5648">
                  <c:v>388.0</c:v>
                </c:pt>
                <c:pt idx="5649">
                  <c:v>388.0</c:v>
                </c:pt>
                <c:pt idx="5650">
                  <c:v>388.0</c:v>
                </c:pt>
                <c:pt idx="5651">
                  <c:v>388.0</c:v>
                </c:pt>
                <c:pt idx="5652">
                  <c:v>388.0</c:v>
                </c:pt>
                <c:pt idx="5653">
                  <c:v>388.0</c:v>
                </c:pt>
                <c:pt idx="5654">
                  <c:v>388.0</c:v>
                </c:pt>
                <c:pt idx="5655">
                  <c:v>388.0</c:v>
                </c:pt>
                <c:pt idx="5656">
                  <c:v>388.0</c:v>
                </c:pt>
                <c:pt idx="5657">
                  <c:v>388.0</c:v>
                </c:pt>
                <c:pt idx="5658">
                  <c:v>388.0</c:v>
                </c:pt>
                <c:pt idx="5659">
                  <c:v>388.0</c:v>
                </c:pt>
                <c:pt idx="5660">
                  <c:v>388.0</c:v>
                </c:pt>
                <c:pt idx="5661">
                  <c:v>388.0</c:v>
                </c:pt>
                <c:pt idx="5662">
                  <c:v>388.0</c:v>
                </c:pt>
                <c:pt idx="5663">
                  <c:v>388.0</c:v>
                </c:pt>
                <c:pt idx="5664">
                  <c:v>388.0</c:v>
                </c:pt>
                <c:pt idx="5665">
                  <c:v>388.0</c:v>
                </c:pt>
                <c:pt idx="5666">
                  <c:v>388.0</c:v>
                </c:pt>
                <c:pt idx="5667">
                  <c:v>388.0</c:v>
                </c:pt>
                <c:pt idx="5668">
                  <c:v>388.0</c:v>
                </c:pt>
                <c:pt idx="5669">
                  <c:v>388.0</c:v>
                </c:pt>
                <c:pt idx="5670">
                  <c:v>388.0</c:v>
                </c:pt>
                <c:pt idx="5671">
                  <c:v>388.0</c:v>
                </c:pt>
                <c:pt idx="5672">
                  <c:v>388.0</c:v>
                </c:pt>
                <c:pt idx="5673">
                  <c:v>388.0</c:v>
                </c:pt>
                <c:pt idx="5674">
                  <c:v>388.0</c:v>
                </c:pt>
                <c:pt idx="5675">
                  <c:v>388.0</c:v>
                </c:pt>
                <c:pt idx="5676">
                  <c:v>388.0</c:v>
                </c:pt>
                <c:pt idx="5677">
                  <c:v>388.0</c:v>
                </c:pt>
                <c:pt idx="5678">
                  <c:v>388.0</c:v>
                </c:pt>
                <c:pt idx="5679">
                  <c:v>388.0</c:v>
                </c:pt>
                <c:pt idx="5680">
                  <c:v>388.0</c:v>
                </c:pt>
                <c:pt idx="5681">
                  <c:v>388.0</c:v>
                </c:pt>
                <c:pt idx="5682">
                  <c:v>388.0</c:v>
                </c:pt>
                <c:pt idx="5683">
                  <c:v>388.0</c:v>
                </c:pt>
                <c:pt idx="5684">
                  <c:v>388.0</c:v>
                </c:pt>
                <c:pt idx="5685">
                  <c:v>388.0</c:v>
                </c:pt>
                <c:pt idx="5686">
                  <c:v>388.0</c:v>
                </c:pt>
                <c:pt idx="5687">
                  <c:v>388.0</c:v>
                </c:pt>
                <c:pt idx="5688">
                  <c:v>388.0</c:v>
                </c:pt>
                <c:pt idx="5689">
                  <c:v>388.0</c:v>
                </c:pt>
                <c:pt idx="5690">
                  <c:v>388.0</c:v>
                </c:pt>
                <c:pt idx="5691">
                  <c:v>388.0</c:v>
                </c:pt>
                <c:pt idx="5692">
                  <c:v>388.0</c:v>
                </c:pt>
                <c:pt idx="5693">
                  <c:v>388.0</c:v>
                </c:pt>
                <c:pt idx="5694">
                  <c:v>388.0</c:v>
                </c:pt>
                <c:pt idx="5695">
                  <c:v>388.0</c:v>
                </c:pt>
                <c:pt idx="5696">
                  <c:v>388.0</c:v>
                </c:pt>
                <c:pt idx="5697">
                  <c:v>388.0</c:v>
                </c:pt>
                <c:pt idx="5698">
                  <c:v>388.0</c:v>
                </c:pt>
                <c:pt idx="5699">
                  <c:v>388.0</c:v>
                </c:pt>
                <c:pt idx="5700">
                  <c:v>388.0</c:v>
                </c:pt>
                <c:pt idx="5701">
                  <c:v>388.0</c:v>
                </c:pt>
                <c:pt idx="5702">
                  <c:v>388.0</c:v>
                </c:pt>
                <c:pt idx="5703">
                  <c:v>388.0</c:v>
                </c:pt>
                <c:pt idx="5704">
                  <c:v>388.0</c:v>
                </c:pt>
                <c:pt idx="5705">
                  <c:v>388.0</c:v>
                </c:pt>
                <c:pt idx="5706">
                  <c:v>388.0</c:v>
                </c:pt>
                <c:pt idx="5707">
                  <c:v>388.0</c:v>
                </c:pt>
                <c:pt idx="5708">
                  <c:v>388.0</c:v>
                </c:pt>
                <c:pt idx="5709">
                  <c:v>388.0</c:v>
                </c:pt>
                <c:pt idx="5710">
                  <c:v>388.0</c:v>
                </c:pt>
                <c:pt idx="5711">
                  <c:v>388.0</c:v>
                </c:pt>
                <c:pt idx="5712">
                  <c:v>388.0</c:v>
                </c:pt>
                <c:pt idx="5713">
                  <c:v>388.0</c:v>
                </c:pt>
                <c:pt idx="5714">
                  <c:v>388.0</c:v>
                </c:pt>
                <c:pt idx="5715">
                  <c:v>388.0</c:v>
                </c:pt>
                <c:pt idx="5716">
                  <c:v>388.0</c:v>
                </c:pt>
                <c:pt idx="5717">
                  <c:v>388.0</c:v>
                </c:pt>
                <c:pt idx="5718">
                  <c:v>388.0</c:v>
                </c:pt>
                <c:pt idx="5719">
                  <c:v>388.0</c:v>
                </c:pt>
                <c:pt idx="5720">
                  <c:v>388.0</c:v>
                </c:pt>
                <c:pt idx="5721">
                  <c:v>388.0</c:v>
                </c:pt>
                <c:pt idx="5722">
                  <c:v>388.0</c:v>
                </c:pt>
                <c:pt idx="5723">
                  <c:v>388.0</c:v>
                </c:pt>
                <c:pt idx="5724">
                  <c:v>388.0</c:v>
                </c:pt>
                <c:pt idx="5725">
                  <c:v>388.0</c:v>
                </c:pt>
                <c:pt idx="5726">
                  <c:v>388.0</c:v>
                </c:pt>
                <c:pt idx="5727">
                  <c:v>388.0</c:v>
                </c:pt>
                <c:pt idx="5728">
                  <c:v>388.0</c:v>
                </c:pt>
                <c:pt idx="5729">
                  <c:v>388.0</c:v>
                </c:pt>
                <c:pt idx="5730">
                  <c:v>388.0</c:v>
                </c:pt>
                <c:pt idx="5731">
                  <c:v>388.0</c:v>
                </c:pt>
                <c:pt idx="5732">
                  <c:v>388.0</c:v>
                </c:pt>
                <c:pt idx="5733">
                  <c:v>388.0</c:v>
                </c:pt>
                <c:pt idx="5734">
                  <c:v>388.0</c:v>
                </c:pt>
                <c:pt idx="5735">
                  <c:v>388.0</c:v>
                </c:pt>
                <c:pt idx="5736">
                  <c:v>388.0</c:v>
                </c:pt>
                <c:pt idx="5737">
                  <c:v>388.0</c:v>
                </c:pt>
                <c:pt idx="5738">
                  <c:v>388.0</c:v>
                </c:pt>
                <c:pt idx="5739">
                  <c:v>388.0</c:v>
                </c:pt>
                <c:pt idx="5740">
                  <c:v>388.0</c:v>
                </c:pt>
                <c:pt idx="5741">
                  <c:v>388.0</c:v>
                </c:pt>
                <c:pt idx="5742">
                  <c:v>388.0</c:v>
                </c:pt>
                <c:pt idx="5743">
                  <c:v>388.0</c:v>
                </c:pt>
                <c:pt idx="5744">
                  <c:v>388.0</c:v>
                </c:pt>
                <c:pt idx="5745">
                  <c:v>388.0</c:v>
                </c:pt>
                <c:pt idx="5746">
                  <c:v>388.0</c:v>
                </c:pt>
                <c:pt idx="5747">
                  <c:v>388.0</c:v>
                </c:pt>
                <c:pt idx="5748">
                  <c:v>388.0</c:v>
                </c:pt>
                <c:pt idx="5749">
                  <c:v>388.0</c:v>
                </c:pt>
                <c:pt idx="5750">
                  <c:v>388.0</c:v>
                </c:pt>
                <c:pt idx="5751">
                  <c:v>388.0</c:v>
                </c:pt>
                <c:pt idx="5752">
                  <c:v>388.0</c:v>
                </c:pt>
                <c:pt idx="5753">
                  <c:v>388.0</c:v>
                </c:pt>
                <c:pt idx="5754">
                  <c:v>388.0</c:v>
                </c:pt>
                <c:pt idx="5755">
                  <c:v>388.0</c:v>
                </c:pt>
                <c:pt idx="5756">
                  <c:v>388.0</c:v>
                </c:pt>
                <c:pt idx="5757">
                  <c:v>388.0</c:v>
                </c:pt>
                <c:pt idx="5758">
                  <c:v>388.0</c:v>
                </c:pt>
                <c:pt idx="5759">
                  <c:v>388.0</c:v>
                </c:pt>
                <c:pt idx="5760">
                  <c:v>388.0</c:v>
                </c:pt>
                <c:pt idx="5761">
                  <c:v>388.0</c:v>
                </c:pt>
                <c:pt idx="5762">
                  <c:v>388.0</c:v>
                </c:pt>
                <c:pt idx="5763">
                  <c:v>388.0</c:v>
                </c:pt>
                <c:pt idx="5764">
                  <c:v>388.0</c:v>
                </c:pt>
                <c:pt idx="5765">
                  <c:v>388.0</c:v>
                </c:pt>
                <c:pt idx="5766">
                  <c:v>388.0</c:v>
                </c:pt>
                <c:pt idx="5767">
                  <c:v>388.0</c:v>
                </c:pt>
                <c:pt idx="5768">
                  <c:v>388.0</c:v>
                </c:pt>
                <c:pt idx="5769">
                  <c:v>388.0</c:v>
                </c:pt>
                <c:pt idx="5770">
                  <c:v>388.0</c:v>
                </c:pt>
                <c:pt idx="5771">
                  <c:v>388.0</c:v>
                </c:pt>
                <c:pt idx="5772">
                  <c:v>388.0</c:v>
                </c:pt>
                <c:pt idx="5773">
                  <c:v>388.0</c:v>
                </c:pt>
                <c:pt idx="5774">
                  <c:v>388.0</c:v>
                </c:pt>
                <c:pt idx="5775">
                  <c:v>388.0</c:v>
                </c:pt>
                <c:pt idx="5776">
                  <c:v>388.0</c:v>
                </c:pt>
                <c:pt idx="5777">
                  <c:v>388.0</c:v>
                </c:pt>
                <c:pt idx="5778">
                  <c:v>388.0</c:v>
                </c:pt>
                <c:pt idx="5779">
                  <c:v>388.0</c:v>
                </c:pt>
                <c:pt idx="5780">
                  <c:v>388.0</c:v>
                </c:pt>
                <c:pt idx="5781">
                  <c:v>388.0</c:v>
                </c:pt>
                <c:pt idx="5782">
                  <c:v>388.0</c:v>
                </c:pt>
                <c:pt idx="5783">
                  <c:v>388.0</c:v>
                </c:pt>
                <c:pt idx="5784">
                  <c:v>388.0</c:v>
                </c:pt>
                <c:pt idx="5785">
                  <c:v>388.0</c:v>
                </c:pt>
                <c:pt idx="5786">
                  <c:v>388.0</c:v>
                </c:pt>
                <c:pt idx="5787">
                  <c:v>388.0</c:v>
                </c:pt>
                <c:pt idx="5788">
                  <c:v>388.0</c:v>
                </c:pt>
                <c:pt idx="5789">
                  <c:v>388.0</c:v>
                </c:pt>
                <c:pt idx="5790">
                  <c:v>388.0</c:v>
                </c:pt>
                <c:pt idx="5791">
                  <c:v>388.0</c:v>
                </c:pt>
                <c:pt idx="5792">
                  <c:v>388.0</c:v>
                </c:pt>
                <c:pt idx="5793">
                  <c:v>388.0</c:v>
                </c:pt>
                <c:pt idx="5794">
                  <c:v>388.0</c:v>
                </c:pt>
                <c:pt idx="5795">
                  <c:v>388.0</c:v>
                </c:pt>
                <c:pt idx="5796">
                  <c:v>388.0</c:v>
                </c:pt>
                <c:pt idx="5797">
                  <c:v>388.0</c:v>
                </c:pt>
                <c:pt idx="5798">
                  <c:v>388.0</c:v>
                </c:pt>
                <c:pt idx="5799">
                  <c:v>388.0</c:v>
                </c:pt>
                <c:pt idx="5800">
                  <c:v>388.0</c:v>
                </c:pt>
                <c:pt idx="5801">
                  <c:v>388.0</c:v>
                </c:pt>
                <c:pt idx="5802">
                  <c:v>388.0</c:v>
                </c:pt>
                <c:pt idx="5803">
                  <c:v>388.0</c:v>
                </c:pt>
                <c:pt idx="5804">
                  <c:v>388.0</c:v>
                </c:pt>
                <c:pt idx="5805">
                  <c:v>388.0</c:v>
                </c:pt>
                <c:pt idx="5806">
                  <c:v>388.0</c:v>
                </c:pt>
                <c:pt idx="5807">
                  <c:v>388.0</c:v>
                </c:pt>
                <c:pt idx="5808">
                  <c:v>388.0</c:v>
                </c:pt>
                <c:pt idx="5809">
                  <c:v>388.0</c:v>
                </c:pt>
                <c:pt idx="5810">
                  <c:v>388.0</c:v>
                </c:pt>
                <c:pt idx="5811">
                  <c:v>388.0</c:v>
                </c:pt>
                <c:pt idx="5812">
                  <c:v>388.0</c:v>
                </c:pt>
                <c:pt idx="5813">
                  <c:v>388.0</c:v>
                </c:pt>
                <c:pt idx="5814">
                  <c:v>388.0</c:v>
                </c:pt>
                <c:pt idx="5815">
                  <c:v>388.0</c:v>
                </c:pt>
                <c:pt idx="5816">
                  <c:v>388.0</c:v>
                </c:pt>
                <c:pt idx="5817">
                  <c:v>388.0</c:v>
                </c:pt>
                <c:pt idx="5818">
                  <c:v>388.0</c:v>
                </c:pt>
                <c:pt idx="5819">
                  <c:v>388.0</c:v>
                </c:pt>
                <c:pt idx="5820">
                  <c:v>388.0</c:v>
                </c:pt>
                <c:pt idx="5821">
                  <c:v>388.0</c:v>
                </c:pt>
                <c:pt idx="5822">
                  <c:v>388.0</c:v>
                </c:pt>
                <c:pt idx="5823">
                  <c:v>388.0</c:v>
                </c:pt>
                <c:pt idx="5824">
                  <c:v>388.0</c:v>
                </c:pt>
                <c:pt idx="5825">
                  <c:v>388.0</c:v>
                </c:pt>
                <c:pt idx="5826">
                  <c:v>388.0</c:v>
                </c:pt>
                <c:pt idx="5827">
                  <c:v>388.0</c:v>
                </c:pt>
                <c:pt idx="5828">
                  <c:v>388.0</c:v>
                </c:pt>
                <c:pt idx="5829">
                  <c:v>388.0</c:v>
                </c:pt>
                <c:pt idx="5830">
                  <c:v>388.0</c:v>
                </c:pt>
                <c:pt idx="5831">
                  <c:v>388.0</c:v>
                </c:pt>
                <c:pt idx="5832">
                  <c:v>388.0</c:v>
                </c:pt>
                <c:pt idx="5833">
                  <c:v>388.0</c:v>
                </c:pt>
                <c:pt idx="5834">
                  <c:v>388.0</c:v>
                </c:pt>
                <c:pt idx="5835">
                  <c:v>388.0</c:v>
                </c:pt>
                <c:pt idx="5836">
                  <c:v>388.0</c:v>
                </c:pt>
                <c:pt idx="5837">
                  <c:v>388.0</c:v>
                </c:pt>
                <c:pt idx="5838">
                  <c:v>388.0</c:v>
                </c:pt>
                <c:pt idx="5839">
                  <c:v>388.0</c:v>
                </c:pt>
                <c:pt idx="5840">
                  <c:v>388.0</c:v>
                </c:pt>
                <c:pt idx="5841">
                  <c:v>388.0</c:v>
                </c:pt>
                <c:pt idx="5842">
                  <c:v>388.0</c:v>
                </c:pt>
                <c:pt idx="5843">
                  <c:v>388.0</c:v>
                </c:pt>
                <c:pt idx="5844">
                  <c:v>388.0</c:v>
                </c:pt>
                <c:pt idx="5845">
                  <c:v>388.0</c:v>
                </c:pt>
                <c:pt idx="5846">
                  <c:v>388.0</c:v>
                </c:pt>
                <c:pt idx="5847">
                  <c:v>388.0</c:v>
                </c:pt>
                <c:pt idx="5848">
                  <c:v>388.0</c:v>
                </c:pt>
                <c:pt idx="5849">
                  <c:v>388.0</c:v>
                </c:pt>
                <c:pt idx="5850">
                  <c:v>388.0</c:v>
                </c:pt>
                <c:pt idx="5851">
                  <c:v>388.0</c:v>
                </c:pt>
                <c:pt idx="5852">
                  <c:v>388.0</c:v>
                </c:pt>
                <c:pt idx="5853">
                  <c:v>388.0</c:v>
                </c:pt>
                <c:pt idx="5854">
                  <c:v>388.0</c:v>
                </c:pt>
                <c:pt idx="5855">
                  <c:v>388.0</c:v>
                </c:pt>
                <c:pt idx="5856">
                  <c:v>388.0</c:v>
                </c:pt>
                <c:pt idx="5857">
                  <c:v>388.0</c:v>
                </c:pt>
                <c:pt idx="5858">
                  <c:v>388.0</c:v>
                </c:pt>
                <c:pt idx="5859">
                  <c:v>388.0</c:v>
                </c:pt>
                <c:pt idx="5860">
                  <c:v>388.0</c:v>
                </c:pt>
                <c:pt idx="5861">
                  <c:v>388.0</c:v>
                </c:pt>
                <c:pt idx="5862">
                  <c:v>388.0</c:v>
                </c:pt>
                <c:pt idx="5863">
                  <c:v>388.0</c:v>
                </c:pt>
                <c:pt idx="5864">
                  <c:v>388.0</c:v>
                </c:pt>
                <c:pt idx="5865">
                  <c:v>388.0</c:v>
                </c:pt>
                <c:pt idx="5866">
                  <c:v>388.0</c:v>
                </c:pt>
                <c:pt idx="5867">
                  <c:v>388.0</c:v>
                </c:pt>
                <c:pt idx="5868">
                  <c:v>388.0</c:v>
                </c:pt>
                <c:pt idx="5869">
                  <c:v>388.0</c:v>
                </c:pt>
                <c:pt idx="5870">
                  <c:v>388.0</c:v>
                </c:pt>
                <c:pt idx="5871">
                  <c:v>388.0</c:v>
                </c:pt>
                <c:pt idx="5872">
                  <c:v>388.0</c:v>
                </c:pt>
                <c:pt idx="5873">
                  <c:v>388.0</c:v>
                </c:pt>
                <c:pt idx="5874">
                  <c:v>388.0</c:v>
                </c:pt>
                <c:pt idx="5875">
                  <c:v>388.0</c:v>
                </c:pt>
                <c:pt idx="5876">
                  <c:v>388.0</c:v>
                </c:pt>
                <c:pt idx="5877">
                  <c:v>388.0</c:v>
                </c:pt>
                <c:pt idx="5878">
                  <c:v>388.0</c:v>
                </c:pt>
                <c:pt idx="5879">
                  <c:v>388.0</c:v>
                </c:pt>
                <c:pt idx="5880">
                  <c:v>388.0</c:v>
                </c:pt>
                <c:pt idx="5881">
                  <c:v>388.0</c:v>
                </c:pt>
                <c:pt idx="5882">
                  <c:v>388.0</c:v>
                </c:pt>
                <c:pt idx="5883">
                  <c:v>388.0</c:v>
                </c:pt>
                <c:pt idx="5884">
                  <c:v>388.0</c:v>
                </c:pt>
                <c:pt idx="5885">
                  <c:v>388.0</c:v>
                </c:pt>
                <c:pt idx="5886">
                  <c:v>388.0</c:v>
                </c:pt>
                <c:pt idx="5887">
                  <c:v>388.0</c:v>
                </c:pt>
                <c:pt idx="5888">
                  <c:v>388.0</c:v>
                </c:pt>
                <c:pt idx="5889">
                  <c:v>388.0</c:v>
                </c:pt>
                <c:pt idx="5890">
                  <c:v>388.0</c:v>
                </c:pt>
                <c:pt idx="5891">
                  <c:v>388.0</c:v>
                </c:pt>
                <c:pt idx="5892">
                  <c:v>388.0</c:v>
                </c:pt>
                <c:pt idx="5893">
                  <c:v>388.0</c:v>
                </c:pt>
                <c:pt idx="5894">
                  <c:v>388.0</c:v>
                </c:pt>
                <c:pt idx="5895">
                  <c:v>388.0</c:v>
                </c:pt>
                <c:pt idx="5896">
                  <c:v>388.0</c:v>
                </c:pt>
                <c:pt idx="5897">
                  <c:v>388.0</c:v>
                </c:pt>
                <c:pt idx="5898">
                  <c:v>388.0</c:v>
                </c:pt>
                <c:pt idx="5899">
                  <c:v>388.0</c:v>
                </c:pt>
                <c:pt idx="5900">
                  <c:v>388.0</c:v>
                </c:pt>
                <c:pt idx="5901">
                  <c:v>388.0</c:v>
                </c:pt>
                <c:pt idx="5902">
                  <c:v>388.0</c:v>
                </c:pt>
                <c:pt idx="5903">
                  <c:v>388.0</c:v>
                </c:pt>
                <c:pt idx="5904">
                  <c:v>388.0</c:v>
                </c:pt>
                <c:pt idx="5905">
                  <c:v>388.0</c:v>
                </c:pt>
                <c:pt idx="5906">
                  <c:v>388.0</c:v>
                </c:pt>
                <c:pt idx="5907">
                  <c:v>388.0</c:v>
                </c:pt>
                <c:pt idx="5908">
                  <c:v>388.0</c:v>
                </c:pt>
                <c:pt idx="5909">
                  <c:v>388.0</c:v>
                </c:pt>
                <c:pt idx="5910">
                  <c:v>388.0</c:v>
                </c:pt>
                <c:pt idx="5911">
                  <c:v>388.0</c:v>
                </c:pt>
                <c:pt idx="5912">
                  <c:v>388.0</c:v>
                </c:pt>
                <c:pt idx="5913">
                  <c:v>388.0</c:v>
                </c:pt>
                <c:pt idx="5914">
                  <c:v>388.0</c:v>
                </c:pt>
                <c:pt idx="5915">
                  <c:v>388.0</c:v>
                </c:pt>
                <c:pt idx="5916">
                  <c:v>388.0</c:v>
                </c:pt>
                <c:pt idx="5917">
                  <c:v>388.0</c:v>
                </c:pt>
                <c:pt idx="5918">
                  <c:v>388.0</c:v>
                </c:pt>
                <c:pt idx="5919">
                  <c:v>388.0</c:v>
                </c:pt>
                <c:pt idx="5920">
                  <c:v>388.0</c:v>
                </c:pt>
                <c:pt idx="5921">
                  <c:v>388.0</c:v>
                </c:pt>
                <c:pt idx="5922">
                  <c:v>388.0</c:v>
                </c:pt>
                <c:pt idx="5923">
                  <c:v>388.0</c:v>
                </c:pt>
                <c:pt idx="5924">
                  <c:v>388.0</c:v>
                </c:pt>
                <c:pt idx="5925">
                  <c:v>388.0</c:v>
                </c:pt>
                <c:pt idx="5926">
                  <c:v>388.0</c:v>
                </c:pt>
                <c:pt idx="5927">
                  <c:v>388.0</c:v>
                </c:pt>
                <c:pt idx="5928">
                  <c:v>388.0</c:v>
                </c:pt>
                <c:pt idx="5929">
                  <c:v>388.0</c:v>
                </c:pt>
                <c:pt idx="5930">
                  <c:v>388.0</c:v>
                </c:pt>
                <c:pt idx="5931">
                  <c:v>388.0</c:v>
                </c:pt>
                <c:pt idx="5932">
                  <c:v>388.0</c:v>
                </c:pt>
                <c:pt idx="5933">
                  <c:v>388.0</c:v>
                </c:pt>
                <c:pt idx="5934">
                  <c:v>388.0</c:v>
                </c:pt>
                <c:pt idx="5935">
                  <c:v>388.0</c:v>
                </c:pt>
                <c:pt idx="5936">
                  <c:v>388.0</c:v>
                </c:pt>
                <c:pt idx="5937">
                  <c:v>388.0</c:v>
                </c:pt>
                <c:pt idx="5938">
                  <c:v>388.0</c:v>
                </c:pt>
                <c:pt idx="5939">
                  <c:v>388.0</c:v>
                </c:pt>
                <c:pt idx="5940">
                  <c:v>388.0</c:v>
                </c:pt>
                <c:pt idx="5941">
                  <c:v>388.0</c:v>
                </c:pt>
                <c:pt idx="5942">
                  <c:v>388.0</c:v>
                </c:pt>
                <c:pt idx="5943">
                  <c:v>388.0</c:v>
                </c:pt>
                <c:pt idx="5944">
                  <c:v>388.0</c:v>
                </c:pt>
                <c:pt idx="5945">
                  <c:v>388.0</c:v>
                </c:pt>
                <c:pt idx="5946">
                  <c:v>388.0</c:v>
                </c:pt>
                <c:pt idx="5947">
                  <c:v>388.0</c:v>
                </c:pt>
                <c:pt idx="5948">
                  <c:v>388.0</c:v>
                </c:pt>
                <c:pt idx="5949">
                  <c:v>388.0</c:v>
                </c:pt>
                <c:pt idx="5950">
                  <c:v>388.0</c:v>
                </c:pt>
                <c:pt idx="5951">
                  <c:v>388.0</c:v>
                </c:pt>
                <c:pt idx="5952">
                  <c:v>388.0</c:v>
                </c:pt>
                <c:pt idx="5953">
                  <c:v>388.0</c:v>
                </c:pt>
                <c:pt idx="5954">
                  <c:v>388.0</c:v>
                </c:pt>
                <c:pt idx="5955">
                  <c:v>388.0</c:v>
                </c:pt>
                <c:pt idx="5956">
                  <c:v>388.0</c:v>
                </c:pt>
                <c:pt idx="5957">
                  <c:v>388.0</c:v>
                </c:pt>
                <c:pt idx="5958">
                  <c:v>388.0</c:v>
                </c:pt>
                <c:pt idx="5959">
                  <c:v>388.0</c:v>
                </c:pt>
                <c:pt idx="5960">
                  <c:v>388.0</c:v>
                </c:pt>
                <c:pt idx="5961">
                  <c:v>388.0</c:v>
                </c:pt>
                <c:pt idx="5962">
                  <c:v>388.0</c:v>
                </c:pt>
                <c:pt idx="5963">
                  <c:v>388.0</c:v>
                </c:pt>
                <c:pt idx="5964">
                  <c:v>388.0</c:v>
                </c:pt>
                <c:pt idx="5965">
                  <c:v>388.0</c:v>
                </c:pt>
                <c:pt idx="5966">
                  <c:v>388.0</c:v>
                </c:pt>
                <c:pt idx="5967">
                  <c:v>388.0</c:v>
                </c:pt>
                <c:pt idx="5968">
                  <c:v>388.0</c:v>
                </c:pt>
                <c:pt idx="5969">
                  <c:v>388.0</c:v>
                </c:pt>
                <c:pt idx="5970">
                  <c:v>388.0</c:v>
                </c:pt>
                <c:pt idx="5971">
                  <c:v>388.0</c:v>
                </c:pt>
                <c:pt idx="5972">
                  <c:v>388.0</c:v>
                </c:pt>
                <c:pt idx="5973">
                  <c:v>388.0</c:v>
                </c:pt>
                <c:pt idx="5974">
                  <c:v>388.0</c:v>
                </c:pt>
                <c:pt idx="5975">
                  <c:v>388.0</c:v>
                </c:pt>
                <c:pt idx="5976">
                  <c:v>388.0</c:v>
                </c:pt>
                <c:pt idx="5977">
                  <c:v>388.0</c:v>
                </c:pt>
                <c:pt idx="5978">
                  <c:v>388.0</c:v>
                </c:pt>
                <c:pt idx="5979">
                  <c:v>388.0</c:v>
                </c:pt>
                <c:pt idx="5980">
                  <c:v>388.0</c:v>
                </c:pt>
                <c:pt idx="5981">
                  <c:v>388.0</c:v>
                </c:pt>
                <c:pt idx="5982">
                  <c:v>388.0</c:v>
                </c:pt>
                <c:pt idx="5983">
                  <c:v>388.0</c:v>
                </c:pt>
                <c:pt idx="5984">
                  <c:v>388.0</c:v>
                </c:pt>
                <c:pt idx="5985">
                  <c:v>388.0</c:v>
                </c:pt>
                <c:pt idx="5986">
                  <c:v>388.0</c:v>
                </c:pt>
                <c:pt idx="5987">
                  <c:v>388.0</c:v>
                </c:pt>
                <c:pt idx="5988">
                  <c:v>388.0</c:v>
                </c:pt>
                <c:pt idx="5989">
                  <c:v>388.0</c:v>
                </c:pt>
                <c:pt idx="5990">
                  <c:v>388.0</c:v>
                </c:pt>
                <c:pt idx="5991">
                  <c:v>388.0</c:v>
                </c:pt>
                <c:pt idx="5992">
                  <c:v>388.0</c:v>
                </c:pt>
                <c:pt idx="5993">
                  <c:v>388.0</c:v>
                </c:pt>
                <c:pt idx="5994">
                  <c:v>388.0</c:v>
                </c:pt>
                <c:pt idx="5995">
                  <c:v>388.0</c:v>
                </c:pt>
                <c:pt idx="5996">
                  <c:v>388.0</c:v>
                </c:pt>
                <c:pt idx="5997">
                  <c:v>388.0</c:v>
                </c:pt>
                <c:pt idx="5998">
                  <c:v>388.0</c:v>
                </c:pt>
                <c:pt idx="5999">
                  <c:v>388.0</c:v>
                </c:pt>
                <c:pt idx="6000">
                  <c:v>388.0</c:v>
                </c:pt>
                <c:pt idx="6001">
                  <c:v>388.0</c:v>
                </c:pt>
                <c:pt idx="6002">
                  <c:v>388.0</c:v>
                </c:pt>
                <c:pt idx="6003">
                  <c:v>388.0</c:v>
                </c:pt>
                <c:pt idx="6004">
                  <c:v>388.0</c:v>
                </c:pt>
                <c:pt idx="6005">
                  <c:v>388.0</c:v>
                </c:pt>
                <c:pt idx="6006">
                  <c:v>388.0</c:v>
                </c:pt>
                <c:pt idx="6007">
                  <c:v>388.0</c:v>
                </c:pt>
                <c:pt idx="6008">
                  <c:v>388.0</c:v>
                </c:pt>
                <c:pt idx="6009">
                  <c:v>388.0</c:v>
                </c:pt>
                <c:pt idx="6010">
                  <c:v>388.0</c:v>
                </c:pt>
                <c:pt idx="6011">
                  <c:v>388.0</c:v>
                </c:pt>
                <c:pt idx="6012">
                  <c:v>388.0</c:v>
                </c:pt>
                <c:pt idx="6013">
                  <c:v>388.0</c:v>
                </c:pt>
                <c:pt idx="6014">
                  <c:v>388.0</c:v>
                </c:pt>
                <c:pt idx="6015">
                  <c:v>388.0</c:v>
                </c:pt>
                <c:pt idx="6016">
                  <c:v>388.0</c:v>
                </c:pt>
                <c:pt idx="6017">
                  <c:v>388.0</c:v>
                </c:pt>
                <c:pt idx="6018">
                  <c:v>388.0</c:v>
                </c:pt>
                <c:pt idx="6019">
                  <c:v>388.0</c:v>
                </c:pt>
                <c:pt idx="6020">
                  <c:v>388.0</c:v>
                </c:pt>
                <c:pt idx="6021">
                  <c:v>388.0</c:v>
                </c:pt>
                <c:pt idx="6022">
                  <c:v>388.0</c:v>
                </c:pt>
                <c:pt idx="6023">
                  <c:v>388.0</c:v>
                </c:pt>
                <c:pt idx="6024">
                  <c:v>388.0</c:v>
                </c:pt>
                <c:pt idx="6025">
                  <c:v>388.0</c:v>
                </c:pt>
                <c:pt idx="6026">
                  <c:v>388.0</c:v>
                </c:pt>
                <c:pt idx="6027">
                  <c:v>388.0</c:v>
                </c:pt>
                <c:pt idx="6028">
                  <c:v>388.0</c:v>
                </c:pt>
                <c:pt idx="6029">
                  <c:v>388.0</c:v>
                </c:pt>
                <c:pt idx="6030">
                  <c:v>388.0</c:v>
                </c:pt>
                <c:pt idx="6031">
                  <c:v>388.0</c:v>
                </c:pt>
                <c:pt idx="6032">
                  <c:v>388.0</c:v>
                </c:pt>
                <c:pt idx="6033">
                  <c:v>388.0</c:v>
                </c:pt>
                <c:pt idx="6034">
                  <c:v>388.0</c:v>
                </c:pt>
                <c:pt idx="6035">
                  <c:v>388.0</c:v>
                </c:pt>
                <c:pt idx="6036">
                  <c:v>388.0</c:v>
                </c:pt>
                <c:pt idx="6037">
                  <c:v>388.0</c:v>
                </c:pt>
                <c:pt idx="6038">
                  <c:v>388.0</c:v>
                </c:pt>
                <c:pt idx="6039">
                  <c:v>388.0</c:v>
                </c:pt>
                <c:pt idx="6040">
                  <c:v>388.0</c:v>
                </c:pt>
                <c:pt idx="6041">
                  <c:v>388.0</c:v>
                </c:pt>
                <c:pt idx="6042">
                  <c:v>388.0</c:v>
                </c:pt>
                <c:pt idx="6043">
                  <c:v>388.0</c:v>
                </c:pt>
                <c:pt idx="6044">
                  <c:v>388.0</c:v>
                </c:pt>
                <c:pt idx="6045">
                  <c:v>388.0</c:v>
                </c:pt>
                <c:pt idx="6046">
                  <c:v>388.0</c:v>
                </c:pt>
                <c:pt idx="6047">
                  <c:v>388.0</c:v>
                </c:pt>
                <c:pt idx="6048">
                  <c:v>388.0</c:v>
                </c:pt>
                <c:pt idx="6049">
                  <c:v>388.0</c:v>
                </c:pt>
                <c:pt idx="6050">
                  <c:v>388.0</c:v>
                </c:pt>
                <c:pt idx="6051">
                  <c:v>388.0</c:v>
                </c:pt>
                <c:pt idx="6052">
                  <c:v>388.0</c:v>
                </c:pt>
                <c:pt idx="6053">
                  <c:v>388.0</c:v>
                </c:pt>
                <c:pt idx="6054">
                  <c:v>388.0</c:v>
                </c:pt>
                <c:pt idx="6055">
                  <c:v>388.0</c:v>
                </c:pt>
                <c:pt idx="6056">
                  <c:v>388.0</c:v>
                </c:pt>
                <c:pt idx="6057">
                  <c:v>388.0</c:v>
                </c:pt>
                <c:pt idx="6058">
                  <c:v>388.0</c:v>
                </c:pt>
                <c:pt idx="6059">
                  <c:v>388.0</c:v>
                </c:pt>
                <c:pt idx="6060">
                  <c:v>388.0</c:v>
                </c:pt>
                <c:pt idx="6061">
                  <c:v>388.0</c:v>
                </c:pt>
                <c:pt idx="6062">
                  <c:v>388.0</c:v>
                </c:pt>
                <c:pt idx="6063">
                  <c:v>388.0</c:v>
                </c:pt>
                <c:pt idx="6064">
                  <c:v>388.0</c:v>
                </c:pt>
                <c:pt idx="6065">
                  <c:v>388.0</c:v>
                </c:pt>
                <c:pt idx="6066">
                  <c:v>388.0</c:v>
                </c:pt>
                <c:pt idx="6067">
                  <c:v>388.0</c:v>
                </c:pt>
                <c:pt idx="6068">
                  <c:v>388.0</c:v>
                </c:pt>
                <c:pt idx="6069">
                  <c:v>388.0</c:v>
                </c:pt>
                <c:pt idx="6070">
                  <c:v>388.0</c:v>
                </c:pt>
                <c:pt idx="6071">
                  <c:v>388.0</c:v>
                </c:pt>
                <c:pt idx="6072">
                  <c:v>388.0</c:v>
                </c:pt>
                <c:pt idx="6073">
                  <c:v>388.0</c:v>
                </c:pt>
                <c:pt idx="6074">
                  <c:v>388.0</c:v>
                </c:pt>
                <c:pt idx="6075">
                  <c:v>388.0</c:v>
                </c:pt>
                <c:pt idx="6076">
                  <c:v>388.0</c:v>
                </c:pt>
                <c:pt idx="6077">
                  <c:v>388.0</c:v>
                </c:pt>
                <c:pt idx="6078">
                  <c:v>388.0</c:v>
                </c:pt>
                <c:pt idx="6079">
                  <c:v>388.0</c:v>
                </c:pt>
                <c:pt idx="6080">
                  <c:v>388.0</c:v>
                </c:pt>
                <c:pt idx="6081">
                  <c:v>388.0</c:v>
                </c:pt>
                <c:pt idx="6082">
                  <c:v>388.0</c:v>
                </c:pt>
                <c:pt idx="6083">
                  <c:v>388.0</c:v>
                </c:pt>
                <c:pt idx="6084">
                  <c:v>388.0</c:v>
                </c:pt>
                <c:pt idx="6085">
                  <c:v>388.0</c:v>
                </c:pt>
                <c:pt idx="6086">
                  <c:v>388.0</c:v>
                </c:pt>
                <c:pt idx="6087">
                  <c:v>388.0</c:v>
                </c:pt>
                <c:pt idx="6088">
                  <c:v>388.0</c:v>
                </c:pt>
                <c:pt idx="6089">
                  <c:v>388.0</c:v>
                </c:pt>
                <c:pt idx="6090">
                  <c:v>388.0</c:v>
                </c:pt>
                <c:pt idx="6091">
                  <c:v>388.0</c:v>
                </c:pt>
                <c:pt idx="6092">
                  <c:v>388.0</c:v>
                </c:pt>
                <c:pt idx="6093">
                  <c:v>388.0</c:v>
                </c:pt>
                <c:pt idx="6094">
                  <c:v>388.0</c:v>
                </c:pt>
                <c:pt idx="6095">
                  <c:v>388.0</c:v>
                </c:pt>
                <c:pt idx="6096">
                  <c:v>388.0</c:v>
                </c:pt>
                <c:pt idx="6097">
                  <c:v>388.0</c:v>
                </c:pt>
                <c:pt idx="6098">
                  <c:v>388.0</c:v>
                </c:pt>
                <c:pt idx="6099">
                  <c:v>388.0</c:v>
                </c:pt>
                <c:pt idx="6100">
                  <c:v>388.0</c:v>
                </c:pt>
                <c:pt idx="6101">
                  <c:v>388.0</c:v>
                </c:pt>
                <c:pt idx="6102">
                  <c:v>388.0</c:v>
                </c:pt>
                <c:pt idx="6103">
                  <c:v>388.0</c:v>
                </c:pt>
                <c:pt idx="6104">
                  <c:v>388.0</c:v>
                </c:pt>
                <c:pt idx="6105">
                  <c:v>388.0</c:v>
                </c:pt>
                <c:pt idx="6106">
                  <c:v>388.0</c:v>
                </c:pt>
                <c:pt idx="6107">
                  <c:v>388.0</c:v>
                </c:pt>
                <c:pt idx="6108">
                  <c:v>388.0</c:v>
                </c:pt>
                <c:pt idx="6109">
                  <c:v>388.0</c:v>
                </c:pt>
                <c:pt idx="6110">
                  <c:v>388.0</c:v>
                </c:pt>
                <c:pt idx="6111">
                  <c:v>388.0</c:v>
                </c:pt>
                <c:pt idx="6112">
                  <c:v>388.0</c:v>
                </c:pt>
                <c:pt idx="6113">
                  <c:v>388.0</c:v>
                </c:pt>
                <c:pt idx="6114">
                  <c:v>388.0</c:v>
                </c:pt>
                <c:pt idx="6115">
                  <c:v>388.0</c:v>
                </c:pt>
                <c:pt idx="6116">
                  <c:v>388.0</c:v>
                </c:pt>
                <c:pt idx="6117">
                  <c:v>388.0</c:v>
                </c:pt>
                <c:pt idx="6118">
                  <c:v>388.0</c:v>
                </c:pt>
                <c:pt idx="6119">
                  <c:v>388.0</c:v>
                </c:pt>
                <c:pt idx="6120">
                  <c:v>388.0</c:v>
                </c:pt>
                <c:pt idx="6121">
                  <c:v>388.0</c:v>
                </c:pt>
                <c:pt idx="6122">
                  <c:v>388.0</c:v>
                </c:pt>
                <c:pt idx="6123">
                  <c:v>388.0</c:v>
                </c:pt>
                <c:pt idx="6124">
                  <c:v>388.0</c:v>
                </c:pt>
                <c:pt idx="6125">
                  <c:v>388.0</c:v>
                </c:pt>
                <c:pt idx="6126">
                  <c:v>388.0</c:v>
                </c:pt>
                <c:pt idx="6127">
                  <c:v>388.0</c:v>
                </c:pt>
                <c:pt idx="6128">
                  <c:v>388.0</c:v>
                </c:pt>
                <c:pt idx="6129">
                  <c:v>388.0</c:v>
                </c:pt>
                <c:pt idx="6130">
                  <c:v>388.0</c:v>
                </c:pt>
                <c:pt idx="6131">
                  <c:v>388.0</c:v>
                </c:pt>
                <c:pt idx="6132">
                  <c:v>388.0</c:v>
                </c:pt>
                <c:pt idx="6133">
                  <c:v>388.0</c:v>
                </c:pt>
                <c:pt idx="6134">
                  <c:v>388.0</c:v>
                </c:pt>
                <c:pt idx="6135">
                  <c:v>388.0</c:v>
                </c:pt>
                <c:pt idx="6136">
                  <c:v>388.0</c:v>
                </c:pt>
                <c:pt idx="6137">
                  <c:v>388.0</c:v>
                </c:pt>
                <c:pt idx="6138">
                  <c:v>388.0</c:v>
                </c:pt>
                <c:pt idx="6139">
                  <c:v>388.0</c:v>
                </c:pt>
                <c:pt idx="6140">
                  <c:v>388.0</c:v>
                </c:pt>
                <c:pt idx="6141">
                  <c:v>388.0</c:v>
                </c:pt>
                <c:pt idx="6142">
                  <c:v>388.0</c:v>
                </c:pt>
                <c:pt idx="6143">
                  <c:v>388.0</c:v>
                </c:pt>
                <c:pt idx="6144">
                  <c:v>388.0</c:v>
                </c:pt>
                <c:pt idx="6145">
                  <c:v>388.0</c:v>
                </c:pt>
                <c:pt idx="6146">
                  <c:v>388.0</c:v>
                </c:pt>
                <c:pt idx="6147">
                  <c:v>388.0</c:v>
                </c:pt>
                <c:pt idx="6148">
                  <c:v>388.0</c:v>
                </c:pt>
                <c:pt idx="6149">
                  <c:v>388.0</c:v>
                </c:pt>
                <c:pt idx="6150">
                  <c:v>388.0</c:v>
                </c:pt>
                <c:pt idx="6151">
                  <c:v>388.0</c:v>
                </c:pt>
                <c:pt idx="6152">
                  <c:v>388.0</c:v>
                </c:pt>
                <c:pt idx="6153">
                  <c:v>388.0</c:v>
                </c:pt>
                <c:pt idx="6154">
                  <c:v>388.0</c:v>
                </c:pt>
                <c:pt idx="6155">
                  <c:v>388.0</c:v>
                </c:pt>
                <c:pt idx="6156">
                  <c:v>388.0</c:v>
                </c:pt>
                <c:pt idx="6157">
                  <c:v>388.0</c:v>
                </c:pt>
                <c:pt idx="6158">
                  <c:v>388.0</c:v>
                </c:pt>
                <c:pt idx="6159">
                  <c:v>388.0</c:v>
                </c:pt>
                <c:pt idx="6160">
                  <c:v>388.0</c:v>
                </c:pt>
                <c:pt idx="6161">
                  <c:v>388.0</c:v>
                </c:pt>
                <c:pt idx="6162">
                  <c:v>388.0</c:v>
                </c:pt>
                <c:pt idx="6163">
                  <c:v>388.0</c:v>
                </c:pt>
                <c:pt idx="6164">
                  <c:v>388.0</c:v>
                </c:pt>
                <c:pt idx="6165">
                  <c:v>388.0</c:v>
                </c:pt>
                <c:pt idx="6166">
                  <c:v>388.0</c:v>
                </c:pt>
                <c:pt idx="6167">
                  <c:v>388.0</c:v>
                </c:pt>
                <c:pt idx="6168">
                  <c:v>388.0</c:v>
                </c:pt>
                <c:pt idx="6169">
                  <c:v>388.0</c:v>
                </c:pt>
                <c:pt idx="6170">
                  <c:v>388.0</c:v>
                </c:pt>
                <c:pt idx="6171">
                  <c:v>388.0</c:v>
                </c:pt>
                <c:pt idx="6172">
                  <c:v>388.0</c:v>
                </c:pt>
                <c:pt idx="6173">
                  <c:v>388.0</c:v>
                </c:pt>
                <c:pt idx="6174">
                  <c:v>388.0</c:v>
                </c:pt>
                <c:pt idx="6175">
                  <c:v>388.0</c:v>
                </c:pt>
                <c:pt idx="6176">
                  <c:v>388.0</c:v>
                </c:pt>
                <c:pt idx="6177">
                  <c:v>388.0</c:v>
                </c:pt>
                <c:pt idx="6178">
                  <c:v>388.0</c:v>
                </c:pt>
                <c:pt idx="6179">
                  <c:v>388.0</c:v>
                </c:pt>
                <c:pt idx="6180">
                  <c:v>388.0</c:v>
                </c:pt>
                <c:pt idx="6181">
                  <c:v>388.0</c:v>
                </c:pt>
                <c:pt idx="6182">
                  <c:v>388.0</c:v>
                </c:pt>
                <c:pt idx="6183">
                  <c:v>388.0</c:v>
                </c:pt>
                <c:pt idx="6184">
                  <c:v>388.0</c:v>
                </c:pt>
                <c:pt idx="6185">
                  <c:v>388.0</c:v>
                </c:pt>
                <c:pt idx="6186">
                  <c:v>388.0</c:v>
                </c:pt>
                <c:pt idx="6187">
                  <c:v>388.0</c:v>
                </c:pt>
                <c:pt idx="6188">
                  <c:v>388.0</c:v>
                </c:pt>
                <c:pt idx="6189">
                  <c:v>388.0</c:v>
                </c:pt>
                <c:pt idx="6190">
                  <c:v>388.0</c:v>
                </c:pt>
                <c:pt idx="6191">
                  <c:v>388.0</c:v>
                </c:pt>
                <c:pt idx="6192">
                  <c:v>388.0</c:v>
                </c:pt>
                <c:pt idx="6193">
                  <c:v>388.0</c:v>
                </c:pt>
                <c:pt idx="6194">
                  <c:v>388.0</c:v>
                </c:pt>
                <c:pt idx="6195">
                  <c:v>388.0</c:v>
                </c:pt>
                <c:pt idx="6196">
                  <c:v>388.0</c:v>
                </c:pt>
                <c:pt idx="6197">
                  <c:v>388.0</c:v>
                </c:pt>
                <c:pt idx="6198">
                  <c:v>388.0</c:v>
                </c:pt>
                <c:pt idx="6199">
                  <c:v>388.0</c:v>
                </c:pt>
                <c:pt idx="6200">
                  <c:v>388.0</c:v>
                </c:pt>
                <c:pt idx="6201">
                  <c:v>388.0</c:v>
                </c:pt>
                <c:pt idx="6202">
                  <c:v>388.0</c:v>
                </c:pt>
                <c:pt idx="6203">
                  <c:v>388.0</c:v>
                </c:pt>
                <c:pt idx="6204">
                  <c:v>388.0</c:v>
                </c:pt>
                <c:pt idx="6205">
                  <c:v>388.0</c:v>
                </c:pt>
                <c:pt idx="6206">
                  <c:v>388.0</c:v>
                </c:pt>
                <c:pt idx="6207">
                  <c:v>388.0</c:v>
                </c:pt>
                <c:pt idx="6208">
                  <c:v>388.0</c:v>
                </c:pt>
                <c:pt idx="6209">
                  <c:v>388.0</c:v>
                </c:pt>
                <c:pt idx="6210">
                  <c:v>388.0</c:v>
                </c:pt>
                <c:pt idx="6211">
                  <c:v>388.0</c:v>
                </c:pt>
                <c:pt idx="6212">
                  <c:v>388.0</c:v>
                </c:pt>
                <c:pt idx="6213">
                  <c:v>388.0</c:v>
                </c:pt>
                <c:pt idx="6214">
                  <c:v>388.0</c:v>
                </c:pt>
                <c:pt idx="6215">
                  <c:v>388.0</c:v>
                </c:pt>
                <c:pt idx="6216">
                  <c:v>388.0</c:v>
                </c:pt>
                <c:pt idx="6217">
                  <c:v>388.0</c:v>
                </c:pt>
                <c:pt idx="6218">
                  <c:v>388.0</c:v>
                </c:pt>
                <c:pt idx="6219">
                  <c:v>388.0</c:v>
                </c:pt>
                <c:pt idx="6220">
                  <c:v>388.0</c:v>
                </c:pt>
                <c:pt idx="6221">
                  <c:v>388.0</c:v>
                </c:pt>
                <c:pt idx="6222">
                  <c:v>388.0</c:v>
                </c:pt>
                <c:pt idx="6223">
                  <c:v>388.0</c:v>
                </c:pt>
                <c:pt idx="6224">
                  <c:v>388.0</c:v>
                </c:pt>
                <c:pt idx="6225">
                  <c:v>388.0</c:v>
                </c:pt>
                <c:pt idx="6226">
                  <c:v>388.0</c:v>
                </c:pt>
                <c:pt idx="6227">
                  <c:v>388.0</c:v>
                </c:pt>
                <c:pt idx="6228">
                  <c:v>388.0</c:v>
                </c:pt>
                <c:pt idx="6229">
                  <c:v>388.0</c:v>
                </c:pt>
                <c:pt idx="6230">
                  <c:v>388.0</c:v>
                </c:pt>
                <c:pt idx="6231">
                  <c:v>388.0</c:v>
                </c:pt>
                <c:pt idx="6232">
                  <c:v>388.0</c:v>
                </c:pt>
                <c:pt idx="6233">
                  <c:v>388.0</c:v>
                </c:pt>
                <c:pt idx="6234">
                  <c:v>388.0</c:v>
                </c:pt>
                <c:pt idx="6235">
                  <c:v>388.0</c:v>
                </c:pt>
                <c:pt idx="6236">
                  <c:v>388.0</c:v>
                </c:pt>
                <c:pt idx="6237">
                  <c:v>388.0</c:v>
                </c:pt>
                <c:pt idx="6238">
                  <c:v>388.0</c:v>
                </c:pt>
                <c:pt idx="6239">
                  <c:v>388.0</c:v>
                </c:pt>
                <c:pt idx="6240">
                  <c:v>388.0</c:v>
                </c:pt>
                <c:pt idx="6241">
                  <c:v>388.0</c:v>
                </c:pt>
                <c:pt idx="6242">
                  <c:v>388.0</c:v>
                </c:pt>
                <c:pt idx="6243">
                  <c:v>388.0</c:v>
                </c:pt>
                <c:pt idx="6244">
                  <c:v>388.0</c:v>
                </c:pt>
                <c:pt idx="6245">
                  <c:v>388.0</c:v>
                </c:pt>
                <c:pt idx="6246">
                  <c:v>388.0</c:v>
                </c:pt>
                <c:pt idx="6247">
                  <c:v>388.0</c:v>
                </c:pt>
                <c:pt idx="6248">
                  <c:v>388.0</c:v>
                </c:pt>
                <c:pt idx="6249">
                  <c:v>388.0</c:v>
                </c:pt>
                <c:pt idx="6250">
                  <c:v>388.0</c:v>
                </c:pt>
                <c:pt idx="6251">
                  <c:v>388.0</c:v>
                </c:pt>
                <c:pt idx="6252">
                  <c:v>388.0</c:v>
                </c:pt>
                <c:pt idx="6253">
                  <c:v>388.0</c:v>
                </c:pt>
                <c:pt idx="6254">
                  <c:v>388.0</c:v>
                </c:pt>
                <c:pt idx="6255">
                  <c:v>388.0</c:v>
                </c:pt>
                <c:pt idx="6256">
                  <c:v>388.0</c:v>
                </c:pt>
                <c:pt idx="6257">
                  <c:v>388.0</c:v>
                </c:pt>
                <c:pt idx="6258">
                  <c:v>388.0</c:v>
                </c:pt>
                <c:pt idx="6259">
                  <c:v>388.0</c:v>
                </c:pt>
                <c:pt idx="6260">
                  <c:v>388.0</c:v>
                </c:pt>
                <c:pt idx="6261">
                  <c:v>388.0</c:v>
                </c:pt>
                <c:pt idx="6262">
                  <c:v>388.0</c:v>
                </c:pt>
                <c:pt idx="6263">
                  <c:v>388.0</c:v>
                </c:pt>
                <c:pt idx="6264">
                  <c:v>388.0</c:v>
                </c:pt>
                <c:pt idx="6265">
                  <c:v>388.0</c:v>
                </c:pt>
                <c:pt idx="6266">
                  <c:v>388.0</c:v>
                </c:pt>
                <c:pt idx="6267">
                  <c:v>388.0</c:v>
                </c:pt>
                <c:pt idx="6268">
                  <c:v>388.0</c:v>
                </c:pt>
                <c:pt idx="6269">
                  <c:v>388.0</c:v>
                </c:pt>
                <c:pt idx="6270">
                  <c:v>388.0</c:v>
                </c:pt>
                <c:pt idx="6271">
                  <c:v>388.0</c:v>
                </c:pt>
                <c:pt idx="6272">
                  <c:v>388.0</c:v>
                </c:pt>
                <c:pt idx="6273">
                  <c:v>388.0</c:v>
                </c:pt>
                <c:pt idx="6274">
                  <c:v>388.0</c:v>
                </c:pt>
                <c:pt idx="6275">
                  <c:v>388.0</c:v>
                </c:pt>
                <c:pt idx="6276">
                  <c:v>388.0</c:v>
                </c:pt>
                <c:pt idx="6277">
                  <c:v>388.0</c:v>
                </c:pt>
                <c:pt idx="6278">
                  <c:v>388.0</c:v>
                </c:pt>
                <c:pt idx="6279">
                  <c:v>388.0</c:v>
                </c:pt>
                <c:pt idx="6280">
                  <c:v>388.0</c:v>
                </c:pt>
                <c:pt idx="6281">
                  <c:v>388.0</c:v>
                </c:pt>
                <c:pt idx="6282">
                  <c:v>388.0</c:v>
                </c:pt>
                <c:pt idx="6283">
                  <c:v>388.0</c:v>
                </c:pt>
                <c:pt idx="6284">
                  <c:v>388.0</c:v>
                </c:pt>
                <c:pt idx="6285">
                  <c:v>388.0</c:v>
                </c:pt>
                <c:pt idx="6286">
                  <c:v>388.0</c:v>
                </c:pt>
                <c:pt idx="6287">
                  <c:v>388.0</c:v>
                </c:pt>
                <c:pt idx="6288">
                  <c:v>388.0</c:v>
                </c:pt>
                <c:pt idx="6289">
                  <c:v>388.0</c:v>
                </c:pt>
                <c:pt idx="6290">
                  <c:v>388.0</c:v>
                </c:pt>
                <c:pt idx="6291">
                  <c:v>388.0</c:v>
                </c:pt>
                <c:pt idx="6292">
                  <c:v>388.0</c:v>
                </c:pt>
                <c:pt idx="6293">
                  <c:v>388.0</c:v>
                </c:pt>
                <c:pt idx="6294">
                  <c:v>388.0</c:v>
                </c:pt>
                <c:pt idx="6295">
                  <c:v>388.0</c:v>
                </c:pt>
                <c:pt idx="6296">
                  <c:v>388.0</c:v>
                </c:pt>
                <c:pt idx="6297">
                  <c:v>388.0</c:v>
                </c:pt>
                <c:pt idx="6298">
                  <c:v>388.0</c:v>
                </c:pt>
                <c:pt idx="6299">
                  <c:v>388.0</c:v>
                </c:pt>
                <c:pt idx="6300">
                  <c:v>388.0</c:v>
                </c:pt>
                <c:pt idx="6301">
                  <c:v>388.0</c:v>
                </c:pt>
                <c:pt idx="6302">
                  <c:v>388.0</c:v>
                </c:pt>
                <c:pt idx="6303">
                  <c:v>388.0</c:v>
                </c:pt>
                <c:pt idx="6304">
                  <c:v>388.0</c:v>
                </c:pt>
                <c:pt idx="6305">
                  <c:v>388.0</c:v>
                </c:pt>
                <c:pt idx="6306">
                  <c:v>388.0</c:v>
                </c:pt>
                <c:pt idx="6307">
                  <c:v>388.0</c:v>
                </c:pt>
                <c:pt idx="6308">
                  <c:v>388.0</c:v>
                </c:pt>
                <c:pt idx="6309">
                  <c:v>388.0</c:v>
                </c:pt>
                <c:pt idx="6310">
                  <c:v>388.0</c:v>
                </c:pt>
                <c:pt idx="6311">
                  <c:v>388.0</c:v>
                </c:pt>
                <c:pt idx="6312">
                  <c:v>388.0</c:v>
                </c:pt>
                <c:pt idx="6313">
                  <c:v>388.0</c:v>
                </c:pt>
                <c:pt idx="6314">
                  <c:v>388.0</c:v>
                </c:pt>
                <c:pt idx="6315">
                  <c:v>388.0</c:v>
                </c:pt>
                <c:pt idx="6316">
                  <c:v>388.0</c:v>
                </c:pt>
                <c:pt idx="6317">
                  <c:v>388.0</c:v>
                </c:pt>
                <c:pt idx="6318">
                  <c:v>388.0</c:v>
                </c:pt>
                <c:pt idx="6319">
                  <c:v>388.0</c:v>
                </c:pt>
                <c:pt idx="6320">
                  <c:v>388.0</c:v>
                </c:pt>
                <c:pt idx="6321">
                  <c:v>388.0</c:v>
                </c:pt>
                <c:pt idx="6322">
                  <c:v>388.0</c:v>
                </c:pt>
                <c:pt idx="6323">
                  <c:v>388.0</c:v>
                </c:pt>
                <c:pt idx="6324">
                  <c:v>388.0</c:v>
                </c:pt>
                <c:pt idx="6325">
                  <c:v>388.0</c:v>
                </c:pt>
                <c:pt idx="6326">
                  <c:v>388.0</c:v>
                </c:pt>
                <c:pt idx="6327">
                  <c:v>388.0</c:v>
                </c:pt>
                <c:pt idx="6328">
                  <c:v>388.0</c:v>
                </c:pt>
                <c:pt idx="6329">
                  <c:v>388.0</c:v>
                </c:pt>
                <c:pt idx="6330">
                  <c:v>388.0</c:v>
                </c:pt>
                <c:pt idx="6331">
                  <c:v>388.0</c:v>
                </c:pt>
                <c:pt idx="6332">
                  <c:v>388.0</c:v>
                </c:pt>
                <c:pt idx="6333">
                  <c:v>388.0</c:v>
                </c:pt>
                <c:pt idx="6334">
                  <c:v>388.0</c:v>
                </c:pt>
                <c:pt idx="6335">
                  <c:v>388.0</c:v>
                </c:pt>
                <c:pt idx="6336">
                  <c:v>388.0</c:v>
                </c:pt>
                <c:pt idx="6337">
                  <c:v>388.0</c:v>
                </c:pt>
                <c:pt idx="6338">
                  <c:v>388.0</c:v>
                </c:pt>
                <c:pt idx="6339">
                  <c:v>388.0</c:v>
                </c:pt>
                <c:pt idx="6340">
                  <c:v>388.0</c:v>
                </c:pt>
                <c:pt idx="6341">
                  <c:v>388.0</c:v>
                </c:pt>
                <c:pt idx="6342">
                  <c:v>388.0</c:v>
                </c:pt>
                <c:pt idx="6343">
                  <c:v>388.0</c:v>
                </c:pt>
                <c:pt idx="6344">
                  <c:v>388.0</c:v>
                </c:pt>
                <c:pt idx="6345">
                  <c:v>388.0</c:v>
                </c:pt>
                <c:pt idx="6346">
                  <c:v>388.0</c:v>
                </c:pt>
                <c:pt idx="6347">
                  <c:v>388.0</c:v>
                </c:pt>
                <c:pt idx="6348">
                  <c:v>388.0</c:v>
                </c:pt>
                <c:pt idx="6349">
                  <c:v>388.0</c:v>
                </c:pt>
                <c:pt idx="6350">
                  <c:v>388.0</c:v>
                </c:pt>
                <c:pt idx="6351">
                  <c:v>388.0</c:v>
                </c:pt>
                <c:pt idx="6352">
                  <c:v>388.0</c:v>
                </c:pt>
                <c:pt idx="6353">
                  <c:v>388.0</c:v>
                </c:pt>
                <c:pt idx="6354">
                  <c:v>388.0</c:v>
                </c:pt>
                <c:pt idx="6355">
                  <c:v>388.0</c:v>
                </c:pt>
                <c:pt idx="6356">
                  <c:v>388.0</c:v>
                </c:pt>
                <c:pt idx="6357">
                  <c:v>388.0</c:v>
                </c:pt>
                <c:pt idx="6358">
                  <c:v>388.0</c:v>
                </c:pt>
                <c:pt idx="6359">
                  <c:v>388.0</c:v>
                </c:pt>
                <c:pt idx="6360">
                  <c:v>388.0</c:v>
                </c:pt>
                <c:pt idx="6361">
                  <c:v>388.0</c:v>
                </c:pt>
                <c:pt idx="6362">
                  <c:v>388.0</c:v>
                </c:pt>
                <c:pt idx="6363">
                  <c:v>388.0</c:v>
                </c:pt>
                <c:pt idx="6364">
                  <c:v>388.0</c:v>
                </c:pt>
                <c:pt idx="6365">
                  <c:v>388.0</c:v>
                </c:pt>
                <c:pt idx="6366">
                  <c:v>388.0</c:v>
                </c:pt>
                <c:pt idx="6367">
                  <c:v>388.0</c:v>
                </c:pt>
                <c:pt idx="6368">
                  <c:v>388.0</c:v>
                </c:pt>
                <c:pt idx="6369">
                  <c:v>388.0</c:v>
                </c:pt>
                <c:pt idx="6370">
                  <c:v>388.0</c:v>
                </c:pt>
                <c:pt idx="6371">
                  <c:v>388.0</c:v>
                </c:pt>
                <c:pt idx="6372">
                  <c:v>388.0</c:v>
                </c:pt>
                <c:pt idx="6373">
                  <c:v>388.0</c:v>
                </c:pt>
                <c:pt idx="6374">
                  <c:v>388.0</c:v>
                </c:pt>
                <c:pt idx="6375">
                  <c:v>388.0</c:v>
                </c:pt>
                <c:pt idx="6376">
                  <c:v>388.0</c:v>
                </c:pt>
                <c:pt idx="6377">
                  <c:v>388.0</c:v>
                </c:pt>
                <c:pt idx="6378">
                  <c:v>388.0</c:v>
                </c:pt>
                <c:pt idx="6379">
                  <c:v>388.0</c:v>
                </c:pt>
                <c:pt idx="6380">
                  <c:v>388.0</c:v>
                </c:pt>
                <c:pt idx="6381">
                  <c:v>388.0</c:v>
                </c:pt>
                <c:pt idx="6382">
                  <c:v>388.0</c:v>
                </c:pt>
                <c:pt idx="6383">
                  <c:v>388.0</c:v>
                </c:pt>
                <c:pt idx="6384">
                  <c:v>388.0</c:v>
                </c:pt>
                <c:pt idx="6385">
                  <c:v>388.0</c:v>
                </c:pt>
                <c:pt idx="6386">
                  <c:v>388.0</c:v>
                </c:pt>
                <c:pt idx="6387">
                  <c:v>388.0</c:v>
                </c:pt>
                <c:pt idx="6388">
                  <c:v>388.0</c:v>
                </c:pt>
                <c:pt idx="6389">
                  <c:v>388.0</c:v>
                </c:pt>
                <c:pt idx="6390">
                  <c:v>388.0</c:v>
                </c:pt>
                <c:pt idx="6391">
                  <c:v>388.0</c:v>
                </c:pt>
                <c:pt idx="6392">
                  <c:v>388.0</c:v>
                </c:pt>
                <c:pt idx="6393">
                  <c:v>388.0</c:v>
                </c:pt>
                <c:pt idx="6394">
                  <c:v>388.0</c:v>
                </c:pt>
                <c:pt idx="6395">
                  <c:v>388.0</c:v>
                </c:pt>
                <c:pt idx="6396">
                  <c:v>388.0</c:v>
                </c:pt>
                <c:pt idx="6397">
                  <c:v>388.0</c:v>
                </c:pt>
                <c:pt idx="6398">
                  <c:v>388.0</c:v>
                </c:pt>
                <c:pt idx="6399">
                  <c:v>388.0</c:v>
                </c:pt>
                <c:pt idx="6400">
                  <c:v>388.0</c:v>
                </c:pt>
                <c:pt idx="6401">
                  <c:v>388.0</c:v>
                </c:pt>
                <c:pt idx="6402">
                  <c:v>388.0</c:v>
                </c:pt>
                <c:pt idx="6403">
                  <c:v>388.0</c:v>
                </c:pt>
                <c:pt idx="6404">
                  <c:v>388.0</c:v>
                </c:pt>
                <c:pt idx="6405">
                  <c:v>388.0</c:v>
                </c:pt>
                <c:pt idx="6406">
                  <c:v>388.0</c:v>
                </c:pt>
                <c:pt idx="6407">
                  <c:v>388.0</c:v>
                </c:pt>
                <c:pt idx="6408">
                  <c:v>388.0</c:v>
                </c:pt>
                <c:pt idx="6409">
                  <c:v>388.0</c:v>
                </c:pt>
                <c:pt idx="6410">
                  <c:v>388.0</c:v>
                </c:pt>
                <c:pt idx="6411">
                  <c:v>388.0</c:v>
                </c:pt>
                <c:pt idx="6412">
                  <c:v>388.0</c:v>
                </c:pt>
                <c:pt idx="6413">
                  <c:v>388.0</c:v>
                </c:pt>
                <c:pt idx="6414">
                  <c:v>388.0</c:v>
                </c:pt>
                <c:pt idx="6415">
                  <c:v>388.0</c:v>
                </c:pt>
                <c:pt idx="6416">
                  <c:v>388.0</c:v>
                </c:pt>
                <c:pt idx="6417">
                  <c:v>388.0</c:v>
                </c:pt>
                <c:pt idx="6418">
                  <c:v>388.0</c:v>
                </c:pt>
                <c:pt idx="6419">
                  <c:v>388.0</c:v>
                </c:pt>
                <c:pt idx="6420">
                  <c:v>388.0</c:v>
                </c:pt>
                <c:pt idx="6421">
                  <c:v>388.0</c:v>
                </c:pt>
                <c:pt idx="6422">
                  <c:v>388.0</c:v>
                </c:pt>
                <c:pt idx="6423">
                  <c:v>388.0</c:v>
                </c:pt>
                <c:pt idx="6424">
                  <c:v>388.0</c:v>
                </c:pt>
                <c:pt idx="6425">
                  <c:v>388.0</c:v>
                </c:pt>
                <c:pt idx="6426">
                  <c:v>388.0</c:v>
                </c:pt>
                <c:pt idx="6427">
                  <c:v>388.0</c:v>
                </c:pt>
                <c:pt idx="6428">
                  <c:v>388.0</c:v>
                </c:pt>
                <c:pt idx="6429">
                  <c:v>388.0</c:v>
                </c:pt>
                <c:pt idx="6430">
                  <c:v>388.0</c:v>
                </c:pt>
                <c:pt idx="6431">
                  <c:v>388.0</c:v>
                </c:pt>
                <c:pt idx="6432">
                  <c:v>388.0</c:v>
                </c:pt>
                <c:pt idx="6433">
                  <c:v>388.0</c:v>
                </c:pt>
                <c:pt idx="6434">
                  <c:v>388.0</c:v>
                </c:pt>
                <c:pt idx="6435">
                  <c:v>388.0</c:v>
                </c:pt>
                <c:pt idx="6436">
                  <c:v>388.0</c:v>
                </c:pt>
                <c:pt idx="6437">
                  <c:v>388.0</c:v>
                </c:pt>
                <c:pt idx="6438">
                  <c:v>388.0</c:v>
                </c:pt>
                <c:pt idx="6439">
                  <c:v>388.0</c:v>
                </c:pt>
                <c:pt idx="6440">
                  <c:v>388.0</c:v>
                </c:pt>
                <c:pt idx="6441">
                  <c:v>388.0</c:v>
                </c:pt>
                <c:pt idx="6442">
                  <c:v>388.0</c:v>
                </c:pt>
                <c:pt idx="6443">
                  <c:v>388.0</c:v>
                </c:pt>
                <c:pt idx="6444">
                  <c:v>388.0</c:v>
                </c:pt>
                <c:pt idx="6445">
                  <c:v>388.0</c:v>
                </c:pt>
                <c:pt idx="6446">
                  <c:v>388.0</c:v>
                </c:pt>
                <c:pt idx="6447">
                  <c:v>388.0</c:v>
                </c:pt>
                <c:pt idx="6448">
                  <c:v>388.0</c:v>
                </c:pt>
                <c:pt idx="6449">
                  <c:v>388.0</c:v>
                </c:pt>
                <c:pt idx="6450">
                  <c:v>388.0</c:v>
                </c:pt>
                <c:pt idx="6451">
                  <c:v>388.0</c:v>
                </c:pt>
                <c:pt idx="6452">
                  <c:v>388.0</c:v>
                </c:pt>
                <c:pt idx="6453">
                  <c:v>388.0</c:v>
                </c:pt>
                <c:pt idx="6454">
                  <c:v>388.0</c:v>
                </c:pt>
                <c:pt idx="6455">
                  <c:v>388.0</c:v>
                </c:pt>
                <c:pt idx="6456">
                  <c:v>388.0</c:v>
                </c:pt>
                <c:pt idx="6457">
                  <c:v>388.0</c:v>
                </c:pt>
                <c:pt idx="6458">
                  <c:v>388.0</c:v>
                </c:pt>
                <c:pt idx="6459">
                  <c:v>388.0</c:v>
                </c:pt>
                <c:pt idx="6460">
                  <c:v>388.0</c:v>
                </c:pt>
                <c:pt idx="6461">
                  <c:v>388.0</c:v>
                </c:pt>
                <c:pt idx="6462">
                  <c:v>388.0</c:v>
                </c:pt>
                <c:pt idx="6463">
                  <c:v>388.0</c:v>
                </c:pt>
                <c:pt idx="6464">
                  <c:v>388.0</c:v>
                </c:pt>
                <c:pt idx="6465">
                  <c:v>388.0</c:v>
                </c:pt>
                <c:pt idx="6466">
                  <c:v>388.0</c:v>
                </c:pt>
                <c:pt idx="6467">
                  <c:v>388.0</c:v>
                </c:pt>
                <c:pt idx="6468">
                  <c:v>388.0</c:v>
                </c:pt>
                <c:pt idx="6469">
                  <c:v>388.0</c:v>
                </c:pt>
                <c:pt idx="6470">
                  <c:v>388.0</c:v>
                </c:pt>
                <c:pt idx="6471">
                  <c:v>388.0</c:v>
                </c:pt>
                <c:pt idx="6472">
                  <c:v>388.0</c:v>
                </c:pt>
                <c:pt idx="6473">
                  <c:v>388.0</c:v>
                </c:pt>
                <c:pt idx="6474">
                  <c:v>388.0</c:v>
                </c:pt>
                <c:pt idx="6475">
                  <c:v>388.0</c:v>
                </c:pt>
                <c:pt idx="6476">
                  <c:v>388.0</c:v>
                </c:pt>
                <c:pt idx="6477">
                  <c:v>388.0</c:v>
                </c:pt>
                <c:pt idx="6478">
                  <c:v>388.0</c:v>
                </c:pt>
                <c:pt idx="6479">
                  <c:v>388.0</c:v>
                </c:pt>
                <c:pt idx="6480">
                  <c:v>388.0</c:v>
                </c:pt>
                <c:pt idx="6481">
                  <c:v>388.0</c:v>
                </c:pt>
                <c:pt idx="6482">
                  <c:v>388.0</c:v>
                </c:pt>
                <c:pt idx="6483">
                  <c:v>388.0</c:v>
                </c:pt>
                <c:pt idx="6484">
                  <c:v>388.0</c:v>
                </c:pt>
                <c:pt idx="6485">
                  <c:v>388.0</c:v>
                </c:pt>
                <c:pt idx="6486">
                  <c:v>388.0</c:v>
                </c:pt>
                <c:pt idx="6487">
                  <c:v>388.0</c:v>
                </c:pt>
                <c:pt idx="6488">
                  <c:v>388.0</c:v>
                </c:pt>
                <c:pt idx="6489">
                  <c:v>388.0</c:v>
                </c:pt>
                <c:pt idx="6490">
                  <c:v>388.0</c:v>
                </c:pt>
                <c:pt idx="6491">
                  <c:v>388.0</c:v>
                </c:pt>
                <c:pt idx="6492">
                  <c:v>388.0</c:v>
                </c:pt>
                <c:pt idx="6493">
                  <c:v>388.0</c:v>
                </c:pt>
                <c:pt idx="6494">
                  <c:v>388.0</c:v>
                </c:pt>
                <c:pt idx="6495">
                  <c:v>388.0</c:v>
                </c:pt>
                <c:pt idx="6496">
                  <c:v>388.0</c:v>
                </c:pt>
                <c:pt idx="6497">
                  <c:v>388.0</c:v>
                </c:pt>
                <c:pt idx="6498">
                  <c:v>388.0</c:v>
                </c:pt>
                <c:pt idx="6499">
                  <c:v>388.0</c:v>
                </c:pt>
                <c:pt idx="6500">
                  <c:v>388.0</c:v>
                </c:pt>
                <c:pt idx="6501">
                  <c:v>388.0</c:v>
                </c:pt>
                <c:pt idx="6502">
                  <c:v>388.0</c:v>
                </c:pt>
                <c:pt idx="6503">
                  <c:v>388.0</c:v>
                </c:pt>
                <c:pt idx="6504">
                  <c:v>388.0</c:v>
                </c:pt>
                <c:pt idx="6505">
                  <c:v>388.0</c:v>
                </c:pt>
                <c:pt idx="6506">
                  <c:v>388.0</c:v>
                </c:pt>
                <c:pt idx="6507">
                  <c:v>388.0</c:v>
                </c:pt>
                <c:pt idx="6508">
                  <c:v>388.0</c:v>
                </c:pt>
                <c:pt idx="6509">
                  <c:v>388.0</c:v>
                </c:pt>
                <c:pt idx="6510">
                  <c:v>388.0</c:v>
                </c:pt>
                <c:pt idx="6511">
                  <c:v>388.0</c:v>
                </c:pt>
                <c:pt idx="6512">
                  <c:v>388.0</c:v>
                </c:pt>
                <c:pt idx="6513">
                  <c:v>388.0</c:v>
                </c:pt>
                <c:pt idx="6514">
                  <c:v>388.0</c:v>
                </c:pt>
                <c:pt idx="6515">
                  <c:v>388.0</c:v>
                </c:pt>
                <c:pt idx="6516">
                  <c:v>388.0</c:v>
                </c:pt>
                <c:pt idx="6517">
                  <c:v>388.0</c:v>
                </c:pt>
                <c:pt idx="6518">
                  <c:v>388.0</c:v>
                </c:pt>
                <c:pt idx="6519">
                  <c:v>388.0</c:v>
                </c:pt>
                <c:pt idx="6520">
                  <c:v>388.0</c:v>
                </c:pt>
                <c:pt idx="6521">
                  <c:v>388.0</c:v>
                </c:pt>
                <c:pt idx="6522">
                  <c:v>388.0</c:v>
                </c:pt>
                <c:pt idx="6523">
                  <c:v>388.0</c:v>
                </c:pt>
                <c:pt idx="6524">
                  <c:v>388.0</c:v>
                </c:pt>
                <c:pt idx="6525">
                  <c:v>388.0</c:v>
                </c:pt>
                <c:pt idx="6526">
                  <c:v>388.0</c:v>
                </c:pt>
                <c:pt idx="6527">
                  <c:v>388.0</c:v>
                </c:pt>
                <c:pt idx="6528">
                  <c:v>388.0</c:v>
                </c:pt>
                <c:pt idx="6529">
                  <c:v>388.0</c:v>
                </c:pt>
                <c:pt idx="6530">
                  <c:v>388.0</c:v>
                </c:pt>
                <c:pt idx="6531">
                  <c:v>388.0</c:v>
                </c:pt>
                <c:pt idx="6532">
                  <c:v>388.0</c:v>
                </c:pt>
                <c:pt idx="6533">
                  <c:v>388.0</c:v>
                </c:pt>
                <c:pt idx="6534">
                  <c:v>388.0</c:v>
                </c:pt>
                <c:pt idx="6535">
                  <c:v>388.0</c:v>
                </c:pt>
                <c:pt idx="6536">
                  <c:v>388.0</c:v>
                </c:pt>
                <c:pt idx="6537">
                  <c:v>388.0</c:v>
                </c:pt>
                <c:pt idx="6538">
                  <c:v>388.0</c:v>
                </c:pt>
                <c:pt idx="6539">
                  <c:v>388.0</c:v>
                </c:pt>
                <c:pt idx="6540">
                  <c:v>388.0</c:v>
                </c:pt>
                <c:pt idx="6541">
                  <c:v>388.0</c:v>
                </c:pt>
                <c:pt idx="6542">
                  <c:v>388.0</c:v>
                </c:pt>
                <c:pt idx="6543">
                  <c:v>388.0</c:v>
                </c:pt>
                <c:pt idx="6544">
                  <c:v>388.0</c:v>
                </c:pt>
                <c:pt idx="6545">
                  <c:v>388.0</c:v>
                </c:pt>
                <c:pt idx="6546">
                  <c:v>388.0</c:v>
                </c:pt>
                <c:pt idx="6547">
                  <c:v>388.0</c:v>
                </c:pt>
                <c:pt idx="6548">
                  <c:v>388.0</c:v>
                </c:pt>
                <c:pt idx="6549">
                  <c:v>388.0</c:v>
                </c:pt>
                <c:pt idx="6550">
                  <c:v>388.0</c:v>
                </c:pt>
                <c:pt idx="6551">
                  <c:v>388.0</c:v>
                </c:pt>
                <c:pt idx="6552">
                  <c:v>388.0</c:v>
                </c:pt>
                <c:pt idx="6553">
                  <c:v>388.0</c:v>
                </c:pt>
                <c:pt idx="6554">
                  <c:v>388.0</c:v>
                </c:pt>
                <c:pt idx="6555">
                  <c:v>388.0</c:v>
                </c:pt>
                <c:pt idx="6556">
                  <c:v>388.0</c:v>
                </c:pt>
                <c:pt idx="6557">
                  <c:v>388.0</c:v>
                </c:pt>
                <c:pt idx="6558">
                  <c:v>388.0</c:v>
                </c:pt>
                <c:pt idx="6559">
                  <c:v>388.0</c:v>
                </c:pt>
                <c:pt idx="6560">
                  <c:v>388.0</c:v>
                </c:pt>
                <c:pt idx="6561">
                  <c:v>388.0</c:v>
                </c:pt>
                <c:pt idx="6562">
                  <c:v>388.0</c:v>
                </c:pt>
                <c:pt idx="6563">
                  <c:v>388.0</c:v>
                </c:pt>
                <c:pt idx="6564">
                  <c:v>388.0</c:v>
                </c:pt>
                <c:pt idx="6565">
                  <c:v>388.0</c:v>
                </c:pt>
                <c:pt idx="6566">
                  <c:v>388.0</c:v>
                </c:pt>
                <c:pt idx="6567">
                  <c:v>388.0</c:v>
                </c:pt>
                <c:pt idx="6568">
                  <c:v>388.0</c:v>
                </c:pt>
                <c:pt idx="6569">
                  <c:v>388.0</c:v>
                </c:pt>
                <c:pt idx="6570">
                  <c:v>388.0</c:v>
                </c:pt>
                <c:pt idx="6571">
                  <c:v>388.0</c:v>
                </c:pt>
                <c:pt idx="6572">
                  <c:v>388.0</c:v>
                </c:pt>
                <c:pt idx="6573">
                  <c:v>388.0</c:v>
                </c:pt>
                <c:pt idx="6574">
                  <c:v>388.0</c:v>
                </c:pt>
                <c:pt idx="6575">
                  <c:v>388.0</c:v>
                </c:pt>
                <c:pt idx="6576">
                  <c:v>388.0</c:v>
                </c:pt>
                <c:pt idx="6577">
                  <c:v>388.0</c:v>
                </c:pt>
                <c:pt idx="6578">
                  <c:v>388.0</c:v>
                </c:pt>
                <c:pt idx="6579">
                  <c:v>388.0</c:v>
                </c:pt>
                <c:pt idx="6580">
                  <c:v>388.0</c:v>
                </c:pt>
                <c:pt idx="6581">
                  <c:v>388.0</c:v>
                </c:pt>
                <c:pt idx="6582">
                  <c:v>388.0</c:v>
                </c:pt>
                <c:pt idx="6583">
                  <c:v>388.0</c:v>
                </c:pt>
                <c:pt idx="6584">
                  <c:v>388.0</c:v>
                </c:pt>
                <c:pt idx="6585">
                  <c:v>388.0</c:v>
                </c:pt>
                <c:pt idx="6586">
                  <c:v>388.0</c:v>
                </c:pt>
                <c:pt idx="6587">
                  <c:v>388.0</c:v>
                </c:pt>
                <c:pt idx="6588">
                  <c:v>388.0</c:v>
                </c:pt>
                <c:pt idx="6589">
                  <c:v>388.0</c:v>
                </c:pt>
                <c:pt idx="6590">
                  <c:v>388.0</c:v>
                </c:pt>
                <c:pt idx="6591">
                  <c:v>388.0</c:v>
                </c:pt>
                <c:pt idx="6592">
                  <c:v>388.0</c:v>
                </c:pt>
                <c:pt idx="6593">
                  <c:v>388.0</c:v>
                </c:pt>
                <c:pt idx="6594">
                  <c:v>388.0</c:v>
                </c:pt>
                <c:pt idx="6595">
                  <c:v>388.0</c:v>
                </c:pt>
                <c:pt idx="6596">
                  <c:v>388.0</c:v>
                </c:pt>
                <c:pt idx="6597">
                  <c:v>388.0</c:v>
                </c:pt>
                <c:pt idx="6598">
                  <c:v>388.0</c:v>
                </c:pt>
                <c:pt idx="6599">
                  <c:v>388.0</c:v>
                </c:pt>
                <c:pt idx="6600">
                  <c:v>388.0</c:v>
                </c:pt>
                <c:pt idx="6601">
                  <c:v>388.0</c:v>
                </c:pt>
                <c:pt idx="6602">
                  <c:v>388.0</c:v>
                </c:pt>
                <c:pt idx="6603">
                  <c:v>388.0</c:v>
                </c:pt>
                <c:pt idx="6604">
                  <c:v>388.0</c:v>
                </c:pt>
                <c:pt idx="6605">
                  <c:v>388.0</c:v>
                </c:pt>
                <c:pt idx="6606">
                  <c:v>388.0</c:v>
                </c:pt>
                <c:pt idx="6607">
                  <c:v>388.0</c:v>
                </c:pt>
                <c:pt idx="6608">
                  <c:v>388.0</c:v>
                </c:pt>
                <c:pt idx="6609">
                  <c:v>388.0</c:v>
                </c:pt>
                <c:pt idx="6610">
                  <c:v>388.0</c:v>
                </c:pt>
                <c:pt idx="6611">
                  <c:v>388.0</c:v>
                </c:pt>
                <c:pt idx="6612">
                  <c:v>388.0</c:v>
                </c:pt>
                <c:pt idx="6613">
                  <c:v>388.0</c:v>
                </c:pt>
                <c:pt idx="6614">
                  <c:v>388.0</c:v>
                </c:pt>
                <c:pt idx="6615">
                  <c:v>388.0</c:v>
                </c:pt>
                <c:pt idx="6616">
                  <c:v>388.0</c:v>
                </c:pt>
                <c:pt idx="6617">
                  <c:v>388.0</c:v>
                </c:pt>
                <c:pt idx="6618">
                  <c:v>388.0</c:v>
                </c:pt>
                <c:pt idx="6619">
                  <c:v>388.0</c:v>
                </c:pt>
                <c:pt idx="6620">
                  <c:v>388.0</c:v>
                </c:pt>
                <c:pt idx="6621">
                  <c:v>388.0</c:v>
                </c:pt>
                <c:pt idx="6622">
                  <c:v>388.0</c:v>
                </c:pt>
                <c:pt idx="6623">
                  <c:v>388.0</c:v>
                </c:pt>
                <c:pt idx="6624">
                  <c:v>388.0</c:v>
                </c:pt>
                <c:pt idx="6625">
                  <c:v>388.0</c:v>
                </c:pt>
                <c:pt idx="6626">
                  <c:v>388.0</c:v>
                </c:pt>
                <c:pt idx="6627">
                  <c:v>388.0</c:v>
                </c:pt>
                <c:pt idx="6628">
                  <c:v>388.0</c:v>
                </c:pt>
                <c:pt idx="6629">
                  <c:v>388.0</c:v>
                </c:pt>
                <c:pt idx="6630">
                  <c:v>388.0</c:v>
                </c:pt>
                <c:pt idx="6631">
                  <c:v>388.0</c:v>
                </c:pt>
                <c:pt idx="6632">
                  <c:v>388.0</c:v>
                </c:pt>
                <c:pt idx="6633">
                  <c:v>388.0</c:v>
                </c:pt>
                <c:pt idx="6634">
                  <c:v>388.0</c:v>
                </c:pt>
                <c:pt idx="6635">
                  <c:v>388.0</c:v>
                </c:pt>
                <c:pt idx="6636">
                  <c:v>388.0</c:v>
                </c:pt>
                <c:pt idx="6637">
                  <c:v>388.0</c:v>
                </c:pt>
                <c:pt idx="6638">
                  <c:v>388.0</c:v>
                </c:pt>
                <c:pt idx="6639">
                  <c:v>388.0</c:v>
                </c:pt>
                <c:pt idx="6640">
                  <c:v>388.0</c:v>
                </c:pt>
                <c:pt idx="6641">
                  <c:v>388.0</c:v>
                </c:pt>
                <c:pt idx="6642">
                  <c:v>388.0</c:v>
                </c:pt>
                <c:pt idx="6643">
                  <c:v>388.0</c:v>
                </c:pt>
                <c:pt idx="6644">
                  <c:v>388.0</c:v>
                </c:pt>
                <c:pt idx="6645">
                  <c:v>388.0</c:v>
                </c:pt>
                <c:pt idx="6646">
                  <c:v>388.0</c:v>
                </c:pt>
                <c:pt idx="6647">
                  <c:v>388.0</c:v>
                </c:pt>
                <c:pt idx="6648">
                  <c:v>388.0</c:v>
                </c:pt>
                <c:pt idx="6649">
                  <c:v>388.0</c:v>
                </c:pt>
                <c:pt idx="6650">
                  <c:v>388.0</c:v>
                </c:pt>
                <c:pt idx="6651">
                  <c:v>388.0</c:v>
                </c:pt>
                <c:pt idx="6652">
                  <c:v>388.0</c:v>
                </c:pt>
                <c:pt idx="6653">
                  <c:v>388.0</c:v>
                </c:pt>
                <c:pt idx="6654">
                  <c:v>388.0</c:v>
                </c:pt>
                <c:pt idx="6655">
                  <c:v>388.0</c:v>
                </c:pt>
                <c:pt idx="6656">
                  <c:v>388.0</c:v>
                </c:pt>
                <c:pt idx="6657">
                  <c:v>388.0</c:v>
                </c:pt>
                <c:pt idx="6658">
                  <c:v>388.0</c:v>
                </c:pt>
                <c:pt idx="6659">
                  <c:v>388.0</c:v>
                </c:pt>
                <c:pt idx="6660">
                  <c:v>388.0</c:v>
                </c:pt>
                <c:pt idx="6661">
                  <c:v>388.0</c:v>
                </c:pt>
                <c:pt idx="6662">
                  <c:v>388.0</c:v>
                </c:pt>
                <c:pt idx="6663">
                  <c:v>388.0</c:v>
                </c:pt>
                <c:pt idx="6664">
                  <c:v>388.0</c:v>
                </c:pt>
                <c:pt idx="6665">
                  <c:v>388.0</c:v>
                </c:pt>
                <c:pt idx="6666">
                  <c:v>388.0</c:v>
                </c:pt>
                <c:pt idx="6667">
                  <c:v>388.0</c:v>
                </c:pt>
                <c:pt idx="6668">
                  <c:v>388.0</c:v>
                </c:pt>
                <c:pt idx="6669">
                  <c:v>388.0</c:v>
                </c:pt>
                <c:pt idx="6670">
                  <c:v>388.0</c:v>
                </c:pt>
                <c:pt idx="6671">
                  <c:v>388.0</c:v>
                </c:pt>
                <c:pt idx="6672">
                  <c:v>388.0</c:v>
                </c:pt>
                <c:pt idx="6673">
                  <c:v>388.0</c:v>
                </c:pt>
                <c:pt idx="6674">
                  <c:v>388.0</c:v>
                </c:pt>
                <c:pt idx="6675">
                  <c:v>388.0</c:v>
                </c:pt>
                <c:pt idx="6676">
                  <c:v>388.0</c:v>
                </c:pt>
                <c:pt idx="6677">
                  <c:v>388.0</c:v>
                </c:pt>
                <c:pt idx="6678">
                  <c:v>388.0</c:v>
                </c:pt>
                <c:pt idx="6679">
                  <c:v>388.0</c:v>
                </c:pt>
                <c:pt idx="6680">
                  <c:v>388.0</c:v>
                </c:pt>
                <c:pt idx="6681">
                  <c:v>388.0</c:v>
                </c:pt>
                <c:pt idx="6682">
                  <c:v>388.0</c:v>
                </c:pt>
                <c:pt idx="6683">
                  <c:v>388.0</c:v>
                </c:pt>
                <c:pt idx="6684">
                  <c:v>388.0</c:v>
                </c:pt>
                <c:pt idx="6685">
                  <c:v>388.0</c:v>
                </c:pt>
                <c:pt idx="6686">
                  <c:v>388.0</c:v>
                </c:pt>
                <c:pt idx="6687">
                  <c:v>388.0</c:v>
                </c:pt>
                <c:pt idx="6688">
                  <c:v>388.0</c:v>
                </c:pt>
                <c:pt idx="6689">
                  <c:v>388.0</c:v>
                </c:pt>
                <c:pt idx="6690">
                  <c:v>388.0</c:v>
                </c:pt>
                <c:pt idx="6691">
                  <c:v>388.0</c:v>
                </c:pt>
                <c:pt idx="6692">
                  <c:v>388.0</c:v>
                </c:pt>
                <c:pt idx="6693">
                  <c:v>388.0</c:v>
                </c:pt>
                <c:pt idx="6694">
                  <c:v>388.0</c:v>
                </c:pt>
                <c:pt idx="6695">
                  <c:v>388.0</c:v>
                </c:pt>
                <c:pt idx="6696">
                  <c:v>388.0</c:v>
                </c:pt>
                <c:pt idx="6697">
                  <c:v>388.0</c:v>
                </c:pt>
                <c:pt idx="6698">
                  <c:v>388.0</c:v>
                </c:pt>
                <c:pt idx="6699">
                  <c:v>388.0</c:v>
                </c:pt>
                <c:pt idx="6700">
                  <c:v>388.0</c:v>
                </c:pt>
                <c:pt idx="6701">
                  <c:v>388.0</c:v>
                </c:pt>
                <c:pt idx="6702">
                  <c:v>388.0</c:v>
                </c:pt>
                <c:pt idx="6703">
                  <c:v>388.0</c:v>
                </c:pt>
                <c:pt idx="6704">
                  <c:v>388.0</c:v>
                </c:pt>
                <c:pt idx="6705">
                  <c:v>388.0</c:v>
                </c:pt>
                <c:pt idx="6706">
                  <c:v>388.0</c:v>
                </c:pt>
                <c:pt idx="6707">
                  <c:v>388.0</c:v>
                </c:pt>
                <c:pt idx="6708">
                  <c:v>388.0</c:v>
                </c:pt>
                <c:pt idx="6709">
                  <c:v>388.0</c:v>
                </c:pt>
                <c:pt idx="6710">
                  <c:v>388.0</c:v>
                </c:pt>
                <c:pt idx="6711">
                  <c:v>388.0</c:v>
                </c:pt>
                <c:pt idx="6712">
                  <c:v>388.0</c:v>
                </c:pt>
                <c:pt idx="6713">
                  <c:v>388.0</c:v>
                </c:pt>
                <c:pt idx="6714">
                  <c:v>388.0</c:v>
                </c:pt>
                <c:pt idx="6715">
                  <c:v>388.0</c:v>
                </c:pt>
                <c:pt idx="6716">
                  <c:v>388.0</c:v>
                </c:pt>
                <c:pt idx="6717">
                  <c:v>388.0</c:v>
                </c:pt>
                <c:pt idx="6718">
                  <c:v>388.0</c:v>
                </c:pt>
                <c:pt idx="6719">
                  <c:v>388.0</c:v>
                </c:pt>
                <c:pt idx="6720">
                  <c:v>388.0</c:v>
                </c:pt>
                <c:pt idx="6721">
                  <c:v>388.0</c:v>
                </c:pt>
                <c:pt idx="6722">
                  <c:v>388.0</c:v>
                </c:pt>
                <c:pt idx="6723">
                  <c:v>388.0</c:v>
                </c:pt>
                <c:pt idx="6724">
                  <c:v>388.0</c:v>
                </c:pt>
                <c:pt idx="6725">
                  <c:v>388.0</c:v>
                </c:pt>
                <c:pt idx="6726">
                  <c:v>388.0</c:v>
                </c:pt>
                <c:pt idx="6727">
                  <c:v>388.0</c:v>
                </c:pt>
                <c:pt idx="6728">
                  <c:v>388.0</c:v>
                </c:pt>
                <c:pt idx="6729">
                  <c:v>388.0</c:v>
                </c:pt>
                <c:pt idx="6730">
                  <c:v>388.0</c:v>
                </c:pt>
                <c:pt idx="6731">
                  <c:v>388.0</c:v>
                </c:pt>
                <c:pt idx="6732">
                  <c:v>388.0</c:v>
                </c:pt>
                <c:pt idx="6733">
                  <c:v>388.0</c:v>
                </c:pt>
                <c:pt idx="6734">
                  <c:v>388.0</c:v>
                </c:pt>
                <c:pt idx="6735">
                  <c:v>388.0</c:v>
                </c:pt>
                <c:pt idx="6736">
                  <c:v>388.0</c:v>
                </c:pt>
                <c:pt idx="6737">
                  <c:v>388.0</c:v>
                </c:pt>
                <c:pt idx="6738">
                  <c:v>388.0</c:v>
                </c:pt>
                <c:pt idx="6739">
                  <c:v>388.0</c:v>
                </c:pt>
                <c:pt idx="6740">
                  <c:v>388.0</c:v>
                </c:pt>
                <c:pt idx="6741">
                  <c:v>388.0</c:v>
                </c:pt>
                <c:pt idx="6742">
                  <c:v>388.0</c:v>
                </c:pt>
                <c:pt idx="6743">
                  <c:v>388.0</c:v>
                </c:pt>
                <c:pt idx="6744">
                  <c:v>388.0</c:v>
                </c:pt>
                <c:pt idx="6745">
                  <c:v>388.0</c:v>
                </c:pt>
                <c:pt idx="6746">
                  <c:v>388.0</c:v>
                </c:pt>
                <c:pt idx="6747">
                  <c:v>388.0</c:v>
                </c:pt>
                <c:pt idx="6748">
                  <c:v>388.0</c:v>
                </c:pt>
                <c:pt idx="6749">
                  <c:v>388.0</c:v>
                </c:pt>
                <c:pt idx="6750">
                  <c:v>388.0</c:v>
                </c:pt>
                <c:pt idx="6751">
                  <c:v>388.0</c:v>
                </c:pt>
                <c:pt idx="6752">
                  <c:v>388.0</c:v>
                </c:pt>
                <c:pt idx="6753">
                  <c:v>388.0</c:v>
                </c:pt>
                <c:pt idx="6754">
                  <c:v>388.0</c:v>
                </c:pt>
                <c:pt idx="6755">
                  <c:v>388.0</c:v>
                </c:pt>
                <c:pt idx="6756">
                  <c:v>388.0</c:v>
                </c:pt>
                <c:pt idx="6757">
                  <c:v>388.0</c:v>
                </c:pt>
                <c:pt idx="6758">
                  <c:v>388.0</c:v>
                </c:pt>
                <c:pt idx="6759">
                  <c:v>388.0</c:v>
                </c:pt>
                <c:pt idx="6760">
                  <c:v>388.0</c:v>
                </c:pt>
                <c:pt idx="6761">
                  <c:v>388.0</c:v>
                </c:pt>
                <c:pt idx="6762">
                  <c:v>388.0</c:v>
                </c:pt>
                <c:pt idx="6763">
                  <c:v>388.0</c:v>
                </c:pt>
                <c:pt idx="6764">
                  <c:v>388.0</c:v>
                </c:pt>
                <c:pt idx="6765">
                  <c:v>388.0</c:v>
                </c:pt>
                <c:pt idx="6766">
                  <c:v>388.0</c:v>
                </c:pt>
                <c:pt idx="6767">
                  <c:v>388.0</c:v>
                </c:pt>
                <c:pt idx="6768">
                  <c:v>388.0</c:v>
                </c:pt>
                <c:pt idx="6769">
                  <c:v>388.0</c:v>
                </c:pt>
                <c:pt idx="6770">
                  <c:v>388.0</c:v>
                </c:pt>
                <c:pt idx="6771">
                  <c:v>388.0</c:v>
                </c:pt>
                <c:pt idx="6772">
                  <c:v>388.0</c:v>
                </c:pt>
                <c:pt idx="6773">
                  <c:v>388.0</c:v>
                </c:pt>
                <c:pt idx="6774">
                  <c:v>388.0</c:v>
                </c:pt>
                <c:pt idx="6775">
                  <c:v>388.0</c:v>
                </c:pt>
                <c:pt idx="6776">
                  <c:v>388.0</c:v>
                </c:pt>
                <c:pt idx="6777">
                  <c:v>388.0</c:v>
                </c:pt>
                <c:pt idx="6778">
                  <c:v>388.0</c:v>
                </c:pt>
                <c:pt idx="6779">
                  <c:v>388.0</c:v>
                </c:pt>
                <c:pt idx="6780">
                  <c:v>388.0</c:v>
                </c:pt>
                <c:pt idx="6781">
                  <c:v>388.0</c:v>
                </c:pt>
                <c:pt idx="6782">
                  <c:v>388.0</c:v>
                </c:pt>
                <c:pt idx="6783">
                  <c:v>388.0</c:v>
                </c:pt>
                <c:pt idx="6784">
                  <c:v>388.0</c:v>
                </c:pt>
                <c:pt idx="6785">
                  <c:v>388.0</c:v>
                </c:pt>
                <c:pt idx="6786">
                  <c:v>388.0</c:v>
                </c:pt>
                <c:pt idx="6787">
                  <c:v>388.0</c:v>
                </c:pt>
                <c:pt idx="6788">
                  <c:v>388.0</c:v>
                </c:pt>
                <c:pt idx="6789">
                  <c:v>388.0</c:v>
                </c:pt>
                <c:pt idx="6790">
                  <c:v>388.0</c:v>
                </c:pt>
                <c:pt idx="6791">
                  <c:v>388.0</c:v>
                </c:pt>
                <c:pt idx="6792">
                  <c:v>388.0</c:v>
                </c:pt>
                <c:pt idx="6793">
                  <c:v>388.0</c:v>
                </c:pt>
                <c:pt idx="6794">
                  <c:v>388.0</c:v>
                </c:pt>
                <c:pt idx="6795">
                  <c:v>388.0</c:v>
                </c:pt>
                <c:pt idx="6796">
                  <c:v>388.0</c:v>
                </c:pt>
                <c:pt idx="6797">
                  <c:v>388.0</c:v>
                </c:pt>
                <c:pt idx="6798">
                  <c:v>388.0</c:v>
                </c:pt>
                <c:pt idx="6799">
                  <c:v>388.0</c:v>
                </c:pt>
                <c:pt idx="6800">
                  <c:v>388.0</c:v>
                </c:pt>
                <c:pt idx="6801">
                  <c:v>388.0</c:v>
                </c:pt>
                <c:pt idx="6802">
                  <c:v>388.0</c:v>
                </c:pt>
                <c:pt idx="6803">
                  <c:v>388.0</c:v>
                </c:pt>
                <c:pt idx="6804">
                  <c:v>388.0</c:v>
                </c:pt>
                <c:pt idx="6805">
                  <c:v>388.0</c:v>
                </c:pt>
                <c:pt idx="6806">
                  <c:v>388.0</c:v>
                </c:pt>
                <c:pt idx="6807">
                  <c:v>388.0</c:v>
                </c:pt>
                <c:pt idx="6808">
                  <c:v>388.0</c:v>
                </c:pt>
                <c:pt idx="6809">
                  <c:v>388.0</c:v>
                </c:pt>
                <c:pt idx="6810">
                  <c:v>388.0</c:v>
                </c:pt>
                <c:pt idx="6811">
                  <c:v>388.0</c:v>
                </c:pt>
                <c:pt idx="6812">
                  <c:v>388.0</c:v>
                </c:pt>
                <c:pt idx="6813">
                  <c:v>388.0</c:v>
                </c:pt>
                <c:pt idx="6814">
                  <c:v>388.0</c:v>
                </c:pt>
                <c:pt idx="6815">
                  <c:v>388.0</c:v>
                </c:pt>
                <c:pt idx="6816">
                  <c:v>388.0</c:v>
                </c:pt>
                <c:pt idx="6817">
                  <c:v>388.0</c:v>
                </c:pt>
                <c:pt idx="6818">
                  <c:v>388.0</c:v>
                </c:pt>
                <c:pt idx="6819">
                  <c:v>388.0</c:v>
                </c:pt>
                <c:pt idx="6820">
                  <c:v>388.0</c:v>
                </c:pt>
                <c:pt idx="6821">
                  <c:v>388.0</c:v>
                </c:pt>
                <c:pt idx="6822">
                  <c:v>388.0</c:v>
                </c:pt>
                <c:pt idx="6823">
                  <c:v>388.0</c:v>
                </c:pt>
                <c:pt idx="6824">
                  <c:v>388.0</c:v>
                </c:pt>
                <c:pt idx="6825">
                  <c:v>388.0</c:v>
                </c:pt>
                <c:pt idx="6826">
                  <c:v>388.0</c:v>
                </c:pt>
                <c:pt idx="6827">
                  <c:v>388.0</c:v>
                </c:pt>
                <c:pt idx="6828">
                  <c:v>388.0</c:v>
                </c:pt>
                <c:pt idx="6829">
                  <c:v>388.0</c:v>
                </c:pt>
                <c:pt idx="6830">
                  <c:v>388.0</c:v>
                </c:pt>
                <c:pt idx="6831">
                  <c:v>388.0</c:v>
                </c:pt>
                <c:pt idx="6832">
                  <c:v>388.0</c:v>
                </c:pt>
                <c:pt idx="6833">
                  <c:v>388.0</c:v>
                </c:pt>
                <c:pt idx="6834">
                  <c:v>388.0</c:v>
                </c:pt>
                <c:pt idx="6835">
                  <c:v>388.0</c:v>
                </c:pt>
                <c:pt idx="6836">
                  <c:v>388.0</c:v>
                </c:pt>
                <c:pt idx="6837">
                  <c:v>388.0</c:v>
                </c:pt>
                <c:pt idx="6838">
                  <c:v>388.0</c:v>
                </c:pt>
                <c:pt idx="6839">
                  <c:v>388.0</c:v>
                </c:pt>
                <c:pt idx="6840">
                  <c:v>388.0</c:v>
                </c:pt>
                <c:pt idx="6841">
                  <c:v>388.0</c:v>
                </c:pt>
                <c:pt idx="6842">
                  <c:v>388.0</c:v>
                </c:pt>
                <c:pt idx="6843">
                  <c:v>388.0</c:v>
                </c:pt>
                <c:pt idx="6844">
                  <c:v>388.0</c:v>
                </c:pt>
                <c:pt idx="6845">
                  <c:v>388.0</c:v>
                </c:pt>
                <c:pt idx="6846">
                  <c:v>388.0</c:v>
                </c:pt>
                <c:pt idx="6847">
                  <c:v>388.0</c:v>
                </c:pt>
                <c:pt idx="6848">
                  <c:v>388.0</c:v>
                </c:pt>
                <c:pt idx="6849">
                  <c:v>388.0</c:v>
                </c:pt>
                <c:pt idx="6850">
                  <c:v>388.0</c:v>
                </c:pt>
                <c:pt idx="6851">
                  <c:v>388.0</c:v>
                </c:pt>
                <c:pt idx="6852">
                  <c:v>388.0</c:v>
                </c:pt>
                <c:pt idx="6853">
                  <c:v>388.0</c:v>
                </c:pt>
                <c:pt idx="6854">
                  <c:v>388.0</c:v>
                </c:pt>
                <c:pt idx="6855">
                  <c:v>388.0</c:v>
                </c:pt>
                <c:pt idx="6856">
                  <c:v>388.0</c:v>
                </c:pt>
                <c:pt idx="6857">
                  <c:v>388.0</c:v>
                </c:pt>
                <c:pt idx="6858">
                  <c:v>388.0</c:v>
                </c:pt>
                <c:pt idx="6859">
                  <c:v>388.0</c:v>
                </c:pt>
                <c:pt idx="6860">
                  <c:v>388.0</c:v>
                </c:pt>
                <c:pt idx="6861">
                  <c:v>388.0</c:v>
                </c:pt>
                <c:pt idx="6862">
                  <c:v>388.0</c:v>
                </c:pt>
                <c:pt idx="6863">
                  <c:v>388.0</c:v>
                </c:pt>
                <c:pt idx="6864">
                  <c:v>388.0</c:v>
                </c:pt>
                <c:pt idx="6865">
                  <c:v>388.0</c:v>
                </c:pt>
                <c:pt idx="6866">
                  <c:v>388.0</c:v>
                </c:pt>
                <c:pt idx="6867">
                  <c:v>388.0</c:v>
                </c:pt>
                <c:pt idx="6868">
                  <c:v>388.0</c:v>
                </c:pt>
                <c:pt idx="6869">
                  <c:v>388.0</c:v>
                </c:pt>
                <c:pt idx="6870">
                  <c:v>388.0</c:v>
                </c:pt>
                <c:pt idx="6871">
                  <c:v>388.0</c:v>
                </c:pt>
                <c:pt idx="6872">
                  <c:v>388.0</c:v>
                </c:pt>
                <c:pt idx="6873">
                  <c:v>388.0</c:v>
                </c:pt>
                <c:pt idx="6874">
                  <c:v>388.0</c:v>
                </c:pt>
                <c:pt idx="6875">
                  <c:v>388.0</c:v>
                </c:pt>
                <c:pt idx="6876">
                  <c:v>388.0</c:v>
                </c:pt>
                <c:pt idx="6877">
                  <c:v>388.0</c:v>
                </c:pt>
                <c:pt idx="6878">
                  <c:v>388.0</c:v>
                </c:pt>
                <c:pt idx="6879">
                  <c:v>388.0</c:v>
                </c:pt>
                <c:pt idx="6880">
                  <c:v>388.0</c:v>
                </c:pt>
                <c:pt idx="6881">
                  <c:v>388.0</c:v>
                </c:pt>
                <c:pt idx="6882">
                  <c:v>388.0</c:v>
                </c:pt>
                <c:pt idx="6883">
                  <c:v>388.0</c:v>
                </c:pt>
                <c:pt idx="6884">
                  <c:v>388.0</c:v>
                </c:pt>
                <c:pt idx="6885">
                  <c:v>388.0</c:v>
                </c:pt>
                <c:pt idx="6886">
                  <c:v>388.0</c:v>
                </c:pt>
                <c:pt idx="6887">
                  <c:v>388.0</c:v>
                </c:pt>
                <c:pt idx="6888">
                  <c:v>388.0</c:v>
                </c:pt>
                <c:pt idx="6889">
                  <c:v>388.0</c:v>
                </c:pt>
                <c:pt idx="6890">
                  <c:v>388.0</c:v>
                </c:pt>
                <c:pt idx="6891">
                  <c:v>388.0</c:v>
                </c:pt>
                <c:pt idx="6892">
                  <c:v>388.0</c:v>
                </c:pt>
                <c:pt idx="6893">
                  <c:v>388.0</c:v>
                </c:pt>
                <c:pt idx="6894">
                  <c:v>388.0</c:v>
                </c:pt>
                <c:pt idx="6895">
                  <c:v>388.0</c:v>
                </c:pt>
                <c:pt idx="6896">
                  <c:v>388.0</c:v>
                </c:pt>
                <c:pt idx="6897">
                  <c:v>388.0</c:v>
                </c:pt>
                <c:pt idx="6898">
                  <c:v>388.0</c:v>
                </c:pt>
                <c:pt idx="6899">
                  <c:v>388.0</c:v>
                </c:pt>
                <c:pt idx="6900">
                  <c:v>388.0</c:v>
                </c:pt>
                <c:pt idx="6901">
                  <c:v>388.0</c:v>
                </c:pt>
                <c:pt idx="6902">
                  <c:v>388.0</c:v>
                </c:pt>
                <c:pt idx="6903">
                  <c:v>388.0</c:v>
                </c:pt>
                <c:pt idx="6904">
                  <c:v>388.0</c:v>
                </c:pt>
                <c:pt idx="6905">
                  <c:v>388.0</c:v>
                </c:pt>
                <c:pt idx="6906">
                  <c:v>388.0</c:v>
                </c:pt>
                <c:pt idx="6907">
                  <c:v>388.0</c:v>
                </c:pt>
                <c:pt idx="6908">
                  <c:v>388.0</c:v>
                </c:pt>
                <c:pt idx="6909">
                  <c:v>388.0</c:v>
                </c:pt>
                <c:pt idx="6910">
                  <c:v>388.0</c:v>
                </c:pt>
                <c:pt idx="6911">
                  <c:v>388.0</c:v>
                </c:pt>
                <c:pt idx="6912">
                  <c:v>388.0</c:v>
                </c:pt>
                <c:pt idx="6913">
                  <c:v>388.0</c:v>
                </c:pt>
                <c:pt idx="6914">
                  <c:v>388.0</c:v>
                </c:pt>
                <c:pt idx="6915">
                  <c:v>388.0</c:v>
                </c:pt>
                <c:pt idx="6916">
                  <c:v>388.0</c:v>
                </c:pt>
                <c:pt idx="6917">
                  <c:v>388.0</c:v>
                </c:pt>
                <c:pt idx="6918">
                  <c:v>388.0</c:v>
                </c:pt>
                <c:pt idx="6919">
                  <c:v>388.0</c:v>
                </c:pt>
                <c:pt idx="6920">
                  <c:v>388.0</c:v>
                </c:pt>
                <c:pt idx="6921">
                  <c:v>388.0</c:v>
                </c:pt>
                <c:pt idx="6922">
                  <c:v>388.0</c:v>
                </c:pt>
                <c:pt idx="6923">
                  <c:v>388.0</c:v>
                </c:pt>
                <c:pt idx="6924">
                  <c:v>388.0</c:v>
                </c:pt>
                <c:pt idx="6925">
                  <c:v>388.0</c:v>
                </c:pt>
                <c:pt idx="6926">
                  <c:v>388.0</c:v>
                </c:pt>
                <c:pt idx="6927">
                  <c:v>388.0</c:v>
                </c:pt>
                <c:pt idx="6928">
                  <c:v>388.0</c:v>
                </c:pt>
                <c:pt idx="6929">
                  <c:v>388.0</c:v>
                </c:pt>
                <c:pt idx="6930">
                  <c:v>388.0</c:v>
                </c:pt>
                <c:pt idx="6931">
                  <c:v>388.0</c:v>
                </c:pt>
                <c:pt idx="6932">
                  <c:v>388.0</c:v>
                </c:pt>
                <c:pt idx="6933">
                  <c:v>388.0</c:v>
                </c:pt>
                <c:pt idx="6934">
                  <c:v>388.0</c:v>
                </c:pt>
                <c:pt idx="6935">
                  <c:v>388.0</c:v>
                </c:pt>
                <c:pt idx="6936">
                  <c:v>388.0</c:v>
                </c:pt>
                <c:pt idx="6937">
                  <c:v>388.0</c:v>
                </c:pt>
                <c:pt idx="6938">
                  <c:v>388.0</c:v>
                </c:pt>
                <c:pt idx="6939">
                  <c:v>388.0</c:v>
                </c:pt>
                <c:pt idx="6940">
                  <c:v>388.0</c:v>
                </c:pt>
                <c:pt idx="6941">
                  <c:v>388.0</c:v>
                </c:pt>
                <c:pt idx="6942">
                  <c:v>388.0</c:v>
                </c:pt>
                <c:pt idx="6943">
                  <c:v>388.0</c:v>
                </c:pt>
                <c:pt idx="6944">
                  <c:v>388.0</c:v>
                </c:pt>
                <c:pt idx="6945">
                  <c:v>388.0</c:v>
                </c:pt>
                <c:pt idx="6946">
                  <c:v>388.0</c:v>
                </c:pt>
                <c:pt idx="6947">
                  <c:v>388.0</c:v>
                </c:pt>
                <c:pt idx="6948">
                  <c:v>388.0</c:v>
                </c:pt>
                <c:pt idx="6949">
                  <c:v>388.0</c:v>
                </c:pt>
                <c:pt idx="6950">
                  <c:v>388.0</c:v>
                </c:pt>
                <c:pt idx="6951">
                  <c:v>388.0</c:v>
                </c:pt>
                <c:pt idx="6952">
                  <c:v>388.0</c:v>
                </c:pt>
                <c:pt idx="6953">
                  <c:v>388.0</c:v>
                </c:pt>
                <c:pt idx="6954">
                  <c:v>388.0</c:v>
                </c:pt>
                <c:pt idx="6955">
                  <c:v>388.0</c:v>
                </c:pt>
                <c:pt idx="6956">
                  <c:v>388.0</c:v>
                </c:pt>
                <c:pt idx="6957">
                  <c:v>388.0</c:v>
                </c:pt>
                <c:pt idx="6958">
                  <c:v>388.0</c:v>
                </c:pt>
                <c:pt idx="6959">
                  <c:v>388.0</c:v>
                </c:pt>
                <c:pt idx="6960">
                  <c:v>388.0</c:v>
                </c:pt>
                <c:pt idx="6961">
                  <c:v>388.0</c:v>
                </c:pt>
                <c:pt idx="6962">
                  <c:v>388.0</c:v>
                </c:pt>
                <c:pt idx="6963">
                  <c:v>388.0</c:v>
                </c:pt>
                <c:pt idx="6964">
                  <c:v>388.0</c:v>
                </c:pt>
                <c:pt idx="6965">
                  <c:v>388.0</c:v>
                </c:pt>
                <c:pt idx="6966">
                  <c:v>388.0</c:v>
                </c:pt>
                <c:pt idx="6967">
                  <c:v>388.0</c:v>
                </c:pt>
                <c:pt idx="6968">
                  <c:v>388.0</c:v>
                </c:pt>
                <c:pt idx="6969">
                  <c:v>388.0</c:v>
                </c:pt>
                <c:pt idx="6970">
                  <c:v>388.0</c:v>
                </c:pt>
                <c:pt idx="6971">
                  <c:v>388.0</c:v>
                </c:pt>
                <c:pt idx="6972">
                  <c:v>388.0</c:v>
                </c:pt>
                <c:pt idx="6973">
                  <c:v>388.0</c:v>
                </c:pt>
                <c:pt idx="6974">
                  <c:v>388.0</c:v>
                </c:pt>
                <c:pt idx="6975">
                  <c:v>388.0</c:v>
                </c:pt>
                <c:pt idx="6976">
                  <c:v>388.0</c:v>
                </c:pt>
                <c:pt idx="6977">
                  <c:v>388.0</c:v>
                </c:pt>
                <c:pt idx="6978">
                  <c:v>388.0</c:v>
                </c:pt>
                <c:pt idx="6979">
                  <c:v>388.0</c:v>
                </c:pt>
                <c:pt idx="6980">
                  <c:v>388.0</c:v>
                </c:pt>
                <c:pt idx="6981">
                  <c:v>388.0</c:v>
                </c:pt>
                <c:pt idx="6982">
                  <c:v>388.0</c:v>
                </c:pt>
                <c:pt idx="6983">
                  <c:v>388.0</c:v>
                </c:pt>
                <c:pt idx="6984">
                  <c:v>388.0</c:v>
                </c:pt>
                <c:pt idx="6985">
                  <c:v>388.0</c:v>
                </c:pt>
                <c:pt idx="6986">
                  <c:v>388.0</c:v>
                </c:pt>
                <c:pt idx="6987">
                  <c:v>388.0</c:v>
                </c:pt>
                <c:pt idx="6988">
                  <c:v>388.0</c:v>
                </c:pt>
                <c:pt idx="6989">
                  <c:v>388.0</c:v>
                </c:pt>
                <c:pt idx="6990">
                  <c:v>388.0</c:v>
                </c:pt>
                <c:pt idx="6991">
                  <c:v>388.0</c:v>
                </c:pt>
                <c:pt idx="6992">
                  <c:v>388.0</c:v>
                </c:pt>
                <c:pt idx="6993">
                  <c:v>388.0</c:v>
                </c:pt>
                <c:pt idx="6994">
                  <c:v>388.0</c:v>
                </c:pt>
                <c:pt idx="6995">
                  <c:v>388.0</c:v>
                </c:pt>
                <c:pt idx="6996">
                  <c:v>388.0</c:v>
                </c:pt>
                <c:pt idx="6997">
                  <c:v>388.0</c:v>
                </c:pt>
                <c:pt idx="6998">
                  <c:v>388.0</c:v>
                </c:pt>
                <c:pt idx="6999">
                  <c:v>388.0</c:v>
                </c:pt>
                <c:pt idx="7000">
                  <c:v>388.0</c:v>
                </c:pt>
                <c:pt idx="7001">
                  <c:v>388.0</c:v>
                </c:pt>
                <c:pt idx="7002">
                  <c:v>388.0</c:v>
                </c:pt>
                <c:pt idx="7003">
                  <c:v>388.0</c:v>
                </c:pt>
                <c:pt idx="7004">
                  <c:v>388.0</c:v>
                </c:pt>
                <c:pt idx="7005">
                  <c:v>388.0</c:v>
                </c:pt>
                <c:pt idx="7006">
                  <c:v>388.0</c:v>
                </c:pt>
                <c:pt idx="7007">
                  <c:v>388.0</c:v>
                </c:pt>
                <c:pt idx="7008">
                  <c:v>388.0</c:v>
                </c:pt>
                <c:pt idx="7009">
                  <c:v>388.0</c:v>
                </c:pt>
                <c:pt idx="7010">
                  <c:v>388.0</c:v>
                </c:pt>
                <c:pt idx="7011">
                  <c:v>388.0</c:v>
                </c:pt>
                <c:pt idx="7012">
                  <c:v>388.0</c:v>
                </c:pt>
                <c:pt idx="7013">
                  <c:v>388.0</c:v>
                </c:pt>
                <c:pt idx="7014">
                  <c:v>388.0</c:v>
                </c:pt>
                <c:pt idx="7015">
                  <c:v>388.0</c:v>
                </c:pt>
                <c:pt idx="7016">
                  <c:v>388.0</c:v>
                </c:pt>
                <c:pt idx="7017">
                  <c:v>388.0</c:v>
                </c:pt>
                <c:pt idx="7018">
                  <c:v>388.0</c:v>
                </c:pt>
                <c:pt idx="7019">
                  <c:v>388.0</c:v>
                </c:pt>
                <c:pt idx="7020">
                  <c:v>388.0</c:v>
                </c:pt>
                <c:pt idx="7021">
                  <c:v>388.0</c:v>
                </c:pt>
                <c:pt idx="7022">
                  <c:v>388.0</c:v>
                </c:pt>
                <c:pt idx="7023">
                  <c:v>388.0</c:v>
                </c:pt>
                <c:pt idx="7024">
                  <c:v>388.0</c:v>
                </c:pt>
                <c:pt idx="7025">
                  <c:v>388.0</c:v>
                </c:pt>
                <c:pt idx="7026">
                  <c:v>388.0</c:v>
                </c:pt>
                <c:pt idx="7027">
                  <c:v>388.0</c:v>
                </c:pt>
                <c:pt idx="7028">
                  <c:v>388.0</c:v>
                </c:pt>
                <c:pt idx="7029">
                  <c:v>388.0</c:v>
                </c:pt>
                <c:pt idx="7030">
                  <c:v>388.0</c:v>
                </c:pt>
                <c:pt idx="7031">
                  <c:v>388.0</c:v>
                </c:pt>
                <c:pt idx="7032">
                  <c:v>388.0</c:v>
                </c:pt>
                <c:pt idx="7033">
                  <c:v>388.0</c:v>
                </c:pt>
                <c:pt idx="7034">
                  <c:v>388.0</c:v>
                </c:pt>
                <c:pt idx="7035">
                  <c:v>388.0</c:v>
                </c:pt>
                <c:pt idx="7036">
                  <c:v>388.0</c:v>
                </c:pt>
                <c:pt idx="7037">
                  <c:v>388.0</c:v>
                </c:pt>
                <c:pt idx="7038">
                  <c:v>388.0</c:v>
                </c:pt>
                <c:pt idx="7039">
                  <c:v>388.0</c:v>
                </c:pt>
                <c:pt idx="7040">
                  <c:v>388.0</c:v>
                </c:pt>
                <c:pt idx="7041">
                  <c:v>388.0</c:v>
                </c:pt>
                <c:pt idx="7042">
                  <c:v>388.0</c:v>
                </c:pt>
                <c:pt idx="7043">
                  <c:v>388.0</c:v>
                </c:pt>
                <c:pt idx="7044">
                  <c:v>388.0</c:v>
                </c:pt>
                <c:pt idx="7045">
                  <c:v>388.0</c:v>
                </c:pt>
                <c:pt idx="7046">
                  <c:v>388.0</c:v>
                </c:pt>
                <c:pt idx="7047">
                  <c:v>388.0</c:v>
                </c:pt>
                <c:pt idx="7048">
                  <c:v>388.0</c:v>
                </c:pt>
                <c:pt idx="7049">
                  <c:v>388.0</c:v>
                </c:pt>
                <c:pt idx="7050">
                  <c:v>388.0</c:v>
                </c:pt>
                <c:pt idx="7051">
                  <c:v>388.0</c:v>
                </c:pt>
                <c:pt idx="7052">
                  <c:v>388.0</c:v>
                </c:pt>
                <c:pt idx="7053">
                  <c:v>388.0</c:v>
                </c:pt>
                <c:pt idx="7054">
                  <c:v>388.0</c:v>
                </c:pt>
                <c:pt idx="7055">
                  <c:v>388.0</c:v>
                </c:pt>
                <c:pt idx="7056">
                  <c:v>388.0</c:v>
                </c:pt>
                <c:pt idx="7057">
                  <c:v>388.0</c:v>
                </c:pt>
                <c:pt idx="7058">
                  <c:v>388.0</c:v>
                </c:pt>
                <c:pt idx="7059">
                  <c:v>388.0</c:v>
                </c:pt>
                <c:pt idx="7060">
                  <c:v>388.0</c:v>
                </c:pt>
                <c:pt idx="7061">
                  <c:v>388.0</c:v>
                </c:pt>
                <c:pt idx="7062">
                  <c:v>388.0</c:v>
                </c:pt>
                <c:pt idx="7063">
                  <c:v>388.0</c:v>
                </c:pt>
                <c:pt idx="7064">
                  <c:v>388.0</c:v>
                </c:pt>
                <c:pt idx="7065">
                  <c:v>388.0</c:v>
                </c:pt>
                <c:pt idx="7066">
                  <c:v>388.0</c:v>
                </c:pt>
                <c:pt idx="7067">
                  <c:v>388.0</c:v>
                </c:pt>
                <c:pt idx="7068">
                  <c:v>388.0</c:v>
                </c:pt>
                <c:pt idx="7069">
                  <c:v>388.0</c:v>
                </c:pt>
                <c:pt idx="7070">
                  <c:v>388.0</c:v>
                </c:pt>
                <c:pt idx="7071">
                  <c:v>388.0</c:v>
                </c:pt>
                <c:pt idx="7072">
                  <c:v>388.0</c:v>
                </c:pt>
                <c:pt idx="7073">
                  <c:v>388.0</c:v>
                </c:pt>
                <c:pt idx="7074">
                  <c:v>388.0</c:v>
                </c:pt>
                <c:pt idx="7075">
                  <c:v>388.0</c:v>
                </c:pt>
                <c:pt idx="7076">
                  <c:v>388.0</c:v>
                </c:pt>
                <c:pt idx="7077">
                  <c:v>388.0</c:v>
                </c:pt>
                <c:pt idx="7078">
                  <c:v>388.0</c:v>
                </c:pt>
                <c:pt idx="7079">
                  <c:v>388.0</c:v>
                </c:pt>
                <c:pt idx="7080">
                  <c:v>388.0</c:v>
                </c:pt>
                <c:pt idx="7081">
                  <c:v>388.0</c:v>
                </c:pt>
                <c:pt idx="7082">
                  <c:v>388.0</c:v>
                </c:pt>
                <c:pt idx="7083">
                  <c:v>388.0</c:v>
                </c:pt>
                <c:pt idx="7084">
                  <c:v>388.0</c:v>
                </c:pt>
                <c:pt idx="7085">
                  <c:v>388.0</c:v>
                </c:pt>
                <c:pt idx="7086">
                  <c:v>388.0</c:v>
                </c:pt>
                <c:pt idx="7087">
                  <c:v>388.0</c:v>
                </c:pt>
                <c:pt idx="7088">
                  <c:v>388.0</c:v>
                </c:pt>
                <c:pt idx="7089">
                  <c:v>388.0</c:v>
                </c:pt>
                <c:pt idx="7090">
                  <c:v>388.0</c:v>
                </c:pt>
                <c:pt idx="7091">
                  <c:v>388.0</c:v>
                </c:pt>
                <c:pt idx="7092">
                  <c:v>388.0</c:v>
                </c:pt>
                <c:pt idx="7093">
                  <c:v>388.0</c:v>
                </c:pt>
                <c:pt idx="7094">
                  <c:v>388.0</c:v>
                </c:pt>
                <c:pt idx="7095">
                  <c:v>388.0</c:v>
                </c:pt>
                <c:pt idx="7096">
                  <c:v>388.0</c:v>
                </c:pt>
                <c:pt idx="7097">
                  <c:v>388.0</c:v>
                </c:pt>
                <c:pt idx="7098">
                  <c:v>388.0</c:v>
                </c:pt>
                <c:pt idx="7099">
                  <c:v>388.0</c:v>
                </c:pt>
                <c:pt idx="7100">
                  <c:v>388.0</c:v>
                </c:pt>
                <c:pt idx="7101">
                  <c:v>388.0</c:v>
                </c:pt>
                <c:pt idx="7102">
                  <c:v>388.0</c:v>
                </c:pt>
                <c:pt idx="7103">
                  <c:v>388.0</c:v>
                </c:pt>
                <c:pt idx="7104">
                  <c:v>388.0</c:v>
                </c:pt>
                <c:pt idx="7105">
                  <c:v>388.0</c:v>
                </c:pt>
                <c:pt idx="7106">
                  <c:v>388.0</c:v>
                </c:pt>
                <c:pt idx="7107">
                  <c:v>388.0</c:v>
                </c:pt>
                <c:pt idx="7108">
                  <c:v>388.0</c:v>
                </c:pt>
                <c:pt idx="7109">
                  <c:v>388.0</c:v>
                </c:pt>
                <c:pt idx="7110">
                  <c:v>388.0</c:v>
                </c:pt>
                <c:pt idx="7111">
                  <c:v>388.0</c:v>
                </c:pt>
                <c:pt idx="7112">
                  <c:v>388.0</c:v>
                </c:pt>
                <c:pt idx="7113">
                  <c:v>388.0</c:v>
                </c:pt>
                <c:pt idx="7114">
                  <c:v>388.0</c:v>
                </c:pt>
                <c:pt idx="7115">
                  <c:v>388.0</c:v>
                </c:pt>
                <c:pt idx="7116">
                  <c:v>388.0</c:v>
                </c:pt>
                <c:pt idx="7117">
                  <c:v>388.0</c:v>
                </c:pt>
                <c:pt idx="7118">
                  <c:v>388.0</c:v>
                </c:pt>
                <c:pt idx="7119">
                  <c:v>388.0</c:v>
                </c:pt>
                <c:pt idx="7120">
                  <c:v>388.0</c:v>
                </c:pt>
                <c:pt idx="7121">
                  <c:v>388.0</c:v>
                </c:pt>
                <c:pt idx="7122">
                  <c:v>388.0</c:v>
                </c:pt>
                <c:pt idx="7123">
                  <c:v>388.0</c:v>
                </c:pt>
                <c:pt idx="7124">
                  <c:v>388.0</c:v>
                </c:pt>
                <c:pt idx="7125">
                  <c:v>388.0</c:v>
                </c:pt>
                <c:pt idx="7126">
                  <c:v>388.0</c:v>
                </c:pt>
                <c:pt idx="7127">
                  <c:v>388.0</c:v>
                </c:pt>
                <c:pt idx="7128">
                  <c:v>388.0</c:v>
                </c:pt>
                <c:pt idx="7129">
                  <c:v>388.0</c:v>
                </c:pt>
                <c:pt idx="7130">
                  <c:v>388.0</c:v>
                </c:pt>
                <c:pt idx="7131">
                  <c:v>388.0</c:v>
                </c:pt>
                <c:pt idx="7132">
                  <c:v>388.0</c:v>
                </c:pt>
                <c:pt idx="7133">
                  <c:v>388.0</c:v>
                </c:pt>
                <c:pt idx="7134">
                  <c:v>388.0</c:v>
                </c:pt>
                <c:pt idx="7135">
                  <c:v>388.0</c:v>
                </c:pt>
                <c:pt idx="7136">
                  <c:v>388.0</c:v>
                </c:pt>
                <c:pt idx="7137">
                  <c:v>388.0</c:v>
                </c:pt>
                <c:pt idx="7138">
                  <c:v>388.0</c:v>
                </c:pt>
                <c:pt idx="7139">
                  <c:v>388.0</c:v>
                </c:pt>
                <c:pt idx="7140">
                  <c:v>388.0</c:v>
                </c:pt>
                <c:pt idx="7141">
                  <c:v>388.0</c:v>
                </c:pt>
                <c:pt idx="7142">
                  <c:v>388.0</c:v>
                </c:pt>
                <c:pt idx="7143">
                  <c:v>388.0</c:v>
                </c:pt>
                <c:pt idx="7144">
                  <c:v>388.0</c:v>
                </c:pt>
                <c:pt idx="7145">
                  <c:v>388.0</c:v>
                </c:pt>
                <c:pt idx="7146">
                  <c:v>388.0</c:v>
                </c:pt>
                <c:pt idx="7147">
                  <c:v>388.0</c:v>
                </c:pt>
                <c:pt idx="7148">
                  <c:v>388.0</c:v>
                </c:pt>
                <c:pt idx="7149">
                  <c:v>388.0</c:v>
                </c:pt>
                <c:pt idx="7150">
                  <c:v>388.0</c:v>
                </c:pt>
                <c:pt idx="7151">
                  <c:v>388.0</c:v>
                </c:pt>
                <c:pt idx="7152">
                  <c:v>388.0</c:v>
                </c:pt>
                <c:pt idx="7153">
                  <c:v>388.0</c:v>
                </c:pt>
                <c:pt idx="7154">
                  <c:v>388.0</c:v>
                </c:pt>
                <c:pt idx="7155">
                  <c:v>388.0</c:v>
                </c:pt>
                <c:pt idx="7156">
                  <c:v>388.0</c:v>
                </c:pt>
                <c:pt idx="7157">
                  <c:v>388.0</c:v>
                </c:pt>
                <c:pt idx="7158">
                  <c:v>388.0</c:v>
                </c:pt>
                <c:pt idx="7159">
                  <c:v>388.0</c:v>
                </c:pt>
                <c:pt idx="7160">
                  <c:v>388.0</c:v>
                </c:pt>
                <c:pt idx="7161">
                  <c:v>388.0</c:v>
                </c:pt>
                <c:pt idx="7162">
                  <c:v>388.0</c:v>
                </c:pt>
                <c:pt idx="7163">
                  <c:v>388.0</c:v>
                </c:pt>
                <c:pt idx="7164">
                  <c:v>388.0</c:v>
                </c:pt>
                <c:pt idx="7165">
                  <c:v>388.0</c:v>
                </c:pt>
                <c:pt idx="7166">
                  <c:v>388.0</c:v>
                </c:pt>
                <c:pt idx="7167">
                  <c:v>388.0</c:v>
                </c:pt>
                <c:pt idx="7168">
                  <c:v>388.0</c:v>
                </c:pt>
                <c:pt idx="7169">
                  <c:v>388.0</c:v>
                </c:pt>
                <c:pt idx="7170">
                  <c:v>388.0</c:v>
                </c:pt>
                <c:pt idx="7171">
                  <c:v>388.0</c:v>
                </c:pt>
                <c:pt idx="7172">
                  <c:v>388.0</c:v>
                </c:pt>
                <c:pt idx="7173">
                  <c:v>388.0</c:v>
                </c:pt>
                <c:pt idx="7174">
                  <c:v>388.0</c:v>
                </c:pt>
                <c:pt idx="7175">
                  <c:v>388.0</c:v>
                </c:pt>
                <c:pt idx="7176">
                  <c:v>388.0</c:v>
                </c:pt>
                <c:pt idx="7177">
                  <c:v>388.0</c:v>
                </c:pt>
                <c:pt idx="7178">
                  <c:v>388.0</c:v>
                </c:pt>
                <c:pt idx="7179">
                  <c:v>388.0</c:v>
                </c:pt>
                <c:pt idx="7180">
                  <c:v>388.0</c:v>
                </c:pt>
                <c:pt idx="7181">
                  <c:v>388.0</c:v>
                </c:pt>
                <c:pt idx="7182">
                  <c:v>388.0</c:v>
                </c:pt>
                <c:pt idx="7183">
                  <c:v>388.0</c:v>
                </c:pt>
                <c:pt idx="7184">
                  <c:v>388.0</c:v>
                </c:pt>
                <c:pt idx="7185">
                  <c:v>388.0</c:v>
                </c:pt>
                <c:pt idx="7186">
                  <c:v>388.0</c:v>
                </c:pt>
                <c:pt idx="7187">
                  <c:v>388.0</c:v>
                </c:pt>
                <c:pt idx="7188">
                  <c:v>388.0</c:v>
                </c:pt>
                <c:pt idx="7189">
                  <c:v>388.0</c:v>
                </c:pt>
                <c:pt idx="7190">
                  <c:v>388.0</c:v>
                </c:pt>
                <c:pt idx="7191">
                  <c:v>388.0</c:v>
                </c:pt>
                <c:pt idx="7192">
                  <c:v>388.0</c:v>
                </c:pt>
                <c:pt idx="7193">
                  <c:v>388.0</c:v>
                </c:pt>
                <c:pt idx="7194">
                  <c:v>388.0</c:v>
                </c:pt>
                <c:pt idx="7195">
                  <c:v>388.0</c:v>
                </c:pt>
                <c:pt idx="7196">
                  <c:v>388.0</c:v>
                </c:pt>
                <c:pt idx="7197">
                  <c:v>388.0</c:v>
                </c:pt>
                <c:pt idx="7198">
                  <c:v>388.0</c:v>
                </c:pt>
                <c:pt idx="7199">
                  <c:v>388.0</c:v>
                </c:pt>
                <c:pt idx="7200">
                  <c:v>388.0</c:v>
                </c:pt>
                <c:pt idx="7201">
                  <c:v>388.0</c:v>
                </c:pt>
                <c:pt idx="7202">
                  <c:v>388.0</c:v>
                </c:pt>
                <c:pt idx="7203">
                  <c:v>388.0</c:v>
                </c:pt>
                <c:pt idx="7204">
                  <c:v>388.0</c:v>
                </c:pt>
                <c:pt idx="7205">
                  <c:v>388.0</c:v>
                </c:pt>
                <c:pt idx="7206">
                  <c:v>388.0</c:v>
                </c:pt>
                <c:pt idx="7207">
                  <c:v>388.0</c:v>
                </c:pt>
                <c:pt idx="7208">
                  <c:v>388.0</c:v>
                </c:pt>
                <c:pt idx="7209">
                  <c:v>388.0</c:v>
                </c:pt>
                <c:pt idx="7210">
                  <c:v>388.0</c:v>
                </c:pt>
                <c:pt idx="7211">
                  <c:v>388.0</c:v>
                </c:pt>
                <c:pt idx="7212">
                  <c:v>388.0</c:v>
                </c:pt>
                <c:pt idx="7213">
                  <c:v>388.0</c:v>
                </c:pt>
                <c:pt idx="7214">
                  <c:v>388.0</c:v>
                </c:pt>
                <c:pt idx="7215">
                  <c:v>388.0</c:v>
                </c:pt>
                <c:pt idx="7216">
                  <c:v>388.0</c:v>
                </c:pt>
                <c:pt idx="7217">
                  <c:v>388.0</c:v>
                </c:pt>
                <c:pt idx="7218">
                  <c:v>388.0</c:v>
                </c:pt>
                <c:pt idx="7219">
                  <c:v>388.0</c:v>
                </c:pt>
                <c:pt idx="7220">
                  <c:v>388.0</c:v>
                </c:pt>
                <c:pt idx="7221">
                  <c:v>388.0</c:v>
                </c:pt>
                <c:pt idx="7222">
                  <c:v>388.0</c:v>
                </c:pt>
                <c:pt idx="7223">
                  <c:v>388.0</c:v>
                </c:pt>
                <c:pt idx="7224">
                  <c:v>388.0</c:v>
                </c:pt>
                <c:pt idx="7225">
                  <c:v>388.0</c:v>
                </c:pt>
                <c:pt idx="7226">
                  <c:v>388.0</c:v>
                </c:pt>
                <c:pt idx="7227">
                  <c:v>388.0</c:v>
                </c:pt>
                <c:pt idx="7228">
                  <c:v>388.0</c:v>
                </c:pt>
                <c:pt idx="7229">
                  <c:v>388.0</c:v>
                </c:pt>
                <c:pt idx="7230">
                  <c:v>388.0</c:v>
                </c:pt>
                <c:pt idx="7231">
                  <c:v>388.0</c:v>
                </c:pt>
                <c:pt idx="7232">
                  <c:v>388.0</c:v>
                </c:pt>
                <c:pt idx="7233">
                  <c:v>388.0</c:v>
                </c:pt>
                <c:pt idx="7234">
                  <c:v>388.0</c:v>
                </c:pt>
                <c:pt idx="7235">
                  <c:v>388.0</c:v>
                </c:pt>
                <c:pt idx="7236">
                  <c:v>388.0</c:v>
                </c:pt>
                <c:pt idx="7237">
                  <c:v>388.0</c:v>
                </c:pt>
                <c:pt idx="7238">
                  <c:v>388.0</c:v>
                </c:pt>
                <c:pt idx="7239">
                  <c:v>388.0</c:v>
                </c:pt>
                <c:pt idx="7240">
                  <c:v>388.0</c:v>
                </c:pt>
                <c:pt idx="7241">
                  <c:v>388.0</c:v>
                </c:pt>
                <c:pt idx="7242">
                  <c:v>388.0</c:v>
                </c:pt>
                <c:pt idx="7243">
                  <c:v>388.0</c:v>
                </c:pt>
                <c:pt idx="7244">
                  <c:v>388.0</c:v>
                </c:pt>
                <c:pt idx="7245">
                  <c:v>388.0</c:v>
                </c:pt>
                <c:pt idx="7246">
                  <c:v>388.0</c:v>
                </c:pt>
                <c:pt idx="7247">
                  <c:v>388.0</c:v>
                </c:pt>
                <c:pt idx="7248">
                  <c:v>388.0</c:v>
                </c:pt>
                <c:pt idx="7249">
                  <c:v>388.0</c:v>
                </c:pt>
                <c:pt idx="7250">
                  <c:v>388.0</c:v>
                </c:pt>
                <c:pt idx="7251">
                  <c:v>388.0</c:v>
                </c:pt>
                <c:pt idx="7252">
                  <c:v>388.0</c:v>
                </c:pt>
                <c:pt idx="7253">
                  <c:v>388.0</c:v>
                </c:pt>
                <c:pt idx="7254">
                  <c:v>388.0</c:v>
                </c:pt>
                <c:pt idx="7255">
                  <c:v>388.0</c:v>
                </c:pt>
                <c:pt idx="7256">
                  <c:v>388.0</c:v>
                </c:pt>
                <c:pt idx="7257">
                  <c:v>388.0</c:v>
                </c:pt>
                <c:pt idx="7258">
                  <c:v>388.0</c:v>
                </c:pt>
                <c:pt idx="7259">
                  <c:v>388.0</c:v>
                </c:pt>
                <c:pt idx="7260">
                  <c:v>388.0</c:v>
                </c:pt>
                <c:pt idx="7261">
                  <c:v>388.0</c:v>
                </c:pt>
                <c:pt idx="7262">
                  <c:v>388.0</c:v>
                </c:pt>
                <c:pt idx="7263">
                  <c:v>388.0</c:v>
                </c:pt>
                <c:pt idx="7264">
                  <c:v>388.0</c:v>
                </c:pt>
                <c:pt idx="7265">
                  <c:v>388.0</c:v>
                </c:pt>
                <c:pt idx="7266">
                  <c:v>388.0</c:v>
                </c:pt>
                <c:pt idx="7267">
                  <c:v>388.0</c:v>
                </c:pt>
                <c:pt idx="7268">
                  <c:v>388.0</c:v>
                </c:pt>
                <c:pt idx="7269">
                  <c:v>388.0</c:v>
                </c:pt>
                <c:pt idx="7270">
                  <c:v>388.0</c:v>
                </c:pt>
                <c:pt idx="7271">
                  <c:v>388.0</c:v>
                </c:pt>
                <c:pt idx="7272">
                  <c:v>388.0</c:v>
                </c:pt>
                <c:pt idx="7273">
                  <c:v>388.0</c:v>
                </c:pt>
                <c:pt idx="7274">
                  <c:v>388.0</c:v>
                </c:pt>
                <c:pt idx="7275">
                  <c:v>388.0</c:v>
                </c:pt>
                <c:pt idx="7276">
                  <c:v>388.0</c:v>
                </c:pt>
                <c:pt idx="7277">
                  <c:v>388.0</c:v>
                </c:pt>
                <c:pt idx="7278">
                  <c:v>388.0</c:v>
                </c:pt>
                <c:pt idx="7279">
                  <c:v>388.0</c:v>
                </c:pt>
                <c:pt idx="7280">
                  <c:v>388.0</c:v>
                </c:pt>
                <c:pt idx="7281">
                  <c:v>388.0</c:v>
                </c:pt>
                <c:pt idx="7282">
                  <c:v>388.0</c:v>
                </c:pt>
                <c:pt idx="7283">
                  <c:v>388.0</c:v>
                </c:pt>
                <c:pt idx="7284">
                  <c:v>388.0</c:v>
                </c:pt>
                <c:pt idx="7285">
                  <c:v>388.0</c:v>
                </c:pt>
                <c:pt idx="7286">
                  <c:v>388.0</c:v>
                </c:pt>
                <c:pt idx="7287">
                  <c:v>388.0</c:v>
                </c:pt>
                <c:pt idx="7288">
                  <c:v>388.0</c:v>
                </c:pt>
                <c:pt idx="7289">
                  <c:v>388.0</c:v>
                </c:pt>
                <c:pt idx="7290">
                  <c:v>388.0</c:v>
                </c:pt>
                <c:pt idx="7291">
                  <c:v>388.0</c:v>
                </c:pt>
                <c:pt idx="7292">
                  <c:v>388.0</c:v>
                </c:pt>
                <c:pt idx="7293">
                  <c:v>388.0</c:v>
                </c:pt>
                <c:pt idx="7294">
                  <c:v>388.0</c:v>
                </c:pt>
                <c:pt idx="7295">
                  <c:v>388.0</c:v>
                </c:pt>
                <c:pt idx="7296">
                  <c:v>388.0</c:v>
                </c:pt>
                <c:pt idx="7297">
                  <c:v>388.0</c:v>
                </c:pt>
                <c:pt idx="7298">
                  <c:v>388.0</c:v>
                </c:pt>
                <c:pt idx="7299">
                  <c:v>388.0</c:v>
                </c:pt>
                <c:pt idx="7300">
                  <c:v>388.0</c:v>
                </c:pt>
                <c:pt idx="7301">
                  <c:v>388.0</c:v>
                </c:pt>
                <c:pt idx="7302">
                  <c:v>388.0</c:v>
                </c:pt>
                <c:pt idx="7303">
                  <c:v>388.0</c:v>
                </c:pt>
                <c:pt idx="7304">
                  <c:v>388.0</c:v>
                </c:pt>
                <c:pt idx="7305">
                  <c:v>388.0</c:v>
                </c:pt>
                <c:pt idx="7306">
                  <c:v>388.0</c:v>
                </c:pt>
                <c:pt idx="7307">
                  <c:v>388.0</c:v>
                </c:pt>
                <c:pt idx="7308">
                  <c:v>388.0</c:v>
                </c:pt>
                <c:pt idx="7309">
                  <c:v>388.0</c:v>
                </c:pt>
                <c:pt idx="7310">
                  <c:v>388.0</c:v>
                </c:pt>
                <c:pt idx="7311">
                  <c:v>388.0</c:v>
                </c:pt>
                <c:pt idx="7312">
                  <c:v>388.0</c:v>
                </c:pt>
                <c:pt idx="7313">
                  <c:v>388.0</c:v>
                </c:pt>
                <c:pt idx="7314">
                  <c:v>388.0</c:v>
                </c:pt>
                <c:pt idx="7315">
                  <c:v>388.0</c:v>
                </c:pt>
                <c:pt idx="7316">
                  <c:v>388.0</c:v>
                </c:pt>
                <c:pt idx="7317">
                  <c:v>388.0</c:v>
                </c:pt>
                <c:pt idx="7318">
                  <c:v>388.0</c:v>
                </c:pt>
                <c:pt idx="7319">
                  <c:v>388.0</c:v>
                </c:pt>
                <c:pt idx="7320">
                  <c:v>388.0</c:v>
                </c:pt>
                <c:pt idx="7321">
                  <c:v>388.0</c:v>
                </c:pt>
                <c:pt idx="7322">
                  <c:v>388.0</c:v>
                </c:pt>
                <c:pt idx="7323">
                  <c:v>388.0</c:v>
                </c:pt>
                <c:pt idx="7324">
                  <c:v>388.0</c:v>
                </c:pt>
                <c:pt idx="7325">
                  <c:v>388.0</c:v>
                </c:pt>
                <c:pt idx="7326">
                  <c:v>388.0</c:v>
                </c:pt>
                <c:pt idx="7327">
                  <c:v>388.0</c:v>
                </c:pt>
                <c:pt idx="7328">
                  <c:v>388.0</c:v>
                </c:pt>
                <c:pt idx="7329">
                  <c:v>388.0</c:v>
                </c:pt>
                <c:pt idx="7330">
                  <c:v>388.0</c:v>
                </c:pt>
                <c:pt idx="7331">
                  <c:v>388.0</c:v>
                </c:pt>
                <c:pt idx="7332">
                  <c:v>388.0</c:v>
                </c:pt>
                <c:pt idx="7333">
                  <c:v>388.0</c:v>
                </c:pt>
                <c:pt idx="7334">
                  <c:v>388.0</c:v>
                </c:pt>
                <c:pt idx="7335">
                  <c:v>388.0</c:v>
                </c:pt>
                <c:pt idx="7336">
                  <c:v>388.0</c:v>
                </c:pt>
                <c:pt idx="7337">
                  <c:v>388.0</c:v>
                </c:pt>
                <c:pt idx="7338">
                  <c:v>388.0</c:v>
                </c:pt>
                <c:pt idx="7339">
                  <c:v>388.0</c:v>
                </c:pt>
                <c:pt idx="7340">
                  <c:v>388.0</c:v>
                </c:pt>
                <c:pt idx="7341">
                  <c:v>388.0</c:v>
                </c:pt>
                <c:pt idx="7342">
                  <c:v>388.0</c:v>
                </c:pt>
                <c:pt idx="7343">
                  <c:v>388.0</c:v>
                </c:pt>
                <c:pt idx="7344">
                  <c:v>388.0</c:v>
                </c:pt>
                <c:pt idx="7345">
                  <c:v>388.0</c:v>
                </c:pt>
                <c:pt idx="7346">
                  <c:v>388.0</c:v>
                </c:pt>
                <c:pt idx="7347">
                  <c:v>388.0</c:v>
                </c:pt>
                <c:pt idx="7348">
                  <c:v>388.0</c:v>
                </c:pt>
                <c:pt idx="7349">
                  <c:v>388.0</c:v>
                </c:pt>
                <c:pt idx="7350">
                  <c:v>388.0</c:v>
                </c:pt>
                <c:pt idx="7351">
                  <c:v>388.0</c:v>
                </c:pt>
                <c:pt idx="7352">
                  <c:v>388.0</c:v>
                </c:pt>
                <c:pt idx="7353">
                  <c:v>388.0</c:v>
                </c:pt>
                <c:pt idx="7354">
                  <c:v>388.0</c:v>
                </c:pt>
                <c:pt idx="7355">
                  <c:v>388.0</c:v>
                </c:pt>
                <c:pt idx="7356">
                  <c:v>388.0</c:v>
                </c:pt>
                <c:pt idx="7357">
                  <c:v>388.0</c:v>
                </c:pt>
                <c:pt idx="7358">
                  <c:v>388.0</c:v>
                </c:pt>
                <c:pt idx="7359">
                  <c:v>388.0</c:v>
                </c:pt>
                <c:pt idx="7360">
                  <c:v>388.0</c:v>
                </c:pt>
                <c:pt idx="7361">
                  <c:v>388.0</c:v>
                </c:pt>
                <c:pt idx="7362">
                  <c:v>388.0</c:v>
                </c:pt>
                <c:pt idx="7363">
                  <c:v>388.0</c:v>
                </c:pt>
                <c:pt idx="7364">
                  <c:v>388.0</c:v>
                </c:pt>
                <c:pt idx="7365">
                  <c:v>388.0</c:v>
                </c:pt>
                <c:pt idx="7366">
                  <c:v>388.0</c:v>
                </c:pt>
                <c:pt idx="7367">
                  <c:v>388.0</c:v>
                </c:pt>
                <c:pt idx="7368">
                  <c:v>388.0</c:v>
                </c:pt>
                <c:pt idx="7369">
                  <c:v>388.0</c:v>
                </c:pt>
                <c:pt idx="7370">
                  <c:v>388.0</c:v>
                </c:pt>
                <c:pt idx="7371">
                  <c:v>388.0</c:v>
                </c:pt>
                <c:pt idx="7372">
                  <c:v>388.0</c:v>
                </c:pt>
                <c:pt idx="7373">
                  <c:v>388.0</c:v>
                </c:pt>
                <c:pt idx="7374">
                  <c:v>388.0</c:v>
                </c:pt>
                <c:pt idx="7375">
                  <c:v>388.0</c:v>
                </c:pt>
                <c:pt idx="7376">
                  <c:v>388.0</c:v>
                </c:pt>
                <c:pt idx="7377">
                  <c:v>388.0</c:v>
                </c:pt>
                <c:pt idx="7378">
                  <c:v>388.0</c:v>
                </c:pt>
                <c:pt idx="7379">
                  <c:v>388.0</c:v>
                </c:pt>
                <c:pt idx="7380">
                  <c:v>388.0</c:v>
                </c:pt>
                <c:pt idx="7381">
                  <c:v>388.0</c:v>
                </c:pt>
                <c:pt idx="7382">
                  <c:v>388.0</c:v>
                </c:pt>
                <c:pt idx="7383">
                  <c:v>388.0</c:v>
                </c:pt>
                <c:pt idx="7384">
                  <c:v>388.0</c:v>
                </c:pt>
                <c:pt idx="7385">
                  <c:v>388.0</c:v>
                </c:pt>
                <c:pt idx="7386">
                  <c:v>388.0</c:v>
                </c:pt>
                <c:pt idx="7387">
                  <c:v>388.0</c:v>
                </c:pt>
                <c:pt idx="7388">
                  <c:v>388.0</c:v>
                </c:pt>
                <c:pt idx="7389">
                  <c:v>388.0</c:v>
                </c:pt>
                <c:pt idx="7390">
                  <c:v>388.0</c:v>
                </c:pt>
                <c:pt idx="7391">
                  <c:v>388.0</c:v>
                </c:pt>
                <c:pt idx="7392">
                  <c:v>388.0</c:v>
                </c:pt>
                <c:pt idx="7393">
                  <c:v>388.0</c:v>
                </c:pt>
                <c:pt idx="7394">
                  <c:v>388.0</c:v>
                </c:pt>
                <c:pt idx="7395">
                  <c:v>388.0</c:v>
                </c:pt>
                <c:pt idx="7396">
                  <c:v>388.0</c:v>
                </c:pt>
                <c:pt idx="7397">
                  <c:v>388.0</c:v>
                </c:pt>
                <c:pt idx="7398">
                  <c:v>388.0</c:v>
                </c:pt>
                <c:pt idx="7399">
                  <c:v>388.0</c:v>
                </c:pt>
                <c:pt idx="7400">
                  <c:v>388.0</c:v>
                </c:pt>
                <c:pt idx="7401">
                  <c:v>388.0</c:v>
                </c:pt>
                <c:pt idx="7402">
                  <c:v>388.0</c:v>
                </c:pt>
                <c:pt idx="7403">
                  <c:v>388.0</c:v>
                </c:pt>
                <c:pt idx="7404">
                  <c:v>388.0</c:v>
                </c:pt>
                <c:pt idx="7405">
                  <c:v>388.0</c:v>
                </c:pt>
                <c:pt idx="7406">
                  <c:v>388.0</c:v>
                </c:pt>
                <c:pt idx="7407">
                  <c:v>388.0</c:v>
                </c:pt>
                <c:pt idx="7408">
                  <c:v>388.0</c:v>
                </c:pt>
                <c:pt idx="7409">
                  <c:v>388.0</c:v>
                </c:pt>
                <c:pt idx="7410">
                  <c:v>388.0</c:v>
                </c:pt>
                <c:pt idx="7411">
                  <c:v>388.0</c:v>
                </c:pt>
                <c:pt idx="7412">
                  <c:v>388.0</c:v>
                </c:pt>
                <c:pt idx="7413">
                  <c:v>388.0</c:v>
                </c:pt>
                <c:pt idx="7414">
                  <c:v>388.0</c:v>
                </c:pt>
                <c:pt idx="7415">
                  <c:v>388.0</c:v>
                </c:pt>
                <c:pt idx="7416">
                  <c:v>388.0</c:v>
                </c:pt>
                <c:pt idx="7417">
                  <c:v>388.0</c:v>
                </c:pt>
                <c:pt idx="7418">
                  <c:v>388.0</c:v>
                </c:pt>
                <c:pt idx="7419">
                  <c:v>388.0</c:v>
                </c:pt>
                <c:pt idx="7420">
                  <c:v>388.0</c:v>
                </c:pt>
                <c:pt idx="7421">
                  <c:v>388.0</c:v>
                </c:pt>
                <c:pt idx="7422">
                  <c:v>388.0</c:v>
                </c:pt>
                <c:pt idx="7423">
                  <c:v>388.0</c:v>
                </c:pt>
                <c:pt idx="7424">
                  <c:v>388.0</c:v>
                </c:pt>
                <c:pt idx="7425">
                  <c:v>388.0</c:v>
                </c:pt>
                <c:pt idx="7426">
                  <c:v>388.0</c:v>
                </c:pt>
                <c:pt idx="7427">
                  <c:v>388.0</c:v>
                </c:pt>
                <c:pt idx="7428">
                  <c:v>388.0</c:v>
                </c:pt>
                <c:pt idx="7429">
                  <c:v>388.0</c:v>
                </c:pt>
                <c:pt idx="7430">
                  <c:v>388.0</c:v>
                </c:pt>
                <c:pt idx="7431">
                  <c:v>388.0</c:v>
                </c:pt>
                <c:pt idx="7432">
                  <c:v>388.0</c:v>
                </c:pt>
                <c:pt idx="7433">
                  <c:v>388.0</c:v>
                </c:pt>
                <c:pt idx="7434">
                  <c:v>388.0</c:v>
                </c:pt>
                <c:pt idx="7435">
                  <c:v>388.0</c:v>
                </c:pt>
                <c:pt idx="7436">
                  <c:v>388.0</c:v>
                </c:pt>
                <c:pt idx="7437">
                  <c:v>388.0</c:v>
                </c:pt>
                <c:pt idx="7438">
                  <c:v>388.0</c:v>
                </c:pt>
                <c:pt idx="7439">
                  <c:v>388.0</c:v>
                </c:pt>
                <c:pt idx="7440">
                  <c:v>388.0</c:v>
                </c:pt>
                <c:pt idx="7441">
                  <c:v>388.0</c:v>
                </c:pt>
                <c:pt idx="7442">
                  <c:v>388.0</c:v>
                </c:pt>
                <c:pt idx="7443">
                  <c:v>388.0</c:v>
                </c:pt>
                <c:pt idx="7444">
                  <c:v>388.0</c:v>
                </c:pt>
                <c:pt idx="7445">
                  <c:v>388.0</c:v>
                </c:pt>
                <c:pt idx="7446">
                  <c:v>388.0</c:v>
                </c:pt>
                <c:pt idx="7447">
                  <c:v>388.0</c:v>
                </c:pt>
                <c:pt idx="7448">
                  <c:v>388.0</c:v>
                </c:pt>
                <c:pt idx="7449">
                  <c:v>388.0</c:v>
                </c:pt>
                <c:pt idx="7450">
                  <c:v>388.0</c:v>
                </c:pt>
                <c:pt idx="7451">
                  <c:v>388.0</c:v>
                </c:pt>
                <c:pt idx="7452">
                  <c:v>388.0</c:v>
                </c:pt>
                <c:pt idx="7453">
                  <c:v>388.0</c:v>
                </c:pt>
                <c:pt idx="7454">
                  <c:v>388.0</c:v>
                </c:pt>
                <c:pt idx="7455">
                  <c:v>388.0</c:v>
                </c:pt>
                <c:pt idx="7456">
                  <c:v>388.0</c:v>
                </c:pt>
                <c:pt idx="7457">
                  <c:v>388.0</c:v>
                </c:pt>
                <c:pt idx="7458">
                  <c:v>388.0</c:v>
                </c:pt>
                <c:pt idx="7459">
                  <c:v>388.0</c:v>
                </c:pt>
                <c:pt idx="7460">
                  <c:v>388.0</c:v>
                </c:pt>
                <c:pt idx="7461">
                  <c:v>388.0</c:v>
                </c:pt>
                <c:pt idx="7462">
                  <c:v>388.0</c:v>
                </c:pt>
                <c:pt idx="7463">
                  <c:v>388.0</c:v>
                </c:pt>
                <c:pt idx="7464">
                  <c:v>388.0</c:v>
                </c:pt>
                <c:pt idx="7465">
                  <c:v>388.0</c:v>
                </c:pt>
                <c:pt idx="7466">
                  <c:v>388.0</c:v>
                </c:pt>
                <c:pt idx="7467">
                  <c:v>388.0</c:v>
                </c:pt>
                <c:pt idx="7468">
                  <c:v>388.0</c:v>
                </c:pt>
                <c:pt idx="7469">
                  <c:v>388.0</c:v>
                </c:pt>
                <c:pt idx="7470">
                  <c:v>388.0</c:v>
                </c:pt>
                <c:pt idx="7471">
                  <c:v>388.0</c:v>
                </c:pt>
                <c:pt idx="7472">
                  <c:v>388.0</c:v>
                </c:pt>
                <c:pt idx="7473">
                  <c:v>388.0</c:v>
                </c:pt>
                <c:pt idx="7474">
                  <c:v>388.0</c:v>
                </c:pt>
                <c:pt idx="7475">
                  <c:v>388.0</c:v>
                </c:pt>
                <c:pt idx="7476">
                  <c:v>388.0</c:v>
                </c:pt>
                <c:pt idx="7477">
                  <c:v>388.0</c:v>
                </c:pt>
                <c:pt idx="7478">
                  <c:v>388.0</c:v>
                </c:pt>
                <c:pt idx="7479">
                  <c:v>388.0</c:v>
                </c:pt>
                <c:pt idx="7480">
                  <c:v>388.0</c:v>
                </c:pt>
                <c:pt idx="7481">
                  <c:v>388.0</c:v>
                </c:pt>
                <c:pt idx="7482">
                  <c:v>388.0</c:v>
                </c:pt>
                <c:pt idx="7483">
                  <c:v>388.0</c:v>
                </c:pt>
                <c:pt idx="7484">
                  <c:v>388.0</c:v>
                </c:pt>
                <c:pt idx="7485">
                  <c:v>388.0</c:v>
                </c:pt>
                <c:pt idx="7486">
                  <c:v>388.0</c:v>
                </c:pt>
                <c:pt idx="7487">
                  <c:v>388.0</c:v>
                </c:pt>
                <c:pt idx="7488">
                  <c:v>388.0</c:v>
                </c:pt>
                <c:pt idx="7489">
                  <c:v>388.0</c:v>
                </c:pt>
                <c:pt idx="7490">
                  <c:v>388.0</c:v>
                </c:pt>
                <c:pt idx="7491">
                  <c:v>388.0</c:v>
                </c:pt>
                <c:pt idx="7492">
                  <c:v>388.0</c:v>
                </c:pt>
                <c:pt idx="7493">
                  <c:v>388.0</c:v>
                </c:pt>
                <c:pt idx="7494">
                  <c:v>388.0</c:v>
                </c:pt>
                <c:pt idx="7495">
                  <c:v>388.0</c:v>
                </c:pt>
                <c:pt idx="7496">
                  <c:v>388.0</c:v>
                </c:pt>
                <c:pt idx="7497">
                  <c:v>388.0</c:v>
                </c:pt>
                <c:pt idx="7498">
                  <c:v>388.0</c:v>
                </c:pt>
                <c:pt idx="7499">
                  <c:v>388.0</c:v>
                </c:pt>
                <c:pt idx="7500">
                  <c:v>388.0</c:v>
                </c:pt>
                <c:pt idx="7501">
                  <c:v>388.0</c:v>
                </c:pt>
                <c:pt idx="7502">
                  <c:v>388.0</c:v>
                </c:pt>
                <c:pt idx="7503">
                  <c:v>388.0</c:v>
                </c:pt>
                <c:pt idx="7504">
                  <c:v>388.0</c:v>
                </c:pt>
                <c:pt idx="7505">
                  <c:v>388.0</c:v>
                </c:pt>
                <c:pt idx="7506">
                  <c:v>388.0</c:v>
                </c:pt>
                <c:pt idx="7507">
                  <c:v>388.0</c:v>
                </c:pt>
                <c:pt idx="7508">
                  <c:v>388.0</c:v>
                </c:pt>
                <c:pt idx="7509">
                  <c:v>388.0</c:v>
                </c:pt>
                <c:pt idx="7510">
                  <c:v>388.0</c:v>
                </c:pt>
                <c:pt idx="7511">
                  <c:v>388.0</c:v>
                </c:pt>
                <c:pt idx="7512">
                  <c:v>388.0</c:v>
                </c:pt>
                <c:pt idx="7513">
                  <c:v>388.0</c:v>
                </c:pt>
                <c:pt idx="7514">
                  <c:v>388.0</c:v>
                </c:pt>
                <c:pt idx="7515">
                  <c:v>388.0</c:v>
                </c:pt>
                <c:pt idx="7516">
                  <c:v>388.0</c:v>
                </c:pt>
                <c:pt idx="7517">
                  <c:v>388.0</c:v>
                </c:pt>
                <c:pt idx="7518">
                  <c:v>388.0</c:v>
                </c:pt>
                <c:pt idx="7519">
                  <c:v>388.0</c:v>
                </c:pt>
                <c:pt idx="7520">
                  <c:v>388.0</c:v>
                </c:pt>
                <c:pt idx="7521">
                  <c:v>388.0</c:v>
                </c:pt>
                <c:pt idx="7522">
                  <c:v>388.0</c:v>
                </c:pt>
                <c:pt idx="7523">
                  <c:v>388.0</c:v>
                </c:pt>
                <c:pt idx="7524">
                  <c:v>388.0</c:v>
                </c:pt>
                <c:pt idx="7525">
                  <c:v>388.0</c:v>
                </c:pt>
                <c:pt idx="7526">
                  <c:v>388.0</c:v>
                </c:pt>
                <c:pt idx="7527">
                  <c:v>388.0</c:v>
                </c:pt>
                <c:pt idx="7528">
                  <c:v>388.0</c:v>
                </c:pt>
                <c:pt idx="7529">
                  <c:v>388.0</c:v>
                </c:pt>
                <c:pt idx="7530">
                  <c:v>388.0</c:v>
                </c:pt>
                <c:pt idx="7531">
                  <c:v>388.0</c:v>
                </c:pt>
                <c:pt idx="7532">
                  <c:v>388.0</c:v>
                </c:pt>
                <c:pt idx="7533">
                  <c:v>388.0</c:v>
                </c:pt>
                <c:pt idx="7534">
                  <c:v>388.0</c:v>
                </c:pt>
                <c:pt idx="7535">
                  <c:v>388.0</c:v>
                </c:pt>
                <c:pt idx="7536">
                  <c:v>388.0</c:v>
                </c:pt>
                <c:pt idx="7537">
                  <c:v>388.0</c:v>
                </c:pt>
                <c:pt idx="7538">
                  <c:v>388.0</c:v>
                </c:pt>
                <c:pt idx="7539">
                  <c:v>388.0</c:v>
                </c:pt>
                <c:pt idx="7540">
                  <c:v>388.0</c:v>
                </c:pt>
                <c:pt idx="7541">
                  <c:v>388.0</c:v>
                </c:pt>
                <c:pt idx="7542">
                  <c:v>388.0</c:v>
                </c:pt>
                <c:pt idx="7543">
                  <c:v>388.0</c:v>
                </c:pt>
                <c:pt idx="7544">
                  <c:v>388.0</c:v>
                </c:pt>
                <c:pt idx="7545">
                  <c:v>388.0</c:v>
                </c:pt>
                <c:pt idx="7546">
                  <c:v>388.0</c:v>
                </c:pt>
                <c:pt idx="7547">
                  <c:v>388.0</c:v>
                </c:pt>
                <c:pt idx="7548">
                  <c:v>388.0</c:v>
                </c:pt>
                <c:pt idx="7549">
                  <c:v>388.0</c:v>
                </c:pt>
                <c:pt idx="7550">
                  <c:v>388.0</c:v>
                </c:pt>
                <c:pt idx="7551">
                  <c:v>388.0</c:v>
                </c:pt>
                <c:pt idx="7552">
                  <c:v>388.0</c:v>
                </c:pt>
                <c:pt idx="7553">
                  <c:v>388.0</c:v>
                </c:pt>
                <c:pt idx="7554">
                  <c:v>388.0</c:v>
                </c:pt>
                <c:pt idx="7555">
                  <c:v>388.0</c:v>
                </c:pt>
                <c:pt idx="7556">
                  <c:v>388.0</c:v>
                </c:pt>
                <c:pt idx="7557">
                  <c:v>388.0</c:v>
                </c:pt>
                <c:pt idx="7558">
                  <c:v>388.0</c:v>
                </c:pt>
                <c:pt idx="7559">
                  <c:v>388.0</c:v>
                </c:pt>
                <c:pt idx="7560">
                  <c:v>388.0</c:v>
                </c:pt>
                <c:pt idx="7561">
                  <c:v>388.0</c:v>
                </c:pt>
                <c:pt idx="7562">
                  <c:v>388.0</c:v>
                </c:pt>
                <c:pt idx="7563">
                  <c:v>388.0</c:v>
                </c:pt>
                <c:pt idx="7564">
                  <c:v>388.0</c:v>
                </c:pt>
                <c:pt idx="7565">
                  <c:v>388.0</c:v>
                </c:pt>
                <c:pt idx="7566">
                  <c:v>388.0</c:v>
                </c:pt>
                <c:pt idx="7567">
                  <c:v>388.0</c:v>
                </c:pt>
                <c:pt idx="7568">
                  <c:v>388.0</c:v>
                </c:pt>
                <c:pt idx="7569">
                  <c:v>388.0</c:v>
                </c:pt>
                <c:pt idx="7570">
                  <c:v>388.0</c:v>
                </c:pt>
                <c:pt idx="7571">
                  <c:v>388.0</c:v>
                </c:pt>
                <c:pt idx="7572">
                  <c:v>388.0</c:v>
                </c:pt>
                <c:pt idx="7573">
                  <c:v>388.0</c:v>
                </c:pt>
                <c:pt idx="7574">
                  <c:v>388.0</c:v>
                </c:pt>
                <c:pt idx="7575">
                  <c:v>388.0</c:v>
                </c:pt>
                <c:pt idx="7576">
                  <c:v>388.0</c:v>
                </c:pt>
                <c:pt idx="7577">
                  <c:v>388.0</c:v>
                </c:pt>
                <c:pt idx="7578">
                  <c:v>388.0</c:v>
                </c:pt>
                <c:pt idx="7579">
                  <c:v>388.0</c:v>
                </c:pt>
                <c:pt idx="7580">
                  <c:v>388.0</c:v>
                </c:pt>
                <c:pt idx="7581">
                  <c:v>388.0</c:v>
                </c:pt>
                <c:pt idx="7582">
                  <c:v>388.0</c:v>
                </c:pt>
                <c:pt idx="7583">
                  <c:v>388.0</c:v>
                </c:pt>
                <c:pt idx="7584">
                  <c:v>388.0</c:v>
                </c:pt>
                <c:pt idx="7585">
                  <c:v>388.0</c:v>
                </c:pt>
                <c:pt idx="7586">
                  <c:v>388.0</c:v>
                </c:pt>
                <c:pt idx="7587">
                  <c:v>388.0</c:v>
                </c:pt>
                <c:pt idx="7588">
                  <c:v>388.0</c:v>
                </c:pt>
                <c:pt idx="7589">
                  <c:v>388.0</c:v>
                </c:pt>
                <c:pt idx="7590">
                  <c:v>388.0</c:v>
                </c:pt>
                <c:pt idx="7591">
                  <c:v>388.0</c:v>
                </c:pt>
                <c:pt idx="7592">
                  <c:v>388.0</c:v>
                </c:pt>
                <c:pt idx="7593">
                  <c:v>388.0</c:v>
                </c:pt>
                <c:pt idx="7594">
                  <c:v>388.0</c:v>
                </c:pt>
                <c:pt idx="7595">
                  <c:v>388.0</c:v>
                </c:pt>
                <c:pt idx="7596">
                  <c:v>388.0</c:v>
                </c:pt>
                <c:pt idx="7597">
                  <c:v>388.0</c:v>
                </c:pt>
                <c:pt idx="7598">
                  <c:v>388.0</c:v>
                </c:pt>
                <c:pt idx="7599">
                  <c:v>388.0</c:v>
                </c:pt>
                <c:pt idx="7600">
                  <c:v>388.0</c:v>
                </c:pt>
                <c:pt idx="7601">
                  <c:v>388.0</c:v>
                </c:pt>
                <c:pt idx="7602">
                  <c:v>388.0</c:v>
                </c:pt>
                <c:pt idx="7603">
                  <c:v>388.0</c:v>
                </c:pt>
                <c:pt idx="7604">
                  <c:v>388.0</c:v>
                </c:pt>
                <c:pt idx="7605">
                  <c:v>388.0</c:v>
                </c:pt>
                <c:pt idx="7606">
                  <c:v>388.0</c:v>
                </c:pt>
                <c:pt idx="7607">
                  <c:v>388.0</c:v>
                </c:pt>
                <c:pt idx="7608">
                  <c:v>388.0</c:v>
                </c:pt>
                <c:pt idx="7609">
                  <c:v>388.0</c:v>
                </c:pt>
                <c:pt idx="7610">
                  <c:v>388.0</c:v>
                </c:pt>
                <c:pt idx="7611">
                  <c:v>388.0</c:v>
                </c:pt>
                <c:pt idx="7612">
                  <c:v>388.0</c:v>
                </c:pt>
                <c:pt idx="7613">
                  <c:v>388.0</c:v>
                </c:pt>
                <c:pt idx="7614">
                  <c:v>388.0</c:v>
                </c:pt>
                <c:pt idx="7615">
                  <c:v>388.0</c:v>
                </c:pt>
                <c:pt idx="7616">
                  <c:v>388.0</c:v>
                </c:pt>
                <c:pt idx="7617">
                  <c:v>388.0</c:v>
                </c:pt>
                <c:pt idx="7618">
                  <c:v>388.0</c:v>
                </c:pt>
                <c:pt idx="7619">
                  <c:v>388.0</c:v>
                </c:pt>
                <c:pt idx="7620">
                  <c:v>388.0</c:v>
                </c:pt>
                <c:pt idx="7621">
                  <c:v>388.0</c:v>
                </c:pt>
                <c:pt idx="7622">
                  <c:v>388.0</c:v>
                </c:pt>
                <c:pt idx="7623">
                  <c:v>388.0</c:v>
                </c:pt>
                <c:pt idx="7624">
                  <c:v>388.0</c:v>
                </c:pt>
                <c:pt idx="7625">
                  <c:v>388.0</c:v>
                </c:pt>
                <c:pt idx="7626">
                  <c:v>388.0</c:v>
                </c:pt>
                <c:pt idx="7627">
                  <c:v>388.0</c:v>
                </c:pt>
                <c:pt idx="7628">
                  <c:v>388.0</c:v>
                </c:pt>
                <c:pt idx="7629">
                  <c:v>388.0</c:v>
                </c:pt>
                <c:pt idx="7630">
                  <c:v>388.0</c:v>
                </c:pt>
                <c:pt idx="7631">
                  <c:v>388.0</c:v>
                </c:pt>
                <c:pt idx="7632">
                  <c:v>388.0</c:v>
                </c:pt>
                <c:pt idx="7633">
                  <c:v>388.0</c:v>
                </c:pt>
                <c:pt idx="7634">
                  <c:v>388.0</c:v>
                </c:pt>
                <c:pt idx="7635">
                  <c:v>388.0</c:v>
                </c:pt>
                <c:pt idx="7636">
                  <c:v>388.0</c:v>
                </c:pt>
                <c:pt idx="7637">
                  <c:v>388.0</c:v>
                </c:pt>
                <c:pt idx="7638">
                  <c:v>388.0</c:v>
                </c:pt>
                <c:pt idx="7639">
                  <c:v>388.0</c:v>
                </c:pt>
                <c:pt idx="7640">
                  <c:v>388.0</c:v>
                </c:pt>
                <c:pt idx="7641">
                  <c:v>388.0</c:v>
                </c:pt>
                <c:pt idx="7642">
                  <c:v>388.0</c:v>
                </c:pt>
                <c:pt idx="7643">
                  <c:v>388.0</c:v>
                </c:pt>
                <c:pt idx="7644">
                  <c:v>388.0</c:v>
                </c:pt>
                <c:pt idx="7645">
                  <c:v>388.0</c:v>
                </c:pt>
                <c:pt idx="7646">
                  <c:v>388.0</c:v>
                </c:pt>
                <c:pt idx="7647">
                  <c:v>388.0</c:v>
                </c:pt>
                <c:pt idx="7648">
                  <c:v>388.0</c:v>
                </c:pt>
                <c:pt idx="7649">
                  <c:v>388.0</c:v>
                </c:pt>
                <c:pt idx="7650">
                  <c:v>388.0</c:v>
                </c:pt>
                <c:pt idx="7651">
                  <c:v>388.0</c:v>
                </c:pt>
                <c:pt idx="7652">
                  <c:v>388.0</c:v>
                </c:pt>
                <c:pt idx="7653">
                  <c:v>388.0</c:v>
                </c:pt>
                <c:pt idx="7654">
                  <c:v>388.0</c:v>
                </c:pt>
                <c:pt idx="7655">
                  <c:v>388.0</c:v>
                </c:pt>
                <c:pt idx="7656">
                  <c:v>388.0</c:v>
                </c:pt>
                <c:pt idx="7657">
                  <c:v>388.0</c:v>
                </c:pt>
                <c:pt idx="7658">
                  <c:v>388.0</c:v>
                </c:pt>
                <c:pt idx="7659">
                  <c:v>388.0</c:v>
                </c:pt>
                <c:pt idx="7660">
                  <c:v>388.0</c:v>
                </c:pt>
                <c:pt idx="7661">
                  <c:v>388.0</c:v>
                </c:pt>
                <c:pt idx="7662">
                  <c:v>388.0</c:v>
                </c:pt>
                <c:pt idx="7663">
                  <c:v>388.0</c:v>
                </c:pt>
                <c:pt idx="7664">
                  <c:v>388.0</c:v>
                </c:pt>
                <c:pt idx="7665">
                  <c:v>388.0</c:v>
                </c:pt>
                <c:pt idx="7666">
                  <c:v>388.0</c:v>
                </c:pt>
                <c:pt idx="7667">
                  <c:v>388.0</c:v>
                </c:pt>
                <c:pt idx="7668">
                  <c:v>388.0</c:v>
                </c:pt>
                <c:pt idx="7669">
                  <c:v>388.0</c:v>
                </c:pt>
                <c:pt idx="7670">
                  <c:v>388.0</c:v>
                </c:pt>
                <c:pt idx="7671">
                  <c:v>388.0</c:v>
                </c:pt>
                <c:pt idx="7672">
                  <c:v>388.0</c:v>
                </c:pt>
                <c:pt idx="7673">
                  <c:v>388.0</c:v>
                </c:pt>
                <c:pt idx="7674">
                  <c:v>388.0</c:v>
                </c:pt>
                <c:pt idx="7675">
                  <c:v>388.0</c:v>
                </c:pt>
                <c:pt idx="7676">
                  <c:v>388.0</c:v>
                </c:pt>
                <c:pt idx="7677">
                  <c:v>388.0</c:v>
                </c:pt>
                <c:pt idx="7678">
                  <c:v>388.0</c:v>
                </c:pt>
                <c:pt idx="7679">
                  <c:v>388.0</c:v>
                </c:pt>
                <c:pt idx="7680">
                  <c:v>388.0</c:v>
                </c:pt>
                <c:pt idx="7681">
                  <c:v>388.0</c:v>
                </c:pt>
                <c:pt idx="7682">
                  <c:v>388.0</c:v>
                </c:pt>
                <c:pt idx="7683">
                  <c:v>388.0</c:v>
                </c:pt>
                <c:pt idx="7684">
                  <c:v>388.0</c:v>
                </c:pt>
                <c:pt idx="7685">
                  <c:v>388.0</c:v>
                </c:pt>
                <c:pt idx="7686">
                  <c:v>388.0</c:v>
                </c:pt>
                <c:pt idx="7687">
                  <c:v>388.0</c:v>
                </c:pt>
                <c:pt idx="7688">
                  <c:v>388.0</c:v>
                </c:pt>
                <c:pt idx="7689">
                  <c:v>388.0</c:v>
                </c:pt>
                <c:pt idx="7690">
                  <c:v>388.0</c:v>
                </c:pt>
                <c:pt idx="7691">
                  <c:v>388.0</c:v>
                </c:pt>
                <c:pt idx="7692">
                  <c:v>388.0</c:v>
                </c:pt>
                <c:pt idx="7693">
                  <c:v>388.0</c:v>
                </c:pt>
                <c:pt idx="7694">
                  <c:v>388.0</c:v>
                </c:pt>
                <c:pt idx="7695">
                  <c:v>388.0</c:v>
                </c:pt>
                <c:pt idx="7696">
                  <c:v>388.0</c:v>
                </c:pt>
                <c:pt idx="7697">
                  <c:v>388.0</c:v>
                </c:pt>
                <c:pt idx="7698">
                  <c:v>388.0</c:v>
                </c:pt>
                <c:pt idx="7699">
                  <c:v>388.0</c:v>
                </c:pt>
                <c:pt idx="7700">
                  <c:v>388.0</c:v>
                </c:pt>
                <c:pt idx="7701">
                  <c:v>388.0</c:v>
                </c:pt>
                <c:pt idx="7702">
                  <c:v>388.0</c:v>
                </c:pt>
                <c:pt idx="7703">
                  <c:v>388.0</c:v>
                </c:pt>
                <c:pt idx="7704">
                  <c:v>388.0</c:v>
                </c:pt>
                <c:pt idx="7705">
                  <c:v>388.0</c:v>
                </c:pt>
                <c:pt idx="7706">
                  <c:v>388.0</c:v>
                </c:pt>
                <c:pt idx="7707">
                  <c:v>388.0</c:v>
                </c:pt>
                <c:pt idx="7708">
                  <c:v>388.0</c:v>
                </c:pt>
                <c:pt idx="7709">
                  <c:v>388.0</c:v>
                </c:pt>
                <c:pt idx="7710">
                  <c:v>388.0</c:v>
                </c:pt>
                <c:pt idx="7711">
                  <c:v>388.0</c:v>
                </c:pt>
                <c:pt idx="7712">
                  <c:v>388.0</c:v>
                </c:pt>
                <c:pt idx="7713">
                  <c:v>388.0</c:v>
                </c:pt>
                <c:pt idx="7714">
                  <c:v>388.0</c:v>
                </c:pt>
                <c:pt idx="7715">
                  <c:v>388.0</c:v>
                </c:pt>
                <c:pt idx="7716">
                  <c:v>388.0</c:v>
                </c:pt>
                <c:pt idx="7717">
                  <c:v>388.0</c:v>
                </c:pt>
                <c:pt idx="7718">
                  <c:v>388.0</c:v>
                </c:pt>
                <c:pt idx="7719">
                  <c:v>388.0</c:v>
                </c:pt>
                <c:pt idx="7720">
                  <c:v>388.0</c:v>
                </c:pt>
                <c:pt idx="7721">
                  <c:v>388.0</c:v>
                </c:pt>
                <c:pt idx="7722">
                  <c:v>388.0</c:v>
                </c:pt>
                <c:pt idx="7723">
                  <c:v>388.0</c:v>
                </c:pt>
                <c:pt idx="7724">
                  <c:v>388.0</c:v>
                </c:pt>
                <c:pt idx="7725">
                  <c:v>388.0</c:v>
                </c:pt>
                <c:pt idx="7726">
                  <c:v>388.0</c:v>
                </c:pt>
                <c:pt idx="7727">
                  <c:v>388.0</c:v>
                </c:pt>
                <c:pt idx="7728">
                  <c:v>388.0</c:v>
                </c:pt>
                <c:pt idx="7729">
                  <c:v>388.0</c:v>
                </c:pt>
                <c:pt idx="7730">
                  <c:v>388.0</c:v>
                </c:pt>
                <c:pt idx="7731">
                  <c:v>388.0</c:v>
                </c:pt>
                <c:pt idx="7732">
                  <c:v>388.0</c:v>
                </c:pt>
                <c:pt idx="7733">
                  <c:v>388.0</c:v>
                </c:pt>
                <c:pt idx="7734">
                  <c:v>388.0</c:v>
                </c:pt>
                <c:pt idx="7735">
                  <c:v>388.0</c:v>
                </c:pt>
                <c:pt idx="7736">
                  <c:v>388.0</c:v>
                </c:pt>
                <c:pt idx="7737">
                  <c:v>388.0</c:v>
                </c:pt>
                <c:pt idx="7738">
                  <c:v>388.0</c:v>
                </c:pt>
                <c:pt idx="7739">
                  <c:v>388.0</c:v>
                </c:pt>
                <c:pt idx="7740">
                  <c:v>388.0</c:v>
                </c:pt>
                <c:pt idx="7741">
                  <c:v>388.0</c:v>
                </c:pt>
                <c:pt idx="7742">
                  <c:v>388.0</c:v>
                </c:pt>
                <c:pt idx="7743">
                  <c:v>388.0</c:v>
                </c:pt>
                <c:pt idx="7744">
                  <c:v>388.0</c:v>
                </c:pt>
                <c:pt idx="7745">
                  <c:v>388.0</c:v>
                </c:pt>
                <c:pt idx="7746">
                  <c:v>388.0</c:v>
                </c:pt>
                <c:pt idx="7747">
                  <c:v>388.0</c:v>
                </c:pt>
                <c:pt idx="7748">
                  <c:v>388.0</c:v>
                </c:pt>
                <c:pt idx="7749">
                  <c:v>388.0</c:v>
                </c:pt>
                <c:pt idx="7750">
                  <c:v>388.0</c:v>
                </c:pt>
                <c:pt idx="7751">
                  <c:v>388.0</c:v>
                </c:pt>
                <c:pt idx="7752">
                  <c:v>388.0</c:v>
                </c:pt>
                <c:pt idx="7753">
                  <c:v>388.0</c:v>
                </c:pt>
                <c:pt idx="7754">
                  <c:v>388.0</c:v>
                </c:pt>
                <c:pt idx="7755">
                  <c:v>388.0</c:v>
                </c:pt>
                <c:pt idx="7756">
                  <c:v>388.0</c:v>
                </c:pt>
                <c:pt idx="7757">
                  <c:v>388.0</c:v>
                </c:pt>
                <c:pt idx="7758">
                  <c:v>388.0</c:v>
                </c:pt>
                <c:pt idx="7759">
                  <c:v>388.0</c:v>
                </c:pt>
                <c:pt idx="7760">
                  <c:v>388.0</c:v>
                </c:pt>
                <c:pt idx="7761">
                  <c:v>388.0</c:v>
                </c:pt>
                <c:pt idx="7762">
                  <c:v>388.0</c:v>
                </c:pt>
                <c:pt idx="7763">
                  <c:v>388.0</c:v>
                </c:pt>
                <c:pt idx="7764">
                  <c:v>388.0</c:v>
                </c:pt>
                <c:pt idx="7765">
                  <c:v>388.0</c:v>
                </c:pt>
                <c:pt idx="7766">
                  <c:v>388.0</c:v>
                </c:pt>
                <c:pt idx="7767">
                  <c:v>388.0</c:v>
                </c:pt>
                <c:pt idx="7768">
                  <c:v>388.0</c:v>
                </c:pt>
                <c:pt idx="7769">
                  <c:v>388.0</c:v>
                </c:pt>
                <c:pt idx="7770">
                  <c:v>388.0</c:v>
                </c:pt>
                <c:pt idx="7771">
                  <c:v>388.0</c:v>
                </c:pt>
                <c:pt idx="7772">
                  <c:v>388.0</c:v>
                </c:pt>
                <c:pt idx="7773">
                  <c:v>388.0</c:v>
                </c:pt>
                <c:pt idx="7774">
                  <c:v>388.0</c:v>
                </c:pt>
                <c:pt idx="7775">
                  <c:v>388.0</c:v>
                </c:pt>
                <c:pt idx="7776">
                  <c:v>388.0</c:v>
                </c:pt>
                <c:pt idx="7777">
                  <c:v>388.0</c:v>
                </c:pt>
                <c:pt idx="7778">
                  <c:v>388.0</c:v>
                </c:pt>
                <c:pt idx="7779">
                  <c:v>388.0</c:v>
                </c:pt>
                <c:pt idx="7780">
                  <c:v>388.0</c:v>
                </c:pt>
                <c:pt idx="7781">
                  <c:v>388.0</c:v>
                </c:pt>
                <c:pt idx="7782">
                  <c:v>388.0</c:v>
                </c:pt>
                <c:pt idx="7783">
                  <c:v>388.0</c:v>
                </c:pt>
                <c:pt idx="7784">
                  <c:v>388.0</c:v>
                </c:pt>
                <c:pt idx="7785">
                  <c:v>388.0</c:v>
                </c:pt>
                <c:pt idx="7786">
                  <c:v>388.0</c:v>
                </c:pt>
                <c:pt idx="7787">
                  <c:v>388.0</c:v>
                </c:pt>
                <c:pt idx="7788">
                  <c:v>388.0</c:v>
                </c:pt>
                <c:pt idx="7789">
                  <c:v>388.0</c:v>
                </c:pt>
                <c:pt idx="7790">
                  <c:v>388.0</c:v>
                </c:pt>
                <c:pt idx="7791">
                  <c:v>388.0</c:v>
                </c:pt>
                <c:pt idx="7792">
                  <c:v>388.0</c:v>
                </c:pt>
                <c:pt idx="7793">
                  <c:v>388.0</c:v>
                </c:pt>
                <c:pt idx="7794">
                  <c:v>388.0</c:v>
                </c:pt>
                <c:pt idx="7795">
                  <c:v>388.0</c:v>
                </c:pt>
                <c:pt idx="7796">
                  <c:v>388.0</c:v>
                </c:pt>
                <c:pt idx="7797">
                  <c:v>388.0</c:v>
                </c:pt>
                <c:pt idx="7798">
                  <c:v>388.0</c:v>
                </c:pt>
                <c:pt idx="7799">
                  <c:v>388.0</c:v>
                </c:pt>
                <c:pt idx="7800">
                  <c:v>388.0</c:v>
                </c:pt>
                <c:pt idx="7801">
                  <c:v>388.0</c:v>
                </c:pt>
                <c:pt idx="7802">
                  <c:v>388.0</c:v>
                </c:pt>
                <c:pt idx="7803">
                  <c:v>388.0</c:v>
                </c:pt>
                <c:pt idx="7804">
                  <c:v>388.0</c:v>
                </c:pt>
                <c:pt idx="7805">
                  <c:v>388.0</c:v>
                </c:pt>
                <c:pt idx="7806">
                  <c:v>388.0</c:v>
                </c:pt>
                <c:pt idx="7807">
                  <c:v>388.0</c:v>
                </c:pt>
                <c:pt idx="7808">
                  <c:v>388.0</c:v>
                </c:pt>
                <c:pt idx="7809">
                  <c:v>388.0</c:v>
                </c:pt>
                <c:pt idx="7810">
                  <c:v>388.0</c:v>
                </c:pt>
                <c:pt idx="7811">
                  <c:v>388.0</c:v>
                </c:pt>
                <c:pt idx="7812">
                  <c:v>388.0</c:v>
                </c:pt>
                <c:pt idx="7813">
                  <c:v>388.0</c:v>
                </c:pt>
                <c:pt idx="7814">
                  <c:v>388.0</c:v>
                </c:pt>
                <c:pt idx="7815">
                  <c:v>388.0</c:v>
                </c:pt>
                <c:pt idx="7816">
                  <c:v>388.0</c:v>
                </c:pt>
                <c:pt idx="7817">
                  <c:v>388.0</c:v>
                </c:pt>
                <c:pt idx="7818">
                  <c:v>388.0</c:v>
                </c:pt>
                <c:pt idx="7819">
                  <c:v>388.0</c:v>
                </c:pt>
                <c:pt idx="7820">
                  <c:v>388.0</c:v>
                </c:pt>
                <c:pt idx="7821">
                  <c:v>388.0</c:v>
                </c:pt>
                <c:pt idx="7822">
                  <c:v>388.0</c:v>
                </c:pt>
                <c:pt idx="7823">
                  <c:v>388.0</c:v>
                </c:pt>
                <c:pt idx="7824">
                  <c:v>388.0</c:v>
                </c:pt>
                <c:pt idx="7825">
                  <c:v>388.0</c:v>
                </c:pt>
                <c:pt idx="7826">
                  <c:v>388.0</c:v>
                </c:pt>
                <c:pt idx="7827">
                  <c:v>388.0</c:v>
                </c:pt>
                <c:pt idx="7828">
                  <c:v>388.0</c:v>
                </c:pt>
                <c:pt idx="7829">
                  <c:v>388.0</c:v>
                </c:pt>
                <c:pt idx="7830">
                  <c:v>388.0</c:v>
                </c:pt>
                <c:pt idx="7831">
                  <c:v>388.0</c:v>
                </c:pt>
                <c:pt idx="7832">
                  <c:v>388.0</c:v>
                </c:pt>
                <c:pt idx="7833">
                  <c:v>388.0</c:v>
                </c:pt>
                <c:pt idx="7834">
                  <c:v>388.0</c:v>
                </c:pt>
                <c:pt idx="7835">
                  <c:v>388.0</c:v>
                </c:pt>
                <c:pt idx="7836">
                  <c:v>388.0</c:v>
                </c:pt>
                <c:pt idx="7837">
                  <c:v>388.0</c:v>
                </c:pt>
                <c:pt idx="7838">
                  <c:v>388.0</c:v>
                </c:pt>
                <c:pt idx="7839">
                  <c:v>388.0</c:v>
                </c:pt>
                <c:pt idx="7840">
                  <c:v>388.0</c:v>
                </c:pt>
                <c:pt idx="7841">
                  <c:v>388.0</c:v>
                </c:pt>
                <c:pt idx="7842">
                  <c:v>388.0</c:v>
                </c:pt>
                <c:pt idx="7843">
                  <c:v>388.0</c:v>
                </c:pt>
                <c:pt idx="7844">
                  <c:v>388.0</c:v>
                </c:pt>
                <c:pt idx="7845">
                  <c:v>388.0</c:v>
                </c:pt>
                <c:pt idx="7846">
                  <c:v>388.0</c:v>
                </c:pt>
                <c:pt idx="7847">
                  <c:v>388.0</c:v>
                </c:pt>
                <c:pt idx="7848">
                  <c:v>388.0</c:v>
                </c:pt>
                <c:pt idx="7849">
                  <c:v>388.0</c:v>
                </c:pt>
                <c:pt idx="7850">
                  <c:v>388.0</c:v>
                </c:pt>
                <c:pt idx="7851">
                  <c:v>388.0</c:v>
                </c:pt>
                <c:pt idx="7852">
                  <c:v>388.0</c:v>
                </c:pt>
                <c:pt idx="7853">
                  <c:v>388.0</c:v>
                </c:pt>
                <c:pt idx="7854">
                  <c:v>388.0</c:v>
                </c:pt>
                <c:pt idx="7855">
                  <c:v>388.0</c:v>
                </c:pt>
                <c:pt idx="7856">
                  <c:v>388.0</c:v>
                </c:pt>
                <c:pt idx="7857">
                  <c:v>388.0</c:v>
                </c:pt>
                <c:pt idx="7858">
                  <c:v>388.0</c:v>
                </c:pt>
                <c:pt idx="7859">
                  <c:v>388.0</c:v>
                </c:pt>
                <c:pt idx="7860">
                  <c:v>388.0</c:v>
                </c:pt>
                <c:pt idx="7861">
                  <c:v>388.0</c:v>
                </c:pt>
                <c:pt idx="7862">
                  <c:v>388.0</c:v>
                </c:pt>
                <c:pt idx="7863">
                  <c:v>388.0</c:v>
                </c:pt>
                <c:pt idx="7864">
                  <c:v>388.0</c:v>
                </c:pt>
                <c:pt idx="7865">
                  <c:v>388.0</c:v>
                </c:pt>
                <c:pt idx="7866">
                  <c:v>388.0</c:v>
                </c:pt>
                <c:pt idx="7867">
                  <c:v>388.0</c:v>
                </c:pt>
                <c:pt idx="7868">
                  <c:v>388.0</c:v>
                </c:pt>
                <c:pt idx="7869">
                  <c:v>388.0</c:v>
                </c:pt>
                <c:pt idx="7870">
                  <c:v>388.0</c:v>
                </c:pt>
                <c:pt idx="7871">
                  <c:v>388.0</c:v>
                </c:pt>
                <c:pt idx="7872">
                  <c:v>388.0</c:v>
                </c:pt>
                <c:pt idx="7873">
                  <c:v>388.0</c:v>
                </c:pt>
                <c:pt idx="7874">
                  <c:v>388.0</c:v>
                </c:pt>
                <c:pt idx="7875">
                  <c:v>388.0</c:v>
                </c:pt>
                <c:pt idx="7876">
                  <c:v>388.0</c:v>
                </c:pt>
                <c:pt idx="7877">
                  <c:v>388.0</c:v>
                </c:pt>
                <c:pt idx="7878">
                  <c:v>388.0</c:v>
                </c:pt>
                <c:pt idx="7879">
                  <c:v>388.0</c:v>
                </c:pt>
                <c:pt idx="7880">
                  <c:v>388.0</c:v>
                </c:pt>
                <c:pt idx="7881">
                  <c:v>388.0</c:v>
                </c:pt>
                <c:pt idx="7882">
                  <c:v>388.0</c:v>
                </c:pt>
                <c:pt idx="7883">
                  <c:v>388.0</c:v>
                </c:pt>
                <c:pt idx="7884">
                  <c:v>388.0</c:v>
                </c:pt>
                <c:pt idx="7885">
                  <c:v>388.0</c:v>
                </c:pt>
                <c:pt idx="7886">
                  <c:v>388.0</c:v>
                </c:pt>
                <c:pt idx="7887">
                  <c:v>388.0</c:v>
                </c:pt>
                <c:pt idx="7888">
                  <c:v>388.0</c:v>
                </c:pt>
                <c:pt idx="7889">
                  <c:v>388.0</c:v>
                </c:pt>
                <c:pt idx="7890">
                  <c:v>388.0</c:v>
                </c:pt>
                <c:pt idx="7891">
                  <c:v>388.0</c:v>
                </c:pt>
                <c:pt idx="7892">
                  <c:v>388.0</c:v>
                </c:pt>
                <c:pt idx="7893">
                  <c:v>388.0</c:v>
                </c:pt>
                <c:pt idx="7894">
                  <c:v>388.0</c:v>
                </c:pt>
                <c:pt idx="7895">
                  <c:v>388.0</c:v>
                </c:pt>
                <c:pt idx="7896">
                  <c:v>388.0</c:v>
                </c:pt>
                <c:pt idx="7897">
                  <c:v>388.0</c:v>
                </c:pt>
                <c:pt idx="7898">
                  <c:v>388.0</c:v>
                </c:pt>
                <c:pt idx="7899">
                  <c:v>388.0</c:v>
                </c:pt>
                <c:pt idx="7900">
                  <c:v>388.0</c:v>
                </c:pt>
                <c:pt idx="7901">
                  <c:v>388.0</c:v>
                </c:pt>
                <c:pt idx="7902">
                  <c:v>388.0</c:v>
                </c:pt>
                <c:pt idx="7903">
                  <c:v>388.0</c:v>
                </c:pt>
                <c:pt idx="7904">
                  <c:v>388.0</c:v>
                </c:pt>
                <c:pt idx="7905">
                  <c:v>388.0</c:v>
                </c:pt>
                <c:pt idx="7906">
                  <c:v>388.0</c:v>
                </c:pt>
                <c:pt idx="7907">
                  <c:v>388.0</c:v>
                </c:pt>
                <c:pt idx="7908">
                  <c:v>388.0</c:v>
                </c:pt>
                <c:pt idx="7909">
                  <c:v>388.0</c:v>
                </c:pt>
                <c:pt idx="7910">
                  <c:v>388.0</c:v>
                </c:pt>
                <c:pt idx="7911">
                  <c:v>388.0</c:v>
                </c:pt>
                <c:pt idx="7912">
                  <c:v>388.0</c:v>
                </c:pt>
                <c:pt idx="7913">
                  <c:v>388.0</c:v>
                </c:pt>
                <c:pt idx="7914">
                  <c:v>388.0</c:v>
                </c:pt>
                <c:pt idx="7915">
                  <c:v>388.0</c:v>
                </c:pt>
                <c:pt idx="7916">
                  <c:v>388.0</c:v>
                </c:pt>
                <c:pt idx="7917">
                  <c:v>388.0</c:v>
                </c:pt>
                <c:pt idx="7918">
                  <c:v>388.0</c:v>
                </c:pt>
                <c:pt idx="7919">
                  <c:v>388.0</c:v>
                </c:pt>
                <c:pt idx="7920">
                  <c:v>388.0</c:v>
                </c:pt>
                <c:pt idx="7921">
                  <c:v>388.0</c:v>
                </c:pt>
                <c:pt idx="7922">
                  <c:v>388.0</c:v>
                </c:pt>
                <c:pt idx="7923">
                  <c:v>388.0</c:v>
                </c:pt>
                <c:pt idx="7924">
                  <c:v>388.0</c:v>
                </c:pt>
                <c:pt idx="7925">
                  <c:v>388.0</c:v>
                </c:pt>
                <c:pt idx="7926">
                  <c:v>388.0</c:v>
                </c:pt>
                <c:pt idx="7927">
                  <c:v>388.0</c:v>
                </c:pt>
                <c:pt idx="7928">
                  <c:v>388.0</c:v>
                </c:pt>
                <c:pt idx="7929">
                  <c:v>388.0</c:v>
                </c:pt>
                <c:pt idx="7930">
                  <c:v>388.0</c:v>
                </c:pt>
                <c:pt idx="7931">
                  <c:v>388.0</c:v>
                </c:pt>
                <c:pt idx="7932">
                  <c:v>388.0</c:v>
                </c:pt>
                <c:pt idx="7933">
                  <c:v>388.0</c:v>
                </c:pt>
                <c:pt idx="7934">
                  <c:v>388.0</c:v>
                </c:pt>
                <c:pt idx="7935">
                  <c:v>388.0</c:v>
                </c:pt>
                <c:pt idx="7936">
                  <c:v>388.0</c:v>
                </c:pt>
                <c:pt idx="7937">
                  <c:v>388.0</c:v>
                </c:pt>
                <c:pt idx="7938">
                  <c:v>388.0</c:v>
                </c:pt>
                <c:pt idx="7939">
                  <c:v>388.0</c:v>
                </c:pt>
                <c:pt idx="7940">
                  <c:v>388.0</c:v>
                </c:pt>
                <c:pt idx="7941">
                  <c:v>388.0</c:v>
                </c:pt>
                <c:pt idx="7942">
                  <c:v>388.0</c:v>
                </c:pt>
                <c:pt idx="7943">
                  <c:v>388.0</c:v>
                </c:pt>
                <c:pt idx="7944">
                  <c:v>388.0</c:v>
                </c:pt>
                <c:pt idx="7945">
                  <c:v>388.0</c:v>
                </c:pt>
                <c:pt idx="7946">
                  <c:v>388.0</c:v>
                </c:pt>
                <c:pt idx="7947">
                  <c:v>388.0</c:v>
                </c:pt>
                <c:pt idx="7948">
                  <c:v>388.0</c:v>
                </c:pt>
                <c:pt idx="7949">
                  <c:v>388.0</c:v>
                </c:pt>
                <c:pt idx="7950">
                  <c:v>388.0</c:v>
                </c:pt>
                <c:pt idx="7951">
                  <c:v>388.0</c:v>
                </c:pt>
                <c:pt idx="7952">
                  <c:v>388.0</c:v>
                </c:pt>
                <c:pt idx="7953">
                  <c:v>388.0</c:v>
                </c:pt>
                <c:pt idx="7954">
                  <c:v>388.0</c:v>
                </c:pt>
                <c:pt idx="7955">
                  <c:v>388.0</c:v>
                </c:pt>
                <c:pt idx="7956">
                  <c:v>388.0</c:v>
                </c:pt>
                <c:pt idx="7957">
                  <c:v>388.0</c:v>
                </c:pt>
                <c:pt idx="7958">
                  <c:v>388.0</c:v>
                </c:pt>
                <c:pt idx="7959">
                  <c:v>388.0</c:v>
                </c:pt>
                <c:pt idx="7960">
                  <c:v>388.0</c:v>
                </c:pt>
                <c:pt idx="7961">
                  <c:v>388.0</c:v>
                </c:pt>
                <c:pt idx="7962">
                  <c:v>388.0</c:v>
                </c:pt>
                <c:pt idx="7963">
                  <c:v>388.0</c:v>
                </c:pt>
                <c:pt idx="7964">
                  <c:v>388.0</c:v>
                </c:pt>
                <c:pt idx="7965">
                  <c:v>388.0</c:v>
                </c:pt>
                <c:pt idx="7966">
                  <c:v>388.0</c:v>
                </c:pt>
                <c:pt idx="7967">
                  <c:v>388.0</c:v>
                </c:pt>
                <c:pt idx="7968">
                  <c:v>388.0</c:v>
                </c:pt>
                <c:pt idx="7969">
                  <c:v>388.0</c:v>
                </c:pt>
                <c:pt idx="7970">
                  <c:v>388.0</c:v>
                </c:pt>
                <c:pt idx="7971">
                  <c:v>388.0</c:v>
                </c:pt>
                <c:pt idx="7972">
                  <c:v>388.0</c:v>
                </c:pt>
                <c:pt idx="7973">
                  <c:v>388.0</c:v>
                </c:pt>
                <c:pt idx="7974">
                  <c:v>388.0</c:v>
                </c:pt>
                <c:pt idx="7975">
                  <c:v>388.0</c:v>
                </c:pt>
                <c:pt idx="7976">
                  <c:v>388.0</c:v>
                </c:pt>
                <c:pt idx="7977">
                  <c:v>388.0</c:v>
                </c:pt>
                <c:pt idx="7978">
                  <c:v>388.0</c:v>
                </c:pt>
                <c:pt idx="7979">
                  <c:v>388.0</c:v>
                </c:pt>
                <c:pt idx="7980">
                  <c:v>388.0</c:v>
                </c:pt>
                <c:pt idx="7981">
                  <c:v>388.0</c:v>
                </c:pt>
                <c:pt idx="7982">
                  <c:v>388.0</c:v>
                </c:pt>
                <c:pt idx="7983">
                  <c:v>388.0</c:v>
                </c:pt>
                <c:pt idx="7984">
                  <c:v>388.0</c:v>
                </c:pt>
                <c:pt idx="7985">
                  <c:v>388.0</c:v>
                </c:pt>
                <c:pt idx="7986">
                  <c:v>388.0</c:v>
                </c:pt>
                <c:pt idx="7987">
                  <c:v>388.0</c:v>
                </c:pt>
                <c:pt idx="7988">
                  <c:v>388.0</c:v>
                </c:pt>
                <c:pt idx="7989">
                  <c:v>388.0</c:v>
                </c:pt>
                <c:pt idx="7990">
                  <c:v>388.0</c:v>
                </c:pt>
                <c:pt idx="7991">
                  <c:v>388.0</c:v>
                </c:pt>
                <c:pt idx="7992">
                  <c:v>388.0</c:v>
                </c:pt>
                <c:pt idx="7993">
                  <c:v>388.0</c:v>
                </c:pt>
                <c:pt idx="7994">
                  <c:v>388.0</c:v>
                </c:pt>
                <c:pt idx="7995">
                  <c:v>388.0</c:v>
                </c:pt>
                <c:pt idx="7996">
                  <c:v>388.0</c:v>
                </c:pt>
                <c:pt idx="7997">
                  <c:v>388.0</c:v>
                </c:pt>
                <c:pt idx="7998">
                  <c:v>388.0</c:v>
                </c:pt>
                <c:pt idx="7999">
                  <c:v>388.0</c:v>
                </c:pt>
                <c:pt idx="8000">
                  <c:v>388.0</c:v>
                </c:pt>
                <c:pt idx="8001">
                  <c:v>388.0</c:v>
                </c:pt>
                <c:pt idx="8002">
                  <c:v>388.0</c:v>
                </c:pt>
                <c:pt idx="8003">
                  <c:v>388.0</c:v>
                </c:pt>
                <c:pt idx="8004">
                  <c:v>388.0</c:v>
                </c:pt>
                <c:pt idx="8005">
                  <c:v>388.0</c:v>
                </c:pt>
                <c:pt idx="8006">
                  <c:v>388.0</c:v>
                </c:pt>
                <c:pt idx="8007">
                  <c:v>388.0</c:v>
                </c:pt>
                <c:pt idx="8008">
                  <c:v>388.0</c:v>
                </c:pt>
                <c:pt idx="8009">
                  <c:v>388.0</c:v>
                </c:pt>
                <c:pt idx="8010">
                  <c:v>388.0</c:v>
                </c:pt>
                <c:pt idx="8011">
                  <c:v>388.0</c:v>
                </c:pt>
                <c:pt idx="8012">
                  <c:v>388.0</c:v>
                </c:pt>
                <c:pt idx="8013">
                  <c:v>388.0</c:v>
                </c:pt>
                <c:pt idx="8014">
                  <c:v>388.0</c:v>
                </c:pt>
                <c:pt idx="8015">
                  <c:v>388.0</c:v>
                </c:pt>
                <c:pt idx="8016">
                  <c:v>388.0</c:v>
                </c:pt>
                <c:pt idx="8017">
                  <c:v>388.0</c:v>
                </c:pt>
                <c:pt idx="8018">
                  <c:v>388.0</c:v>
                </c:pt>
                <c:pt idx="8019">
                  <c:v>388.0</c:v>
                </c:pt>
                <c:pt idx="8020">
                  <c:v>388.0</c:v>
                </c:pt>
                <c:pt idx="8021">
                  <c:v>388.0</c:v>
                </c:pt>
                <c:pt idx="8022">
                  <c:v>388.0</c:v>
                </c:pt>
                <c:pt idx="8023">
                  <c:v>388.0</c:v>
                </c:pt>
                <c:pt idx="8024">
                  <c:v>388.0</c:v>
                </c:pt>
                <c:pt idx="8025">
                  <c:v>388.0</c:v>
                </c:pt>
                <c:pt idx="8026">
                  <c:v>388.0</c:v>
                </c:pt>
                <c:pt idx="8027">
                  <c:v>388.0</c:v>
                </c:pt>
                <c:pt idx="8028">
                  <c:v>388.0</c:v>
                </c:pt>
                <c:pt idx="8029">
                  <c:v>388.0</c:v>
                </c:pt>
                <c:pt idx="8030">
                  <c:v>388.0</c:v>
                </c:pt>
                <c:pt idx="8031">
                  <c:v>388.0</c:v>
                </c:pt>
                <c:pt idx="8032">
                  <c:v>388.0</c:v>
                </c:pt>
                <c:pt idx="8033">
                  <c:v>388.0</c:v>
                </c:pt>
                <c:pt idx="8034">
                  <c:v>388.0</c:v>
                </c:pt>
                <c:pt idx="8035">
                  <c:v>388.0</c:v>
                </c:pt>
                <c:pt idx="8036">
                  <c:v>388.0</c:v>
                </c:pt>
                <c:pt idx="8037">
                  <c:v>388.0</c:v>
                </c:pt>
                <c:pt idx="8038">
                  <c:v>388.0</c:v>
                </c:pt>
                <c:pt idx="8039">
                  <c:v>388.0</c:v>
                </c:pt>
                <c:pt idx="8040">
                  <c:v>388.0</c:v>
                </c:pt>
                <c:pt idx="8041">
                  <c:v>388.0</c:v>
                </c:pt>
                <c:pt idx="8042">
                  <c:v>388.0</c:v>
                </c:pt>
                <c:pt idx="8043">
                  <c:v>388.0</c:v>
                </c:pt>
                <c:pt idx="8044">
                  <c:v>388.0</c:v>
                </c:pt>
                <c:pt idx="8045">
                  <c:v>388.0</c:v>
                </c:pt>
                <c:pt idx="8046">
                  <c:v>388.0</c:v>
                </c:pt>
                <c:pt idx="8047">
                  <c:v>388.0</c:v>
                </c:pt>
                <c:pt idx="8048">
                  <c:v>388.0</c:v>
                </c:pt>
                <c:pt idx="8049">
                  <c:v>388.0</c:v>
                </c:pt>
                <c:pt idx="8050">
                  <c:v>388.0</c:v>
                </c:pt>
                <c:pt idx="8051">
                  <c:v>388.0</c:v>
                </c:pt>
                <c:pt idx="8052">
                  <c:v>388.0</c:v>
                </c:pt>
                <c:pt idx="8053">
                  <c:v>388.0</c:v>
                </c:pt>
                <c:pt idx="8054">
                  <c:v>388.0</c:v>
                </c:pt>
                <c:pt idx="8055">
                  <c:v>388.0</c:v>
                </c:pt>
                <c:pt idx="8056">
                  <c:v>388.0</c:v>
                </c:pt>
                <c:pt idx="8057">
                  <c:v>388.0</c:v>
                </c:pt>
                <c:pt idx="8058">
                  <c:v>388.0</c:v>
                </c:pt>
                <c:pt idx="8059">
                  <c:v>388.0</c:v>
                </c:pt>
                <c:pt idx="8060">
                  <c:v>388.0</c:v>
                </c:pt>
                <c:pt idx="8061">
                  <c:v>388.0</c:v>
                </c:pt>
                <c:pt idx="8062">
                  <c:v>388.0</c:v>
                </c:pt>
                <c:pt idx="8063">
                  <c:v>388.0</c:v>
                </c:pt>
                <c:pt idx="8064">
                  <c:v>388.0</c:v>
                </c:pt>
                <c:pt idx="8065">
                  <c:v>388.0</c:v>
                </c:pt>
                <c:pt idx="8066">
                  <c:v>388.0</c:v>
                </c:pt>
                <c:pt idx="8067">
                  <c:v>388.0</c:v>
                </c:pt>
                <c:pt idx="8068">
                  <c:v>388.0</c:v>
                </c:pt>
                <c:pt idx="8069">
                  <c:v>388.0</c:v>
                </c:pt>
                <c:pt idx="8070">
                  <c:v>388.0</c:v>
                </c:pt>
                <c:pt idx="8071">
                  <c:v>388.0</c:v>
                </c:pt>
                <c:pt idx="8072">
                  <c:v>388.0</c:v>
                </c:pt>
                <c:pt idx="8073">
                  <c:v>388.0</c:v>
                </c:pt>
                <c:pt idx="8074">
                  <c:v>388.0</c:v>
                </c:pt>
                <c:pt idx="8075">
                  <c:v>388.0</c:v>
                </c:pt>
                <c:pt idx="8076">
                  <c:v>388.0</c:v>
                </c:pt>
                <c:pt idx="8077">
                  <c:v>388.0</c:v>
                </c:pt>
                <c:pt idx="8078">
                  <c:v>388.0</c:v>
                </c:pt>
                <c:pt idx="8079">
                  <c:v>388.0</c:v>
                </c:pt>
                <c:pt idx="8080">
                  <c:v>388.0</c:v>
                </c:pt>
                <c:pt idx="8081">
                  <c:v>388.0</c:v>
                </c:pt>
                <c:pt idx="8082">
                  <c:v>388.0</c:v>
                </c:pt>
                <c:pt idx="8083">
                  <c:v>388.0</c:v>
                </c:pt>
                <c:pt idx="8084">
                  <c:v>388.0</c:v>
                </c:pt>
                <c:pt idx="8085">
                  <c:v>388.0</c:v>
                </c:pt>
                <c:pt idx="8086">
                  <c:v>388.0</c:v>
                </c:pt>
                <c:pt idx="8087">
                  <c:v>388.0</c:v>
                </c:pt>
                <c:pt idx="8088">
                  <c:v>388.0</c:v>
                </c:pt>
                <c:pt idx="8089">
                  <c:v>388.0</c:v>
                </c:pt>
                <c:pt idx="8090">
                  <c:v>388.0</c:v>
                </c:pt>
                <c:pt idx="8091">
                  <c:v>388.0</c:v>
                </c:pt>
                <c:pt idx="8092">
                  <c:v>388.0</c:v>
                </c:pt>
                <c:pt idx="8093">
                  <c:v>388.0</c:v>
                </c:pt>
                <c:pt idx="8094">
                  <c:v>388.0</c:v>
                </c:pt>
                <c:pt idx="8095">
                  <c:v>388.0</c:v>
                </c:pt>
                <c:pt idx="8096">
                  <c:v>388.0</c:v>
                </c:pt>
                <c:pt idx="8097">
                  <c:v>388.0</c:v>
                </c:pt>
                <c:pt idx="8098">
                  <c:v>388.0</c:v>
                </c:pt>
                <c:pt idx="8099">
                  <c:v>388.0</c:v>
                </c:pt>
                <c:pt idx="8100">
                  <c:v>388.0</c:v>
                </c:pt>
                <c:pt idx="8101">
                  <c:v>388.0</c:v>
                </c:pt>
                <c:pt idx="8102">
                  <c:v>388.0</c:v>
                </c:pt>
                <c:pt idx="8103">
                  <c:v>388.0</c:v>
                </c:pt>
                <c:pt idx="8104">
                  <c:v>388.0</c:v>
                </c:pt>
                <c:pt idx="8105">
                  <c:v>388.0</c:v>
                </c:pt>
                <c:pt idx="8106">
                  <c:v>388.0</c:v>
                </c:pt>
                <c:pt idx="8107">
                  <c:v>388.0</c:v>
                </c:pt>
                <c:pt idx="8108">
                  <c:v>388.0</c:v>
                </c:pt>
                <c:pt idx="8109">
                  <c:v>388.0</c:v>
                </c:pt>
                <c:pt idx="8110">
                  <c:v>388.0</c:v>
                </c:pt>
                <c:pt idx="8111">
                  <c:v>388.0</c:v>
                </c:pt>
                <c:pt idx="8112">
                  <c:v>388.0</c:v>
                </c:pt>
                <c:pt idx="8113">
                  <c:v>388.0</c:v>
                </c:pt>
                <c:pt idx="8114">
                  <c:v>388.0</c:v>
                </c:pt>
                <c:pt idx="8115">
                  <c:v>388.0</c:v>
                </c:pt>
                <c:pt idx="8116">
                  <c:v>388.0</c:v>
                </c:pt>
                <c:pt idx="8117">
                  <c:v>388.0</c:v>
                </c:pt>
                <c:pt idx="8118">
                  <c:v>388.0</c:v>
                </c:pt>
                <c:pt idx="8119">
                  <c:v>388.0</c:v>
                </c:pt>
                <c:pt idx="8120">
                  <c:v>388.0</c:v>
                </c:pt>
                <c:pt idx="8121">
                  <c:v>388.0</c:v>
                </c:pt>
                <c:pt idx="8122">
                  <c:v>388.0</c:v>
                </c:pt>
                <c:pt idx="8123">
                  <c:v>388.0</c:v>
                </c:pt>
                <c:pt idx="8124">
                  <c:v>388.0</c:v>
                </c:pt>
                <c:pt idx="8125">
                  <c:v>388.0</c:v>
                </c:pt>
                <c:pt idx="8126">
                  <c:v>388.0</c:v>
                </c:pt>
                <c:pt idx="8127">
                  <c:v>388.0</c:v>
                </c:pt>
                <c:pt idx="8128">
                  <c:v>388.0</c:v>
                </c:pt>
                <c:pt idx="8129">
                  <c:v>388.0</c:v>
                </c:pt>
                <c:pt idx="8130">
                  <c:v>388.0</c:v>
                </c:pt>
                <c:pt idx="8131">
                  <c:v>388.0</c:v>
                </c:pt>
                <c:pt idx="8132">
                  <c:v>388.0</c:v>
                </c:pt>
                <c:pt idx="8133">
                  <c:v>388.0</c:v>
                </c:pt>
                <c:pt idx="8134">
                  <c:v>388.0</c:v>
                </c:pt>
                <c:pt idx="8135">
                  <c:v>388.0</c:v>
                </c:pt>
                <c:pt idx="8136">
                  <c:v>388.0</c:v>
                </c:pt>
                <c:pt idx="8137">
                  <c:v>388.0</c:v>
                </c:pt>
                <c:pt idx="8138">
                  <c:v>388.0</c:v>
                </c:pt>
                <c:pt idx="8139">
                  <c:v>388.0</c:v>
                </c:pt>
                <c:pt idx="8140">
                  <c:v>388.0</c:v>
                </c:pt>
                <c:pt idx="8141">
                  <c:v>388.0</c:v>
                </c:pt>
                <c:pt idx="8142">
                  <c:v>388.0</c:v>
                </c:pt>
                <c:pt idx="8143">
                  <c:v>388.0</c:v>
                </c:pt>
                <c:pt idx="8144">
                  <c:v>388.0</c:v>
                </c:pt>
                <c:pt idx="8145">
                  <c:v>388.0</c:v>
                </c:pt>
                <c:pt idx="8146">
                  <c:v>388.0</c:v>
                </c:pt>
                <c:pt idx="8147">
                  <c:v>388.0</c:v>
                </c:pt>
                <c:pt idx="8148">
                  <c:v>388.0</c:v>
                </c:pt>
                <c:pt idx="8149">
                  <c:v>388.0</c:v>
                </c:pt>
                <c:pt idx="8150">
                  <c:v>388.0</c:v>
                </c:pt>
                <c:pt idx="8151">
                  <c:v>388.0</c:v>
                </c:pt>
                <c:pt idx="8152">
                  <c:v>388.0</c:v>
                </c:pt>
                <c:pt idx="8153">
                  <c:v>388.0</c:v>
                </c:pt>
                <c:pt idx="8154">
                  <c:v>388.0</c:v>
                </c:pt>
                <c:pt idx="8155">
                  <c:v>388.0</c:v>
                </c:pt>
                <c:pt idx="8156">
                  <c:v>388.0</c:v>
                </c:pt>
                <c:pt idx="8157">
                  <c:v>388.0</c:v>
                </c:pt>
                <c:pt idx="8158">
                  <c:v>388.0</c:v>
                </c:pt>
                <c:pt idx="8159">
                  <c:v>388.0</c:v>
                </c:pt>
                <c:pt idx="8160">
                  <c:v>388.0</c:v>
                </c:pt>
                <c:pt idx="8161">
                  <c:v>388.0</c:v>
                </c:pt>
                <c:pt idx="8162">
                  <c:v>388.0</c:v>
                </c:pt>
                <c:pt idx="8163">
                  <c:v>388.0</c:v>
                </c:pt>
                <c:pt idx="8164">
                  <c:v>388.0</c:v>
                </c:pt>
                <c:pt idx="8165">
                  <c:v>388.0</c:v>
                </c:pt>
                <c:pt idx="8166">
                  <c:v>388.0</c:v>
                </c:pt>
                <c:pt idx="8167">
                  <c:v>388.0</c:v>
                </c:pt>
                <c:pt idx="8168">
                  <c:v>388.0</c:v>
                </c:pt>
                <c:pt idx="8169">
                  <c:v>388.0</c:v>
                </c:pt>
                <c:pt idx="8170">
                  <c:v>388.0</c:v>
                </c:pt>
                <c:pt idx="8171">
                  <c:v>388.0</c:v>
                </c:pt>
                <c:pt idx="8172">
                  <c:v>388.0</c:v>
                </c:pt>
                <c:pt idx="8173">
                  <c:v>388.0</c:v>
                </c:pt>
                <c:pt idx="8174">
                  <c:v>388.0</c:v>
                </c:pt>
                <c:pt idx="8175">
                  <c:v>388.0</c:v>
                </c:pt>
                <c:pt idx="8176">
                  <c:v>388.0</c:v>
                </c:pt>
                <c:pt idx="8177">
                  <c:v>388.0</c:v>
                </c:pt>
                <c:pt idx="8178">
                  <c:v>388.0</c:v>
                </c:pt>
                <c:pt idx="8179">
                  <c:v>388.0</c:v>
                </c:pt>
                <c:pt idx="8180">
                  <c:v>388.0</c:v>
                </c:pt>
                <c:pt idx="8181">
                  <c:v>388.0</c:v>
                </c:pt>
                <c:pt idx="8182">
                  <c:v>388.0</c:v>
                </c:pt>
                <c:pt idx="8183">
                  <c:v>388.0</c:v>
                </c:pt>
                <c:pt idx="8184">
                  <c:v>388.0</c:v>
                </c:pt>
                <c:pt idx="8185">
                  <c:v>388.0</c:v>
                </c:pt>
                <c:pt idx="8186">
                  <c:v>388.0</c:v>
                </c:pt>
                <c:pt idx="8187">
                  <c:v>388.0</c:v>
                </c:pt>
                <c:pt idx="8188">
                  <c:v>388.0</c:v>
                </c:pt>
                <c:pt idx="8189">
                  <c:v>388.0</c:v>
                </c:pt>
                <c:pt idx="8190">
                  <c:v>388.0</c:v>
                </c:pt>
                <c:pt idx="8191">
                  <c:v>388.0</c:v>
                </c:pt>
                <c:pt idx="8192">
                  <c:v>388.0</c:v>
                </c:pt>
                <c:pt idx="8193">
                  <c:v>388.0</c:v>
                </c:pt>
                <c:pt idx="8194">
                  <c:v>388.0</c:v>
                </c:pt>
                <c:pt idx="8195">
                  <c:v>388.0</c:v>
                </c:pt>
                <c:pt idx="8196">
                  <c:v>388.0</c:v>
                </c:pt>
                <c:pt idx="8197">
                  <c:v>388.0</c:v>
                </c:pt>
                <c:pt idx="8198">
                  <c:v>388.0</c:v>
                </c:pt>
                <c:pt idx="8199">
                  <c:v>388.0</c:v>
                </c:pt>
                <c:pt idx="8200">
                  <c:v>388.0</c:v>
                </c:pt>
                <c:pt idx="8201">
                  <c:v>388.0</c:v>
                </c:pt>
                <c:pt idx="8202">
                  <c:v>388.0</c:v>
                </c:pt>
                <c:pt idx="8203">
                  <c:v>388.0</c:v>
                </c:pt>
                <c:pt idx="8204">
                  <c:v>388.0</c:v>
                </c:pt>
                <c:pt idx="8205">
                  <c:v>388.0</c:v>
                </c:pt>
                <c:pt idx="8206">
                  <c:v>388.0</c:v>
                </c:pt>
                <c:pt idx="8207">
                  <c:v>388.0</c:v>
                </c:pt>
                <c:pt idx="8208">
                  <c:v>388.0</c:v>
                </c:pt>
                <c:pt idx="8209">
                  <c:v>388.0</c:v>
                </c:pt>
                <c:pt idx="8210">
                  <c:v>388.0</c:v>
                </c:pt>
                <c:pt idx="8211">
                  <c:v>388.0</c:v>
                </c:pt>
                <c:pt idx="8212">
                  <c:v>388.0</c:v>
                </c:pt>
                <c:pt idx="8213">
                  <c:v>388.0</c:v>
                </c:pt>
                <c:pt idx="8214">
                  <c:v>388.0</c:v>
                </c:pt>
                <c:pt idx="8215">
                  <c:v>388.0</c:v>
                </c:pt>
                <c:pt idx="8216">
                  <c:v>388.0</c:v>
                </c:pt>
                <c:pt idx="8217">
                  <c:v>388.0</c:v>
                </c:pt>
                <c:pt idx="8218">
                  <c:v>388.0</c:v>
                </c:pt>
                <c:pt idx="8219">
                  <c:v>388.0</c:v>
                </c:pt>
                <c:pt idx="8220">
                  <c:v>388.0</c:v>
                </c:pt>
                <c:pt idx="8221">
                  <c:v>388.0</c:v>
                </c:pt>
                <c:pt idx="8222">
                  <c:v>388.0</c:v>
                </c:pt>
                <c:pt idx="8223">
                  <c:v>388.0</c:v>
                </c:pt>
                <c:pt idx="8224">
                  <c:v>388.0</c:v>
                </c:pt>
                <c:pt idx="8225">
                  <c:v>388.0</c:v>
                </c:pt>
                <c:pt idx="8226">
                  <c:v>388.0</c:v>
                </c:pt>
                <c:pt idx="8227">
                  <c:v>388.0</c:v>
                </c:pt>
                <c:pt idx="8228">
                  <c:v>388.0</c:v>
                </c:pt>
                <c:pt idx="8229">
                  <c:v>388.0</c:v>
                </c:pt>
                <c:pt idx="8230">
                  <c:v>388.0</c:v>
                </c:pt>
                <c:pt idx="8231">
                  <c:v>388.0</c:v>
                </c:pt>
                <c:pt idx="8232">
                  <c:v>388.0</c:v>
                </c:pt>
                <c:pt idx="8233">
                  <c:v>388.0</c:v>
                </c:pt>
                <c:pt idx="8234">
                  <c:v>388.0</c:v>
                </c:pt>
                <c:pt idx="8235">
                  <c:v>388.0</c:v>
                </c:pt>
                <c:pt idx="8236">
                  <c:v>388.0</c:v>
                </c:pt>
                <c:pt idx="8237">
                  <c:v>388.0</c:v>
                </c:pt>
                <c:pt idx="8238">
                  <c:v>388.0</c:v>
                </c:pt>
                <c:pt idx="8239">
                  <c:v>388.0</c:v>
                </c:pt>
                <c:pt idx="8240">
                  <c:v>388.0</c:v>
                </c:pt>
                <c:pt idx="8241">
                  <c:v>388.0</c:v>
                </c:pt>
                <c:pt idx="8242">
                  <c:v>388.0</c:v>
                </c:pt>
                <c:pt idx="8243">
                  <c:v>388.0</c:v>
                </c:pt>
                <c:pt idx="8244">
                  <c:v>388.0</c:v>
                </c:pt>
                <c:pt idx="8245">
                  <c:v>388.0</c:v>
                </c:pt>
                <c:pt idx="8246">
                  <c:v>388.0</c:v>
                </c:pt>
                <c:pt idx="8247">
                  <c:v>388.0</c:v>
                </c:pt>
                <c:pt idx="8248">
                  <c:v>388.0</c:v>
                </c:pt>
                <c:pt idx="8249">
                  <c:v>388.0</c:v>
                </c:pt>
                <c:pt idx="8250">
                  <c:v>388.0</c:v>
                </c:pt>
                <c:pt idx="8251">
                  <c:v>388.0</c:v>
                </c:pt>
                <c:pt idx="8252">
                  <c:v>388.0</c:v>
                </c:pt>
                <c:pt idx="8253">
                  <c:v>388.0</c:v>
                </c:pt>
                <c:pt idx="8254">
                  <c:v>388.0</c:v>
                </c:pt>
                <c:pt idx="8255">
                  <c:v>388.0</c:v>
                </c:pt>
                <c:pt idx="8256">
                  <c:v>388.0</c:v>
                </c:pt>
                <c:pt idx="8257">
                  <c:v>388.0</c:v>
                </c:pt>
                <c:pt idx="8258">
                  <c:v>388.0</c:v>
                </c:pt>
                <c:pt idx="8259">
                  <c:v>388.0</c:v>
                </c:pt>
                <c:pt idx="8260">
                  <c:v>388.0</c:v>
                </c:pt>
                <c:pt idx="8261">
                  <c:v>388.0</c:v>
                </c:pt>
                <c:pt idx="8262">
                  <c:v>388.0</c:v>
                </c:pt>
                <c:pt idx="8263">
                  <c:v>388.0</c:v>
                </c:pt>
                <c:pt idx="8264">
                  <c:v>388.0</c:v>
                </c:pt>
                <c:pt idx="8265">
                  <c:v>388.0</c:v>
                </c:pt>
                <c:pt idx="8266">
                  <c:v>388.0</c:v>
                </c:pt>
                <c:pt idx="8267">
                  <c:v>388.0</c:v>
                </c:pt>
                <c:pt idx="8268">
                  <c:v>388.0</c:v>
                </c:pt>
                <c:pt idx="8269">
                  <c:v>388.0</c:v>
                </c:pt>
                <c:pt idx="8270">
                  <c:v>388.0</c:v>
                </c:pt>
                <c:pt idx="8271">
                  <c:v>388.0</c:v>
                </c:pt>
                <c:pt idx="8272">
                  <c:v>388.0</c:v>
                </c:pt>
                <c:pt idx="8273">
                  <c:v>388.0</c:v>
                </c:pt>
                <c:pt idx="8274">
                  <c:v>388.0</c:v>
                </c:pt>
                <c:pt idx="8275">
                  <c:v>388.0</c:v>
                </c:pt>
                <c:pt idx="8276">
                  <c:v>388.0</c:v>
                </c:pt>
                <c:pt idx="8277">
                  <c:v>388.0</c:v>
                </c:pt>
                <c:pt idx="8278">
                  <c:v>388.0</c:v>
                </c:pt>
                <c:pt idx="8279">
                  <c:v>388.0</c:v>
                </c:pt>
                <c:pt idx="8280">
                  <c:v>388.0</c:v>
                </c:pt>
                <c:pt idx="8281">
                  <c:v>388.0</c:v>
                </c:pt>
                <c:pt idx="8282">
                  <c:v>388.0</c:v>
                </c:pt>
                <c:pt idx="8283">
                  <c:v>388.0</c:v>
                </c:pt>
                <c:pt idx="8284">
                  <c:v>388.0</c:v>
                </c:pt>
                <c:pt idx="8285">
                  <c:v>388.0</c:v>
                </c:pt>
                <c:pt idx="8286">
                  <c:v>388.0</c:v>
                </c:pt>
                <c:pt idx="8287">
                  <c:v>388.0</c:v>
                </c:pt>
                <c:pt idx="8288">
                  <c:v>388.0</c:v>
                </c:pt>
                <c:pt idx="8289">
                  <c:v>388.0</c:v>
                </c:pt>
                <c:pt idx="8290">
                  <c:v>388.0</c:v>
                </c:pt>
                <c:pt idx="8291">
                  <c:v>388.0</c:v>
                </c:pt>
                <c:pt idx="8292">
                  <c:v>388.0</c:v>
                </c:pt>
                <c:pt idx="8293">
                  <c:v>388.0</c:v>
                </c:pt>
                <c:pt idx="8294">
                  <c:v>388.0</c:v>
                </c:pt>
                <c:pt idx="8295">
                  <c:v>388.0</c:v>
                </c:pt>
                <c:pt idx="8296">
                  <c:v>388.0</c:v>
                </c:pt>
                <c:pt idx="8297">
                  <c:v>388.0</c:v>
                </c:pt>
                <c:pt idx="8298">
                  <c:v>388.0</c:v>
                </c:pt>
                <c:pt idx="8299">
                  <c:v>388.0</c:v>
                </c:pt>
                <c:pt idx="8300">
                  <c:v>388.0</c:v>
                </c:pt>
                <c:pt idx="8301">
                  <c:v>388.0</c:v>
                </c:pt>
                <c:pt idx="8302">
                  <c:v>388.0</c:v>
                </c:pt>
                <c:pt idx="8303">
                  <c:v>388.0</c:v>
                </c:pt>
                <c:pt idx="8304">
                  <c:v>388.0</c:v>
                </c:pt>
                <c:pt idx="8305">
                  <c:v>388.0</c:v>
                </c:pt>
                <c:pt idx="8306">
                  <c:v>388.0</c:v>
                </c:pt>
                <c:pt idx="8307">
                  <c:v>388.0</c:v>
                </c:pt>
                <c:pt idx="8308">
                  <c:v>388.0</c:v>
                </c:pt>
                <c:pt idx="8309">
                  <c:v>388.0</c:v>
                </c:pt>
                <c:pt idx="8310">
                  <c:v>388.0</c:v>
                </c:pt>
                <c:pt idx="8311">
                  <c:v>388.0</c:v>
                </c:pt>
                <c:pt idx="8312">
                  <c:v>388.0</c:v>
                </c:pt>
                <c:pt idx="8313">
                  <c:v>388.0</c:v>
                </c:pt>
                <c:pt idx="8314">
                  <c:v>388.0</c:v>
                </c:pt>
                <c:pt idx="8315">
                  <c:v>388.0</c:v>
                </c:pt>
                <c:pt idx="8316">
                  <c:v>388.0</c:v>
                </c:pt>
                <c:pt idx="8317">
                  <c:v>388.0</c:v>
                </c:pt>
                <c:pt idx="8318">
                  <c:v>388.0</c:v>
                </c:pt>
                <c:pt idx="8319">
                  <c:v>388.0</c:v>
                </c:pt>
                <c:pt idx="8320">
                  <c:v>388.0</c:v>
                </c:pt>
                <c:pt idx="8321">
                  <c:v>388.0</c:v>
                </c:pt>
                <c:pt idx="8322">
                  <c:v>388.0</c:v>
                </c:pt>
                <c:pt idx="8323">
                  <c:v>388.0</c:v>
                </c:pt>
                <c:pt idx="8324">
                  <c:v>388.0</c:v>
                </c:pt>
                <c:pt idx="8325">
                  <c:v>388.0</c:v>
                </c:pt>
                <c:pt idx="8326">
                  <c:v>388.0</c:v>
                </c:pt>
                <c:pt idx="8327">
                  <c:v>388.0</c:v>
                </c:pt>
                <c:pt idx="8328">
                  <c:v>388.0</c:v>
                </c:pt>
                <c:pt idx="8329">
                  <c:v>388.0</c:v>
                </c:pt>
                <c:pt idx="8330">
                  <c:v>388.0</c:v>
                </c:pt>
                <c:pt idx="8331">
                  <c:v>388.0</c:v>
                </c:pt>
                <c:pt idx="8332">
                  <c:v>388.0</c:v>
                </c:pt>
                <c:pt idx="8333">
                  <c:v>388.0</c:v>
                </c:pt>
                <c:pt idx="8334">
                  <c:v>388.0</c:v>
                </c:pt>
                <c:pt idx="8335">
                  <c:v>388.0</c:v>
                </c:pt>
                <c:pt idx="8336">
                  <c:v>388.0</c:v>
                </c:pt>
                <c:pt idx="8337">
                  <c:v>388.0</c:v>
                </c:pt>
                <c:pt idx="8338">
                  <c:v>388.0</c:v>
                </c:pt>
                <c:pt idx="8339">
                  <c:v>388.0</c:v>
                </c:pt>
                <c:pt idx="8340">
                  <c:v>388.0</c:v>
                </c:pt>
                <c:pt idx="8341">
                  <c:v>388.0</c:v>
                </c:pt>
                <c:pt idx="8342">
                  <c:v>388.0</c:v>
                </c:pt>
                <c:pt idx="8343">
                  <c:v>388.0</c:v>
                </c:pt>
                <c:pt idx="8344">
                  <c:v>388.0</c:v>
                </c:pt>
                <c:pt idx="8345">
                  <c:v>388.0</c:v>
                </c:pt>
                <c:pt idx="8346">
                  <c:v>388.0</c:v>
                </c:pt>
                <c:pt idx="8347">
                  <c:v>388.0</c:v>
                </c:pt>
                <c:pt idx="8348">
                  <c:v>388.0</c:v>
                </c:pt>
                <c:pt idx="8349">
                  <c:v>388.0</c:v>
                </c:pt>
                <c:pt idx="8350">
                  <c:v>388.0</c:v>
                </c:pt>
                <c:pt idx="8351">
                  <c:v>388.0</c:v>
                </c:pt>
                <c:pt idx="8352">
                  <c:v>388.0</c:v>
                </c:pt>
                <c:pt idx="8353">
                  <c:v>388.0</c:v>
                </c:pt>
                <c:pt idx="8354">
                  <c:v>388.0</c:v>
                </c:pt>
                <c:pt idx="8355">
                  <c:v>388.0</c:v>
                </c:pt>
                <c:pt idx="8356">
                  <c:v>388.0</c:v>
                </c:pt>
                <c:pt idx="8357">
                  <c:v>388.0</c:v>
                </c:pt>
                <c:pt idx="8358">
                  <c:v>388.0</c:v>
                </c:pt>
                <c:pt idx="8359">
                  <c:v>388.0</c:v>
                </c:pt>
                <c:pt idx="8360">
                  <c:v>388.0</c:v>
                </c:pt>
                <c:pt idx="8361">
                  <c:v>388.0</c:v>
                </c:pt>
                <c:pt idx="8362">
                  <c:v>388.0</c:v>
                </c:pt>
                <c:pt idx="8363">
                  <c:v>388.0</c:v>
                </c:pt>
                <c:pt idx="8364">
                  <c:v>388.0</c:v>
                </c:pt>
                <c:pt idx="8365">
                  <c:v>388.0</c:v>
                </c:pt>
                <c:pt idx="8366">
                  <c:v>388.0</c:v>
                </c:pt>
                <c:pt idx="8367">
                  <c:v>388.0</c:v>
                </c:pt>
                <c:pt idx="8368">
                  <c:v>388.0</c:v>
                </c:pt>
                <c:pt idx="8369">
                  <c:v>388.0</c:v>
                </c:pt>
                <c:pt idx="8370">
                  <c:v>388.0</c:v>
                </c:pt>
                <c:pt idx="8371">
                  <c:v>388.0</c:v>
                </c:pt>
                <c:pt idx="8372">
                  <c:v>388.0</c:v>
                </c:pt>
                <c:pt idx="8373">
                  <c:v>388.0</c:v>
                </c:pt>
                <c:pt idx="8374">
                  <c:v>388.0</c:v>
                </c:pt>
                <c:pt idx="8375">
                  <c:v>388.0</c:v>
                </c:pt>
                <c:pt idx="8376">
                  <c:v>388.0</c:v>
                </c:pt>
                <c:pt idx="8377">
                  <c:v>388.0</c:v>
                </c:pt>
                <c:pt idx="8378">
                  <c:v>388.0</c:v>
                </c:pt>
                <c:pt idx="8379">
                  <c:v>388.0</c:v>
                </c:pt>
                <c:pt idx="8380">
                  <c:v>388.0</c:v>
                </c:pt>
                <c:pt idx="8381">
                  <c:v>388.0</c:v>
                </c:pt>
                <c:pt idx="8382">
                  <c:v>388.0</c:v>
                </c:pt>
                <c:pt idx="8383">
                  <c:v>388.0</c:v>
                </c:pt>
                <c:pt idx="8384">
                  <c:v>388.0</c:v>
                </c:pt>
                <c:pt idx="8385">
                  <c:v>388.0</c:v>
                </c:pt>
                <c:pt idx="8386">
                  <c:v>388.0</c:v>
                </c:pt>
                <c:pt idx="8387">
                  <c:v>388.0</c:v>
                </c:pt>
                <c:pt idx="8388">
                  <c:v>388.0</c:v>
                </c:pt>
                <c:pt idx="8389">
                  <c:v>388.0</c:v>
                </c:pt>
                <c:pt idx="8390">
                  <c:v>388.0</c:v>
                </c:pt>
                <c:pt idx="8391">
                  <c:v>388.0</c:v>
                </c:pt>
                <c:pt idx="8392">
                  <c:v>388.0</c:v>
                </c:pt>
                <c:pt idx="8393">
                  <c:v>388.0</c:v>
                </c:pt>
                <c:pt idx="8394">
                  <c:v>388.0</c:v>
                </c:pt>
                <c:pt idx="8395">
                  <c:v>388.0</c:v>
                </c:pt>
                <c:pt idx="8396">
                  <c:v>388.0</c:v>
                </c:pt>
                <c:pt idx="8397">
                  <c:v>388.0</c:v>
                </c:pt>
                <c:pt idx="8398">
                  <c:v>388.0</c:v>
                </c:pt>
                <c:pt idx="8399">
                  <c:v>388.0</c:v>
                </c:pt>
                <c:pt idx="8400">
                  <c:v>388.0</c:v>
                </c:pt>
                <c:pt idx="8401">
                  <c:v>388.0</c:v>
                </c:pt>
                <c:pt idx="8402">
                  <c:v>388.0</c:v>
                </c:pt>
                <c:pt idx="8403">
                  <c:v>388.0</c:v>
                </c:pt>
                <c:pt idx="8404">
                  <c:v>388.0</c:v>
                </c:pt>
                <c:pt idx="8405">
                  <c:v>388.0</c:v>
                </c:pt>
                <c:pt idx="8406">
                  <c:v>388.0</c:v>
                </c:pt>
                <c:pt idx="8407">
                  <c:v>388.0</c:v>
                </c:pt>
                <c:pt idx="8408">
                  <c:v>388.0</c:v>
                </c:pt>
                <c:pt idx="8409">
                  <c:v>388.0</c:v>
                </c:pt>
                <c:pt idx="8410">
                  <c:v>388.0</c:v>
                </c:pt>
                <c:pt idx="8411">
                  <c:v>388.0</c:v>
                </c:pt>
                <c:pt idx="8412">
                  <c:v>388.0</c:v>
                </c:pt>
                <c:pt idx="8413">
                  <c:v>388.0</c:v>
                </c:pt>
                <c:pt idx="8414">
                  <c:v>388.0</c:v>
                </c:pt>
                <c:pt idx="8415">
                  <c:v>388.0</c:v>
                </c:pt>
                <c:pt idx="8416">
                  <c:v>388.0</c:v>
                </c:pt>
                <c:pt idx="8417">
                  <c:v>388.0</c:v>
                </c:pt>
                <c:pt idx="8418">
                  <c:v>388.0</c:v>
                </c:pt>
                <c:pt idx="8419">
                  <c:v>388.0</c:v>
                </c:pt>
                <c:pt idx="8420">
                  <c:v>388.0</c:v>
                </c:pt>
                <c:pt idx="8421">
                  <c:v>388.0</c:v>
                </c:pt>
                <c:pt idx="8422">
                  <c:v>388.0</c:v>
                </c:pt>
                <c:pt idx="8423">
                  <c:v>388.0</c:v>
                </c:pt>
                <c:pt idx="8424">
                  <c:v>388.0</c:v>
                </c:pt>
                <c:pt idx="8425">
                  <c:v>388.0</c:v>
                </c:pt>
                <c:pt idx="8426">
                  <c:v>388.0</c:v>
                </c:pt>
                <c:pt idx="8427">
                  <c:v>388.0</c:v>
                </c:pt>
                <c:pt idx="8428">
                  <c:v>388.0</c:v>
                </c:pt>
                <c:pt idx="8429">
                  <c:v>388.0</c:v>
                </c:pt>
                <c:pt idx="8430">
                  <c:v>388.0</c:v>
                </c:pt>
                <c:pt idx="8431">
                  <c:v>388.0</c:v>
                </c:pt>
                <c:pt idx="8432">
                  <c:v>388.0</c:v>
                </c:pt>
                <c:pt idx="8433">
                  <c:v>388.0</c:v>
                </c:pt>
                <c:pt idx="8434">
                  <c:v>388.0</c:v>
                </c:pt>
                <c:pt idx="8435">
                  <c:v>388.0</c:v>
                </c:pt>
                <c:pt idx="8436">
                  <c:v>388.0</c:v>
                </c:pt>
                <c:pt idx="8437">
                  <c:v>388.0</c:v>
                </c:pt>
                <c:pt idx="8438">
                  <c:v>388.0</c:v>
                </c:pt>
                <c:pt idx="8439">
                  <c:v>388.0</c:v>
                </c:pt>
                <c:pt idx="8440">
                  <c:v>388.0</c:v>
                </c:pt>
                <c:pt idx="8441">
                  <c:v>388.0</c:v>
                </c:pt>
                <c:pt idx="8442">
                  <c:v>388.0</c:v>
                </c:pt>
                <c:pt idx="8443">
                  <c:v>388.0</c:v>
                </c:pt>
                <c:pt idx="8444">
                  <c:v>388.0</c:v>
                </c:pt>
                <c:pt idx="8445">
                  <c:v>388.0</c:v>
                </c:pt>
                <c:pt idx="8446">
                  <c:v>388.0</c:v>
                </c:pt>
                <c:pt idx="8447">
                  <c:v>388.0</c:v>
                </c:pt>
                <c:pt idx="8448">
                  <c:v>388.0</c:v>
                </c:pt>
                <c:pt idx="8449">
                  <c:v>388.0</c:v>
                </c:pt>
                <c:pt idx="8450">
                  <c:v>388.0</c:v>
                </c:pt>
                <c:pt idx="8451">
                  <c:v>388.0</c:v>
                </c:pt>
                <c:pt idx="8452">
                  <c:v>388.0</c:v>
                </c:pt>
                <c:pt idx="8453">
                  <c:v>388.0</c:v>
                </c:pt>
                <c:pt idx="8454">
                  <c:v>388.0</c:v>
                </c:pt>
                <c:pt idx="8455">
                  <c:v>388.0</c:v>
                </c:pt>
                <c:pt idx="8456">
                  <c:v>388.0</c:v>
                </c:pt>
                <c:pt idx="8457">
                  <c:v>388.0</c:v>
                </c:pt>
                <c:pt idx="8458">
                  <c:v>388.0</c:v>
                </c:pt>
                <c:pt idx="8459">
                  <c:v>388.0</c:v>
                </c:pt>
                <c:pt idx="8460">
                  <c:v>388.0</c:v>
                </c:pt>
                <c:pt idx="8461">
                  <c:v>388.0</c:v>
                </c:pt>
                <c:pt idx="8462">
                  <c:v>388.0</c:v>
                </c:pt>
                <c:pt idx="8463">
                  <c:v>388.0</c:v>
                </c:pt>
                <c:pt idx="8464">
                  <c:v>388.0</c:v>
                </c:pt>
                <c:pt idx="8465">
                  <c:v>388.0</c:v>
                </c:pt>
                <c:pt idx="8466">
                  <c:v>388.0</c:v>
                </c:pt>
                <c:pt idx="8467">
                  <c:v>388.0</c:v>
                </c:pt>
                <c:pt idx="8468">
                  <c:v>388.0</c:v>
                </c:pt>
                <c:pt idx="8469">
                  <c:v>388.0</c:v>
                </c:pt>
                <c:pt idx="8470">
                  <c:v>388.0</c:v>
                </c:pt>
                <c:pt idx="8471">
                  <c:v>388.0</c:v>
                </c:pt>
                <c:pt idx="8472">
                  <c:v>388.0</c:v>
                </c:pt>
                <c:pt idx="8473">
                  <c:v>388.0</c:v>
                </c:pt>
                <c:pt idx="8474">
                  <c:v>388.0</c:v>
                </c:pt>
                <c:pt idx="8475">
                  <c:v>388.0</c:v>
                </c:pt>
                <c:pt idx="8476">
                  <c:v>388.0</c:v>
                </c:pt>
                <c:pt idx="8477">
                  <c:v>388.0</c:v>
                </c:pt>
                <c:pt idx="8478">
                  <c:v>388.0</c:v>
                </c:pt>
                <c:pt idx="8479">
                  <c:v>388.0</c:v>
                </c:pt>
                <c:pt idx="8480">
                  <c:v>388.0</c:v>
                </c:pt>
                <c:pt idx="8481">
                  <c:v>388.0</c:v>
                </c:pt>
                <c:pt idx="8482">
                  <c:v>388.0</c:v>
                </c:pt>
                <c:pt idx="8483">
                  <c:v>388.0</c:v>
                </c:pt>
                <c:pt idx="8484">
                  <c:v>388.0</c:v>
                </c:pt>
                <c:pt idx="8485">
                  <c:v>388.0</c:v>
                </c:pt>
                <c:pt idx="8486">
                  <c:v>388.0</c:v>
                </c:pt>
                <c:pt idx="8487">
                  <c:v>388.0</c:v>
                </c:pt>
                <c:pt idx="8488">
                  <c:v>388.0</c:v>
                </c:pt>
                <c:pt idx="8489">
                  <c:v>388.0</c:v>
                </c:pt>
                <c:pt idx="8490">
                  <c:v>388.0</c:v>
                </c:pt>
                <c:pt idx="8491">
                  <c:v>388.0</c:v>
                </c:pt>
                <c:pt idx="8492">
                  <c:v>388.0</c:v>
                </c:pt>
                <c:pt idx="8493">
                  <c:v>388.0</c:v>
                </c:pt>
                <c:pt idx="8494">
                  <c:v>388.0</c:v>
                </c:pt>
                <c:pt idx="8495">
                  <c:v>388.0</c:v>
                </c:pt>
                <c:pt idx="8496">
                  <c:v>388.0</c:v>
                </c:pt>
                <c:pt idx="8497">
                  <c:v>388.0</c:v>
                </c:pt>
                <c:pt idx="8498">
                  <c:v>388.0</c:v>
                </c:pt>
                <c:pt idx="8499">
                  <c:v>388.0</c:v>
                </c:pt>
                <c:pt idx="8500">
                  <c:v>388.0</c:v>
                </c:pt>
                <c:pt idx="8501">
                  <c:v>388.0</c:v>
                </c:pt>
                <c:pt idx="8502">
                  <c:v>388.0</c:v>
                </c:pt>
                <c:pt idx="8503">
                  <c:v>388.0</c:v>
                </c:pt>
                <c:pt idx="8504">
                  <c:v>388.0</c:v>
                </c:pt>
                <c:pt idx="8505">
                  <c:v>388.0</c:v>
                </c:pt>
                <c:pt idx="8506">
                  <c:v>388.0</c:v>
                </c:pt>
                <c:pt idx="8507">
                  <c:v>388.0</c:v>
                </c:pt>
                <c:pt idx="8508">
                  <c:v>388.0</c:v>
                </c:pt>
                <c:pt idx="8509">
                  <c:v>388.0</c:v>
                </c:pt>
                <c:pt idx="8510">
                  <c:v>388.0</c:v>
                </c:pt>
                <c:pt idx="8511">
                  <c:v>388.0</c:v>
                </c:pt>
                <c:pt idx="8512">
                  <c:v>388.0</c:v>
                </c:pt>
                <c:pt idx="8513">
                  <c:v>388.0</c:v>
                </c:pt>
                <c:pt idx="8514">
                  <c:v>388.0</c:v>
                </c:pt>
                <c:pt idx="8515">
                  <c:v>388.0</c:v>
                </c:pt>
                <c:pt idx="8516">
                  <c:v>388.0</c:v>
                </c:pt>
                <c:pt idx="8517">
                  <c:v>388.0</c:v>
                </c:pt>
                <c:pt idx="8518">
                  <c:v>388.0</c:v>
                </c:pt>
                <c:pt idx="8519">
                  <c:v>388.0</c:v>
                </c:pt>
                <c:pt idx="8520">
                  <c:v>388.0</c:v>
                </c:pt>
                <c:pt idx="8521">
                  <c:v>388.0</c:v>
                </c:pt>
                <c:pt idx="8522">
                  <c:v>388.0</c:v>
                </c:pt>
                <c:pt idx="8523">
                  <c:v>388.0</c:v>
                </c:pt>
                <c:pt idx="8524">
                  <c:v>388.0</c:v>
                </c:pt>
                <c:pt idx="8525">
                  <c:v>388.0</c:v>
                </c:pt>
                <c:pt idx="8526">
                  <c:v>388.0</c:v>
                </c:pt>
                <c:pt idx="8527">
                  <c:v>388.0</c:v>
                </c:pt>
                <c:pt idx="8528">
                  <c:v>388.0</c:v>
                </c:pt>
                <c:pt idx="8529">
                  <c:v>388.0</c:v>
                </c:pt>
                <c:pt idx="8530">
                  <c:v>388.0</c:v>
                </c:pt>
                <c:pt idx="8531">
                  <c:v>388.0</c:v>
                </c:pt>
                <c:pt idx="8532">
                  <c:v>388.0</c:v>
                </c:pt>
                <c:pt idx="8533">
                  <c:v>388.0</c:v>
                </c:pt>
                <c:pt idx="8534">
                  <c:v>388.0</c:v>
                </c:pt>
                <c:pt idx="8535">
                  <c:v>388.0</c:v>
                </c:pt>
                <c:pt idx="8536">
                  <c:v>388.0</c:v>
                </c:pt>
                <c:pt idx="8537">
                  <c:v>388.0</c:v>
                </c:pt>
                <c:pt idx="8538">
                  <c:v>388.0</c:v>
                </c:pt>
                <c:pt idx="8539">
                  <c:v>388.0</c:v>
                </c:pt>
                <c:pt idx="8540">
                  <c:v>388.0</c:v>
                </c:pt>
                <c:pt idx="8541">
                  <c:v>388.0</c:v>
                </c:pt>
                <c:pt idx="8542">
                  <c:v>388.0</c:v>
                </c:pt>
                <c:pt idx="8543">
                  <c:v>388.0</c:v>
                </c:pt>
                <c:pt idx="8544">
                  <c:v>388.0</c:v>
                </c:pt>
                <c:pt idx="8545">
                  <c:v>388.0</c:v>
                </c:pt>
                <c:pt idx="8546">
                  <c:v>388.0</c:v>
                </c:pt>
                <c:pt idx="8547">
                  <c:v>388.0</c:v>
                </c:pt>
                <c:pt idx="8548">
                  <c:v>388.0</c:v>
                </c:pt>
                <c:pt idx="8549">
                  <c:v>388.0</c:v>
                </c:pt>
                <c:pt idx="8550">
                  <c:v>388.0</c:v>
                </c:pt>
                <c:pt idx="8551">
                  <c:v>388.0</c:v>
                </c:pt>
                <c:pt idx="8552">
                  <c:v>388.0</c:v>
                </c:pt>
                <c:pt idx="8553">
                  <c:v>388.0</c:v>
                </c:pt>
                <c:pt idx="8554">
                  <c:v>388.0</c:v>
                </c:pt>
                <c:pt idx="8555">
                  <c:v>388.0</c:v>
                </c:pt>
                <c:pt idx="8556">
                  <c:v>388.0</c:v>
                </c:pt>
                <c:pt idx="8557">
                  <c:v>388.0</c:v>
                </c:pt>
                <c:pt idx="8558">
                  <c:v>388.0</c:v>
                </c:pt>
                <c:pt idx="8559">
                  <c:v>388.0</c:v>
                </c:pt>
                <c:pt idx="8560">
                  <c:v>388.0</c:v>
                </c:pt>
                <c:pt idx="8561">
                  <c:v>388.0</c:v>
                </c:pt>
                <c:pt idx="8562">
                  <c:v>388.0</c:v>
                </c:pt>
                <c:pt idx="8563">
                  <c:v>388.0</c:v>
                </c:pt>
                <c:pt idx="8564">
                  <c:v>388.0</c:v>
                </c:pt>
                <c:pt idx="8565">
                  <c:v>388.0</c:v>
                </c:pt>
                <c:pt idx="8566">
                  <c:v>388.0</c:v>
                </c:pt>
                <c:pt idx="8567">
                  <c:v>388.0</c:v>
                </c:pt>
                <c:pt idx="8568">
                  <c:v>388.0</c:v>
                </c:pt>
                <c:pt idx="8569">
                  <c:v>388.0</c:v>
                </c:pt>
                <c:pt idx="8570">
                  <c:v>388.0</c:v>
                </c:pt>
                <c:pt idx="8571">
                  <c:v>388.0</c:v>
                </c:pt>
                <c:pt idx="8572">
                  <c:v>388.0</c:v>
                </c:pt>
                <c:pt idx="8573">
                  <c:v>388.0</c:v>
                </c:pt>
                <c:pt idx="8574">
                  <c:v>388.0</c:v>
                </c:pt>
                <c:pt idx="8575">
                  <c:v>388.0</c:v>
                </c:pt>
                <c:pt idx="8576">
                  <c:v>388.0</c:v>
                </c:pt>
                <c:pt idx="8577">
                  <c:v>388.0</c:v>
                </c:pt>
                <c:pt idx="8578">
                  <c:v>388.0</c:v>
                </c:pt>
                <c:pt idx="8579">
                  <c:v>388.0</c:v>
                </c:pt>
                <c:pt idx="8580">
                  <c:v>388.0</c:v>
                </c:pt>
                <c:pt idx="8581">
                  <c:v>388.0</c:v>
                </c:pt>
                <c:pt idx="8582">
                  <c:v>388.0</c:v>
                </c:pt>
                <c:pt idx="8583">
                  <c:v>388.0</c:v>
                </c:pt>
                <c:pt idx="8584">
                  <c:v>388.0</c:v>
                </c:pt>
                <c:pt idx="8585">
                  <c:v>388.0</c:v>
                </c:pt>
                <c:pt idx="8586">
                  <c:v>388.0</c:v>
                </c:pt>
                <c:pt idx="8587">
                  <c:v>388.0</c:v>
                </c:pt>
                <c:pt idx="8588">
                  <c:v>388.0</c:v>
                </c:pt>
                <c:pt idx="8589">
                  <c:v>388.0</c:v>
                </c:pt>
                <c:pt idx="8590">
                  <c:v>388.0</c:v>
                </c:pt>
                <c:pt idx="8591">
                  <c:v>388.0</c:v>
                </c:pt>
                <c:pt idx="8592">
                  <c:v>388.0</c:v>
                </c:pt>
                <c:pt idx="8593">
                  <c:v>388.0</c:v>
                </c:pt>
                <c:pt idx="8594">
                  <c:v>388.0</c:v>
                </c:pt>
                <c:pt idx="8595">
                  <c:v>388.0</c:v>
                </c:pt>
                <c:pt idx="8596">
                  <c:v>388.0</c:v>
                </c:pt>
                <c:pt idx="8597">
                  <c:v>388.0</c:v>
                </c:pt>
                <c:pt idx="8598">
                  <c:v>388.0</c:v>
                </c:pt>
                <c:pt idx="8599">
                  <c:v>388.0</c:v>
                </c:pt>
                <c:pt idx="8600">
                  <c:v>388.0</c:v>
                </c:pt>
                <c:pt idx="8601">
                  <c:v>388.0</c:v>
                </c:pt>
                <c:pt idx="8602">
                  <c:v>388.0</c:v>
                </c:pt>
                <c:pt idx="8603">
                  <c:v>388.0</c:v>
                </c:pt>
                <c:pt idx="8604">
                  <c:v>388.0</c:v>
                </c:pt>
                <c:pt idx="8605">
                  <c:v>388.0</c:v>
                </c:pt>
                <c:pt idx="8606">
                  <c:v>388.0</c:v>
                </c:pt>
                <c:pt idx="8607">
                  <c:v>388.0</c:v>
                </c:pt>
                <c:pt idx="8608">
                  <c:v>388.0</c:v>
                </c:pt>
                <c:pt idx="8609">
                  <c:v>388.0</c:v>
                </c:pt>
                <c:pt idx="8610">
                  <c:v>388.0</c:v>
                </c:pt>
                <c:pt idx="8611">
                  <c:v>388.0</c:v>
                </c:pt>
                <c:pt idx="8612">
                  <c:v>388.0</c:v>
                </c:pt>
                <c:pt idx="8613">
                  <c:v>388.0</c:v>
                </c:pt>
                <c:pt idx="8614">
                  <c:v>388.0</c:v>
                </c:pt>
                <c:pt idx="8615">
                  <c:v>388.0</c:v>
                </c:pt>
                <c:pt idx="8616">
                  <c:v>388.0</c:v>
                </c:pt>
                <c:pt idx="8617">
                  <c:v>388.0</c:v>
                </c:pt>
                <c:pt idx="8618">
                  <c:v>388.0</c:v>
                </c:pt>
                <c:pt idx="8619">
                  <c:v>388.0</c:v>
                </c:pt>
                <c:pt idx="8620">
                  <c:v>388.0</c:v>
                </c:pt>
                <c:pt idx="8621">
                  <c:v>388.0</c:v>
                </c:pt>
                <c:pt idx="8622">
                  <c:v>388.0</c:v>
                </c:pt>
                <c:pt idx="8623">
                  <c:v>388.0</c:v>
                </c:pt>
                <c:pt idx="8624">
                  <c:v>388.0</c:v>
                </c:pt>
                <c:pt idx="8625">
                  <c:v>388.0</c:v>
                </c:pt>
                <c:pt idx="8626">
                  <c:v>388.0</c:v>
                </c:pt>
                <c:pt idx="8627">
                  <c:v>388.0</c:v>
                </c:pt>
                <c:pt idx="8628">
                  <c:v>388.0</c:v>
                </c:pt>
                <c:pt idx="8629">
                  <c:v>388.0</c:v>
                </c:pt>
                <c:pt idx="8630">
                  <c:v>388.0</c:v>
                </c:pt>
                <c:pt idx="8631">
                  <c:v>388.0</c:v>
                </c:pt>
                <c:pt idx="8632">
                  <c:v>388.0</c:v>
                </c:pt>
                <c:pt idx="8633">
                  <c:v>388.0</c:v>
                </c:pt>
                <c:pt idx="8634">
                  <c:v>388.0</c:v>
                </c:pt>
                <c:pt idx="8635">
                  <c:v>388.0</c:v>
                </c:pt>
                <c:pt idx="8636">
                  <c:v>388.0</c:v>
                </c:pt>
                <c:pt idx="8637">
                  <c:v>388.0</c:v>
                </c:pt>
                <c:pt idx="8638">
                  <c:v>388.0</c:v>
                </c:pt>
                <c:pt idx="8639">
                  <c:v>388.0</c:v>
                </c:pt>
                <c:pt idx="8640">
                  <c:v>388.0</c:v>
                </c:pt>
                <c:pt idx="8641">
                  <c:v>388.0</c:v>
                </c:pt>
                <c:pt idx="8642">
                  <c:v>388.0</c:v>
                </c:pt>
                <c:pt idx="8643">
                  <c:v>388.0</c:v>
                </c:pt>
                <c:pt idx="8644">
                  <c:v>388.0</c:v>
                </c:pt>
                <c:pt idx="8645">
                  <c:v>388.0</c:v>
                </c:pt>
                <c:pt idx="8646">
                  <c:v>388.0</c:v>
                </c:pt>
                <c:pt idx="8647">
                  <c:v>388.0</c:v>
                </c:pt>
                <c:pt idx="8648">
                  <c:v>388.0</c:v>
                </c:pt>
                <c:pt idx="8649">
                  <c:v>388.0</c:v>
                </c:pt>
                <c:pt idx="8650">
                  <c:v>388.0</c:v>
                </c:pt>
                <c:pt idx="8651">
                  <c:v>388.0</c:v>
                </c:pt>
                <c:pt idx="8652">
                  <c:v>388.0</c:v>
                </c:pt>
                <c:pt idx="8653">
                  <c:v>388.0</c:v>
                </c:pt>
                <c:pt idx="8654">
                  <c:v>388.0</c:v>
                </c:pt>
                <c:pt idx="8655">
                  <c:v>388.0</c:v>
                </c:pt>
                <c:pt idx="8656">
                  <c:v>388.0</c:v>
                </c:pt>
                <c:pt idx="8657">
                  <c:v>388.0</c:v>
                </c:pt>
                <c:pt idx="8658">
                  <c:v>388.0</c:v>
                </c:pt>
                <c:pt idx="8659">
                  <c:v>388.0</c:v>
                </c:pt>
                <c:pt idx="8660">
                  <c:v>388.0</c:v>
                </c:pt>
                <c:pt idx="8661">
                  <c:v>388.0</c:v>
                </c:pt>
                <c:pt idx="8662">
                  <c:v>388.0</c:v>
                </c:pt>
                <c:pt idx="8663">
                  <c:v>388.0</c:v>
                </c:pt>
                <c:pt idx="8664">
                  <c:v>388.0</c:v>
                </c:pt>
                <c:pt idx="8665">
                  <c:v>388.0</c:v>
                </c:pt>
                <c:pt idx="8666">
                  <c:v>388.0</c:v>
                </c:pt>
                <c:pt idx="8667">
                  <c:v>388.0</c:v>
                </c:pt>
                <c:pt idx="8668">
                  <c:v>388.0</c:v>
                </c:pt>
                <c:pt idx="8669">
                  <c:v>388.0</c:v>
                </c:pt>
                <c:pt idx="8670">
                  <c:v>388.0</c:v>
                </c:pt>
                <c:pt idx="8671">
                  <c:v>388.0</c:v>
                </c:pt>
                <c:pt idx="8672">
                  <c:v>388.0</c:v>
                </c:pt>
                <c:pt idx="8673">
                  <c:v>388.0</c:v>
                </c:pt>
                <c:pt idx="8674">
                  <c:v>388.0</c:v>
                </c:pt>
                <c:pt idx="8675">
                  <c:v>388.0</c:v>
                </c:pt>
                <c:pt idx="8676">
                  <c:v>388.0</c:v>
                </c:pt>
                <c:pt idx="8677">
                  <c:v>388.0</c:v>
                </c:pt>
                <c:pt idx="8678">
                  <c:v>388.0</c:v>
                </c:pt>
                <c:pt idx="8679">
                  <c:v>388.0</c:v>
                </c:pt>
                <c:pt idx="8680">
                  <c:v>388.0</c:v>
                </c:pt>
                <c:pt idx="8681">
                  <c:v>388.0</c:v>
                </c:pt>
                <c:pt idx="8682">
                  <c:v>388.0</c:v>
                </c:pt>
                <c:pt idx="8683">
                  <c:v>388.0</c:v>
                </c:pt>
                <c:pt idx="8684">
                  <c:v>388.0</c:v>
                </c:pt>
                <c:pt idx="8685">
                  <c:v>388.0</c:v>
                </c:pt>
                <c:pt idx="8686">
                  <c:v>388.0</c:v>
                </c:pt>
                <c:pt idx="8687">
                  <c:v>388.0</c:v>
                </c:pt>
                <c:pt idx="8688">
                  <c:v>388.0</c:v>
                </c:pt>
                <c:pt idx="8689">
                  <c:v>388.0</c:v>
                </c:pt>
                <c:pt idx="8690">
                  <c:v>388.0</c:v>
                </c:pt>
                <c:pt idx="8691">
                  <c:v>388.0</c:v>
                </c:pt>
                <c:pt idx="8692">
                  <c:v>388.0</c:v>
                </c:pt>
                <c:pt idx="8693">
                  <c:v>388.0</c:v>
                </c:pt>
                <c:pt idx="8694">
                  <c:v>388.0</c:v>
                </c:pt>
                <c:pt idx="8695">
                  <c:v>388.0</c:v>
                </c:pt>
                <c:pt idx="8696">
                  <c:v>388.0</c:v>
                </c:pt>
                <c:pt idx="8697">
                  <c:v>388.0</c:v>
                </c:pt>
                <c:pt idx="8698">
                  <c:v>388.0</c:v>
                </c:pt>
                <c:pt idx="8699">
                  <c:v>388.0</c:v>
                </c:pt>
                <c:pt idx="8700">
                  <c:v>388.0</c:v>
                </c:pt>
                <c:pt idx="8701">
                  <c:v>388.0</c:v>
                </c:pt>
                <c:pt idx="8702">
                  <c:v>388.0</c:v>
                </c:pt>
                <c:pt idx="8703">
                  <c:v>388.0</c:v>
                </c:pt>
                <c:pt idx="8704">
                  <c:v>388.0</c:v>
                </c:pt>
                <c:pt idx="8705">
                  <c:v>388.0</c:v>
                </c:pt>
                <c:pt idx="8706">
                  <c:v>388.0</c:v>
                </c:pt>
                <c:pt idx="8707">
                  <c:v>388.0</c:v>
                </c:pt>
                <c:pt idx="8708">
                  <c:v>388.0</c:v>
                </c:pt>
                <c:pt idx="8709">
                  <c:v>388.0</c:v>
                </c:pt>
                <c:pt idx="8710">
                  <c:v>388.0</c:v>
                </c:pt>
                <c:pt idx="8711">
                  <c:v>388.0</c:v>
                </c:pt>
                <c:pt idx="8712">
                  <c:v>388.0</c:v>
                </c:pt>
                <c:pt idx="8713">
                  <c:v>388.0</c:v>
                </c:pt>
                <c:pt idx="8714">
                  <c:v>388.0</c:v>
                </c:pt>
                <c:pt idx="8715">
                  <c:v>388.0</c:v>
                </c:pt>
                <c:pt idx="8716">
                  <c:v>388.0</c:v>
                </c:pt>
                <c:pt idx="8717">
                  <c:v>388.0</c:v>
                </c:pt>
                <c:pt idx="8718">
                  <c:v>388.0</c:v>
                </c:pt>
                <c:pt idx="8719">
                  <c:v>388.0</c:v>
                </c:pt>
                <c:pt idx="8720">
                  <c:v>388.0</c:v>
                </c:pt>
                <c:pt idx="8721">
                  <c:v>388.0</c:v>
                </c:pt>
                <c:pt idx="8722">
                  <c:v>388.0</c:v>
                </c:pt>
                <c:pt idx="8723">
                  <c:v>388.0</c:v>
                </c:pt>
                <c:pt idx="8724">
                  <c:v>388.0</c:v>
                </c:pt>
                <c:pt idx="8725">
                  <c:v>388.0</c:v>
                </c:pt>
                <c:pt idx="8726">
                  <c:v>388.0</c:v>
                </c:pt>
                <c:pt idx="8727">
                  <c:v>388.0</c:v>
                </c:pt>
                <c:pt idx="8728">
                  <c:v>388.0</c:v>
                </c:pt>
                <c:pt idx="8729">
                  <c:v>388.0</c:v>
                </c:pt>
                <c:pt idx="8730">
                  <c:v>388.0</c:v>
                </c:pt>
                <c:pt idx="8731">
                  <c:v>388.0</c:v>
                </c:pt>
                <c:pt idx="8732">
                  <c:v>388.0</c:v>
                </c:pt>
                <c:pt idx="8733">
                  <c:v>388.0</c:v>
                </c:pt>
                <c:pt idx="8734">
                  <c:v>388.0</c:v>
                </c:pt>
                <c:pt idx="8735">
                  <c:v>388.0</c:v>
                </c:pt>
                <c:pt idx="8736">
                  <c:v>388.0</c:v>
                </c:pt>
                <c:pt idx="8737">
                  <c:v>388.0</c:v>
                </c:pt>
                <c:pt idx="8738">
                  <c:v>388.0</c:v>
                </c:pt>
                <c:pt idx="8739">
                  <c:v>388.0</c:v>
                </c:pt>
                <c:pt idx="8740">
                  <c:v>388.0</c:v>
                </c:pt>
                <c:pt idx="8741">
                  <c:v>388.0</c:v>
                </c:pt>
                <c:pt idx="8742">
                  <c:v>388.0</c:v>
                </c:pt>
                <c:pt idx="8743">
                  <c:v>388.0</c:v>
                </c:pt>
                <c:pt idx="8744">
                  <c:v>388.0</c:v>
                </c:pt>
                <c:pt idx="8745">
                  <c:v>388.0</c:v>
                </c:pt>
                <c:pt idx="8746">
                  <c:v>388.0</c:v>
                </c:pt>
                <c:pt idx="8747">
                  <c:v>388.0</c:v>
                </c:pt>
                <c:pt idx="8748">
                  <c:v>388.0</c:v>
                </c:pt>
                <c:pt idx="8749">
                  <c:v>388.0</c:v>
                </c:pt>
                <c:pt idx="8750">
                  <c:v>388.0</c:v>
                </c:pt>
                <c:pt idx="8751">
                  <c:v>388.0</c:v>
                </c:pt>
                <c:pt idx="8752">
                  <c:v>388.0</c:v>
                </c:pt>
                <c:pt idx="8753">
                  <c:v>388.0</c:v>
                </c:pt>
                <c:pt idx="8754">
                  <c:v>388.0</c:v>
                </c:pt>
                <c:pt idx="8755">
                  <c:v>388.0</c:v>
                </c:pt>
                <c:pt idx="8756">
                  <c:v>388.0</c:v>
                </c:pt>
                <c:pt idx="8757">
                  <c:v>388.0</c:v>
                </c:pt>
                <c:pt idx="8758">
                  <c:v>388.0</c:v>
                </c:pt>
                <c:pt idx="8759">
                  <c:v>388.0</c:v>
                </c:pt>
                <c:pt idx="8760">
                  <c:v>388.0</c:v>
                </c:pt>
                <c:pt idx="8761">
                  <c:v>388.0</c:v>
                </c:pt>
                <c:pt idx="8762">
                  <c:v>388.0</c:v>
                </c:pt>
                <c:pt idx="8763">
                  <c:v>388.0</c:v>
                </c:pt>
                <c:pt idx="8764">
                  <c:v>388.0</c:v>
                </c:pt>
                <c:pt idx="8765">
                  <c:v>388.0</c:v>
                </c:pt>
                <c:pt idx="8766">
                  <c:v>388.0</c:v>
                </c:pt>
                <c:pt idx="8767">
                  <c:v>388.0</c:v>
                </c:pt>
                <c:pt idx="8768">
                  <c:v>388.0</c:v>
                </c:pt>
                <c:pt idx="8769">
                  <c:v>388.0</c:v>
                </c:pt>
                <c:pt idx="8770">
                  <c:v>388.0</c:v>
                </c:pt>
                <c:pt idx="8771">
                  <c:v>388.0</c:v>
                </c:pt>
                <c:pt idx="8772">
                  <c:v>388.0</c:v>
                </c:pt>
                <c:pt idx="8773">
                  <c:v>388.0</c:v>
                </c:pt>
                <c:pt idx="8774">
                  <c:v>388.0</c:v>
                </c:pt>
                <c:pt idx="8775">
                  <c:v>388.0</c:v>
                </c:pt>
                <c:pt idx="8776">
                  <c:v>388.0</c:v>
                </c:pt>
                <c:pt idx="8777">
                  <c:v>388.0</c:v>
                </c:pt>
                <c:pt idx="8778">
                  <c:v>388.0</c:v>
                </c:pt>
                <c:pt idx="8779">
                  <c:v>388.0</c:v>
                </c:pt>
                <c:pt idx="8780">
                  <c:v>388.0</c:v>
                </c:pt>
                <c:pt idx="8781">
                  <c:v>388.0</c:v>
                </c:pt>
                <c:pt idx="8782">
                  <c:v>388.0</c:v>
                </c:pt>
                <c:pt idx="8783">
                  <c:v>388.0</c:v>
                </c:pt>
                <c:pt idx="8784">
                  <c:v>388.0</c:v>
                </c:pt>
                <c:pt idx="8785">
                  <c:v>388.0</c:v>
                </c:pt>
                <c:pt idx="8786">
                  <c:v>388.0</c:v>
                </c:pt>
                <c:pt idx="8787">
                  <c:v>388.0</c:v>
                </c:pt>
                <c:pt idx="8788">
                  <c:v>388.0</c:v>
                </c:pt>
                <c:pt idx="8789">
                  <c:v>388.0</c:v>
                </c:pt>
                <c:pt idx="8790">
                  <c:v>388.0</c:v>
                </c:pt>
                <c:pt idx="8791">
                  <c:v>388.0</c:v>
                </c:pt>
                <c:pt idx="8792">
                  <c:v>388.0</c:v>
                </c:pt>
                <c:pt idx="8793">
                  <c:v>388.0</c:v>
                </c:pt>
                <c:pt idx="8794">
                  <c:v>388.0</c:v>
                </c:pt>
                <c:pt idx="8795">
                  <c:v>388.0</c:v>
                </c:pt>
                <c:pt idx="8796">
                  <c:v>388.0</c:v>
                </c:pt>
                <c:pt idx="8797">
                  <c:v>388.0</c:v>
                </c:pt>
                <c:pt idx="8798">
                  <c:v>388.0</c:v>
                </c:pt>
                <c:pt idx="8799">
                  <c:v>388.0</c:v>
                </c:pt>
                <c:pt idx="8800">
                  <c:v>388.0</c:v>
                </c:pt>
                <c:pt idx="8801">
                  <c:v>388.0</c:v>
                </c:pt>
                <c:pt idx="8802">
                  <c:v>388.0</c:v>
                </c:pt>
                <c:pt idx="8803">
                  <c:v>388.0</c:v>
                </c:pt>
                <c:pt idx="8804">
                  <c:v>388.0</c:v>
                </c:pt>
                <c:pt idx="8805">
                  <c:v>388.0</c:v>
                </c:pt>
                <c:pt idx="8806">
                  <c:v>388.0</c:v>
                </c:pt>
                <c:pt idx="8807">
                  <c:v>388.0</c:v>
                </c:pt>
                <c:pt idx="8808">
                  <c:v>388.0</c:v>
                </c:pt>
                <c:pt idx="8809">
                  <c:v>388.0</c:v>
                </c:pt>
                <c:pt idx="8810">
                  <c:v>388.0</c:v>
                </c:pt>
                <c:pt idx="8811">
                  <c:v>388.0</c:v>
                </c:pt>
                <c:pt idx="8812">
                  <c:v>388.0</c:v>
                </c:pt>
                <c:pt idx="8813">
                  <c:v>388.0</c:v>
                </c:pt>
                <c:pt idx="8814">
                  <c:v>388.0</c:v>
                </c:pt>
                <c:pt idx="8815">
                  <c:v>388.0</c:v>
                </c:pt>
                <c:pt idx="8816">
                  <c:v>388.0</c:v>
                </c:pt>
                <c:pt idx="8817">
                  <c:v>388.0</c:v>
                </c:pt>
                <c:pt idx="8818">
                  <c:v>388.0</c:v>
                </c:pt>
                <c:pt idx="8819">
                  <c:v>388.0</c:v>
                </c:pt>
                <c:pt idx="8820">
                  <c:v>388.0</c:v>
                </c:pt>
                <c:pt idx="8821">
                  <c:v>388.0</c:v>
                </c:pt>
                <c:pt idx="8822">
                  <c:v>388.0</c:v>
                </c:pt>
                <c:pt idx="8823">
                  <c:v>388.0</c:v>
                </c:pt>
                <c:pt idx="8824">
                  <c:v>388.0</c:v>
                </c:pt>
                <c:pt idx="8825">
                  <c:v>388.0</c:v>
                </c:pt>
                <c:pt idx="8826">
                  <c:v>388.0</c:v>
                </c:pt>
                <c:pt idx="8827">
                  <c:v>388.0</c:v>
                </c:pt>
                <c:pt idx="8828">
                  <c:v>388.0</c:v>
                </c:pt>
                <c:pt idx="8829">
                  <c:v>388.0</c:v>
                </c:pt>
                <c:pt idx="8830">
                  <c:v>388.0</c:v>
                </c:pt>
                <c:pt idx="8831">
                  <c:v>388.0</c:v>
                </c:pt>
                <c:pt idx="8832">
                  <c:v>388.0</c:v>
                </c:pt>
                <c:pt idx="8833">
                  <c:v>388.0</c:v>
                </c:pt>
                <c:pt idx="8834">
                  <c:v>388.0</c:v>
                </c:pt>
                <c:pt idx="8835">
                  <c:v>388.0</c:v>
                </c:pt>
                <c:pt idx="8836">
                  <c:v>388.0</c:v>
                </c:pt>
                <c:pt idx="8837">
                  <c:v>388.0</c:v>
                </c:pt>
                <c:pt idx="8838">
                  <c:v>388.0</c:v>
                </c:pt>
                <c:pt idx="8839">
                  <c:v>388.0</c:v>
                </c:pt>
                <c:pt idx="8840">
                  <c:v>388.0</c:v>
                </c:pt>
                <c:pt idx="8841">
                  <c:v>388.0</c:v>
                </c:pt>
                <c:pt idx="8842">
                  <c:v>388.0</c:v>
                </c:pt>
                <c:pt idx="8843">
                  <c:v>388.0</c:v>
                </c:pt>
                <c:pt idx="8844">
                  <c:v>388.0</c:v>
                </c:pt>
                <c:pt idx="8845">
                  <c:v>388.0</c:v>
                </c:pt>
                <c:pt idx="8846">
                  <c:v>388.0</c:v>
                </c:pt>
                <c:pt idx="8847">
                  <c:v>388.0</c:v>
                </c:pt>
                <c:pt idx="8848">
                  <c:v>388.0</c:v>
                </c:pt>
                <c:pt idx="8849">
                  <c:v>388.0</c:v>
                </c:pt>
                <c:pt idx="8850">
                  <c:v>388.0</c:v>
                </c:pt>
                <c:pt idx="8851">
                  <c:v>388.0</c:v>
                </c:pt>
                <c:pt idx="8852">
                  <c:v>388.0</c:v>
                </c:pt>
                <c:pt idx="8853">
                  <c:v>388.0</c:v>
                </c:pt>
                <c:pt idx="8854">
                  <c:v>388.0</c:v>
                </c:pt>
                <c:pt idx="8855">
                  <c:v>388.0</c:v>
                </c:pt>
                <c:pt idx="8856">
                  <c:v>388.0</c:v>
                </c:pt>
                <c:pt idx="8857">
                  <c:v>388.0</c:v>
                </c:pt>
                <c:pt idx="8858">
                  <c:v>388.0</c:v>
                </c:pt>
                <c:pt idx="8859">
                  <c:v>388.0</c:v>
                </c:pt>
                <c:pt idx="8860">
                  <c:v>388.0</c:v>
                </c:pt>
                <c:pt idx="8861">
                  <c:v>388.0</c:v>
                </c:pt>
                <c:pt idx="8862">
                  <c:v>388.0</c:v>
                </c:pt>
                <c:pt idx="8863">
                  <c:v>388.0</c:v>
                </c:pt>
                <c:pt idx="8864">
                  <c:v>388.0</c:v>
                </c:pt>
                <c:pt idx="8865">
                  <c:v>388.0</c:v>
                </c:pt>
                <c:pt idx="8866">
                  <c:v>388.0</c:v>
                </c:pt>
                <c:pt idx="8867">
                  <c:v>388.0</c:v>
                </c:pt>
                <c:pt idx="8868">
                  <c:v>388.0</c:v>
                </c:pt>
                <c:pt idx="8869">
                  <c:v>388.0</c:v>
                </c:pt>
                <c:pt idx="8870">
                  <c:v>388.0</c:v>
                </c:pt>
                <c:pt idx="8871">
                  <c:v>388.0</c:v>
                </c:pt>
                <c:pt idx="8872">
                  <c:v>388.0</c:v>
                </c:pt>
                <c:pt idx="8873">
                  <c:v>388.0</c:v>
                </c:pt>
                <c:pt idx="8874">
                  <c:v>388.0</c:v>
                </c:pt>
                <c:pt idx="8875">
                  <c:v>388.0</c:v>
                </c:pt>
                <c:pt idx="8876">
                  <c:v>388.0</c:v>
                </c:pt>
                <c:pt idx="8877">
                  <c:v>388.0</c:v>
                </c:pt>
                <c:pt idx="8878">
                  <c:v>388.0</c:v>
                </c:pt>
                <c:pt idx="8879">
                  <c:v>388.0</c:v>
                </c:pt>
                <c:pt idx="8880">
                  <c:v>388.0</c:v>
                </c:pt>
                <c:pt idx="8881">
                  <c:v>388.0</c:v>
                </c:pt>
                <c:pt idx="8882">
                  <c:v>388.0</c:v>
                </c:pt>
                <c:pt idx="8883">
                  <c:v>388.0</c:v>
                </c:pt>
                <c:pt idx="8884">
                  <c:v>388.0</c:v>
                </c:pt>
                <c:pt idx="8885">
                  <c:v>388.0</c:v>
                </c:pt>
                <c:pt idx="8886">
                  <c:v>388.0</c:v>
                </c:pt>
                <c:pt idx="8887">
                  <c:v>388.0</c:v>
                </c:pt>
                <c:pt idx="8888">
                  <c:v>388.0</c:v>
                </c:pt>
                <c:pt idx="8889">
                  <c:v>388.0</c:v>
                </c:pt>
                <c:pt idx="8890">
                  <c:v>388.0</c:v>
                </c:pt>
                <c:pt idx="8891">
                  <c:v>388.0</c:v>
                </c:pt>
                <c:pt idx="8892">
                  <c:v>388.0</c:v>
                </c:pt>
                <c:pt idx="8893">
                  <c:v>388.0</c:v>
                </c:pt>
                <c:pt idx="8894">
                  <c:v>388.0</c:v>
                </c:pt>
                <c:pt idx="8895">
                  <c:v>388.0</c:v>
                </c:pt>
                <c:pt idx="8896">
                  <c:v>388.0</c:v>
                </c:pt>
                <c:pt idx="8897">
                  <c:v>388.0</c:v>
                </c:pt>
                <c:pt idx="8898">
                  <c:v>388.0</c:v>
                </c:pt>
                <c:pt idx="8899">
                  <c:v>388.0</c:v>
                </c:pt>
                <c:pt idx="8900">
                  <c:v>388.0</c:v>
                </c:pt>
                <c:pt idx="8901">
                  <c:v>388.0</c:v>
                </c:pt>
                <c:pt idx="8902">
                  <c:v>388.0</c:v>
                </c:pt>
                <c:pt idx="8903">
                  <c:v>388.0</c:v>
                </c:pt>
                <c:pt idx="8904">
                  <c:v>388.0</c:v>
                </c:pt>
                <c:pt idx="8905">
                  <c:v>388.0</c:v>
                </c:pt>
                <c:pt idx="8906">
                  <c:v>388.0</c:v>
                </c:pt>
                <c:pt idx="8907">
                  <c:v>388.0</c:v>
                </c:pt>
                <c:pt idx="8908">
                  <c:v>388.0</c:v>
                </c:pt>
                <c:pt idx="8909">
                  <c:v>388.0</c:v>
                </c:pt>
                <c:pt idx="8910">
                  <c:v>388.0</c:v>
                </c:pt>
                <c:pt idx="8911">
                  <c:v>388.0</c:v>
                </c:pt>
                <c:pt idx="8912">
                  <c:v>388.0</c:v>
                </c:pt>
                <c:pt idx="8913">
                  <c:v>388.0</c:v>
                </c:pt>
                <c:pt idx="8914">
                  <c:v>388.0</c:v>
                </c:pt>
                <c:pt idx="8915">
                  <c:v>388.0</c:v>
                </c:pt>
                <c:pt idx="8916">
                  <c:v>388.0</c:v>
                </c:pt>
                <c:pt idx="8917">
                  <c:v>388.0</c:v>
                </c:pt>
                <c:pt idx="8918">
                  <c:v>388.0</c:v>
                </c:pt>
                <c:pt idx="8919">
                  <c:v>388.0</c:v>
                </c:pt>
                <c:pt idx="8920">
                  <c:v>388.0</c:v>
                </c:pt>
                <c:pt idx="8921">
                  <c:v>388.0</c:v>
                </c:pt>
                <c:pt idx="8922">
                  <c:v>388.0</c:v>
                </c:pt>
                <c:pt idx="8923">
                  <c:v>388.0</c:v>
                </c:pt>
                <c:pt idx="8924">
                  <c:v>388.0</c:v>
                </c:pt>
                <c:pt idx="8925">
                  <c:v>388.0</c:v>
                </c:pt>
                <c:pt idx="8926">
                  <c:v>388.0</c:v>
                </c:pt>
                <c:pt idx="8927">
                  <c:v>388.0</c:v>
                </c:pt>
                <c:pt idx="8928">
                  <c:v>388.0</c:v>
                </c:pt>
                <c:pt idx="8929">
                  <c:v>388.0</c:v>
                </c:pt>
                <c:pt idx="8930">
                  <c:v>388.0</c:v>
                </c:pt>
                <c:pt idx="8931">
                  <c:v>388.0</c:v>
                </c:pt>
                <c:pt idx="8932">
                  <c:v>388.0</c:v>
                </c:pt>
                <c:pt idx="8933">
                  <c:v>388.0</c:v>
                </c:pt>
                <c:pt idx="8934">
                  <c:v>388.0</c:v>
                </c:pt>
                <c:pt idx="8935">
                  <c:v>388.0</c:v>
                </c:pt>
                <c:pt idx="8936">
                  <c:v>388.0</c:v>
                </c:pt>
                <c:pt idx="8937">
                  <c:v>388.0</c:v>
                </c:pt>
                <c:pt idx="8938">
                  <c:v>388.0</c:v>
                </c:pt>
                <c:pt idx="8939">
                  <c:v>388.0</c:v>
                </c:pt>
                <c:pt idx="8940">
                  <c:v>388.0</c:v>
                </c:pt>
                <c:pt idx="8941">
                  <c:v>388.0</c:v>
                </c:pt>
                <c:pt idx="8942">
                  <c:v>388.0</c:v>
                </c:pt>
                <c:pt idx="8943">
                  <c:v>388.0</c:v>
                </c:pt>
                <c:pt idx="8944">
                  <c:v>388.0</c:v>
                </c:pt>
                <c:pt idx="8945">
                  <c:v>388.0</c:v>
                </c:pt>
                <c:pt idx="8946">
                  <c:v>388.0</c:v>
                </c:pt>
                <c:pt idx="8947">
                  <c:v>388.0</c:v>
                </c:pt>
                <c:pt idx="8948">
                  <c:v>388.0</c:v>
                </c:pt>
                <c:pt idx="8949">
                  <c:v>388.0</c:v>
                </c:pt>
                <c:pt idx="8950">
                  <c:v>388.0</c:v>
                </c:pt>
                <c:pt idx="8951">
                  <c:v>388.0</c:v>
                </c:pt>
                <c:pt idx="8952">
                  <c:v>388.0</c:v>
                </c:pt>
                <c:pt idx="8953">
                  <c:v>388.0</c:v>
                </c:pt>
                <c:pt idx="8954">
                  <c:v>388.0</c:v>
                </c:pt>
                <c:pt idx="8955">
                  <c:v>388.0</c:v>
                </c:pt>
                <c:pt idx="8956">
                  <c:v>388.0</c:v>
                </c:pt>
                <c:pt idx="8957">
                  <c:v>388.0</c:v>
                </c:pt>
                <c:pt idx="8958">
                  <c:v>388.0</c:v>
                </c:pt>
                <c:pt idx="8959">
                  <c:v>388.0</c:v>
                </c:pt>
                <c:pt idx="8960">
                  <c:v>388.0</c:v>
                </c:pt>
                <c:pt idx="8961">
                  <c:v>388.0</c:v>
                </c:pt>
                <c:pt idx="8962">
                  <c:v>388.0</c:v>
                </c:pt>
                <c:pt idx="8963">
                  <c:v>388.0</c:v>
                </c:pt>
                <c:pt idx="8964">
                  <c:v>388.0</c:v>
                </c:pt>
                <c:pt idx="8965">
                  <c:v>388.0</c:v>
                </c:pt>
                <c:pt idx="8966">
                  <c:v>388.0</c:v>
                </c:pt>
                <c:pt idx="8967">
                  <c:v>388.0</c:v>
                </c:pt>
                <c:pt idx="8968">
                  <c:v>388.0</c:v>
                </c:pt>
                <c:pt idx="8969">
                  <c:v>388.0</c:v>
                </c:pt>
                <c:pt idx="8970">
                  <c:v>388.0</c:v>
                </c:pt>
                <c:pt idx="8971">
                  <c:v>388.0</c:v>
                </c:pt>
                <c:pt idx="8972">
                  <c:v>388.0</c:v>
                </c:pt>
                <c:pt idx="8973">
                  <c:v>388.0</c:v>
                </c:pt>
                <c:pt idx="8974">
                  <c:v>388.0</c:v>
                </c:pt>
                <c:pt idx="8975">
                  <c:v>388.0</c:v>
                </c:pt>
                <c:pt idx="8976">
                  <c:v>388.0</c:v>
                </c:pt>
                <c:pt idx="8977">
                  <c:v>388.0</c:v>
                </c:pt>
                <c:pt idx="8978">
                  <c:v>388.0</c:v>
                </c:pt>
                <c:pt idx="8979">
                  <c:v>388.0</c:v>
                </c:pt>
                <c:pt idx="8980">
                  <c:v>388.0</c:v>
                </c:pt>
                <c:pt idx="8981">
                  <c:v>388.0</c:v>
                </c:pt>
                <c:pt idx="8982">
                  <c:v>388.0</c:v>
                </c:pt>
                <c:pt idx="8983">
                  <c:v>388.0</c:v>
                </c:pt>
                <c:pt idx="8984">
                  <c:v>388.0</c:v>
                </c:pt>
                <c:pt idx="8985">
                  <c:v>388.0</c:v>
                </c:pt>
                <c:pt idx="8986">
                  <c:v>388.0</c:v>
                </c:pt>
                <c:pt idx="8987">
                  <c:v>388.0</c:v>
                </c:pt>
                <c:pt idx="8988">
                  <c:v>388.0</c:v>
                </c:pt>
                <c:pt idx="8989">
                  <c:v>388.0</c:v>
                </c:pt>
                <c:pt idx="8990">
                  <c:v>388.0</c:v>
                </c:pt>
                <c:pt idx="8991">
                  <c:v>388.0</c:v>
                </c:pt>
                <c:pt idx="8992">
                  <c:v>388.0</c:v>
                </c:pt>
                <c:pt idx="8993">
                  <c:v>388.0</c:v>
                </c:pt>
                <c:pt idx="8994">
                  <c:v>388.0</c:v>
                </c:pt>
                <c:pt idx="8995">
                  <c:v>388.0</c:v>
                </c:pt>
                <c:pt idx="8996">
                  <c:v>388.0</c:v>
                </c:pt>
                <c:pt idx="8997">
                  <c:v>388.0</c:v>
                </c:pt>
                <c:pt idx="8998">
                  <c:v>388.0</c:v>
                </c:pt>
                <c:pt idx="8999">
                  <c:v>388.0</c:v>
                </c:pt>
                <c:pt idx="9000">
                  <c:v>388.0</c:v>
                </c:pt>
                <c:pt idx="9001">
                  <c:v>388.0</c:v>
                </c:pt>
                <c:pt idx="9002">
                  <c:v>388.0</c:v>
                </c:pt>
                <c:pt idx="9003">
                  <c:v>388.0</c:v>
                </c:pt>
                <c:pt idx="9004">
                  <c:v>388.0</c:v>
                </c:pt>
                <c:pt idx="9005">
                  <c:v>388.0</c:v>
                </c:pt>
                <c:pt idx="9006">
                  <c:v>388.0</c:v>
                </c:pt>
                <c:pt idx="9007">
                  <c:v>388.0</c:v>
                </c:pt>
                <c:pt idx="9008">
                  <c:v>388.0</c:v>
                </c:pt>
                <c:pt idx="9009">
                  <c:v>388.0</c:v>
                </c:pt>
                <c:pt idx="9010">
                  <c:v>388.0</c:v>
                </c:pt>
                <c:pt idx="9011">
                  <c:v>388.0</c:v>
                </c:pt>
                <c:pt idx="9012">
                  <c:v>388.0</c:v>
                </c:pt>
                <c:pt idx="9013">
                  <c:v>388.0</c:v>
                </c:pt>
                <c:pt idx="9014">
                  <c:v>388.0</c:v>
                </c:pt>
                <c:pt idx="9015">
                  <c:v>388.0</c:v>
                </c:pt>
                <c:pt idx="9016">
                  <c:v>388.0</c:v>
                </c:pt>
                <c:pt idx="9017">
                  <c:v>388.0</c:v>
                </c:pt>
                <c:pt idx="9018">
                  <c:v>388.0</c:v>
                </c:pt>
                <c:pt idx="9019">
                  <c:v>388.0</c:v>
                </c:pt>
                <c:pt idx="9020">
                  <c:v>388.0</c:v>
                </c:pt>
                <c:pt idx="9021">
                  <c:v>388.0</c:v>
                </c:pt>
                <c:pt idx="9022">
                  <c:v>388.0</c:v>
                </c:pt>
                <c:pt idx="9023">
                  <c:v>388.0</c:v>
                </c:pt>
                <c:pt idx="9024">
                  <c:v>388.0</c:v>
                </c:pt>
                <c:pt idx="9025">
                  <c:v>388.0</c:v>
                </c:pt>
                <c:pt idx="9026">
                  <c:v>388.0</c:v>
                </c:pt>
                <c:pt idx="9027">
                  <c:v>388.0</c:v>
                </c:pt>
                <c:pt idx="9028">
                  <c:v>388.0</c:v>
                </c:pt>
                <c:pt idx="9029">
                  <c:v>388.0</c:v>
                </c:pt>
                <c:pt idx="9030">
                  <c:v>388.0</c:v>
                </c:pt>
                <c:pt idx="9031">
                  <c:v>388.0</c:v>
                </c:pt>
                <c:pt idx="9032">
                  <c:v>388.0</c:v>
                </c:pt>
                <c:pt idx="9033">
                  <c:v>388.0</c:v>
                </c:pt>
                <c:pt idx="9034">
                  <c:v>388.0</c:v>
                </c:pt>
                <c:pt idx="9035">
                  <c:v>388.0</c:v>
                </c:pt>
                <c:pt idx="9036">
                  <c:v>388.0</c:v>
                </c:pt>
                <c:pt idx="9037">
                  <c:v>388.0</c:v>
                </c:pt>
                <c:pt idx="9038">
                  <c:v>388.0</c:v>
                </c:pt>
                <c:pt idx="9039">
                  <c:v>388.0</c:v>
                </c:pt>
                <c:pt idx="9040">
                  <c:v>388.0</c:v>
                </c:pt>
                <c:pt idx="9041">
                  <c:v>388.0</c:v>
                </c:pt>
                <c:pt idx="9042">
                  <c:v>388.0</c:v>
                </c:pt>
                <c:pt idx="9043">
                  <c:v>388.0</c:v>
                </c:pt>
                <c:pt idx="9044">
                  <c:v>388.0</c:v>
                </c:pt>
                <c:pt idx="9045">
                  <c:v>388.0</c:v>
                </c:pt>
                <c:pt idx="9046">
                  <c:v>388.0</c:v>
                </c:pt>
                <c:pt idx="9047">
                  <c:v>388.0</c:v>
                </c:pt>
                <c:pt idx="9048">
                  <c:v>388.0</c:v>
                </c:pt>
                <c:pt idx="9049">
                  <c:v>388.0</c:v>
                </c:pt>
                <c:pt idx="9050">
                  <c:v>388.0</c:v>
                </c:pt>
                <c:pt idx="9051">
                  <c:v>388.0</c:v>
                </c:pt>
                <c:pt idx="9052">
                  <c:v>388.0</c:v>
                </c:pt>
                <c:pt idx="9053">
                  <c:v>388.0</c:v>
                </c:pt>
                <c:pt idx="9054">
                  <c:v>388.0</c:v>
                </c:pt>
                <c:pt idx="9055">
                  <c:v>388.0</c:v>
                </c:pt>
                <c:pt idx="9056">
                  <c:v>388.0</c:v>
                </c:pt>
                <c:pt idx="9057">
                  <c:v>388.0</c:v>
                </c:pt>
                <c:pt idx="9058">
                  <c:v>388.0</c:v>
                </c:pt>
                <c:pt idx="9059">
                  <c:v>388.0</c:v>
                </c:pt>
                <c:pt idx="9060">
                  <c:v>388.0</c:v>
                </c:pt>
                <c:pt idx="9061">
                  <c:v>388.0</c:v>
                </c:pt>
                <c:pt idx="9062">
                  <c:v>388.0</c:v>
                </c:pt>
                <c:pt idx="9063">
                  <c:v>388.0</c:v>
                </c:pt>
                <c:pt idx="9064">
                  <c:v>388.0</c:v>
                </c:pt>
                <c:pt idx="9065">
                  <c:v>388.0</c:v>
                </c:pt>
                <c:pt idx="9066">
                  <c:v>388.0</c:v>
                </c:pt>
                <c:pt idx="9067">
                  <c:v>388.0</c:v>
                </c:pt>
                <c:pt idx="9068">
                  <c:v>388.0</c:v>
                </c:pt>
                <c:pt idx="9069">
                  <c:v>388.0</c:v>
                </c:pt>
                <c:pt idx="9070">
                  <c:v>388.0</c:v>
                </c:pt>
                <c:pt idx="9071">
                  <c:v>388.0</c:v>
                </c:pt>
                <c:pt idx="9072">
                  <c:v>388.0</c:v>
                </c:pt>
                <c:pt idx="9073">
                  <c:v>388.0</c:v>
                </c:pt>
                <c:pt idx="9074">
                  <c:v>388.0</c:v>
                </c:pt>
                <c:pt idx="9075">
                  <c:v>388.0</c:v>
                </c:pt>
                <c:pt idx="9076">
                  <c:v>388.0</c:v>
                </c:pt>
                <c:pt idx="9077">
                  <c:v>388.0</c:v>
                </c:pt>
                <c:pt idx="9078">
                  <c:v>388.0</c:v>
                </c:pt>
                <c:pt idx="9079">
                  <c:v>388.0</c:v>
                </c:pt>
                <c:pt idx="9080">
                  <c:v>388.0</c:v>
                </c:pt>
                <c:pt idx="9081">
                  <c:v>388.0</c:v>
                </c:pt>
                <c:pt idx="9082">
                  <c:v>388.0</c:v>
                </c:pt>
                <c:pt idx="9083">
                  <c:v>388.0</c:v>
                </c:pt>
                <c:pt idx="9084">
                  <c:v>388.0</c:v>
                </c:pt>
                <c:pt idx="9085">
                  <c:v>388.0</c:v>
                </c:pt>
                <c:pt idx="9086">
                  <c:v>388.0</c:v>
                </c:pt>
                <c:pt idx="9087">
                  <c:v>388.0</c:v>
                </c:pt>
                <c:pt idx="9088">
                  <c:v>388.0</c:v>
                </c:pt>
                <c:pt idx="9089">
                  <c:v>388.0</c:v>
                </c:pt>
                <c:pt idx="9090">
                  <c:v>388.0</c:v>
                </c:pt>
                <c:pt idx="9091">
                  <c:v>388.0</c:v>
                </c:pt>
                <c:pt idx="9092">
                  <c:v>388.0</c:v>
                </c:pt>
                <c:pt idx="9093">
                  <c:v>388.0</c:v>
                </c:pt>
                <c:pt idx="9094">
                  <c:v>388.0</c:v>
                </c:pt>
                <c:pt idx="9095">
                  <c:v>388.0</c:v>
                </c:pt>
                <c:pt idx="9096">
                  <c:v>388.0</c:v>
                </c:pt>
                <c:pt idx="9097">
                  <c:v>388.0</c:v>
                </c:pt>
                <c:pt idx="9098">
                  <c:v>388.0</c:v>
                </c:pt>
                <c:pt idx="9099">
                  <c:v>388.0</c:v>
                </c:pt>
                <c:pt idx="9100">
                  <c:v>388.0</c:v>
                </c:pt>
                <c:pt idx="9101">
                  <c:v>388.0</c:v>
                </c:pt>
                <c:pt idx="9102">
                  <c:v>388.0</c:v>
                </c:pt>
                <c:pt idx="9103">
                  <c:v>388.0</c:v>
                </c:pt>
                <c:pt idx="9104">
                  <c:v>388.0</c:v>
                </c:pt>
                <c:pt idx="9105">
                  <c:v>388.0</c:v>
                </c:pt>
                <c:pt idx="9106">
                  <c:v>388.0</c:v>
                </c:pt>
                <c:pt idx="9107">
                  <c:v>388.0</c:v>
                </c:pt>
                <c:pt idx="9108">
                  <c:v>388.0</c:v>
                </c:pt>
                <c:pt idx="9109">
                  <c:v>388.0</c:v>
                </c:pt>
                <c:pt idx="9110">
                  <c:v>388.0</c:v>
                </c:pt>
                <c:pt idx="9111">
                  <c:v>388.0</c:v>
                </c:pt>
                <c:pt idx="9112">
                  <c:v>388.0</c:v>
                </c:pt>
                <c:pt idx="9113">
                  <c:v>388.0</c:v>
                </c:pt>
                <c:pt idx="9114">
                  <c:v>388.0</c:v>
                </c:pt>
                <c:pt idx="9115">
                  <c:v>388.0</c:v>
                </c:pt>
                <c:pt idx="9116">
                  <c:v>388.0</c:v>
                </c:pt>
                <c:pt idx="9117">
                  <c:v>388.0</c:v>
                </c:pt>
                <c:pt idx="9118">
                  <c:v>388.0</c:v>
                </c:pt>
                <c:pt idx="9119">
                  <c:v>388.0</c:v>
                </c:pt>
                <c:pt idx="9120">
                  <c:v>388.0</c:v>
                </c:pt>
                <c:pt idx="9121">
                  <c:v>388.0</c:v>
                </c:pt>
                <c:pt idx="9122">
                  <c:v>388.0</c:v>
                </c:pt>
                <c:pt idx="9123">
                  <c:v>388.0</c:v>
                </c:pt>
                <c:pt idx="9124">
                  <c:v>388.0</c:v>
                </c:pt>
                <c:pt idx="9125">
                  <c:v>388.0</c:v>
                </c:pt>
                <c:pt idx="9126">
                  <c:v>388.0</c:v>
                </c:pt>
                <c:pt idx="9127">
                  <c:v>388.0</c:v>
                </c:pt>
                <c:pt idx="9128">
                  <c:v>388.0</c:v>
                </c:pt>
                <c:pt idx="9129">
                  <c:v>388.0</c:v>
                </c:pt>
                <c:pt idx="9130">
                  <c:v>388.0</c:v>
                </c:pt>
                <c:pt idx="9131">
                  <c:v>388.0</c:v>
                </c:pt>
                <c:pt idx="9132">
                  <c:v>388.0</c:v>
                </c:pt>
                <c:pt idx="9133">
                  <c:v>388.0</c:v>
                </c:pt>
                <c:pt idx="9134">
                  <c:v>388.0</c:v>
                </c:pt>
                <c:pt idx="9135">
                  <c:v>388.0</c:v>
                </c:pt>
                <c:pt idx="9136">
                  <c:v>388.0</c:v>
                </c:pt>
                <c:pt idx="9137">
                  <c:v>388.0</c:v>
                </c:pt>
                <c:pt idx="9138">
                  <c:v>388.0</c:v>
                </c:pt>
                <c:pt idx="9139">
                  <c:v>388.0</c:v>
                </c:pt>
                <c:pt idx="9140">
                  <c:v>388.0</c:v>
                </c:pt>
                <c:pt idx="9141">
                  <c:v>388.0</c:v>
                </c:pt>
                <c:pt idx="9142">
                  <c:v>388.0</c:v>
                </c:pt>
                <c:pt idx="9143">
                  <c:v>388.0</c:v>
                </c:pt>
                <c:pt idx="9144">
                  <c:v>388.0</c:v>
                </c:pt>
                <c:pt idx="9145">
                  <c:v>388.0</c:v>
                </c:pt>
                <c:pt idx="9146">
                  <c:v>388.0</c:v>
                </c:pt>
                <c:pt idx="9147">
                  <c:v>388.0</c:v>
                </c:pt>
                <c:pt idx="9148">
                  <c:v>388.0</c:v>
                </c:pt>
                <c:pt idx="9149">
                  <c:v>388.0</c:v>
                </c:pt>
                <c:pt idx="9150">
                  <c:v>388.0</c:v>
                </c:pt>
                <c:pt idx="9151">
                  <c:v>388.0</c:v>
                </c:pt>
                <c:pt idx="9152">
                  <c:v>388.0</c:v>
                </c:pt>
                <c:pt idx="9153">
                  <c:v>388.0</c:v>
                </c:pt>
                <c:pt idx="9154">
                  <c:v>388.0</c:v>
                </c:pt>
                <c:pt idx="9155">
                  <c:v>388.0</c:v>
                </c:pt>
                <c:pt idx="9156">
                  <c:v>388.0</c:v>
                </c:pt>
                <c:pt idx="9157">
                  <c:v>388.0</c:v>
                </c:pt>
                <c:pt idx="9158">
                  <c:v>388.0</c:v>
                </c:pt>
                <c:pt idx="9159">
                  <c:v>388.0</c:v>
                </c:pt>
                <c:pt idx="9160">
                  <c:v>388.0</c:v>
                </c:pt>
                <c:pt idx="9161">
                  <c:v>388.0</c:v>
                </c:pt>
                <c:pt idx="9162">
                  <c:v>388.0</c:v>
                </c:pt>
                <c:pt idx="9163">
                  <c:v>388.0</c:v>
                </c:pt>
                <c:pt idx="9164">
                  <c:v>388.0</c:v>
                </c:pt>
                <c:pt idx="9165">
                  <c:v>388.0</c:v>
                </c:pt>
                <c:pt idx="9166">
                  <c:v>388.0</c:v>
                </c:pt>
                <c:pt idx="9167">
                  <c:v>388.0</c:v>
                </c:pt>
                <c:pt idx="9168">
                  <c:v>388.0</c:v>
                </c:pt>
                <c:pt idx="9169">
                  <c:v>388.0</c:v>
                </c:pt>
                <c:pt idx="9170">
                  <c:v>388.0</c:v>
                </c:pt>
                <c:pt idx="9171">
                  <c:v>388.0</c:v>
                </c:pt>
                <c:pt idx="9172">
                  <c:v>388.0</c:v>
                </c:pt>
                <c:pt idx="9173">
                  <c:v>388.0</c:v>
                </c:pt>
                <c:pt idx="9174">
                  <c:v>388.0</c:v>
                </c:pt>
                <c:pt idx="9175">
                  <c:v>388.0</c:v>
                </c:pt>
                <c:pt idx="9176">
                  <c:v>388.0</c:v>
                </c:pt>
                <c:pt idx="9177">
                  <c:v>388.0</c:v>
                </c:pt>
                <c:pt idx="9178">
                  <c:v>388.0</c:v>
                </c:pt>
                <c:pt idx="9179">
                  <c:v>388.0</c:v>
                </c:pt>
                <c:pt idx="9180">
                  <c:v>388.0</c:v>
                </c:pt>
                <c:pt idx="9181">
                  <c:v>388.0</c:v>
                </c:pt>
                <c:pt idx="9182">
                  <c:v>388.0</c:v>
                </c:pt>
                <c:pt idx="9183">
                  <c:v>388.0</c:v>
                </c:pt>
                <c:pt idx="9184">
                  <c:v>388.0</c:v>
                </c:pt>
                <c:pt idx="9185">
                  <c:v>388.0</c:v>
                </c:pt>
                <c:pt idx="9186">
                  <c:v>388.0</c:v>
                </c:pt>
                <c:pt idx="9187">
                  <c:v>388.0</c:v>
                </c:pt>
                <c:pt idx="9188">
                  <c:v>388.0</c:v>
                </c:pt>
                <c:pt idx="9189">
                  <c:v>388.0</c:v>
                </c:pt>
                <c:pt idx="9190">
                  <c:v>388.0</c:v>
                </c:pt>
                <c:pt idx="9191">
                  <c:v>388.0</c:v>
                </c:pt>
                <c:pt idx="9192">
                  <c:v>388.0</c:v>
                </c:pt>
                <c:pt idx="9193">
                  <c:v>388.0</c:v>
                </c:pt>
                <c:pt idx="9194">
                  <c:v>388.0</c:v>
                </c:pt>
                <c:pt idx="9195">
                  <c:v>388.0</c:v>
                </c:pt>
                <c:pt idx="9196">
                  <c:v>388.0</c:v>
                </c:pt>
                <c:pt idx="9197">
                  <c:v>388.0</c:v>
                </c:pt>
                <c:pt idx="9198">
                  <c:v>388.0</c:v>
                </c:pt>
                <c:pt idx="9199">
                  <c:v>388.0</c:v>
                </c:pt>
                <c:pt idx="9200">
                  <c:v>388.0</c:v>
                </c:pt>
                <c:pt idx="9201">
                  <c:v>388.0</c:v>
                </c:pt>
                <c:pt idx="9202">
                  <c:v>388.0</c:v>
                </c:pt>
                <c:pt idx="9203">
                  <c:v>388.0</c:v>
                </c:pt>
                <c:pt idx="9204">
                  <c:v>388.0</c:v>
                </c:pt>
                <c:pt idx="9205">
                  <c:v>388.0</c:v>
                </c:pt>
                <c:pt idx="9206">
                  <c:v>388.0</c:v>
                </c:pt>
                <c:pt idx="9207">
                  <c:v>388.0</c:v>
                </c:pt>
                <c:pt idx="9208">
                  <c:v>388.0</c:v>
                </c:pt>
                <c:pt idx="9209">
                  <c:v>388.0</c:v>
                </c:pt>
                <c:pt idx="9210">
                  <c:v>388.0</c:v>
                </c:pt>
                <c:pt idx="9211">
                  <c:v>388.0</c:v>
                </c:pt>
                <c:pt idx="9212">
                  <c:v>388.0</c:v>
                </c:pt>
                <c:pt idx="9213">
                  <c:v>388.0</c:v>
                </c:pt>
                <c:pt idx="9214">
                  <c:v>388.0</c:v>
                </c:pt>
                <c:pt idx="9215">
                  <c:v>388.0</c:v>
                </c:pt>
                <c:pt idx="9216">
                  <c:v>388.0</c:v>
                </c:pt>
                <c:pt idx="9217">
                  <c:v>388.0</c:v>
                </c:pt>
                <c:pt idx="9218">
                  <c:v>388.0</c:v>
                </c:pt>
                <c:pt idx="9219">
                  <c:v>388.0</c:v>
                </c:pt>
                <c:pt idx="9220">
                  <c:v>388.0</c:v>
                </c:pt>
                <c:pt idx="9221">
                  <c:v>388.0</c:v>
                </c:pt>
                <c:pt idx="9222">
                  <c:v>388.0</c:v>
                </c:pt>
                <c:pt idx="9223">
                  <c:v>388.0</c:v>
                </c:pt>
                <c:pt idx="9224">
                  <c:v>388.0</c:v>
                </c:pt>
                <c:pt idx="9225">
                  <c:v>388.0</c:v>
                </c:pt>
                <c:pt idx="9226">
                  <c:v>388.0</c:v>
                </c:pt>
                <c:pt idx="9227">
                  <c:v>388.0</c:v>
                </c:pt>
                <c:pt idx="9228">
                  <c:v>388.0</c:v>
                </c:pt>
                <c:pt idx="9229">
                  <c:v>388.0</c:v>
                </c:pt>
                <c:pt idx="9230">
                  <c:v>388.0</c:v>
                </c:pt>
                <c:pt idx="9231">
                  <c:v>388.0</c:v>
                </c:pt>
                <c:pt idx="9232">
                  <c:v>388.0</c:v>
                </c:pt>
                <c:pt idx="9233">
                  <c:v>388.0</c:v>
                </c:pt>
                <c:pt idx="9234">
                  <c:v>388.0</c:v>
                </c:pt>
                <c:pt idx="9235">
                  <c:v>388.0</c:v>
                </c:pt>
                <c:pt idx="9236">
                  <c:v>388.0</c:v>
                </c:pt>
                <c:pt idx="9237">
                  <c:v>388.0</c:v>
                </c:pt>
                <c:pt idx="9238">
                  <c:v>388.0</c:v>
                </c:pt>
                <c:pt idx="9239">
                  <c:v>388.0</c:v>
                </c:pt>
                <c:pt idx="9240">
                  <c:v>388.0</c:v>
                </c:pt>
                <c:pt idx="9241">
                  <c:v>388.0</c:v>
                </c:pt>
                <c:pt idx="9242">
                  <c:v>388.0</c:v>
                </c:pt>
                <c:pt idx="9243">
                  <c:v>388.0</c:v>
                </c:pt>
                <c:pt idx="9244">
                  <c:v>388.0</c:v>
                </c:pt>
                <c:pt idx="9245">
                  <c:v>388.0</c:v>
                </c:pt>
                <c:pt idx="9246">
                  <c:v>388.0</c:v>
                </c:pt>
                <c:pt idx="9247">
                  <c:v>388.0</c:v>
                </c:pt>
                <c:pt idx="9248">
                  <c:v>388.0</c:v>
                </c:pt>
                <c:pt idx="9249">
                  <c:v>388.0</c:v>
                </c:pt>
                <c:pt idx="9250">
                  <c:v>388.0</c:v>
                </c:pt>
                <c:pt idx="9251">
                  <c:v>388.0</c:v>
                </c:pt>
                <c:pt idx="9252">
                  <c:v>388.0</c:v>
                </c:pt>
                <c:pt idx="9253">
                  <c:v>388.0</c:v>
                </c:pt>
                <c:pt idx="9254">
                  <c:v>388.0</c:v>
                </c:pt>
                <c:pt idx="9255">
                  <c:v>388.0</c:v>
                </c:pt>
                <c:pt idx="9256">
                  <c:v>388.0</c:v>
                </c:pt>
                <c:pt idx="9257">
                  <c:v>388.0</c:v>
                </c:pt>
                <c:pt idx="9258">
                  <c:v>388.0</c:v>
                </c:pt>
                <c:pt idx="9259">
                  <c:v>388.0</c:v>
                </c:pt>
                <c:pt idx="9260">
                  <c:v>388.0</c:v>
                </c:pt>
                <c:pt idx="9261">
                  <c:v>388.0</c:v>
                </c:pt>
                <c:pt idx="9262">
                  <c:v>388.0</c:v>
                </c:pt>
                <c:pt idx="9263">
                  <c:v>388.0</c:v>
                </c:pt>
                <c:pt idx="9264">
                  <c:v>388.0</c:v>
                </c:pt>
                <c:pt idx="9265">
                  <c:v>388.0</c:v>
                </c:pt>
                <c:pt idx="9266">
                  <c:v>388.0</c:v>
                </c:pt>
                <c:pt idx="9267">
                  <c:v>388.0</c:v>
                </c:pt>
                <c:pt idx="9268">
                  <c:v>388.0</c:v>
                </c:pt>
                <c:pt idx="9269">
                  <c:v>388.0</c:v>
                </c:pt>
                <c:pt idx="9270">
                  <c:v>388.0</c:v>
                </c:pt>
                <c:pt idx="9271">
                  <c:v>388.0</c:v>
                </c:pt>
                <c:pt idx="9272">
                  <c:v>388.0</c:v>
                </c:pt>
                <c:pt idx="9273">
                  <c:v>388.0</c:v>
                </c:pt>
                <c:pt idx="9274">
                  <c:v>388.0</c:v>
                </c:pt>
                <c:pt idx="9275">
                  <c:v>388.0</c:v>
                </c:pt>
                <c:pt idx="9276">
                  <c:v>388.0</c:v>
                </c:pt>
                <c:pt idx="9277">
                  <c:v>388.0</c:v>
                </c:pt>
                <c:pt idx="9278">
                  <c:v>388.0</c:v>
                </c:pt>
                <c:pt idx="9279">
                  <c:v>388.0</c:v>
                </c:pt>
                <c:pt idx="9280">
                  <c:v>388.0</c:v>
                </c:pt>
                <c:pt idx="9281">
                  <c:v>388.0</c:v>
                </c:pt>
                <c:pt idx="9282">
                  <c:v>388.0</c:v>
                </c:pt>
                <c:pt idx="9283">
                  <c:v>388.0</c:v>
                </c:pt>
                <c:pt idx="9284">
                  <c:v>388.0</c:v>
                </c:pt>
                <c:pt idx="9285">
                  <c:v>388.0</c:v>
                </c:pt>
                <c:pt idx="9286">
                  <c:v>388.0</c:v>
                </c:pt>
                <c:pt idx="9287">
                  <c:v>388.0</c:v>
                </c:pt>
                <c:pt idx="9288">
                  <c:v>388.0</c:v>
                </c:pt>
                <c:pt idx="9289">
                  <c:v>388.0</c:v>
                </c:pt>
                <c:pt idx="9290">
                  <c:v>388.0</c:v>
                </c:pt>
                <c:pt idx="9291">
                  <c:v>388.0</c:v>
                </c:pt>
                <c:pt idx="9292">
                  <c:v>388.0</c:v>
                </c:pt>
                <c:pt idx="9293">
                  <c:v>388.0</c:v>
                </c:pt>
                <c:pt idx="9294">
                  <c:v>388.0</c:v>
                </c:pt>
                <c:pt idx="9295">
                  <c:v>388.0</c:v>
                </c:pt>
                <c:pt idx="9296">
                  <c:v>388.0</c:v>
                </c:pt>
                <c:pt idx="9297">
                  <c:v>388.0</c:v>
                </c:pt>
                <c:pt idx="9298">
                  <c:v>388.0</c:v>
                </c:pt>
                <c:pt idx="9299">
                  <c:v>388.0</c:v>
                </c:pt>
                <c:pt idx="9300">
                  <c:v>388.0</c:v>
                </c:pt>
                <c:pt idx="9301">
                  <c:v>388.0</c:v>
                </c:pt>
                <c:pt idx="9302">
                  <c:v>388.0</c:v>
                </c:pt>
                <c:pt idx="9303">
                  <c:v>388.0</c:v>
                </c:pt>
                <c:pt idx="9304">
                  <c:v>388.0</c:v>
                </c:pt>
                <c:pt idx="9305">
                  <c:v>388.0</c:v>
                </c:pt>
                <c:pt idx="9306">
                  <c:v>388.0</c:v>
                </c:pt>
                <c:pt idx="9307">
                  <c:v>388.0</c:v>
                </c:pt>
                <c:pt idx="9308">
                  <c:v>388.0</c:v>
                </c:pt>
                <c:pt idx="9309">
                  <c:v>388.0</c:v>
                </c:pt>
                <c:pt idx="9310">
                  <c:v>388.0</c:v>
                </c:pt>
                <c:pt idx="9311">
                  <c:v>388.0</c:v>
                </c:pt>
                <c:pt idx="9312">
                  <c:v>388.0</c:v>
                </c:pt>
                <c:pt idx="9313">
                  <c:v>388.0</c:v>
                </c:pt>
                <c:pt idx="9314">
                  <c:v>388.0</c:v>
                </c:pt>
                <c:pt idx="9315">
                  <c:v>388.0</c:v>
                </c:pt>
                <c:pt idx="9316">
                  <c:v>388.0</c:v>
                </c:pt>
                <c:pt idx="9317">
                  <c:v>388.0</c:v>
                </c:pt>
                <c:pt idx="9318">
                  <c:v>388.0</c:v>
                </c:pt>
                <c:pt idx="9319">
                  <c:v>388.0</c:v>
                </c:pt>
                <c:pt idx="9320">
                  <c:v>388.0</c:v>
                </c:pt>
                <c:pt idx="9321">
                  <c:v>388.0</c:v>
                </c:pt>
                <c:pt idx="9322">
                  <c:v>388.0</c:v>
                </c:pt>
                <c:pt idx="9323">
                  <c:v>388.0</c:v>
                </c:pt>
                <c:pt idx="9324">
                  <c:v>388.0</c:v>
                </c:pt>
                <c:pt idx="9325">
                  <c:v>388.0</c:v>
                </c:pt>
                <c:pt idx="9326">
                  <c:v>388.0</c:v>
                </c:pt>
                <c:pt idx="9327">
                  <c:v>388.0</c:v>
                </c:pt>
                <c:pt idx="9328">
                  <c:v>388.0</c:v>
                </c:pt>
                <c:pt idx="9329">
                  <c:v>388.0</c:v>
                </c:pt>
                <c:pt idx="9330">
                  <c:v>388.0</c:v>
                </c:pt>
                <c:pt idx="9331">
                  <c:v>388.0</c:v>
                </c:pt>
                <c:pt idx="9332">
                  <c:v>388.0</c:v>
                </c:pt>
                <c:pt idx="9333">
                  <c:v>388.0</c:v>
                </c:pt>
                <c:pt idx="9334">
                  <c:v>388.0</c:v>
                </c:pt>
                <c:pt idx="9335">
                  <c:v>388.0</c:v>
                </c:pt>
                <c:pt idx="9336">
                  <c:v>388.0</c:v>
                </c:pt>
                <c:pt idx="9337">
                  <c:v>388.0</c:v>
                </c:pt>
                <c:pt idx="9338">
                  <c:v>388.0</c:v>
                </c:pt>
                <c:pt idx="9339">
                  <c:v>388.0</c:v>
                </c:pt>
                <c:pt idx="9340">
                  <c:v>388.0</c:v>
                </c:pt>
                <c:pt idx="9341">
                  <c:v>388.0</c:v>
                </c:pt>
                <c:pt idx="9342">
                  <c:v>388.0</c:v>
                </c:pt>
                <c:pt idx="9343">
                  <c:v>388.0</c:v>
                </c:pt>
                <c:pt idx="9344">
                  <c:v>388.0</c:v>
                </c:pt>
                <c:pt idx="9345">
                  <c:v>388.0</c:v>
                </c:pt>
                <c:pt idx="9346">
                  <c:v>388.0</c:v>
                </c:pt>
                <c:pt idx="9347">
                  <c:v>388.0</c:v>
                </c:pt>
                <c:pt idx="9348">
                  <c:v>388.0</c:v>
                </c:pt>
                <c:pt idx="9349">
                  <c:v>388.0</c:v>
                </c:pt>
                <c:pt idx="9350">
                  <c:v>388.0</c:v>
                </c:pt>
                <c:pt idx="9351">
                  <c:v>388.0</c:v>
                </c:pt>
                <c:pt idx="9352">
                  <c:v>388.0</c:v>
                </c:pt>
                <c:pt idx="9353">
                  <c:v>388.0</c:v>
                </c:pt>
                <c:pt idx="9354">
                  <c:v>388.0</c:v>
                </c:pt>
                <c:pt idx="9355">
                  <c:v>388.0</c:v>
                </c:pt>
                <c:pt idx="9356">
                  <c:v>388.0</c:v>
                </c:pt>
                <c:pt idx="9357">
                  <c:v>388.0</c:v>
                </c:pt>
                <c:pt idx="9358">
                  <c:v>388.0</c:v>
                </c:pt>
                <c:pt idx="9359">
                  <c:v>388.0</c:v>
                </c:pt>
                <c:pt idx="9360">
                  <c:v>388.0</c:v>
                </c:pt>
                <c:pt idx="9361">
                  <c:v>388.0</c:v>
                </c:pt>
                <c:pt idx="9362">
                  <c:v>388.0</c:v>
                </c:pt>
                <c:pt idx="9363">
                  <c:v>388.0</c:v>
                </c:pt>
                <c:pt idx="9364">
                  <c:v>388.0</c:v>
                </c:pt>
                <c:pt idx="9365">
                  <c:v>388.0</c:v>
                </c:pt>
                <c:pt idx="9366">
                  <c:v>388.0</c:v>
                </c:pt>
                <c:pt idx="9367">
                  <c:v>388.0</c:v>
                </c:pt>
                <c:pt idx="9368">
                  <c:v>388.0</c:v>
                </c:pt>
                <c:pt idx="9369">
                  <c:v>388.0</c:v>
                </c:pt>
                <c:pt idx="9370">
                  <c:v>388.0</c:v>
                </c:pt>
                <c:pt idx="9371">
                  <c:v>388.0</c:v>
                </c:pt>
                <c:pt idx="9372">
                  <c:v>388.0</c:v>
                </c:pt>
                <c:pt idx="9373">
                  <c:v>388.0</c:v>
                </c:pt>
                <c:pt idx="9374">
                  <c:v>388.0</c:v>
                </c:pt>
                <c:pt idx="9375">
                  <c:v>388.0</c:v>
                </c:pt>
                <c:pt idx="9376">
                  <c:v>388.0</c:v>
                </c:pt>
                <c:pt idx="9377">
                  <c:v>388.0</c:v>
                </c:pt>
                <c:pt idx="9378">
                  <c:v>388.0</c:v>
                </c:pt>
                <c:pt idx="9379">
                  <c:v>388.0</c:v>
                </c:pt>
                <c:pt idx="9380">
                  <c:v>388.0</c:v>
                </c:pt>
                <c:pt idx="9381">
                  <c:v>388.0</c:v>
                </c:pt>
                <c:pt idx="9382">
                  <c:v>388.0</c:v>
                </c:pt>
                <c:pt idx="9383">
                  <c:v>388.0</c:v>
                </c:pt>
                <c:pt idx="9384">
                  <c:v>388.0</c:v>
                </c:pt>
                <c:pt idx="9385">
                  <c:v>388.0</c:v>
                </c:pt>
                <c:pt idx="9386">
                  <c:v>388.0</c:v>
                </c:pt>
                <c:pt idx="9387">
                  <c:v>388.0</c:v>
                </c:pt>
                <c:pt idx="9388">
                  <c:v>388.0</c:v>
                </c:pt>
                <c:pt idx="9389">
                  <c:v>388.0</c:v>
                </c:pt>
                <c:pt idx="9390">
                  <c:v>388.0</c:v>
                </c:pt>
                <c:pt idx="9391">
                  <c:v>388.0</c:v>
                </c:pt>
                <c:pt idx="9392">
                  <c:v>388.0</c:v>
                </c:pt>
                <c:pt idx="9393">
                  <c:v>388.0</c:v>
                </c:pt>
                <c:pt idx="9394">
                  <c:v>388.0</c:v>
                </c:pt>
                <c:pt idx="9395">
                  <c:v>388.0</c:v>
                </c:pt>
                <c:pt idx="9396">
                  <c:v>388.0</c:v>
                </c:pt>
                <c:pt idx="9397">
                  <c:v>388.0</c:v>
                </c:pt>
                <c:pt idx="9398">
                  <c:v>388.0</c:v>
                </c:pt>
                <c:pt idx="9399">
                  <c:v>388.0</c:v>
                </c:pt>
                <c:pt idx="9400">
                  <c:v>388.0</c:v>
                </c:pt>
                <c:pt idx="9401">
                  <c:v>388.0</c:v>
                </c:pt>
                <c:pt idx="9402">
                  <c:v>388.0</c:v>
                </c:pt>
                <c:pt idx="9403">
                  <c:v>388.0</c:v>
                </c:pt>
                <c:pt idx="9404">
                  <c:v>388.0</c:v>
                </c:pt>
                <c:pt idx="9405">
                  <c:v>388.0</c:v>
                </c:pt>
                <c:pt idx="9406">
                  <c:v>388.0</c:v>
                </c:pt>
                <c:pt idx="9407">
                  <c:v>388.0</c:v>
                </c:pt>
                <c:pt idx="9408">
                  <c:v>388.0</c:v>
                </c:pt>
                <c:pt idx="9409">
                  <c:v>388.0</c:v>
                </c:pt>
                <c:pt idx="9410">
                  <c:v>388.0</c:v>
                </c:pt>
                <c:pt idx="9411">
                  <c:v>388.0</c:v>
                </c:pt>
                <c:pt idx="9412">
                  <c:v>388.0</c:v>
                </c:pt>
                <c:pt idx="9413">
                  <c:v>388.0</c:v>
                </c:pt>
                <c:pt idx="9414">
                  <c:v>388.0</c:v>
                </c:pt>
                <c:pt idx="9415">
                  <c:v>388.0</c:v>
                </c:pt>
                <c:pt idx="9416">
                  <c:v>388.0</c:v>
                </c:pt>
                <c:pt idx="9417">
                  <c:v>388.0</c:v>
                </c:pt>
                <c:pt idx="9418">
                  <c:v>388.0</c:v>
                </c:pt>
                <c:pt idx="9419">
                  <c:v>388.0</c:v>
                </c:pt>
                <c:pt idx="9420">
                  <c:v>388.0</c:v>
                </c:pt>
                <c:pt idx="9421">
                  <c:v>388.0</c:v>
                </c:pt>
                <c:pt idx="9422">
                  <c:v>388.0</c:v>
                </c:pt>
                <c:pt idx="9423">
                  <c:v>388.0</c:v>
                </c:pt>
                <c:pt idx="9424">
                  <c:v>388.0</c:v>
                </c:pt>
                <c:pt idx="9425">
                  <c:v>388.0</c:v>
                </c:pt>
                <c:pt idx="9426">
                  <c:v>388.0</c:v>
                </c:pt>
                <c:pt idx="9427">
                  <c:v>388.0</c:v>
                </c:pt>
                <c:pt idx="9428">
                  <c:v>388.0</c:v>
                </c:pt>
                <c:pt idx="9429">
                  <c:v>388.0</c:v>
                </c:pt>
                <c:pt idx="9430">
                  <c:v>388.0</c:v>
                </c:pt>
                <c:pt idx="9431">
                  <c:v>388.0</c:v>
                </c:pt>
                <c:pt idx="9432">
                  <c:v>388.0</c:v>
                </c:pt>
                <c:pt idx="9433">
                  <c:v>388.0</c:v>
                </c:pt>
                <c:pt idx="9434">
                  <c:v>388.0</c:v>
                </c:pt>
                <c:pt idx="9435">
                  <c:v>388.0</c:v>
                </c:pt>
                <c:pt idx="9436">
                  <c:v>388.0</c:v>
                </c:pt>
                <c:pt idx="9437">
                  <c:v>388.0</c:v>
                </c:pt>
                <c:pt idx="9438">
                  <c:v>388.0</c:v>
                </c:pt>
                <c:pt idx="9439">
                  <c:v>388.0</c:v>
                </c:pt>
                <c:pt idx="9440">
                  <c:v>388.0</c:v>
                </c:pt>
                <c:pt idx="9441">
                  <c:v>388.0</c:v>
                </c:pt>
                <c:pt idx="9442">
                  <c:v>388.0</c:v>
                </c:pt>
                <c:pt idx="9443">
                  <c:v>388.0</c:v>
                </c:pt>
                <c:pt idx="9444">
                  <c:v>388.0</c:v>
                </c:pt>
                <c:pt idx="9445">
                  <c:v>388.0</c:v>
                </c:pt>
                <c:pt idx="9446">
                  <c:v>388.0</c:v>
                </c:pt>
                <c:pt idx="9447">
                  <c:v>388.0</c:v>
                </c:pt>
                <c:pt idx="9448">
                  <c:v>388.0</c:v>
                </c:pt>
                <c:pt idx="9449">
                  <c:v>388.0</c:v>
                </c:pt>
                <c:pt idx="9450">
                  <c:v>388.0</c:v>
                </c:pt>
                <c:pt idx="9451">
                  <c:v>388.0</c:v>
                </c:pt>
                <c:pt idx="9452">
                  <c:v>388.0</c:v>
                </c:pt>
                <c:pt idx="9453">
                  <c:v>388.0</c:v>
                </c:pt>
                <c:pt idx="9454">
                  <c:v>388.0</c:v>
                </c:pt>
                <c:pt idx="9455">
                  <c:v>388.0</c:v>
                </c:pt>
                <c:pt idx="9456">
                  <c:v>388.0</c:v>
                </c:pt>
                <c:pt idx="9457">
                  <c:v>388.0</c:v>
                </c:pt>
                <c:pt idx="9458">
                  <c:v>388.0</c:v>
                </c:pt>
                <c:pt idx="9459">
                  <c:v>388.0</c:v>
                </c:pt>
                <c:pt idx="9460">
                  <c:v>388.0</c:v>
                </c:pt>
                <c:pt idx="9461">
                  <c:v>388.0</c:v>
                </c:pt>
                <c:pt idx="9462">
                  <c:v>388.0</c:v>
                </c:pt>
                <c:pt idx="9463">
                  <c:v>388.0</c:v>
                </c:pt>
                <c:pt idx="9464">
                  <c:v>388.0</c:v>
                </c:pt>
                <c:pt idx="9465">
                  <c:v>388.0</c:v>
                </c:pt>
                <c:pt idx="9466">
                  <c:v>388.0</c:v>
                </c:pt>
                <c:pt idx="9467">
                  <c:v>388.0</c:v>
                </c:pt>
                <c:pt idx="9468">
                  <c:v>388.0</c:v>
                </c:pt>
                <c:pt idx="9469">
                  <c:v>388.0</c:v>
                </c:pt>
                <c:pt idx="9470">
                  <c:v>388.0</c:v>
                </c:pt>
                <c:pt idx="9471">
                  <c:v>388.0</c:v>
                </c:pt>
                <c:pt idx="9472">
                  <c:v>388.0</c:v>
                </c:pt>
                <c:pt idx="9473">
                  <c:v>388.0</c:v>
                </c:pt>
                <c:pt idx="9474">
                  <c:v>388.0</c:v>
                </c:pt>
                <c:pt idx="9475">
                  <c:v>388.0</c:v>
                </c:pt>
                <c:pt idx="9476">
                  <c:v>388.0</c:v>
                </c:pt>
                <c:pt idx="9477">
                  <c:v>388.0</c:v>
                </c:pt>
                <c:pt idx="9478">
                  <c:v>388.0</c:v>
                </c:pt>
                <c:pt idx="9479">
                  <c:v>388.0</c:v>
                </c:pt>
                <c:pt idx="9480">
                  <c:v>388.0</c:v>
                </c:pt>
                <c:pt idx="9481">
                  <c:v>388.0</c:v>
                </c:pt>
                <c:pt idx="9482">
                  <c:v>388.0</c:v>
                </c:pt>
                <c:pt idx="9483">
                  <c:v>388.0</c:v>
                </c:pt>
                <c:pt idx="9484">
                  <c:v>388.0</c:v>
                </c:pt>
                <c:pt idx="9485">
                  <c:v>388.0</c:v>
                </c:pt>
                <c:pt idx="9486">
                  <c:v>388.0</c:v>
                </c:pt>
                <c:pt idx="9487">
                  <c:v>388.0</c:v>
                </c:pt>
                <c:pt idx="9488">
                  <c:v>388.0</c:v>
                </c:pt>
                <c:pt idx="9489">
                  <c:v>388.0</c:v>
                </c:pt>
                <c:pt idx="9490">
                  <c:v>388.0</c:v>
                </c:pt>
                <c:pt idx="9491">
                  <c:v>388.0</c:v>
                </c:pt>
                <c:pt idx="9492">
                  <c:v>388.0</c:v>
                </c:pt>
                <c:pt idx="9493">
                  <c:v>388.0</c:v>
                </c:pt>
                <c:pt idx="9494">
                  <c:v>388.0</c:v>
                </c:pt>
                <c:pt idx="9495">
                  <c:v>388.0</c:v>
                </c:pt>
                <c:pt idx="9496">
                  <c:v>388.0</c:v>
                </c:pt>
                <c:pt idx="9497">
                  <c:v>388.0</c:v>
                </c:pt>
                <c:pt idx="9498">
                  <c:v>388.0</c:v>
                </c:pt>
                <c:pt idx="9499">
                  <c:v>388.0</c:v>
                </c:pt>
                <c:pt idx="9500">
                  <c:v>388.0</c:v>
                </c:pt>
                <c:pt idx="9501">
                  <c:v>388.0</c:v>
                </c:pt>
                <c:pt idx="9502">
                  <c:v>388.0</c:v>
                </c:pt>
                <c:pt idx="9503">
                  <c:v>388.0</c:v>
                </c:pt>
                <c:pt idx="9504">
                  <c:v>388.0</c:v>
                </c:pt>
                <c:pt idx="9505">
                  <c:v>388.0</c:v>
                </c:pt>
                <c:pt idx="9506">
                  <c:v>388.0</c:v>
                </c:pt>
                <c:pt idx="9507">
                  <c:v>388.0</c:v>
                </c:pt>
                <c:pt idx="9508">
                  <c:v>388.0</c:v>
                </c:pt>
                <c:pt idx="9509">
                  <c:v>388.0</c:v>
                </c:pt>
                <c:pt idx="9510">
                  <c:v>388.0</c:v>
                </c:pt>
                <c:pt idx="9511">
                  <c:v>388.0</c:v>
                </c:pt>
                <c:pt idx="9512">
                  <c:v>388.0</c:v>
                </c:pt>
                <c:pt idx="9513">
                  <c:v>388.0</c:v>
                </c:pt>
                <c:pt idx="9514">
                  <c:v>388.0</c:v>
                </c:pt>
                <c:pt idx="9515">
                  <c:v>388.0</c:v>
                </c:pt>
                <c:pt idx="9516">
                  <c:v>388.0</c:v>
                </c:pt>
                <c:pt idx="9517">
                  <c:v>388.0</c:v>
                </c:pt>
                <c:pt idx="9518">
                  <c:v>388.0</c:v>
                </c:pt>
                <c:pt idx="9519">
                  <c:v>388.0</c:v>
                </c:pt>
                <c:pt idx="9520">
                  <c:v>388.0</c:v>
                </c:pt>
                <c:pt idx="9521">
                  <c:v>388.0</c:v>
                </c:pt>
                <c:pt idx="9522">
                  <c:v>388.0</c:v>
                </c:pt>
                <c:pt idx="9523">
                  <c:v>388.0</c:v>
                </c:pt>
                <c:pt idx="9524">
                  <c:v>388.0</c:v>
                </c:pt>
                <c:pt idx="9525">
                  <c:v>388.0</c:v>
                </c:pt>
                <c:pt idx="9526">
                  <c:v>388.0</c:v>
                </c:pt>
                <c:pt idx="9527">
                  <c:v>388.0</c:v>
                </c:pt>
                <c:pt idx="9528">
                  <c:v>388.0</c:v>
                </c:pt>
                <c:pt idx="9529">
                  <c:v>388.0</c:v>
                </c:pt>
                <c:pt idx="9530">
                  <c:v>388.0</c:v>
                </c:pt>
                <c:pt idx="9531">
                  <c:v>388.0</c:v>
                </c:pt>
                <c:pt idx="9532">
                  <c:v>388.0</c:v>
                </c:pt>
                <c:pt idx="9533">
                  <c:v>388.0</c:v>
                </c:pt>
                <c:pt idx="9534">
                  <c:v>388.0</c:v>
                </c:pt>
                <c:pt idx="9535">
                  <c:v>388.0</c:v>
                </c:pt>
                <c:pt idx="9536">
                  <c:v>388.0</c:v>
                </c:pt>
                <c:pt idx="9537">
                  <c:v>388.0</c:v>
                </c:pt>
                <c:pt idx="9538">
                  <c:v>388.0</c:v>
                </c:pt>
                <c:pt idx="9539">
                  <c:v>388.0</c:v>
                </c:pt>
                <c:pt idx="9540">
                  <c:v>388.0</c:v>
                </c:pt>
                <c:pt idx="9541">
                  <c:v>388.0</c:v>
                </c:pt>
                <c:pt idx="9542">
                  <c:v>388.0</c:v>
                </c:pt>
                <c:pt idx="9543">
                  <c:v>388.0</c:v>
                </c:pt>
                <c:pt idx="9544">
                  <c:v>388.0</c:v>
                </c:pt>
                <c:pt idx="9545">
                  <c:v>388.0</c:v>
                </c:pt>
                <c:pt idx="9546">
                  <c:v>388.0</c:v>
                </c:pt>
                <c:pt idx="9547">
                  <c:v>388.0</c:v>
                </c:pt>
                <c:pt idx="9548">
                  <c:v>388.0</c:v>
                </c:pt>
                <c:pt idx="9549">
                  <c:v>388.0</c:v>
                </c:pt>
                <c:pt idx="9550">
                  <c:v>388.0</c:v>
                </c:pt>
                <c:pt idx="9551">
                  <c:v>388.0</c:v>
                </c:pt>
                <c:pt idx="9552">
                  <c:v>388.0</c:v>
                </c:pt>
                <c:pt idx="9553">
                  <c:v>388.0</c:v>
                </c:pt>
                <c:pt idx="9554">
                  <c:v>388.0</c:v>
                </c:pt>
                <c:pt idx="9555">
                  <c:v>388.0</c:v>
                </c:pt>
                <c:pt idx="9556">
                  <c:v>388.0</c:v>
                </c:pt>
                <c:pt idx="9557">
                  <c:v>388.0</c:v>
                </c:pt>
                <c:pt idx="9558">
                  <c:v>388.0</c:v>
                </c:pt>
                <c:pt idx="9559">
                  <c:v>388.0</c:v>
                </c:pt>
                <c:pt idx="9560">
                  <c:v>388.0</c:v>
                </c:pt>
                <c:pt idx="9561">
                  <c:v>388.0</c:v>
                </c:pt>
                <c:pt idx="9562">
                  <c:v>388.0</c:v>
                </c:pt>
                <c:pt idx="9563">
                  <c:v>388.0</c:v>
                </c:pt>
                <c:pt idx="9564">
                  <c:v>388.0</c:v>
                </c:pt>
                <c:pt idx="9565">
                  <c:v>388.0</c:v>
                </c:pt>
                <c:pt idx="9566">
                  <c:v>388.0</c:v>
                </c:pt>
                <c:pt idx="9567">
                  <c:v>388.0</c:v>
                </c:pt>
                <c:pt idx="9568">
                  <c:v>388.0</c:v>
                </c:pt>
                <c:pt idx="9569">
                  <c:v>388.0</c:v>
                </c:pt>
                <c:pt idx="9570">
                  <c:v>388.0</c:v>
                </c:pt>
                <c:pt idx="9571">
                  <c:v>388.0</c:v>
                </c:pt>
                <c:pt idx="9572">
                  <c:v>388.0</c:v>
                </c:pt>
                <c:pt idx="9573">
                  <c:v>388.0</c:v>
                </c:pt>
                <c:pt idx="9574">
                  <c:v>388.0</c:v>
                </c:pt>
                <c:pt idx="9575">
                  <c:v>388.0</c:v>
                </c:pt>
                <c:pt idx="9576">
                  <c:v>388.0</c:v>
                </c:pt>
                <c:pt idx="9577">
                  <c:v>388.0</c:v>
                </c:pt>
                <c:pt idx="9578">
                  <c:v>388.0</c:v>
                </c:pt>
                <c:pt idx="9579">
                  <c:v>388.0</c:v>
                </c:pt>
                <c:pt idx="9580">
                  <c:v>388.0</c:v>
                </c:pt>
                <c:pt idx="9581">
                  <c:v>388.0</c:v>
                </c:pt>
                <c:pt idx="9582">
                  <c:v>388.0</c:v>
                </c:pt>
                <c:pt idx="9583">
                  <c:v>388.0</c:v>
                </c:pt>
                <c:pt idx="9584">
                  <c:v>388.0</c:v>
                </c:pt>
                <c:pt idx="9585">
                  <c:v>388.0</c:v>
                </c:pt>
                <c:pt idx="9586">
                  <c:v>388.0</c:v>
                </c:pt>
                <c:pt idx="9587">
                  <c:v>388.0</c:v>
                </c:pt>
                <c:pt idx="9588">
                  <c:v>388.0</c:v>
                </c:pt>
                <c:pt idx="9589">
                  <c:v>388.0</c:v>
                </c:pt>
                <c:pt idx="9590">
                  <c:v>388.0</c:v>
                </c:pt>
                <c:pt idx="9591">
                  <c:v>388.0</c:v>
                </c:pt>
                <c:pt idx="9592">
                  <c:v>388.0</c:v>
                </c:pt>
                <c:pt idx="9593">
                  <c:v>388.0</c:v>
                </c:pt>
                <c:pt idx="9594">
                  <c:v>388.0</c:v>
                </c:pt>
                <c:pt idx="9595">
                  <c:v>388.0</c:v>
                </c:pt>
                <c:pt idx="9596">
                  <c:v>388.0</c:v>
                </c:pt>
                <c:pt idx="9597">
                  <c:v>388.0</c:v>
                </c:pt>
                <c:pt idx="9598">
                  <c:v>388.0</c:v>
                </c:pt>
                <c:pt idx="9599">
                  <c:v>388.0</c:v>
                </c:pt>
                <c:pt idx="9600">
                  <c:v>388.0</c:v>
                </c:pt>
                <c:pt idx="9601">
                  <c:v>388.0</c:v>
                </c:pt>
                <c:pt idx="9602">
                  <c:v>388.0</c:v>
                </c:pt>
                <c:pt idx="9603">
                  <c:v>388.0</c:v>
                </c:pt>
                <c:pt idx="9604">
                  <c:v>388.0</c:v>
                </c:pt>
                <c:pt idx="9605">
                  <c:v>388.0</c:v>
                </c:pt>
                <c:pt idx="9606">
                  <c:v>388.0</c:v>
                </c:pt>
                <c:pt idx="9607">
                  <c:v>388.0</c:v>
                </c:pt>
                <c:pt idx="9608">
                  <c:v>388.0</c:v>
                </c:pt>
                <c:pt idx="9609">
                  <c:v>388.0</c:v>
                </c:pt>
                <c:pt idx="9610">
                  <c:v>388.0</c:v>
                </c:pt>
                <c:pt idx="9611">
                  <c:v>388.0</c:v>
                </c:pt>
                <c:pt idx="9612">
                  <c:v>388.0</c:v>
                </c:pt>
                <c:pt idx="9613">
                  <c:v>388.0</c:v>
                </c:pt>
                <c:pt idx="9614">
                  <c:v>388.0</c:v>
                </c:pt>
                <c:pt idx="9615">
                  <c:v>388.0</c:v>
                </c:pt>
                <c:pt idx="9616">
                  <c:v>388.0</c:v>
                </c:pt>
                <c:pt idx="9617">
                  <c:v>388.0</c:v>
                </c:pt>
                <c:pt idx="9618">
                  <c:v>388.0</c:v>
                </c:pt>
                <c:pt idx="9619">
                  <c:v>388.0</c:v>
                </c:pt>
                <c:pt idx="9620">
                  <c:v>388.0</c:v>
                </c:pt>
                <c:pt idx="9621">
                  <c:v>388.0</c:v>
                </c:pt>
                <c:pt idx="9622">
                  <c:v>388.0</c:v>
                </c:pt>
                <c:pt idx="9623">
                  <c:v>388.0</c:v>
                </c:pt>
                <c:pt idx="9624">
                  <c:v>388.0</c:v>
                </c:pt>
                <c:pt idx="9625">
                  <c:v>388.0</c:v>
                </c:pt>
                <c:pt idx="9626">
                  <c:v>388.0</c:v>
                </c:pt>
                <c:pt idx="9627">
                  <c:v>388.0</c:v>
                </c:pt>
                <c:pt idx="9628">
                  <c:v>388.0</c:v>
                </c:pt>
                <c:pt idx="9629">
                  <c:v>388.0</c:v>
                </c:pt>
                <c:pt idx="9630">
                  <c:v>388.0</c:v>
                </c:pt>
                <c:pt idx="9631">
                  <c:v>388.0</c:v>
                </c:pt>
                <c:pt idx="9632">
                  <c:v>388.0</c:v>
                </c:pt>
                <c:pt idx="9633">
                  <c:v>388.0</c:v>
                </c:pt>
                <c:pt idx="9634">
                  <c:v>388.0</c:v>
                </c:pt>
                <c:pt idx="9635">
                  <c:v>388.0</c:v>
                </c:pt>
                <c:pt idx="9636">
                  <c:v>388.0</c:v>
                </c:pt>
                <c:pt idx="9637">
                  <c:v>388.0</c:v>
                </c:pt>
                <c:pt idx="9638">
                  <c:v>388.0</c:v>
                </c:pt>
                <c:pt idx="9639">
                  <c:v>388.0</c:v>
                </c:pt>
                <c:pt idx="9640">
                  <c:v>388.0</c:v>
                </c:pt>
                <c:pt idx="9641">
                  <c:v>388.0</c:v>
                </c:pt>
                <c:pt idx="9642">
                  <c:v>388.0</c:v>
                </c:pt>
                <c:pt idx="9643">
                  <c:v>388.0</c:v>
                </c:pt>
                <c:pt idx="9644">
                  <c:v>388.0</c:v>
                </c:pt>
                <c:pt idx="9645">
                  <c:v>388.0</c:v>
                </c:pt>
                <c:pt idx="9646">
                  <c:v>388.0</c:v>
                </c:pt>
                <c:pt idx="9647">
                  <c:v>388.0</c:v>
                </c:pt>
                <c:pt idx="9648">
                  <c:v>388.0</c:v>
                </c:pt>
                <c:pt idx="9649">
                  <c:v>388.0</c:v>
                </c:pt>
                <c:pt idx="9650">
                  <c:v>388.0</c:v>
                </c:pt>
                <c:pt idx="9651">
                  <c:v>388.0</c:v>
                </c:pt>
                <c:pt idx="9652">
                  <c:v>388.0</c:v>
                </c:pt>
                <c:pt idx="9653">
                  <c:v>388.0</c:v>
                </c:pt>
                <c:pt idx="9654">
                  <c:v>388.0</c:v>
                </c:pt>
                <c:pt idx="9655">
                  <c:v>388.0</c:v>
                </c:pt>
                <c:pt idx="9656">
                  <c:v>388.0</c:v>
                </c:pt>
                <c:pt idx="9657">
                  <c:v>388.0</c:v>
                </c:pt>
                <c:pt idx="9658">
                  <c:v>388.0</c:v>
                </c:pt>
                <c:pt idx="9659">
                  <c:v>388.0</c:v>
                </c:pt>
                <c:pt idx="9660">
                  <c:v>388.0</c:v>
                </c:pt>
                <c:pt idx="9661">
                  <c:v>388.0</c:v>
                </c:pt>
                <c:pt idx="9662">
                  <c:v>388.0</c:v>
                </c:pt>
                <c:pt idx="9663">
                  <c:v>388.0</c:v>
                </c:pt>
                <c:pt idx="9664">
                  <c:v>388.0</c:v>
                </c:pt>
                <c:pt idx="9665">
                  <c:v>388.0</c:v>
                </c:pt>
                <c:pt idx="9666">
                  <c:v>388.0</c:v>
                </c:pt>
                <c:pt idx="9667">
                  <c:v>388.0</c:v>
                </c:pt>
                <c:pt idx="9668">
                  <c:v>388.0</c:v>
                </c:pt>
                <c:pt idx="9669">
                  <c:v>388.0</c:v>
                </c:pt>
                <c:pt idx="9670">
                  <c:v>388.0</c:v>
                </c:pt>
                <c:pt idx="9671">
                  <c:v>388.0</c:v>
                </c:pt>
                <c:pt idx="9672">
                  <c:v>388.0</c:v>
                </c:pt>
                <c:pt idx="9673">
                  <c:v>388.0</c:v>
                </c:pt>
                <c:pt idx="9674">
                  <c:v>388.0</c:v>
                </c:pt>
                <c:pt idx="9675">
                  <c:v>388.0</c:v>
                </c:pt>
                <c:pt idx="9676">
                  <c:v>388.0</c:v>
                </c:pt>
                <c:pt idx="9677">
                  <c:v>388.0</c:v>
                </c:pt>
                <c:pt idx="9678">
                  <c:v>388.0</c:v>
                </c:pt>
                <c:pt idx="9679">
                  <c:v>388.0</c:v>
                </c:pt>
                <c:pt idx="9680">
                  <c:v>388.0</c:v>
                </c:pt>
                <c:pt idx="9681">
                  <c:v>388.0</c:v>
                </c:pt>
                <c:pt idx="9682">
                  <c:v>388.0</c:v>
                </c:pt>
                <c:pt idx="9683">
                  <c:v>388.0</c:v>
                </c:pt>
                <c:pt idx="9684">
                  <c:v>388.0</c:v>
                </c:pt>
                <c:pt idx="9685">
                  <c:v>388.0</c:v>
                </c:pt>
                <c:pt idx="9686">
                  <c:v>388.0</c:v>
                </c:pt>
                <c:pt idx="9687">
                  <c:v>388.0</c:v>
                </c:pt>
                <c:pt idx="9688">
                  <c:v>388.0</c:v>
                </c:pt>
                <c:pt idx="9689">
                  <c:v>388.0</c:v>
                </c:pt>
                <c:pt idx="9690">
                  <c:v>388.0</c:v>
                </c:pt>
                <c:pt idx="9691">
                  <c:v>388.0</c:v>
                </c:pt>
                <c:pt idx="9692">
                  <c:v>388.0</c:v>
                </c:pt>
                <c:pt idx="9693">
                  <c:v>388.0</c:v>
                </c:pt>
                <c:pt idx="9694">
                  <c:v>388.0</c:v>
                </c:pt>
                <c:pt idx="9695">
                  <c:v>388.0</c:v>
                </c:pt>
                <c:pt idx="9696">
                  <c:v>388.0</c:v>
                </c:pt>
                <c:pt idx="9697">
                  <c:v>388.0</c:v>
                </c:pt>
                <c:pt idx="9698">
                  <c:v>388.0</c:v>
                </c:pt>
                <c:pt idx="9699">
                  <c:v>388.0</c:v>
                </c:pt>
                <c:pt idx="9700">
                  <c:v>388.0</c:v>
                </c:pt>
                <c:pt idx="9701">
                  <c:v>388.0</c:v>
                </c:pt>
                <c:pt idx="9702">
                  <c:v>388.0</c:v>
                </c:pt>
                <c:pt idx="9703">
                  <c:v>388.0</c:v>
                </c:pt>
                <c:pt idx="9704">
                  <c:v>388.0</c:v>
                </c:pt>
                <c:pt idx="9705">
                  <c:v>388.0</c:v>
                </c:pt>
                <c:pt idx="9706">
                  <c:v>388.0</c:v>
                </c:pt>
                <c:pt idx="9707">
                  <c:v>388.0</c:v>
                </c:pt>
                <c:pt idx="9708">
                  <c:v>388.0</c:v>
                </c:pt>
                <c:pt idx="9709">
                  <c:v>388.0</c:v>
                </c:pt>
                <c:pt idx="9710">
                  <c:v>388.0</c:v>
                </c:pt>
                <c:pt idx="9711">
                  <c:v>388.0</c:v>
                </c:pt>
                <c:pt idx="9712">
                  <c:v>388.0</c:v>
                </c:pt>
                <c:pt idx="9713">
                  <c:v>388.0</c:v>
                </c:pt>
                <c:pt idx="9714">
                  <c:v>388.0</c:v>
                </c:pt>
                <c:pt idx="9715">
                  <c:v>388.0</c:v>
                </c:pt>
                <c:pt idx="9716">
                  <c:v>388.0</c:v>
                </c:pt>
                <c:pt idx="9717">
                  <c:v>388.0</c:v>
                </c:pt>
                <c:pt idx="9718">
                  <c:v>388.0</c:v>
                </c:pt>
                <c:pt idx="9719">
                  <c:v>388.0</c:v>
                </c:pt>
                <c:pt idx="9720">
                  <c:v>388.0</c:v>
                </c:pt>
                <c:pt idx="9721">
                  <c:v>388.0</c:v>
                </c:pt>
                <c:pt idx="9722">
                  <c:v>388.0</c:v>
                </c:pt>
                <c:pt idx="9723">
                  <c:v>388.0</c:v>
                </c:pt>
                <c:pt idx="9724">
                  <c:v>388.0</c:v>
                </c:pt>
                <c:pt idx="9725">
                  <c:v>388.0</c:v>
                </c:pt>
                <c:pt idx="9726">
                  <c:v>388.0</c:v>
                </c:pt>
                <c:pt idx="9727">
                  <c:v>388.0</c:v>
                </c:pt>
                <c:pt idx="9728">
                  <c:v>388.0</c:v>
                </c:pt>
                <c:pt idx="9729">
                  <c:v>388.0</c:v>
                </c:pt>
                <c:pt idx="9730">
                  <c:v>388.0</c:v>
                </c:pt>
                <c:pt idx="9731">
                  <c:v>388.0</c:v>
                </c:pt>
                <c:pt idx="9732">
                  <c:v>388.0</c:v>
                </c:pt>
                <c:pt idx="9733">
                  <c:v>388.0</c:v>
                </c:pt>
                <c:pt idx="9734">
                  <c:v>388.0</c:v>
                </c:pt>
                <c:pt idx="9735">
                  <c:v>388.0</c:v>
                </c:pt>
                <c:pt idx="9736">
                  <c:v>388.0</c:v>
                </c:pt>
                <c:pt idx="9737">
                  <c:v>388.0</c:v>
                </c:pt>
                <c:pt idx="9738">
                  <c:v>388.0</c:v>
                </c:pt>
                <c:pt idx="9739">
                  <c:v>388.0</c:v>
                </c:pt>
                <c:pt idx="9740">
                  <c:v>388.0</c:v>
                </c:pt>
                <c:pt idx="9741">
                  <c:v>388.0</c:v>
                </c:pt>
                <c:pt idx="9742">
                  <c:v>388.0</c:v>
                </c:pt>
                <c:pt idx="9743">
                  <c:v>388.0</c:v>
                </c:pt>
                <c:pt idx="9744">
                  <c:v>388.0</c:v>
                </c:pt>
                <c:pt idx="9745">
                  <c:v>388.0</c:v>
                </c:pt>
                <c:pt idx="9746">
                  <c:v>388.0</c:v>
                </c:pt>
                <c:pt idx="9747">
                  <c:v>388.0</c:v>
                </c:pt>
                <c:pt idx="9748">
                  <c:v>388.0</c:v>
                </c:pt>
                <c:pt idx="9749">
                  <c:v>388.0</c:v>
                </c:pt>
                <c:pt idx="9750">
                  <c:v>388.0</c:v>
                </c:pt>
                <c:pt idx="9751">
                  <c:v>388.0</c:v>
                </c:pt>
                <c:pt idx="9752">
                  <c:v>388.0</c:v>
                </c:pt>
                <c:pt idx="9753">
                  <c:v>388.0</c:v>
                </c:pt>
                <c:pt idx="9754">
                  <c:v>388.0</c:v>
                </c:pt>
                <c:pt idx="9755">
                  <c:v>388.0</c:v>
                </c:pt>
                <c:pt idx="9756">
                  <c:v>388.0</c:v>
                </c:pt>
                <c:pt idx="9757">
                  <c:v>388.0</c:v>
                </c:pt>
                <c:pt idx="9758">
                  <c:v>388.0</c:v>
                </c:pt>
                <c:pt idx="9759">
                  <c:v>388.0</c:v>
                </c:pt>
                <c:pt idx="9760">
                  <c:v>388.0</c:v>
                </c:pt>
                <c:pt idx="9761">
                  <c:v>388.0</c:v>
                </c:pt>
                <c:pt idx="9762">
                  <c:v>388.0</c:v>
                </c:pt>
                <c:pt idx="9763">
                  <c:v>388.0</c:v>
                </c:pt>
                <c:pt idx="9764">
                  <c:v>388.0</c:v>
                </c:pt>
                <c:pt idx="9765">
                  <c:v>388.0</c:v>
                </c:pt>
                <c:pt idx="9766">
                  <c:v>388.0</c:v>
                </c:pt>
                <c:pt idx="9767">
                  <c:v>388.0</c:v>
                </c:pt>
                <c:pt idx="9768">
                  <c:v>388.0</c:v>
                </c:pt>
                <c:pt idx="9769">
                  <c:v>388.0</c:v>
                </c:pt>
                <c:pt idx="9770">
                  <c:v>388.0</c:v>
                </c:pt>
                <c:pt idx="9771">
                  <c:v>388.0</c:v>
                </c:pt>
                <c:pt idx="9772">
                  <c:v>388.0</c:v>
                </c:pt>
                <c:pt idx="9773">
                  <c:v>388.0</c:v>
                </c:pt>
                <c:pt idx="9774">
                  <c:v>388.0</c:v>
                </c:pt>
                <c:pt idx="9775">
                  <c:v>388.0</c:v>
                </c:pt>
                <c:pt idx="9776">
                  <c:v>388.0</c:v>
                </c:pt>
                <c:pt idx="9777">
                  <c:v>388.0</c:v>
                </c:pt>
                <c:pt idx="9778">
                  <c:v>388.0</c:v>
                </c:pt>
                <c:pt idx="9779">
                  <c:v>388.0</c:v>
                </c:pt>
                <c:pt idx="9780">
                  <c:v>388.0</c:v>
                </c:pt>
                <c:pt idx="9781">
                  <c:v>388.0</c:v>
                </c:pt>
                <c:pt idx="9782">
                  <c:v>388.0</c:v>
                </c:pt>
                <c:pt idx="9783">
                  <c:v>388.0</c:v>
                </c:pt>
                <c:pt idx="9784">
                  <c:v>388.0</c:v>
                </c:pt>
                <c:pt idx="9785">
                  <c:v>388.0</c:v>
                </c:pt>
                <c:pt idx="9786">
                  <c:v>388.0</c:v>
                </c:pt>
                <c:pt idx="9787">
                  <c:v>388.0</c:v>
                </c:pt>
                <c:pt idx="9788">
                  <c:v>388.0</c:v>
                </c:pt>
                <c:pt idx="9789">
                  <c:v>388.0</c:v>
                </c:pt>
                <c:pt idx="9790">
                  <c:v>388.0</c:v>
                </c:pt>
                <c:pt idx="9791">
                  <c:v>388.0</c:v>
                </c:pt>
                <c:pt idx="9792">
                  <c:v>388.0</c:v>
                </c:pt>
                <c:pt idx="9793">
                  <c:v>388.0</c:v>
                </c:pt>
                <c:pt idx="9794">
                  <c:v>388.0</c:v>
                </c:pt>
                <c:pt idx="9795">
                  <c:v>388.0</c:v>
                </c:pt>
                <c:pt idx="9796">
                  <c:v>388.0</c:v>
                </c:pt>
                <c:pt idx="9797">
                  <c:v>388.0</c:v>
                </c:pt>
                <c:pt idx="9798">
                  <c:v>388.0</c:v>
                </c:pt>
                <c:pt idx="9799">
                  <c:v>388.0</c:v>
                </c:pt>
                <c:pt idx="9800">
                  <c:v>388.0</c:v>
                </c:pt>
                <c:pt idx="9801">
                  <c:v>388.0</c:v>
                </c:pt>
                <c:pt idx="9802">
                  <c:v>388.0</c:v>
                </c:pt>
                <c:pt idx="9803">
                  <c:v>388.0</c:v>
                </c:pt>
                <c:pt idx="9804">
                  <c:v>388.0</c:v>
                </c:pt>
                <c:pt idx="9805">
                  <c:v>388.0</c:v>
                </c:pt>
                <c:pt idx="9806">
                  <c:v>388.0</c:v>
                </c:pt>
                <c:pt idx="9807">
                  <c:v>388.0</c:v>
                </c:pt>
                <c:pt idx="9808">
                  <c:v>388.0</c:v>
                </c:pt>
                <c:pt idx="9809">
                  <c:v>388.0</c:v>
                </c:pt>
                <c:pt idx="9810">
                  <c:v>388.0</c:v>
                </c:pt>
                <c:pt idx="9811">
                  <c:v>388.0</c:v>
                </c:pt>
                <c:pt idx="9812">
                  <c:v>388.0</c:v>
                </c:pt>
                <c:pt idx="9813">
                  <c:v>388.0</c:v>
                </c:pt>
                <c:pt idx="9814">
                  <c:v>388.0</c:v>
                </c:pt>
                <c:pt idx="9815">
                  <c:v>388.0</c:v>
                </c:pt>
                <c:pt idx="9816">
                  <c:v>388.0</c:v>
                </c:pt>
                <c:pt idx="9817">
                  <c:v>388.0</c:v>
                </c:pt>
                <c:pt idx="9818">
                  <c:v>388.0</c:v>
                </c:pt>
                <c:pt idx="9819">
                  <c:v>388.0</c:v>
                </c:pt>
                <c:pt idx="9820">
                  <c:v>388.0</c:v>
                </c:pt>
                <c:pt idx="9821">
                  <c:v>388.0</c:v>
                </c:pt>
                <c:pt idx="9822">
                  <c:v>388.0</c:v>
                </c:pt>
                <c:pt idx="9823">
                  <c:v>388.0</c:v>
                </c:pt>
                <c:pt idx="9824">
                  <c:v>388.0</c:v>
                </c:pt>
                <c:pt idx="9825">
                  <c:v>388.0</c:v>
                </c:pt>
                <c:pt idx="9826">
                  <c:v>388.0</c:v>
                </c:pt>
                <c:pt idx="9827">
                  <c:v>388.0</c:v>
                </c:pt>
                <c:pt idx="9828">
                  <c:v>388.0</c:v>
                </c:pt>
                <c:pt idx="9829">
                  <c:v>388.0</c:v>
                </c:pt>
                <c:pt idx="9830">
                  <c:v>388.0</c:v>
                </c:pt>
                <c:pt idx="9831">
                  <c:v>388.0</c:v>
                </c:pt>
                <c:pt idx="9832">
                  <c:v>388.0</c:v>
                </c:pt>
                <c:pt idx="9833">
                  <c:v>388.0</c:v>
                </c:pt>
                <c:pt idx="9834">
                  <c:v>388.0</c:v>
                </c:pt>
                <c:pt idx="9835">
                  <c:v>388.0</c:v>
                </c:pt>
                <c:pt idx="9836">
                  <c:v>388.0</c:v>
                </c:pt>
                <c:pt idx="9837">
                  <c:v>388.0</c:v>
                </c:pt>
                <c:pt idx="9838">
                  <c:v>388.0</c:v>
                </c:pt>
                <c:pt idx="9839">
                  <c:v>388.0</c:v>
                </c:pt>
                <c:pt idx="9840">
                  <c:v>388.0</c:v>
                </c:pt>
                <c:pt idx="9841">
                  <c:v>388.0</c:v>
                </c:pt>
                <c:pt idx="9842">
                  <c:v>388.0</c:v>
                </c:pt>
                <c:pt idx="9843">
                  <c:v>388.0</c:v>
                </c:pt>
                <c:pt idx="9844">
                  <c:v>388.0</c:v>
                </c:pt>
                <c:pt idx="9845">
                  <c:v>388.0</c:v>
                </c:pt>
                <c:pt idx="9846">
                  <c:v>388.0</c:v>
                </c:pt>
                <c:pt idx="9847">
                  <c:v>388.0</c:v>
                </c:pt>
                <c:pt idx="9848">
                  <c:v>388.0</c:v>
                </c:pt>
                <c:pt idx="9849">
                  <c:v>388.0</c:v>
                </c:pt>
                <c:pt idx="9850">
                  <c:v>388.0</c:v>
                </c:pt>
                <c:pt idx="9851">
                  <c:v>388.0</c:v>
                </c:pt>
                <c:pt idx="9852">
                  <c:v>388.0</c:v>
                </c:pt>
                <c:pt idx="9853">
                  <c:v>388.0</c:v>
                </c:pt>
                <c:pt idx="9854">
                  <c:v>388.0</c:v>
                </c:pt>
                <c:pt idx="9855">
                  <c:v>388.0</c:v>
                </c:pt>
                <c:pt idx="9856">
                  <c:v>388.0</c:v>
                </c:pt>
                <c:pt idx="9857">
                  <c:v>388.0</c:v>
                </c:pt>
                <c:pt idx="9858">
                  <c:v>388.0</c:v>
                </c:pt>
                <c:pt idx="9859">
                  <c:v>388.0</c:v>
                </c:pt>
                <c:pt idx="9860">
                  <c:v>388.0</c:v>
                </c:pt>
                <c:pt idx="9861">
                  <c:v>388.0</c:v>
                </c:pt>
                <c:pt idx="9862">
                  <c:v>388.0</c:v>
                </c:pt>
                <c:pt idx="9863">
                  <c:v>388.0</c:v>
                </c:pt>
                <c:pt idx="9864">
                  <c:v>388.0</c:v>
                </c:pt>
                <c:pt idx="9865">
                  <c:v>388.0</c:v>
                </c:pt>
                <c:pt idx="9866">
                  <c:v>388.0</c:v>
                </c:pt>
                <c:pt idx="9867">
                  <c:v>388.0</c:v>
                </c:pt>
                <c:pt idx="9868">
                  <c:v>388.0</c:v>
                </c:pt>
                <c:pt idx="9869">
                  <c:v>388.0</c:v>
                </c:pt>
                <c:pt idx="9870">
                  <c:v>388.0</c:v>
                </c:pt>
                <c:pt idx="9871">
                  <c:v>388.0</c:v>
                </c:pt>
                <c:pt idx="9872">
                  <c:v>388.0</c:v>
                </c:pt>
                <c:pt idx="9873">
                  <c:v>388.0</c:v>
                </c:pt>
                <c:pt idx="9874">
                  <c:v>388.0</c:v>
                </c:pt>
                <c:pt idx="9875">
                  <c:v>388.0</c:v>
                </c:pt>
                <c:pt idx="9876">
                  <c:v>388.0</c:v>
                </c:pt>
                <c:pt idx="9877">
                  <c:v>388.0</c:v>
                </c:pt>
                <c:pt idx="9878">
                  <c:v>388.0</c:v>
                </c:pt>
                <c:pt idx="9879">
                  <c:v>388.0</c:v>
                </c:pt>
                <c:pt idx="9880">
                  <c:v>388.0</c:v>
                </c:pt>
                <c:pt idx="9881">
                  <c:v>388.0</c:v>
                </c:pt>
                <c:pt idx="9882">
                  <c:v>388.0</c:v>
                </c:pt>
                <c:pt idx="9883">
                  <c:v>388.0</c:v>
                </c:pt>
                <c:pt idx="9884">
                  <c:v>388.0</c:v>
                </c:pt>
                <c:pt idx="9885">
                  <c:v>388.0</c:v>
                </c:pt>
                <c:pt idx="9886">
                  <c:v>388.0</c:v>
                </c:pt>
                <c:pt idx="9887">
                  <c:v>388.0</c:v>
                </c:pt>
                <c:pt idx="9888">
                  <c:v>388.0</c:v>
                </c:pt>
                <c:pt idx="9889">
                  <c:v>388.0</c:v>
                </c:pt>
                <c:pt idx="9890">
                  <c:v>388.0</c:v>
                </c:pt>
                <c:pt idx="9891">
                  <c:v>388.0</c:v>
                </c:pt>
                <c:pt idx="9892">
                  <c:v>388.0</c:v>
                </c:pt>
                <c:pt idx="9893">
                  <c:v>388.0</c:v>
                </c:pt>
                <c:pt idx="9894">
                  <c:v>388.0</c:v>
                </c:pt>
                <c:pt idx="9895">
                  <c:v>388.0</c:v>
                </c:pt>
                <c:pt idx="9896">
                  <c:v>388.0</c:v>
                </c:pt>
                <c:pt idx="9897">
                  <c:v>388.0</c:v>
                </c:pt>
                <c:pt idx="9898">
                  <c:v>388.0</c:v>
                </c:pt>
                <c:pt idx="9899">
                  <c:v>388.0</c:v>
                </c:pt>
                <c:pt idx="9900">
                  <c:v>388.0</c:v>
                </c:pt>
                <c:pt idx="9901">
                  <c:v>388.0</c:v>
                </c:pt>
                <c:pt idx="9902">
                  <c:v>388.0</c:v>
                </c:pt>
                <c:pt idx="9903">
                  <c:v>388.0</c:v>
                </c:pt>
                <c:pt idx="9904">
                  <c:v>388.0</c:v>
                </c:pt>
                <c:pt idx="9905">
                  <c:v>388.0</c:v>
                </c:pt>
                <c:pt idx="9906">
                  <c:v>388.0</c:v>
                </c:pt>
                <c:pt idx="9907">
                  <c:v>388.0</c:v>
                </c:pt>
                <c:pt idx="9908">
                  <c:v>388.0</c:v>
                </c:pt>
                <c:pt idx="9909">
                  <c:v>388.0</c:v>
                </c:pt>
                <c:pt idx="9910">
                  <c:v>388.0</c:v>
                </c:pt>
                <c:pt idx="9911">
                  <c:v>388.0</c:v>
                </c:pt>
                <c:pt idx="9912">
                  <c:v>388.0</c:v>
                </c:pt>
                <c:pt idx="9913">
                  <c:v>388.0</c:v>
                </c:pt>
                <c:pt idx="9914">
                  <c:v>388.0</c:v>
                </c:pt>
                <c:pt idx="9915">
                  <c:v>388.0</c:v>
                </c:pt>
                <c:pt idx="9916">
                  <c:v>388.0</c:v>
                </c:pt>
                <c:pt idx="9917">
                  <c:v>388.0</c:v>
                </c:pt>
                <c:pt idx="9918">
                  <c:v>388.0</c:v>
                </c:pt>
                <c:pt idx="9919">
                  <c:v>388.0</c:v>
                </c:pt>
                <c:pt idx="9920">
                  <c:v>388.0</c:v>
                </c:pt>
                <c:pt idx="9921">
                  <c:v>388.0</c:v>
                </c:pt>
                <c:pt idx="9922">
                  <c:v>388.0</c:v>
                </c:pt>
                <c:pt idx="9923">
                  <c:v>388.0</c:v>
                </c:pt>
                <c:pt idx="9924">
                  <c:v>388.0</c:v>
                </c:pt>
                <c:pt idx="9925">
                  <c:v>388.0</c:v>
                </c:pt>
                <c:pt idx="9926">
                  <c:v>388.0</c:v>
                </c:pt>
                <c:pt idx="9927">
                  <c:v>388.0</c:v>
                </c:pt>
                <c:pt idx="9928">
                  <c:v>388.0</c:v>
                </c:pt>
                <c:pt idx="9929">
                  <c:v>388.0</c:v>
                </c:pt>
                <c:pt idx="9930">
                  <c:v>388.0</c:v>
                </c:pt>
                <c:pt idx="9931">
                  <c:v>388.0</c:v>
                </c:pt>
                <c:pt idx="9932">
                  <c:v>388.0</c:v>
                </c:pt>
                <c:pt idx="9933">
                  <c:v>388.0</c:v>
                </c:pt>
                <c:pt idx="9934">
                  <c:v>388.0</c:v>
                </c:pt>
                <c:pt idx="9935">
                  <c:v>388.0</c:v>
                </c:pt>
                <c:pt idx="9936">
                  <c:v>388.0</c:v>
                </c:pt>
                <c:pt idx="9937">
                  <c:v>388.0</c:v>
                </c:pt>
                <c:pt idx="9938">
                  <c:v>388.0</c:v>
                </c:pt>
                <c:pt idx="9939">
                  <c:v>388.0</c:v>
                </c:pt>
                <c:pt idx="9940">
                  <c:v>388.0</c:v>
                </c:pt>
                <c:pt idx="9941">
                  <c:v>388.0</c:v>
                </c:pt>
                <c:pt idx="9942">
                  <c:v>388.0</c:v>
                </c:pt>
                <c:pt idx="9943">
                  <c:v>388.0</c:v>
                </c:pt>
                <c:pt idx="9944">
                  <c:v>388.0</c:v>
                </c:pt>
                <c:pt idx="9945">
                  <c:v>388.0</c:v>
                </c:pt>
                <c:pt idx="9946">
                  <c:v>388.0</c:v>
                </c:pt>
                <c:pt idx="9947">
                  <c:v>388.0</c:v>
                </c:pt>
                <c:pt idx="9948">
                  <c:v>388.0</c:v>
                </c:pt>
                <c:pt idx="9949">
                  <c:v>388.0</c:v>
                </c:pt>
                <c:pt idx="9950">
                  <c:v>388.0</c:v>
                </c:pt>
                <c:pt idx="9951">
                  <c:v>388.0</c:v>
                </c:pt>
                <c:pt idx="9952">
                  <c:v>388.0</c:v>
                </c:pt>
                <c:pt idx="9953">
                  <c:v>388.0</c:v>
                </c:pt>
                <c:pt idx="9954">
                  <c:v>388.0</c:v>
                </c:pt>
                <c:pt idx="9955">
                  <c:v>388.0</c:v>
                </c:pt>
                <c:pt idx="9956">
                  <c:v>388.0</c:v>
                </c:pt>
                <c:pt idx="9957">
                  <c:v>388.0</c:v>
                </c:pt>
                <c:pt idx="9958">
                  <c:v>388.0</c:v>
                </c:pt>
                <c:pt idx="9959">
                  <c:v>388.0</c:v>
                </c:pt>
                <c:pt idx="9960">
                  <c:v>388.0</c:v>
                </c:pt>
                <c:pt idx="9961">
                  <c:v>388.0</c:v>
                </c:pt>
                <c:pt idx="9962">
                  <c:v>388.0</c:v>
                </c:pt>
                <c:pt idx="9963">
                  <c:v>388.0</c:v>
                </c:pt>
                <c:pt idx="9964">
                  <c:v>388.0</c:v>
                </c:pt>
                <c:pt idx="9965">
                  <c:v>388.0</c:v>
                </c:pt>
                <c:pt idx="9966">
                  <c:v>388.0</c:v>
                </c:pt>
                <c:pt idx="9967">
                  <c:v>388.0</c:v>
                </c:pt>
                <c:pt idx="9968">
                  <c:v>388.0</c:v>
                </c:pt>
                <c:pt idx="9969">
                  <c:v>388.0</c:v>
                </c:pt>
                <c:pt idx="9970">
                  <c:v>388.0</c:v>
                </c:pt>
                <c:pt idx="9971">
                  <c:v>388.0</c:v>
                </c:pt>
                <c:pt idx="9972">
                  <c:v>388.0</c:v>
                </c:pt>
                <c:pt idx="9973">
                  <c:v>388.0</c:v>
                </c:pt>
                <c:pt idx="9974">
                  <c:v>388.0</c:v>
                </c:pt>
                <c:pt idx="9975">
                  <c:v>388.0</c:v>
                </c:pt>
                <c:pt idx="9976">
                  <c:v>388.0</c:v>
                </c:pt>
                <c:pt idx="9977">
                  <c:v>388.0</c:v>
                </c:pt>
                <c:pt idx="9978">
                  <c:v>388.0</c:v>
                </c:pt>
                <c:pt idx="9979">
                  <c:v>388.0</c:v>
                </c:pt>
                <c:pt idx="9980">
                  <c:v>388.0</c:v>
                </c:pt>
                <c:pt idx="9981">
                  <c:v>388.0</c:v>
                </c:pt>
                <c:pt idx="9982">
                  <c:v>388.0</c:v>
                </c:pt>
                <c:pt idx="9983">
                  <c:v>388.0</c:v>
                </c:pt>
                <c:pt idx="9984">
                  <c:v>388.0</c:v>
                </c:pt>
                <c:pt idx="9985">
                  <c:v>388.0</c:v>
                </c:pt>
                <c:pt idx="9986">
                  <c:v>388.0</c:v>
                </c:pt>
                <c:pt idx="9987">
                  <c:v>388.0</c:v>
                </c:pt>
                <c:pt idx="9988">
                  <c:v>388.0</c:v>
                </c:pt>
                <c:pt idx="9989">
                  <c:v>388.0</c:v>
                </c:pt>
                <c:pt idx="9990">
                  <c:v>388.0</c:v>
                </c:pt>
                <c:pt idx="9991">
                  <c:v>388.0</c:v>
                </c:pt>
                <c:pt idx="9992">
                  <c:v>388.0</c:v>
                </c:pt>
                <c:pt idx="9993">
                  <c:v>388.0</c:v>
                </c:pt>
                <c:pt idx="9994">
                  <c:v>388.0</c:v>
                </c:pt>
                <c:pt idx="9995">
                  <c:v>388.0</c:v>
                </c:pt>
                <c:pt idx="9996">
                  <c:v>388.0</c:v>
                </c:pt>
                <c:pt idx="9997">
                  <c:v>388.0</c:v>
                </c:pt>
                <c:pt idx="9998">
                  <c:v>388.0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t>中段群組占比貢獻：長尾效應檢視</a:t>
            </a:r>
          </a:p>
        </c:rich>
      </c:tx>
      <c:layout/>
      <c:overlay val="0"/>
    </c:title>
    <c:autoTitleDeleted val="0"/>
    <c:plotArea>
      <c:barChart>
        <c:barDir val="bar"/>
        <c:grouping val="clustered"/>
        <c:ser>
          <c:idx val="0"/>
          <c:order val="0"/>
          <c:tx>
            <c:strRef>
              <c:f>Sheet1!$B$1</c:f>
              <c:strCache>
                <c:ptCount val="1"/>
                <c:pt idx="0">
                  <c:v>count</c:v>
                </c:pt>
              </c:strCache>
            </c:strRef>
          </c:tx>
          <c:cat>
            <c:strRef>
              <c:f>Sheet1!$A$2:$A$10000</c:f>
              <c:strCache>
                <c:ptCount val="9999"/>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pt idx="10">
                  <c:v>frankcansellyourhouse</c:v>
                </c:pt>
                <c:pt idx="11">
                  <c:v>greatertampaappraisal</c:v>
                </c:pt>
                <c:pt idx="12">
                  <c:v>daltonappraisalgroup</c:v>
                </c:pt>
                <c:pt idx="13">
                  <c:v>sweet_but_mean_devil0723</c:v>
                </c:pt>
                <c:pt idx="14">
                  <c:v>numberonerealtor2553</c:v>
                </c:pt>
                <c:pt idx="15">
                  <c:v>midwestrapidappraisal</c:v>
                </c:pt>
                <c:pt idx="16">
                  <c:v>melinda4yourrealestate</c:v>
                </c:pt>
                <c:pt idx="17">
                  <c:v>correcthorsebatterystaple</c:v>
                </c:pt>
                <c:pt idx="18">
                  <c:v>maytheforcebewithyou</c:v>
                </c:pt>
                <c:pt idx="19">
                  <c:v>highschoolmusical123</c:v>
                </c:pt>
                <c:pt idx="20">
                  <c:v>urbanwoodworkinganddesign</c:v>
                </c:pt>
                <c:pt idx="21">
                  <c:v>maxmotivesmotherlode</c:v>
                </c:pt>
                <c:pt idx="22">
                  <c:v>lancheeyoung18041974</c:v>
                </c:pt>
                <c:pt idx="23">
                  <c:v>Bulletformyvalentine</c:v>
                </c:pt>
                <c:pt idx="24">
                  <c:v>jasminemarievillegas</c:v>
                </c:pt>
                <c:pt idx="25">
                  <c:v>manforgirllove100131</c:v>
                </c:pt>
                <c:pt idx="26">
                  <c:v>nationalhomeappraisal</c:v>
                </c:pt>
                <c:pt idx="27">
                  <c:v>nightwish_199329love</c:v>
                </c:pt>
                <c:pt idx="28">
                  <c:v>fivefingerdeathpunch</c:v>
                </c:pt>
                <c:pt idx="29">
                  <c:v>elite_4_life_suicide</c:v>
                </c:pt>
                <c:pt idx="30">
                  <c:v>7782761081lolitapapalesik</c:v>
                </c:pt>
                <c:pt idx="31">
                  <c:v>rageagainstthemachine</c:v>
                </c:pt>
                <c:pt idx="32">
                  <c:v>peanutbutterandjelly</c:v>
                </c:pt>
                <c:pt idx="33">
                  <c:v>directmagazineservice</c:v>
                </c:pt>
                <c:pt idx="34">
                  <c:v>princelarry_head2001</c:v>
                </c:pt>
                <c:pt idx="35">
                  <c:v>blonde_softball_sweetie06</c:v>
                </c:pt>
                <c:pt idx="36">
                  <c:v>blackgraphskokieflip</c:v>
                </c:pt>
                <c:pt idx="37">
                  <c:v>123456798PODSHEVALIN</c:v>
                </c:pt>
                <c:pt idx="38">
                  <c:v>supermassiveblackhole</c:v>
                </c:pt>
                <c:pt idx="39">
                  <c:v>secret2920morbidtime</c:v>
                </c:pt>
                <c:pt idx="40">
                  <c:v>rememberthispassword</c:v>
                </c:pt>
                <c:pt idx="41">
                  <c:v>BulletForMyValentine</c:v>
                </c:pt>
                <c:pt idx="42">
                  <c:v>antidisestablishmentarianism</c:v>
                </c:pt>
                <c:pt idx="43">
                  <c:v>barbieislandprincess</c:v>
                </c:pt>
                <c:pt idx="44">
                  <c:v>asking_alexandria_wolf</c:v>
                </c:pt>
                <c:pt idx="45">
                  <c:v>youwillneverwalkalone</c:v>
                </c:pt>
                <c:pt idx="46">
                  <c:v>the_broken_heart2005</c:v>
                </c:pt>
                <c:pt idx="47">
                  <c:v>importexportplatform</c:v>
                </c:pt>
                <c:pt idx="48">
                  <c:v>ExternalInterfaceModule</c:v>
                </c:pt>
                <c:pt idx="49">
                  <c:v>arnlinetelevision123</c:v>
                </c:pt>
                <c:pt idx="50">
                  <c:v>666101101kikihateyou</c:v>
                </c:pt>
                <c:pt idx="51">
                  <c:v>unionboxingpromotion</c:v>
                </c:pt>
                <c:pt idx="52">
                  <c:v>purplemonkeydishwasher</c:v>
                </c:pt>
                <c:pt idx="53">
                  <c:v>peanutbutterjellytime</c:v>
                </c:pt>
                <c:pt idx="54">
                  <c:v>lovewillsavetheworld</c:v>
                </c:pt>
                <c:pt idx="55">
                  <c:v>life23very08good1991</c:v>
                </c:pt>
                <c:pt idx="56">
                  <c:v>buffythevampireslayer</c:v>
                </c:pt>
                <c:pt idx="57">
                  <c:v>AssassinsCreedWolf91</c:v>
                </c:pt>
                <c:pt idx="58">
                  <c:v>alina03012000krisdoc</c:v>
                </c:pt>
                <c:pt idx="59">
                  <c:v>1sappytime151forlife1</c:v>
                </c:pt>
                <c:pt idx="60">
                  <c:v>1alina2ahunova3456789</c:v>
                </c:pt>
                <c:pt idx="61">
                  <c:v>theblackdahliamurder</c:v>
                </c:pt>
                <c:pt idx="62">
                  <c:v>thankyougod3456789</c:v>
                </c:pt>
                <c:pt idx="63">
                  <c:v>Puppinandrea14111995</c:v>
                </c:pt>
                <c:pt idx="64">
                  <c:v>PasswordNeedsReset!77983</c:v>
                </c:pt>
                <c:pt idx="65">
                  <c:v>one9eight4-1nine8fou</c:v>
                </c:pt>
                <c:pt idx="66">
                  <c:v>lightningbloodfireice</c:v>
                </c:pt>
                <c:pt idx="67">
                  <c:v>diamonddustrebellion</c:v>
                </c:pt>
                <c:pt idx="68">
                  <c:v>densportsmen31071992</c:v>
                </c:pt>
                <c:pt idx="69">
                  <c:v>bardarashomeromer19951995</c:v>
                </c:pt>
                <c:pt idx="70">
                  <c:v>assumingdirectcontrol</c:v>
                </c:pt>
                <c:pt idx="71">
                  <c:v>trancearoundtheworld</c:v>
                </c:pt>
                <c:pt idx="72">
                  <c:v>thesupercometpassword</c:v>
                </c:pt>
                <c:pt idx="73">
                  <c:v>people01are10still19having94sex</c:v>
                </c:pt>
                <c:pt idx="74">
                  <c:v>needforspeedundercover</c:v>
                </c:pt>
                <c:pt idx="75">
                  <c:v>minecraftmasterfuture</c:v>
                </c:pt>
                <c:pt idx="76">
                  <c:v>madam22.sasha22.live</c:v>
                </c:pt>
                <c:pt idx="77">
                  <c:v>followthewhiterabbit</c:v>
                </c:pt>
                <c:pt idx="78">
                  <c:v>FALLING5BLOODPRESSURE</c:v>
                </c:pt>
                <c:pt idx="79">
                  <c:v>571burnbutdontincinerate483</c:v>
                </c:pt>
                <c:pt idx="80">
                  <c:v>windowslivemessenger</c:v>
                </c:pt>
                <c:pt idx="81">
                  <c:v>thisholidaylifeflightcrew</c:v>
                </c:pt>
                <c:pt idx="82">
                  <c:v>Thebeautifulgirllike</c:v>
                </c:pt>
                <c:pt idx="83">
                  <c:v>RainbowspiritParadise</c:v>
                </c:pt>
                <c:pt idx="84">
                  <c:v>metalsoftretribution</c:v>
                </c:pt>
                <c:pt idx="85">
                  <c:v>imperialdevilstealth</c:v>
                </c:pt>
                <c:pt idx="86">
                  <c:v>hustleloyaltyrespect</c:v>
                </c:pt>
                <c:pt idx="87">
                  <c:v>coreyhoppermay221997</c:v>
                </c:pt>
                <c:pt idx="88">
                  <c:v>cinema_bizarre_-_love_son</c:v>
                </c:pt>
                <c:pt idx="89">
                  <c:v>willbeknowworldwide2012</c:v>
                </c:pt>
                <c:pt idx="90">
                  <c:v>whoonearturbbarclay123</c:v>
                </c:pt>
                <c:pt idx="91">
                  <c:v>treysongsmackgurl_12</c:v>
                </c:pt>
                <c:pt idx="92">
                  <c:v>theultimatecountdown</c:v>
                </c:pt>
                <c:pt idx="93">
                  <c:v>theneverendingrebuttal</c:v>
                </c:pt>
                <c:pt idx="94">
                  <c:v>teachelorddarkness44</c:v>
                </c:pt>
                <c:pt idx="95">
                  <c:v>raincorenation187</c:v>
                </c:pt>
                <c:pt idx="96">
                  <c:v>naidwaynefloridafunseeker</c:v>
                </c:pt>
                <c:pt idx="97">
                  <c:v>midnightthe_CooL_MAN</c:v>
                </c:pt>
                <c:pt idx="98">
                  <c:v>liverpoolfootballclub</c:v>
                </c:pt>
                <c:pt idx="99">
                  <c:v>limitedmarketingroup</c:v>
                </c:pt>
                <c:pt idx="100">
                  <c:v>libchrisamidaft_gurl86</c:v>
                </c:pt>
                <c:pt idx="101">
                  <c:v>KORONA210614LOVENOKIA7610</c:v>
                </c:pt>
                <c:pt idx="102">
                  <c:v>koolest_picture_contest</c:v>
                </c:pt>
                <c:pt idx="103">
                  <c:v>Kingdomhearts8emily</c:v>
                </c:pt>
                <c:pt idx="104">
                  <c:v>KentuckyFriedChicken</c:v>
                </c:pt>
                <c:pt idx="105">
                  <c:v>jupitercoconutcyclone</c:v>
                </c:pt>
                <c:pt idx="106">
                  <c:v>Jenn5784005jansen_deb</c:v>
                </c:pt>
                <c:pt idx="107">
                  <c:v>jampinganddrawingcrew</c:v>
                </c:pt>
                <c:pt idx="108">
                  <c:v>highschoolmusical101</c:v>
                </c:pt>
                <c:pt idx="109">
                  <c:v>game...over....basta</c:v>
                </c:pt>
                <c:pt idx="110">
                  <c:v>fullmetalalchemist12</c:v>
                </c:pt>
                <c:pt idx="111">
                  <c:v>elephantislandvictoria</c:v>
                </c:pt>
                <c:pt idx="112">
                  <c:v>counterstrikeconditionzero</c:v>
                </c:pt>
                <c:pt idx="113">
                  <c:v>castleforever_edmond</c:v>
                </c:pt>
                <c:pt idx="114">
                  <c:v>cancerdelalanpiersonthasurface</c:v>
                </c:pt>
                <c:pt idx="115">
                  <c:v>brynmawchiweaverfireman2327</c:v>
                </c:pt>
                <c:pt idx="116">
                  <c:v>benaveda072801nadiacarlin</c:v>
                </c:pt>
                <c:pt idx="117">
                  <c:v>baseballplayinghorse</c:v>
                </c:pt>
                <c:pt idx="118">
                  <c:v>bangbobbiebuddygreen</c:v>
                </c:pt>
                <c:pt idx="119">
                  <c:v>baby_dulcelollypop_12</c:v>
                </c:pt>
                <c:pt idx="120">
                  <c:v>arkansahayley.allison5</c:v>
                </c:pt>
                <c:pt idx="121">
                  <c:v>anapaulaoliveira24040</c:v>
                </c:pt>
                <c:pt idx="122">
                  <c:v>anamorphicwidescreen</c:v>
                </c:pt>
                <c:pt idx="123">
                  <c:v>allalongthewatchtower</c:v>
                </c:pt>
                <c:pt idx="124">
                  <c:v>1_buscoolvaleria2012</c:v>
                </c:pt>
                <c:pt idx="125">
                  <c:v>71321733flashkimbask</c:v>
                </c:pt>
                <c:pt idx="126">
                  <c:v>420smokeweedeveryday</c:v>
                </c:pt>
                <c:pt idx="127">
                  <c:v>1buDennis_daven.moore</c:v>
                </c:pt>
                <c:pt idx="128">
                  <c:v>180714punksnotdead</c:v>
                </c:pt>
                <c:pt idx="129">
                  <c:v>12746goodkarmaplease</c:v>
                </c:pt>
                <c:pt idx="130">
                  <c:v>volgogradsergeeva199</c:v>
                </c:pt>
                <c:pt idx="131">
                  <c:v>verydifficultpassword</c:v>
                </c:pt>
                <c:pt idx="132">
                  <c:v>valleyconcertsociety</c:v>
                </c:pt>
                <c:pt idx="133">
                  <c:v>vale-bondareva201219</c:v>
                </c:pt>
                <c:pt idx="134">
                  <c:v>unicornsniperpassword</c:v>
                </c:pt>
                <c:pt idx="135">
                  <c:v>trickshotterminal123</c:v>
                </c:pt>
                <c:pt idx="136">
                  <c:v>#NAME?</c:v>
                </c:pt>
                <c:pt idx="137">
                  <c:v>topgear_forever12345</c:v>
                </c:pt>
                <c:pt idx="138">
                  <c:v>tigersad0postmaster</c:v>
                </c:pt>
                <c:pt idx="139">
                  <c:v>struggleforexistence</c:v>
                </c:pt>
                <c:pt idx="140">
                  <c:v>streetracingsyndicate</c:v>
                </c:pt>
                <c:pt idx="141">
                  <c:v>stargate17atlantis10</c:v>
                </c:pt>
                <c:pt idx="142">
                  <c:v>sorokina_anna5307359</c:v>
                </c:pt>
                <c:pt idx="143">
                  <c:v>soccerrockmanchester1</c:v>
                </c:pt>
                <c:pt idx="144">
                  <c:v>snowflakepeter_marks5</c:v>
                </c:pt>
                <c:pt idx="145">
                  <c:v>smokeweedeveryday420</c:v>
                </c:pt>
                <c:pt idx="146">
                  <c:v>smith0sweetcovergirl</c:v>
                </c:pt>
                <c:pt idx="147">
                  <c:v>sabrina.marie.cordeiro</c:v>
                </c:pt>
                <c:pt idx="148">
                  <c:v>rowing25super.marina</c:v>
                </c:pt>
                <c:pt idx="149">
                  <c:v>resourcebasedeconomy</c:v>
                </c:pt>
                <c:pt idx="150">
                  <c:v>redneck_chick_gone_wild</c:v>
                </c:pt>
                <c:pt idx="151">
                  <c:v>ready2fallriseagainst</c:v>
                </c:pt>
                <c:pt idx="152">
                  <c:v>rageagainstthemachine1</c:v>
                </c:pt>
                <c:pt idx="153">
                  <c:v>positivecashflow1200</c:v>
                </c:pt>
                <c:pt idx="154">
                  <c:v>pokemonblackandwhite</c:v>
                </c:pt>
                <c:pt idx="155">
                  <c:v>pleasedontstopthemusic</c:v>
                </c:pt>
                <c:pt idx="156">
                  <c:v>penguinsaregreat1295</c:v>
                </c:pt>
                <c:pt idx="157">
                  <c:v>passsuper11245loveyou</c:v>
                </c:pt>
                <c:pt idx="158">
                  <c:v>Order Free Web Hosting</c:v>
                </c:pt>
                <c:pt idx="159">
                  <c:v>Order Free Web Hosting</c:v>
                </c:pt>
                <c:pt idx="160">
                  <c:v>neverwinternights7575332106</c:v>
                </c:pt>
                <c:pt idx="161">
                  <c:v>neverending1960story</c:v>
                </c:pt>
                <c:pt idx="162">
                  <c:v>motherlodemushmellow</c:v>
                </c:pt>
                <c:pt idx="163">
                  <c:v>mixloweranduppercase</c:v>
                </c:pt>
                <c:pt idx="164">
                  <c:v>microscopebulbpurplehaze2</c:v>
                </c:pt>
                <c:pt idx="165">
                  <c:v>mathsisfavoriteforme</c:v>
                </c:pt>
                <c:pt idx="166">
                  <c:v>marijuanatillnirvana</c:v>
                </c:pt>
                <c:pt idx="167">
                  <c:v>lolly12345allstar1_2000</c:v>
                </c:pt>
                <c:pt idx="168">
                  <c:v>lochGYMNASTICS_BASRAH</c:v>
                </c:pt>
                <c:pt idx="169">
                  <c:v>lilcountrycowgirl420</c:v>
                </c:pt>
                <c:pt idx="170">
                  <c:v>lateinformationelena</c:v>
                </c:pt>
                <c:pt idx="171">
                  <c:v>kristinamajestic_lover11</c:v>
                </c:pt>
                <c:pt idx="172">
                  <c:v>kristina1993kazanova</c:v>
                </c:pt>
                <c:pt idx="173">
                  <c:v>killapplesavetheworld</c:v>
                </c:pt>
                <c:pt idx="174">
                  <c:v>KEN1996guru04veronika</c:v>
                </c:pt>
                <c:pt idx="175">
                  <c:v>justdreamlivestreaming</c:v>
                </c:pt>
                <c:pt idx="176">
                  <c:v>juli501coca2pino93</c:v>
                </c:pt>
                <c:pt idx="177">
                  <c:v>jenniferacebernie1716</c:v>
                </c:pt>
                <c:pt idx="178">
                  <c:v>jennflorence.ortolan</c:v>
                </c:pt>
                <c:pt idx="179">
                  <c:v>hollywoodnewrelease197</c:v>
                </c:pt>
                <c:pt idx="180">
                  <c:v>hoigastdude12345679</c:v>
                </c:pt>
                <c:pt idx="181">
                  <c:v>hiphop-girl-michaela11</c:v>
                </c:pt>
                <c:pt idx="182">
                  <c:v>heyyouarebeautiful17</c:v>
                </c:pt>
                <c:pt idx="183">
                  <c:v>health&amp;wealthforever</c:v>
                </c:pt>
                <c:pt idx="184">
                  <c:v>guesswhatchickenbutt</c:v>
                </c:pt>
                <c:pt idx="185">
                  <c:v>greenbigapple306175</c:v>
                </c:pt>
                <c:pt idx="186">
                  <c:v>goldenstatebrodway23</c:v>
                </c:pt>
                <c:pt idx="187">
                  <c:v>florenceandthemachine</c:v>
                </c:pt>
                <c:pt idx="188">
                  <c:v>fastford65timmytoday</c:v>
                </c:pt>
                <c:pt idx="189">
                  <c:v>ELENAKORSHUNOVA230193</c:v>
                </c:pt>
                <c:pt idx="190">
                  <c:v>drummerluckyhollywood</c:v>
                </c:pt>
                <c:pt idx="191">
                  <c:v>dreamsareforreal11011994</c:v>
                </c:pt>
                <c:pt idx="192">
                  <c:v>dontrememberpassword</c:v>
                </c:pt>
                <c:pt idx="193">
                  <c:v>crysomemoreplease123</c:v>
                </c:pt>
                <c:pt idx="194">
                  <c:v>catchandrelease02203</c:v>
                </c:pt>
                <c:pt idx="195">
                  <c:v>cassienicoleperry123LOVE</c:v>
                </c:pt>
                <c:pt idx="196">
                  <c:v>cassadrafordracingfan2006</c:v>
                </c:pt>
                <c:pt idx="197">
                  <c:v>cambridgepublicschool</c:v>
                </c:pt>
                <c:pt idx="198">
                  <c:v>blurredvisionwithblack</c:v>
                </c:pt>
                <c:pt idx="199">
                  <c:v>blink12travisbarker</c:v>
                </c:pt>
                <c:pt idx="200">
                  <c:v>birthvillagejudjar12</c:v>
                </c:pt>
                <c:pt idx="201">
                  <c:v>bes.and.toma.onelove</c:v>
                </c:pt>
                <c:pt idx="202">
                  <c:v>battlefieldbadcompany2</c:v>
                </c:pt>
                <c:pt idx="203">
                  <c:v>babygurlchristianbound</c:v>
                </c:pt>
                <c:pt idx="204">
                  <c:v>archebalddorogoy4234</c:v>
                </c:pt>
                <c:pt idx="205">
                  <c:v>appetitefordestruction</c:v>
                </c:pt>
                <c:pt idx="206">
                  <c:v>apachekingscrew102030123</c:v>
                </c:pt>
                <c:pt idx="207">
                  <c:v>almonterodriguezalvin</c:v>
                </c:pt>
                <c:pt idx="208">
                  <c:v>aleksandrovichstarkrim26</c:v>
                </c:pt>
                <c:pt idx="209">
                  <c:v>75back471question10time</c:v>
                </c:pt>
                <c:pt idx="210">
                  <c:v>67631149tiffany_taffy_long</c:v>
                </c:pt>
                <c:pt idx="211">
                  <c:v>4112milktendernessend</c:v>
                </c:pt>
                <c:pt idx="212">
                  <c:v>30509577903irkarusin</c:v>
                </c:pt>
                <c:pt idx="213">
                  <c:v>2606lizafirstova1999</c:v>
                </c:pt>
                <c:pt idx="214">
                  <c:v>193blackstarforever</c:v>
                </c:pt>
                <c:pt idx="215">
                  <c:v>123escapeendlesslive</c:v>
                </c:pt>
                <c:pt idx="216">
                  <c:v>0121409caitlinmorgansmith</c:v>
                </c:pt>
                <c:pt idx="217">
                  <c:v>youngswaggerboycute16</c:v>
                </c:pt>
                <c:pt idx="218">
                  <c:v>whatgoesaroundcumback</c:v>
                </c:pt>
                <c:pt idx="219">
                  <c:v>welcomehomesanitarium</c:v>
                </c:pt>
                <c:pt idx="220">
                  <c:v>waiting4some1special</c:v>
                </c:pt>
                <c:pt idx="221">
                  <c:v>veronika_tanya_irina</c:v>
                </c:pt>
                <c:pt idx="222">
                  <c:v>vanessahadgens001100</c:v>
                </c:pt>
                <c:pt idx="223">
                  <c:v>unidentifiedflyingobject</c:v>
                </c:pt>
                <c:pt idx="224">
                  <c:v>twilight2.2003newmoon19.1109</c:v>
                </c:pt>
                <c:pt idx="225">
                  <c:v>tweedledumandtweedledee</c:v>
                </c:pt>
                <c:pt idx="226">
                  <c:v>tugova.anastasia1998</c:v>
                </c:pt>
                <c:pt idx="227">
                  <c:v>trollingcookiemonster</c:v>
                </c:pt>
                <c:pt idx="228">
                  <c:v>trainspottingorange1</c:v>
                </c:pt>
                <c:pt idx="229">
                  <c:v>thevelvetunderground</c:v>
                </c:pt>
                <c:pt idx="230">
                  <c:v>theultimatespiderman</c:v>
                </c:pt>
                <c:pt idx="231">
                  <c:v>Therainbowconnection</c:v>
                </c:pt>
                <c:pt idx="232">
                  <c:v>thegoodandbacuglytoo</c:v>
                </c:pt>
                <c:pt idx="233">
                  <c:v>thecheesecakefactory</c:v>
                </c:pt>
                <c:pt idx="234">
                  <c:v>tatianaloveherfamily</c:v>
                </c:pt>
                <c:pt idx="235">
                  <c:v>tanirogova89620682588</c:v>
                </c:pt>
                <c:pt idx="236">
                  <c:v>surprisenotarealname</c:v>
                </c:pt>
                <c:pt idx="237">
                  <c:v>superstreetfighter2turbo</c:v>
                </c:pt>
                <c:pt idx="238">
                  <c:v>sunflowergoodmorning</c:v>
                </c:pt>
                <c:pt idx="239">
                  <c:v>strawberriesandchocolate</c:v>
                </c:pt>
                <c:pt idx="240">
                  <c:v>stephaniemaediamante</c:v>
                </c:pt>
                <c:pt idx="241">
                  <c:v>sportgym69804karina6939</c:v>
                </c:pt>
                <c:pt idx="242">
                  <c:v>spongebob_squarepant</c:v>
                </c:pt>
                <c:pt idx="243">
                  <c:v>softballandbasketball</c:v>
                </c:pt>
                <c:pt idx="244">
                  <c:v>snobhimichcementhead55</c:v>
                </c:pt>
                <c:pt idx="245">
                  <c:v>smileeverytime06091995</c:v>
                </c:pt>
                <c:pt idx="246">
                  <c:v>sharonwithintemptation</c:v>
                </c:pt>
                <c:pt idx="247">
                  <c:v>shallow1smart2sharp3</c:v>
                </c:pt>
                <c:pt idx="248">
                  <c:v>sexymailnailyaru498032118</c:v>
                </c:pt>
                <c:pt idx="249">
                  <c:v>seekanddestroy56489</c:v>
                </c:pt>
                <c:pt idx="250">
                  <c:v>scattered_temptation_lord</c:v>
                </c:pt>
                <c:pt idx="251">
                  <c:v>SarniaGeneralHospital</c:v>
                </c:pt>
                <c:pt idx="252">
                  <c:v>romanwebtranslation1</c:v>
                </c:pt>
                <c:pt idx="253">
                  <c:v>rockyhorrorpictureshow</c:v>
                </c:pt>
                <c:pt idx="254">
                  <c:v>robsonvalleyfestival</c:v>
                </c:pt>
                <c:pt idx="255">
                  <c:v>reperawinedabaff00..</c:v>
                </c:pt>
                <c:pt idx="256">
                  <c:v>rafaelkakristina653</c:v>
                </c:pt>
                <c:pt idx="257">
                  <c:v>Powerslavemaster1986</c:v>
                </c:pt>
                <c:pt idx="258">
                  <c:v>postscriptloveyou</c:v>
                </c:pt>
                <c:pt idx="259">
                  <c:v>pokemondiamondversion</c:v>
                </c:pt>
                <c:pt idx="260">
                  <c:v>PokemonBlackandWhite</c:v>
                </c:pt>
                <c:pt idx="261">
                  <c:v>pleasedontlosehold13</c:v>
                </c:pt>
                <c:pt idx="262">
                  <c:v>pingvinamanama21041995</c:v>
                </c:pt>
                <c:pt idx="263">
                  <c:v>pewdiepieforever12345689</c:v>
                </c:pt>
                <c:pt idx="264">
                  <c:v>personalspaceinvader</c:v>
                </c:pt>
                <c:pt idx="265">
                  <c:v>perfectworld081199lina99</c:v>
                </c:pt>
                <c:pt idx="266">
                  <c:v>parentaladvisoryexplicitcontent</c:v>
                </c:pt>
                <c:pt idx="267">
                  <c:v>onedropcascade190496</c:v>
                </c:pt>
                <c:pt idx="268">
                  <c:v>notthisshitagaintoday</c:v>
                </c:pt>
                <c:pt idx="269">
                  <c:v>nothinglastforever456</c:v>
                </c:pt>
                <c:pt idx="270">
                  <c:v>nineteenseventythree</c:v>
                </c:pt>
                <c:pt idx="271">
                  <c:v>nikkistanley_fackyou</c:v>
                </c:pt>
                <c:pt idx="272">
                  <c:v>nightmarebeforedeath</c:v>
                </c:pt>
                <c:pt idx="273">
                  <c:v>neverforgetthissmile</c:v>
                </c:pt>
                <c:pt idx="274">
                  <c:v>neongenesisevangelion</c:v>
                </c:pt>
                <c:pt idx="275">
                  <c:v>neoneonvinhathena_sue1</c:v>
                </c:pt>
                <c:pt idx="276">
                  <c:v>needforspeedhotpursuit</c:v>
                </c:pt>
                <c:pt idx="277">
                  <c:v>need4speedunderground</c:v>
                </c:pt>
                <c:pt idx="278">
                  <c:v>nata_1998_babunova358</c:v>
                </c:pt>
                <c:pt idx="279">
                  <c:v>molchanova_aganina_olga</c:v>
                </c:pt>
                <c:pt idx="280">
                  <c:v>mianoviantasari123456</c:v>
                </c:pt>
                <c:pt idx="281">
                  <c:v>medievalnapoleonrome</c:v>
                </c:pt>
                <c:pt idx="282">
                  <c:v>Maytheforcebewithyou</c:v>
                </c:pt>
                <c:pt idx="283">
                  <c:v>marlborooriginalgold</c:v>
                </c:pt>
                <c:pt idx="284">
                  <c:v>mariaisabellamirabella</c:v>
                </c:pt>
                <c:pt idx="285">
                  <c:v>manchesterunitedrule</c:v>
                </c:pt>
                <c:pt idx="286">
                  <c:v>manchesterunitedforever</c:v>
                </c:pt>
                <c:pt idx="287">
                  <c:v>MAINHOONVIKINGEARNER</c:v>
                </c:pt>
                <c:pt idx="288">
                  <c:v>lovesexmagic22199301</c:v>
                </c:pt>
                <c:pt idx="289">
                  <c:v>lovealwaysandforever</c:v>
                </c:pt>
                <c:pt idx="290">
                  <c:v>londonforeverkensalrise</c:v>
                </c:pt>
                <c:pt idx="291">
                  <c:v>loginovajuliannawhite</c:v>
                </c:pt>
                <c:pt idx="292">
                  <c:v>lizakonyaeva1990401</c:v>
                </c:pt>
                <c:pt idx="293">
                  <c:v>laracroftuniversal2010</c:v>
                </c:pt>
                <c:pt idx="294">
                  <c:v>lancesendlessopportunity</c:v>
                </c:pt>
                <c:pt idx="295">
                  <c:v>ladyprincessgagadina12345</c:v>
                </c:pt>
                <c:pt idx="296">
                  <c:v>kristysha210811karen</c:v>
                </c:pt>
                <c:pt idx="297">
                  <c:v>kristina2lovemalina</c:v>
                </c:pt>
                <c:pt idx="298">
                  <c:v>killermanforever1985</c:v>
                </c:pt>
                <c:pt idx="299">
                  <c:v>kent300496hankbitboom</c:v>
                </c:pt>
                <c:pt idx="300">
                  <c:v>katherinesilencelove</c:v>
                </c:pt>
                <c:pt idx="301">
                  <c:v>katerina-bagdasha2008</c:v>
                </c:pt>
                <c:pt idx="302">
                  <c:v>jessicamarieward4612</c:v>
                </c:pt>
                <c:pt idx="303">
                  <c:v>itscraftylikeyourface</c:v>
                </c:pt>
                <c:pt idx="304">
                  <c:v>irina.shishkina.951995</c:v>
                </c:pt>
                <c:pt idx="305">
                  <c:v>irinakulakova021190</c:v>
                </c:pt>
                <c:pt idx="306">
                  <c:v>iraloveforever100500</c:v>
                </c:pt>
                <c:pt idx="307">
                  <c:v>interviewwithvampire</c:v>
                </c:pt>
                <c:pt idx="308">
                  <c:v>Hybridtheorysoldier99</c:v>
                </c:pt>
                <c:pt idx="309">
                  <c:v>hobbitmerrytara13kan</c:v>
                </c:pt>
                <c:pt idx="310">
                  <c:v>heavenfromhell225106</c:v>
                </c:pt>
                <c:pt idx="311">
                  <c:v>happysunshinerainbow</c:v>
                </c:pt>
                <c:pt idx="312">
                  <c:v>handrelwizard69_56653</c:v>
                </c:pt>
                <c:pt idx="313">
                  <c:v>greenfloridacakejeans3219</c:v>
                </c:pt>
                <c:pt idx="314">
                  <c:v>golsue.bankstephane.verstraeten</c:v>
                </c:pt>
                <c:pt idx="315">
                  <c:v>goblintradingcompany</c:v>
                </c:pt>
                <c:pt idx="316">
                  <c:v>gnomewithoutsoul390025</c:v>
                </c:pt>
                <c:pt idx="317">
                  <c:v>girl_without_feeling</c:v>
                </c:pt>
                <c:pt idx="318">
                  <c:v>getthereamazinglyfast123</c:v>
                </c:pt>
                <c:pt idx="319">
                  <c:v>gender.unknownnevericefog8923158630</c:v>
                </c:pt>
                <c:pt idx="320">
                  <c:v>game06cod4missmurder</c:v>
                </c:pt>
                <c:pt idx="321">
                  <c:v>FuckingNewPassword13</c:v>
                </c:pt>
                <c:pt idx="322">
                  <c:v>foxPokermaster2853891</c:v>
                </c:pt>
                <c:pt idx="323">
                  <c:v>fourdaysnarcoticanna</c:v>
                </c:pt>
                <c:pt idx="324">
                  <c:v>Finalfantasyomegaweapon</c:v>
                </c:pt>
                <c:pt idx="325">
                  <c:v>fashionAnnaColibri52</c:v>
                </c:pt>
                <c:pt idx="326">
                  <c:v>errorcode404notfound</c:v>
                </c:pt>
                <c:pt idx="327">
                  <c:v>enterprisehighschool</c:v>
                </c:pt>
                <c:pt idx="328">
                  <c:v>edmondsartandframing</c:v>
                </c:pt>
                <c:pt idx="329">
                  <c:v>eagleknight11redbull</c:v>
                </c:pt>
                <c:pt idx="330">
                  <c:v>duckworksentertainment</c:v>
                </c:pt>
                <c:pt idx="331">
                  <c:v>dragonballfanforlife</c:v>
                </c:pt>
                <c:pt idx="332">
                  <c:v>dimagrechin1535595256585451</c:v>
                </c:pt>
                <c:pt idx="333">
                  <c:v>detectivelaracroft9</c:v>
                </c:pt>
                <c:pt idx="334">
                  <c:v>derevianova.katya201</c:v>
                </c:pt>
                <c:pt idx="335">
                  <c:v>deejay913115225psych</c:v>
                </c:pt>
                <c:pt idx="336">
                  <c:v>decodepasswordsystem</c:v>
                </c:pt>
                <c:pt idx="337">
                  <c:v>dasha.0803200dashenka</c:v>
                </c:pt>
                <c:pt idx="338">
                  <c:v>cryzone_sector_99899889989</c:v>
                </c:pt>
                <c:pt idx="339">
                  <c:v>cryingthroughthenight</c:v>
                </c:pt>
                <c:pt idx="340">
                  <c:v>cross1301antikarma__</c:v>
                </c:pt>
                <c:pt idx="341">
                  <c:v>crimson6sexysheila25</c:v>
                </c:pt>
                <c:pt idx="342">
                  <c:v>crazyminecraftplayer</c:v>
                </c:pt>
                <c:pt idx="343">
                  <c:v>crazybutcleverhamster</c:v>
                </c:pt>
                <c:pt idx="344">
                  <c:v>cow_tipping_anonymous</c:v>
                </c:pt>
                <c:pt idx="345">
                  <c:v>constantine_tonycarey</c:v>
                </c:pt>
                <c:pt idx="346">
                  <c:v>cheeseshashikant_kori</c:v>
                </c:pt>
                <c:pt idx="347">
                  <c:v>carolann323sandland1989855084</c:v>
                </c:pt>
                <c:pt idx="348">
                  <c:v>campbellbaymusicfest</c:v>
                </c:pt>
                <c:pt idx="349">
                  <c:v>bulletformyvalentine</c:v>
                </c:pt>
                <c:pt idx="350">
                  <c:v>buenavistasocialclub</c:v>
                </c:pt>
                <c:pt idx="351">
                  <c:v>brickandmortarliving</c:v>
                </c:pt>
                <c:pt idx="352">
                  <c:v>BloodelfForce5555123</c:v>
                </c:pt>
                <c:pt idx="353">
                  <c:v>blondebimbogirl898989</c:v>
                </c:pt>
                <c:pt idx="354">
                  <c:v>blackgroundfreedomfight</c:v>
                </c:pt>
                <c:pt idx="355">
                  <c:v>beautifuldirtygirl235</c:v>
                </c:pt>
                <c:pt idx="356">
                  <c:v>askarova_elvina140198</c:v>
                </c:pt>
                <c:pt idx="357">
                  <c:v>arabellysrodriguez1219</c:v>
                </c:pt>
                <c:pt idx="358">
                  <c:v>anyaaxonova489208223</c:v>
                </c:pt>
                <c:pt idx="359">
                  <c:v>antisocialpersonalitydisorder</c:v>
                </c:pt>
                <c:pt idx="360">
                  <c:v>anotherperfectperson</c:v>
                </c:pt>
                <c:pt idx="361">
                  <c:v>annamartynova-232199888</c:v>
                </c:pt>
                <c:pt idx="362">
                  <c:v>angelikajessicaleaines</c:v>
                </c:pt>
                <c:pt idx="363">
                  <c:v>anastasiaplusbenedict</c:v>
                </c:pt>
                <c:pt idx="364">
                  <c:v>anastasiapegova1801990</c:v>
                </c:pt>
                <c:pt idx="365">
                  <c:v>alli0429lyndalessmartinez</c:v>
                </c:pt>
                <c:pt idx="366">
                  <c:v>alinamalinakalina1303</c:v>
                </c:pt>
                <c:pt idx="367">
                  <c:v>99CraZy6RaiDeR6BaM99</c:v>
                </c:pt>
                <c:pt idx="368">
                  <c:v>90rabovilevaleria1983</c:v>
                </c:pt>
                <c:pt idx="369">
                  <c:v>89504205222irasemenova</c:v>
                </c:pt>
                <c:pt idx="370">
                  <c:v>82624222borntobeboxgirl</c:v>
                </c:pt>
                <c:pt idx="371">
                  <c:v>6CherishYourLife8642</c:v>
                </c:pt>
                <c:pt idx="372">
                  <c:v>6052666innalovegonchar</c:v>
                </c:pt>
                <c:pt idx="373">
                  <c:v>544babaraoutley1986043</c:v>
                </c:pt>
                <c:pt idx="374">
                  <c:v>525525tilde.anna.kat</c:v>
                </c:pt>
                <c:pt idx="375">
                  <c:v>2headsarebetterthan1</c:v>
                </c:pt>
                <c:pt idx="376">
                  <c:v>23546antdogclaire.cheval</c:v>
                </c:pt>
                <c:pt idx="377">
                  <c:v>1thegodfather1pullhere</c:v>
                </c:pt>
                <c:pt idx="378">
                  <c:v>1981taykayla_dramaqueen</c:v>
                </c:pt>
                <c:pt idx="379">
                  <c:v>18lovehateknifeblood91</c:v>
                </c:pt>
                <c:pt idx="380">
                  <c:v>18061996mashathebast</c:v>
                </c:pt>
                <c:pt idx="381">
                  <c:v>106199chrisfetterman</c:v>
                </c:pt>
                <c:pt idx="382">
                  <c:v>1415926barrette_marcand</c:v>
                </c:pt>
                <c:pt idx="383">
                  <c:v>12081995traybeatmaker</c:v>
                </c:pt>
                <c:pt idx="384">
                  <c:v>11nadiya03not9happy</c:v>
                </c:pt>
                <c:pt idx="385">
                  <c:v>100milliondollarswag</c:v>
                </c:pt>
                <c:pt idx="386">
                  <c:v>088059392katiakoshina</c:v>
                </c:pt>
                <c:pt idx="387">
                  <c:v>zoolander_blue_steel</c:v>
                </c:pt>
                <c:pt idx="388">
                  <c:v>zone_zero_skate_company</c:v>
                </c:pt>
                <c:pt idx="389">
                  <c:v>zoneyouthoutreachcenter</c:v>
                </c:pt>
                <c:pt idx="390">
                  <c:v>zombiethecorpseeater</c:v>
                </c:pt>
                <c:pt idx="391">
                  <c:v>zombieswillruletheworld</c:v>
                </c:pt>
                <c:pt idx="392">
                  <c:v>zombie_survival_guide</c:v>
                </c:pt>
                <c:pt idx="393">
                  <c:v>zombie_stonewall_jackson</c:v>
                </c:pt>
                <c:pt idx="394">
                  <c:v>zombieresponseunit</c:v>
                </c:pt>
                <c:pt idx="395">
                  <c:v>zombienationclothing</c:v>
                </c:pt>
                <c:pt idx="396">
                  <c:v>zombiebunnycoffeegirl</c:v>
                </c:pt>
                <c:pt idx="397">
                  <c:v>zombiebunniesinouterspace</c:v>
                </c:pt>
                <c:pt idx="398">
                  <c:v>zombieandterroristsnapper</c:v>
                </c:pt>
                <c:pt idx="399">
                  <c:v>zetaphirhodeltachapter</c:v>
                </c:pt>
                <c:pt idx="400">
                  <c:v>zerotoleranceclothing</c:v>
                </c:pt>
                <c:pt idx="401">
                  <c:v>zerotolerancebeaumont</c:v>
                </c:pt>
                <c:pt idx="402">
                  <c:v>zerodestructionracing</c:v>
                </c:pt>
                <c:pt idx="403">
                  <c:v>zeldawarriorprincess</c:v>
                </c:pt>
                <c:pt idx="404">
                  <c:v>zeldasnotgoodenoughforhim</c:v>
                </c:pt>
                <c:pt idx="405">
                  <c:v>zee_one_and_only_caster</c:v>
                </c:pt>
                <c:pt idx="406">
                  <c:v>zee_girl_the_world_forgot</c:v>
                </c:pt>
                <c:pt idx="407">
                  <c:v>zaragozaforpresident</c:v>
                </c:pt>
                <c:pt idx="408">
                  <c:v>zanderthetanglewoodtwin</c:v>
                </c:pt>
                <c:pt idx="409">
                  <c:v>zac_the_one_and_only</c:v>
                </c:pt>
                <c:pt idx="410">
                  <c:v>Zac_Attack_Surferboy</c:v>
                </c:pt>
                <c:pt idx="411">
                  <c:v>zac_and_hilary_forever</c:v>
                </c:pt>
                <c:pt idx="412">
                  <c:v>zabrina_darklight_himfan</c:v>
                </c:pt>
                <c:pt idx="413">
                  <c:v>yvonne-tapia-anderson</c:v>
                </c:pt>
                <c:pt idx="414">
                  <c:v>yvette_sweetsexytater</c:v>
                </c:pt>
                <c:pt idx="415">
                  <c:v>yummy_whitechocolate</c:v>
                </c:pt>
                <c:pt idx="416">
                  <c:v>yummy_milk_chocolate</c:v>
                </c:pt>
                <c:pt idx="417">
                  <c:v>yuma_upwardbound_program</c:v>
                </c:pt>
                <c:pt idx="418">
                  <c:v>yumaundergroundvideomag</c:v>
                </c:pt>
                <c:pt idx="419">
                  <c:v>yumacommunitychurch0</c:v>
                </c:pt>
                <c:pt idx="420">
                  <c:v>yuleshootyoureye_out</c:v>
                </c:pt>
                <c:pt idx="421">
                  <c:v>youwishentertainment</c:v>
                </c:pt>
                <c:pt idx="422">
                  <c:v>you_will_never_know98</c:v>
                </c:pt>
                <c:pt idx="423">
                  <c:v>you_will_never_guess_who</c:v>
                </c:pt>
                <c:pt idx="424">
                  <c:v>youwillnevergobacktoher</c:v>
                </c:pt>
                <c:pt idx="425">
                  <c:v>youwillcreamyourpants</c:v>
                </c:pt>
                <c:pt idx="426">
                  <c:v>youwillbebackforsure</c:v>
                </c:pt>
                <c:pt idx="427">
                  <c:v>youve_just_been_scored</c:v>
                </c:pt>
                <c:pt idx="428">
                  <c:v>youvebeendommernated</c:v>
                </c:pt>
                <c:pt idx="429">
                  <c:v>youtubefamouspersonadam</c:v>
                </c:pt>
                <c:pt idx="430">
                  <c:v>youthuprisingtheband</c:v>
                </c:pt>
                <c:pt idx="431">
                  <c:v>youthpastorkarelnorman</c:v>
                </c:pt>
                <c:pt idx="432">
                  <c:v>youthexplosionservice</c:v>
                </c:pt>
                <c:pt idx="433">
                  <c:v>youth_emotion_project</c:v>
                </c:pt>
                <c:pt idx="434">
                  <c:v>you_tell_that_mean_ocean</c:v>
                </c:pt>
                <c:pt idx="435">
                  <c:v>youtastelikecottoncandy</c:v>
                </c:pt>
                <c:pt idx="436">
                  <c:v>youstolethisfrombritney</c:v>
                </c:pt>
                <c:pt idx="437">
                  <c:v>you_smell_really_bad</c:v>
                </c:pt>
                <c:pt idx="438">
                  <c:v>yousmell_likeoldpeople22</c:v>
                </c:pt>
                <c:pt idx="439">
                  <c:v>yousmelllikebutthole</c:v>
                </c:pt>
                <c:pt idx="440">
                  <c:v>yourworstnightmarelove</c:v>
                </c:pt>
                <c:pt idx="441">
                  <c:v>your_worst_nightmare78</c:v>
                </c:pt>
                <c:pt idx="442">
                  <c:v>yourworstnightmare9</c:v>
                </c:pt>
                <c:pt idx="443">
                  <c:v>yourworstnightmare13</c:v>
                </c:pt>
                <c:pt idx="444">
                  <c:v>YOURWORSTMISTAKE132</c:v>
                </c:pt>
                <c:pt idx="445">
                  <c:v>your_worse_nightmare9</c:v>
                </c:pt>
                <c:pt idx="446">
                  <c:v>yourworsefuckingnightmare</c:v>
                </c:pt>
                <c:pt idx="447">
                  <c:v>yourworldheavyweightchamp</c:v>
                </c:pt>
                <c:pt idx="448">
                  <c:v>your_werewolf_friend</c:v>
                </c:pt>
                <c:pt idx="449">
                  <c:v>your_vintage_romance</c:v>
                </c:pt>
                <c:pt idx="450">
                  <c:v>your_vintage_hollywood</c:v>
                </c:pt>
                <c:pt idx="451">
                  <c:v>yourveryownsarcastictree</c:v>
                </c:pt>
                <c:pt idx="452">
                  <c:v>yourverybestfriendhenry</c:v>
                </c:pt>
                <c:pt idx="453">
                  <c:v>your_typical_stereotype</c:v>
                </c:pt>
                <c:pt idx="454">
                  <c:v>your_superstar_danielle</c:v>
                </c:pt>
                <c:pt idx="455">
                  <c:v>yoursuperiorpiratedaddy</c:v>
                </c:pt>
                <c:pt idx="456">
                  <c:v>yoursunderthemoonlight</c:v>
                </c:pt>
                <c:pt idx="457">
                  <c:v>yours_truly_stephanie</c:v>
                </c:pt>
                <c:pt idx="458">
                  <c:v>your_strangeandbeautiful</c:v>
                </c:pt>
                <c:pt idx="459">
                  <c:v>yoursomewhathotmamma</c:v>
                </c:pt>
                <c:pt idx="460">
                  <c:v>Yours_forever_and_always</c:v>
                </c:pt>
                <c:pt idx="461">
                  <c:v>your_sexy_daddy_2010</c:v>
                </c:pt>
                <c:pt idx="462">
                  <c:v>your_royal_highness1</c:v>
                </c:pt>
                <c:pt idx="463">
                  <c:v>yourrockingwiththeworst</c:v>
                </c:pt>
                <c:pt idx="464">
                  <c:v>yourremedyforinsecurity</c:v>
                </c:pt>
                <c:pt idx="465">
                  <c:v>your_regular_emergency</c:v>
                </c:pt>
                <c:pt idx="466">
                  <c:v>your_realestate_agent</c:v>
                </c:pt>
                <c:pt idx="467">
                  <c:v>your_punk_rock_pussy</c:v>
                </c:pt>
                <c:pt idx="468">
                  <c:v>yourprincessforever13</c:v>
                </c:pt>
                <c:pt idx="469">
                  <c:v>your_pretty_much_hot</c:v>
                </c:pt>
                <c:pt idx="470">
                  <c:v>your_pretty_kitten17</c:v>
                </c:pt>
                <c:pt idx="471">
                  <c:v>yourpersonalteddybear</c:v>
                </c:pt>
                <c:pt idx="472">
                  <c:v>yourpersonalsexmachine</c:v>
                </c:pt>
                <c:pt idx="473">
                  <c:v>your_personal_sex_kitten</c:v>
                </c:pt>
                <c:pt idx="474">
                  <c:v>your_personal_reject</c:v>
                </c:pt>
                <c:pt idx="475">
                  <c:v>your_personal_orgasm</c:v>
                </c:pt>
                <c:pt idx="476">
                  <c:v>yourpersonalnutritionist</c:v>
                </c:pt>
                <c:pt idx="477">
                  <c:v>yourpersonalbabygirl543</c:v>
                </c:pt>
                <c:pt idx="478">
                  <c:v>yourperfectpartnercoach</c:v>
                </c:pt>
                <c:pt idx="479">
                  <c:v>yourperfectfriendpayton</c:v>
                </c:pt>
                <c:pt idx="480">
                  <c:v>yourpartyalternative</c:v>
                </c:pt>
                <c:pt idx="481">
                  <c:v>yourownpersonalhillbilly</c:v>
                </c:pt>
                <c:pt idx="482">
                  <c:v>youroriginalhottie84</c:v>
                </c:pt>
                <c:pt idx="483">
                  <c:v>your_only_love_cathy</c:v>
                </c:pt>
                <c:pt idx="484">
                  <c:v>your_only_amazing_dream</c:v>
                </c:pt>
                <c:pt idx="485">
                  <c:v>your_one_and_only_tony</c:v>
                </c:pt>
                <c:pt idx="486">
                  <c:v>youroneandonlysweetheart</c:v>
                </c:pt>
                <c:pt idx="487">
                  <c:v>youroneandonlymistake</c:v>
                </c:pt>
                <c:pt idx="488">
                  <c:v>your_one_and_only_guy</c:v>
                </c:pt>
                <c:pt idx="489">
                  <c:v>youroneandonlygurl_0</c:v>
                </c:pt>
                <c:pt idx="490">
                  <c:v>your_one_and_only_chance</c:v>
                </c:pt>
                <c:pt idx="491">
                  <c:v>yourocklikewhitesnake</c:v>
                </c:pt>
                <c:pt idx="492">
                  <c:v>yournumber1stonerpal</c:v>
                </c:pt>
                <c:pt idx="493">
                  <c:v>your_nightmare_angel</c:v>
                </c:pt>
                <c:pt idx="494">
                  <c:v>yourneighborhoodspiderman</c:v>
                </c:pt>
                <c:pt idx="495">
                  <c:v>your_mum_was_dripping</c:v>
                </c:pt>
                <c:pt idx="496">
                  <c:v>yourmumdoeswatersports</c:v>
                </c:pt>
                <c:pt idx="497">
                  <c:v>your_morbid_imperfection</c:v>
                </c:pt>
                <c:pt idx="498">
                  <c:v>your_masked_intruder</c:v>
                </c:pt>
                <c:pt idx="499">
                  <c:v>yourmakingeverythingworst</c:v>
                </c:pt>
                <c:pt idx="500">
                  <c:v>your_loyal_opposition</c:v>
                </c:pt>
                <c:pt idx="501">
                  <c:v>yourlovelylittlevampire</c:v>
                </c:pt>
                <c:pt idx="502">
                  <c:v>yourlocalsupermarketsuperman</c:v>
                </c:pt>
                <c:pt idx="503">
                  <c:v>your_local_casino_owner</c:v>
                </c:pt>
                <c:pt idx="504">
                  <c:v>yourlocalbunnydealer</c:v>
                </c:pt>
                <c:pt idx="505">
                  <c:v>your_little_tiger_pat</c:v>
                </c:pt>
                <c:pt idx="506">
                  <c:v>your_little_sunshine9875</c:v>
                </c:pt>
                <c:pt idx="507">
                  <c:v>your_lipstickhis_collar</c:v>
                </c:pt>
                <c:pt idx="508">
                  <c:v>_your_lipstick_his_collar</c:v>
                </c:pt>
                <c:pt idx="509">
                  <c:v>your_lil_drummer_buddy</c:v>
                </c:pt>
                <c:pt idx="510">
                  <c:v>yourlilbrowneyedgirl07</c:v>
                </c:pt>
                <c:pt idx="511">
                  <c:v>your_kiss_might_kill</c:v>
                </c:pt>
                <c:pt idx="512">
                  <c:v>yourinvitationtoagoodtime</c:v>
                </c:pt>
                <c:pt idx="513">
                  <c:v>yourintelligentsuperior</c:v>
                </c:pt>
                <c:pt idx="514">
                  <c:v>yourinspiration2live</c:v>
                </c:pt>
                <c:pt idx="515">
                  <c:v>your_immoral_saving_grace</c:v>
                </c:pt>
                <c:pt idx="516">
                  <c:v>your_imaginary__friend</c:v>
                </c:pt>
                <c:pt idx="517">
                  <c:v>your_human_teddy_bear</c:v>
                </c:pt>
                <c:pt idx="518">
                  <c:v>YourHeartsMostDesire</c:v>
                </c:pt>
                <c:pt idx="519">
                  <c:v>yourheartbrokenlover</c:v>
                </c:pt>
                <c:pt idx="520">
                  <c:v>your_haunting_nightmare</c:v>
                </c:pt>
                <c:pt idx="521">
                  <c:v>your_guardian_angel_</c:v>
                </c:pt>
                <c:pt idx="522">
                  <c:v>yourgorgeouscristine</c:v>
                </c:pt>
                <c:pt idx="523">
                  <c:v>your_future_princess</c:v>
                </c:pt>
                <c:pt idx="524">
                  <c:v>yourfriendtheconsumer</c:v>
                </c:pt>
                <c:pt idx="525">
                  <c:v>yourfriendlystalker13</c:v>
                </c:pt>
                <c:pt idx="526">
                  <c:v>your_friendly_piercer</c:v>
                </c:pt>
                <c:pt idx="527">
                  <c:v>yourfavoritetragicmistake</c:v>
                </c:pt>
                <c:pt idx="528">
                  <c:v>Your_Favorite_Tall_Guy</c:v>
                </c:pt>
                <c:pt idx="529">
                  <c:v>yourfavoritestereotype</c:v>
                </c:pt>
                <c:pt idx="530">
                  <c:v>yourfavoriteskywalker</c:v>
                </c:pt>
                <c:pt idx="531">
                  <c:v>yourfavoriteredhead9</c:v>
                </c:pt>
                <c:pt idx="532">
                  <c:v>yourfavorite_redhead</c:v>
                </c:pt>
                <c:pt idx="533">
                  <c:v>your_favorite_mistake_419</c:v>
                </c:pt>
                <c:pt idx="534">
                  <c:v>your_favorite_mistake227</c:v>
                </c:pt>
                <c:pt idx="535">
                  <c:v>your_favorite_jackass</c:v>
                </c:pt>
                <c:pt idx="536">
                  <c:v>your_favorite_flavor</c:v>
                </c:pt>
                <c:pt idx="537">
                  <c:v>yourfavoritedutchboy14</c:v>
                </c:pt>
                <c:pt idx="538">
                  <c:v>yourfavoritedumbblonde</c:v>
                </c:pt>
                <c:pt idx="539">
                  <c:v>yourfacewillstaythatway</c:v>
                </c:pt>
                <c:pt idx="540">
                  <c:v>yourfacenoiseexperiment</c:v>
                </c:pt>
                <c:pt idx="541">
                  <c:v>your_everything_and_more</c:v>
                </c:pt>
                <c:pt idx="542">
                  <c:v>youreverydaytragedyband</c:v>
                </c:pt>
                <c:pt idx="543">
                  <c:v>youreverydayrugbybabe</c:v>
                </c:pt>
                <c:pt idx="544">
                  <c:v>your_everyday_greasemop</c:v>
                </c:pt>
                <c:pt idx="545">
                  <c:v>youretheoneformefatty</c:v>
                </c:pt>
                <c:pt idx="546">
                  <c:v>yourequitetheobsessor</c:v>
                </c:pt>
                <c:pt idx="547">
                  <c:v>yourenamegoeshere___</c:v>
                </c:pt>
                <c:pt idx="548">
                  <c:v>youremygoodluckcharm</c:v>
                </c:pt>
                <c:pt idx="549">
                  <c:v>youreallydontlivehere</c:v>
                </c:pt>
                <c:pt idx="550">
                  <c:v>yourdreamfirefighter</c:v>
                </c:pt>
                <c:pt idx="551">
                  <c:v>your_dirty_lil_secret25</c:v>
                </c:pt>
                <c:pt idx="552">
                  <c:v>yourdentistslabdirect</c:v>
                </c:pt>
                <c:pt idx="553">
                  <c:v>yourdelightfulyoungman</c:v>
                </c:pt>
                <c:pt idx="554">
                  <c:v>yourdecrepitplague45</c:v>
                </c:pt>
                <c:pt idx="555">
                  <c:v>yourdaddyfromphoenix</c:v>
                </c:pt>
                <c:pt idx="556">
                  <c:v>yourcoolfriendcheryl</c:v>
                </c:pt>
                <c:pt idx="557">
                  <c:v>yourcontroversialtheory</c:v>
                </c:pt>
                <c:pt idx="558">
                  <c:v>your_cinderella_gurl</c:v>
                </c:pt>
                <c:pt idx="559">
                  <c:v>yourchocolateseduction</c:v>
                </c:pt>
                <c:pt idx="560">
                  <c:v>your_certified_male_model</c:v>
                </c:pt>
                <c:pt idx="561">
                  <c:v>your_butterfly_forever</c:v>
                </c:pt>
                <c:pt idx="562">
                  <c:v>yourboyfriendwontknow</c:v>
                </c:pt>
                <c:pt idx="563">
                  <c:v>yourbloodyvalentine74</c:v>
                </c:pt>
                <c:pt idx="564">
                  <c:v>your_blonde_addiction</c:v>
                </c:pt>
                <c:pt idx="565">
                  <c:v>your_biggest_mistake_0</c:v>
                </c:pt>
                <c:pt idx="566">
                  <c:v>yourbiggestmistake01</c:v>
                </c:pt>
                <c:pt idx="567">
                  <c:v>yourbiggestdreamcometrue</c:v>
                </c:pt>
                <c:pt idx="568">
                  <c:v>your_biggest_addiction_92</c:v>
                </c:pt>
                <c:pt idx="569">
                  <c:v>yourbestkeptsecret99</c:v>
                </c:pt>
                <c:pt idx="570">
                  <c:v>__your_best_kept_secret__</c:v>
                </c:pt>
                <c:pt idx="571">
                  <c:v>yourbestfriendalexandria</c:v>
                </c:pt>
                <c:pt idx="572">
                  <c:v>your_best_friend_4ever</c:v>
                </c:pt>
                <c:pt idx="573">
                  <c:v>your_beloved_tragedy</c:v>
                </c:pt>
                <c:pt idx="574">
                  <c:v>yourbeingreallyretarded</c:v>
                </c:pt>
                <c:pt idx="575">
                  <c:v>your_beautifultragedy</c:v>
                </c:pt>
                <c:pt idx="576">
                  <c:v>your_beautiful__its_true</c:v>
                </c:pt>
                <c:pt idx="577">
                  <c:v>your_beautiful_forever</c:v>
                </c:pt>
                <c:pt idx="578">
                  <c:v>your_beautiful_disaster9</c:v>
                </c:pt>
                <c:pt idx="579">
                  <c:v>yourbeautifuldisaster24</c:v>
                </c:pt>
                <c:pt idx="580">
                  <c:v>yourbeautiful_always</c:v>
                </c:pt>
                <c:pt idx="581">
                  <c:v>yourbadinfluence909</c:v>
                </c:pt>
                <c:pt idx="582">
                  <c:v>your_baby_gurl_for_eva</c:v>
                </c:pt>
                <c:pt idx="583">
                  <c:v>yourbabygurl4eva_blondie</c:v>
                </c:pt>
                <c:pt idx="584">
                  <c:v>youraveragebeautiful</c:v>
                </c:pt>
                <c:pt idx="585">
                  <c:v>yourangelinanightmare</c:v>
                </c:pt>
                <c:pt idx="586">
                  <c:v>your1bestfriendforever</c:v>
                </c:pt>
                <c:pt idx="587">
                  <c:v>your_1and_only_favorite</c:v>
                </c:pt>
                <c:pt idx="588">
                  <c:v>your18worst18nightmare</c:v>
                </c:pt>
                <c:pt idx="589">
                  <c:v>YOUONLYLIVEONCE2878</c:v>
                </c:pt>
                <c:pt idx="590">
                  <c:v>you_only_get_one_chance</c:v>
                </c:pt>
                <c:pt idx="591">
                  <c:v>you_old_fish_eyed_fool</c:v>
                </c:pt>
                <c:pt idx="592">
                  <c:v>youngwiltchamberlain</c:v>
                </c:pt>
                <c:pt idx="593">
                  <c:v>youngurbanentrepreneur</c:v>
                </c:pt>
                <c:pt idx="594">
                  <c:v>youngtuntamptheentertainment</c:v>
                </c:pt>
                <c:pt idx="595">
                  <c:v>youngtipsy323wattsup</c:v>
                </c:pt>
                <c:pt idx="596">
                  <c:v>youngswagentertainment</c:v>
                </c:pt>
                <c:pt idx="597">
                  <c:v>youngsouthernentrepreneur</c:v>
                </c:pt>
                <c:pt idx="598">
                  <c:v>youngsoldiersisthename</c:v>
                </c:pt>
                <c:pt idx="599">
                  <c:v>youngshawnlivingston</c:v>
                </c:pt>
                <c:pt idx="600">
                  <c:v>young_sexy_and_beautiful</c:v>
                </c:pt>
                <c:pt idx="601">
                  <c:v>youngscottishromantic</c:v>
                </c:pt>
                <c:pt idx="602">
                  <c:v>youngprogressivemajority</c:v>
                </c:pt>
                <c:pt idx="603">
                  <c:v>youngprincestreetkingprod</c:v>
                </c:pt>
                <c:pt idx="604">
                  <c:v>young_playyet_cocobrown</c:v>
                </c:pt>
                <c:pt idx="605">
                  <c:v>youngpercussionsampgotbeatscamp</c:v>
                </c:pt>
                <c:pt idx="606">
                  <c:v>young_morgan_freeman</c:v>
                </c:pt>
                <c:pt idx="607">
                  <c:v>youngmoney_ghosttown</c:v>
                </c:pt>
                <c:pt idx="608">
                  <c:v>young_money_for_life319</c:v>
                </c:pt>
                <c:pt idx="609">
                  <c:v>young_money_dipset23</c:v>
                </c:pt>
                <c:pt idx="610">
                  <c:v>youngjayrepresenting</c:v>
                </c:pt>
                <c:pt idx="611">
                  <c:v>young_hope_photography</c:v>
                </c:pt>
                <c:pt idx="612">
                  <c:v>younggiftedandbroken</c:v>
                </c:pt>
                <c:pt idx="613">
                  <c:v>younggatorakapistol504</c:v>
                </c:pt>
                <c:pt idx="614">
                  <c:v>youngfrosttruehustler</c:v>
                </c:pt>
                <c:pt idx="615">
                  <c:v>young_for_eternity18</c:v>
                </c:pt>
                <c:pt idx="616">
                  <c:v>youngflyentrepreneur</c:v>
                </c:pt>
                <c:pt idx="617">
                  <c:v>youngflyandflashykay</c:v>
                </c:pt>
                <c:pt idx="618">
                  <c:v>young_flashy_and_fly</c:v>
                </c:pt>
                <c:pt idx="619">
                  <c:v>YOUNGDREEASTPALOALTO50</c:v>
                </c:pt>
                <c:pt idx="620">
                  <c:v>young_diamond_princess</c:v>
                </c:pt>
                <c:pt idx="621">
                  <c:v>youngdenverharborblood</c:v>
                </c:pt>
                <c:pt idx="622">
                  <c:v>youngdaddyswagger107</c:v>
                </c:pt>
                <c:pt idx="623">
                  <c:v>youngcommunistleague</c:v>
                </c:pt>
                <c:pt idx="624">
                  <c:v>youngchristheartist90</c:v>
                </c:pt>
                <c:pt idx="625">
                  <c:v>youngcarterthefuture</c:v>
                </c:pt>
                <c:pt idx="626">
                  <c:v>young_but_old_enough</c:v>
                </c:pt>
                <c:pt idx="627">
                  <c:v>youngbuckandskittles</c:v>
                </c:pt>
                <c:pt idx="628">
                  <c:v>youngblood_quaker_80</c:v>
                </c:pt>
                <c:pt idx="629">
                  <c:v>youngbloodandhardcore</c:v>
                </c:pt>
                <c:pt idx="630">
                  <c:v>youngblackmoneymaker</c:v>
                </c:pt>
                <c:pt idx="631">
                  <c:v>youngblackbusinessman</c:v>
                </c:pt>
                <c:pt idx="632">
                  <c:v>young_black_and_ready</c:v>
                </c:pt>
                <c:pt idx="633">
                  <c:v>youngblackandfabulous</c:v>
                </c:pt>
                <c:pt idx="634">
                  <c:v>youngblackandblessed</c:v>
                </c:pt>
                <c:pt idx="635">
                  <c:v>young_andthe_restless</c:v>
                </c:pt>
                <c:pt idx="636">
                  <c:v>young_and_stupid_420</c:v>
                </c:pt>
                <c:pt idx="637">
                  <c:v>youngandrestlessgirl</c:v>
                </c:pt>
                <c:pt idx="638">
                  <c:v>youngandrestless4life</c:v>
                </c:pt>
                <c:pt idx="639">
                  <c:v>you_never_understood</c:v>
                </c:pt>
                <c:pt idx="640">
                  <c:v>youmeansomethingtome</c:v>
                </c:pt>
                <c:pt idx="641">
                  <c:v>youmakemewannalalatester</c:v>
                </c:pt>
                <c:pt idx="642">
                  <c:v>you_make_loving_easy</c:v>
                </c:pt>
                <c:pt idx="643">
                  <c:v>you_know_natasha_rox</c:v>
                </c:pt>
                <c:pt idx="644">
                  <c:v>youkillmeintheinside</c:v>
                </c:pt>
                <c:pt idx="645">
                  <c:v>youjustlost_the_game_</c:v>
                </c:pt>
                <c:pt idx="646">
                  <c:v>youjusthadtobethere25</c:v>
                </c:pt>
                <c:pt idx="647">
                  <c:v>youhave2proveyourself</c:v>
                </c:pt>
                <c:pt idx="648">
                  <c:v>yougotthewrongaddress</c:v>
                </c:pt>
                <c:pt idx="649">
                  <c:v>yougoneneedawheelchair</c:v>
                </c:pt>
                <c:pt idx="650">
                  <c:v>you_give_love_bad_name</c:v>
                </c:pt>
                <c:pt idx="651">
                  <c:v>youfreakingidiot_gosh</c:v>
                </c:pt>
                <c:pt idx="652">
                  <c:v>youfinallygotamyspace</c:v>
                </c:pt>
                <c:pt idx="653">
                  <c:v>you_deserve_the_best</c:v>
                </c:pt>
                <c:pt idx="654">
                  <c:v>you_cant_stop_the_doc</c:v>
                </c:pt>
                <c:pt idx="655">
                  <c:v>youcantrunfromyourself</c:v>
                </c:pt>
                <c:pt idx="656">
                  <c:v>you_cant_fix_stupid_1972</c:v>
                </c:pt>
                <c:pt idx="657">
                  <c:v>youcantfindthisanywhere</c:v>
                </c:pt>
                <c:pt idx="658">
                  <c:v>youcanpoundmealnight</c:v>
                </c:pt>
                <c:pt idx="659">
                  <c:v>you_cannot_have_charizard</c:v>
                </c:pt>
                <c:pt idx="660">
                  <c:v>you_can_never_get_him</c:v>
                </c:pt>
                <c:pt idx="661">
                  <c:v>you_can_get_down_wit_this</c:v>
                </c:pt>
                <c:pt idx="662">
                  <c:v>youcanfindmeintheclub</c:v>
                </c:pt>
                <c:pt idx="663">
                  <c:v>youbiggestdisappointment</c:v>
                </c:pt>
                <c:pt idx="664">
                  <c:v>you_better_know_yourself</c:v>
                </c:pt>
                <c:pt idx="665">
                  <c:v>you_are_very_special</c:v>
                </c:pt>
                <c:pt idx="666">
                  <c:v>youareuglyandthatsfunny</c:v>
                </c:pt>
                <c:pt idx="667">
                  <c:v>youaretallerthanamountain</c:v>
                </c:pt>
                <c:pt idx="668">
                  <c:v>youareeveryparisnight</c:v>
                </c:pt>
                <c:pt idx="669">
                  <c:v>youandyoursurbanwear</c:v>
                </c:pt>
                <c:pt idx="670">
                  <c:v>youandyourbeautifulsoul</c:v>
                </c:pt>
                <c:pt idx="671">
                  <c:v>you_aint_said_nuttin</c:v>
                </c:pt>
                <c:pt idx="672">
                  <c:v>you_aint_reading_this</c:v>
                </c:pt>
                <c:pt idx="673">
                  <c:v>youaintjustwhistlindixie</c:v>
                </c:pt>
                <c:pt idx="674">
                  <c:v>yoshi_not_the_green_one</c:v>
                </c:pt>
                <c:pt idx="675">
                  <c:v>yoiamawalrustopthatbitch</c:v>
                </c:pt>
                <c:pt idx="676">
                  <c:v>yetanothersockpuppet</c:v>
                </c:pt>
                <c:pt idx="677">
                  <c:v>yetanother_heartache</c:v>
                </c:pt>
                <c:pt idx="678">
                  <c:v>yesterdaytodayandtamale</c:v>
                </c:pt>
                <c:pt idx="679">
                  <c:v>yesterdayandeternity</c:v>
                </c:pt>
                <c:pt idx="680">
                  <c:v>yes_its_really_chris_ford</c:v>
                </c:pt>
                <c:pt idx="681">
                  <c:v>yer_lil_redhead_jamie</c:v>
                </c:pt>
                <c:pt idx="682">
                  <c:v>yergorgeousprincess_0</c:v>
                </c:pt>
                <c:pt idx="683">
                  <c:v>yeractualfingersmith</c:v>
                </c:pt>
                <c:pt idx="684">
                  <c:v>yellowstarandredflag</c:v>
                </c:pt>
                <c:pt idx="685">
                  <c:v>yellowsingthecrankylizard</c:v>
                </c:pt>
                <c:pt idx="686">
                  <c:v>yellowselfexistingstar</c:v>
                </c:pt>
                <c:pt idx="687">
                  <c:v>yellowrosebandraleigh</c:v>
                </c:pt>
                <c:pt idx="688">
                  <c:v>yellow_pink_white_layout</c:v>
                </c:pt>
                <c:pt idx="689">
                  <c:v>yellowlightdickbackwards</c:v>
                </c:pt>
                <c:pt idx="690">
                  <c:v>yellow_jacket_baseball</c:v>
                </c:pt>
                <c:pt idx="691">
                  <c:v>yellowhairedwarrior1</c:v>
                </c:pt>
                <c:pt idx="692">
                  <c:v>yellowbonefromthesouth</c:v>
                </c:pt>
                <c:pt idx="693">
                  <c:v>yellowbellymeatballhead</c:v>
                </c:pt>
                <c:pt idx="694">
                  <c:v>yeawerebetterthanyou</c:v>
                </c:pt>
                <c:pt idx="695">
                  <c:v>yea_well_your_still_fat</c:v>
                </c:pt>
                <c:pt idx="696">
                  <c:v>yea_thats_rite_its_tasha</c:v>
                </c:pt>
                <c:pt idx="697">
                  <c:v>yeast_infection_finger</c:v>
                </c:pt>
                <c:pt idx="698">
                  <c:v>year_round_boarder_521</c:v>
                </c:pt>
                <c:pt idx="699">
                  <c:v>year11representationtask</c:v>
                </c:pt>
                <c:pt idx="700">
                  <c:v>yeah_were_breaking_free</c:v>
                </c:pt>
                <c:pt idx="701">
                  <c:v>yeahthatsrightitsangela</c:v>
                </c:pt>
                <c:pt idx="702">
                  <c:v>yeahitschristian92490</c:v>
                </c:pt>
                <c:pt idx="703">
                  <c:v>yeahherecomestherooster</c:v>
                </c:pt>
                <c:pt idx="704">
                  <c:v>yanakin_groundwalker</c:v>
                </c:pt>
                <c:pt idx="705">
                  <c:v>xena_princess_warrior</c:v>
                </c:pt>
                <c:pt idx="706">
                  <c:v>xena_gabrielle_4_ever</c:v>
                </c:pt>
                <c:pt idx="707">
                  <c:v>wutsurname_kylewayne</c:v>
                </c:pt>
                <c:pt idx="708">
                  <c:v>wrysmileandalongsideglance</c:v>
                </c:pt>
                <c:pt idx="709">
                  <c:v>wrongwayentertainment</c:v>
                </c:pt>
                <c:pt idx="710">
                  <c:v>wrongdisgustingplanet</c:v>
                </c:pt>
                <c:pt idx="711">
                  <c:v>writingaboutyoustill</c:v>
                </c:pt>
                <c:pt idx="712">
                  <c:v>writethelettersintearyink</c:v>
                </c:pt>
                <c:pt idx="713">
                  <c:v>writer_lover_believer</c:v>
                </c:pt>
                <c:pt idx="714">
                  <c:v>write_from_the_heart</c:v>
                </c:pt>
                <c:pt idx="715">
                  <c:v>wrightcardsandgaming</c:v>
                </c:pt>
                <c:pt idx="716">
                  <c:v>wretchedreligionband</c:v>
                </c:pt>
                <c:pt idx="717">
                  <c:v>wretchedexcuseforahuman</c:v>
                </c:pt>
                <c:pt idx="718">
                  <c:v>wrestling_volleychick</c:v>
                </c:pt>
                <c:pt idx="719">
                  <c:v>wrestling_fan_forever</c:v>
                </c:pt>
                <c:pt idx="720">
                  <c:v>wrestling_fan_club_1234</c:v>
                </c:pt>
                <c:pt idx="721">
                  <c:v>wrestling_fan_4_life</c:v>
                </c:pt>
                <c:pt idx="722">
                  <c:v>wrestling_chick_aka_kym</c:v>
                </c:pt>
                <c:pt idx="723">
                  <c:v>wrath_the_unforgiven</c:v>
                </c:pt>
                <c:pt idx="724">
                  <c:v>wrapyerstumpbeforeyouhump</c:v>
                </c:pt>
                <c:pt idx="725">
                  <c:v>wowwhatagreatprofile</c:v>
                </c:pt>
                <c:pt idx="726">
                  <c:v>wouldyoutellmeiwaswrong1992</c:v>
                </c:pt>
                <c:pt idx="727">
                  <c:v>wouldyoulikesugarwiththat</c:v>
                </c:pt>
                <c:pt idx="728">
                  <c:v>wouldntyoulike2know9</c:v>
                </c:pt>
                <c:pt idx="729">
                  <c:v>wouldanyonelikesometoast</c:v>
                </c:pt>
                <c:pt idx="730">
                  <c:v>worththeweightingold</c:v>
                </c:pt>
                <c:pt idx="731">
                  <c:v>worthrememberingmusic</c:v>
                </c:pt>
                <c:pt idx="732">
                  <c:v>worstnightmare_bestdream2</c:v>
                </c:pt>
                <c:pt idx="733">
                  <c:v>worstfriendbestenemy</c:v>
                </c:pt>
                <c:pt idx="734">
                  <c:v>worstcasescenario123</c:v>
                </c:pt>
                <c:pt idx="735">
                  <c:v>worshipwith_ecclesia</c:v>
                </c:pt>
                <c:pt idx="736">
                  <c:v>worshipgodservepeople</c:v>
                </c:pt>
                <c:pt idx="737">
                  <c:v>wormywormwormscanada</c:v>
                </c:pt>
                <c:pt idx="738">
                  <c:v>worldwideinvestigation</c:v>
                </c:pt>
                <c:pt idx="739">
                  <c:v>world_wide_free_ride</c:v>
                </c:pt>
                <c:pt idx="740">
                  <c:v>worldwideelectronicmusic</c:v>
                </c:pt>
                <c:pt idx="741">
                  <c:v>worldwakeboardcenter</c:v>
                </c:pt>
                <c:pt idx="742">
                  <c:v>worldundergroundreport</c:v>
                </c:pt>
                <c:pt idx="743">
                  <c:v>worldtravelerhippiechick</c:v>
                </c:pt>
                <c:pt idx="744">
                  <c:v>world_traveler_for_life</c:v>
                </c:pt>
                <c:pt idx="745">
                  <c:v>worldtravelerforever</c:v>
                </c:pt>
                <c:pt idx="746">
                  <c:v>worldpeacewillneverhappen</c:v>
                </c:pt>
                <c:pt idx="747">
                  <c:v>worldleadershipgroup_gel</c:v>
                </c:pt>
                <c:pt idx="748">
                  <c:v>world_history_teacher</c:v>
                </c:pt>
                <c:pt idx="749">
                  <c:v>worldhispanictournament</c:v>
                </c:pt>
                <c:pt idx="750">
                  <c:v>worldexplorerbabe011</c:v>
                </c:pt>
                <c:pt idx="751">
                  <c:v>worldcupfantasyfooty</c:v>
                </c:pt>
                <c:pt idx="752">
                  <c:v>world_collaboration_party</c:v>
                </c:pt>
                <c:pt idx="753">
                  <c:v>worldchampionreverend</c:v>
                </c:pt>
                <c:pt idx="754">
                  <c:v>worldchampcordialpourer</c:v>
                </c:pt>
                <c:pt idx="755">
                  <c:v>worldbaseballclassic</c:v>
                </c:pt>
                <c:pt idx="756">
                  <c:v>worldaccessentertainment</c:v>
                </c:pt>
                <c:pt idx="757">
                  <c:v>worksdownbygroupswithmelanie</c:v>
                </c:pt>
                <c:pt idx="758">
                  <c:v>workingprogresstheband</c:v>
                </c:pt>
                <c:pt idx="759">
                  <c:v>workingforanuclearfreecity</c:v>
                </c:pt>
                <c:pt idx="760">
                  <c:v>workingclassrockstar</c:v>
                </c:pt>
                <c:pt idx="761">
                  <c:v>workingclass_hooligan</c:v>
                </c:pt>
                <c:pt idx="762">
                  <c:v>working_class_acupuncture</c:v>
                </c:pt>
                <c:pt idx="763">
                  <c:v>workingbutstillbroken</c:v>
                </c:pt>
                <c:pt idx="764">
                  <c:v>workforaffordablehousing</c:v>
                </c:pt>
                <c:pt idx="765">
                  <c:v>wop_the_nine_tail_fox</c:v>
                </c:pt>
                <c:pt idx="766">
                  <c:v>woodybigfloppydonkey</c:v>
                </c:pt>
                <c:pt idx="767">
                  <c:v>woodstarbloodguttagirl</c:v>
                </c:pt>
                <c:pt idx="768">
                  <c:v>woodgrainphotography</c:v>
                </c:pt>
                <c:pt idx="769">
                  <c:v>wontyoushockandentertain</c:v>
                </c:pt>
                <c:pt idx="770">
                  <c:v>wondermanwasntavailable</c:v>
                </c:pt>
                <c:pt idx="771">
                  <c:v>wonderland_its_magic</c:v>
                </c:pt>
                <c:pt idx="772">
                  <c:v>wonderful_trolly_freak</c:v>
                </c:pt>
                <c:pt idx="773">
                  <c:v>wonderfulsinger4life</c:v>
                </c:pt>
                <c:pt idx="774">
                  <c:v>womanizer21boypickup</c:v>
                </c:pt>
                <c:pt idx="775">
                  <c:v>woman_forward_thinking</c:v>
                </c:pt>
                <c:pt idx="776">
                  <c:v>womanandentrepreneur</c:v>
                </c:pt>
                <c:pt idx="777">
                  <c:v>wolvesaremisunderstood</c:v>
                </c:pt>
                <c:pt idx="778">
                  <c:v>wolf_warrior_from_heaven</c:v>
                </c:pt>
                <c:pt idx="779">
                  <c:v>wolf_god_demon_angel</c:v>
                </c:pt>
                <c:pt idx="780">
                  <c:v>wizardworldconvention</c:v>
                </c:pt>
                <c:pt idx="781">
                  <c:v>wizardentertainmentgroup</c:v>
                </c:pt>
                <c:pt idx="782">
                  <c:v>witnessprotectionprogram</c:v>
                </c:pt>
                <c:pt idx="783">
                  <c:v>withoutsenseofficialpage</c:v>
                </c:pt>
                <c:pt idx="784">
                  <c:v>without_hope_lost_child</c:v>
                </c:pt>
                <c:pt idx="785">
                  <c:v>withloveandsqualor05</c:v>
                </c:pt>
                <c:pt idx="786">
                  <c:v>withlovealwaysandforever</c:v>
                </c:pt>
                <c:pt idx="787">
                  <c:v>with_karate_ill_kick_ass</c:v>
                </c:pt>
                <c:pt idx="788">
                  <c:v>withinheartspotential</c:v>
                </c:pt>
                <c:pt idx="789">
                  <c:v>withgreaterpurposeyet</c:v>
                </c:pt>
                <c:pt idx="790">
                  <c:v>witheyesforeverturnedinward</c:v>
                </c:pt>
                <c:pt idx="791">
                  <c:v>witheverybreathmusic</c:v>
                </c:pt>
                <c:pt idx="792">
                  <c:v>with_death_comes_peace</c:v>
                </c:pt>
                <c:pt idx="793">
                  <c:v>witchyredheadgoddess</c:v>
                </c:pt>
                <c:pt idx="794">
                  <c:v>witchhazelwithnutmeg</c:v>
                </c:pt>
                <c:pt idx="795">
                  <c:v>witchdoctor_entertainment</c:v>
                </c:pt>
                <c:pt idx="796">
                  <c:v>witchcraftblackcat195</c:v>
                </c:pt>
                <c:pt idx="797">
                  <c:v>witchandwizardschool</c:v>
                </c:pt>
                <c:pt idx="798">
                  <c:v>wish_you_would_smile_mate</c:v>
                </c:pt>
                <c:pt idx="799">
                  <c:v>wish_you_were_here1517</c:v>
                </c:pt>
                <c:pt idx="800">
                  <c:v>wishing_you_where_mine</c:v>
                </c:pt>
                <c:pt idx="801">
                  <c:v>wishing_she_was_here</c:v>
                </c:pt>
                <c:pt idx="802">
                  <c:v>wishing_for_your_heart</c:v>
                </c:pt>
                <c:pt idx="803">
                  <c:v>wishingdreaminghoping</c:v>
                </c:pt>
                <c:pt idx="804">
                  <c:v>wise_thevampireheart</c:v>
                </c:pt>
                <c:pt idx="805">
                  <c:v>wiseman_the_original_one</c:v>
                </c:pt>
                <c:pt idx="806">
                  <c:v>wisdomjusticeandlove1992</c:v>
                </c:pt>
                <c:pt idx="807">
                  <c:v>wisdom_and_knowledge</c:v>
                </c:pt>
                <c:pt idx="808">
                  <c:v>winternightpublishing</c:v>
                </c:pt>
                <c:pt idx="809">
                  <c:v>winterfreshtherappersongsinger</c:v>
                </c:pt>
                <c:pt idx="810">
                  <c:v>winona_leah_lovelace</c:v>
                </c:pt>
                <c:pt idx="811">
                  <c:v>winningedgeperformance</c:v>
                </c:pt>
                <c:pt idx="812">
                  <c:v>winniethepoohnut99</c:v>
                </c:pt>
                <c:pt idx="813">
                  <c:v>winniethepoohlover112</c:v>
                </c:pt>
                <c:pt idx="814">
                  <c:v>winnie_the_pooh_layout</c:v>
                </c:pt>
                <c:pt idx="815">
                  <c:v>winniethepoohbear040</c:v>
                </c:pt>
                <c:pt idx="816">
                  <c:v>wingwomandoubletrouble</c:v>
                </c:pt>
                <c:pt idx="817">
                  <c:v>wingsofabutterfly1020</c:v>
                </c:pt>
                <c:pt idx="818">
                  <c:v>wingsofabeautifultragedy</c:v>
                </c:pt>
                <c:pt idx="819">
                  <c:v>windycreekbluegrassband</c:v>
                </c:pt>
                <c:pt idx="820">
                  <c:v>windswept_and_interesting</c:v>
                </c:pt>
                <c:pt idx="821">
                  <c:v>windsortownbabykiller</c:v>
                </c:pt>
                <c:pt idx="822">
                  <c:v>windshieldrockchiprepair</c:v>
                </c:pt>
                <c:pt idx="823">
                  <c:v>windowframedconfusion</c:v>
                </c:pt>
                <c:pt idx="824">
                  <c:v>wilsonfootballplayer</c:v>
                </c:pt>
                <c:pt idx="825">
                  <c:v>willy_the_half_dragon</c:v>
                </c:pt>
                <c:pt idx="826">
                  <c:v>willwakeboardforbeer</c:v>
                </c:pt>
                <c:pt idx="827">
                  <c:v>willtryanythingtwice</c:v>
                </c:pt>
                <c:pt idx="828">
                  <c:v>will_the_thrasher_riley</c:v>
                </c:pt>
                <c:pt idx="829">
                  <c:v>will_the_slightly_great</c:v>
                </c:pt>
                <c:pt idx="830">
                  <c:v>will_the_computer_guy</c:v>
                </c:pt>
                <c:pt idx="831">
                  <c:v>will_the_biggest_pimp</c:v>
                </c:pt>
                <c:pt idx="832">
                  <c:v>willowtreedependency</c:v>
                </c:pt>
                <c:pt idx="833">
                  <c:v>willowhavenequineelsie</c:v>
                </c:pt>
                <c:pt idx="834">
                  <c:v>willowbrookmallsecurity</c:v>
                </c:pt>
                <c:pt idx="835">
                  <c:v>willneverstopstalking</c:v>
                </c:pt>
                <c:pt idx="836">
                  <c:v>will_never_4get_amity</c:v>
                </c:pt>
                <c:pt idx="837">
                  <c:v>will_love_but_can_hate</c:v>
                </c:pt>
                <c:pt idx="838">
                  <c:v>willihavethesamelastdream</c:v>
                </c:pt>
                <c:pt idx="839">
                  <c:v>will_get_naked_4_money</c:v>
                </c:pt>
                <c:pt idx="840">
                  <c:v>willfloodyourbasementbaby</c:v>
                </c:pt>
                <c:pt idx="841">
                  <c:v>willfightforyourlove</c:v>
                </c:pt>
                <c:pt idx="842">
                  <c:v>willdroppants_forfood</c:v>
                </c:pt>
                <c:pt idx="843">
                  <c:v>willcreatethegreatdivide</c:v>
                </c:pt>
                <c:pt idx="844">
                  <c:v>will_and_grace_lover</c:v>
                </c:pt>
                <c:pt idx="845">
                  <c:v>will_and_grace_fan_sam</c:v>
                </c:pt>
                <c:pt idx="846">
                  <c:v>willalwaysfresh2deaf</c:v>
                </c:pt>
                <c:pt idx="847">
                  <c:v>wilkinsonforpresident</c:v>
                </c:pt>
                <c:pt idx="848">
                  <c:v>wild_west_wyoming_woman</c:v>
                </c:pt>
                <c:pt idx="849">
                  <c:v>wildwashingtoncowboy</c:v>
                </c:pt>
                <c:pt idx="850">
                  <c:v>wildwackyactioncabbage</c:v>
                </c:pt>
                <c:pt idx="851">
                  <c:v>wildtreemanwithattitude</c:v>
                </c:pt>
                <c:pt idx="852">
                  <c:v>wildsmashpumpkinhead</c:v>
                </c:pt>
                <c:pt idx="853">
                  <c:v>wildlittlecountrygirl</c:v>
                </c:pt>
                <c:pt idx="854">
                  <c:v>wildlifeartistlibrarian</c:v>
                </c:pt>
                <c:pt idx="855">
                  <c:v>wildheartsbootlegscouk</c:v>
                </c:pt>
                <c:pt idx="856">
                  <c:v>wildflowersonyourwall</c:v>
                </c:pt>
                <c:pt idx="857">
                  <c:v>wildernesssmithfossil</c:v>
                </c:pt>
                <c:pt idx="858">
                  <c:v>wildchild_metalheart</c:v>
                </c:pt>
                <c:pt idx="859">
                  <c:v>wildchildfromdownunder</c:v>
                </c:pt>
                <c:pt idx="860">
                  <c:v>wildcherrychick_200</c:v>
                </c:pt>
                <c:pt idx="861">
                  <c:v>wildcat_superstar_14</c:v>
                </c:pt>
                <c:pt idx="862">
                  <c:v>wildcardsattinredrose</c:v>
                </c:pt>
                <c:pt idx="863">
                  <c:v>wildbill_aka_alton_morris</c:v>
                </c:pt>
                <c:pt idx="864">
                  <c:v>wildbabeentertainment</c:v>
                </c:pt>
                <c:pt idx="865">
                  <c:v>wild939your1musicstation</c:v>
                </c:pt>
                <c:pt idx="866">
                  <c:v>WifeyIsIrreplaceable</c:v>
                </c:pt>
                <c:pt idx="867">
                  <c:v>wifematerialdominique</c:v>
                </c:pt>
                <c:pt idx="868">
                  <c:v>widowspeak_fallfromgrace</c:v>
                </c:pt>
                <c:pt idx="869">
                  <c:v>wide_eyed_wanderer38</c:v>
                </c:pt>
                <c:pt idx="870">
                  <c:v>wideawakeentertainment</c:v>
                </c:pt>
                <c:pt idx="871">
                  <c:v>wide_awake_awakening</c:v>
                </c:pt>
                <c:pt idx="872">
                  <c:v>wicklowentertainment</c:v>
                </c:pt>
                <c:pt idx="873">
                  <c:v>wickedworldexperience</c:v>
                </c:pt>
                <c:pt idx="874">
                  <c:v>wickedwillowphotography</c:v>
                </c:pt>
                <c:pt idx="875">
                  <c:v>wickedwearcollection</c:v>
                </c:pt>
                <c:pt idx="876">
                  <c:v>wickedundergroundmusic</c:v>
                </c:pt>
                <c:pt idx="877">
                  <c:v>wickedtorquewrench347</c:v>
                </c:pt>
                <c:pt idx="878">
                  <c:v>Wicked_temptation_single</c:v>
                </c:pt>
                <c:pt idx="879">
                  <c:v>wicked_sweet_drummer</c:v>
                </c:pt>
                <c:pt idx="880">
                  <c:v>wickedlikewatertorture</c:v>
                </c:pt>
                <c:pt idx="881">
                  <c:v>wickedevillittlegirl</c:v>
                </c:pt>
                <c:pt idx="882">
                  <c:v>wickedconfession2bleed</c:v>
                </c:pt>
                <c:pt idx="883">
                  <c:v>wickedclownpsychopathic</c:v>
                </c:pt>
                <c:pt idx="884">
                  <c:v>wicked_clown_preacher</c:v>
                </c:pt>
                <c:pt idx="885">
                  <c:v>wickedclownpaintballer</c:v>
                </c:pt>
                <c:pt idx="886">
                  <c:v>wicked_awesome_megan</c:v>
                </c:pt>
                <c:pt idx="887">
                  <c:v>whyfierceanimalsarerare</c:v>
                </c:pt>
                <c:pt idx="888">
                  <c:v>whyembracetheillusion</c:v>
                </c:pt>
                <c:pt idx="889">
                  <c:v>whydoesthisthingnotwork</c:v>
                </c:pt>
                <c:pt idx="890">
                  <c:v>whydoesnothingmakesence</c:v>
                </c:pt>
                <c:pt idx="891">
                  <c:v>_why_does_love_hurt_</c:v>
                </c:pt>
                <c:pt idx="892">
                  <c:v>whydie_whenyoucan_love</c:v>
                </c:pt>
                <c:pt idx="893">
                  <c:v>whycarewhattheythink</c:v>
                </c:pt>
                <c:pt idx="894">
                  <c:v>whyamisayingpingpong</c:v>
                </c:pt>
                <c:pt idx="895">
                  <c:v>whowhatwhenwherehowe</c:v>
                </c:pt>
                <c:pt idx="896">
                  <c:v>whowhatwhenwhereandwhy</c:v>
                </c:pt>
                <c:pt idx="897">
                  <c:v>whosewinningthematch</c:v>
                </c:pt>
                <c:pt idx="898">
                  <c:v>who_like_orange_soda</c:v>
                </c:pt>
                <c:pt idx="899">
                  <c:v>whogotthelastwordnow</c:v>
                </c:pt>
                <c:pt idx="900">
                  <c:v>whodoesntlikechocolate</c:v>
                </c:pt>
                <c:pt idx="901">
                  <c:v>whodiedandmadeyourface</c:v>
                </c:pt>
                <c:pt idx="902">
                  <c:v>whocaresaboutthis___20</c:v>
                </c:pt>
                <c:pt idx="903">
                  <c:v>who_are_you_fighting_for</c:v>
                </c:pt>
                <c:pt idx="904">
                  <c:v>whoarethesideproject</c:v>
                </c:pt>
                <c:pt idx="905">
                  <c:v>whoa.peterdanielsfineart</c:v>
                </c:pt>
                <c:pt idx="906">
                  <c:v>whittierhighschooltrack</c:v>
                </c:pt>
                <c:pt idx="907">
                  <c:v>whitneyspanglerfinch</c:v>
                </c:pt>
                <c:pt idx="908">
                  <c:v>whitneypaigerobinson</c:v>
                </c:pt>
                <c:pt idx="909">
                  <c:v>WhitneyDanielleJarvis</c:v>
                </c:pt>
                <c:pt idx="910">
                  <c:v>whitleyandthehardtimesband</c:v>
                </c:pt>
                <c:pt idx="911">
                  <c:v>whitezebraadvertising</c:v>
                </c:pt>
                <c:pt idx="912">
                  <c:v>whitewash_the_rapper</c:v>
                </c:pt>
                <c:pt idx="913">
                  <c:v>white_vapor_moonlight</c:v>
                </c:pt>
                <c:pt idx="914">
                  <c:v>white_trash_barbie88</c:v>
                </c:pt>
                <c:pt idx="915">
                  <c:v>whitesville_thicknest</c:v>
                </c:pt>
                <c:pt idx="916">
                  <c:v>whitesperformancediesel</c:v>
                </c:pt>
                <c:pt idx="917">
                  <c:v>whitespacegraphicdesign</c:v>
                </c:pt>
                <c:pt idx="918">
                  <c:v>whitesnaketributeband</c:v>
                </c:pt>
                <c:pt idx="919">
                  <c:v>whiteshadoweddeathangel</c:v>
                </c:pt>
                <c:pt idx="920">
                  <c:v>white_rose_underground</c:v>
                </c:pt>
                <c:pt idx="921">
                  <c:v>whiterosetransmission</c:v>
                </c:pt>
                <c:pt idx="922">
                  <c:v>white_rabbit_massacre</c:v>
                </c:pt>
                <c:pt idx="923">
                  <c:v>white_power_forever2</c:v>
                </c:pt>
                <c:pt idx="924">
                  <c:v>white_people_industrial</c:v>
                </c:pt>
                <c:pt idx="925">
                  <c:v>white_people_cant_jump</c:v>
                </c:pt>
                <c:pt idx="926">
                  <c:v>whitepeopleblackingout</c:v>
                </c:pt>
                <c:pt idx="927">
                  <c:v>whitepearlentertainment</c:v>
                </c:pt>
                <c:pt idx="928">
                  <c:v>white_little_penguin</c:v>
                </c:pt>
                <c:pt idx="929">
                  <c:v>whitelinescreenprinting</c:v>
                </c:pt>
                <c:pt idx="930">
                  <c:v>whitelinepromotionmarketing</c:v>
                </c:pt>
                <c:pt idx="931">
                  <c:v>whitelighterprincess</c:v>
                </c:pt>
                <c:pt idx="932">
                  <c:v>whitekitten4blackcat</c:v>
                </c:pt>
                <c:pt idx="933">
                  <c:v>whitehispanicforever</c:v>
                </c:pt>
                <c:pt idx="934">
                  <c:v>white_gurl_wit_booty</c:v>
                </c:pt>
                <c:pt idx="935">
                  <c:v>whitegurlgotbooty0410</c:v>
                </c:pt>
                <c:pt idx="936">
                  <c:v>white_girl_ghetto_ass</c:v>
                </c:pt>
                <c:pt idx="937">
                  <c:v>white_girl_can_dance</c:v>
                </c:pt>
                <c:pt idx="938">
                  <c:v>white_ghetto_princess</c:v>
                </c:pt>
                <c:pt idx="939">
                  <c:v>whitegangstergirlbarbie</c:v>
                </c:pt>
                <c:pt idx="940">
                  <c:v>whitefordbroncobandsite</c:v>
                </c:pt>
                <c:pt idx="941">
                  <c:v>whitecrosshighschoolartdepartment</c:v>
                </c:pt>
                <c:pt idx="942">
                  <c:v>whitecranberryappletea</c:v>
                </c:pt>
                <c:pt idx="943">
                  <c:v>whitecollaredredneck</c:v>
                </c:pt>
                <c:pt idx="944">
                  <c:v>whitechocolatevalentine</c:v>
                </c:pt>
                <c:pt idx="945">
                  <c:v>whitechocolate_trish</c:v>
                </c:pt>
                <c:pt idx="946">
                  <c:v>whitechocolateteddybear</c:v>
                </c:pt>
                <c:pt idx="947">
                  <c:v>whitechocolatemochamint</c:v>
                </c:pt>
                <c:pt idx="948">
                  <c:v>whitechocolatemocha21</c:v>
                </c:pt>
                <c:pt idx="949">
                  <c:v>whitechocolatelover1</c:v>
                </c:pt>
                <c:pt idx="950">
                  <c:v>whitechocolatekitkat</c:v>
                </c:pt>
                <c:pt idx="951">
                  <c:v>whitechocolategirl32</c:v>
                </c:pt>
                <c:pt idx="952">
                  <c:v>whitechocolateforever</c:v>
                </c:pt>
                <c:pt idx="953">
                  <c:v>whitechocolatedynamite</c:v>
                </c:pt>
                <c:pt idx="954">
                  <c:v>white_chocolate_cookie</c:v>
                </c:pt>
                <c:pt idx="955">
                  <c:v>white_chocolate9_allie</c:v>
                </c:pt>
                <c:pt idx="956">
                  <c:v>whitecastlewhatyoucrave</c:v>
                </c:pt>
                <c:pt idx="957">
                  <c:v>whitecastlehamburger</c:v>
                </c:pt>
                <c:pt idx="958">
                  <c:v>whitecastleconnection</c:v>
                </c:pt>
                <c:pt idx="959">
                  <c:v>whiteboywitdarktan44</c:v>
                </c:pt>
                <c:pt idx="960">
                  <c:v>whistlingpastthegraveyard</c:v>
                </c:pt>
                <c:pt idx="961">
                  <c:v>whistlewhile_youwork</c:v>
                </c:pt>
                <c:pt idx="962">
                  <c:v>whistlebaitburlesque</c:v>
                </c:pt>
                <c:pt idx="963">
                  <c:v>whiskey_rock_and_roller</c:v>
                </c:pt>
                <c:pt idx="964">
                  <c:v>whiskeylollipopsister</c:v>
                </c:pt>
                <c:pt idx="965">
                  <c:v>whiskeybentandhellbound13</c:v>
                </c:pt>
                <c:pt idx="966">
                  <c:v>whirlygiggle_butterfly</c:v>
                </c:pt>
                <c:pt idx="967">
                  <c:v>whirlaway_triple_crown5</c:v>
                </c:pt>
                <c:pt idx="968">
                  <c:v>whileyouweredownstairs</c:v>
                </c:pt>
                <c:pt idx="969">
                  <c:v>where_the_good_pussy</c:v>
                </c:pt>
                <c:pt idx="970">
                  <c:v>whereforeartthouchris</c:v>
                </c:pt>
                <c:pt idx="971">
                  <c:v>wheredidyougetthatfunk</c:v>
                </c:pt>
                <c:pt idx="972">
                  <c:v>whereareyourmannersmissy</c:v>
                </c:pt>
                <c:pt idx="973">
                  <c:v>whereallthewhitegirlsat</c:v>
                </c:pt>
                <c:pt idx="974">
                  <c:v>whenyouthink_taylor_swift</c:v>
                </c:pt>
                <c:pt idx="975">
                  <c:v>when_you_say_nothing</c:v>
                </c:pt>
                <c:pt idx="976">
                  <c:v>whenwillsomeoneshootbush</c:v>
                </c:pt>
                <c:pt idx="977">
                  <c:v>whenwillibeloved2002</c:v>
                </c:pt>
                <c:pt idx="978">
                  <c:v>whenvillagepeopleattack</c:v>
                </c:pt>
                <c:pt idx="979">
                  <c:v>when_the_sun_goes_down_</c:v>
                </c:pt>
                <c:pt idx="980">
                  <c:v>whenfrankeatssquirrel</c:v>
                </c:pt>
                <c:pt idx="981">
                  <c:v>when_does_the_pain_stop</c:v>
                </c:pt>
                <c:pt idx="982">
                  <c:v>whenchildrenarepresent</c:v>
                </c:pt>
                <c:pt idx="983">
                  <c:v>when_cheryl_went_feral</c:v>
                </c:pt>
                <c:pt idx="984">
                  <c:v>whenangelscryblood777</c:v>
                </c:pt>
                <c:pt idx="985">
                  <c:v>wheatgrassbellydancer</c:v>
                </c:pt>
                <c:pt idx="986">
                  <c:v>whatyouwantbutcanthave</c:v>
                </c:pt>
                <c:pt idx="987">
                  <c:v>what_youve_been_missing3</c:v>
                </c:pt>
                <c:pt idx="988">
                  <c:v>whatyoutalkingaboutpierce</c:v>
                </c:pt>
                <c:pt idx="989">
                  <c:v>what_your_really_thinking</c:v>
                </c:pt>
                <c:pt idx="990">
                  <c:v>what_youknowbout_that</c:v>
                </c:pt>
                <c:pt idx="991">
                  <c:v>whatyouknowaboutthis</c:v>
                </c:pt>
                <c:pt idx="992">
                  <c:v>whatyouknowaboutthatshit</c:v>
                </c:pt>
                <c:pt idx="993">
                  <c:v>whatyouknowaboutthat44</c:v>
                </c:pt>
                <c:pt idx="994">
                  <c:v>whatyoucouldhavebeen</c:v>
                </c:pt>
                <c:pt idx="995">
                  <c:v>whatwoodthecommunitythink</c:v>
                </c:pt>
                <c:pt idx="996">
                  <c:v>Whattheseeyeshaveseen</c:v>
                </c:pt>
                <c:pt idx="997">
                  <c:v>what_the_pancake_was_that</c:v>
                </c:pt>
                <c:pt idx="998">
                  <c:v>whatthemessengersaid</c:v>
                </c:pt>
                <c:pt idx="999">
                  <c:v>what_the_katrina_lynn</c:v>
                </c:pt>
                <c:pt idx="1000">
                  <c:v>whatthehellicantgetaname</c:v>
                </c:pt>
                <c:pt idx="1001">
                  <c:v>whatsyourstorymorninglory</c:v>
                </c:pt>
                <c:pt idx="1002">
                  <c:v>whatsyourfavoritedessert</c:v>
                </c:pt>
                <c:pt idx="1003">
                  <c:v>whats_your_fantasy_101</c:v>
                </c:pt>
                <c:pt idx="1004">
                  <c:v>whats_your_damn_problem</c:v>
                </c:pt>
                <c:pt idx="1005">
                  <c:v>whatsyourdamagelauren</c:v>
                </c:pt>
                <c:pt idx="1006">
                  <c:v>whatswrongwithspongebob</c:v>
                </c:pt>
                <c:pt idx="1007">
                  <c:v>whatswrongwithbeingblack</c:v>
                </c:pt>
                <c:pt idx="1008">
                  <c:v>whatsworthwaitingfor</c:v>
                </c:pt>
                <c:pt idx="1009">
                  <c:v>whatsvictoriassecret</c:v>
                </c:pt>
                <c:pt idx="1010">
                  <c:v>whats_under_your_kilt</c:v>
                </c:pt>
                <c:pt idx="1011">
                  <c:v>whatsthematterjellyfish</c:v>
                </c:pt>
                <c:pt idx="1012">
                  <c:v>whatsthatguntherefor</c:v>
                </c:pt>
                <c:pt idx="1013">
                  <c:v>whatsthagamebeenmissing</c:v>
                </c:pt>
                <c:pt idx="1014">
                  <c:v>whats_island_with_fish</c:v>
                </c:pt>
                <c:pt idx="1015">
                  <c:v>whatsgoodentertainment</c:v>
                </c:pt>
                <c:pt idx="1016">
                  <c:v>whatremainsunscathed</c:v>
                </c:pt>
                <c:pt idx="1017">
                  <c:v>what_naughty_girl_want</c:v>
                </c:pt>
                <c:pt idx="1018">
                  <c:v>whatladiescallmurder</c:v>
                </c:pt>
                <c:pt idx="1019">
                  <c:v>whatkatiefuckingdidnext_</c:v>
                </c:pt>
                <c:pt idx="1020">
                  <c:v>whatgodwouldblessyou</c:v>
                </c:pt>
                <c:pt idx="1021">
                  <c:v>whatever_whenever_however</c:v>
                </c:pt>
                <c:pt idx="1022">
                  <c:v>whatever_forever_ali</c:v>
                </c:pt>
                <c:pt idx="1023">
                  <c:v>whatdidyouhaveforlunch</c:v>
                </c:pt>
                <c:pt idx="1024">
                  <c:v>whatdagamebeenmissing</c:v>
                </c:pt>
                <c:pt idx="1025">
                  <c:v>what_chu_know_about_that</c:v>
                </c:pt>
                <c:pt idx="1026">
                  <c:v>what_are_you_talking_bout</c:v>
                </c:pt>
                <c:pt idx="1027">
                  <c:v>whatafeistylittlething</c:v>
                </c:pt>
                <c:pt idx="1028">
                  <c:v>wetcoastresurrection</c:v>
                </c:pt>
                <c:pt idx="1029">
                  <c:v>wet_and_wild_blondie</c:v>
                </c:pt>
                <c:pt idx="1030">
                  <c:v>westvirginiagirl194</c:v>
                </c:pt>
                <c:pt idx="1031">
                  <c:v>westvirginia_countrygirl</c:v>
                </c:pt>
                <c:pt idx="1032">
                  <c:v>westside_hollywood39</c:v>
                </c:pt>
                <c:pt idx="1033">
                  <c:v>westsidegangster3123</c:v>
                </c:pt>
                <c:pt idx="1034">
                  <c:v>west_pittsburg_princess</c:v>
                </c:pt>
                <c:pt idx="1035">
                  <c:v>westorangefootballboy</c:v>
                </c:pt>
                <c:pt idx="1036">
                  <c:v>west_oakland_general</c:v>
                </c:pt>
                <c:pt idx="1037">
                  <c:v>westminstermemorialpark</c:v>
                </c:pt>
                <c:pt idx="1038">
                  <c:v>westmiddleschoolencore</c:v>
                </c:pt>
                <c:pt idx="1039">
                  <c:v>westmichiganburnlounge</c:v>
                </c:pt>
                <c:pt idx="1040">
                  <c:v>westlandmusicteacher</c:v>
                </c:pt>
                <c:pt idx="1041">
                  <c:v>west_jordan_football</c:v>
                </c:pt>
                <c:pt idx="1042">
                  <c:v>westhighlandterrierlover</c:v>
                </c:pt>
                <c:pt idx="1043">
                  <c:v>west-highland-terrier2012</c:v>
                </c:pt>
                <c:pt idx="1044">
                  <c:v>west_grove_softball_cutie</c:v>
                </c:pt>
                <c:pt idx="1045">
                  <c:v>westernmarylandtruckshow</c:v>
                </c:pt>
                <c:pt idx="1046">
                  <c:v>westernelectricspace</c:v>
                </c:pt>
                <c:pt idx="1047">
                  <c:v>westernathletictraining</c:v>
                </c:pt>
                <c:pt idx="1048">
                  <c:v>westernanarchistunion</c:v>
                </c:pt>
                <c:pt idx="1049">
                  <c:v>westcoastunderground2</c:v>
                </c:pt>
                <c:pt idx="1050">
                  <c:v>westcoast_underground</c:v>
                </c:pt>
                <c:pt idx="1051">
                  <c:v>westcoastperformance</c:v>
                </c:pt>
                <c:pt idx="1052">
                  <c:v>westcoastpartygirl4life</c:v>
                </c:pt>
                <c:pt idx="1053">
                  <c:v>westcoast_heavy_hitter</c:v>
                </c:pt>
                <c:pt idx="1054">
                  <c:v>westchestermusicfestival</c:v>
                </c:pt>
                <c:pt idx="1055">
                  <c:v>westbridgeentertainment</c:v>
                </c:pt>
                <c:pt idx="1056">
                  <c:v>westboundforhometown</c:v>
                </c:pt>
                <c:pt idx="1057">
                  <c:v>westblocton_angel_08</c:v>
                </c:pt>
                <c:pt idx="1058">
                  <c:v>were_together_forever</c:v>
                </c:pt>
                <c:pt idx="1059">
                  <c:v>were_better_than_you_are</c:v>
                </c:pt>
                <c:pt idx="1060">
                  <c:v>wereallgoing2diesomeday</c:v>
                </c:pt>
                <c:pt idx="1061">
                  <c:v>were_all_going_2_die</c:v>
                </c:pt>
                <c:pt idx="1062">
                  <c:v>wereallalittlefreaky</c:v>
                </c:pt>
                <c:pt idx="1063">
                  <c:v>wereabovetheinfluence</c:v>
                </c:pt>
                <c:pt idx="1064">
                  <c:v>wercothelostfamilymember</c:v>
                </c:pt>
                <c:pt idx="1065">
                  <c:v>wendy_the_purse_princess</c:v>
                </c:pt>
                <c:pt idx="1066">
                  <c:v>wendythadiamondprincess</c:v>
                </c:pt>
                <c:pt idx="1067">
                  <c:v>wendy_darling_neverland</c:v>
                </c:pt>
                <c:pt idx="1068">
                  <c:v>wendy.beautiful.disaster</c:v>
                </c:pt>
                <c:pt idx="1069">
                  <c:v>wendy_aka_babygurl123</c:v>
                </c:pt>
                <c:pt idx="1070">
                  <c:v>welshbeefwillnotfail</c:v>
                </c:pt>
                <c:pt idx="1071">
                  <c:v>wellyyangfindinghome</c:v>
                </c:pt>
                <c:pt idx="1072">
                  <c:v>welltherewasthisonetime</c:v>
                </c:pt>
                <c:pt idx="1073">
                  <c:v>wellthatsinteresting</c:v>
                </c:pt>
                <c:pt idx="1074">
                  <c:v>well_screw_you_buttmunch</c:v>
                </c:pt>
                <c:pt idx="1075">
                  <c:v>wellingtonteencouncil</c:v>
                </c:pt>
                <c:pt idx="1076">
                  <c:v>welcometheblackparade</c:v>
                </c:pt>
                <c:pt idx="1077">
                  <c:v>welcome_2the_mirror_world</c:v>
                </c:pt>
                <c:pt idx="1078">
                  <c:v>welcome_2_the_katie_hotel</c:v>
                </c:pt>
                <c:pt idx="1079">
                  <c:v>welcome2neverenoughspace</c:v>
                </c:pt>
                <c:pt idx="1080">
                  <c:v>welcome_2_jessie_world</c:v>
                </c:pt>
                <c:pt idx="1081">
                  <c:v>welcome2halfbakecity</c:v>
                </c:pt>
                <c:pt idx="1082">
                  <c:v>welcome2fleeterville</c:v>
                </c:pt>
                <c:pt idx="1083">
                  <c:v>weird_love_and_action</c:v>
                </c:pt>
                <c:pt idx="1084">
                  <c:v>weirdlittlepunkguy88</c:v>
                </c:pt>
                <c:pt idx="1085">
                  <c:v>weirdelectrofreakboy</c:v>
                </c:pt>
                <c:pt idx="1086">
                  <c:v>weight_lifting_freak</c:v>
                </c:pt>
                <c:pt idx="1087">
                  <c:v>weeping_little_flame</c:v>
                </c:pt>
                <c:pt idx="1088">
                  <c:v>weekly_beauty_contest</c:v>
                </c:pt>
                <c:pt idx="1089">
                  <c:v>weed_smoke_every_day</c:v>
                </c:pt>
                <c:pt idx="1090">
                  <c:v>wedgesandalslideclub</c:v>
                </c:pt>
                <c:pt idx="1091">
                  <c:v>websourceinternational</c:v>
                </c:pt>
                <c:pt idx="1092">
                  <c:v>website_thingamajiggen</c:v>
                </c:pt>
                <c:pt idx="1093">
                  <c:v>webelectronicessence</c:v>
                </c:pt>
                <c:pt idx="1094">
                  <c:v>web_design_and_hosting</c:v>
                </c:pt>
                <c:pt idx="1095">
                  <c:v>web_analytics_consultant</c:v>
                </c:pt>
                <c:pt idx="1096">
                  <c:v>weavingwiththemadness</c:v>
                </c:pt>
                <c:pt idx="1097">
                  <c:v>wearsomethingfireproof</c:v>
                </c:pt>
                <c:pt idx="1098">
                  <c:v>weakstomachphotography</c:v>
                </c:pt>
                <c:pt idx="1099">
                  <c:v>waynebakerbrooksmusic</c:v>
                </c:pt>
                <c:pt idx="1100">
                  <c:v>wavedancerladytigeress</c:v>
                </c:pt>
                <c:pt idx="1101">
                  <c:v>watsoncustomgraphics</c:v>
                </c:pt>
                <c:pt idx="1102">
                  <c:v>watsonchapel98reunion</c:v>
                </c:pt>
                <c:pt idx="1103">
                  <c:v>waterstreetmusichall</c:v>
                </c:pt>
                <c:pt idx="1104">
                  <c:v>watermelonlayoutsummer</c:v>
                </c:pt>
                <c:pt idx="1105">
                  <c:v>watermelonjellybelly</c:v>
                </c:pt>
                <c:pt idx="1106">
                  <c:v>waterfireearthwindair</c:v>
                </c:pt>
                <c:pt idx="1107">
                  <c:v>water2fire4air1earth0</c:v>
                </c:pt>
                <c:pt idx="1108">
                  <c:v>watdagamebeenmissing</c:v>
                </c:pt>
                <c:pt idx="1109">
                  <c:v>watchyourback_turnaround</c:v>
                </c:pt>
                <c:pt idx="1110">
                  <c:v>watchyoufallfromgrace</c:v>
                </c:pt>
                <c:pt idx="1111">
                  <c:v>_watch_the_weather_change</c:v>
                </c:pt>
                <c:pt idx="1112">
                  <c:v>watchout4thatscooter</c:v>
                </c:pt>
                <c:pt idx="1113">
                  <c:v>watchmakingmetropolisorchestra</c:v>
                </c:pt>
                <c:pt idx="1114">
                  <c:v>watchingyoureverymove</c:v>
                </c:pt>
                <c:pt idx="1115">
                  <c:v>watchingyouallthetime</c:v>
                </c:pt>
                <c:pt idx="1116">
                  <c:v>watching_the_blood_drip</c:v>
                </c:pt>
                <c:pt idx="1117">
                  <c:v>watchingoveryouforever</c:v>
                </c:pt>
                <c:pt idx="1118">
                  <c:v>watching_guardian_angel</c:v>
                </c:pt>
                <c:pt idx="1119">
                  <c:v>watchingbrokenessmend</c:v>
                </c:pt>
                <c:pt idx="1120">
                  <c:v>wataboutthisrelationship</c:v>
                </c:pt>
                <c:pt idx="1121">
                  <c:v>wastingoxygensince92</c:v>
                </c:pt>
                <c:pt idx="1122">
                  <c:v>wastedgenerationrock</c:v>
                </c:pt>
                <c:pt idx="1123">
                  <c:v>washington_street_team</c:v>
                </c:pt>
                <c:pt idx="1124">
                  <c:v>washingtonhighschool</c:v>
                </c:pt>
                <c:pt idx="1125">
                  <c:v>washingmachinetheband</c:v>
                </c:pt>
                <c:pt idx="1126">
                  <c:v>wartfacepussyteacher</c:v>
                </c:pt>
                <c:pt idx="1127">
                  <c:v>warriorprincesskitty</c:v>
                </c:pt>
                <c:pt idx="1128">
                  <c:v>warrior_princess_anna</c:v>
                </c:pt>
                <c:pt idx="1129">
                  <c:v>warriorprincess4ever</c:v>
                </c:pt>
                <c:pt idx="1130">
                  <c:v>warriorfromthemotorcity</c:v>
                </c:pt>
                <c:pt idx="1131">
                  <c:v>warrior_football_player</c:v>
                </c:pt>
                <c:pt idx="1132">
                  <c:v>warrior_4_thunderclan</c:v>
                </c:pt>
                <c:pt idx="1133">
                  <c:v>warrenthebaseballguy</c:v>
                </c:pt>
                <c:pt idx="1134">
                  <c:v>warning_violent_bassist</c:v>
                </c:pt>
                <c:pt idx="1135">
                  <c:v>warning_under_pressure</c:v>
                </c:pt>
                <c:pt idx="1136">
                  <c:v>warningparentaladvisory</c:v>
                </c:pt>
                <c:pt idx="1137">
                  <c:v>warninghopelessromantic</c:v>
                </c:pt>
                <c:pt idx="1138">
                  <c:v>warning_angry_pirate</c:v>
                </c:pt>
                <c:pt idx="1139">
                  <c:v>WARNING1DANGER1CAUTION</c:v>
                </c:pt>
                <c:pt idx="1140">
                  <c:v>warmfuzzyfeeling1498</c:v>
                </c:pt>
                <c:pt idx="1141">
                  <c:v>warfareplaguefaminedeath</c:v>
                </c:pt>
                <c:pt idx="1142">
                  <c:v>warcraftpowerleveling</c:v>
                </c:pt>
                <c:pt idx="1143">
                  <c:v>warassassinsandtampliers</c:v>
                </c:pt>
                <c:pt idx="1144">
                  <c:v>wantsomethingdoneright</c:v>
                </c:pt>
                <c:pt idx="1145">
                  <c:v>wantsomeskittles1313</c:v>
                </c:pt>
                <c:pt idx="1146">
                  <c:v>wantmusicyoucantfind</c:v>
                </c:pt>
                <c:pt idx="1147">
                  <c:v>wantcheesewiththatwine</c:v>
                </c:pt>
                <c:pt idx="1148">
                  <c:v>wangdangsweetpoontang9</c:v>
                </c:pt>
                <c:pt idx="1149">
                  <c:v>wanderoffintoyournebula</c:v>
                </c:pt>
                <c:pt idx="1150">
                  <c:v>wandering_wolf_strife</c:v>
                </c:pt>
                <c:pt idx="1151">
                  <c:v>wandering_samurai_girl</c:v>
                </c:pt>
                <c:pt idx="1152">
                  <c:v>wanderingpurpletroll</c:v>
                </c:pt>
                <c:pt idx="1153">
                  <c:v>wandering_moon_princess</c:v>
                </c:pt>
                <c:pt idx="1154">
                  <c:v>wanda_thefairygodparent</c:v>
                </c:pt>
                <c:pt idx="1155">
                  <c:v>waltfowlerwithsports</c:v>
                </c:pt>
                <c:pt idx="1156">
                  <c:v>walterthefriendlyghost</c:v>
                </c:pt>
                <c:pt idx="1157">
                  <c:v>walterleecooper12345</c:v>
                </c:pt>
                <c:pt idx="1158">
                  <c:v>wallercustomconstruction</c:v>
                </c:pt>
                <c:pt idx="1159">
                  <c:v>walk_this_fucking_plank</c:v>
                </c:pt>
                <c:pt idx="1160">
                  <c:v>walksinthewilderness</c:v>
                </c:pt>
                <c:pt idx="1161">
                  <c:v>walking_the_narrow_line</c:v>
                </c:pt>
                <c:pt idx="1162">
                  <c:v>walkingheartattack2</c:v>
                </c:pt>
                <c:pt idx="1163">
                  <c:v>walkingblondemoment5</c:v>
                </c:pt>
                <c:pt idx="1164">
                  <c:v>wakingthefallen_toby</c:v>
                </c:pt>
                <c:pt idx="1165">
                  <c:v>wake_from_the_illusion</c:v>
                </c:pt>
                <c:pt idx="1166">
                  <c:v>waiting_until_the_end</c:v>
                </c:pt>
                <c:pt idx="1167">
                  <c:v>waitinghappinesstrain</c:v>
                </c:pt>
                <c:pt idx="1168">
                  <c:v>waiting_for_this_moment</c:v>
                </c:pt>
                <c:pt idx="1169">
                  <c:v>waiting_for_that_girl</c:v>
                </c:pt>
                <c:pt idx="1170">
                  <c:v>waitingfortermination</c:v>
                </c:pt>
                <c:pt idx="1171">
                  <c:v>waiting_for_perdition</c:v>
                </c:pt>
                <c:pt idx="1172">
                  <c:v>waitingformydeathpenalty</c:v>
                </c:pt>
                <c:pt idx="1173">
                  <c:v>waitingformisterright</c:v>
                </c:pt>
                <c:pt idx="1174">
                  <c:v>waiting_for_hell_2_arrive</c:v>
                </c:pt>
                <c:pt idx="1175">
                  <c:v>waitingforconfirmation</c:v>
                </c:pt>
                <c:pt idx="1176">
                  <c:v>wait_and_bleed_forever</c:v>
                </c:pt>
                <c:pt idx="1177">
                  <c:v>wagon_burning_native</c:v>
                </c:pt>
                <c:pt idx="1178">
                  <c:v>wagonburnerentertainment</c:v>
                </c:pt>
                <c:pt idx="1179">
                  <c:v>wafflesandprettycolors</c:v>
                </c:pt>
                <c:pt idx="1180">
                  <c:v>waffleironsaredangerous</c:v>
                </c:pt>
                <c:pt idx="1181">
                  <c:v>waffleeattingcaboose</c:v>
                </c:pt>
                <c:pt idx="1182">
                  <c:v>wackamoleindependent</c:v>
                </c:pt>
                <c:pt idx="1183">
                  <c:v>votemaddiforsocialofficer</c:v>
                </c:pt>
                <c:pt idx="1184">
                  <c:v>vote_for_the_hottest</c:v>
                </c:pt>
                <c:pt idx="1185">
                  <c:v>vote_for_pedro_not_summer</c:v>
                </c:pt>
                <c:pt idx="1186">
                  <c:v>voteformelissaandalyssa</c:v>
                </c:pt>
                <c:pt idx="1187">
                  <c:v>vote_4_pedro_heck_yes</c:v>
                </c:pt>
                <c:pt idx="1188">
                  <c:v>vote4denisebiancaandvicky</c:v>
                </c:pt>
                <c:pt idx="1189">
                  <c:v>vomitingthefetalembryo</c:v>
                </c:pt>
                <c:pt idx="1190">
                  <c:v>voluptuouscaramelcutie</c:v>
                </c:pt>
                <c:pt idx="1191">
                  <c:v>volumebeneaththeearth</c:v>
                </c:pt>
                <c:pt idx="1192">
                  <c:v>voltagecontrolledlizard</c:v>
                </c:pt>
                <c:pt idx="1193">
                  <c:v>volleyballstar_jenna</c:v>
                </c:pt>
                <c:pt idx="1194">
                  <c:v>volleyballsoccerchick</c:v>
                </c:pt>
                <c:pt idx="1195">
                  <c:v>volleyball_oceansidebabe</c:v>
                </c:pt>
                <c:pt idx="1196">
                  <c:v>volleyball_mel_4_life</c:v>
                </c:pt>
                <c:pt idx="1197">
                  <c:v>volleyball_gymnastic_life</c:v>
                </c:pt>
                <c:pt idx="1198">
                  <c:v>volleyballchicklucille</c:v>
                </c:pt>
                <c:pt idx="1199">
                  <c:v>volleyballchick_babe55</c:v>
                </c:pt>
                <c:pt idx="1200">
                  <c:v>volley_ball_chick_24</c:v>
                </c:pt>
                <c:pt idx="1201">
                  <c:v>voidstarentertainment</c:v>
                </c:pt>
                <c:pt idx="1202">
                  <c:v>voicingtheunseenband</c:v>
                </c:pt>
                <c:pt idx="1203">
                  <c:v>vodka_metal_music_fury</c:v>
                </c:pt>
                <c:pt idx="1204">
                  <c:v>vladimir_the_impaler</c:v>
                </c:pt>
                <c:pt idx="1205">
                  <c:v>vixenwarriorprincess</c:v>
                </c:pt>
                <c:pt idx="1206">
                  <c:v>vitavistavisagevirtual</c:v>
                </c:pt>
                <c:pt idx="1207">
                  <c:v>visualizethebrokenhandle</c:v>
                </c:pt>
                <c:pt idx="1208">
                  <c:v>visualimagemarketing</c:v>
                </c:pt>
                <c:pt idx="1209">
                  <c:v>visual_development_unit</c:v>
                </c:pt>
                <c:pt idx="1210">
                  <c:v>visit_your_mirror_image</c:v>
                </c:pt>
                <c:pt idx="1211">
                  <c:v>visionentertainmentgroup</c:v>
                </c:pt>
                <c:pt idx="1212">
                  <c:v>virtualworldrealestate</c:v>
                </c:pt>
                <c:pt idx="1213">
                  <c:v>virtualmachineelectronic</c:v>
                </c:pt>
                <c:pt idx="1214">
                  <c:v>virtualblackswanmarketing</c:v>
                </c:pt>
                <c:pt idx="1215">
                  <c:v>virgincollegemegatour</c:v>
                </c:pt>
                <c:pt idx="1216">
                  <c:v>violetthecaringsister</c:v>
                </c:pt>
                <c:pt idx="1217">
                  <c:v>violetmonkeydishwasher</c:v>
                </c:pt>
                <c:pt idx="1218">
                  <c:v>violent_vampirekitty</c:v>
                </c:pt>
                <c:pt idx="1219">
                  <c:v>violentserenitypaintball</c:v>
                </c:pt>
                <c:pt idx="1220">
                  <c:v>violenceagainstthemonkey</c:v>
                </c:pt>
                <c:pt idx="1221">
                  <c:v>vintageviolencerecordingstudio</c:v>
                </c:pt>
                <c:pt idx="1222">
                  <c:v>vintagerockstarlight</c:v>
                </c:pt>
                <c:pt idx="1223">
                  <c:v>vintagelovelayoutsandmore</c:v>
                </c:pt>
                <c:pt idx="1224">
                  <c:v>vintagelayoutpreview</c:v>
                </c:pt>
                <c:pt idx="1225">
                  <c:v>vintagehomeentertainment</c:v>
                </c:pt>
                <c:pt idx="1226">
                  <c:v>vinnieblessedneverquit</c:v>
                </c:pt>
                <c:pt idx="1227">
                  <c:v>vincentvalintine92311</c:v>
                </c:pt>
                <c:pt idx="1228">
                  <c:v>vincenthellmasker</c:v>
                </c:pt>
                <c:pt idx="1229">
                  <c:v>vincent_carr_fan_site</c:v>
                </c:pt>
                <c:pt idx="1230">
                  <c:v>vincent_black_lightning</c:v>
                </c:pt>
                <c:pt idx="1231">
                  <c:v>VINCENTALLDADE191919</c:v>
                </c:pt>
                <c:pt idx="1232">
                  <c:v>villanovajunctionband</c:v>
                </c:pt>
                <c:pt idx="1233">
                  <c:v>village_hottie_girl14</c:v>
                </c:pt>
                <c:pt idx="1234">
                  <c:v>villagefitnesscenter</c:v>
                </c:pt>
                <c:pt idx="1235">
                  <c:v>viking_wrestling_chic</c:v>
                </c:pt>
                <c:pt idx="1236">
                  <c:v>vikingsmockingmereexile</c:v>
                </c:pt>
                <c:pt idx="1237">
                  <c:v>viewbanksocialjustice</c:v>
                </c:pt>
                <c:pt idx="1238">
                  <c:v>videoprofessionalchick</c:v>
                </c:pt>
                <c:pt idx="1239">
                  <c:v>videogamemusicammodepot</c:v>
                </c:pt>
                <c:pt idx="1240">
                  <c:v>video_game_freak12345</c:v>
                </c:pt>
                <c:pt idx="1241">
                  <c:v>victor_the_aeroplane</c:v>
                </c:pt>
                <c:pt idx="1242">
                  <c:v>victoriousversuspurpose</c:v>
                </c:pt>
                <c:pt idx="1243">
                  <c:v>_Victoria_thekoolest</c:v>
                </c:pt>
                <c:pt idx="1244">
                  <c:v>_victorias_secret_babe</c:v>
                </c:pt>
                <c:pt idx="1245">
                  <c:v>victorias_own_secret</c:v>
                </c:pt>
                <c:pt idx="1246">
                  <c:v>victoriaslittlesecret19</c:v>
                </c:pt>
                <c:pt idx="1247">
                  <c:v>victoriasgayparkershott</c:v>
                </c:pt>
                <c:pt idx="1248">
                  <c:v>victoria_rose_blossom</c:v>
                </c:pt>
                <c:pt idx="1249">
                  <c:v>victoriamaeandhaleyann</c:v>
                </c:pt>
                <c:pt idx="1250">
                  <c:v>victoria_castro_baby</c:v>
                </c:pt>
                <c:pt idx="1251">
                  <c:v>victoria_boxing_club</c:v>
                </c:pt>
                <c:pt idx="1252">
                  <c:v>vicsoncosmeticsandbath</c:v>
                </c:pt>
                <c:pt idx="1253">
                  <c:v>vicky_and_fran_are_ugly</c:v>
                </c:pt>
                <c:pt idx="1254">
                  <c:v>vickithedramastarter</c:v>
                </c:pt>
                <c:pt idx="1255">
                  <c:v>vickey_justice_baybee</c:v>
                </c:pt>
                <c:pt idx="1256">
                  <c:v>vicioussparklekitten</c:v>
                </c:pt>
                <c:pt idx="1257">
                  <c:v>viciousimportproduction</c:v>
                </c:pt>
                <c:pt idx="1258">
                  <c:v>vicious_fuzzy_pink_bunny</c:v>
                </c:pt>
                <c:pt idx="1259">
                  <c:v>viciousdamevalentine</c:v>
                </c:pt>
                <c:pt idx="1260">
                  <c:v>viciouscirclehardcore</c:v>
                </c:pt>
                <c:pt idx="1261">
                  <c:v>vexedvampireprincess181</c:v>
                </c:pt>
                <c:pt idx="1262">
                  <c:v>vessel_for_berith_deity</c:v>
                </c:pt>
                <c:pt idx="1263">
                  <c:v>verysexybrowneyedgirl</c:v>
                </c:pt>
                <c:pt idx="1264">
                  <c:v>very_important_bitch</c:v>
                </c:pt>
                <c:pt idx="1265">
                  <c:v>veryconfusingsecretword</c:v>
                </c:pt>
                <c:pt idx="1266">
                  <c:v>very_comfortably_numb</c:v>
                </c:pt>
                <c:pt idx="1267">
                  <c:v>verticaldreamsonline</c:v>
                </c:pt>
                <c:pt idx="1268">
                  <c:v>versusthetimemachine</c:v>
                </c:pt>
                <c:pt idx="1269">
                  <c:v>versatilefamilybusiness</c:v>
                </c:pt>
                <c:pt idx="1270">
                  <c:v>versatiledancecompany</c:v>
                </c:pt>
                <c:pt idx="1271">
                  <c:v>veronicasophiamendoza</c:v>
                </c:pt>
                <c:pt idx="1272">
                  <c:v>veronicasnowdenbland</c:v>
                </c:pt>
                <c:pt idx="1273">
                  <c:v>veronica.quintanilla81</c:v>
                </c:pt>
                <c:pt idx="1274">
                  <c:v>veronicapassionconsultant</c:v>
                </c:pt>
                <c:pt idx="1275">
                  <c:v>veronica_delatrinidad</c:v>
                </c:pt>
                <c:pt idx="1276">
                  <c:v>veronicachapmansmith</c:v>
                </c:pt>
                <c:pt idx="1277">
                  <c:v>veronica_and_timothy</c:v>
                </c:pt>
                <c:pt idx="1278">
                  <c:v>veronica_and_justine4ever</c:v>
                </c:pt>
                <c:pt idx="1279">
                  <c:v>veronicaakalittlecat</c:v>
                </c:pt>
                <c:pt idx="1280">
                  <c:v>verbalsweetnessmusic</c:v>
                </c:pt>
                <c:pt idx="1281">
                  <c:v>venusstarpowerignite</c:v>
                </c:pt>
                <c:pt idx="1282">
                  <c:v>venturecapitallawyer</c:v>
                </c:pt>
                <c:pt idx="1283">
                  <c:v>venomous_duck_rosemary</c:v>
                </c:pt>
                <c:pt idx="1284">
                  <c:v>venomous_carnage_assassin</c:v>
                </c:pt>
                <c:pt idx="1285">
                  <c:v>vengeanceviavendetta</c:v>
                </c:pt>
                <c:pt idx="1286">
                  <c:v>vengeance_snow_fixation</c:v>
                </c:pt>
                <c:pt idx="1287">
                  <c:v>vendrex_the_last_dragon</c:v>
                </c:pt>
                <c:pt idx="1288">
                  <c:v>vendettaforvengeance</c:v>
                </c:pt>
                <c:pt idx="1289">
                  <c:v>velvetpickleunderground</c:v>
                </c:pt>
                <c:pt idx="1290">
                  <c:v>velvet_nightmare_girl</c:v>
                </c:pt>
                <c:pt idx="1291">
                  <c:v>velvetcrushrockgroup</c:v>
                </c:pt>
                <c:pt idx="1292">
                  <c:v>velocitysportsperformance</c:v>
                </c:pt>
                <c:pt idx="1293">
                  <c:v>vegetarianstudentunion</c:v>
                </c:pt>
                <c:pt idx="1294">
                  <c:v>vegetablerightsandpeace</c:v>
                </c:pt>
                <c:pt idx="1295">
                  <c:v>vector_love_amsterdam</c:v>
                </c:pt>
                <c:pt idx="1296">
                  <c:v>vaudeville_variety_show</c:v>
                </c:pt>
                <c:pt idx="1297">
                  <c:v>vassago_malekai_blade</c:v>
                </c:pt>
                <c:pt idx="1298">
                  <c:v>varsitysoftballplayer1</c:v>
                </c:pt>
                <c:pt idx="1299">
                  <c:v>varsitysoccerchick09</c:v>
                </c:pt>
                <c:pt idx="1300">
                  <c:v>varletclothingcompany</c:v>
                </c:pt>
                <c:pt idx="1301">
                  <c:v>variousmotherfucking</c:v>
                </c:pt>
                <c:pt idx="1302">
                  <c:v>variablefuckingperception</c:v>
                </c:pt>
                <c:pt idx="1303">
                  <c:v>vanmandownbytheriver</c:v>
                </c:pt>
                <c:pt idx="1304">
                  <c:v>vanitycrisisphotography</c:v>
                </c:pt>
                <c:pt idx="1305">
                  <c:v>vanishingpointofficial</c:v>
                </c:pt>
                <c:pt idx="1306">
                  <c:v>vanishingpointburnley</c:v>
                </c:pt>
                <c:pt idx="1307">
                  <c:v>vanillawafersandmilk</c:v>
                </c:pt>
                <c:pt idx="1308">
                  <c:v>vanillavanessavalentine</c:v>
                </c:pt>
                <c:pt idx="1309">
                  <c:v>vanillascentedcandle</c:v>
                </c:pt>
                <c:pt idx="1310">
                  <c:v>vanillaicequeen_040</c:v>
                </c:pt>
                <c:pt idx="1311">
                  <c:v>VanillaGorillaJungleKing</c:v>
                </c:pt>
                <c:pt idx="1312">
                  <c:v>vanillafuzzywuzzybear</c:v>
                </c:pt>
                <c:pt idx="1313">
                  <c:v>vanillabeangirl12001</c:v>
                </c:pt>
                <c:pt idx="1314">
                  <c:v>vanessa_youshouldknow</c:v>
                </c:pt>
                <c:pt idx="1315">
                  <c:v>vanessa_santana_hottie1</c:v>
                </c:pt>
                <c:pt idx="1316">
                  <c:v>vanessasandovalmusic</c:v>
                </c:pt>
                <c:pt idx="1317">
                  <c:v>vanessa_nichole_sarah</c:v>
                </c:pt>
                <c:pt idx="1318">
                  <c:v>vanessamichellethorp</c:v>
                </c:pt>
                <c:pt idx="1319">
                  <c:v>vanessamariehenderson</c:v>
                </c:pt>
                <c:pt idx="1320">
                  <c:v>vanessalovesherlover</c:v>
                </c:pt>
                <c:pt idx="1321">
                  <c:v>vanessahudgensonline</c:v>
                </c:pt>
                <c:pt idx="1322">
                  <c:v>vanessahudgensofficialsit</c:v>
                </c:pt>
                <c:pt idx="1323">
                  <c:v>vanessa_hudgens_1214</c:v>
                </c:pt>
                <c:pt idx="1324">
                  <c:v>vanessa_hearts_heather</c:v>
                </c:pt>
                <c:pt idx="1325">
                  <c:v>vanessa_caitlin_rucker</c:v>
                </c:pt>
                <c:pt idx="1326">
                  <c:v>vanessa_ann_the_vampire</c:v>
                </c:pt>
                <c:pt idx="1327">
                  <c:v>vanessa_ann_hudgens_crazy</c:v>
                </c:pt>
                <c:pt idx="1328">
                  <c:v>vanessaannemariehudgen</c:v>
                </c:pt>
                <c:pt idx="1329">
                  <c:v>vanessa_anne_hutchinson</c:v>
                </c:pt>
                <c:pt idx="1330">
                  <c:v>vanessaannehudgensrox</c:v>
                </c:pt>
                <c:pt idx="1331">
                  <c:v>vanessaannehudgens893</c:v>
                </c:pt>
                <c:pt idx="1332">
                  <c:v>vanessa_anne_hudgens_88</c:v>
                </c:pt>
                <c:pt idx="1333">
                  <c:v>vanessa_anne_hudgens_4</c:v>
                </c:pt>
                <c:pt idx="1334">
                  <c:v>vanessaannehudgens123</c:v>
                </c:pt>
                <c:pt idx="1335">
                  <c:v>vanessaannehudgens121488</c:v>
                </c:pt>
                <c:pt idx="1336">
                  <c:v>vanessa_anne_hudgens101</c:v>
                </c:pt>
                <c:pt idx="1337">
                  <c:v>vanessaannehudgens_1</c:v>
                </c:pt>
                <c:pt idx="1338">
                  <c:v>vanessa_818_aka_vanilla</c:v>
                </c:pt>
                <c:pt idx="1339">
                  <c:v>vandalayimportexport</c:v>
                </c:pt>
                <c:pt idx="1340">
                  <c:v>vancouver.westbroadway</c:v>
                </c:pt>
                <c:pt idx="1341">
                  <c:v>vampyer_under_the_bed</c:v>
                </c:pt>
                <c:pt idx="1342">
                  <c:v>vampire_soul_whatelse</c:v>
                </c:pt>
                <c:pt idx="1343">
                  <c:v>vampire_serenity_black</c:v>
                </c:pt>
                <c:pt idx="1344">
                  <c:v>vampireprincessnay13</c:v>
                </c:pt>
                <c:pt idx="1345">
                  <c:v>vampire_princess_eva</c:v>
                </c:pt>
                <c:pt idx="1346">
                  <c:v>VampirePrincessBloodlust</c:v>
                </c:pt>
                <c:pt idx="1347">
                  <c:v>vampire_malvina_killer</c:v>
                </c:pt>
                <c:pt idx="1348">
                  <c:v>vampire_fairy_princess</c:v>
                </c:pt>
                <c:pt idx="1349">
                  <c:v>vampire_fairy_advice</c:v>
                </c:pt>
                <c:pt idx="1350">
                  <c:v>vampire_anime_freak25</c:v>
                </c:pt>
                <c:pt idx="1351">
                  <c:v>vampchrisbloodthirst</c:v>
                </c:pt>
                <c:pt idx="1352">
                  <c:v>valleystreamwrestling</c:v>
                </c:pt>
                <c:pt idx="1353">
                  <c:v>valleygirl_ventriloquist</c:v>
                </c:pt>
                <c:pt idx="1354">
                  <c:v>valiantherospacemanspiff</c:v>
                </c:pt>
                <c:pt idx="1355">
                  <c:v>valeron020dasha2101994</c:v>
                </c:pt>
                <c:pt idx="1356">
                  <c:v>valerieremoveaccount</c:v>
                </c:pt>
                <c:pt idx="1357">
                  <c:v>valerie_natalie_haylee</c:v>
                </c:pt>
                <c:pt idx="1358">
                  <c:v>valerieleannheartsyou</c:v>
                </c:pt>
                <c:pt idx="1359">
                  <c:v>valentinemetalmassacre</c:v>
                </c:pt>
                <c:pt idx="1360">
                  <c:v>valentinebabygirl420</c:v>
                </c:pt>
                <c:pt idx="1361">
                  <c:v>valentinayournightmare</c:v>
                </c:pt>
                <c:pt idx="1362">
                  <c:v>valenciayouthinaction</c:v>
                </c:pt>
                <c:pt idx="1363">
                  <c:v>vaguereminiscenceclothing</c:v>
                </c:pt>
                <c:pt idx="1364">
                  <c:v>vagueinspirationmusic</c:v>
                </c:pt>
                <c:pt idx="1365">
                  <c:v>vagabond_garage_rocker</c:v>
                </c:pt>
                <c:pt idx="1366">
                  <c:v>vacationrentalsinwildwood</c:v>
                </c:pt>
                <c:pt idx="1367">
                  <c:v>vacantlotentertainment</c:v>
                </c:pt>
                <c:pt idx="1368">
                  <c:v>utterworldlyclothing</c:v>
                </c:pt>
                <c:pt idx="1369">
                  <c:v>utterly_unique_entity</c:v>
                </c:pt>
                <c:pt idx="1370">
                  <c:v>utterliterarycabaret</c:v>
                </c:pt>
                <c:pt idx="1371">
                  <c:v>useless_welfare_child503</c:v>
                </c:pt>
                <c:pt idx="1372">
                  <c:v>urinaryrectallubricant</c:v>
                </c:pt>
                <c:pt idx="1373">
                  <c:v>ure_punk_rock_princess</c:v>
                </c:pt>
                <c:pt idx="1374">
                  <c:v>urbansuperherodangerman</c:v>
                </c:pt>
                <c:pt idx="1375">
                  <c:v>urbanstrawberrylunch</c:v>
                </c:pt>
                <c:pt idx="1376">
                  <c:v>urbansoulentertainment</c:v>
                </c:pt>
                <c:pt idx="1377">
                  <c:v>urbanrenaissanceschool</c:v>
                </c:pt>
                <c:pt idx="1378">
                  <c:v>urbanrenaissancemagazine</c:v>
                </c:pt>
                <c:pt idx="1379">
                  <c:v>urbanmythstorytelling</c:v>
                </c:pt>
                <c:pt idx="1380">
                  <c:v>urbanministrynetwork</c:v>
                </c:pt>
                <c:pt idx="1381">
                  <c:v>urbanhungerreliefclub</c:v>
                </c:pt>
                <c:pt idx="1382">
                  <c:v>urbanenterprisemagazine</c:v>
                </c:pt>
                <c:pt idx="1383">
                  <c:v>urbandanceentertainment</c:v>
                </c:pt>
                <c:pt idx="1384">
                  <c:v>uptown_dapper_panther</c:v>
                </c:pt>
                <c:pt idx="1385">
                  <c:v>upstatemetalfest200</c:v>
                </c:pt>
                <c:pt idx="1386">
                  <c:v>uppercanadarhythmblues</c:v>
                </c:pt>
                <c:pt idx="1387">
                  <c:v>upontheseemptyhearts</c:v>
                </c:pt>
                <c:pt idx="1388">
                  <c:v>upliftingpersonaltraining</c:v>
                </c:pt>
                <c:pt idx="1389">
                  <c:v>upcoming_baseball_star</c:v>
                </c:pt>
                <c:pt idx="1390">
                  <c:v>unwrittentragedymusic</c:v>
                </c:pt>
                <c:pt idx="1391">
                  <c:v>unwantedattentionband</c:v>
                </c:pt>
                <c:pt idx="1392">
                  <c:v>unusually_flexible_girl</c:v>
                </c:pt>
                <c:pt idx="1393">
                  <c:v>untouchableproductionsky</c:v>
                </c:pt>
                <c:pt idx="1394">
                  <c:v>untouchablepimpsquad</c:v>
                </c:pt>
                <c:pt idx="1395">
                  <c:v>untouchablekingplaya</c:v>
                </c:pt>
                <c:pt idx="1396">
                  <c:v>untoldstoryjakenickdevin</c:v>
                </c:pt>
                <c:pt idx="1397">
                  <c:v>untitled_vanitycontest</c:v>
                </c:pt>
                <c:pt idx="1398">
                  <c:v>untitledbandnamegasp</c:v>
                </c:pt>
                <c:pt idx="1399">
                  <c:v>untiltheyallcomehome</c:v>
                </c:pt>
                <c:pt idx="1400">
                  <c:v>untill_the_end_angel</c:v>
                </c:pt>
                <c:pt idx="1401">
                  <c:v>untamedanduncontrolled</c:v>
                </c:pt>
                <c:pt idx="1402">
                  <c:v>unstoppablelatinapower</c:v>
                </c:pt>
                <c:pt idx="1403">
                  <c:v>unstoppabledynamiteprogression</c:v>
                </c:pt>
                <c:pt idx="1404">
                  <c:v>unspokenpaintballteam</c:v>
                </c:pt>
                <c:pt idx="1405">
                  <c:v>unsheathed_from_reality</c:v>
                </c:pt>
                <c:pt idx="1406">
                  <c:v>unrealcarnagewrestling</c:v>
                </c:pt>
                <c:pt idx="1407">
                  <c:v>unpronounceablelastname</c:v>
                </c:pt>
                <c:pt idx="1408">
                  <c:v>unpredictable_but_sweet</c:v>
                </c:pt>
                <c:pt idx="1409">
                  <c:v>unoriginalspacemonkey</c:v>
                </c:pt>
                <c:pt idx="1410">
                  <c:v>unofficialvoodootribe</c:v>
                </c:pt>
                <c:pt idx="1411">
                  <c:v>unofficialtableforsix</c:v>
                </c:pt>
                <c:pt idx="1412">
                  <c:v>unofficialkristenbell</c:v>
                </c:pt>
                <c:pt idx="1413">
                  <c:v>unnecessaryquestionmark</c:v>
                </c:pt>
                <c:pt idx="1414">
                  <c:v>unloved_broken_heart</c:v>
                </c:pt>
                <c:pt idx="1415">
                  <c:v>unlimitedmusicgroup2</c:v>
                </c:pt>
                <c:pt idx="1416">
                  <c:v>unleash_your_release</c:v>
                </c:pt>
                <c:pt idx="1417">
                  <c:v>unleashedposermobile</c:v>
                </c:pt>
                <c:pt idx="1418">
                  <c:v>unleashed_brown_county</c:v>
                </c:pt>
                <c:pt idx="1419">
                  <c:v>unknown_twilight_singer</c:v>
                </c:pt>
                <c:pt idx="1420">
                  <c:v>unknown_the_original</c:v>
                </c:pt>
                <c:pt idx="1421">
                  <c:v>unknownquantitymusic</c:v>
                </c:pt>
                <c:pt idx="1422">
                  <c:v>unknownbrownsvilleartist</c:v>
                </c:pt>
                <c:pt idx="1423">
                  <c:v>unknown_and_unwritten</c:v>
                </c:pt>
                <c:pt idx="1424">
                  <c:v>unknownandunavailable</c:v>
                </c:pt>
                <c:pt idx="1425">
                  <c:v>universaltopmodeldiva</c:v>
                </c:pt>
                <c:pt idx="1426">
                  <c:v>universalsoundremedy</c:v>
                </c:pt>
                <c:pt idx="1427">
                  <c:v>universal_sex_symbol</c:v>
                </c:pt>
                <c:pt idx="1428">
                  <c:v>universalmotherearth</c:v>
                </c:pt>
                <c:pt idx="1429">
                  <c:v>universallyknownpenis</c:v>
                </c:pt>
                <c:pt idx="1430">
                  <c:v>universal_language_radio</c:v>
                </c:pt>
                <c:pt idx="1431">
                  <c:v>universalhiphopradio</c:v>
                </c:pt>
                <c:pt idx="1432">
                  <c:v>universalgroovefootage</c:v>
                </c:pt>
                <c:pt idx="1433">
                  <c:v>universalgraphicanddesign</c:v>
                </c:pt>
                <c:pt idx="1434">
                  <c:v>unitybroadcastingnetwork</c:v>
                </c:pt>
                <c:pt idx="1435">
                  <c:v>unitedempirecorporation</c:v>
                </c:pt>
                <c:pt idx="1436">
                  <c:v>unitedchristianfellowship</c:v>
                </c:pt>
                <c:pt idx="1437">
                  <c:v>uniquelyyoursforever</c:v>
                </c:pt>
                <c:pt idx="1438">
                  <c:v>uniquebeautifulbutterfly</c:v>
                </c:pt>
                <c:pt idx="1439">
                  <c:v>unique_athletic_sexy</c:v>
                </c:pt>
                <c:pt idx="1440">
                  <c:v>unique_and_irreplaceable</c:v>
                </c:pt>
                <c:pt idx="1441">
                  <c:v>unionentertainmentgroup</c:v>
                </c:pt>
                <c:pt idx="1442">
                  <c:v>uniformedelectrogirl</c:v>
                </c:pt>
                <c:pt idx="1443">
                  <c:v>unifiedcommunitygospelchoir</c:v>
                </c:pt>
                <c:pt idx="1444">
                  <c:v>unicornsavingassociation</c:v>
                </c:pt>
                <c:pt idx="1445">
                  <c:v>unicornmagicgirl070205</c:v>
                </c:pt>
                <c:pt idx="1446">
                  <c:v>unicorn_loving_whore_girl</c:v>
                </c:pt>
                <c:pt idx="1447">
                  <c:v>unicornkiss.christa27</c:v>
                </c:pt>
                <c:pt idx="1448">
                  <c:v>unheardnewsunwantedgirl</c:v>
                </c:pt>
                <c:pt idx="1449">
                  <c:v>unfrozencavemantraveler</c:v>
                </c:pt>
                <c:pt idx="1450">
                  <c:v>unfrozencavemanlawyer1</c:v>
                </c:pt>
                <c:pt idx="1451">
                  <c:v>unfriendlyneighborclown</c:v>
                </c:pt>
                <c:pt idx="1452">
                  <c:v>unforgivinguntillforever</c:v>
                </c:pt>
                <c:pt idx="1453">
                  <c:v>unforgivenblackalbum</c:v>
                </c:pt>
                <c:pt idx="1454">
                  <c:v>UnforgettableSpecialAgent</c:v>
                </c:pt>
                <c:pt idx="1455">
                  <c:v>unforgetable_photography</c:v>
                </c:pt>
                <c:pt idx="1456">
                  <c:v>unforgetable_iceprince</c:v>
                </c:pt>
                <c:pt idx="1457">
                  <c:v>unforgetablecovergirl</c:v>
                </c:pt>
                <c:pt idx="1458">
                  <c:v>unforgetable_brittany</c:v>
                </c:pt>
                <c:pt idx="1459">
                  <c:v>unfitforsociety_drummer</c:v>
                </c:pt>
                <c:pt idx="1460">
                  <c:v>unfinishedrobotsociety</c:v>
                </c:pt>
                <c:pt idx="1461">
                  <c:v>unfinishedbusinessmusic</c:v>
                </c:pt>
                <c:pt idx="1462">
                  <c:v>unemployedblackastronaut1</c:v>
                </c:pt>
                <c:pt idx="1463">
                  <c:v>unemployedandforhire</c:v>
                </c:pt>
                <c:pt idx="1464">
                  <c:v>undyingallegiancerock</c:v>
                </c:pt>
                <c:pt idx="1465">
                  <c:v>undividedattentiondeficit</c:v>
                </c:pt>
                <c:pt idx="1466">
                  <c:v>undiscoveredlovermusic</c:v>
                </c:pt>
                <c:pt idx="1467">
                  <c:v>undesireable_infatuation</c:v>
                </c:pt>
                <c:pt idx="1468">
                  <c:v>underworldtravelplanner</c:v>
                </c:pt>
                <c:pt idx="1469">
                  <c:v>underworld_evolution_rox</c:v>
                </c:pt>
                <c:pt idx="1470">
                  <c:v>underwearstealingmonkey</c:v>
                </c:pt>
                <c:pt idx="1471">
                  <c:v>underwaterpettingzoo</c:v>
                </c:pt>
                <c:pt idx="1472">
                  <c:v>underwatermysterymachine</c:v>
                </c:pt>
                <c:pt idx="1473">
                  <c:v>underwaterbisonfamily</c:v>
                </c:pt>
                <c:pt idx="1474">
                  <c:v>underthreateningskies</c:v>
                </c:pt>
                <c:pt idx="1475">
                  <c:v>under_the_table_dreaming</c:v>
                </c:pt>
                <c:pt idx="1476">
                  <c:v>under_the_rotted_flesh</c:v>
                </c:pt>
                <c:pt idx="1477">
                  <c:v>undertheinfluence123</c:v>
                </c:pt>
                <c:pt idx="1478">
                  <c:v>undertheguillotine</c:v>
                </c:pt>
                <c:pt idx="1479">
                  <c:v>underthefallenremains</c:v>
                </c:pt>
                <c:pt idx="1480">
                  <c:v>under_the_copper_beech</c:v>
                </c:pt>
                <c:pt idx="1481">
                  <c:v>under_the_bodhi_tree</c:v>
                </c:pt>
                <c:pt idx="1482">
                  <c:v>understoodfalsemeaning</c:v>
                </c:pt>
                <c:pt idx="1483">
                  <c:v>understarlitskies_mandy</c:v>
                </c:pt>
                <c:pt idx="1484">
                  <c:v>understandingforpeace</c:v>
                </c:pt>
                <c:pt idx="1485">
                  <c:v>underoath_rock_freak</c:v>
                </c:pt>
                <c:pt idx="1486">
                  <c:v>underneathyourclothes</c:v>
                </c:pt>
                <c:pt idx="1487">
                  <c:v>underneaththissmile125</c:v>
                </c:pt>
                <c:pt idx="1488">
                  <c:v>underneaththeweepingmoon</c:v>
                </c:pt>
                <c:pt idx="1489">
                  <c:v>undergroundsurfcompany</c:v>
                </c:pt>
                <c:pt idx="1490">
                  <c:v>undergroundsoundsent</c:v>
                </c:pt>
                <c:pt idx="1491">
                  <c:v>undergroundsoundprod</c:v>
                </c:pt>
                <c:pt idx="1492">
                  <c:v>undergroundscenecore</c:v>
                </c:pt>
                <c:pt idx="1493">
                  <c:v>undergroundrockassociation</c:v>
                </c:pt>
                <c:pt idx="1494">
                  <c:v>undergroundnationfestival</c:v>
                </c:pt>
                <c:pt idx="1495">
                  <c:v>undergroundmusicnetwork</c:v>
                </c:pt>
                <c:pt idx="1496">
                  <c:v>undergroundlitexplosion</c:v>
                </c:pt>
                <c:pt idx="1497">
                  <c:v>undergroundhiphopselection</c:v>
                </c:pt>
                <c:pt idx="1498">
                  <c:v>underground_foothound</c:v>
                </c:pt>
                <c:pt idx="1499">
                  <c:v>undergroundfightclub</c:v>
                </c:pt>
                <c:pt idx="1500">
                  <c:v>undergrounddodgeball</c:v>
                </c:pt>
                <c:pt idx="1501">
                  <c:v>undergrounddancestudio</c:v>
                </c:pt>
                <c:pt idx="1502">
                  <c:v>undergroundcomedydayton</c:v>
                </c:pt>
                <c:pt idx="1503">
                  <c:v>underfederalprotection</c:v>
                </c:pt>
                <c:pt idx="1504">
                  <c:v>underfallingconflict</c:v>
                </c:pt>
                <c:pt idx="1505">
                  <c:v>undercover_freaky_lover</c:v>
                </c:pt>
                <c:pt idx="1506">
                  <c:v>undercover_china_girl</c:v>
                </c:pt>
                <c:pt idx="1507">
                  <c:v>under_cover_blonde_1212</c:v>
                </c:pt>
                <c:pt idx="1508">
                  <c:v>undercover_barbie_doll</c:v>
                </c:pt>
                <c:pt idx="1509">
                  <c:v>undercover_angel_who_fell</c:v>
                </c:pt>
                <c:pt idx="1510">
                  <c:v>underconstructionband</c:v>
                </c:pt>
                <c:pt idx="1511">
                  <c:v>undead_pirate_captain</c:v>
                </c:pt>
                <c:pt idx="1512">
                  <c:v>undeadcrisispreventionunit</c:v>
                </c:pt>
                <c:pt idx="1513">
                  <c:v>uncreativescreenname</c:v>
                </c:pt>
                <c:pt idx="1514">
                  <c:v>uncontainablefromunknown</c:v>
                </c:pt>
                <c:pt idx="1515">
                  <c:v>uncleboogiepantsmusic</c:v>
                </c:pt>
                <c:pt idx="1516">
                  <c:v>unclassifiedbetterthanyou</c:v>
                </c:pt>
                <c:pt idx="1517">
                  <c:v>unchartered_headspace</c:v>
                </c:pt>
                <c:pt idx="1518">
                  <c:v>uncalledforsoberness</c:v>
                </c:pt>
                <c:pt idx="1519">
                  <c:v>uncagednortherntiger</c:v>
                </c:pt>
                <c:pt idx="1520">
                  <c:v>unbrokenthroughstruggle</c:v>
                </c:pt>
                <c:pt idx="1521">
                  <c:v>unbreakableicequeen</c:v>
                </c:pt>
                <c:pt idx="1522">
                  <c:v>unbelievableoverhere</c:v>
                </c:pt>
                <c:pt idx="1523">
                  <c:v>unabridgedmothertucker</c:v>
                </c:pt>
                <c:pt idx="1524">
                  <c:v>umbrellacorpsairsoft</c:v>
                </c:pt>
                <c:pt idx="1525">
                  <c:v>umbraonapainteddesert</c:v>
                </c:pt>
                <c:pt idx="1526">
                  <c:v>ultravioletthemesong</c:v>
                </c:pt>
                <c:pt idx="1527">
                  <c:v>ultraspiffysupreme5000</c:v>
                </c:pt>
                <c:pt idx="1528">
                  <c:v>ultimateurbanproduction</c:v>
                </c:pt>
                <c:pt idx="1529">
                  <c:v>ultimatetanningandbeauty</c:v>
                </c:pt>
                <c:pt idx="1530">
                  <c:v>ultimatestutterflyfan</c:v>
                </c:pt>
                <c:pt idx="1531">
                  <c:v>ultimate_softball_chick18</c:v>
                </c:pt>
                <c:pt idx="1532">
                  <c:v>ultimateshredsymphony</c:v>
                </c:pt>
                <c:pt idx="1533">
                  <c:v>ultimate_scream_trilogy</c:v>
                </c:pt>
                <c:pt idx="1534">
                  <c:v>ultimaterollercoaster</c:v>
                </c:pt>
                <c:pt idx="1535">
                  <c:v>ultimate_ownage_video</c:v>
                </c:pt>
                <c:pt idx="1536">
                  <c:v>ultimate_one_winged_angel</c:v>
                </c:pt>
                <c:pt idx="1537">
                  <c:v>ultimatenarutofan247</c:v>
                </c:pt>
                <c:pt idx="1538">
                  <c:v>ultimatemusiclessons</c:v>
                </c:pt>
                <c:pt idx="1539">
                  <c:v>ultimatelawnandlandscape</c:v>
                </c:pt>
                <c:pt idx="1540">
                  <c:v>UltimateKeyblademaster</c:v>
                </c:pt>
                <c:pt idx="1541">
                  <c:v>ultimatejessicasimpson</c:v>
                </c:pt>
                <c:pt idx="1542">
                  <c:v>ultimatehighschoolparty</c:v>
                </c:pt>
                <c:pt idx="1543">
                  <c:v>ultimate_fighting_master</c:v>
                </c:pt>
                <c:pt idx="1544">
                  <c:v>ultimatefightingforce</c:v>
                </c:pt>
                <c:pt idx="1545">
                  <c:v>ultimatefighterchampion01</c:v>
                </c:pt>
                <c:pt idx="1546">
                  <c:v>ultimate_combat_wombat</c:v>
                </c:pt>
                <c:pt idx="1547">
                  <c:v>ultimatebrotherhoodleague</c:v>
                </c:pt>
                <c:pt idx="1548">
                  <c:v>ultimateblackphoenix</c:v>
                </c:pt>
                <c:pt idx="1549">
                  <c:v>uglytycoonentertainment</c:v>
                </c:pt>
                <c:pt idx="1550">
                  <c:v>UglyPeopleAreHostile</c:v>
                </c:pt>
                <c:pt idx="1551">
                  <c:v>uglyducklingcometrue</c:v>
                </c:pt>
                <c:pt idx="1552">
                  <c:v>tyronethemagnificent</c:v>
                </c:pt>
                <c:pt idx="1553">
                  <c:v>tyrone_soccer_ashley</c:v>
                </c:pt>
                <c:pt idx="1554">
                  <c:v>typicalteenagehypocrite</c:v>
                </c:pt>
                <c:pt idx="1555">
                  <c:v>typical_lovehate_tragedy</c:v>
                </c:pt>
                <c:pt idx="1556">
                  <c:v>tycoondynastycompetition</c:v>
                </c:pt>
                <c:pt idx="1557">
                  <c:v>twosparrowsinahurricane</c:v>
                </c:pt>
                <c:pt idx="1558">
                  <c:v>twoshakesofalambstale</c:v>
                </c:pt>
                <c:pt idx="1559">
                  <c:v>twolipsarebetterthan1</c:v>
                </c:pt>
                <c:pt idx="1560">
                  <c:v>twohundredfortythree</c:v>
                </c:pt>
                <c:pt idx="1561">
                  <c:v>twoheartstheirworld_</c:v>
                </c:pt>
                <c:pt idx="1562">
                  <c:v>twohearts_oneconnection</c:v>
                </c:pt>
                <c:pt idx="1563">
                  <c:v>two_four_six_zero_one</c:v>
                </c:pt>
                <c:pt idx="1564">
                  <c:v>twodaysfromtomorrowrock</c:v>
                </c:pt>
                <c:pt idx="1565">
                  <c:v>twitchingbeyondthegrave</c:v>
                </c:pt>
                <c:pt idx="1566">
                  <c:v>twisty_bobcat_pretzel</c:v>
                </c:pt>
                <c:pt idx="1567">
                  <c:v>twistedwiththesickness</c:v>
                </c:pt>
                <c:pt idx="1568">
                  <c:v>twistedsteelandsexappeal1</c:v>
                </c:pt>
                <c:pt idx="1569">
                  <c:v>twistedrealmfestival</c:v>
                </c:pt>
                <c:pt idx="1570">
                  <c:v>twisted_metal_cowboy</c:v>
                </c:pt>
                <c:pt idx="1571">
                  <c:v>twistedlittleskaterboy</c:v>
                </c:pt>
                <c:pt idx="1572">
                  <c:v>twistedlittlefreak71</c:v>
                </c:pt>
                <c:pt idx="1573">
                  <c:v>twistedlilschoolgirl</c:v>
                </c:pt>
                <c:pt idx="1574">
                  <c:v>twistedfuckingcruelty</c:v>
                </c:pt>
                <c:pt idx="1575">
                  <c:v>twistedcookiemonster</c:v>
                </c:pt>
                <c:pt idx="1576">
                  <c:v>twistedbrowntruckerband</c:v>
                </c:pt>
                <c:pt idx="1577">
                  <c:v>twistedblooddollfreak</c:v>
                </c:pt>
                <c:pt idx="1578">
                  <c:v>twinsinastationwagon</c:v>
                </c:pt>
                <c:pt idx="1579">
                  <c:v>twinkle_some_glitter</c:v>
                </c:pt>
                <c:pt idx="1580">
                  <c:v>twinklelittlestarrbaby</c:v>
                </c:pt>
                <c:pt idx="1581">
                  <c:v>twinkle_little_starr</c:v>
                </c:pt>
                <c:pt idx="1582">
                  <c:v>twinfamilyproduction</c:v>
                </c:pt>
                <c:pt idx="1583">
                  <c:v>twilightwalkerstudio</c:v>
                </c:pt>
                <c:pt idx="1584">
                  <c:v>twilightglimmermetal</c:v>
                </c:pt>
                <c:pt idx="1585">
                  <c:v>twilightfreaknumber1</c:v>
                </c:pt>
                <c:pt idx="1586">
                  <c:v>twiggythevampireslayer</c:v>
                </c:pt>
                <c:pt idx="1587">
                  <c:v>twiggythehalfalbinopigeon</c:v>
                </c:pt>
                <c:pt idx="1588">
                  <c:v>twicebakedpotatomusic</c:v>
                </c:pt>
                <c:pt idx="1589">
                  <c:v>twentytwoillustration</c:v>
                </c:pt>
                <c:pt idx="1590">
                  <c:v>twentythirdgirlfriend</c:v>
                </c:pt>
                <c:pt idx="1591">
                  <c:v>twentyfirstnightband</c:v>
                </c:pt>
                <c:pt idx="1592">
                  <c:v>twentyfirstcenturyskin</c:v>
                </c:pt>
                <c:pt idx="1593">
                  <c:v>twelveinchtrousersnake</c:v>
                </c:pt>
                <c:pt idx="1594">
                  <c:v>twelvehundredsixtydays</c:v>
                </c:pt>
                <c:pt idx="1595">
                  <c:v>twelvegaugeloveaffair</c:v>
                </c:pt>
                <c:pt idx="1596">
                  <c:v>twelve_gauge_brilliance</c:v>
                </c:pt>
                <c:pt idx="1597">
                  <c:v>twelvefourteeneighteen</c:v>
                </c:pt>
                <c:pt idx="1598">
                  <c:v>twatlickingdiapergirl</c:v>
                </c:pt>
                <c:pt idx="1599">
                  <c:v>tutti_fruity_dingleberry</c:v>
                </c:pt>
                <c:pt idx="1600">
                  <c:v>tuscaloosacampuslife</c:v>
                </c:pt>
                <c:pt idx="1601">
                  <c:v>turtle_superhero_status</c:v>
                </c:pt>
                <c:pt idx="1602">
                  <c:v>turtlesoupcaffeineconspiracy</c:v>
                </c:pt>
                <c:pt idx="1603">
                  <c:v>turtlemonkeydishwasher</c:v>
                </c:pt>
                <c:pt idx="1604">
                  <c:v>turtleislandstringquartet</c:v>
                </c:pt>
                <c:pt idx="1605">
                  <c:v>turquoisearchermonkey</c:v>
                </c:pt>
                <c:pt idx="1606">
                  <c:v>turquoiseakabluegreen</c:v>
                </c:pt>
                <c:pt idx="1607">
                  <c:v>turnyourheadillbegone</c:v>
                </c:pt>
                <c:pt idx="1608">
                  <c:v>turnthefrownupsidedown</c:v>
                </c:pt>
                <c:pt idx="1609">
                  <c:v>turn_that_frown_around</c:v>
                </c:pt>
                <c:pt idx="1610">
                  <c:v>turnnothing2something</c:v>
                </c:pt>
                <c:pt idx="1611">
                  <c:v>turningtowardsthewindow</c:v>
                </c:pt>
                <c:pt idx="1612">
                  <c:v>turningthetablescampaign</c:v>
                </c:pt>
                <c:pt idx="1613">
                  <c:v>turnernetworktelevision</c:v>
                </c:pt>
                <c:pt idx="1614">
                  <c:v>turndupentertainment</c:v>
                </c:pt>
                <c:pt idx="1615">
                  <c:v>turnaroundandfacefate</c:v>
                </c:pt>
                <c:pt idx="1616">
                  <c:v>turkeytightropeproduction</c:v>
                </c:pt>
                <c:pt idx="1617">
                  <c:v>turdferguson_aka_austin</c:v>
                </c:pt>
                <c:pt idx="1618">
                  <c:v>turbulencebigboyentertainment</c:v>
                </c:pt>
                <c:pt idx="1619">
                  <c:v>turbo_negro_asscobra</c:v>
                </c:pt>
                <c:pt idx="1620">
                  <c:v>turbojugendpleasurehead</c:v>
                </c:pt>
                <c:pt idx="1621">
                  <c:v>turbojugendguayaquil</c:v>
                </c:pt>
                <c:pt idx="1622">
                  <c:v>turbojugendfortcollins</c:v>
                </c:pt>
                <c:pt idx="1623">
                  <c:v>tuppencedubfoundation</c:v>
                </c:pt>
                <c:pt idx="1624">
                  <c:v>TundraSilverknight1098</c:v>
                </c:pt>
                <c:pt idx="1625">
                  <c:v>tummonstransportation</c:v>
                </c:pt>
                <c:pt idx="1626">
                  <c:v>tumble_lover_forever_274</c:v>
                </c:pt>
                <c:pt idx="1627">
                  <c:v>tucsonsymphonyorchestra</c:v>
                </c:pt>
                <c:pt idx="1628">
                  <c:v>tucsonmusicscenecalendar</c:v>
                </c:pt>
                <c:pt idx="1629">
                  <c:v>tucsonacousticunderground</c:v>
                </c:pt>
                <c:pt idx="1630">
                  <c:v>tuckerjacksonsteelguitar</c:v>
                </c:pt>
                <c:pt idx="1631">
                  <c:v>try_and_catch_mallorie</c:v>
                </c:pt>
                <c:pt idx="1632">
                  <c:v>Truth_through_the_Trinity</c:v>
                </c:pt>
                <c:pt idx="1633">
                  <c:v>truthhonestyintegrity</c:v>
                </c:pt>
                <c:pt idx="1634">
                  <c:v>truthexpansiontheory</c:v>
                </c:pt>
                <c:pt idx="1635">
                  <c:v>truthchild_icefist13</c:v>
                </c:pt>
                <c:pt idx="1636">
                  <c:v>truth_before_all_else</c:v>
                </c:pt>
                <c:pt idx="1637">
                  <c:v>truth_beauty_and_goodness</c:v>
                </c:pt>
                <c:pt idx="1638">
                  <c:v>truthaboutrufusdrummer</c:v>
                </c:pt>
                <c:pt idx="1639">
                  <c:v>trusting_you_too_well</c:v>
                </c:pt>
                <c:pt idx="1640">
                  <c:v>trustbelievehavefaith</c:v>
                </c:pt>
                <c:pt idx="1641">
                  <c:v>trunkaudioandelectronics</c:v>
                </c:pt>
                <c:pt idx="1642">
                  <c:v>trulymadlydeeply200</c:v>
                </c:pt>
                <c:pt idx="1643">
                  <c:v>truesolidersneverfall</c:v>
                </c:pt>
                <c:pt idx="1644">
                  <c:v>true_princess_forever</c:v>
                </c:pt>
                <c:pt idx="1645">
                  <c:v>trueplayerkatelin2011</c:v>
                </c:pt>
                <c:pt idx="1646">
                  <c:v>trueplaya4realmixedlover3</c:v>
                </c:pt>
                <c:pt idx="1647">
                  <c:v>truemysteriousbeauty</c:v>
                </c:pt>
                <c:pt idx="1648">
                  <c:v>true_love_only_comes_once</c:v>
                </c:pt>
                <c:pt idx="1649">
                  <c:v>truelife_siblingrivalry</c:v>
                </c:pt>
                <c:pt idx="1650">
                  <c:v>true_life_photography</c:v>
                </c:pt>
                <c:pt idx="1651">
                  <c:v>true_keyblade_master</c:v>
                </c:pt>
                <c:pt idx="1652">
                  <c:v>trueextremewrestling</c:v>
                </c:pt>
                <c:pt idx="1653">
                  <c:v>truecountrygentlemen</c:v>
                </c:pt>
                <c:pt idx="1654">
                  <c:v>true_brown_eyed_cali_gurl</c:v>
                </c:pt>
                <c:pt idx="1655">
                  <c:v>true_blue_baby_boy_nick</c:v>
                </c:pt>
                <c:pt idx="1656">
                  <c:v>true_blonde_thinking</c:v>
                </c:pt>
                <c:pt idx="1657">
                  <c:v>truebeautycomesfromwithin</c:v>
                </c:pt>
                <c:pt idx="1658">
                  <c:v>trubluewestsideangel</c:v>
                </c:pt>
                <c:pt idx="1659">
                  <c:v>troy_the_basketball_guy</c:v>
                </c:pt>
                <c:pt idx="1660">
                  <c:v>troylovesashbrendanessa</c:v>
                </c:pt>
                <c:pt idx="1661">
                  <c:v>troycunninghamdirector</c:v>
                </c:pt>
                <c:pt idx="1662">
                  <c:v>troybolton_basketball14</c:v>
                </c:pt>
                <c:pt idx="1663">
                  <c:v>troublemakinonyourface</c:v>
                </c:pt>
                <c:pt idx="1664">
                  <c:v>tropicanapurepremium</c:v>
                </c:pt>
                <c:pt idx="1665">
                  <c:v>tropicana_black_juice</c:v>
                </c:pt>
                <c:pt idx="1666">
                  <c:v>tropicalfruitbeauty90</c:v>
                </c:pt>
                <c:pt idx="1667">
                  <c:v>tropicalbeachparadise</c:v>
                </c:pt>
                <c:pt idx="1668">
                  <c:v>trophywifeandstepson</c:v>
                </c:pt>
                <c:pt idx="1669">
                  <c:v>trombonistfromheaven</c:v>
                </c:pt>
                <c:pt idx="1670">
                  <c:v>trombonesoftballgirl</c:v>
                </c:pt>
                <c:pt idx="1671">
                  <c:v>trombone_flame_alchemist</c:v>
                </c:pt>
                <c:pt idx="1672">
                  <c:v>trolling_for_trollops2000</c:v>
                </c:pt>
                <c:pt idx="1673">
                  <c:v>trolleycarkleptomania</c:v>
                </c:pt>
                <c:pt idx="1674">
                  <c:v>trogdortheburninnator</c:v>
                </c:pt>
                <c:pt idx="1675">
                  <c:v>trogdor__the__burninator</c:v>
                </c:pt>
                <c:pt idx="1676">
                  <c:v>trogdadtheeburninator</c:v>
                </c:pt>
                <c:pt idx="1677">
                  <c:v>trix_the_silly_rabbit</c:v>
                </c:pt>
                <c:pt idx="1678">
                  <c:v>trivium_lover_4_ever</c:v>
                </c:pt>
                <c:pt idx="1679">
                  <c:v>trivialbreedingandtheknowingmuch</c:v>
                </c:pt>
                <c:pt idx="1680">
                  <c:v>trishtrashapplesplash</c:v>
                </c:pt>
                <c:pt idx="1681">
                  <c:v>trish_stratus_fansite</c:v>
                </c:pt>
                <c:pt idx="1682">
                  <c:v>trishstratusfanclub200</c:v>
                </c:pt>
                <c:pt idx="1683">
                  <c:v>trish.lewis-martinez</c:v>
                </c:pt>
                <c:pt idx="1684">
                  <c:v>trishfromtheblocktrick</c:v>
                </c:pt>
                <c:pt idx="1685">
                  <c:v>triprebelspeedpocket</c:v>
                </c:pt>
                <c:pt idx="1686">
                  <c:v>trippinonsometrigger</c:v>
                </c:pt>
                <c:pt idx="1687">
                  <c:v>tripletterritoryterror</c:v>
                </c:pt>
                <c:pt idx="1688">
                  <c:v>triple_threat_braddock_15</c:v>
                </c:pt>
                <c:pt idx="1689">
                  <c:v>triple_cross_soldier</c:v>
                </c:pt>
                <c:pt idx="1690">
                  <c:v>tripleactionmassacre</c:v>
                </c:pt>
                <c:pt idx="1691">
                  <c:v>tripleacousticattack</c:v>
                </c:pt>
                <c:pt idx="1692">
                  <c:v>trinitrophenylmethylnitra</c:v>
                </c:pt>
                <c:pt idx="1693">
                  <c:v>trigger_happy_princess</c:v>
                </c:pt>
                <c:pt idx="1694">
                  <c:v>triggerhappybassplayer</c:v>
                </c:pt>
                <c:pt idx="1695">
                  <c:v>trickyvickifrombillericay</c:v>
                </c:pt>
                <c:pt idx="1696">
                  <c:v>trickylittlemongoose</c:v>
                </c:pt>
                <c:pt idx="1697">
                  <c:v>trickticklerrobinsonjazz</c:v>
                </c:pt>
                <c:pt idx="1698">
                  <c:v>trice_diamond_princess</c:v>
                </c:pt>
                <c:pt idx="1699">
                  <c:v>tribalstyledocumentary</c:v>
                </c:pt>
                <c:pt idx="1700">
                  <c:v>trianglefinishingschool</c:v>
                </c:pt>
                <c:pt idx="1701">
                  <c:v>triadsonlyrealginger</c:v>
                </c:pt>
                <c:pt idx="1702">
                  <c:v>triad71footballplayer</c:v>
                </c:pt>
                <c:pt idx="1703">
                  <c:v>treyhogentertainment</c:v>
                </c:pt>
                <c:pt idx="1704">
                  <c:v>treygridleyphotography</c:v>
                </c:pt>
                <c:pt idx="1705">
                  <c:v>trepanationbluesband</c:v>
                </c:pt>
                <c:pt idx="1706">
                  <c:v>trend_sizzlin_setter</c:v>
                </c:pt>
                <c:pt idx="1707">
                  <c:v>trendsettermachinesound</c:v>
                </c:pt>
                <c:pt idx="1708">
                  <c:v>trenchtownsoundsystem</c:v>
                </c:pt>
                <c:pt idx="1709">
                  <c:v>treeknifeplastdashingthem</c:v>
                </c:pt>
                <c:pt idx="1710">
                  <c:v>treehuggingsexkitten</c:v>
                </c:pt>
                <c:pt idx="1711">
                  <c:v>treehugginghippiegirl</c:v>
                </c:pt>
                <c:pt idx="1712">
                  <c:v>treehuggingdirtlover</c:v>
                </c:pt>
                <c:pt idx="1713">
                  <c:v>treehouse_cheesecake</c:v>
                </c:pt>
                <c:pt idx="1714">
                  <c:v>treat_yourself_right</c:v>
                </c:pt>
                <c:pt idx="1715">
                  <c:v>treasure_love_forever</c:v>
                </c:pt>
                <c:pt idx="1716">
                  <c:v>travis_the_hermitcrab</c:v>
                </c:pt>
                <c:pt idx="1717">
                  <c:v>travismitchellstalker</c:v>
                </c:pt>
                <c:pt idx="1718">
                  <c:v>travisheartswitlove19</c:v>
                </c:pt>
                <c:pt idx="1719">
                  <c:v>travisbeckerworldwide</c:v>
                </c:pt>
                <c:pt idx="1720">
                  <c:v>travisbarkerfanforever</c:v>
                </c:pt>
                <c:pt idx="1721">
                  <c:v>travisandjanelleforever</c:v>
                </c:pt>
                <c:pt idx="1722">
                  <c:v>travis_and_crystal4ever</c:v>
                </c:pt>
                <c:pt idx="1723">
                  <c:v>travellingwithoutmoving1</c:v>
                </c:pt>
                <c:pt idx="1724">
                  <c:v>travelinggirlnextdoor</c:v>
                </c:pt>
                <c:pt idx="1725">
                  <c:v>travelaroundtheworld</c:v>
                </c:pt>
                <c:pt idx="1726">
                  <c:v>travelairmysteryship</c:v>
                </c:pt>
                <c:pt idx="1727">
                  <c:v>trashflavored__airline</c:v>
                </c:pt>
                <c:pt idx="1728">
                  <c:v>trapped_under_ice_0</c:v>
                </c:pt>
                <c:pt idx="1729">
                  <c:v>trappedinhereforever</c:v>
                </c:pt>
                <c:pt idx="1730">
                  <c:v>trappedandcantescape</c:v>
                </c:pt>
                <c:pt idx="1731">
                  <c:v>traphouse_entertainment</c:v>
                </c:pt>
                <c:pt idx="1732">
                  <c:v>transposeintonothing</c:v>
                </c:pt>
                <c:pt idx="1733">
                  <c:v>transmissionlostband</c:v>
                </c:pt>
                <c:pt idx="1734">
                  <c:v>transitionintotragedy</c:v>
                </c:pt>
                <c:pt idx="1735">
                  <c:v>transatlanticfightclub</c:v>
                </c:pt>
                <c:pt idx="1736">
                  <c:v>traitorouscityslicker</c:v>
                </c:pt>
                <c:pt idx="1737">
                  <c:v>trainrobbersyndicate</c:v>
                </c:pt>
                <c:pt idx="1738">
                  <c:v>training_ground_complex</c:v>
                </c:pt>
                <c:pt idx="1739">
                  <c:v>trainerspottervintagenike</c:v>
                </c:pt>
                <c:pt idx="1740">
                  <c:v>trailertrashtrembler</c:v>
                </c:pt>
                <c:pt idx="1741">
                  <c:v>trailerparkentertainment</c:v>
                </c:pt>
                <c:pt idx="1742">
                  <c:v>trailblazerboy02891</c:v>
                </c:pt>
                <c:pt idx="1743">
                  <c:v>tragic_lost_princess</c:v>
                </c:pt>
                <c:pt idx="1744">
                  <c:v>tragiclossphotography</c:v>
                </c:pt>
                <c:pt idx="1745">
                  <c:v>tragicclothingandother</c:v>
                </c:pt>
                <c:pt idx="1746">
                  <c:v>tragicchaosphotography</c:v>
                </c:pt>
                <c:pt idx="1747">
                  <c:v>trafficsignalnetwork</c:v>
                </c:pt>
                <c:pt idx="1748">
                  <c:v>trafficconemicrophone</c:v>
                </c:pt>
                <c:pt idx="1749">
                  <c:v>trademarkthegoodlife</c:v>
                </c:pt>
                <c:pt idx="1750">
                  <c:v>trademarkedconfidentiality</c:v>
                </c:pt>
                <c:pt idx="1751">
                  <c:v>tracy_vampiregoddess</c:v>
                </c:pt>
                <c:pt idx="1752">
                  <c:v>tracythirdeyeblindfan</c:v>
                </c:pt>
                <c:pt idx="1753">
                  <c:v>tracysownlittleworld</c:v>
                </c:pt>
                <c:pt idx="1754">
                  <c:v>tracylyncountrymusic</c:v>
                </c:pt>
                <c:pt idx="1755">
                  <c:v>tracyandthepraisesingers</c:v>
                </c:pt>
                <c:pt idx="1756">
                  <c:v>tracyandthemousehouse</c:v>
                </c:pt>
                <c:pt idx="1757">
                  <c:v>tractorpullingmaster</c:v>
                </c:pt>
                <c:pt idx="1758">
                  <c:v>tracksylvaniaentertainment</c:v>
                </c:pt>
                <c:pt idx="1759">
                  <c:v>trackstar_88_brandon</c:v>
                </c:pt>
                <c:pt idx="1760">
                  <c:v>trackbusconfessional</c:v>
                </c:pt>
                <c:pt idx="1761">
                  <c:v>track_and_cheer_lover</c:v>
                </c:pt>
                <c:pt idx="1762">
                  <c:v>tracithedreampainter</c:v>
                </c:pt>
                <c:pt idx="1763">
                  <c:v>tracietheworkoutfreak</c:v>
                </c:pt>
                <c:pt idx="1764">
                  <c:v>traciandthesunshineband</c:v>
                </c:pt>
                <c:pt idx="1765">
                  <c:v>traceythomaswilkinson</c:v>
                </c:pt>
                <c:pt idx="1766">
                  <c:v>trace_this_line_back</c:v>
                </c:pt>
                <c:pt idx="1767">
                  <c:v>toycarsandcottoncandy</c:v>
                </c:pt>
                <c:pt idx="1768">
                  <c:v>toxicwastebarbiedoll</c:v>
                </c:pt>
                <c:pt idx="1769">
                  <c:v>toxicpoisonousterrifying</c:v>
                </c:pt>
                <c:pt idx="1770">
                  <c:v>toxicbulletsmokinggun</c:v>
                </c:pt>
                <c:pt idx="1771">
                  <c:v>towntavernpittsburgh</c:v>
                </c:pt>
                <c:pt idx="1772">
                  <c:v>townandcountryresearchunit</c:v>
                </c:pt>
                <c:pt idx="1773">
                  <c:v>townandcountryracing</c:v>
                </c:pt>
                <c:pt idx="1774">
                  <c:v>towelstandcollective</c:v>
                </c:pt>
                <c:pt idx="1775">
                  <c:v>towardmooringsandtowage</c:v>
                </c:pt>
                <c:pt idx="1776">
                  <c:v>tournai_hardcore_crew</c:v>
                </c:pt>
                <c:pt idx="1777">
                  <c:v>tourism_camp_represent</c:v>
                </c:pt>
                <c:pt idx="1778">
                  <c:v>toughguyswearpink123</c:v>
                </c:pt>
                <c:pt idx="1779">
                  <c:v>touch_the_sock_monkey</c:v>
                </c:pt>
                <c:pt idx="1780">
                  <c:v>touchinglittleboysisfun</c:v>
                </c:pt>
                <c:pt idx="1781">
                  <c:v>touchfuzzyandgetdizzy</c:v>
                </c:pt>
                <c:pt idx="1782">
                  <c:v>touchdown_turn_around</c:v>
                </c:pt>
                <c:pt idx="1783">
                  <c:v>tottenham_hotspur_1992</c:v>
                </c:pt>
                <c:pt idx="1784">
                  <c:v>totalwrestlingfederation</c:v>
                </c:pt>
                <c:pt idx="1785">
                  <c:v>totalsoundentertainment</c:v>
                </c:pt>
                <c:pt idx="1786">
                  <c:v>totalsocialbutterfly</c:v>
                </c:pt>
                <c:pt idx="1787">
                  <c:v>totalsensorydeprivation</c:v>
                </c:pt>
                <c:pt idx="1788">
                  <c:v>totalprotonicreversal</c:v>
                </c:pt>
                <c:pt idx="1789">
                  <c:v>totalpraiseworshipcenter</c:v>
                </c:pt>
                <c:pt idx="1790">
                  <c:v>totallysuperawesomewow</c:v>
                </c:pt>
                <c:pt idx="1791">
                  <c:v>totallyspontaneouscombustionengine</c:v>
                </c:pt>
                <c:pt idx="1792">
                  <c:v>totally_retarded_yea</c:v>
                </c:pt>
                <c:pt idx="1793">
                  <c:v>totally_random_comment</c:v>
                </c:pt>
                <c:pt idx="1794">
                  <c:v>totallylovablepumpkin</c:v>
                </c:pt>
                <c:pt idx="1795">
                  <c:v>totallygrossnationalproduct</c:v>
                </c:pt>
                <c:pt idx="1796">
                  <c:v>totally_country_gurl</c:v>
                </c:pt>
                <c:pt idx="1797">
                  <c:v>totallycoolwickedawesome</c:v>
                </c:pt>
                <c:pt idx="1798">
                  <c:v>totally_addicted2bass</c:v>
                </c:pt>
                <c:pt idx="1799">
                  <c:v>totalimmortalphotography</c:v>
                </c:pt>
                <c:pt idx="1800">
                  <c:v>totalhottiedramaqueen</c:v>
                </c:pt>
                <c:pt idx="1801">
                  <c:v>totalgrooveproduction</c:v>
                </c:pt>
                <c:pt idx="1802">
                  <c:v>total_fucking_domination</c:v>
                </c:pt>
                <c:pt idx="1803">
                  <c:v>totaldevastationband</c:v>
                </c:pt>
                <c:pt idx="1804">
                  <c:v>totaldestructionthemovie</c:v>
                </c:pt>
                <c:pt idx="1805">
                  <c:v>toshtownendproskater</c:v>
                </c:pt>
                <c:pt idx="1806">
                  <c:v>torturedbehindtheeyes</c:v>
                </c:pt>
                <c:pt idx="1807">
                  <c:v>torrey_the_anarchist</c:v>
                </c:pt>
                <c:pt idx="1808">
                  <c:v>torquedrestorationskid</c:v>
                </c:pt>
                <c:pt idx="1809">
                  <c:v>tornfromtheinsideout</c:v>
                </c:pt>
                <c:pt idx="1810">
                  <c:v>tornadotongue2remember</c:v>
                </c:pt>
                <c:pt idx="1811">
                  <c:v>tornadokickentertainment</c:v>
                </c:pt>
                <c:pt idx="1812">
                  <c:v>tormentedmusicandbeer</c:v>
                </c:pt>
                <c:pt idx="1813">
                  <c:v>tori_shirley_fiona_fan</c:v>
                </c:pt>
                <c:pt idx="1814">
                  <c:v>torii_and_what_bitchess</c:v>
                </c:pt>
                <c:pt idx="1815">
                  <c:v>tori_barbie_whatever</c:v>
                </c:pt>
                <c:pt idx="1816">
                  <c:v>topshopprincess_rockstar2</c:v>
                </c:pt>
                <c:pt idx="1817">
                  <c:v>topshelfentertainmet</c:v>
                </c:pt>
                <c:pt idx="1818">
                  <c:v>topsecretlingerie297</c:v>
                </c:pt>
                <c:pt idx="1819">
                  <c:v>top_philly_fan_2219</c:v>
                </c:pt>
                <c:pt idx="1820">
                  <c:v>topperformanceentertainment</c:v>
                </c:pt>
                <c:pt idx="1821">
                  <c:v>top_notch_coat_hanger</c:v>
                </c:pt>
                <c:pt idx="1822">
                  <c:v>topnotchakaprettyboy</c:v>
                </c:pt>
                <c:pt idx="1823">
                  <c:v>topmodeljessicarabbit</c:v>
                </c:pt>
                <c:pt idx="1824">
                  <c:v>topfloorentertainment</c:v>
                </c:pt>
                <c:pt idx="1825">
                  <c:v>topdrawentertainment</c:v>
                </c:pt>
                <c:pt idx="1826">
                  <c:v>topaztrollhopper1101</c:v>
                </c:pt>
                <c:pt idx="1827">
                  <c:v>tootsierollgirly2007</c:v>
                </c:pt>
                <c:pt idx="1828">
                  <c:v>tootsierolldanceparty</c:v>
                </c:pt>
                <c:pt idx="1829">
                  <c:v>toothpastefordinnersandy</c:v>
                </c:pt>
                <c:pt idx="1830">
                  <c:v>tooth_cool4dentist_school</c:v>
                </c:pt>
                <c:pt idx="1831">
                  <c:v>toothandnailpublishing</c:v>
                </c:pt>
                <c:pt idx="1832">
                  <c:v>toon_squad_production2</c:v>
                </c:pt>
                <c:pt idx="1833">
                  <c:v>too_nasty_yao_ming_bra</c:v>
                </c:pt>
                <c:pt idx="1834">
                  <c:v>too_much_love_for_him</c:v>
                </c:pt>
                <c:pt idx="1835">
                  <c:v>toohappyformorrissey</c:v>
                </c:pt>
                <c:pt idx="1836">
                  <c:v>toohandsome4youngish</c:v>
                </c:pt>
                <c:pt idx="1837">
                  <c:v>toohairyformyowngood</c:v>
                </c:pt>
                <c:pt idx="1838">
                  <c:v>too_good_for_just_anyone</c:v>
                </c:pt>
                <c:pt idx="1839">
                  <c:v>tooexplicitbandsinger</c:v>
                </c:pt>
                <c:pt idx="1840">
                  <c:v>toodamnoldformyspace</c:v>
                </c:pt>
                <c:pt idx="1841">
                  <c:v>toocooltobebeautiful</c:v>
                </c:pt>
                <c:pt idx="1842">
                  <c:v>toocoolforschool1203</c:v>
                </c:pt>
                <c:pt idx="1843">
                  <c:v>toocloseforcomfort22</c:v>
                </c:pt>
                <c:pt idx="1844">
                  <c:v>toocloseforcomfort123</c:v>
                </c:pt>
                <c:pt idx="1845">
                  <c:v>___toocloseforcomfort</c:v>
                </c:pt>
                <c:pt idx="1846">
                  <c:v>toochunkyforhollywood</c:v>
                </c:pt>
                <c:pt idx="1847">
                  <c:v>tonywillblindsideyou</c:v>
                </c:pt>
                <c:pt idx="1848">
                  <c:v>tonythegayhairdresser</c:v>
                </c:pt>
                <c:pt idx="1849">
                  <c:v>tonymotherfuckingromero</c:v>
                </c:pt>
                <c:pt idx="1850">
                  <c:v>tonyballoneandthehotdoggang</c:v>
                </c:pt>
                <c:pt idx="1851">
                  <c:v>tonyacooperphotography</c:v>
                </c:pt>
                <c:pt idx="1852">
                  <c:v>tonightinshiningarmour</c:v>
                </c:pt>
                <c:pt idx="1853">
                  <c:v>toniathesupergoddess</c:v>
                </c:pt>
                <c:pt idx="1854">
                  <c:v>tonawanda_bowling_center</c:v>
                </c:pt>
                <c:pt idx="1855">
                  <c:v>tomorrow_will_come22</c:v>
                </c:pt>
                <c:pt idx="1856">
                  <c:v>tomorrowpeoplesteven</c:v>
                </c:pt>
                <c:pt idx="1857">
                  <c:v>tomorrownevercomes13</c:v>
                </c:pt>
                <c:pt idx="1858">
                  <c:v>tomorrowmusicorchestra</c:v>
                </c:pt>
                <c:pt idx="1859">
                  <c:v>tomorrowendsinnothing</c:v>
                </c:pt>
                <c:pt idx="1860">
                  <c:v>tomorrow.comes.today</c:v>
                </c:pt>
                <c:pt idx="1861">
                  <c:v>tomahawktheleprechaun</c:v>
                </c:pt>
                <c:pt idx="1862">
                  <c:v>tolstyhei8947358584</c:v>
                </c:pt>
                <c:pt idx="1863">
                  <c:v>toiletseatphilosopher</c:v>
                </c:pt>
                <c:pt idx="1864">
                  <c:v>togetherforeveralways</c:v>
                </c:pt>
                <c:pt idx="1865">
                  <c:v>together_for_ever_200</c:v>
                </c:pt>
                <c:pt idx="1866">
                  <c:v>toenail_the_almighty</c:v>
                </c:pt>
                <c:pt idx="1867">
                  <c:v>todayyesterdaytomorrow</c:v>
                </c:pt>
                <c:pt idx="1868">
                  <c:v>today_yesterday_forever</c:v>
                </c:pt>
                <c:pt idx="1869">
                  <c:v>tobesimplycomplicated</c:v>
                </c:pt>
                <c:pt idx="1870">
                  <c:v>toasty_and_yummy_goodness</c:v>
                </c:pt>
                <c:pt idx="1871">
                  <c:v>toastingthesnowbride</c:v>
                </c:pt>
                <c:pt idx="1872">
                  <c:v>toasterstrudelhotpocket</c:v>
                </c:pt>
                <c:pt idx="1873">
                  <c:v>toadwillievanpanning</c:v>
                </c:pt>
                <c:pt idx="1874">
                  <c:v>toad_the_mushroom_boy</c:v>
                </c:pt>
                <c:pt idx="1875">
                  <c:v>titanic_1997_all_the_way</c:v>
                </c:pt>
                <c:pt idx="1876">
                  <c:v>tish_bishopville_4_life</c:v>
                </c:pt>
                <c:pt idx="1877">
                  <c:v>tireswingsandtreeclimbing</c:v>
                </c:pt>
                <c:pt idx="1878">
                  <c:v>TinytimorChillywilly</c:v>
                </c:pt>
                <c:pt idx="1879">
                  <c:v>tiny_polish_princess</c:v>
                </c:pt>
                <c:pt idx="1880">
                  <c:v>tinyhoovergirlandboy</c:v>
                </c:pt>
                <c:pt idx="1881">
                  <c:v>tiny_guy_benny_uncle</c:v>
                </c:pt>
                <c:pt idx="1882">
                  <c:v>tinyflyingtrapezegirl</c:v>
                </c:pt>
                <c:pt idx="1883">
                  <c:v>tinkerbell_whore_9_love</c:v>
                </c:pt>
                <c:pt idx="1884">
                  <c:v>tinkerbellsquarepants</c:v>
                </c:pt>
                <c:pt idx="1885">
                  <c:v>tinkerbell_spoiledbrat101</c:v>
                </c:pt>
                <c:pt idx="1886">
                  <c:v>tinkerbellsnowwhite_karly</c:v>
                </c:pt>
                <c:pt idx="1887">
                  <c:v>tinkerbellshedoesrock</c:v>
                </c:pt>
                <c:pt idx="1888">
                  <c:v>tinkerbell_princess84</c:v>
                </c:pt>
                <c:pt idx="1889">
                  <c:v>tinkerbell_princess_7</c:v>
                </c:pt>
                <c:pt idx="1890">
                  <c:v>tinkerbellprincess19</c:v>
                </c:pt>
                <c:pt idx="1891">
                  <c:v>tinkerbellprincess18</c:v>
                </c:pt>
                <c:pt idx="1892">
                  <c:v>tinkerbellmansion2593</c:v>
                </c:pt>
                <c:pt idx="1893">
                  <c:v>tinkerbellkimberly1</c:v>
                </c:pt>
                <c:pt idx="1894">
                  <c:v>tinkerbell_hello_kitty</c:v>
                </c:pt>
                <c:pt idx="1895">
                  <c:v>tinkerbell_heartbreaker</c:v>
                </c:pt>
                <c:pt idx="1896">
                  <c:v>tinkerbell_happybunny</c:v>
                </c:pt>
                <c:pt idx="1897">
                  <c:v>tinkerbell_gone_wild</c:v>
                </c:pt>
                <c:pt idx="1898">
                  <c:v>tinkerbell_girl_4life</c:v>
                </c:pt>
                <c:pt idx="1899">
                  <c:v>Tinker_bell_Flying_away</c:v>
                </c:pt>
                <c:pt idx="1900">
                  <c:v>tinkerbellfantasyfairy</c:v>
                </c:pt>
                <c:pt idx="1901">
                  <c:v>tinker_belle_babe100</c:v>
                </c:pt>
                <c:pt idx="1902">
                  <c:v>TinkerBellCutie100492</c:v>
                </c:pt>
                <c:pt idx="1903">
                  <c:v>tinkerbellcheesecake</c:v>
                </c:pt>
                <c:pt idx="1904">
                  <c:v>tinkerbell_buttercup</c:v>
                </c:pt>
                <c:pt idx="1905">
                  <c:v>tinkerbell_black_devil_11</c:v>
                </c:pt>
                <c:pt idx="1906">
                  <c:v>tinkerbella_the_bad1</c:v>
                </c:pt>
                <c:pt idx="1907">
                  <c:v>tinkerbell_101_precious</c:v>
                </c:pt>
                <c:pt idx="1908">
                  <c:v>tina_the_talking_tummy</c:v>
                </c:pt>
                <c:pt idx="1909">
                  <c:v>tina_punchbag_turner</c:v>
                </c:pt>
                <c:pt idx="1910">
                  <c:v>tina_hottieSouthCarolina</c:v>
                </c:pt>
                <c:pt idx="1911">
                  <c:v>tina_come_get_some_ham_</c:v>
                </c:pt>
                <c:pt idx="1912">
                  <c:v>tinacomegetsomedinner</c:v>
                </c:pt>
                <c:pt idx="1913">
                  <c:v>tina_anitalavalatina_</c:v>
                </c:pt>
                <c:pt idx="1914">
                  <c:v>tina_always_confused</c:v>
                </c:pt>
                <c:pt idx="1915">
                  <c:v>tim_the_toolman_taylor98</c:v>
                </c:pt>
                <c:pt idx="1916">
                  <c:v>timothyjennychristina</c:v>
                </c:pt>
                <c:pt idx="1917">
                  <c:v>timothy_bunting2001yahoo</c:v>
                </c:pt>
                <c:pt idx="1918">
                  <c:v>timmystraightfromthehood</c:v>
                </c:pt>
                <c:pt idx="1919">
                  <c:v>timmy_aka_the_blackguy</c:v>
                </c:pt>
                <c:pt idx="1920">
                  <c:v>timmotherfuckingparker</c:v>
                </c:pt>
                <c:pt idx="1921">
                  <c:v>timmay_guna_get_jiggay</c:v>
                </c:pt>
                <c:pt idx="1922">
                  <c:v>timespaceanddimension</c:v>
                </c:pt>
                <c:pt idx="1923">
                  <c:v>timelessnaturalassets</c:v>
                </c:pt>
                <c:pt idx="1924">
                  <c:v>timelessmemorystreetteam</c:v>
                </c:pt>
                <c:pt idx="1925">
                  <c:v>time_gentleman_please</c:v>
                </c:pt>
                <c:pt idx="1926">
                  <c:v>timburton_corpsebride</c:v>
                </c:pt>
                <c:pt idx="1927">
                  <c:v>timberwolvesinjersey</c:v>
                </c:pt>
                <c:pt idx="1928">
                  <c:v>timberwolfentertainment</c:v>
                </c:pt>
                <c:pt idx="1929">
                  <c:v>tim_and_mary_jane_4life</c:v>
                </c:pt>
                <c:pt idx="1930">
                  <c:v>tim_and_jenn_crickmore</c:v>
                </c:pt>
                <c:pt idx="1931">
                  <c:v>tiltleftbreezeright7</c:v>
                </c:pt>
                <c:pt idx="1932">
                  <c:v>tillyandthewallmouse</c:v>
                </c:pt>
                <c:pt idx="1933">
                  <c:v>till_the_very_end007</c:v>
                </c:pt>
                <c:pt idx="1934">
                  <c:v>tightpantswidestance</c:v>
                </c:pt>
                <c:pt idx="1935">
                  <c:v>tighthead_propforward</c:v>
                </c:pt>
                <c:pt idx="1936">
                  <c:v>tiggiethewonderkittie</c:v>
                </c:pt>
                <c:pt idx="1937">
                  <c:v>tigger_beloved_chocolate</c:v>
                </c:pt>
                <c:pt idx="1938">
                  <c:v>Tigger_Adriane_equal_love</c:v>
                </c:pt>
                <c:pt idx="1939">
                  <c:v>tigersharkproduction</c:v>
                </c:pt>
                <c:pt idx="1940">
                  <c:v>tigermaplestringband</c:v>
                </c:pt>
                <c:pt idx="1941">
                  <c:v>tigerlilyrestaurantbar</c:v>
                </c:pt>
                <c:pt idx="1942">
                  <c:v>tigerlily_downtownvenus</c:v>
                </c:pt>
                <c:pt idx="1943">
                  <c:v>tigerlily0brynn23503</c:v>
                </c:pt>
                <c:pt idx="1944">
                  <c:v>tigerlillyrealfriendsonly</c:v>
                </c:pt>
                <c:pt idx="1945">
                  <c:v>tiftrowarmyrecruiting</c:v>
                </c:pt>
                <c:pt idx="1946">
                  <c:v>tiffy_passionpartygurl</c:v>
                </c:pt>
                <c:pt idx="1947">
                  <c:v>tiffwalkerdirtytalker</c:v>
                </c:pt>
                <c:pt idx="1948">
                  <c:v>tiff_thegirlnextdoor</c:v>
                </c:pt>
                <c:pt idx="1949">
                  <c:v>tiffanyvolleyballgirlrose</c:v>
                </c:pt>
                <c:pt idx="1950">
                  <c:v>tiffanyuglyfuckinghorse</c:v>
                </c:pt>
                <c:pt idx="1951">
                  <c:v>tiffany_timmons_moss</c:v>
                </c:pt>
                <c:pt idx="1952">
                  <c:v>tiffany_the_1_dancer</c:v>
                </c:pt>
                <c:pt idx="1953">
                  <c:v>tiffanyrockshardcore</c:v>
                </c:pt>
                <c:pt idx="1954">
                  <c:v>tiffanyrachellecogan</c:v>
                </c:pt>
                <c:pt idx="1955">
                  <c:v>tiffanynicolecollins</c:v>
                </c:pt>
                <c:pt idx="1956">
                  <c:v>tiffanynewyorkpatterson</c:v>
                </c:pt>
                <c:pt idx="1957">
                  <c:v>tiffanymichellemurphy</c:v>
                </c:pt>
                <c:pt idx="1958">
                  <c:v>tiffanyinspiredjewelry</c:v>
                </c:pt>
                <c:pt idx="1959">
                  <c:v>tiffany_hottie_nicole</c:v>
                </c:pt>
                <c:pt idx="1960">
                  <c:v>tiffany_hot_biznitch</c:v>
                </c:pt>
                <c:pt idx="1961">
                  <c:v>tiffany.fuckingfresh420</c:v>
                </c:pt>
                <c:pt idx="1962">
                  <c:v>tiffanybracelet_layout</c:v>
                </c:pt>
                <c:pt idx="1963">
                  <c:v>Tiffany_and_Ashlan_Ann</c:v>
                </c:pt>
                <c:pt idx="1964">
                  <c:v>tiffanyakachunkymonkey</c:v>
                </c:pt>
                <c:pt idx="1965">
                  <c:v>tiffanimisscandygirl</c:v>
                </c:pt>
                <c:pt idx="1966">
                  <c:v>tiff_aka_miss_new_booty</c:v>
                </c:pt>
                <c:pt idx="1967">
                  <c:v>tiara_the_one_and_only</c:v>
                </c:pt>
                <c:pt idx="1968">
                  <c:v>thyworthlesssoul_fakefate</c:v>
                </c:pt>
                <c:pt idx="1969">
                  <c:v>thy_ultimate_cheater</c:v>
                </c:pt>
                <c:pt idx="1970">
                  <c:v>thy_jack_skellington</c:v>
                </c:pt>
                <c:pt idx="1971">
                  <c:v>thunder_without_sound</c:v>
                </c:pt>
                <c:pt idx="1972">
                  <c:v>thunderthroughthenight</c:v>
                </c:pt>
                <c:pt idx="1973">
                  <c:v>thunderstruckrockslive</c:v>
                </c:pt>
                <c:pt idx="1974">
                  <c:v>thunderhoofclayworks</c:v>
                </c:pt>
                <c:pt idx="1975">
                  <c:v>thunder_hockey_4ever</c:v>
                </c:pt>
                <c:pt idx="1976">
                  <c:v>thunderheartclothing</c:v>
                </c:pt>
                <c:pt idx="1977">
                  <c:v>thunderhead_streetdoc</c:v>
                </c:pt>
                <c:pt idx="1978">
                  <c:v>thundereggshopmanchester</c:v>
                </c:pt>
                <c:pt idx="1979">
                  <c:v>thunderboltgreaseslapper</c:v>
                </c:pt>
                <c:pt idx="1980">
                  <c:v>thugmoneywithhitsquad</c:v>
                </c:pt>
                <c:pt idx="1981">
                  <c:v>thugged_out_baseford</c:v>
                </c:pt>
                <c:pt idx="1982">
                  <c:v>thugchildentertainment</c:v>
                </c:pt>
                <c:pt idx="1983">
                  <c:v>thrustwhiterootsalve</c:v>
                </c:pt>
                <c:pt idx="1984">
                  <c:v>throwtimmyfromthetrain</c:v>
                </c:pt>
                <c:pt idx="1985">
                  <c:v>throwingthebalanceoff</c:v>
                </c:pt>
                <c:pt idx="1986">
                  <c:v>throwawayyourintegrity</c:v>
                </c:pt>
                <c:pt idx="1987">
                  <c:v>throughwildpastnaughty</c:v>
                </c:pt>
                <c:pt idx="1988">
                  <c:v>throughthickandthinhardcore</c:v>
                </c:pt>
                <c:pt idx="1989">
                  <c:v>throughthewindowpane</c:v>
                </c:pt>
                <c:pt idx="1990">
                  <c:v>through_the_wardrobe</c:v>
                </c:pt>
                <c:pt idx="1991">
                  <c:v>through_the_crooked_past</c:v>
                </c:pt>
                <c:pt idx="1992">
                  <c:v>throughhimallispossible</c:v>
                </c:pt>
                <c:pt idx="1993">
                  <c:v>throughandthroughout</c:v>
                </c:pt>
                <c:pt idx="1994">
                  <c:v>throttle_all_the_way</c:v>
                </c:pt>
                <c:pt idx="1995">
                  <c:v>thrillerandmanilla124</c:v>
                </c:pt>
                <c:pt idx="1996">
                  <c:v>thresholdsoundandvision</c:v>
                </c:pt>
                <c:pt idx="1997">
                  <c:v>threetimesconsecutively</c:v>
                </c:pt>
                <c:pt idx="1998">
                  <c:v>threequartersnottingham</c:v>
                </c:pt>
                <c:pt idx="1999">
                  <c:v>threequartersacoustic</c:v>
                </c:pt>
                <c:pt idx="2000">
                  <c:v>threemileislandtanning</c:v>
                </c:pt>
                <c:pt idx="2001">
                  <c:v>threehourpowershower</c:v>
                </c:pt>
                <c:pt idx="2002">
                  <c:v>thrashtrash_photography</c:v>
                </c:pt>
                <c:pt idx="2003">
                  <c:v>thrashmetalwarrior</c:v>
                </c:pt>
                <c:pt idx="2004">
                  <c:v>thrashdemolitionhardcore</c:v>
                </c:pt>
                <c:pt idx="2005">
                  <c:v>thrash2thefuckingmax</c:v>
                </c:pt>
                <c:pt idx="2006">
                  <c:v>thousanddollarwedding</c:v>
                </c:pt>
                <c:pt idx="2007">
                  <c:v>thoughtsofaunsettledmind</c:v>
                </c:pt>
                <c:pt idx="2008">
                  <c:v>thoughtsofapoeticmusician</c:v>
                </c:pt>
                <c:pt idx="2009">
                  <c:v>thoughtsofadyingatheist87</c:v>
                </c:pt>
                <c:pt idx="2010">
                  <c:v>thoughtshewouldunderstand</c:v>
                </c:pt>
                <c:pt idx="2011">
                  <c:v>thosewhohearnotmusic</c:v>
                </c:pt>
                <c:pt idx="2012">
                  <c:v>thosefallenfromgrace</c:v>
                </c:pt>
                <c:pt idx="2013">
                  <c:v>thoroughlymodernmillie2</c:v>
                </c:pt>
                <c:pt idx="2014">
                  <c:v>thoroughbredthickchick</c:v>
                </c:pt>
                <c:pt idx="2015">
                  <c:v>thongswilltakeoveryourbut</c:v>
                </c:pt>
                <c:pt idx="2016">
                  <c:v>thomasthetrainseriously</c:v>
                </c:pt>
                <c:pt idx="2017">
                  <c:v>thomas_the_tait_engine</c:v>
                </c:pt>
                <c:pt idx="2018">
                  <c:v>thomasthesouthsidelegend</c:v>
                </c:pt>
                <c:pt idx="2019">
                  <c:v>thomas_the_christian</c:v>
                </c:pt>
                <c:pt idx="2020">
                  <c:v>thomas_sandersfamily</c:v>
                </c:pt>
                <c:pt idx="2021">
                  <c:v>thomas_motorcross_rider</c:v>
                </c:pt>
                <c:pt idx="2022">
                  <c:v>thomaskennethleighton</c:v>
                </c:pt>
                <c:pt idx="2023">
                  <c:v>thomasinspirationalmusic</c:v>
                </c:pt>
                <c:pt idx="2024">
                  <c:v>thomas_doesntdrinkcoffee</c:v>
                </c:pt>
                <c:pt idx="2025">
                  <c:v>thomascampbell_peacenut</c:v>
                </c:pt>
                <c:pt idx="2026">
                  <c:v>thomas_anderson_the_one</c:v>
                </c:pt>
                <c:pt idx="2027">
                  <c:v>thomas_aka_wonderboy</c:v>
                </c:pt>
                <c:pt idx="2028">
                  <c:v>thiszombiwilldestroyyou</c:v>
                </c:pt>
                <c:pt idx="2029">
                  <c:v>this_your_girl_kiekie</c:v>
                </c:pt>
                <c:pt idx="2030">
                  <c:v>thisyourcaptainspeaking</c:v>
                </c:pt>
                <c:pt idx="2031">
                  <c:v>thiswontmatteranyway</c:v>
                </c:pt>
                <c:pt idx="2032">
                  <c:v>thiswasmadeforavideo</c:v>
                </c:pt>
                <c:pt idx="2033">
                  <c:v>this_view_from_heaven</c:v>
                </c:pt>
                <c:pt idx="2034">
                  <c:v>this_time_its_goodbye</c:v>
                </c:pt>
                <c:pt idx="2035">
                  <c:v>thisthugfoundtruelove</c:v>
                </c:pt>
                <c:pt idx="2036">
                  <c:v>thisthingdoesnotwork</c:v>
                </c:pt>
                <c:pt idx="2037">
                  <c:v>this_space_left_blank</c:v>
                </c:pt>
                <c:pt idx="2038">
                  <c:v>this_space_for_rent10</c:v>
                </c:pt>
                <c:pt idx="2039">
                  <c:v>thissolidbondwontbreak</c:v>
                </c:pt>
                <c:pt idx="2040">
                  <c:v>thisslippedinjection</c:v>
                </c:pt>
                <c:pt idx="2041">
                  <c:v>this_shirt_off_priceless</c:v>
                </c:pt>
                <c:pt idx="2042">
                  <c:v>thisromanticheartbreak</c:v>
                </c:pt>
                <c:pt idx="2043">
                  <c:v>thispresentdarkness27</c:v>
                </c:pt>
                <c:pt idx="2044">
                  <c:v>this_name_aint_available</c:v>
                </c:pt>
                <c:pt idx="2045">
                  <c:v>thismighthurtsomeone</c:v>
                </c:pt>
                <c:pt idx="2046">
                  <c:v>this_may_never_start</c:v>
                </c:pt>
                <c:pt idx="2047">
                  <c:v>this_love_will_never_fade</c:v>
                </c:pt>
                <c:pt idx="2048">
                  <c:v>thislilgurlstayfresh</c:v>
                </c:pt>
                <c:pt idx="2049">
                  <c:v>thisinfinitestruggle</c:v>
                </c:pt>
                <c:pt idx="2050">
                  <c:v>this_humanoid_typhoon</c:v>
                </c:pt>
                <c:pt idx="2051">
                  <c:v>thisdoesntreallymatter</c:v>
                </c:pt>
                <c:pt idx="2052">
                  <c:v>thisdoesntmeananything</c:v>
                </c:pt>
                <c:pt idx="2053">
                  <c:v>this_cutie_can_dance</c:v>
                </c:pt>
                <c:pt idx="2054">
                  <c:v>thiscuriositycomplex</c:v>
                </c:pt>
                <c:pt idx="2055">
                  <c:v>thiscouldgethecticmate</c:v>
                </c:pt>
                <c:pt idx="2056">
                  <c:v>thischerryyouwilltaste</c:v>
                </c:pt>
                <c:pt idx="2057">
                  <c:v>thisbrightpilgrimage</c:v>
                </c:pt>
                <c:pt idx="2058">
                  <c:v>thisbloodyoathclothing</c:v>
                </c:pt>
                <c:pt idx="2059">
                  <c:v>thisbeautifultragedy</c:v>
                </c:pt>
                <c:pt idx="2060">
                  <c:v>this_beautiful_letdown</c:v>
                </c:pt>
                <c:pt idx="2061">
                  <c:v>this_beautiful_disaster_</c:v>
                </c:pt>
                <c:pt idx="2062">
                  <c:v>thisbeautifuldaymusic</c:v>
                </c:pt>
                <c:pt idx="2063">
                  <c:v>thisbeatingheartsbaby</c:v>
                </c:pt>
                <c:pt idx="2064">
                  <c:v>thisbaronhomicidesituation</c:v>
                </c:pt>
                <c:pt idx="2065">
                  <c:v>thirtydollarcreamcheese</c:v>
                </c:pt>
                <c:pt idx="2066">
                  <c:v>thirteenthfloortheband</c:v>
                </c:pt>
                <c:pt idx="2067">
                  <c:v>thirteenten_worldwide</c:v>
                </c:pt>
                <c:pt idx="2068">
                  <c:v>thirsting_for_revenge</c:v>
                </c:pt>
                <c:pt idx="2069">
                  <c:v>thirdtimesthecharm24</c:v>
                </c:pt>
                <c:pt idx="2070">
                  <c:v>thirdstonehendrixtribute</c:v>
                </c:pt>
                <c:pt idx="2071">
                  <c:v>thirdmoonfromjupiter</c:v>
                </c:pt>
                <c:pt idx="2072">
                  <c:v>thirdlittlebirdlostboy</c:v>
                </c:pt>
                <c:pt idx="2073">
                  <c:v>thirdlayout4time2dance</c:v>
                </c:pt>
                <c:pt idx="2074">
                  <c:v>thirdgenerationcollective</c:v>
                </c:pt>
                <c:pt idx="2075">
                  <c:v>thirdcoastunderground</c:v>
                </c:pt>
                <c:pt idx="2076">
                  <c:v>thinking_about_you_babe</c:v>
                </c:pt>
                <c:pt idx="2077">
                  <c:v>thinkerbell_stays_cute</c:v>
                </c:pt>
                <c:pt idx="2078">
                  <c:v>think_big_vote_small</c:v>
                </c:pt>
                <c:pt idx="2079">
                  <c:v>thinkbeforeyouspeakband</c:v>
                </c:pt>
                <c:pt idx="2080">
                  <c:v>think_before_you_speak</c:v>
                </c:pt>
                <c:pt idx="2081">
                  <c:v>think_before_speaking</c:v>
                </c:pt>
                <c:pt idx="2082">
                  <c:v>thingshaveneverbeenbetter</c:v>
                </c:pt>
                <c:pt idx="2083">
                  <c:v>thickyellowlastnamebrown</c:v>
                </c:pt>
                <c:pt idx="2084">
                  <c:v>thicksweetlikejiffy1</c:v>
                </c:pt>
                <c:pt idx="2085">
                  <c:v>thick_new_york_chick</c:v>
                </c:pt>
                <c:pt idx="2086">
                  <c:v>thickjuicyanddelicious</c:v>
                </c:pt>
                <c:pt idx="2087">
                  <c:v>thickdickmushroomtip</c:v>
                </c:pt>
                <c:pt idx="2088">
                  <c:v>thick_and_sexy_andrea</c:v>
                </c:pt>
                <c:pt idx="2089">
                  <c:v>thezombiehuntingsquad</c:v>
                </c:pt>
                <c:pt idx="2090">
                  <c:v>the_zombie_duck_roadshow</c:v>
                </c:pt>
                <c:pt idx="2091">
                  <c:v>thezionistconspiracy</c:v>
                </c:pt>
                <c:pt idx="2092">
                  <c:v>theywouldmakeyournamesing</c:v>
                </c:pt>
                <c:pt idx="2093">
                  <c:v>they_welcome_sabotage</c:v>
                </c:pt>
                <c:pt idx="2094">
                  <c:v>theytellmeimonecoolsob</c:v>
                </c:pt>
                <c:pt idx="2095">
                  <c:v>theyre_only_chasin_safety</c:v>
                </c:pt>
                <c:pt idx="2096">
                  <c:v>theyoungprofessional</c:v>
                </c:pt>
                <c:pt idx="2097">
                  <c:v>theyoungmenarerestless</c:v>
                </c:pt>
                <c:pt idx="2098">
                  <c:v>theyoungentrepreneur</c:v>
                </c:pt>
                <c:pt idx="2099">
                  <c:v>theyhavealwaysbeenthere</c:v>
                </c:pt>
                <c:pt idx="2100">
                  <c:v>they_fucking_love_that</c:v>
                </c:pt>
                <c:pt idx="2101">
                  <c:v>theyellowlighttheory</c:v>
                </c:pt>
                <c:pt idx="2102">
                  <c:v>theyellowishsummerevening</c:v>
                </c:pt>
                <c:pt idx="2103">
                  <c:v>theyellowbananapeople</c:v>
                </c:pt>
                <c:pt idx="2104">
                  <c:v>theyellowandgreenlidtops</c:v>
                </c:pt>
                <c:pt idx="2105">
                  <c:v>they_dont_understand</c:v>
                </c:pt>
                <c:pt idx="2106">
                  <c:v>theyclappedforjessica</c:v>
                </c:pt>
                <c:pt idx="2107">
                  <c:v>theycamefromplanet13</c:v>
                </c:pt>
                <c:pt idx="2108">
                  <c:v>theycallyourfailuresart</c:v>
                </c:pt>
                <c:pt idx="2109">
                  <c:v>theworldoutsideyourwindow</c:v>
                </c:pt>
                <c:pt idx="2110">
                  <c:v>theworldmetalalliance</c:v>
                </c:pt>
                <c:pt idx="2111">
                  <c:v>theworldhustlerchampion</c:v>
                </c:pt>
                <c:pt idx="2112">
                  <c:v>theworldcamecrashingdown</c:v>
                </c:pt>
                <c:pt idx="2113">
                  <c:v>theworldawaitsonline</c:v>
                </c:pt>
                <c:pt idx="2114">
                  <c:v>theworksrecordingstudio</c:v>
                </c:pt>
                <c:pt idx="2115">
                  <c:v>thewonderfulshelbyjane</c:v>
                </c:pt>
                <c:pt idx="2116">
                  <c:v>the_wonderful_disaster</c:v>
                </c:pt>
                <c:pt idx="2117">
                  <c:v>the_wonderful_babyboo</c:v>
                </c:pt>
                <c:pt idx="2118">
                  <c:v>thewitnessturntablist</c:v>
                </c:pt>
                <c:pt idx="2119">
                  <c:v>the_willie_jake_show</c:v>
                </c:pt>
                <c:pt idx="2120">
                  <c:v>the_willber_experience</c:v>
                </c:pt>
                <c:pt idx="2121">
                  <c:v>thewicketshitwillneverdie</c:v>
                </c:pt>
                <c:pt idx="2122">
                  <c:v>thewickedsilentknight</c:v>
                </c:pt>
                <c:pt idx="2123">
                  <c:v>the_whole_world_will_die</c:v>
                </c:pt>
                <c:pt idx="2124">
                  <c:v>thewhitespotteddemon</c:v>
                </c:pt>
                <c:pt idx="2125">
                  <c:v>the_white_power_ranger</c:v>
                </c:pt>
                <c:pt idx="2126">
                  <c:v>thewhitelightningriot</c:v>
                </c:pt>
                <c:pt idx="2127">
                  <c:v>thewhitekillerlobster</c:v>
                </c:pt>
                <c:pt idx="2128">
                  <c:v>thewhiteguythatcandance</c:v>
                </c:pt>
                <c:pt idx="2129">
                  <c:v>thewhitecoffinterrorlive</c:v>
                </c:pt>
                <c:pt idx="2130">
                  <c:v>the_whirlwind_lancer</c:v>
                </c:pt>
                <c:pt idx="2131">
                  <c:v>the_westville_footstomper</c:v>
                </c:pt>
                <c:pt idx="2132">
                  <c:v>the_west_island_princess</c:v>
                </c:pt>
                <c:pt idx="2133">
                  <c:v>the_weeping_guitarist</c:v>
                </c:pt>
                <c:pt idx="2134">
                  <c:v>theweddingnightdrummer</c:v>
                </c:pt>
                <c:pt idx="2135">
                  <c:v>theweddingandeventplanner</c:v>
                </c:pt>
                <c:pt idx="2136">
                  <c:v>theweatherreportmusic</c:v>
                </c:pt>
                <c:pt idx="2137">
                  <c:v>theweaselrunsatmidnight</c:v>
                </c:pt>
                <c:pt idx="2138">
                  <c:v>thewashingmachinedrier</c:v>
                </c:pt>
                <c:pt idx="2139">
                  <c:v>thewaltersmithproject</c:v>
                </c:pt>
                <c:pt idx="2140">
                  <c:v>thewalkmenawesomeness</c:v>
                </c:pt>
                <c:pt idx="2141">
                  <c:v>thewackywavinginflatablearmflailingtubemen</c:v>
                </c:pt>
                <c:pt idx="2142">
                  <c:v>the_volleyball_queen</c:v>
                </c:pt>
                <c:pt idx="2143">
                  <c:v>thevolatiledimension</c:v>
                </c:pt>
                <c:pt idx="2144">
                  <c:v>the_visual_sound_scope</c:v>
                </c:pt>
                <c:pt idx="2145">
                  <c:v>the_vintage_princess</c:v>
                </c:pt>
                <c:pt idx="2146">
                  <c:v>thevillagehornsection</c:v>
                </c:pt>
                <c:pt idx="2147">
                  <c:v>thevillagegreenpreservationsociety</c:v>
                </c:pt>
                <c:pt idx="2148">
                  <c:v>thevesperianconstruct</c:v>
                </c:pt>
                <c:pt idx="2149">
                  <c:v>the_very_important_person</c:v>
                </c:pt>
                <c:pt idx="2150">
                  <c:v>thevelvetundergroundmusic</c:v>
                </c:pt>
                <c:pt idx="2151">
                  <c:v>thevanityaffairmusic</c:v>
                </c:pt>
                <c:pt idx="2152">
                  <c:v>thevanityaffairgroup</c:v>
                </c:pt>
                <c:pt idx="2153">
                  <c:v>_the_vampire_slayer_</c:v>
                </c:pt>
                <c:pt idx="2154">
                  <c:v>thevagabondwillalwayslive</c:v>
                </c:pt>
                <c:pt idx="2155">
                  <c:v>theusuallusciousbeat</c:v>
                </c:pt>
                <c:pt idx="2156">
                  <c:v>theusualexistentialcrisis</c:v>
                </c:pt>
                <c:pt idx="2157">
                  <c:v>theurbanintellectual</c:v>
                </c:pt>
                <c:pt idx="2158">
                  <c:v>theuntruckablemudhole</c:v>
                </c:pt>
                <c:pt idx="2159">
                  <c:v>theuntraveledtravelguy</c:v>
                </c:pt>
                <c:pt idx="2160">
                  <c:v>theuntouchablehitman</c:v>
                </c:pt>
                <c:pt idx="2161">
                  <c:v>theuntouchable_angel</c:v>
                </c:pt>
                <c:pt idx="2162">
                  <c:v>theuntitledandunloved</c:v>
                </c:pt>
                <c:pt idx="2163">
                  <c:v>the_unsuspecting_victim</c:v>
                </c:pt>
                <c:pt idx="2164">
                  <c:v>the_unstoppable_playa</c:v>
                </c:pt>
                <c:pt idx="2165">
                  <c:v>theunspokenconscience</c:v>
                </c:pt>
                <c:pt idx="2166">
                  <c:v>theunsinkablemissevy</c:v>
                </c:pt>
                <c:pt idx="2167">
                  <c:v>theunpredictablechick</c:v>
                </c:pt>
                <c:pt idx="2168">
                  <c:v>theunknownshadow200</c:v>
                </c:pt>
                <c:pt idx="2169">
                  <c:v>the_unknown_darkness</c:v>
                </c:pt>
                <c:pt idx="2170">
                  <c:v>the_unknown_bestfriend</c:v>
                </c:pt>
                <c:pt idx="2171">
                  <c:v>theuniversalmindsocket</c:v>
                </c:pt>
                <c:pt idx="2172">
                  <c:v>theuniversalindicator</c:v>
                </c:pt>
                <c:pt idx="2173">
                  <c:v>theunicornrainbowconnection</c:v>
                </c:pt>
                <c:pt idx="2174">
                  <c:v>theunicorndictionary</c:v>
                </c:pt>
                <c:pt idx="2175">
                  <c:v>theunforgivenaggression</c:v>
                </c:pt>
                <c:pt idx="2176">
                  <c:v>theunforgivabletouch</c:v>
                </c:pt>
                <c:pt idx="2177">
                  <c:v>the_unforgetable_sinner</c:v>
                </c:pt>
                <c:pt idx="2178">
                  <c:v>theunforgetableforgotten</c:v>
                </c:pt>
                <c:pt idx="2179">
                  <c:v>the_unforeseen_crisis</c:v>
                </c:pt>
                <c:pt idx="2180">
                  <c:v>theunforecastedstorm</c:v>
                </c:pt>
                <c:pt idx="2181">
                  <c:v>theunfinishedsympathy</c:v>
                </c:pt>
                <c:pt idx="2182">
                  <c:v>theunfinishedstory9</c:v>
                </c:pt>
                <c:pt idx="2183">
                  <c:v>the_unexpected_fellow</c:v>
                </c:pt>
                <c:pt idx="2184">
                  <c:v>the_unexamined_life_09</c:v>
                </c:pt>
                <c:pt idx="2185">
                  <c:v>the_undisputed_prince</c:v>
                </c:pt>
                <c:pt idx="2186">
                  <c:v>theundertonerockmusic</c:v>
                </c:pt>
                <c:pt idx="2187">
                  <c:v>theunderstandingbitch</c:v>
                </c:pt>
                <c:pt idx="2188">
                  <c:v>theunderlyingweakness</c:v>
                </c:pt>
                <c:pt idx="2189">
                  <c:v>the_underlying_reason</c:v>
                </c:pt>
                <c:pt idx="2190">
                  <c:v>theundergroundsundown</c:v>
                </c:pt>
                <c:pt idx="2191">
                  <c:v>theundergroundsoundmag</c:v>
                </c:pt>
                <c:pt idx="2192">
                  <c:v>theundergroundpriest</c:v>
                </c:pt>
                <c:pt idx="2193">
                  <c:v>theundergroundnation</c:v>
                </c:pt>
                <c:pt idx="2194">
                  <c:v>theundergroundhustle</c:v>
                </c:pt>
                <c:pt idx="2195">
                  <c:v>theundergroundconcrete</c:v>
                </c:pt>
                <c:pt idx="2196">
                  <c:v>the_undercover_anti_snob</c:v>
                </c:pt>
                <c:pt idx="2197">
                  <c:v>theundecidedrockband</c:v>
                </c:pt>
                <c:pt idx="2198">
                  <c:v>theundecidedpunkrock</c:v>
                </c:pt>
                <c:pt idx="2199">
                  <c:v>theunclebillroachband</c:v>
                </c:pt>
                <c:pt idx="2200">
                  <c:v>theunbreakableaddictionrock</c:v>
                </c:pt>
                <c:pt idx="2201">
                  <c:v>theunbelievablecinematiccrash</c:v>
                </c:pt>
                <c:pt idx="2202">
                  <c:v>theultravioletlimbardis</c:v>
                </c:pt>
                <c:pt idx="2203">
                  <c:v>theultimatetrancealbum</c:v>
                </c:pt>
                <c:pt idx="2204">
                  <c:v>theultimatestackingadventure</c:v>
                </c:pt>
                <c:pt idx="2205">
                  <c:v>theultimatepinkprincess</c:v>
                </c:pt>
                <c:pt idx="2206">
                  <c:v>theultimatepimpingpirate</c:v>
                </c:pt>
                <c:pt idx="2207">
                  <c:v>the_ultimate_outcast</c:v>
                </c:pt>
                <c:pt idx="2208">
                  <c:v>theultimatenightmare</c:v>
                </c:pt>
                <c:pt idx="2209">
                  <c:v>theultimatemoneymaker</c:v>
                </c:pt>
                <c:pt idx="2210">
                  <c:v>theultimatelostromantic</c:v>
                </c:pt>
                <c:pt idx="2211">
                  <c:v>theultimatelifeguard</c:v>
                </c:pt>
                <c:pt idx="2212">
                  <c:v>the_ultimate_life_form</c:v>
                </c:pt>
                <c:pt idx="2213">
                  <c:v>the__ultimate__life__form</c:v>
                </c:pt>
                <c:pt idx="2214">
                  <c:v>theultimateforumtocome</c:v>
                </c:pt>
                <c:pt idx="2215">
                  <c:v>theultimatefisherman</c:v>
                </c:pt>
                <c:pt idx="2216">
                  <c:v>theultimatechickband</c:v>
                </c:pt>
                <c:pt idx="2217">
                  <c:v>the_udder_conspiracy_theo</c:v>
                </c:pt>
                <c:pt idx="2218">
                  <c:v>theturtlegottherefirst</c:v>
                </c:pt>
                <c:pt idx="2219">
                  <c:v>thetruthdoesntexist247</c:v>
                </c:pt>
                <c:pt idx="2220">
                  <c:v>thetruthbehindgreatness</c:v>
                </c:pt>
                <c:pt idx="2221">
                  <c:v>thetruthaboutstrange</c:v>
                </c:pt>
                <c:pt idx="2222">
                  <c:v>thetruth07now_you_know</c:v>
                </c:pt>
                <c:pt idx="2223">
                  <c:v>the_true_ghost_rider</c:v>
                </c:pt>
                <c:pt idx="2224">
                  <c:v>the_true_fruity_pebble</c:v>
                </c:pt>
                <c:pt idx="2225">
                  <c:v>thetrueerinkatherine</c:v>
                </c:pt>
                <c:pt idx="2226">
                  <c:v>thetrueblueeyeddevil</c:v>
                </c:pt>
                <c:pt idx="2227">
                  <c:v>the_true_beauty_within</c:v>
                </c:pt>
                <c:pt idx="2228">
                  <c:v>thetripoddrinkingcompany</c:v>
                </c:pt>
                <c:pt idx="2229">
                  <c:v>the_trickster_priest</c:v>
                </c:pt>
                <c:pt idx="2230">
                  <c:v>thetremblingbluestar2</c:v>
                </c:pt>
                <c:pt idx="2231">
                  <c:v>thetraviscountyuprising</c:v>
                </c:pt>
                <c:pt idx="2232">
                  <c:v>the_travelling_lemon</c:v>
                </c:pt>
                <c:pt idx="2233">
                  <c:v>thetransportassembly</c:v>
                </c:pt>
                <c:pt idx="2234">
                  <c:v>thetranquilcogitator</c:v>
                </c:pt>
                <c:pt idx="2235">
                  <c:v>thetrackteammusicandsound</c:v>
                </c:pt>
                <c:pt idx="2236">
                  <c:v>thetonyrichprojectofficial</c:v>
                </c:pt>
                <c:pt idx="2237">
                  <c:v>thetommykippingexperience</c:v>
                </c:pt>
                <c:pt idx="2238">
                  <c:v>the_token_black_guy1</c:v>
                </c:pt>
                <c:pt idx="2239">
                  <c:v>thetinfoilhatsociety</c:v>
                </c:pt>
                <c:pt idx="2240">
                  <c:v>thetightwoundbitchstar</c:v>
                </c:pt>
                <c:pt idx="2241">
                  <c:v>thetightpantsmassacre</c:v>
                </c:pt>
                <c:pt idx="2242">
                  <c:v>theticallionstallion</c:v>
                </c:pt>
                <c:pt idx="2243">
                  <c:v>thethreethatstayedhood</c:v>
                </c:pt>
                <c:pt idx="2244">
                  <c:v>thethreemusketeerspa</c:v>
                </c:pt>
                <c:pt idx="2245">
                  <c:v>thethreeamigosstrikeback</c:v>
                </c:pt>
                <c:pt idx="2246">
                  <c:v>thethreeamigosfrompittsburgh</c:v>
                </c:pt>
                <c:pt idx="2247">
                  <c:v>the_thrash_metal_king</c:v>
                </c:pt>
                <c:pt idx="2248">
                  <c:v>thethirteenthtimezone</c:v>
                </c:pt>
                <c:pt idx="2249">
                  <c:v>thethirstyturtlestamford</c:v>
                </c:pt>
                <c:pt idx="2250">
                  <c:v>thetentsofasleepingarmy</c:v>
                </c:pt>
                <c:pt idx="2251">
                  <c:v>thetemptingmandywilson</c:v>
                </c:pt>
                <c:pt idx="2252">
                  <c:v>thetemperamentalgoat</c:v>
                </c:pt>
                <c:pt idx="2253">
                  <c:v>theteenagefallsessions</c:v>
                </c:pt>
                <c:pt idx="2254">
                  <c:v>thetattoounderground</c:v>
                </c:pt>
                <c:pt idx="2255">
                  <c:v>the_tapes_other_side</c:v>
                </c:pt>
                <c:pt idx="2256">
                  <c:v>thetallahasseenative</c:v>
                </c:pt>
                <c:pt idx="2257">
                  <c:v>thetalentedmistergreen</c:v>
                </c:pt>
                <c:pt idx="2258">
                  <c:v>thetabloidjournalistfiasco</c:v>
                </c:pt>
                <c:pt idx="2259">
                  <c:v>theswordthatwasbroken</c:v>
                </c:pt>
                <c:pt idx="2260">
                  <c:v>thesweetmeatloveandholycult</c:v>
                </c:pt>
                <c:pt idx="2261">
                  <c:v>thesweetgingershow0</c:v>
                </c:pt>
                <c:pt idx="2262">
                  <c:v>thesweetfreshmanlife</c:v>
                </c:pt>
                <c:pt idx="2263">
                  <c:v>thesweetandinnocentone</c:v>
                </c:pt>
                <c:pt idx="2264">
                  <c:v>thesweatervestmovement</c:v>
                </c:pt>
                <c:pt idx="2265">
                  <c:v>theswankygoosespirateship</c:v>
                </c:pt>
                <c:pt idx="2266">
                  <c:v>thesurfriderfoundation</c:v>
                </c:pt>
                <c:pt idx="2267">
                  <c:v>the_supreme_overlord</c:v>
                </c:pt>
                <c:pt idx="2268">
                  <c:v>thesupremedynamicduo</c:v>
                </c:pt>
                <c:pt idx="2269">
                  <c:v>thesuperstartradesman1</c:v>
                </c:pt>
                <c:pt idx="2270">
                  <c:v>the_superstar_tradesman</c:v>
                </c:pt>
                <c:pt idx="2271">
                  <c:v>thesupermothereffingrobot</c:v>
                </c:pt>
                <c:pt idx="2272">
                  <c:v>thesuperiorjakesmith</c:v>
                </c:pt>
                <c:pt idx="2273">
                  <c:v>thesuperhottestmusic2005</c:v>
                </c:pt>
                <c:pt idx="2274">
                  <c:v>thesuperhappyfuntimesquad</c:v>
                </c:pt>
                <c:pt idx="2275">
                  <c:v>thesuperfreshpowersquad</c:v>
                </c:pt>
                <c:pt idx="2276">
                  <c:v>thesuperfreakmindmeltdown</c:v>
                </c:pt>
                <c:pt idx="2277">
                  <c:v>thesuperfreak1235335</c:v>
                </c:pt>
                <c:pt idx="2278">
                  <c:v>the_super_amazing_puff</c:v>
                </c:pt>
                <c:pt idx="2279">
                  <c:v>the_sun_tan_superman</c:v>
                </c:pt>
                <c:pt idx="2280">
                  <c:v>thesunnydaycoalition</c:v>
                </c:pt>
                <c:pt idx="2281">
                  <c:v>thesunneverstopssetting</c:v>
                </c:pt>
                <c:pt idx="2282">
                  <c:v>thesummoneranimasola</c:v>
                </c:pt>
                <c:pt idx="2283">
                  <c:v>thesummitstudentministry</c:v>
                </c:pt>
                <c:pt idx="2284">
                  <c:v>thesummerproject200</c:v>
                </c:pt>
                <c:pt idx="2285">
                  <c:v>thesuicidejournalist</c:v>
                </c:pt>
                <c:pt idx="2286">
                  <c:v>thesuicideassistancesquad</c:v>
                </c:pt>
                <c:pt idx="2287">
                  <c:v>thesuicidaljellybaby</c:v>
                </c:pt>
                <c:pt idx="2288">
                  <c:v>thesuffocatingnightmare</c:v>
                </c:pt>
                <c:pt idx="2289">
                  <c:v>thesubmissionmusician</c:v>
                </c:pt>
                <c:pt idx="2290">
                  <c:v>thestrychninequintet</c:v>
                </c:pt>
                <c:pt idx="2291">
                  <c:v>the_struggling_artist</c:v>
                </c:pt>
                <c:pt idx="2292">
                  <c:v>thestrollinghospitaler</c:v>
                </c:pt>
                <c:pt idx="2293">
                  <c:v>the_street_wise_pussy</c:v>
                </c:pt>
                <c:pt idx="2294">
                  <c:v>thestratonexperience</c:v>
                </c:pt>
                <c:pt idx="2295">
                  <c:v>thestraininteractivemag</c:v>
                </c:pt>
                <c:pt idx="2296">
                  <c:v>thestraightrazorriot</c:v>
                </c:pt>
                <c:pt idx="2297">
                  <c:v>thestorytellingprincess</c:v>
                </c:pt>
                <c:pt idx="2298">
                  <c:v>thestorybehindnumber11</c:v>
                </c:pt>
                <c:pt idx="2299">
                  <c:v>thestormentertainment</c:v>
                </c:pt>
                <c:pt idx="2300">
                  <c:v>thestockholmunderground</c:v>
                </c:pt>
                <c:pt idx="2301">
                  <c:v>thestitchandframeshop</c:v>
                </c:pt>
                <c:pt idx="2302">
                  <c:v>thestilettoformal123</c:v>
                </c:pt>
                <c:pt idx="2303">
                  <c:v>thestevenhawkingexperience</c:v>
                </c:pt>
                <c:pt idx="2304">
                  <c:v>thestephenfriedmanexperience</c:v>
                </c:pt>
                <c:pt idx="2305">
                  <c:v>thesteelscreamproject</c:v>
                </c:pt>
                <c:pt idx="2306">
                  <c:v>the_starburst_mistress</c:v>
                </c:pt>
                <c:pt idx="2307">
                  <c:v>thestandardlampsessions</c:v>
                </c:pt>
                <c:pt idx="2308">
                  <c:v>thestaffingauthority</c:v>
                </c:pt>
                <c:pt idx="2309">
                  <c:v>thesquirrelswillgetyou</c:v>
                </c:pt>
                <c:pt idx="2310">
                  <c:v>thesquirrelstalktome</c:v>
                </c:pt>
                <c:pt idx="2311">
                  <c:v>thespringminedisaster</c:v>
                </c:pt>
                <c:pt idx="2312">
                  <c:v>thespringfieldrockfest3</c:v>
                </c:pt>
                <c:pt idx="2313">
                  <c:v>thespringfallconspiracy</c:v>
                </c:pt>
                <c:pt idx="2314">
                  <c:v>the_spreading_disease</c:v>
                </c:pt>
                <c:pt idx="2315">
                  <c:v>the_spitfire_you_fear</c:v>
                </c:pt>
                <c:pt idx="2316">
                  <c:v>the_spiritual_knight</c:v>
                </c:pt>
                <c:pt idx="2317">
                  <c:v>thespiritualgangster</c:v>
                </c:pt>
                <c:pt idx="2318">
                  <c:v>thespectacularwarrior</c:v>
                </c:pt>
                <c:pt idx="2319">
                  <c:v>thespacethatgodbuilt</c:v>
                </c:pt>
                <c:pt idx="2320">
                  <c:v>thespaceforlonelypeople</c:v>
                </c:pt>
                <c:pt idx="2321">
                  <c:v>thesouthwillriseagain89</c:v>
                </c:pt>
                <c:pt idx="2322">
                  <c:v>thesouthwillriseagain9</c:v>
                </c:pt>
                <c:pt idx="2323">
                  <c:v>TheSouthWillRiseAgain2010</c:v>
                </c:pt>
                <c:pt idx="2324">
                  <c:v>thesouthwillraiseagain</c:v>
                </c:pt>
                <c:pt idx="2325">
                  <c:v>the_south_will_arise_101</c:v>
                </c:pt>
                <c:pt idx="2326">
                  <c:v>thesouthjerseyfolkrevival</c:v>
                </c:pt>
                <c:pt idx="2327">
                  <c:v>thesounddistillation</c:v>
                </c:pt>
                <c:pt idx="2328">
                  <c:v>thesoundcheckexplosion</c:v>
                </c:pt>
                <c:pt idx="2329">
                  <c:v>thesophomorejinxgent</c:v>
                </c:pt>
                <c:pt idx="2330">
                  <c:v>the_sophisticate_mag</c:v>
                </c:pt>
                <c:pt idx="2331">
                  <c:v>thesoontobearchitect</c:v>
                </c:pt>
                <c:pt idx="2332">
                  <c:v>thesonnymoormangroup</c:v>
                </c:pt>
                <c:pt idx="2333">
                  <c:v>thesoloretrospective</c:v>
                </c:pt>
                <c:pt idx="2334">
                  <c:v>the_solitary_mayfield</c:v>
                </c:pt>
                <c:pt idx="2335">
                  <c:v>thesolidstateproject</c:v>
                </c:pt>
                <c:pt idx="2336">
                  <c:v>the_soccer_playing_chino</c:v>
                </c:pt>
                <c:pt idx="2337">
                  <c:v>thesmokingdogriverview</c:v>
                </c:pt>
                <c:pt idx="2338">
                  <c:v>thesmokingappreciationsoc</c:v>
                </c:pt>
                <c:pt idx="2339">
                  <c:v>thesmokestackorchestra</c:v>
                </c:pt>
                <c:pt idx="2340">
                  <c:v>thesmileprettyfiringsquad</c:v>
                </c:pt>
                <c:pt idx="2341">
                  <c:v>thesmalltowndisaster</c:v>
                </c:pt>
                <c:pt idx="2342">
                  <c:v>the_small_hufflepuff</c:v>
                </c:pt>
                <c:pt idx="2343">
                  <c:v>theslipknotaddiction</c:v>
                </c:pt>
                <c:pt idx="2344">
                  <c:v>thesleepysoundsoftown</c:v>
                </c:pt>
                <c:pt idx="2345">
                  <c:v>thesleepwalkingprincess</c:v>
                </c:pt>
                <c:pt idx="2346">
                  <c:v>thesleepandmemoryfader</c:v>
                </c:pt>
                <c:pt idx="2347">
                  <c:v>the_sky_aint_always_blue</c:v>
                </c:pt>
                <c:pt idx="2348">
                  <c:v>theskidmorebandersnatchers</c:v>
                </c:pt>
                <c:pt idx="2349">
                  <c:v>the_skatepunk_penguin</c:v>
                </c:pt>
                <c:pt idx="2350">
                  <c:v>theskateboardindustry</c:v>
                </c:pt>
                <c:pt idx="2351">
                  <c:v>theskateboardhimself</c:v>
                </c:pt>
                <c:pt idx="2352">
                  <c:v>thesixtybilliondollarman</c:v>
                </c:pt>
                <c:pt idx="2353">
                  <c:v>thesixmilliondollarband</c:v>
                </c:pt>
                <c:pt idx="2354">
                  <c:v>thesituationcommittee</c:v>
                </c:pt>
                <c:pt idx="2355">
                  <c:v>thesingersongwriter202</c:v>
                </c:pt>
                <c:pt idx="2356">
                  <c:v>the_simpsons_ralph_wiggum</c:v>
                </c:pt>
                <c:pt idx="2357">
                  <c:v>thesimpsonsareyellow</c:v>
                </c:pt>
                <c:pt idx="2358">
                  <c:v>the_simpson_fanatic_page</c:v>
                </c:pt>
                <c:pt idx="2359">
                  <c:v>the_simpson_collector</c:v>
                </c:pt>
                <c:pt idx="2360">
                  <c:v>thesilverdollarstory</c:v>
                </c:pt>
                <c:pt idx="2361">
                  <c:v>thesilentprogression</c:v>
                </c:pt>
                <c:pt idx="2362">
                  <c:v>the_silent_one_alive</c:v>
                </c:pt>
                <c:pt idx="2363">
                  <c:v>thesignmanconspiracy</c:v>
                </c:pt>
                <c:pt idx="2364">
                  <c:v>thesideshowconnectsite</c:v>
                </c:pt>
                <c:pt idx="2365">
                  <c:v>the_sickness_must_end</c:v>
                </c:pt>
                <c:pt idx="2366">
                  <c:v>the_show_stopper_drew</c:v>
                </c:pt>
                <c:pt idx="2367">
                  <c:v>theshomaxloveconnection</c:v>
                </c:pt>
                <c:pt idx="2368">
                  <c:v>theshaunsibbesproject</c:v>
                </c:pt>
                <c:pt idx="2369">
                  <c:v>theshallowheartsclub</c:v>
                </c:pt>
                <c:pt idx="2370">
                  <c:v>theshakespeareanprimate</c:v>
                </c:pt>
                <c:pt idx="2371">
                  <c:v>theshadyrumorbandsite</c:v>
                </c:pt>
                <c:pt idx="2372">
                  <c:v>the_shadow_dark_link</c:v>
                </c:pt>
                <c:pt idx="2373">
                  <c:v>the_sexybeast_nextdoor</c:v>
                </c:pt>
                <c:pt idx="2374">
                  <c:v>the_sexual_revolution</c:v>
                </c:pt>
                <c:pt idx="2375">
                  <c:v>thesethingsarewaygay</c:v>
                </c:pt>
                <c:pt idx="2376">
                  <c:v>thesesleepingdogswontlie</c:v>
                </c:pt>
                <c:pt idx="2377">
                  <c:v>theserendipityclub_200</c:v>
                </c:pt>
                <c:pt idx="2378">
                  <c:v>thesedistortedhearts</c:v>
                </c:pt>
                <c:pt idx="2379">
                  <c:v>the_secret_life_01</c:v>
                </c:pt>
                <c:pt idx="2380">
                  <c:v>the_secret_admirer101</c:v>
                </c:pt>
                <c:pt idx="2381">
                  <c:v>the_second_white_boy</c:v>
                </c:pt>
                <c:pt idx="2382">
                  <c:v>thesecondrenaissance</c:v>
                </c:pt>
                <c:pt idx="2383">
                  <c:v>thesecondchancemovie</c:v>
                </c:pt>
                <c:pt idx="2384">
                  <c:v>thesecolorsdontrun14</c:v>
                </c:pt>
                <c:pt idx="2385">
                  <c:v>thesebrokenwingsaremine</c:v>
                </c:pt>
                <c:pt idx="2386">
                  <c:v>these_are_happy_times</c:v>
                </c:pt>
                <c:pt idx="2387">
                  <c:v>theseahorseorchestra</c:v>
                </c:pt>
                <c:pt idx="2388">
                  <c:v>theseafordrockandjazzorchestra</c:v>
                </c:pt>
                <c:pt idx="2389">
                  <c:v>thescreaminghippopotamus</c:v>
                </c:pt>
                <c:pt idx="2390">
                  <c:v>thescottishmasterblaster</c:v>
                </c:pt>
                <c:pt idx="2391">
                  <c:v>thescottiewilsonshow</c:v>
                </c:pt>
                <c:pt idx="2392">
                  <c:v>thescientificmethod1</c:v>
                </c:pt>
                <c:pt idx="2393">
                  <c:v>the_schizophrenic_maniac</c:v>
                </c:pt>
                <c:pt idx="2394">
                  <c:v>the_scene_aesthetic_2</c:v>
                </c:pt>
                <c:pt idx="2395">
                  <c:v>the_scary_angry_monkey</c:v>
                </c:pt>
                <c:pt idx="2396">
                  <c:v>the_scarlet_pimpernel_1</c:v>
                </c:pt>
                <c:pt idx="2397">
                  <c:v>thescarecrowministry</c:v>
                </c:pt>
                <c:pt idx="2398">
                  <c:v>the_scandalous_bitch</c:v>
                </c:pt>
                <c:pt idx="2399">
                  <c:v>thesardonicpestilence</c:v>
                </c:pt>
                <c:pt idx="2400">
                  <c:v>thesarcasticprincess</c:v>
                </c:pt>
                <c:pt idx="2401">
                  <c:v>thesandcastlecontest</c:v>
                </c:pt>
                <c:pt idx="2402">
                  <c:v>thesamhallpackexplosion</c:v>
                </c:pt>
                <c:pt idx="2403">
                  <c:v>thesalvationairforce</c:v>
                </c:pt>
                <c:pt idx="2404">
                  <c:v>thesadmonkeysarebraindead</c:v>
                </c:pt>
                <c:pt idx="2405">
                  <c:v>theroyalpriesthood912</c:v>
                </c:pt>
                <c:pt idx="2406">
                  <c:v>theroyalphilharmonicorchestra</c:v>
                </c:pt>
                <c:pt idx="2407">
                  <c:v>theroyalfreshnessherself</c:v>
                </c:pt>
                <c:pt idx="2408">
                  <c:v>therosebudgeneration</c:v>
                </c:pt>
                <c:pt idx="2409">
                  <c:v>therockymartinezband</c:v>
                </c:pt>
                <c:pt idx="2410">
                  <c:v>therockneverstopsbrother</c:v>
                </c:pt>
                <c:pt idx="2411">
                  <c:v>the_rocking_revolution45</c:v>
                </c:pt>
                <c:pt idx="2412">
                  <c:v>therocketleavinghome</c:v>
                </c:pt>
                <c:pt idx="2413">
                  <c:v>the_roadlesstraveled</c:v>
                </c:pt>
                <c:pt idx="2414">
                  <c:v>the_ritual_foreverlast</c:v>
                </c:pt>
                <c:pt idx="2415">
                  <c:v>therisingphoenixinstitute</c:v>
                </c:pt>
                <c:pt idx="2416">
                  <c:v>therightwaytop10video</c:v>
                </c:pt>
                <c:pt idx="2417">
                  <c:v>the_righteous_experience</c:v>
                </c:pt>
                <c:pt idx="2418">
                  <c:v>therighteousalliance</c:v>
                </c:pt>
                <c:pt idx="2419">
                  <c:v>therightdirectionband</c:v>
                </c:pt>
                <c:pt idx="2420">
                  <c:v>thereverendbenbranch</c:v>
                </c:pt>
                <c:pt idx="2421">
                  <c:v>the_rest__will_follow</c:v>
                </c:pt>
                <c:pt idx="2422">
                  <c:v>therestwasjustsilence</c:v>
                </c:pt>
                <c:pt idx="2423">
                  <c:v>theressumthingaboutmary</c:v>
                </c:pt>
                <c:pt idx="2424">
                  <c:v>theres_sumthin_bout_terry</c:v>
                </c:pt>
                <c:pt idx="2425">
                  <c:v>theres_sum1_behind_you</c:v>
                </c:pt>
                <c:pt idx="2426">
                  <c:v>theressomethingaboutmelly</c:v>
                </c:pt>
                <c:pt idx="2427">
                  <c:v>theressomethingaboutjen</c:v>
                </c:pt>
                <c:pt idx="2428">
                  <c:v>theresonlyonedannyweaver</c:v>
                </c:pt>
                <c:pt idx="2429">
                  <c:v>theres_more_2_life_than_</c:v>
                </c:pt>
                <c:pt idx="2430">
                  <c:v>the_resident_rockstar</c:v>
                </c:pt>
                <c:pt idx="2431">
                  <c:v>thereservedindiemajig</c:v>
                </c:pt>
                <c:pt idx="2432">
                  <c:v>theresearchaffection</c:v>
                </c:pt>
                <c:pt idx="2433">
                  <c:v>theresastoryinhereyes</c:v>
                </c:pt>
                <c:pt idx="2434">
                  <c:v>theres_always_next_year</c:v>
                </c:pt>
                <c:pt idx="2435">
                  <c:v>theresahungryhippoabout</c:v>
                </c:pt>
                <c:pt idx="2436">
                  <c:v>theresaherostuckinside</c:v>
                </c:pt>
                <c:pt idx="2437">
                  <c:v>theresabombunderyourseat</c:v>
                </c:pt>
                <c:pt idx="2438">
                  <c:v>therepublicproduction</c:v>
                </c:pt>
                <c:pt idx="2439">
                  <c:v>therepublicandanceparty</c:v>
                </c:pt>
                <c:pt idx="2440">
                  <c:v>theremainingattitude</c:v>
                </c:pt>
                <c:pt idx="2441">
                  <c:v>therelaxedexperience</c:v>
                </c:pt>
                <c:pt idx="2442">
                  <c:v>there_just_all_jealous</c:v>
                </c:pt>
                <c:pt idx="2443">
                  <c:v>there_goes_everything</c:v>
                </c:pt>
                <c:pt idx="2444">
                  <c:v>there_goes_another_one</c:v>
                </c:pt>
                <c:pt idx="2445">
                  <c:v>there_for_you_forever</c:v>
                </c:pt>
                <c:pt idx="2446">
                  <c:v>theredheadlittlegirl</c:v>
                </c:pt>
                <c:pt idx="2447">
                  <c:v>therecyclecollective</c:v>
                </c:pt>
                <c:pt idx="2448">
                  <c:v>therebelflagwillflyagain</c:v>
                </c:pt>
                <c:pt idx="2449">
                  <c:v>the_real_young_blaze</c:v>
                </c:pt>
                <c:pt idx="2450">
                  <c:v>the_real_world_key_west</c:v>
                </c:pt>
                <c:pt idx="2451">
                  <c:v>the_real_white_girl91</c:v>
                </c:pt>
                <c:pt idx="2452">
                  <c:v>the_real_total_package</c:v>
                </c:pt>
                <c:pt idx="2453">
                  <c:v>the_real_ted_striker</c:v>
                </c:pt>
                <c:pt idx="2454">
                  <c:v>the_real_silversurfer</c:v>
                </c:pt>
                <c:pt idx="2455">
                  <c:v>the_real_sara_paxton</c:v>
                </c:pt>
                <c:pt idx="2456">
                  <c:v>the_real_reborn_metal</c:v>
                </c:pt>
                <c:pt idx="2457">
                  <c:v>the_real_randy_marsh</c:v>
                </c:pt>
                <c:pt idx="2458">
                  <c:v>the_real_pretty_ricky</c:v>
                </c:pt>
                <c:pt idx="2459">
                  <c:v>the_real_pink_panther</c:v>
                </c:pt>
                <c:pt idx="2460">
                  <c:v>the_real_orange_county</c:v>
                </c:pt>
                <c:pt idx="2461">
                  <c:v>the_real_northern_chris</c:v>
                </c:pt>
                <c:pt idx="2462">
                  <c:v>the_real_masterchief</c:v>
                </c:pt>
                <c:pt idx="2463">
                  <c:v>the_real_lauren_conrad1</c:v>
                </c:pt>
                <c:pt idx="2464">
                  <c:v>the_real_kyle_orlando_</c:v>
                </c:pt>
                <c:pt idx="2465">
                  <c:v>the.real.kobe.stopper</c:v>
                </c:pt>
                <c:pt idx="2466">
                  <c:v>the_real_hilary_duff1</c:v>
                </c:pt>
                <c:pt idx="2467">
                  <c:v>the_real_high_king_peter</c:v>
                </c:pt>
                <c:pt idx="2468">
                  <c:v>the_real_hello_kitty1910</c:v>
                </c:pt>
                <c:pt idx="2469">
                  <c:v>the_real_greenday_911</c:v>
                </c:pt>
                <c:pt idx="2470">
                  <c:v>the_real_ghost_rider</c:v>
                </c:pt>
                <c:pt idx="2471">
                  <c:v>the_realest_star4eva</c:v>
                </c:pt>
                <c:pt idx="2472">
                  <c:v>therealestpimpstress</c:v>
                </c:pt>
                <c:pt idx="2473">
                  <c:v>therealestfemaleyouknow</c:v>
                </c:pt>
                <c:pt idx="2474">
                  <c:v>the_real_edgecrusher</c:v>
                </c:pt>
                <c:pt idx="2475">
                  <c:v>the_real_duo_maxwell</c:v>
                </c:pt>
                <c:pt idx="2476">
                  <c:v>the_real_dancing_queen</c:v>
                </c:pt>
                <c:pt idx="2477">
                  <c:v>the_real_cheetah_girl_</c:v>
                </c:pt>
                <c:pt idx="2478">
                  <c:v>the_real_blue_ranger</c:v>
                </c:pt>
                <c:pt idx="2479">
                  <c:v>the_realblackwallstreet</c:v>
                </c:pt>
                <c:pt idx="2480">
                  <c:v>the_real_barbie_9491</c:v>
                </c:pt>
                <c:pt idx="2481">
                  <c:v>the_real_bandit_king</c:v>
                </c:pt>
                <c:pt idx="2482">
                  <c:v>therealandonlyscarface</c:v>
                </c:pt>
                <c:pt idx="2483">
                  <c:v>the_real_and_only_kristin</c:v>
                </c:pt>
                <c:pt idx="2484">
                  <c:v>the_rare_black_hippo</c:v>
                </c:pt>
                <c:pt idx="2485">
                  <c:v>therapperjessethomas</c:v>
                </c:pt>
                <c:pt idx="2486">
                  <c:v>therantingsofaretard</c:v>
                </c:pt>
                <c:pt idx="2487">
                  <c:v>therandypinkprincess</c:v>
                </c:pt>
                <c:pt idx="2488">
                  <c:v>therandygreenexperience</c:v>
                </c:pt>
                <c:pt idx="2489">
                  <c:v>therandomnoiseorchestra</c:v>
                </c:pt>
                <c:pt idx="2490">
                  <c:v>therandomguitarplayer</c:v>
                </c:pt>
                <c:pt idx="2491">
                  <c:v>the_random_christian_one</c:v>
                </c:pt>
                <c:pt idx="2492">
                  <c:v>therainymorningbluesband</c:v>
                </c:pt>
                <c:pt idx="2493">
                  <c:v>therainthatstumbledhome</c:v>
                </c:pt>
                <c:pt idx="2494">
                  <c:v>therainbandmanchester</c:v>
                </c:pt>
                <c:pt idx="2495">
                  <c:v>theragdolleffectmusic</c:v>
                </c:pt>
                <c:pt idx="2496">
                  <c:v>theradicalnoiseaddiction</c:v>
                </c:pt>
                <c:pt idx="2497">
                  <c:v>therabiddogmaproject</c:v>
                </c:pt>
                <c:pt idx="2498">
                  <c:v>TheQuixoticBacchanalian</c:v>
                </c:pt>
                <c:pt idx="2499">
                  <c:v>thequantumsingularity</c:v>
                </c:pt>
                <c:pt idx="2500">
                  <c:v>thepussyfeelgooddoctor</c:v>
                </c:pt>
                <c:pt idx="2501">
                  <c:v>thepurplepeopleproject</c:v>
                </c:pt>
                <c:pt idx="2502">
                  <c:v>thepunkrockguitarplayer</c:v>
                </c:pt>
                <c:pt idx="2503">
                  <c:v>the_pumpkin_queen_1</c:v>
                </c:pt>
                <c:pt idx="2504">
                  <c:v>the_pulse_from_your_brain</c:v>
                </c:pt>
                <c:pt idx="2505">
                  <c:v>the_psychotic_darkness</c:v>
                </c:pt>
                <c:pt idx="2506">
                  <c:v>thepsychopathicmidget</c:v>
                </c:pt>
                <c:pt idx="2507">
                  <c:v>theprovincialarchive</c:v>
                </c:pt>
                <c:pt idx="2508">
                  <c:v>theprophetdoomlicker11</c:v>
                </c:pt>
                <c:pt idx="2509">
                  <c:v>theprolegendmovement</c:v>
                </c:pt>
                <c:pt idx="2510">
                  <c:v>theprofessionalmodel</c:v>
                </c:pt>
                <c:pt idx="2511">
                  <c:v>the_professionaljellyfish</c:v>
                </c:pt>
                <c:pt idx="2512">
                  <c:v>theprocrastinatinggigolo</c:v>
                </c:pt>
                <c:pt idx="2513">
                  <c:v>the_problem_since_88</c:v>
                </c:pt>
                <c:pt idx="2514">
                  <c:v>the_problem_child_90</c:v>
                </c:pt>
                <c:pt idx="2515">
                  <c:v>theprincessstephanie79</c:v>
                </c:pt>
                <c:pt idx="2516">
                  <c:v>theprincesskristin22</c:v>
                </c:pt>
                <c:pt idx="2517">
                  <c:v>the_predictable_prophet</c:v>
                </c:pt>
                <c:pt idx="2518">
                  <c:v>theprecioussweetness</c:v>
                </c:pt>
                <c:pt idx="2519">
                  <c:v>thepostalservice_mush</c:v>
                </c:pt>
                <c:pt idx="2520">
                  <c:v>thepostalserviceguild</c:v>
                </c:pt>
                <c:pt idx="2521">
                  <c:v>theportraitredemption</c:v>
                </c:pt>
                <c:pt idx="2522">
                  <c:v>theportlandcarpenter</c:v>
                </c:pt>
                <c:pt idx="2523">
                  <c:v>the_pork_chop_express</c:v>
                </c:pt>
                <c:pt idx="2524">
                  <c:v>thepoorlittleboyband</c:v>
                </c:pt>
                <c:pt idx="2525">
                  <c:v>thepleasureprinciplemusic</c:v>
                </c:pt>
                <c:pt idx="2526">
                  <c:v>the_playa_you_love_2_hate</c:v>
                </c:pt>
                <c:pt idx="2527">
                  <c:v>theplantationminister</c:v>
                </c:pt>
                <c:pt idx="2528">
                  <c:v>thepitchingconnection</c:v>
                </c:pt>
                <c:pt idx="2529">
                  <c:v>thepistachiolovetriangle</c:v>
                </c:pt>
                <c:pt idx="2530">
                  <c:v>thepipelinehiphopradioshow</c:v>
                </c:pt>
                <c:pt idx="2531">
                  <c:v>thepinkunicornsarehere</c:v>
                </c:pt>
                <c:pt idx="2532">
                  <c:v>the_pink_power_ranger</c:v>
                </c:pt>
                <c:pt idx="2533">
                  <c:v>the_pink_powerranger</c:v>
                </c:pt>
                <c:pt idx="2534">
                  <c:v>the_pink_panther_101</c:v>
                </c:pt>
                <c:pt idx="2535">
                  <c:v>thepinkfluffyprincess</c:v>
                </c:pt>
                <c:pt idx="2536">
                  <c:v>thepinkfeatheredangel</c:v>
                </c:pt>
                <c:pt idx="2537">
                  <c:v>thepinkelephantparadox</c:v>
                </c:pt>
                <c:pt idx="2538">
                  <c:v>thepingpongstabletennis28</c:v>
                </c:pt>
                <c:pt idx="2539">
                  <c:v>thepincushioncampaign</c:v>
                </c:pt>
                <c:pt idx="2540">
                  <c:v>thepikachuthatyoulove</c:v>
                </c:pt>
                <c:pt idx="2541">
                  <c:v>thepigeonhuntersrock</c:v>
                </c:pt>
                <c:pt idx="2542">
                  <c:v>the_pierced_princess</c:v>
                </c:pt>
                <c:pt idx="2543">
                  <c:v>thepiccadillytrickle</c:v>
                </c:pt>
                <c:pt idx="2544">
                  <c:v>thephysicalchallenge</c:v>
                </c:pt>
                <c:pt idx="2545">
                  <c:v>thephotographymachine</c:v>
                </c:pt>
                <c:pt idx="2546">
                  <c:v>thephoenixproject200</c:v>
                </c:pt>
                <c:pt idx="2547">
                  <c:v>the_phoenix_ignition</c:v>
                </c:pt>
                <c:pt idx="2548">
                  <c:v>the_phoenix_foundation</c:v>
                </c:pt>
                <c:pt idx="2549">
                  <c:v>thephilanthropistsandsuch</c:v>
                </c:pt>
                <c:pt idx="2550">
                  <c:v>the_phenomenal_woman</c:v>
                </c:pt>
                <c:pt idx="2551">
                  <c:v>thephantomtruthteller</c:v>
                </c:pt>
                <c:pt idx="2552">
                  <c:v>thephantomoperaghost</c:v>
                </c:pt>
                <c:pt idx="2553">
                  <c:v>the_petsitter_people</c:v>
                </c:pt>
                <c:pt idx="2554">
                  <c:v>thepetrifiedseagarden</c:v>
                </c:pt>
                <c:pt idx="2555">
                  <c:v>thepeteworthingtonfansite</c:v>
                </c:pt>
                <c:pt idx="2556">
                  <c:v>thepeskylittlebooger</c:v>
                </c:pt>
                <c:pt idx="2557">
                  <c:v>thepermissivesociety</c:v>
                </c:pt>
                <c:pt idx="2558">
                  <c:v>thepermanentname1984</c:v>
                </c:pt>
                <c:pt idx="2559">
                  <c:v>the_perfect_pyro_murder</c:v>
                </c:pt>
                <c:pt idx="2560">
                  <c:v>theperfectprincessjenna</c:v>
                </c:pt>
                <c:pt idx="2561">
                  <c:v>theperfectprincess7</c:v>
                </c:pt>
                <c:pt idx="2562">
                  <c:v>the_perfect_lil_angel</c:v>
                </c:pt>
                <c:pt idx="2563">
                  <c:v>the_perfect_lady_pimp</c:v>
                </c:pt>
                <c:pt idx="2564">
                  <c:v>the_perfect_imperfection_</c:v>
                </c:pt>
                <c:pt idx="2565">
                  <c:v>the_perfect_heartbreak</c:v>
                </c:pt>
                <c:pt idx="2566">
                  <c:v>theperfectenemymusic</c:v>
                </c:pt>
                <c:pt idx="2567">
                  <c:v>theperfectcoupleever</c:v>
                </c:pt>
                <c:pt idx="2568">
                  <c:v>theperfectcandylicker</c:v>
                </c:pt>
                <c:pt idx="2569">
                  <c:v>theperfectblacksoldier</c:v>
                </c:pt>
                <c:pt idx="2570">
                  <c:v>thepeniswrinklemonarch</c:v>
                </c:pt>
                <c:pt idx="2571">
                  <c:v>thepenguinresortandspa</c:v>
                </c:pt>
                <c:pt idx="2572">
                  <c:v>the_penguin_lover_fan</c:v>
                </c:pt>
                <c:pt idx="2573">
                  <c:v>thepenguincontroller</c:v>
                </c:pt>
                <c:pt idx="2574">
                  <c:v>thepeacefulwarriormovie</c:v>
                </c:pt>
                <c:pt idx="2575">
                  <c:v>thepatternconspiracy</c:v>
                </c:pt>
                <c:pt idx="2576">
                  <c:v>thepatriotactofficial</c:v>
                </c:pt>
                <c:pt idx="2577">
                  <c:v>thepasttrajectoryclothing</c:v>
                </c:pt>
                <c:pt idx="2578">
                  <c:v>thepartnerswillattack</c:v>
                </c:pt>
                <c:pt idx="2579">
                  <c:v>theparkinglotproposal</c:v>
                </c:pt>
                <c:pt idx="2580">
                  <c:v>theparaplegicmillipedes</c:v>
                </c:pt>
                <c:pt idx="2581">
                  <c:v>the_paranormal_faction</c:v>
                </c:pt>
                <c:pt idx="2582">
                  <c:v>theparanoidastronaut</c:v>
                </c:pt>
                <c:pt idx="2583">
                  <c:v>theparanoidandroid1980</c:v>
                </c:pt>
                <c:pt idx="2584">
                  <c:v>theparallaxcorporation</c:v>
                </c:pt>
                <c:pt idx="2585">
                  <c:v>theparadigmshiftband</c:v>
                </c:pt>
                <c:pt idx="2586">
                  <c:v>the_paradiddler_from_hell</c:v>
                </c:pt>
                <c:pt idx="2587">
                  <c:v>thepanoramicexperience</c:v>
                </c:pt>
                <c:pt idx="2588">
                  <c:v>thepandemoniumcircus</c:v>
                </c:pt>
                <c:pt idx="2589">
                  <c:v>thepandasareattacking</c:v>
                </c:pt>
                <c:pt idx="2590">
                  <c:v>thepaintballprincess04</c:v>
                </c:pt>
                <c:pt idx="2591">
                  <c:v>thepaintballministry</c:v>
                </c:pt>
                <c:pt idx="2592">
                  <c:v>the_painless_pleasure</c:v>
                </c:pt>
                <c:pt idx="2593">
                  <c:v>theoutsidecaperingcrew</c:v>
                </c:pt>
                <c:pt idx="2594">
                  <c:v>_the_other_white_meat_</c:v>
                </c:pt>
                <c:pt idx="2595">
                  <c:v>the_other_token_black_guy</c:v>
                </c:pt>
                <c:pt idx="2596">
                  <c:v>theotherhappytreefriend</c:v>
                </c:pt>
                <c:pt idx="2597">
                  <c:v>theotherhalfdoesntcare</c:v>
                </c:pt>
                <c:pt idx="2598">
                  <c:v>theostentatiousproject</c:v>
                </c:pt>
                <c:pt idx="2599">
                  <c:v>theosomethingspecial</c:v>
                </c:pt>
                <c:pt idx="2600">
                  <c:v>the_orlando_aka_eddie_</c:v>
                </c:pt>
                <c:pt idx="2601">
                  <c:v>theoriginalwhiterabbit</c:v>
                </c:pt>
                <c:pt idx="2602">
                  <c:v>theoriginalwhatsforlunch</c:v>
                </c:pt>
                <c:pt idx="2603">
                  <c:v>theoriginalticktickboom</c:v>
                </c:pt>
                <c:pt idx="2604">
                  <c:v>theoriginalteamtuesday</c:v>
                </c:pt>
                <c:pt idx="2605">
                  <c:v>theoriginalsuperstar</c:v>
                </c:pt>
                <c:pt idx="2606">
                  <c:v>theoriginalsupermanmold</c:v>
                </c:pt>
                <c:pt idx="2607">
                  <c:v>the_original_superman</c:v>
                </c:pt>
                <c:pt idx="2608">
                  <c:v>theoriginalsupergirl</c:v>
                </c:pt>
                <c:pt idx="2609">
                  <c:v>theoriginalstonecast</c:v>
                </c:pt>
                <c:pt idx="2610">
                  <c:v>theoriginalspacecadet</c:v>
                </c:pt>
                <c:pt idx="2611">
                  <c:v>theoriginalshellstar</c:v>
                </c:pt>
                <c:pt idx="2612">
                  <c:v>theoriginalshedevil</c:v>
                </c:pt>
                <c:pt idx="2613">
                  <c:v>the_original_sexy_excel</c:v>
                </c:pt>
                <c:pt idx="2614">
                  <c:v>theoriginalronburgundy</c:v>
                </c:pt>
                <c:pt idx="2615">
                  <c:v>the_original_rockstar</c:v>
                </c:pt>
                <c:pt idx="2616">
                  <c:v>theoriginalredneckpunk</c:v>
                </c:pt>
                <c:pt idx="2617">
                  <c:v>theoriginalpunkrocker</c:v>
                </c:pt>
                <c:pt idx="2618">
                  <c:v>theoriginalprincesscrew</c:v>
                </c:pt>
                <c:pt idx="2619">
                  <c:v>theoriginalprincecharming</c:v>
                </c:pt>
                <c:pt idx="2620">
                  <c:v>the_original_pistol_pete</c:v>
                </c:pt>
                <c:pt idx="2621">
                  <c:v>theoriginalpinkranger</c:v>
                </c:pt>
                <c:pt idx="2622">
                  <c:v>the_original_party_gurl</c:v>
                </c:pt>
                <c:pt idx="2623">
                  <c:v>theoriginalpartyanimal</c:v>
                </c:pt>
                <c:pt idx="2624">
                  <c:v>the_original_old_guy</c:v>
                </c:pt>
                <c:pt idx="2625">
                  <c:v>theoriginalnightmare</c:v>
                </c:pt>
                <c:pt idx="2626">
                  <c:v>the_original_midnightfox</c:v>
                </c:pt>
                <c:pt idx="2627">
                  <c:v>theoriginalmessenger</c:v>
                </c:pt>
                <c:pt idx="2628">
                  <c:v>theoriginalmaterialboy</c:v>
                </c:pt>
                <c:pt idx="2629">
                  <c:v>theoriginalmarcsallee</c:v>
                </c:pt>
                <c:pt idx="2630">
                  <c:v>the_original_mara_jade</c:v>
                </c:pt>
                <c:pt idx="2631">
                  <c:v>the_original_manhood</c:v>
                </c:pt>
                <c:pt idx="2632">
                  <c:v>the_original_mad_sax</c:v>
                </c:pt>
                <c:pt idx="2633">
                  <c:v>theoriginallorddeath</c:v>
                </c:pt>
                <c:pt idx="2634">
                  <c:v>the_original_leprechaun</c:v>
                </c:pt>
                <c:pt idx="2635">
                  <c:v>theoriginallaura19</c:v>
                </c:pt>
                <c:pt idx="2636">
                  <c:v>theoriginal_laciejane</c:v>
                </c:pt>
                <c:pt idx="2637">
                  <c:v>the_original_jackriot</c:v>
                </c:pt>
                <c:pt idx="2638">
                  <c:v>theoriginalhoneymustard</c:v>
                </c:pt>
                <c:pt idx="2639">
                  <c:v>theoriginalhippiechick</c:v>
                </c:pt>
                <c:pt idx="2640">
                  <c:v>the_original_groovingfool</c:v>
                </c:pt>
                <c:pt idx="2641">
                  <c:v>the_original_grassboy</c:v>
                </c:pt>
                <c:pt idx="2642">
                  <c:v>theoriginalgoldenbuddha</c:v>
                </c:pt>
                <c:pt idx="2643">
                  <c:v>theoriginalgangstergage</c:v>
                </c:pt>
                <c:pt idx="2644">
                  <c:v>theoriginal_foxybrown</c:v>
                </c:pt>
                <c:pt idx="2645">
                  <c:v>theoriginalfarmhouse</c:v>
                </c:pt>
                <c:pt idx="2646">
                  <c:v>theoriginalevilbrett</c:v>
                </c:pt>
                <c:pt idx="2647">
                  <c:v>theoriginalentourage</c:v>
                </c:pt>
                <c:pt idx="2648">
                  <c:v>theoriginaldramatube</c:v>
                </c:pt>
                <c:pt idx="2649">
                  <c:v>the_original_deviant</c:v>
                </c:pt>
                <c:pt idx="2650">
                  <c:v>theoriginaldeathknight</c:v>
                </c:pt>
                <c:pt idx="2651">
                  <c:v>theoriginaldarkknight</c:v>
                </c:pt>
                <c:pt idx="2652">
                  <c:v>theoriginalcottagecheese</c:v>
                </c:pt>
                <c:pt idx="2653">
                  <c:v>theoriginalconspiracy</c:v>
                </c:pt>
                <c:pt idx="2654">
                  <c:v>theoriginal_cinderella</c:v>
                </c:pt>
                <c:pt idx="2655">
                  <c:v>theoriginalchrisbrown</c:v>
                </c:pt>
                <c:pt idx="2656">
                  <c:v>the_original_cherry_bomb</c:v>
                </c:pt>
                <c:pt idx="2657">
                  <c:v>theoriginalbrighteyes</c:v>
                </c:pt>
                <c:pt idx="2658">
                  <c:v>theoriginalbreadwinner</c:v>
                </c:pt>
                <c:pt idx="2659">
                  <c:v>theoriginalbrainslug</c:v>
                </c:pt>
                <c:pt idx="2660">
                  <c:v>theoriginalbootyking</c:v>
                </c:pt>
                <c:pt idx="2661">
                  <c:v>theoriginalbomberman</c:v>
                </c:pt>
                <c:pt idx="2662">
                  <c:v>theoriginalblackbeard</c:v>
                </c:pt>
                <c:pt idx="2663">
                  <c:v>theoriginalbetterluck</c:v>
                </c:pt>
                <c:pt idx="2664">
                  <c:v>the_original_babydoll</c:v>
                </c:pt>
                <c:pt idx="2665">
                  <c:v>the_original_anti_wanda</c:v>
                </c:pt>
                <c:pt idx="2666">
                  <c:v>theoriginalanonymous</c:v>
                </c:pt>
                <c:pt idx="2667">
                  <c:v>theoriginalandypants</c:v>
                </c:pt>
                <c:pt idx="2668">
                  <c:v>theorganizedchaosmusic</c:v>
                </c:pt>
                <c:pt idx="2669">
                  <c:v>theorchardbandregina</c:v>
                </c:pt>
                <c:pt idx="2670">
                  <c:v>theorangewhiteashtraysquad</c:v>
                </c:pt>
                <c:pt idx="2671">
                  <c:v>the_orange_rubber_guy</c:v>
                </c:pt>
                <c:pt idx="2672">
                  <c:v>theonlytutorcheergurl</c:v>
                </c:pt>
                <c:pt idx="2673">
                  <c:v>the_only_true_pirate_slut</c:v>
                </c:pt>
                <c:pt idx="2674">
                  <c:v>the_only_sister_for_nari</c:v>
                </c:pt>
                <c:pt idx="2675">
                  <c:v>theonlyrealtinkerbell</c:v>
                </c:pt>
                <c:pt idx="2676">
                  <c:v>the_only_real_princess</c:v>
                </c:pt>
                <c:pt idx="2677">
                  <c:v>the_only_real_cowgal</c:v>
                </c:pt>
                <c:pt idx="2678">
                  <c:v>the_only_name_not_taken</c:v>
                </c:pt>
                <c:pt idx="2679">
                  <c:v>theonlymistresssunshine</c:v>
                </c:pt>
                <c:pt idx="2680">
                  <c:v>the_only_mark_you_need</c:v>
                </c:pt>
                <c:pt idx="2681">
                  <c:v>the_only_man_ill_love</c:v>
                </c:pt>
                <c:pt idx="2682">
                  <c:v>the_only_mandy_moore</c:v>
                </c:pt>
                <c:pt idx="2683">
                  <c:v>the_only_jonathandavis</c:v>
                </c:pt>
                <c:pt idx="2684">
                  <c:v>The_Only_Grizzly_Bear</c:v>
                </c:pt>
                <c:pt idx="2685">
                  <c:v>theonlygreatdeception</c:v>
                </c:pt>
                <c:pt idx="2686">
                  <c:v>the_only_fallen_angel84</c:v>
                </c:pt>
                <c:pt idx="2687">
                  <c:v>the_only_easy_day_was____</c:v>
                </c:pt>
                <c:pt idx="2688">
                  <c:v>the_only_chick_magnet</c:v>
                </c:pt>
                <c:pt idx="2689">
                  <c:v>theonlycaptainmorgan</c:v>
                </c:pt>
                <c:pt idx="2690">
                  <c:v>the_only_bottom_line</c:v>
                </c:pt>
                <c:pt idx="2691">
                  <c:v>the_only_blue_princess</c:v>
                </c:pt>
                <c:pt idx="2692">
                  <c:v>the_one_you_think_about</c:v>
                </c:pt>
                <c:pt idx="2693">
                  <c:v>the_one_you_love_2_hate</c:v>
                </c:pt>
                <c:pt idx="2694">
                  <c:v>_the_one_winged_angel_</c:v>
                </c:pt>
                <c:pt idx="2695">
                  <c:v>the_one_unknown_hero</c:v>
                </c:pt>
                <c:pt idx="2696">
                  <c:v>the_one_true_virgin_mary</c:v>
                </c:pt>
                <c:pt idx="2697">
                  <c:v>The_One_True_Guitar_God</c:v>
                </c:pt>
                <c:pt idx="2698">
                  <c:v>The_One_They_Call_Will</c:v>
                </c:pt>
                <c:pt idx="2699">
                  <c:v>the_one_they_call_bill</c:v>
                </c:pt>
                <c:pt idx="2700">
                  <c:v>the_one_that_never_was</c:v>
                </c:pt>
                <c:pt idx="2701">
                  <c:v>the_one_man_questionmark</c:v>
                </c:pt>
                <c:pt idx="2702">
                  <c:v>theoneiwantbutcanthave</c:v>
                </c:pt>
                <c:pt idx="2703">
                  <c:v>theoneanonlyamazingwillow</c:v>
                </c:pt>
                <c:pt idx="2704">
                  <c:v>the_one_and_only_woo</c:v>
                </c:pt>
                <c:pt idx="2705">
                  <c:v>the_one_and_only_weasel</c:v>
                </c:pt>
                <c:pt idx="2706">
                  <c:v>the_one_and_only_tay</c:v>
                </c:pt>
                <c:pt idx="2707">
                  <c:v>the_one_and_only_squeak</c:v>
                </c:pt>
                <c:pt idx="2708">
                  <c:v>the_one_and_only_space</c:v>
                </c:pt>
                <c:pt idx="2709">
                  <c:v>The_one_and_only_sophia</c:v>
                </c:pt>
                <c:pt idx="2710">
                  <c:v>the_one_and_only_roses</c:v>
                </c:pt>
                <c:pt idx="2711">
                  <c:v>the_one_and_only_reefer</c:v>
                </c:pt>
                <c:pt idx="2712">
                  <c:v>THE_ONE_AND_ONLY_PUDGY</c:v>
                </c:pt>
                <c:pt idx="2713">
                  <c:v>the_oneandonly_princess</c:v>
                </c:pt>
                <c:pt idx="2714">
                  <c:v>the_one_and_only_pita</c:v>
                </c:pt>
                <c:pt idx="2715">
                  <c:v>the_one_and_only_pigeon</c:v>
                </c:pt>
                <c:pt idx="2716">
                  <c:v>the_one_and_only_pepper</c:v>
                </c:pt>
                <c:pt idx="2717">
                  <c:v>the_one_and_only_pauly</c:v>
                </c:pt>
                <c:pt idx="2718">
                  <c:v>the_one_and_only_mia</c:v>
                </c:pt>
                <c:pt idx="2719">
                  <c:v>the_one_and_only_lulu</c:v>
                </c:pt>
                <c:pt idx="2720">
                  <c:v>the_one_and_only_kalinda</c:v>
                </c:pt>
                <c:pt idx="2721">
                  <c:v>the_one_and_only_jordan</c:v>
                </c:pt>
                <c:pt idx="2722">
                  <c:v>the_one_and_only_joeface</c:v>
                </c:pt>
                <c:pt idx="2723">
                  <c:v>the_one_and_only_jane_doe</c:v>
                </c:pt>
                <c:pt idx="2724">
                  <c:v>the_one_and_only_iceman</c:v>
                </c:pt>
                <c:pt idx="2725">
                  <c:v>the_one_and_only_hilary_</c:v>
                </c:pt>
                <c:pt idx="2726">
                  <c:v>the_one_and_only_hilary</c:v>
                </c:pt>
                <c:pt idx="2727">
                  <c:v>the_one_and_only_here</c:v>
                </c:pt>
                <c:pt idx="2728">
                  <c:v>the_one_and_only_eureka</c:v>
                </c:pt>
                <c:pt idx="2729">
                  <c:v>the_one_and_only_eggman</c:v>
                </c:pt>
                <c:pt idx="2730">
                  <c:v>the_one_and_only_dime</c:v>
                </c:pt>
                <c:pt idx="2731">
                  <c:v>the_one_and_only_devil</c:v>
                </c:pt>
                <c:pt idx="2732">
                  <c:v>the_one_and_only_danny</c:v>
                </c:pt>
                <c:pt idx="2733">
                  <c:v>the_one_and_only_dani</c:v>
                </c:pt>
                <c:pt idx="2734">
                  <c:v>the_one_and_only_crew</c:v>
                </c:pt>
                <c:pt idx="2735">
                  <c:v>the_one_and_only_cook</c:v>
                </c:pt>
                <c:pt idx="2736">
                  <c:v>the_one_and_only_cheyenne</c:v>
                </c:pt>
                <c:pt idx="2737">
                  <c:v>the_one_and_only_chelsea</c:v>
                </c:pt>
                <c:pt idx="2738">
                  <c:v>the_one_and_only_cardinal</c:v>
                </c:pt>
                <c:pt idx="2739">
                  <c:v>the_one_and_only_calli</c:v>
                </c:pt>
                <c:pt idx="2740">
                  <c:v>the_one_and_only_boo</c:v>
                </c:pt>
                <c:pt idx="2741">
                  <c:v>the_one_and_only_big_red</c:v>
                </c:pt>
                <c:pt idx="2742">
                  <c:v>the_one_and_only_ariana</c:v>
                </c:pt>
                <c:pt idx="2743">
                  <c:v>the_one_and_only_alanna</c:v>
                </c:pt>
                <c:pt idx="2744">
                  <c:v>the_one_and_only_</c:v>
                </c:pt>
                <c:pt idx="2745">
                  <c:v>the_one_and_only2711</c:v>
                </c:pt>
                <c:pt idx="2746">
                  <c:v>the_one_and_only1987</c:v>
                </c:pt>
                <c:pt idx="2747">
                  <c:v>____the_one_and_only____</c:v>
                </c:pt>
                <c:pt idx="2748">
                  <c:v>the_one_and_not_only</c:v>
                </c:pt>
                <c:pt idx="2749">
                  <c:v>the_one_2_treat_you_right</c:v>
                </c:pt>
                <c:pt idx="2750">
                  <c:v>the_old_dope_peddler</c:v>
                </c:pt>
                <c:pt idx="2751">
                  <c:v>theofficialyoungmoney</c:v>
                </c:pt>
                <c:pt idx="2752">
                  <c:v>the_official_vanessa</c:v>
                </c:pt>
                <c:pt idx="2753">
                  <c:v>the_official_trendsetter</c:v>
                </c:pt>
                <c:pt idx="2754">
                  <c:v>theofficialtedfanclubpage</c:v>
                </c:pt>
                <c:pt idx="2755">
                  <c:v>theofficialsquidward</c:v>
                </c:pt>
                <c:pt idx="2756">
                  <c:v>theofficialscriptsite</c:v>
                </c:pt>
                <c:pt idx="2757">
                  <c:v>the_officialrickeyprofile</c:v>
                </c:pt>
                <c:pt idx="2758">
                  <c:v>theofficialpowerstation</c:v>
                </c:pt>
                <c:pt idx="2759">
                  <c:v>the_official_pedestrian</c:v>
                </c:pt>
                <c:pt idx="2760">
                  <c:v>the_official_party_animal</c:v>
                </c:pt>
                <c:pt idx="2761">
                  <c:v>theofficialpandorasage</c:v>
                </c:pt>
                <c:pt idx="2762">
                  <c:v>theofficialmonkeyboy</c:v>
                </c:pt>
                <c:pt idx="2763">
                  <c:v>theofficiallivewiresite</c:v>
                </c:pt>
                <c:pt idx="2764">
                  <c:v>theofficiallaurenfanclub</c:v>
                </c:pt>
                <c:pt idx="2765">
                  <c:v>theofficialjoshwebsite</c:v>
                </c:pt>
                <c:pt idx="2766">
                  <c:v>theofficialjoepirofanclub</c:v>
                </c:pt>
                <c:pt idx="2767">
                  <c:v>theofficialinnersanctum</c:v>
                </c:pt>
                <c:pt idx="2768">
                  <c:v>the_official_fightsight</c:v>
                </c:pt>
                <c:pt idx="2769">
                  <c:v>theofficialalexblack</c:v>
                </c:pt>
                <c:pt idx="2770">
                  <c:v>theobscurethirdoption</c:v>
                </c:pt>
                <c:pt idx="2771">
                  <c:v>the_nutty_fruit_cake</c:v>
                </c:pt>
                <c:pt idx="2772">
                  <c:v>THENUMBERRUNNINGBACK</c:v>
                </c:pt>
                <c:pt idx="2773">
                  <c:v>thenumberonewrestlingfan</c:v>
                </c:pt>
                <c:pt idx="2774">
                  <c:v>thenumberonepussyeater</c:v>
                </c:pt>
                <c:pt idx="2775">
                  <c:v>thenumberonecourtney</c:v>
                </c:pt>
                <c:pt idx="2776">
                  <c:v>the_number_1_rocker_babe</c:v>
                </c:pt>
                <c:pt idx="2777">
                  <c:v>thenumber1creativefreak</c:v>
                </c:pt>
                <c:pt idx="2778">
                  <c:v>thensundayturnedsouth</c:v>
                </c:pt>
                <c:pt idx="2779">
                  <c:v>thenotoriousblaze420</c:v>
                </c:pt>
                <c:pt idx="2780">
                  <c:v>thenorthstreetconnection</c:v>
                </c:pt>
                <c:pt idx="2781">
                  <c:v>thenorthseafisherman</c:v>
                </c:pt>
                <c:pt idx="2782">
                  <c:v>thenortheasterntidepull</c:v>
                </c:pt>
                <c:pt idx="2783">
                  <c:v>thenormanrockwellcode</c:v>
                </c:pt>
                <c:pt idx="2784">
                  <c:v>thenonfamousbombvictim</c:v>
                </c:pt>
                <c:pt idx="2785">
                  <c:v>thenoisemachinemalfunction</c:v>
                </c:pt>
                <c:pt idx="2786">
                  <c:v>the_nocturnal_butterfly</c:v>
                </c:pt>
                <c:pt idx="2787">
                  <c:v>thenoblesavagetavern</c:v>
                </c:pt>
                <c:pt idx="2788">
                  <c:v>the_noble_blue_beast</c:v>
                </c:pt>
                <c:pt idx="2789">
                  <c:v>the_nightmare_you_dream</c:v>
                </c:pt>
                <c:pt idx="2790">
                  <c:v>thenightlifebandmusic</c:v>
                </c:pt>
                <c:pt idx="2791">
                  <c:v>the_night_fall_angel</c:v>
                </c:pt>
                <c:pt idx="2792">
                  <c:v>the_niggas_1_superstar</c:v>
                </c:pt>
                <c:pt idx="2793">
                  <c:v>the_next_white_rapper</c:v>
                </c:pt>
                <c:pt idx="2794">
                  <c:v>the_next_right_thing</c:v>
                </c:pt>
                <c:pt idx="2795">
                  <c:v>the_next_lost_generation</c:v>
                </c:pt>
                <c:pt idx="2796">
                  <c:v>the_next_kelly_clarkson</c:v>
                </c:pt>
                <c:pt idx="2797">
                  <c:v>the_next_grim_reaper</c:v>
                </c:pt>
                <c:pt idx="2798">
                  <c:v>the_next_freddy_spud</c:v>
                </c:pt>
                <c:pt idx="2799">
                  <c:v>the_next_big_thing_pete</c:v>
                </c:pt>
                <c:pt idx="2800">
                  <c:v>the_next_big_superstar</c:v>
                </c:pt>
                <c:pt idx="2801">
                  <c:v>theneverendingsodadew</c:v>
                </c:pt>
                <c:pt idx="2802">
                  <c:v>thenetworkexperience</c:v>
                </c:pt>
                <c:pt idx="2803">
                  <c:v>the_need_for_caffeine</c:v>
                </c:pt>
                <c:pt idx="2804">
                  <c:v>thenaughtyboyfrom_707</c:v>
                </c:pt>
                <c:pt idx="2805">
                  <c:v>thenatureboydavidpierce</c:v>
                </c:pt>
                <c:pt idx="2806">
                  <c:v>thenaturalstreetfreak</c:v>
                </c:pt>
                <c:pt idx="2807">
                  <c:v>thenamesmisshollywood</c:v>
                </c:pt>
                <c:pt idx="2808">
                  <c:v>thenamesdanielleakadanni</c:v>
                </c:pt>
                <c:pt idx="2809">
                  <c:v>the_nameless_unknown</c:v>
                </c:pt>
                <c:pt idx="2810">
                  <c:v>thenamelesscrash1098</c:v>
                </c:pt>
                <c:pt idx="2811">
                  <c:v>the_mystic_dragon_samurai</c:v>
                </c:pt>
                <c:pt idx="2812">
                  <c:v>the_mutant_outlaw_gambit</c:v>
                </c:pt>
                <c:pt idx="2813">
                  <c:v>the_music_wont_turn_down</c:v>
                </c:pt>
                <c:pt idx="2814">
                  <c:v>the_music_never_stopped</c:v>
                </c:pt>
                <c:pt idx="2815">
                  <c:v>themusicgirl________janna</c:v>
                </c:pt>
                <c:pt idx="2816">
                  <c:v>themushroomrambleson</c:v>
                </c:pt>
                <c:pt idx="2817">
                  <c:v>the_murder_mystery_show</c:v>
                </c:pt>
                <c:pt idx="2818">
                  <c:v>themovementrebellion</c:v>
                </c:pt>
                <c:pt idx="2819">
                  <c:v>themovementneverstops</c:v>
                </c:pt>
                <c:pt idx="2820">
                  <c:v>themovementbandmusic</c:v>
                </c:pt>
                <c:pt idx="2821">
                  <c:v>themourningaftermusic1</c:v>
                </c:pt>
                <c:pt idx="2822">
                  <c:v>themotorcityjazzorchestra</c:v>
                </c:pt>
                <c:pt idx="2823">
                  <c:v>themotherloadrailroad</c:v>
                </c:pt>
                <c:pt idx="2824">
                  <c:v>themotherfuckingtron</c:v>
                </c:pt>
                <c:pt idx="2825">
                  <c:v>themotherfuckingtripod</c:v>
                </c:pt>
                <c:pt idx="2826">
                  <c:v>themotherfuckingspot</c:v>
                </c:pt>
                <c:pt idx="2827">
                  <c:v>themotherfuckingspeed</c:v>
                </c:pt>
                <c:pt idx="2828">
                  <c:v>themotherfuckinggoodshit</c:v>
                </c:pt>
                <c:pt idx="2829">
                  <c:v>themotherfuckingdark</c:v>
                </c:pt>
                <c:pt idx="2830">
                  <c:v>themotherfuckingchampion</c:v>
                </c:pt>
                <c:pt idx="2831">
                  <c:v>the_most_magnificent</c:v>
                </c:pt>
                <c:pt idx="2832">
                  <c:v>the_most_hottest_guy</c:v>
                </c:pt>
                <c:pt idx="2833">
                  <c:v>the_most_beautiful_rescue</c:v>
                </c:pt>
                <c:pt idx="2834">
                  <c:v>themoshispraying4you</c:v>
                </c:pt>
                <c:pt idx="2835">
                  <c:v>the_moronic_paintballer</c:v>
                </c:pt>
                <c:pt idx="2836">
                  <c:v>themorningshowwithandy</c:v>
                </c:pt>
                <c:pt idx="2837">
                  <c:v>the_morning_never_came</c:v>
                </c:pt>
                <c:pt idx="2838">
                  <c:v>themorningfleshproject</c:v>
                </c:pt>
                <c:pt idx="2839">
                  <c:v>the_morning_aftermath</c:v>
                </c:pt>
                <c:pt idx="2840">
                  <c:v>themorganwattanthology</c:v>
                </c:pt>
                <c:pt idx="2841">
                  <c:v>themoore_christianfamily</c:v>
                </c:pt>
                <c:pt idx="2842">
                  <c:v>themonkeytennisexperience</c:v>
                </c:pt>
                <c:pt idx="2843">
                  <c:v>themoneymakingmachine</c:v>
                </c:pt>
                <c:pt idx="2844">
                  <c:v>themoneymakerbaker78</c:v>
                </c:pt>
                <c:pt idx="2845">
                  <c:v>themomententertainment</c:v>
                </c:pt>
                <c:pt idx="2846">
                  <c:v>themoderndiseaseeffect</c:v>
                </c:pt>
                <c:pt idx="2847">
                  <c:v>themitchellbluesband</c:v>
                </c:pt>
                <c:pt idx="2848">
                  <c:v>the_missing_link_200</c:v>
                </c:pt>
                <c:pt idx="2849">
                  <c:v>themisanthropicbunny</c:v>
                </c:pt>
                <c:pt idx="2850">
                  <c:v>themillionthcivilian</c:v>
                </c:pt>
                <c:pt idx="2851">
                  <c:v>themillionmeterrelay</c:v>
                </c:pt>
                <c:pt idx="2852">
                  <c:v>themilliondollarnews</c:v>
                </c:pt>
                <c:pt idx="2853">
                  <c:v>themillionbuckfoundation</c:v>
                </c:pt>
                <c:pt idx="2854">
                  <c:v>themilkmanconspiracy</c:v>
                </c:pt>
                <c:pt idx="2855">
                  <c:v>themilkingexperience</c:v>
                </c:pt>
                <c:pt idx="2856">
                  <c:v>themikemarkssoloproject</c:v>
                </c:pt>
                <c:pt idx="2857">
                  <c:v>the_mightysharky_one</c:v>
                </c:pt>
                <c:pt idx="2858">
                  <c:v>the_mighty_shadowman</c:v>
                </c:pt>
                <c:pt idx="2859">
                  <c:v>themightypowerranger</c:v>
                </c:pt>
                <c:pt idx="2860">
                  <c:v>themidnightteabagger</c:v>
                </c:pt>
                <c:pt idx="2861">
                  <c:v>themidnightsocietybooking</c:v>
                </c:pt>
                <c:pt idx="2862">
                  <c:v>themidnightsocialite</c:v>
                </c:pt>
                <c:pt idx="2863">
                  <c:v>themidnightlibrarian</c:v>
                </c:pt>
                <c:pt idx="2864">
                  <c:v>themidlandstreetvariety</c:v>
                </c:pt>
                <c:pt idx="2865">
                  <c:v>thementallyinteresting</c:v>
                </c:pt>
                <c:pt idx="2866">
                  <c:v>thememphisunderground</c:v>
                </c:pt>
                <c:pt idx="2867">
                  <c:v>thememorialhighschoolband</c:v>
                </c:pt>
                <c:pt idx="2868">
                  <c:v>thememorableforgotten</c:v>
                </c:pt>
                <c:pt idx="2869">
                  <c:v>themediumsizedwombatexperience</c:v>
                </c:pt>
                <c:pt idx="2870">
                  <c:v>themechanicalheartproject</c:v>
                </c:pt>
                <c:pt idx="2871">
                  <c:v>themealmanexperience</c:v>
                </c:pt>
                <c:pt idx="2872">
                  <c:v>thematrixescortservice</c:v>
                </c:pt>
                <c:pt idx="2873">
                  <c:v>themastersonpopeexperience</c:v>
                </c:pt>
                <c:pt idx="2874">
                  <c:v>themasterdrummerblake</c:v>
                </c:pt>
                <c:pt idx="2875">
                  <c:v>themasterchiefpenguin</c:v>
                </c:pt>
                <c:pt idx="2876">
                  <c:v>the_master_broadcaster</c:v>
                </c:pt>
                <c:pt idx="2877">
                  <c:v>themasterandmargarita</c:v>
                </c:pt>
                <c:pt idx="2878">
                  <c:v>themasterandcommander</c:v>
                </c:pt>
                <c:pt idx="2879">
                  <c:v>themasondixondisaster</c:v>
                </c:pt>
                <c:pt idx="2880">
                  <c:v>the_masked_swordsman</c:v>
                </c:pt>
                <c:pt idx="2881">
                  <c:v>themashedpotatoescrew</c:v>
                </c:pt>
                <c:pt idx="2882">
                  <c:v>themarchingbulldogband</c:v>
                </c:pt>
                <c:pt idx="2883">
                  <c:v>themaplestreetmansion</c:v>
                </c:pt>
                <c:pt idx="2884">
                  <c:v>themanhattanproject11</c:v>
                </c:pt>
                <c:pt idx="2885">
                  <c:v>themanhattanproject_0</c:v>
                </c:pt>
                <c:pt idx="2886">
                  <c:v>the_management_helpdesk</c:v>
                </c:pt>
                <c:pt idx="2887">
                  <c:v>themagnumrepresentative</c:v>
                </c:pt>
                <c:pt idx="2888">
                  <c:v>the_magic_bumblesnout</c:v>
                </c:pt>
                <c:pt idx="2889">
                  <c:v>themagicalmysterytour</c:v>
                </c:pt>
                <c:pt idx="2890">
                  <c:v>the_magical_bumblebee</c:v>
                </c:pt>
                <c:pt idx="2891">
                  <c:v>the_mad_sir_slaughter</c:v>
                </c:pt>
                <c:pt idx="2892">
                  <c:v>the_madame_presidente</c:v>
                </c:pt>
                <c:pt idx="2893">
                  <c:v>the_lyrical_assassin</c:v>
                </c:pt>
                <c:pt idx="2894">
                  <c:v>thelovelystephanie27</c:v>
                </c:pt>
                <c:pt idx="2895">
                  <c:v>thelovelymissstacirenee</c:v>
                </c:pt>
                <c:pt idx="2896">
                  <c:v>thelovelyjackiemarie</c:v>
                </c:pt>
                <c:pt idx="2897">
                  <c:v>thelovehaventtyperace</c:v>
                </c:pt>
                <c:pt idx="2898">
                  <c:v>thelovedoctorexperiment</c:v>
                </c:pt>
                <c:pt idx="2899">
                  <c:v>thelovecoloredglasses</c:v>
                </c:pt>
                <c:pt idx="2900">
                  <c:v>the_loveable_island_boy</c:v>
                </c:pt>
                <c:pt idx="2901">
                  <c:v>thelouisvillesilence</c:v>
                </c:pt>
                <c:pt idx="2902">
                  <c:v>thelostprophecy4delf</c:v>
                </c:pt>
                <c:pt idx="2903">
                  <c:v>thelostgenerationband</c:v>
                </c:pt>
                <c:pt idx="2904">
                  <c:v>thelonghornorangeman13</c:v>
                </c:pt>
                <c:pt idx="2905">
                  <c:v>thelonewolfguitarist</c:v>
                </c:pt>
                <c:pt idx="2906">
                  <c:v>the_lonesome_rider2002200</c:v>
                </c:pt>
                <c:pt idx="2907">
                  <c:v>the_lonely_hearted10</c:v>
                </c:pt>
                <c:pt idx="2908">
                  <c:v>thelogicalcontradiction</c:v>
                </c:pt>
                <c:pt idx="2909">
                  <c:v>the_loch_ness_monster289</c:v>
                </c:pt>
                <c:pt idx="2910">
                  <c:v>thelivingroomchapter</c:v>
                </c:pt>
                <c:pt idx="2911">
                  <c:v>thelivinghumanparadox</c:v>
                </c:pt>
                <c:pt idx="2912">
                  <c:v>the_living_end_fan09</c:v>
                </c:pt>
                <c:pt idx="2913">
                  <c:v>thelivingdeadsacrifice</c:v>
                </c:pt>
                <c:pt idx="2914">
                  <c:v>thelivingdeadfantasy</c:v>
                </c:pt>
                <c:pt idx="2915">
                  <c:v>thelittlewickedmermaid2</c:v>
                </c:pt>
                <c:pt idx="2916">
                  <c:v>thelittlewhiterabbit</c:v>
                </c:pt>
                <c:pt idx="2917">
                  <c:v>thelittlewhiteboythatdid</c:v>
                </c:pt>
                <c:pt idx="2918">
                  <c:v>thelittletruckthatcould</c:v>
                </c:pt>
                <c:pt idx="2919">
                  <c:v>thelittletortillamen</c:v>
                </c:pt>
                <c:pt idx="2920">
                  <c:v>thelittleswimmerdude</c:v>
                </c:pt>
                <c:pt idx="2921">
                  <c:v>the_little_pink_sock</c:v>
                </c:pt>
                <c:pt idx="2922">
                  <c:v>the_little_pink_fairy</c:v>
                </c:pt>
                <c:pt idx="2923">
                  <c:v>thelittlemermaid_ariel</c:v>
                </c:pt>
                <c:pt idx="2924">
                  <c:v>the_little_mermaid90</c:v>
                </c:pt>
                <c:pt idx="2925">
                  <c:v>thelittlemermaid200</c:v>
                </c:pt>
                <c:pt idx="2926">
                  <c:v>thelittlemarshmallow</c:v>
                </c:pt>
                <c:pt idx="2927">
                  <c:v>the_little_hero_thatcould</c:v>
                </c:pt>
                <c:pt idx="2928">
                  <c:v>thelittlehellfireclub</c:v>
                </c:pt>
                <c:pt idx="2929">
                  <c:v>thelittleenginethattried</c:v>
                </c:pt>
                <c:pt idx="2930">
                  <c:v>thelittledrummerboy7</c:v>
                </c:pt>
                <c:pt idx="2931">
                  <c:v>_the_little_drummer_boy_</c:v>
                </c:pt>
                <c:pt idx="2932">
                  <c:v>the_little_brown_boy</c:v>
                </c:pt>
                <c:pt idx="2933">
                  <c:v>thelittleblondebeauty</c:v>
                </c:pt>
                <c:pt idx="2934">
                  <c:v>thelittlearielmermaid</c:v>
                </c:pt>
                <c:pt idx="2935">
                  <c:v>thelinkinternational</c:v>
                </c:pt>
                <c:pt idx="2936">
                  <c:v>the_light_angel_alchemist</c:v>
                </c:pt>
                <c:pt idx="2937">
                  <c:v>thelifechurchstockton</c:v>
                </c:pt>
                <c:pt idx="2938">
                  <c:v>thelibrarycoffeehouse</c:v>
                </c:pt>
                <c:pt idx="2939">
                  <c:v>thelibertinesandmeatloaf</c:v>
                </c:pt>
                <c:pt idx="2940">
                  <c:v>thelewisfamilydaycare</c:v>
                </c:pt>
                <c:pt idx="2941">
                  <c:v>thelessonlearnedhardcore</c:v>
                </c:pt>
                <c:pt idx="2942">
                  <c:v>thelesserconjuration</c:v>
                </c:pt>
                <c:pt idx="2943">
                  <c:v>theleicestercharlotte</c:v>
                </c:pt>
                <c:pt idx="2944">
                  <c:v>thelegendronburgundy</c:v>
                </c:pt>
                <c:pt idx="2945">
                  <c:v>thelegendrobbiegreen</c:v>
                </c:pt>
                <c:pt idx="2946">
                  <c:v>thelegendkiller50420</c:v>
                </c:pt>
                <c:pt idx="2947">
                  <c:v>thelegend_degenerate</c:v>
                </c:pt>
                <c:pt idx="2948">
                  <c:v>the_legend_chris_dickens</c:v>
                </c:pt>
                <c:pt idx="2949">
                  <c:v>thelegendarytastytim</c:v>
                </c:pt>
                <c:pt idx="2950">
                  <c:v>thelegendaryswordsman</c:v>
                </c:pt>
                <c:pt idx="2951">
                  <c:v>thelegendarystardustcowboy</c:v>
                </c:pt>
                <c:pt idx="2952">
                  <c:v>the_legendary_outlaw</c:v>
                </c:pt>
                <c:pt idx="2953">
                  <c:v>thelegendaryhecatomb</c:v>
                </c:pt>
                <c:pt idx="2954">
                  <c:v>thelegendarygoofmister</c:v>
                </c:pt>
                <c:pt idx="2955">
                  <c:v>the_legendary_drummer</c:v>
                </c:pt>
                <c:pt idx="2956">
                  <c:v>thelegendarybelladonna</c:v>
                </c:pt>
                <c:pt idx="2957">
                  <c:v>thelegendaryawesome2</c:v>
                </c:pt>
                <c:pt idx="2958">
                  <c:v>theleftoversinbuffalo</c:v>
                </c:pt>
                <c:pt idx="2959">
                  <c:v>the_least_important_thing</c:v>
                </c:pt>
                <c:pt idx="2960">
                  <c:v>theleagueunstoppable</c:v>
                </c:pt>
                <c:pt idx="2961">
                  <c:v>thelatestinfectiousplague</c:v>
                </c:pt>
                <c:pt idx="2962">
                  <c:v>thelastwishfaundation</c:v>
                </c:pt>
                <c:pt idx="2963">
                  <c:v>thelasttruegentleman</c:v>
                </c:pt>
                <c:pt idx="2964">
                  <c:v>the_last_true_cowboy</c:v>
                </c:pt>
                <c:pt idx="2965">
                  <c:v>thelaststeppromotion</c:v>
                </c:pt>
                <c:pt idx="2966">
                  <c:v>thelaststandingknight</c:v>
                </c:pt>
                <c:pt idx="2967">
                  <c:v>thelastremainingbraincell</c:v>
                </c:pt>
                <c:pt idx="2968">
                  <c:v>thelastmonkeyproject</c:v>
                </c:pt>
                <c:pt idx="2969">
                  <c:v>the_last_letter_sent</c:v>
                </c:pt>
                <c:pt idx="2970">
                  <c:v>thelastheartlessromantic</c:v>
                </c:pt>
                <c:pt idx="2971">
                  <c:v>the_last_heartbreak3</c:v>
                </c:pt>
                <c:pt idx="2972">
                  <c:v>thelastgreatadventure</c:v>
                </c:pt>
                <c:pt idx="2973">
                  <c:v>thelastgentleman4now</c:v>
                </c:pt>
                <c:pt idx="2974">
                  <c:v>the_last_exile_aka_mark</c:v>
                </c:pt>
                <c:pt idx="2975">
                  <c:v>the_last_evil_weasel</c:v>
                </c:pt>
                <c:pt idx="2976">
                  <c:v>thelargedarknipplepeople</c:v>
                </c:pt>
                <c:pt idx="2977">
                  <c:v>thelapsangsouchongeffect</c:v>
                </c:pt>
                <c:pt idx="2978">
                  <c:v>thelancasterorchestra</c:v>
                </c:pt>
                <c:pt idx="2979">
                  <c:v>thelampshaderebellion</c:v>
                </c:pt>
                <c:pt idx="2980">
                  <c:v>thelakelandfightclub</c:v>
                </c:pt>
                <c:pt idx="2981">
                  <c:v>theladiesfavorite317</c:v>
                </c:pt>
                <c:pt idx="2982">
                  <c:v>thekyleevansexperience</c:v>
                </c:pt>
                <c:pt idx="2983">
                  <c:v>thekrystalexperience</c:v>
                </c:pt>
                <c:pt idx="2984">
                  <c:v>the_koolest_dude_ever</c:v>
                </c:pt>
                <c:pt idx="2985">
                  <c:v>thekoodudeandnobodyelse</c:v>
                </c:pt>
                <c:pt idx="2986">
                  <c:v>thekobayashiorchestra</c:v>
                </c:pt>
                <c:pt idx="2987">
                  <c:v>thekobayashimaruscenario</c:v>
                </c:pt>
                <c:pt idx="2988">
                  <c:v>theknapperexperience</c:v>
                </c:pt>
                <c:pt idx="2989">
                  <c:v>thekitchenerfashionova</c:v>
                </c:pt>
                <c:pt idx="2990">
                  <c:v>thekilleveryoneproject</c:v>
                </c:pt>
                <c:pt idx="2991">
                  <c:v>thekillerpunkpenguinedith</c:v>
                </c:pt>
                <c:pt idx="2992">
                  <c:v>thekickassgeneration</c:v>
                </c:pt>
                <c:pt idx="2993">
                  <c:v>thekewlestpersonever</c:v>
                </c:pt>
                <c:pt idx="2994">
                  <c:v>the_kentucky_cowgirl</c:v>
                </c:pt>
                <c:pt idx="2995">
                  <c:v>thekensingtonexperiment</c:v>
                </c:pt>
                <c:pt idx="2996">
                  <c:v>the_keg_stand_killer</c:v>
                </c:pt>
                <c:pt idx="2997">
                  <c:v>thekebabhouseincident</c:v>
                </c:pt>
                <c:pt idx="2998">
                  <c:v>thekatenortonexperience</c:v>
                </c:pt>
                <c:pt idx="2999">
                  <c:v>thekaraokerevolution</c:v>
                </c:pt>
                <c:pt idx="3000">
                  <c:v>thejunctionclearwater</c:v>
                </c:pt>
                <c:pt idx="3001">
                  <c:v>thejugglingguitarist</c:v>
                </c:pt>
                <c:pt idx="3002">
                  <c:v>the_juggernaut_bitch2</c:v>
                </c:pt>
                <c:pt idx="3003">
                  <c:v>thejoyfullittledeadgirl</c:v>
                </c:pt>
                <c:pt idx="3004">
                  <c:v>thejoshnesscomegetsome</c:v>
                </c:pt>
                <c:pt idx="3005">
                  <c:v>thejoshexperimentalband</c:v>
                </c:pt>
                <c:pt idx="3006">
                  <c:v>the_jolly_reed_giant</c:v>
                </c:pt>
                <c:pt idx="3007">
                  <c:v>thejoeturnerproject2</c:v>
                </c:pt>
                <c:pt idx="3008">
                  <c:v>thejellybeanrebellion</c:v>
                </c:pt>
                <c:pt idx="3009">
                  <c:v>thejeffwalshexperience</c:v>
                </c:pt>
                <c:pt idx="3010">
                  <c:v>thejefftuckerextravaganza</c:v>
                </c:pt>
                <c:pt idx="3011">
                  <c:v>thejeffchamberlainband</c:v>
                </c:pt>
                <c:pt idx="3012">
                  <c:v>thejeffbarbasproject1</c:v>
                </c:pt>
                <c:pt idx="3013">
                  <c:v>thejaragonexperience</c:v>
                </c:pt>
                <c:pt idx="3014">
                  <c:v>thejakemacsecretpage</c:v>
                </c:pt>
                <c:pt idx="3015">
                  <c:v>thejacksonfunkpolice</c:v>
                </c:pt>
                <c:pt idx="3016">
                  <c:v>thejackrabbitlifestyle</c:v>
                </c:pt>
                <c:pt idx="3017">
                  <c:v>theirgivingoutfreecoffee</c:v>
                </c:pt>
                <c:pt idx="3018">
                  <c:v>theinvisiblesubmarine</c:v>
                </c:pt>
                <c:pt idx="3019">
                  <c:v>the_invisible_majority</c:v>
                </c:pt>
                <c:pt idx="3020">
                  <c:v>theinvisiblegardner198</c:v>
                </c:pt>
                <c:pt idx="3021">
                  <c:v>the_inverted_penguin</c:v>
                </c:pt>
                <c:pt idx="3022">
                  <c:v>theintoxicationstation420</c:v>
                </c:pt>
                <c:pt idx="3023">
                  <c:v>theintimidationfactor</c:v>
                </c:pt>
                <c:pt idx="3024">
                  <c:v>theinternationalplayboy</c:v>
                </c:pt>
                <c:pt idx="3025">
                  <c:v>theinternationalmusicempire</c:v>
                </c:pt>
                <c:pt idx="3026">
                  <c:v>theinternationalhiphopunion</c:v>
                </c:pt>
                <c:pt idx="3027">
                  <c:v>the_intergalactic_pimpgod</c:v>
                </c:pt>
                <c:pt idx="3028">
                  <c:v>theinterfaceincident</c:v>
                </c:pt>
                <c:pt idx="3029">
                  <c:v>theinsomniacfilmcompany</c:v>
                </c:pt>
                <c:pt idx="3030">
                  <c:v>the_insignificant_guy</c:v>
                </c:pt>
                <c:pt idx="3031">
                  <c:v>theinsanegorillanumber1</c:v>
                </c:pt>
                <c:pt idx="3032">
                  <c:v>the_innocent_bad_girl</c:v>
                </c:pt>
                <c:pt idx="3033">
                  <c:v>theinnercityskeletoncoalition</c:v>
                </c:pt>
                <c:pt idx="3034">
                  <c:v>theinformationsource</c:v>
                </c:pt>
                <c:pt idx="3035">
                  <c:v>theinfernalbaggingmachine</c:v>
                </c:pt>
                <c:pt idx="3036">
                  <c:v>theinferioritycomplex</c:v>
                </c:pt>
                <c:pt idx="3037">
                  <c:v>theinfamouspennylane</c:v>
                </c:pt>
                <c:pt idx="3038">
                  <c:v>theinfamoushaleyovercast</c:v>
                </c:pt>
                <c:pt idx="3039">
                  <c:v>theinfamousfrankwhite</c:v>
                </c:pt>
                <c:pt idx="3040">
                  <c:v>theinfamouscrazymike</c:v>
                </c:pt>
                <c:pt idx="3041">
                  <c:v>theinfamouschunkymonkey</c:v>
                </c:pt>
                <c:pt idx="3042">
                  <c:v>theinevitableindividualistpart2</c:v>
                </c:pt>
                <c:pt idx="3043">
                  <c:v>theindustrycollective</c:v>
                </c:pt>
                <c:pt idx="3044">
                  <c:v>theindependentcircle</c:v>
                </c:pt>
                <c:pt idx="3045">
                  <c:v>the_incredible_plum_</c:v>
                </c:pt>
                <c:pt idx="3046">
                  <c:v>theincrediblemeltingman</c:v>
                </c:pt>
                <c:pt idx="3047">
                  <c:v>theincrediblemeltingdan</c:v>
                </c:pt>
                <c:pt idx="3048">
                  <c:v>theincrediblejazzman</c:v>
                </c:pt>
                <c:pt idx="3049">
                  <c:v>the_incredible_god_man</c:v>
                </c:pt>
                <c:pt idx="3050">
                  <c:v>the_incredible_edible_zak</c:v>
                </c:pt>
                <c:pt idx="3051">
                  <c:v>theincredibledoctorcrab</c:v>
                </c:pt>
                <c:pt idx="3052">
                  <c:v>theincorrigiblepollyanna</c:v>
                </c:pt>
                <c:pt idx="3053">
                  <c:v>theinconspicuousclaire</c:v>
                </c:pt>
                <c:pt idx="3054">
                  <c:v>theinbornlifeless518</c:v>
                </c:pt>
                <c:pt idx="3055">
                  <c:v>theimpossibleturnover</c:v>
                </c:pt>
                <c:pt idx="3056">
                  <c:v>theimpossibleprincess</c:v>
                </c:pt>
                <c:pt idx="3057">
                  <c:v>the_immortal_emperor</c:v>
                </c:pt>
                <c:pt idx="3058">
                  <c:v>theimmaculatedecline</c:v>
                </c:pt>
                <c:pt idx="3059">
                  <c:v>theimaginaryapocalypse</c:v>
                </c:pt>
                <c:pt idx="3060">
                  <c:v>theillfavorednountrio</c:v>
                </c:pt>
                <c:pt idx="3061">
                  <c:v>the_ice_cream_man3393</c:v>
                </c:pt>
                <c:pt idx="3062">
                  <c:v>the_husband_involved</c:v>
                </c:pt>
                <c:pt idx="3063">
                  <c:v>the_human_stink_bomb</c:v>
                </c:pt>
                <c:pt idx="3064">
                  <c:v>thehumanrevolutionband</c:v>
                </c:pt>
                <c:pt idx="3065">
                  <c:v>the_human_highlight_01</c:v>
                </c:pt>
                <c:pt idx="3066">
                  <c:v>thehottestthatyouknow</c:v>
                </c:pt>
                <c:pt idx="3067">
                  <c:v>thehottestsurferaround79</c:v>
                </c:pt>
                <c:pt idx="3068">
                  <c:v>the_hottest_person_ever</c:v>
                </c:pt>
                <c:pt idx="3069">
                  <c:v>thehottestgurlaround</c:v>
                </c:pt>
                <c:pt idx="3070">
                  <c:v>the_hottest_couple_alive</c:v>
                </c:pt>
                <c:pt idx="3071">
                  <c:v>thehotguythatsnotconceded</c:v>
                </c:pt>
                <c:pt idx="3072">
                  <c:v>thehotgingerbreadwoman</c:v>
                </c:pt>
                <c:pt idx="3073">
                  <c:v>thehotcoolgreatballer</c:v>
                </c:pt>
                <c:pt idx="3074">
                  <c:v>thehotchocolatesparrow</c:v>
                </c:pt>
                <c:pt idx="3075">
                  <c:v>thehotbutteredrumpshakers</c:v>
                </c:pt>
                <c:pt idx="3076">
                  <c:v>thehoplessromantic45</c:v>
                </c:pt>
                <c:pt idx="3077">
                  <c:v>thehopewellstreetwar</c:v>
                </c:pt>
                <c:pt idx="3078">
                  <c:v>thehopelessromantic708</c:v>
                </c:pt>
                <c:pt idx="3079">
                  <c:v>thehoneycreekassembly</c:v>
                </c:pt>
                <c:pt idx="3080">
                  <c:v>theholocaustdivision</c:v>
                </c:pt>
                <c:pt idx="3081">
                  <c:v>thehollyspringsdisaster</c:v>
                </c:pt>
                <c:pt idx="3082">
                  <c:v>the_hollow_deep_within</c:v>
                </c:pt>
                <c:pt idx="3083">
                  <c:v>thehollisterwelcomecrew</c:v>
                </c:pt>
                <c:pt idx="3084">
                  <c:v>thehiphopcornerstone</c:v>
                </c:pt>
                <c:pt idx="3085">
                  <c:v>thehillbillycashrevival</c:v>
                </c:pt>
                <c:pt idx="3086">
                  <c:v>thehighyoucantsustain</c:v>
                </c:pt>
                <c:pt idx="3087">
                  <c:v>thehighway59glamrockexperience</c:v>
                </c:pt>
                <c:pt idx="3088">
                  <c:v>thehighlightwasyoursmile</c:v>
                </c:pt>
                <c:pt idx="3089">
                  <c:v>thehighgradefoundation</c:v>
                </c:pt>
                <c:pt idx="3090">
                  <c:v>thehighflyingdoublejay</c:v>
                </c:pt>
                <c:pt idx="3091">
                  <c:v>thehideoutcoffeehouse</c:v>
                </c:pt>
                <c:pt idx="3092">
                  <c:v>the_hers_tester_profile</c:v>
                </c:pt>
                <c:pt idx="3093">
                  <c:v>the_hero_that_came_2late</c:v>
                </c:pt>
                <c:pt idx="3094">
                  <c:v>thehereticangel13</c:v>
                </c:pt>
                <c:pt idx="3095">
                  <c:v>thehereseycollective</c:v>
                </c:pt>
                <c:pt idx="3096">
                  <c:v>thehelpsampsonhearmusicfund</c:v>
                </c:pt>
                <c:pt idx="3097">
                  <c:v>thehelplessobsession</c:v>
                </c:pt>
                <c:pt idx="3098">
                  <c:v>thehellboundfather</c:v>
                </c:pt>
                <c:pt idx="3099">
                  <c:v>theheavenlyhomemaker</c:v>
                </c:pt>
                <c:pt idx="3100">
                  <c:v>theheartlessdaggerfall</c:v>
                </c:pt>
                <c:pt idx="3101">
                  <c:v>theheartlesscreature</c:v>
                </c:pt>
                <c:pt idx="3102">
                  <c:v>theheartgoeshere_jackie</c:v>
                </c:pt>
                <c:pt idx="3103">
                  <c:v>the_heartbroken_poet</c:v>
                </c:pt>
                <c:pt idx="3104">
                  <c:v>theheartbreakhotelparty</c:v>
                </c:pt>
                <c:pt idx="3105">
                  <c:v>theheartbreakexpress</c:v>
                </c:pt>
                <c:pt idx="3106">
                  <c:v>the_headless_penguin</c:v>
                </c:pt>
                <c:pt idx="3107">
                  <c:v>thehavenanimalrescue</c:v>
                </c:pt>
                <c:pt idx="3108">
                  <c:v>theharmonicgenerator</c:v>
                </c:pt>
                <c:pt idx="3109">
                  <c:v>the_hardcore_punisher</c:v>
                </c:pt>
                <c:pt idx="3110">
                  <c:v>thehardcashcontroversial</c:v>
                </c:pt>
                <c:pt idx="3111">
                  <c:v>thehardcandytheorist</c:v>
                </c:pt>
                <c:pt idx="3112">
                  <c:v>the_happy_soul_slayer</c:v>
                </c:pt>
                <c:pt idx="3113">
                  <c:v>the_hamburger_hustler</c:v>
                </c:pt>
                <c:pt idx="3114">
                  <c:v>thehallelujahdarling</c:v>
                </c:pt>
                <c:pt idx="3115">
                  <c:v>thehalifaxconnection</c:v>
                </c:pt>
                <c:pt idx="3116">
                  <c:v>thehairytrashkansclan</c:v>
                </c:pt>
                <c:pt idx="3117">
                  <c:v>thehairygreylovehound</c:v>
                </c:pt>
                <c:pt idx="3118">
                  <c:v>the_habitual_line_crosser</c:v>
                </c:pt>
                <c:pt idx="3119">
                  <c:v>theguyyouknowandlove</c:v>
                </c:pt>
                <c:pt idx="3120">
                  <c:v>theguywhodidthatthere</c:v>
                </c:pt>
                <c:pt idx="3121">
                  <c:v>theguywhobroughtsexyback2</c:v>
                </c:pt>
                <c:pt idx="3122">
                  <c:v>theguythatwillmakeyoumone</c:v>
                </c:pt>
                <c:pt idx="3123">
                  <c:v>theguruandhisapprentice</c:v>
                </c:pt>
                <c:pt idx="3124">
                  <c:v>thegurlucanneverhave</c:v>
                </c:pt>
                <c:pt idx="3125">
                  <c:v>the_gurl_next_door_1</c:v>
                </c:pt>
                <c:pt idx="3126">
                  <c:v>theguitaristfromhell90</c:v>
                </c:pt>
                <c:pt idx="3127">
                  <c:v>theguitaristformerlyknown</c:v>
                </c:pt>
                <c:pt idx="3128">
                  <c:v>the_guardian_goddess</c:v>
                </c:pt>
                <c:pt idx="3129">
                  <c:v>the_guardian_dark_angel</c:v>
                </c:pt>
                <c:pt idx="3130">
                  <c:v>theguardianconstruct</c:v>
                </c:pt>
                <c:pt idx="3131">
                  <c:v>the_guardian_angel9</c:v>
                </c:pt>
                <c:pt idx="3132">
                  <c:v>thegrubbyweaselexperience</c:v>
                </c:pt>
                <c:pt idx="3133">
                  <c:v>the_grim_reaper_from_hell</c:v>
                </c:pt>
                <c:pt idx="3134">
                  <c:v>the_grim_corporation</c:v>
                </c:pt>
                <c:pt idx="3135">
                  <c:v>the.greydawnbreaking</c:v>
                </c:pt>
                <c:pt idx="3136">
                  <c:v>thegreenroommusicclub</c:v>
                </c:pt>
                <c:pt idx="3137">
                  <c:v>thegreenroom_chesterfield</c:v>
                </c:pt>
                <c:pt idx="3138">
                  <c:v>the_green_power_ranger</c:v>
                </c:pt>
                <c:pt idx="3139">
                  <c:v>thegreenloveexperiment</c:v>
                </c:pt>
                <c:pt idx="3140">
                  <c:v>the_green_eyed_blonde</c:v>
                </c:pt>
                <c:pt idx="3141">
                  <c:v>the_green_eyed_bandit</c:v>
                </c:pt>
                <c:pt idx="3142">
                  <c:v>the_green_eared_cat_alien</c:v>
                </c:pt>
                <c:pt idx="3143">
                  <c:v>thegreenchunkyhunkymonkey</c:v>
                </c:pt>
                <c:pt idx="3144">
                  <c:v>thegreenbutterproject</c:v>
                </c:pt>
                <c:pt idx="3145">
                  <c:v>thegreenbeanprophecy</c:v>
                </c:pt>
                <c:pt idx="3146">
                  <c:v>thegreedlessbandsite</c:v>
                </c:pt>
                <c:pt idx="3147">
                  <c:v>thegreatwhitehiphope</c:v>
                </c:pt>
                <c:pt idx="3148">
                  <c:v>thegreatwhiteflamingo</c:v>
                </c:pt>
                <c:pt idx="3149">
                  <c:v>the_great_white_2000</c:v>
                </c:pt>
                <c:pt idx="3150">
                  <c:v>thegreatunconformity</c:v>
                </c:pt>
                <c:pt idx="3151">
                  <c:v>the_great_ring_master</c:v>
                </c:pt>
                <c:pt idx="3152">
                  <c:v>the_great_purple_finch</c:v>
                </c:pt>
                <c:pt idx="3153">
                  <c:v>the_great_philosopher</c:v>
                </c:pt>
                <c:pt idx="3154">
                  <c:v>the_great_one_ladies</c:v>
                </c:pt>
                <c:pt idx="3155">
                  <c:v>thegreatnewjerseybearhunt</c:v>
                </c:pt>
                <c:pt idx="3156">
                  <c:v>the_great_necromancer</c:v>
                </c:pt>
                <c:pt idx="3157">
                  <c:v>thegreatmightymouselover</c:v>
                </c:pt>
                <c:pt idx="3158">
                  <c:v>thegreatmatthewwhite</c:v>
                </c:pt>
                <c:pt idx="3159">
                  <c:v>thegreatlifefoundation</c:v>
                </c:pt>
                <c:pt idx="3160">
                  <c:v>thegreatlakemusicband</c:v>
                </c:pt>
                <c:pt idx="3161">
                  <c:v>the_great_insane_one</c:v>
                </c:pt>
                <c:pt idx="3162">
                  <c:v>thegreatgoldenbaby123</c:v>
                </c:pt>
                <c:pt idx="3163">
                  <c:v>thegreatforgettingband</c:v>
                </c:pt>
                <c:pt idx="3164">
                  <c:v>thegreatfootballplaya</c:v>
                </c:pt>
                <c:pt idx="3165">
                  <c:v>thegreaterconnection</c:v>
                </c:pt>
                <c:pt idx="3166">
                  <c:v>thegreatdonjuliobluescat</c:v>
                </c:pt>
                <c:pt idx="3167">
                  <c:v>the_great_communicator</c:v>
                </c:pt>
                <c:pt idx="3168">
                  <c:v>the_great_beyond_200</c:v>
                </c:pt>
                <c:pt idx="3169">
                  <c:v>thegreatawakeningmusic</c:v>
                </c:pt>
                <c:pt idx="3170">
                  <c:v>thegreatandpowerfulfuzz</c:v>
                </c:pt>
                <c:pt idx="3171">
                  <c:v>thegreatandonlyunknown</c:v>
                </c:pt>
                <c:pt idx="3172">
                  <c:v>thegreasedupdeafguy_</c:v>
                </c:pt>
                <c:pt idx="3173">
                  <c:v>thegratefuldead4ever</c:v>
                </c:pt>
                <c:pt idx="3174">
                  <c:v>thegratedisappointment</c:v>
                </c:pt>
                <c:pt idx="3175">
                  <c:v>thegrapevineprincess</c:v>
                </c:pt>
                <c:pt idx="3176">
                  <c:v>thegrandduchessanastasia</c:v>
                </c:pt>
                <c:pt idx="3177">
                  <c:v>thegrammarianwillgetyou</c:v>
                </c:pt>
                <c:pt idx="3178">
                  <c:v>the_graham_cracker08</c:v>
                </c:pt>
                <c:pt idx="3179">
                  <c:v>thegothickillerclown</c:v>
                </c:pt>
                <c:pt idx="3180">
                  <c:v>the_gothic_architect</c:v>
                </c:pt>
                <c:pt idx="3181">
                  <c:v>thegorgeousmonstrosity</c:v>
                </c:pt>
                <c:pt idx="3182">
                  <c:v>thegoodideafoundation</c:v>
                </c:pt>
                <c:pt idx="3183">
                  <c:v>the_good_girl_next_door</c:v>
                </c:pt>
                <c:pt idx="3184">
                  <c:v>theglassonionmagazine</c:v>
                </c:pt>
                <c:pt idx="3185">
                  <c:v>thegirlwithropeforhair</c:v>
                </c:pt>
                <c:pt idx="3186">
                  <c:v>thegirlwhodoescocaine</c:v>
                </c:pt>
                <c:pt idx="3187">
                  <c:v>_thegirlthatlostyou_</c:v>
                </c:pt>
                <c:pt idx="3188">
                  <c:v>thegirlnextdoormusic</c:v>
                </c:pt>
                <c:pt idx="3189">
                  <c:v>the_girl_next_door_83</c:v>
                </c:pt>
                <c:pt idx="3190">
                  <c:v>the_girl_next_door_5</c:v>
                </c:pt>
                <c:pt idx="3191">
                  <c:v>the_girl_next_door_4</c:v>
                </c:pt>
                <c:pt idx="3192">
                  <c:v>the_girl_next_door173</c:v>
                </c:pt>
                <c:pt idx="3193">
                  <c:v>the_girl_next_door11</c:v>
                </c:pt>
                <c:pt idx="3194">
                  <c:v>the__girl__next__door</c:v>
                </c:pt>
                <c:pt idx="3195">
                  <c:v>the_girl_from_shannon</c:v>
                </c:pt>
                <c:pt idx="3196">
                  <c:v>thegirlfromouterspace</c:v>
                </c:pt>
                <c:pt idx="3197">
                  <c:v>thegirlevery1wantstob_93</c:v>
                </c:pt>
                <c:pt idx="3198">
                  <c:v>the.ginger.bread.man</c:v>
                </c:pt>
                <c:pt idx="3199">
                  <c:v>the_ginger_bread_man</c:v>
                </c:pt>
                <c:pt idx="3200">
                  <c:v>thegiantmidgetleprechaun</c:v>
                </c:pt>
                <c:pt idx="3201">
                  <c:v>thegiantfuckingspider</c:v>
                </c:pt>
                <c:pt idx="3202">
                  <c:v>theghosttowncollective</c:v>
                </c:pt>
                <c:pt idx="3203">
                  <c:v>thegetawaywasntfastenough</c:v>
                </c:pt>
                <c:pt idx="3204">
                  <c:v>thegeorgiagrahamshow</c:v>
                </c:pt>
                <c:pt idx="3205">
                  <c:v>thegentlemenssocialclub</c:v>
                </c:pt>
                <c:pt idx="3206">
                  <c:v>thegentlemensagreement</c:v>
                </c:pt>
                <c:pt idx="3207">
                  <c:v>thegentlemanhomicide</c:v>
                </c:pt>
                <c:pt idx="3208">
                  <c:v>thegenerouslatinagirl</c:v>
                </c:pt>
                <c:pt idx="3209">
                  <c:v>thegeneralsweetpants</c:v>
                </c:pt>
                <c:pt idx="3210">
                  <c:v>thegenerallyspeaking</c:v>
                </c:pt>
                <c:pt idx="3211">
                  <c:v>thegenderlessdarling</c:v>
                </c:pt>
                <c:pt idx="3212">
                  <c:v>thegazastripmovement</c:v>
                </c:pt>
                <c:pt idx="3213">
                  <c:v>thegaystraightjacket</c:v>
                </c:pt>
                <c:pt idx="3214">
                  <c:v>thegatheringlimerick</c:v>
                </c:pt>
                <c:pt idx="3215">
                  <c:v>thegatheringcommunity</c:v>
                </c:pt>
                <c:pt idx="3216">
                  <c:v>thegarybackstromband</c:v>
                </c:pt>
                <c:pt idx="3217">
                  <c:v>thegarrisonyearstreetteam</c:v>
                </c:pt>
                <c:pt idx="3218">
                  <c:v>thegabbyjayexperience</c:v>
                </c:pt>
                <c:pt idx="3219">
                  <c:v>the_future_wasnt_wrote</c:v>
                </c:pt>
                <c:pt idx="3220">
                  <c:v>the_future_was_alarming</c:v>
                </c:pt>
                <c:pt idx="3221">
                  <c:v>thefuturesportscaster</c:v>
                </c:pt>
                <c:pt idx="3222">
                  <c:v>thefurrybroadcastingcorp</c:v>
                </c:pt>
                <c:pt idx="3223">
                  <c:v>the_funny_looking_one</c:v>
                </c:pt>
                <c:pt idx="3224">
                  <c:v>the_funky_cold_medina</c:v>
                </c:pt>
                <c:pt idx="3225">
                  <c:v>thefunkrockorchestra</c:v>
                </c:pt>
                <c:pt idx="3226">
                  <c:v>thefullsizefantastic</c:v>
                </c:pt>
                <c:pt idx="3227">
                  <c:v>thefullnelsonexperience</c:v>
                </c:pt>
                <c:pt idx="3228">
                  <c:v>thefullmedicinecabinet</c:v>
                </c:pt>
                <c:pt idx="3229">
                  <c:v>the_fucking_hottest_bitch</c:v>
                </c:pt>
                <c:pt idx="3230">
                  <c:v>thefuckingcoollunchtable</c:v>
                </c:pt>
                <c:pt idx="3231">
                  <c:v>thefuckingclandestinemusicclub</c:v>
                </c:pt>
                <c:pt idx="3232">
                  <c:v>the_frontroom_profession</c:v>
                </c:pt>
                <c:pt idx="3233">
                  <c:v>thefrontroomprofession</c:v>
                </c:pt>
                <c:pt idx="3234">
                  <c:v>thefrontporchsociety</c:v>
                </c:pt>
                <c:pt idx="3235">
                  <c:v>thefrontporchmusicsociety</c:v>
                </c:pt>
                <c:pt idx="3236">
                  <c:v>thefrontporchfolkensemble</c:v>
                </c:pt>
                <c:pt idx="3237">
                  <c:v>thefromtropicswithlove</c:v>
                </c:pt>
                <c:pt idx="3238">
                  <c:v>thefriendshipfactory</c:v>
                </c:pt>
                <c:pt idx="3239">
                  <c:v>the_friendship_corner</c:v>
                </c:pt>
                <c:pt idx="3240">
                  <c:v>the_friendly_chicken</c:v>
                </c:pt>
                <c:pt idx="3241">
                  <c:v>thefriendlesssociety</c:v>
                </c:pt>
                <c:pt idx="3242">
                  <c:v>thefriendlessmonstor</c:v>
                </c:pt>
                <c:pt idx="3243">
                  <c:v>thefriedmanfamilyfortune</c:v>
                </c:pt>
                <c:pt idx="3244">
                  <c:v>thefreepicktoncampaign</c:v>
                </c:pt>
                <c:pt idx="3245">
                  <c:v>thefreakingpizzagang</c:v>
                </c:pt>
                <c:pt idx="3246">
                  <c:v>thefoundationofficial</c:v>
                </c:pt>
                <c:pt idx="3247">
                  <c:v>thefoundationcolumbus</c:v>
                </c:pt>
                <c:pt idx="3248">
                  <c:v>thefoundationatlanta</c:v>
                </c:pt>
                <c:pt idx="3249">
                  <c:v>the_former_hippieboy</c:v>
                </c:pt>
                <c:pt idx="3250">
                  <c:v>the_forgotten_writer</c:v>
                </c:pt>
                <c:pt idx="3251">
                  <c:v>theforgotteninfluence1</c:v>
                </c:pt>
                <c:pt idx="3252">
                  <c:v>theforgottenbrainchild</c:v>
                </c:pt>
                <c:pt idx="3253">
                  <c:v>the_forgotten_angel4</c:v>
                </c:pt>
                <c:pt idx="3254">
                  <c:v>theforbiddenpunkology</c:v>
                </c:pt>
                <c:pt idx="3255">
                  <c:v>TheFollowingBrightShadow</c:v>
                </c:pt>
                <c:pt idx="3256">
                  <c:v>thefollowingannouncement</c:v>
                </c:pt>
                <c:pt idx="3257">
                  <c:v>theflyingsquirrelmaster</c:v>
                </c:pt>
                <c:pt idx="3258">
                  <c:v>TheFlyingPurpleMonkey</c:v>
                </c:pt>
                <c:pt idx="3259">
                  <c:v>theflyingpenguinsown</c:v>
                </c:pt>
                <c:pt idx="3260">
                  <c:v>the_flying_dutchman_too</c:v>
                </c:pt>
                <c:pt idx="3261">
                  <c:v>the_flying_dutch_man</c:v>
                </c:pt>
                <c:pt idx="3262">
                  <c:v>the_fly___________guy</c:v>
                </c:pt>
                <c:pt idx="3263">
                  <c:v>THEFLYBOYSKEEPITPOPPIN</c:v>
                </c:pt>
                <c:pt idx="3264">
                  <c:v>thefluorescentvagina</c:v>
                </c:pt>
                <c:pt idx="3265">
                  <c:v>theflowerpowerpenguin</c:v>
                </c:pt>
                <c:pt idx="3266">
                  <c:v>the_flirtatious_princess</c:v>
                </c:pt>
                <c:pt idx="3267">
                  <c:v>theflatlinerspunkrock</c:v>
                </c:pt>
                <c:pt idx="3268">
                  <c:v>theflamingsoothsayer</c:v>
                </c:pt>
                <c:pt idx="3269">
                  <c:v>thefiveoclocksession</c:v>
                </c:pt>
                <c:pt idx="3270">
                  <c:v>the_first_sorceress_lady</c:v>
                </c:pt>
                <c:pt idx="3271">
                  <c:v>the_first_snake_charmer</c:v>
                </c:pt>
                <c:pt idx="3272">
                  <c:v>thefirecrotchexperience</c:v>
                </c:pt>
                <c:pt idx="3273">
                  <c:v>the_final_strike_band</c:v>
                </c:pt>
                <c:pt idx="3274">
                  <c:v>thefinalcloudwarrior</c:v>
                </c:pt>
                <c:pt idx="3275">
                  <c:v>thefezfeaturingwoodyallcock</c:v>
                </c:pt>
                <c:pt idx="3276">
                  <c:v>the_female_that_got_him20</c:v>
                </c:pt>
                <c:pt idx="3277">
                  <c:v>the_feathered_serpent</c:v>
                </c:pt>
                <c:pt idx="3278">
                  <c:v>thefatcontrollermustdie</c:v>
                </c:pt>
                <c:pt idx="3279">
                  <c:v>thefatbastardhimself</c:v>
                </c:pt>
                <c:pt idx="3280">
                  <c:v>thefantasticinevitable</c:v>
                </c:pt>
                <c:pt idx="3281">
                  <c:v>thefantasticcurtaincall</c:v>
                </c:pt>
                <c:pt idx="3282">
                  <c:v>thefamousundiscovered</c:v>
                </c:pt>
                <c:pt idx="3283">
                  <c:v>thefamousrachelmiller</c:v>
                </c:pt>
                <c:pt idx="3284">
                  <c:v>thefallingdarkangel</c:v>
                </c:pt>
                <c:pt idx="3285">
                  <c:v>the_fallen_crack_baby</c:v>
                </c:pt>
                <c:pt idx="3286">
                  <c:v>the_fallen_angel2232323</c:v>
                </c:pt>
                <c:pt idx="3287">
                  <c:v>thefairweatherexperience</c:v>
                </c:pt>
                <c:pt idx="3288">
                  <c:v>thefabuloustinamarie</c:v>
                </c:pt>
                <c:pt idx="3289">
                  <c:v>the_fabulous_phil_bell</c:v>
                </c:pt>
                <c:pt idx="3290">
                  <c:v>thefabulousmisschristina</c:v>
                </c:pt>
                <c:pt idx="3291">
                  <c:v>the_fabulous_jessica</c:v>
                </c:pt>
                <c:pt idx="3292">
                  <c:v>thefabulousfeedbackband</c:v>
                </c:pt>
                <c:pt idx="3293">
                  <c:v>thefabulousentourage</c:v>
                </c:pt>
                <c:pt idx="3294">
                  <c:v>theextremelygoodlookingpeople</c:v>
                </c:pt>
                <c:pt idx="3295">
                  <c:v>theextremebandgeek11</c:v>
                </c:pt>
                <c:pt idx="3296">
                  <c:v>theexplodingwhaledream</c:v>
                </c:pt>
                <c:pt idx="3297">
                  <c:v>theexplodinghearts12</c:v>
                </c:pt>
                <c:pt idx="3298">
                  <c:v>theexperimentwentwrong</c:v>
                </c:pt>
                <c:pt idx="3299">
                  <c:v>theexperimentalexperience</c:v>
                </c:pt>
                <c:pt idx="3300">
                  <c:v>theexistentialistmorning</c:v>
                </c:pt>
                <c:pt idx="3301">
                  <c:v>TheExhaustedContender</c:v>
                </c:pt>
                <c:pt idx="3302">
                  <c:v>theevolutionarynightmare</c:v>
                </c:pt>
                <c:pt idx="3303">
                  <c:v>the_evil_trio_leader</c:v>
                </c:pt>
                <c:pt idx="3304">
                  <c:v>theevilpopcornseller</c:v>
                </c:pt>
                <c:pt idx="3305">
                  <c:v>the_evil_monkey_king</c:v>
                </c:pt>
                <c:pt idx="3306">
                  <c:v>theeverilluminousone</c:v>
                </c:pt>
                <c:pt idx="3307">
                  <c:v>theeverchangingdream</c:v>
                </c:pt>
                <c:pt idx="3308">
                  <c:v>theeveninghabitstreetteam</c:v>
                </c:pt>
                <c:pt idx="3309">
                  <c:v>theeunsuspectingvictim</c:v>
                </c:pt>
                <c:pt idx="3310">
                  <c:v>theeoneandonlysarahstella</c:v>
                </c:pt>
                <c:pt idx="3311">
                  <c:v>theenlightenedbuddha</c:v>
                </c:pt>
                <c:pt idx="3312">
                  <c:v>the_enigma_incarnate</c:v>
                </c:pt>
                <c:pt idx="3313">
                  <c:v>theenergizerbunnybaby</c:v>
                </c:pt>
                <c:pt idx="3314">
                  <c:v>the_end_that_never_came</c:v>
                </c:pt>
                <c:pt idx="3315">
                  <c:v>theendlessdestruction</c:v>
                </c:pt>
                <c:pt idx="3316">
                  <c:v>the_emotional_killer</c:v>
                </c:pt>
                <c:pt idx="3317">
                  <c:v>theemeraldcityboston</c:v>
                </c:pt>
                <c:pt idx="3318">
                  <c:v>theembersarestillglowing</c:v>
                </c:pt>
                <c:pt idx="3319">
                  <c:v>theelitepartyprogram</c:v>
                </c:pt>
                <c:pt idx="3320">
                  <c:v>theelectricstarlightshowtess</c:v>
                </c:pt>
                <c:pt idx="3321">
                  <c:v>theelectricpressmusic</c:v>
                </c:pt>
                <c:pt idx="3322">
                  <c:v>theelectricexperiment</c:v>
                </c:pt>
                <c:pt idx="3323">
                  <c:v>theelectricchurchclub</c:v>
                </c:pt>
                <c:pt idx="3324">
                  <c:v>theelectricarmadillo</c:v>
                </c:pt>
                <c:pt idx="3325">
                  <c:v>thee_gorgeous_people</c:v>
                </c:pt>
                <c:pt idx="3326">
                  <c:v>the_effing_real_kristin</c:v>
                </c:pt>
                <c:pt idx="3327">
                  <c:v>theedgemorningmadhouse</c:v>
                </c:pt>
                <c:pt idx="3328">
                  <c:v>theeclecticadventure</c:v>
                </c:pt>
                <c:pt idx="3329">
                  <c:v>theeccentricphotography</c:v>
                </c:pt>
                <c:pt idx="3330">
                  <c:v>theeblackhannahmontana</c:v>
                </c:pt>
                <c:pt idx="3331">
                  <c:v>theeambervisionholocaust</c:v>
                </c:pt>
                <c:pt idx="3332">
                  <c:v>thee_adoption_agency</c:v>
                </c:pt>
                <c:pt idx="3333">
                  <c:v>thedutchessanastasia</c:v>
                </c:pt>
                <c:pt idx="3334">
                  <c:v>theduncanfamilywebsite</c:v>
                </c:pt>
                <c:pt idx="3335">
                  <c:v>thedumbestgeniusever</c:v>
                </c:pt>
                <c:pt idx="3336">
                  <c:v>theducktalesingerman</c:v>
                </c:pt>
                <c:pt idx="3337">
                  <c:v>The_drunken_master_4_life</c:v>
                </c:pt>
                <c:pt idx="3338">
                  <c:v>the_drummer_you_never_saw</c:v>
                </c:pt>
                <c:pt idx="3339">
                  <c:v>thedropshipsarecoming</c:v>
                </c:pt>
                <c:pt idx="3340">
                  <c:v>thedropkickstevenband</c:v>
                </c:pt>
                <c:pt idx="3341">
                  <c:v>thedramaqueenallgrownup</c:v>
                </c:pt>
                <c:pt idx="3342">
                  <c:v>thedotbandcollaborative</c:v>
                </c:pt>
                <c:pt idx="3343">
                  <c:v>thedonkeyheadedadversary</c:v>
                </c:pt>
                <c:pt idx="3344">
                  <c:v>the_don_entertainment</c:v>
                </c:pt>
                <c:pt idx="3345">
                  <c:v>thedollarbillproject</c:v>
                </c:pt>
                <c:pt idx="3346">
                  <c:v>thedoghouserileyband</c:v>
                </c:pt>
                <c:pt idx="3347">
                  <c:v>thedizzyroosteraustin</c:v>
                </c:pt>
                <c:pt idx="3348">
                  <c:v>thedivinityprojectband</c:v>
                </c:pt>
                <c:pt idx="3349">
                  <c:v>thedistributioncompany</c:v>
                </c:pt>
                <c:pt idx="3350">
                  <c:v>thedisenchantmentproject</c:v>
                </c:pt>
                <c:pt idx="3351">
                  <c:v>thedisconnectedspatula</c:v>
                </c:pt>
                <c:pt idx="3352">
                  <c:v>the_disastrous_beginning</c:v>
                </c:pt>
                <c:pt idx="3353">
                  <c:v>the_disappearing_boy</c:v>
                </c:pt>
                <c:pt idx="3354">
                  <c:v>thedirtylittlerockband</c:v>
                </c:pt>
                <c:pt idx="3355">
                  <c:v>thedirtyclothingcompany</c:v>
                </c:pt>
                <c:pt idx="3356">
                  <c:v>the_dirt_brown_cowboy</c:v>
                </c:pt>
                <c:pt idx="3357">
                  <c:v>thedinosaurscreamteam</c:v>
                </c:pt>
                <c:pt idx="3358">
                  <c:v>thedinnerpartyambience</c:v>
                </c:pt>
                <c:pt idx="3359">
                  <c:v>thedingdongshowmovie</c:v>
                </c:pt>
                <c:pt idx="3360">
                  <c:v>thedifferenceenginemusic</c:v>
                </c:pt>
                <c:pt idx="3361">
                  <c:v>the_diamond_princess_04</c:v>
                </c:pt>
                <c:pt idx="3362">
                  <c:v>the_diamond_princess</c:v>
                </c:pt>
                <c:pt idx="3363">
                  <c:v>the_diamond_mistress</c:v>
                </c:pt>
                <c:pt idx="3364">
                  <c:v>thedharmainitiativeband</c:v>
                </c:pt>
                <c:pt idx="3365">
                  <c:v>thedevilthinksimpretty</c:v>
                </c:pt>
                <c:pt idx="3366">
                  <c:v>thedevastatingfranco</c:v>
                </c:pt>
                <c:pt idx="3367">
                  <c:v>thedesperationproject</c:v>
                </c:pt>
                <c:pt idx="3368">
                  <c:v>thedesperatemeasurestour</c:v>
                </c:pt>
                <c:pt idx="3369">
                  <c:v>thedescriptionengine</c:v>
                </c:pt>
                <c:pt idx="3370">
                  <c:v>thedepressedfireplace</c:v>
                </c:pt>
                <c:pt idx="3371">
                  <c:v>the_demolition_lover</c:v>
                </c:pt>
                <c:pt idx="3372">
                  <c:v>thedelectablemisssarah</c:v>
                </c:pt>
                <c:pt idx="3373">
                  <c:v>the_deformed_pretty_boy</c:v>
                </c:pt>
                <c:pt idx="3374">
                  <c:v>thedaybreakexperiment</c:v>
                </c:pt>
                <c:pt idx="3375">
                  <c:v>thedarlingdepartment</c:v>
                </c:pt>
                <c:pt idx="3376">
                  <c:v>the_dark_princess_13</c:v>
                </c:pt>
                <c:pt idx="3377">
                  <c:v>the_dark_prince__kai</c:v>
                </c:pt>
                <c:pt idx="3378">
                  <c:v>thedarknesswithdeath</c:v>
                </c:pt>
                <c:pt idx="3379">
                  <c:v>the_dark_heretic_princess</c:v>
                </c:pt>
                <c:pt idx="3380">
                  <c:v>the_dark_fallen_angel</c:v>
                </c:pt>
                <c:pt idx="3381">
                  <c:v>the_dark_demon_dramaqueen</c:v>
                </c:pt>
                <c:pt idx="3382">
                  <c:v>the_dark_cully_secret</c:v>
                </c:pt>
                <c:pt idx="3383">
                  <c:v>thedannyquadmassacre</c:v>
                </c:pt>
                <c:pt idx="3384">
                  <c:v>thedangerousquietone</c:v>
                </c:pt>
                <c:pt idx="3385">
                  <c:v>thedandelionseedcompany</c:v>
                </c:pt>
                <c:pt idx="3386">
                  <c:v>the_dancing_princess</c:v>
                </c:pt>
                <c:pt idx="3387">
                  <c:v>thedamagelimitationproject</c:v>
                </c:pt>
                <c:pt idx="3388">
                  <c:v>the_dairy_queen17585</c:v>
                </c:pt>
                <c:pt idx="3389">
                  <c:v>thedailyplanetmetropolis</c:v>
                </c:pt>
                <c:pt idx="3390">
                  <c:v>the_cutting_edge_001</c:v>
                </c:pt>
                <c:pt idx="3391">
                  <c:v>thecutlassheadcharity</c:v>
                </c:pt>
                <c:pt idx="3392">
                  <c:v>thecutelittledeadgirl</c:v>
                </c:pt>
                <c:pt idx="3393">
                  <c:v>thecuriouslittledolphin</c:v>
                </c:pt>
                <c:pt idx="3394">
                  <c:v>the_cumberland_house</c:v>
                </c:pt>
                <c:pt idx="3395">
                  <c:v>thecrutchleyexperience</c:v>
                </c:pt>
                <c:pt idx="3396">
                  <c:v>thecrucialconspiracy</c:v>
                </c:pt>
                <c:pt idx="3397">
                  <c:v>the-crown-jewel-brent</c:v>
                </c:pt>
                <c:pt idx="3398">
                  <c:v>the_crippler_crawford</c:v>
                </c:pt>
                <c:pt idx="3399">
                  <c:v>the_crimson_squirrel</c:v>
                </c:pt>
                <c:pt idx="3400">
                  <c:v>thecrimsonsprocketband</c:v>
                </c:pt>
                <c:pt idx="3401">
                  <c:v>thecreativejaymarvelous</c:v>
                </c:pt>
                <c:pt idx="3402">
                  <c:v>thecreationgestationlab</c:v>
                </c:pt>
                <c:pt idx="3403">
                  <c:v>thecrazylittleperson</c:v>
                </c:pt>
                <c:pt idx="3404">
                  <c:v>the_crazy_girl_next_door</c:v>
                </c:pt>
                <c:pt idx="3405">
                  <c:v>thecrackinsideyourheart</c:v>
                </c:pt>
                <c:pt idx="3406">
                  <c:v>thecountryconnectionband</c:v>
                </c:pt>
                <c:pt idx="3407">
                  <c:v>thecounterfeitreality</c:v>
                </c:pt>
                <c:pt idx="3408">
                  <c:v>thecorporatedeathsuit</c:v>
                </c:pt>
                <c:pt idx="3409">
                  <c:v>the_corey_short_incident</c:v>
                </c:pt>
                <c:pt idx="3410">
                  <c:v>thecore_bodypiercing</c:v>
                </c:pt>
                <c:pt idx="3411">
                  <c:v>thecoolcalmcollective</c:v>
                </c:pt>
                <c:pt idx="3412">
                  <c:v>thecoolbillygoatband</c:v>
                </c:pt>
                <c:pt idx="3413">
                  <c:v>thecoolbandthatrockshard</c:v>
                </c:pt>
                <c:pt idx="3414">
                  <c:v>thecookiemonster7178</c:v>
                </c:pt>
                <c:pt idx="3415">
                  <c:v>the_cookie_monster55</c:v>
                </c:pt>
                <c:pt idx="3416">
                  <c:v>thecookiemonster1992</c:v>
                </c:pt>
                <c:pt idx="3417">
                  <c:v>thecontrast_melbourne</c:v>
                </c:pt>
                <c:pt idx="3418">
                  <c:v>thecontinentallounge</c:v>
                </c:pt>
                <c:pt idx="3419">
                  <c:v>theconsumingdarkness</c:v>
                </c:pt>
                <c:pt idx="3420">
                  <c:v>theconspiracytheorist</c:v>
                </c:pt>
                <c:pt idx="3421">
                  <c:v>theconservativebreed</c:v>
                </c:pt>
                <c:pt idx="3422">
                  <c:v>the_compulsive_mac_daddy</c:v>
                </c:pt>
                <c:pt idx="3423">
                  <c:v>thecommanderandchief</c:v>
                </c:pt>
                <c:pt idx="3424">
                  <c:v>thecolorsmusicalgroup</c:v>
                </c:pt>
                <c:pt idx="3425">
                  <c:v>thecollinsexperiment</c:v>
                </c:pt>
                <c:pt idx="3426">
                  <c:v>thecollectivemusicgroup</c:v>
                </c:pt>
                <c:pt idx="3427">
                  <c:v>thecolinharrisonproject</c:v>
                </c:pt>
                <c:pt idx="3428">
                  <c:v>thecolinandduncanshow</c:v>
                </c:pt>
                <c:pt idx="3429">
                  <c:v>thecodyblakeleyproject13</c:v>
                </c:pt>
                <c:pt idx="3430">
                  <c:v>thecobaltdeathproject</c:v>
                </c:pt>
                <c:pt idx="3431">
                  <c:v>theclockworkcrewband</c:v>
                </c:pt>
                <c:pt idx="3432">
                  <c:v>thecliffkinseyreport</c:v>
                </c:pt>
                <c:pt idx="3433">
                  <c:v>theclientsandtheirarchitect</c:v>
                </c:pt>
                <c:pt idx="3434">
                  <c:v>the_classic_heartbreaker</c:v>
                </c:pt>
                <c:pt idx="3435">
                  <c:v>theclarinetexperiment</c:v>
                </c:pt>
                <c:pt idx="3436">
                  <c:v>theclandestinefaction</c:v>
                </c:pt>
                <c:pt idx="3437">
                  <c:v>thecinnamontoastcrunchers</c:v>
                </c:pt>
                <c:pt idx="3438">
                  <c:v>thecingularjuggernaut</c:v>
                </c:pt>
                <c:pt idx="3439">
                  <c:v>thecinderellaliberty</c:v>
                </c:pt>
                <c:pt idx="3440">
                  <c:v>thechurchbandofficial</c:v>
                </c:pt>
                <c:pt idx="3441">
                  <c:v>thechurchandholyhiphop</c:v>
                </c:pt>
                <c:pt idx="3442">
                  <c:v>thechristraciproject</c:v>
                </c:pt>
                <c:pt idx="3443">
                  <c:v>thechristinaannetteproject</c:v>
                </c:pt>
                <c:pt idx="3444">
                  <c:v>thechristiancurlingcrew</c:v>
                </c:pt>
                <c:pt idx="3445">
                  <c:v>thechristiancoalition</c:v>
                </c:pt>
                <c:pt idx="3446">
                  <c:v>thechrischaosmontage</c:v>
                </c:pt>
                <c:pt idx="3447">
                  <c:v>thechrisashtonproject</c:v>
                </c:pt>
                <c:pt idx="3448">
                  <c:v>thechosen1denzelcarter</c:v>
                </c:pt>
                <c:pt idx="3449">
                  <c:v>thechocolatefireguard</c:v>
                </c:pt>
                <c:pt idx="3450">
                  <c:v>thechicagodrinkingteam</c:v>
                </c:pt>
                <c:pt idx="3451">
                  <c:v>the_chemical_romance</c:v>
                </c:pt>
                <c:pt idx="3452">
                  <c:v>thecheesenutterwithtoast</c:v>
                </c:pt>
                <c:pt idx="3453">
                  <c:v>thecheatslightswitch</c:v>
                </c:pt>
                <c:pt idx="3454">
                  <c:v>thecharmoffensiveband</c:v>
                </c:pt>
                <c:pt idx="3455">
                  <c:v>thechaostheorybandpage</c:v>
                </c:pt>
                <c:pt idx="3456">
                  <c:v>thechampionheartache</c:v>
                </c:pt>
                <c:pt idx="3457">
                  <c:v>thechamp45roadwarrior</c:v>
                </c:pt>
                <c:pt idx="3458">
                  <c:v>thechaingangbikeclub</c:v>
                </c:pt>
                <c:pt idx="3459">
                  <c:v>thecelestineprophecybook</c:v>
                </c:pt>
                <c:pt idx="3460">
                  <c:v>thecelestialstarbearer</c:v>
                </c:pt>
                <c:pt idx="3461">
                  <c:v>thecelestialpeepshow</c:v>
                </c:pt>
                <c:pt idx="3462">
                  <c:v>thecedarculturalcenter</c:v>
                </c:pt>
                <c:pt idx="3463">
                  <c:v>the_cavalier_eternal</c:v>
                </c:pt>
                <c:pt idx="3464">
                  <c:v>thecatalystprojectteam</c:v>
                </c:pt>
                <c:pt idx="3465">
                  <c:v>thecasualphotographer</c:v>
                </c:pt>
                <c:pt idx="3466">
                  <c:v>the_carrie_underwood</c:v>
                </c:pt>
                <c:pt idx="3467">
                  <c:v>thecardiovasculardisease</c:v>
                </c:pt>
                <c:pt idx="3468">
                  <c:v>thecaptainlegendaryband</c:v>
                </c:pt>
                <c:pt idx="3469">
                  <c:v>thecantonunderground</c:v>
                </c:pt>
                <c:pt idx="3470">
                  <c:v>thecannockchasepanther</c:v>
                </c:pt>
                <c:pt idx="3471">
                  <c:v>thecandylandfamilyband</c:v>
                </c:pt>
                <c:pt idx="3472">
                  <c:v>thecandlelightpavilion</c:v>
                </c:pt>
                <c:pt idx="3473">
                  <c:v>the_cambridge_school</c:v>
                </c:pt>
                <c:pt idx="3474">
                  <c:v>the_calander_hung_itself</c:v>
                </c:pt>
                <c:pt idx="3475">
                  <c:v>thecabbageexperience</c:v>
                </c:pt>
                <c:pt idx="3476">
                  <c:v>theburnloungemusicstore</c:v>
                </c:pt>
                <c:pt idx="3477">
                  <c:v>theburnedoutbasement</c:v>
                </c:pt>
                <c:pt idx="3478">
                  <c:v>thebureauentertainment</c:v>
                </c:pt>
                <c:pt idx="3479">
                  <c:v>the_brown_eyed_beauty</c:v>
                </c:pt>
                <c:pt idx="3480">
                  <c:v>thebrotherhoodlounge</c:v>
                </c:pt>
                <c:pt idx="3481">
                  <c:v>thebrotherhoodalliance</c:v>
                </c:pt>
                <c:pt idx="3482">
                  <c:v>thebrooklyngirl4life</c:v>
                </c:pt>
                <c:pt idx="3483">
                  <c:v>the_broken_hearts_club</c:v>
                </c:pt>
                <c:pt idx="3484">
                  <c:v>thebrokenheartbreaker</c:v>
                </c:pt>
                <c:pt idx="3485">
                  <c:v>thebrokendistrictband</c:v>
                </c:pt>
                <c:pt idx="3486">
                  <c:v>thebridgeclubkaraoke</c:v>
                </c:pt>
                <c:pt idx="3487">
                  <c:v>thebridestrippedbare</c:v>
                </c:pt>
                <c:pt idx="3488">
                  <c:v>the_breakfast_club_11</c:v>
                </c:pt>
                <c:pt idx="3489">
                  <c:v>thebreakdancingpenguin</c:v>
                </c:pt>
                <c:pt idx="3490">
                  <c:v>thebraveandundefeated</c:v>
                </c:pt>
                <c:pt idx="3491">
                  <c:v>thebraveandhappypilot</c:v>
                </c:pt>
                <c:pt idx="3492">
                  <c:v>thebrattytwin_sister</c:v>
                </c:pt>
                <c:pt idx="3493">
                  <c:v>thebrandonproject555</c:v>
                </c:pt>
                <c:pt idx="3494">
                  <c:v>thebrainfoodexperiment</c:v>
                </c:pt>
                <c:pt idx="3495">
                  <c:v>thebrainchildproject</c:v>
                </c:pt>
                <c:pt idx="3496">
                  <c:v>the_boy_your_looking_for</c:v>
                </c:pt>
                <c:pt idx="3497">
                  <c:v>theboundlessbeautifuldark</c:v>
                </c:pt>
                <c:pt idx="3498">
                  <c:v>thebostonmediacompany</c:v>
                </c:pt>
                <c:pt idx="3499">
                  <c:v>thebostonconservatory</c:v>
                </c:pt>
                <c:pt idx="3500">
                  <c:v>thebodyelectricproject</c:v>
                </c:pt>
                <c:pt idx="3501">
                  <c:v>the_blur_from_hell.jaw225</c:v>
                </c:pt>
                <c:pt idx="3502">
                  <c:v>theblueraspberrybastard</c:v>
                </c:pt>
                <c:pt idx="3503">
                  <c:v>the_blue_haired_girl</c:v>
                </c:pt>
                <c:pt idx="3504">
                  <c:v>thebluefigrestaurant</c:v>
                </c:pt>
                <c:pt idx="3505">
                  <c:v>thebluefairyprincess</c:v>
                </c:pt>
                <c:pt idx="3506">
                  <c:v>thebluefairymagicness</c:v>
                </c:pt>
                <c:pt idx="3507">
                  <c:v>theblueeyedidolofmillions</c:v>
                </c:pt>
                <c:pt idx="3508">
                  <c:v>the_blue_eyed_blonde</c:v>
                </c:pt>
                <c:pt idx="3509">
                  <c:v>thebluearrivaltheory</c:v>
                </c:pt>
                <c:pt idx="3510">
                  <c:v>the_bloody_hatchet_men</c:v>
                </c:pt>
                <c:pt idx="3511">
                  <c:v>the_bloody_awful_poet</c:v>
                </c:pt>
                <c:pt idx="3512">
                  <c:v>thebloodtrickleslowly</c:v>
                </c:pt>
                <c:pt idx="3513">
                  <c:v>thebloodsuckinggentlemen</c:v>
                </c:pt>
                <c:pt idx="3514">
                  <c:v>theblondenextdoor008</c:v>
                </c:pt>
                <c:pt idx="3515">
                  <c:v>the_blonde_brunette_girl</c:v>
                </c:pt>
                <c:pt idx="3516">
                  <c:v>the_blonde_brunette_8</c:v>
                </c:pt>
                <c:pt idx="3517">
                  <c:v>the_bleeding_mascara2</c:v>
                </c:pt>
                <c:pt idx="3518">
                  <c:v>thebleedingheartbakery</c:v>
                </c:pt>
                <c:pt idx="3519">
                  <c:v>theblanketforcefield</c:v>
                </c:pt>
                <c:pt idx="3520">
                  <c:v>theblackwallstreetfansite</c:v>
                </c:pt>
                <c:pt idx="3521">
                  <c:v>theblacktopmemorycollinsville</c:v>
                </c:pt>
                <c:pt idx="3522">
                  <c:v>the_black_tinkerbell</c:v>
                </c:pt>
                <c:pt idx="3523">
                  <c:v>theblacktieaffairband</c:v>
                </c:pt>
                <c:pt idx="3524">
                  <c:v>theblackstarmovement</c:v>
                </c:pt>
                <c:pt idx="3525">
                  <c:v>theblacksheepsquadron</c:v>
                </c:pt>
                <c:pt idx="3526">
                  <c:v>the_black_rose_angel</c:v>
                </c:pt>
                <c:pt idx="3527">
                  <c:v>the_black_philosopher</c:v>
                </c:pt>
                <c:pt idx="3528">
                  <c:v>the_blackout_faction</c:v>
                </c:pt>
                <c:pt idx="3529">
                  <c:v>theblacknesswillconsume</c:v>
                </c:pt>
                <c:pt idx="3530">
                  <c:v>theblackmagicretreat</c:v>
                </c:pt>
                <c:pt idx="3531">
                  <c:v>the_black_jack_tripper</c:v>
                </c:pt>
                <c:pt idx="3532">
                  <c:v>theblackelectricspace</c:v>
                </c:pt>
                <c:pt idx="3533">
                  <c:v>theblackautumncalamity</c:v>
                </c:pt>
                <c:pt idx="3534">
                  <c:v>theblackandwhitecity</c:v>
                </c:pt>
                <c:pt idx="3535">
                  <c:v>thebiweeklyworldenquirer</c:v>
                </c:pt>
                <c:pt idx="3536">
                  <c:v>the_bitch_from_hell05459</c:v>
                </c:pt>
                <c:pt idx="3537">
                  <c:v>thebilliondollardream</c:v>
                </c:pt>
                <c:pt idx="3538">
                  <c:v>the_big_yellow_sponge</c:v>
                </c:pt>
                <c:pt idx="3539">
                  <c:v>thebigmouthcaterpillar</c:v>
                </c:pt>
                <c:pt idx="3540">
                  <c:v>thebiggesttrailertrash</c:v>
                </c:pt>
                <c:pt idx="3541">
                  <c:v>thebiggesttorriefaneva</c:v>
                </c:pt>
                <c:pt idx="3542">
                  <c:v>thebiggestpotheadever</c:v>
                </c:pt>
                <c:pt idx="3543">
                  <c:v>thebiggestpothead4eva</c:v>
                </c:pt>
                <c:pt idx="3544">
                  <c:v>thebiggestposersonearth</c:v>
                </c:pt>
                <c:pt idx="3545">
                  <c:v>the_biggest_mistake_ever</c:v>
                </c:pt>
                <c:pt idx="3546">
                  <c:v>thebiggesthoeeveralive</c:v>
                </c:pt>
                <c:pt idx="3547">
                  <c:v>thebiggestdorkonearth</c:v>
                </c:pt>
                <c:pt idx="3548">
                  <c:v>thebiggerbetterbastard</c:v>
                </c:pt>
                <c:pt idx="3549">
                  <c:v>the_big_beat_commander</c:v>
                </c:pt>
                <c:pt idx="3550">
                  <c:v>the_big_bad_booty_daddy</c:v>
                </c:pt>
                <c:pt idx="3551">
                  <c:v>the_big_apple_dude2010</c:v>
                </c:pt>
                <c:pt idx="3552">
                  <c:v>the_better_music_chic</c:v>
                </c:pt>
                <c:pt idx="3553">
                  <c:v>thebethlehemabortionclinic</c:v>
                </c:pt>
                <c:pt idx="3554">
                  <c:v>thebetamaxrevolution</c:v>
                </c:pt>
                <c:pt idx="3555">
                  <c:v>the_best_white_gurl_eva</c:v>
                </c:pt>
                <c:pt idx="3556">
                  <c:v>the_best_stunner_live</c:v>
                </c:pt>
                <c:pt idx="3557">
                  <c:v>thebestskateboarderever</c:v>
                </c:pt>
                <c:pt idx="3558">
                  <c:v>the_best_singer_ever</c:v>
                </c:pt>
                <c:pt idx="3559">
                  <c:v>thebestlacrossplayeralive</c:v>
                </c:pt>
                <c:pt idx="3560">
                  <c:v>the-best-goalkeeper1</c:v>
                </c:pt>
                <c:pt idx="3561">
                  <c:v>thebestfootballplayerever</c:v>
                </c:pt>
                <c:pt idx="3562">
                  <c:v>the_best_ever_period</c:v>
                </c:pt>
                <c:pt idx="3563">
                  <c:v>the_best_baller_around</c:v>
                </c:pt>
                <c:pt idx="3564">
                  <c:v>the_best_ass_hole_ever</c:v>
                </c:pt>
                <c:pt idx="3565">
                  <c:v>the_best_amanda_you_know</c:v>
                </c:pt>
                <c:pt idx="3566">
                  <c:v>thebenedictcollegegospelchoir</c:v>
                </c:pt>
                <c:pt idx="3567">
                  <c:v>thebellwitchhaunting</c:v>
                </c:pt>
                <c:pt idx="3568">
                  <c:v>thebedroomcollection</c:v>
                </c:pt>
                <c:pt idx="3569">
                  <c:v>the_beautiful_unseen</c:v>
                </c:pt>
                <c:pt idx="3570">
                  <c:v>thebeautifulstruggle9829</c:v>
                </c:pt>
                <c:pt idx="3571">
                  <c:v>thebeautiful_struggle</c:v>
                </c:pt>
                <c:pt idx="3572">
                  <c:v>the_beautiful_stranger</c:v>
                </c:pt>
                <c:pt idx="3573">
                  <c:v>the_beautifulpeople_</c:v>
                </c:pt>
                <c:pt idx="3574">
                  <c:v>the_beautiful_people_</c:v>
                </c:pt>
                <c:pt idx="3575">
                  <c:v>thebeautifuloblivion</c:v>
                </c:pt>
                <c:pt idx="3576">
                  <c:v>thebeautifulneverhurry</c:v>
                </c:pt>
                <c:pt idx="3577">
                  <c:v>thebeautifulmistake2</c:v>
                </c:pt>
                <c:pt idx="3578">
                  <c:v>thebeautifulexperience</c:v>
                </c:pt>
                <c:pt idx="3579">
                  <c:v>thebeautifuldisasterpage</c:v>
                </c:pt>
                <c:pt idx="3580">
                  <c:v>thebeatingheartsyeah</c:v>
                </c:pt>
                <c:pt idx="3581">
                  <c:v>thebeastishereandnow</c:v>
                </c:pt>
                <c:pt idx="3582">
                  <c:v>thebattlefield2penguin</c:v>
                </c:pt>
                <c:pt idx="3583">
                  <c:v>thebastardshavelanded</c:v>
                </c:pt>
                <c:pt idx="3584">
                  <c:v>thebastardchildmusic</c:v>
                </c:pt>
                <c:pt idx="3585">
                  <c:v>thebasketweavingclub</c:v>
                </c:pt>
                <c:pt idx="3586">
                  <c:v>thebasementcollective</c:v>
                </c:pt>
                <c:pt idx="3587">
                  <c:v>the_baseball_hottie_09</c:v>
                </c:pt>
                <c:pt idx="3588">
                  <c:v>the_baroness_gothicheart</c:v>
                </c:pt>
                <c:pt idx="3589">
                  <c:v>thebarneypenguinedith</c:v>
                </c:pt>
                <c:pt idx="3590">
                  <c:v>the_barefoot_contessa</c:v>
                </c:pt>
                <c:pt idx="3591">
                  <c:v>thebarbarianformerlyknownasconnor</c:v>
                </c:pt>
                <c:pt idx="3592">
                  <c:v>thebandwhowasntthere</c:v>
                </c:pt>
                <c:pt idx="3593">
                  <c:v>the_band_accident_prone</c:v>
                </c:pt>
                <c:pt idx="3594">
                  <c:v>the_banana_adventure</c:v>
                </c:pt>
                <c:pt idx="3595">
                  <c:v>theballroommassacremusic</c:v>
                </c:pt>
                <c:pt idx="3596">
                  <c:v>the_badass_bitch_ever</c:v>
                </c:pt>
                <c:pt idx="3597">
                  <c:v>the_awesomeness_herself</c:v>
                </c:pt>
                <c:pt idx="3598">
                  <c:v>theauthenticblackice</c:v>
                </c:pt>
                <c:pt idx="3599">
                  <c:v>theauralalchemistmusic</c:v>
                </c:pt>
                <c:pt idx="3600">
                  <c:v>theauctionhousescandal</c:v>
                </c:pt>
                <c:pt idx="3601">
                  <c:v>theattackplancobourg</c:v>
                </c:pt>
                <c:pt idx="3602">
                  <c:v>theatrelightdesigner</c:v>
                </c:pt>
                <c:pt idx="3603">
                  <c:v>theatreclassflatline</c:v>
                </c:pt>
                <c:pt idx="3604">
                  <c:v>theashleydancerfanclub</c:v>
                </c:pt>
                <c:pt idx="3605">
                  <c:v>theartificialremorse</c:v>
                </c:pt>
                <c:pt idx="3606">
                  <c:v>thearlingtonpointmassacre</c:v>
                </c:pt>
                <c:pt idx="3607">
                  <c:v>the_aristocratic_assassin</c:v>
                </c:pt>
                <c:pt idx="3608">
                  <c:v>theargumentativecuecumber</c:v>
                </c:pt>
                <c:pt idx="3609">
                  <c:v>thearchangelgrievous</c:v>
                </c:pt>
                <c:pt idx="3610">
                  <c:v>the_arcanum_experiment</c:v>
                </c:pt>
                <c:pt idx="3611">
                  <c:v>theaquariumwarehouse</c:v>
                </c:pt>
                <c:pt idx="3612">
                  <c:v>theapostolicgentleman</c:v>
                </c:pt>
                <c:pt idx="3613">
                  <c:v>the_apartment_lounge</c:v>
                </c:pt>
                <c:pt idx="3614">
                  <c:v>theanswersimwaitingfor</c:v>
                </c:pt>
                <c:pt idx="3615">
                  <c:v>theanonymouspunkbastard</c:v>
                </c:pt>
                <c:pt idx="3616">
                  <c:v>theanonymouscharacter</c:v>
                </c:pt>
                <c:pt idx="3617">
                  <c:v>the_anonymous_caller</c:v>
                </c:pt>
                <c:pt idx="3618">
                  <c:v>the_animal_sanctuary</c:v>
                </c:pt>
                <c:pt idx="3619">
                  <c:v>theanimal19version2</c:v>
                </c:pt>
                <c:pt idx="3620">
                  <c:v>theangryteenshittingsquad</c:v>
                </c:pt>
                <c:pt idx="3621">
                  <c:v>theangelbenolosingers</c:v>
                </c:pt>
                <c:pt idx="3622">
                  <c:v>theandyfellexperience</c:v>
                </c:pt>
                <c:pt idx="3623">
                  <c:v>theancientcheesegarageorchestra</c:v>
                </c:pt>
                <c:pt idx="3624">
                  <c:v>theanatomicalsnuffbox</c:v>
                </c:pt>
                <c:pt idx="3625">
                  <c:v>the_analogue_revolution</c:v>
                </c:pt>
                <c:pt idx="3626">
                  <c:v>theamityvilletoaster</c:v>
                </c:pt>
                <c:pt idx="3627">
                  <c:v>theamherstcoffeehouse</c:v>
                </c:pt>
                <c:pt idx="3628">
                  <c:v>theamazingwhiplashfamily</c:v>
                </c:pt>
                <c:pt idx="3629">
                  <c:v>the_amazing_spider_sam</c:v>
                </c:pt>
                <c:pt idx="3630">
                  <c:v>the_amazing_kim_berry</c:v>
                </c:pt>
                <c:pt idx="3631">
                  <c:v>theamazinggoldeneagle</c:v>
                </c:pt>
                <c:pt idx="3632">
                  <c:v>theamazinggatekeeper</c:v>
                </c:pt>
                <c:pt idx="3633">
                  <c:v>theamazingflyingmattress</c:v>
                </c:pt>
                <c:pt idx="3634">
                  <c:v>the_amazing_daredevil</c:v>
                </c:pt>
                <c:pt idx="3635">
                  <c:v>theamazingbeauregard</c:v>
                </c:pt>
                <c:pt idx="3636">
                  <c:v>thealwaysfabulousjazzy</c:v>
                </c:pt>
                <c:pt idx="3637">
                  <c:v>thealternativereality</c:v>
                </c:pt>
                <c:pt idx="3638">
                  <c:v>the_alpha_and_omega7</c:v>
                </c:pt>
                <c:pt idx="3639">
                  <c:v>thealmightything1990</c:v>
                </c:pt>
                <c:pt idx="3640">
                  <c:v>thealmightyqueenkathy</c:v>
                </c:pt>
                <c:pt idx="3641">
                  <c:v>the_almighty_jam_man</c:v>
                </c:pt>
                <c:pt idx="3642">
                  <c:v>thealmightyjaguarspirit</c:v>
                </c:pt>
                <c:pt idx="3643">
                  <c:v>thealmightyfirecrotch</c:v>
                </c:pt>
                <c:pt idx="3644">
                  <c:v>thealmightydrunkenone</c:v>
                </c:pt>
                <c:pt idx="3645">
                  <c:v>thealmightydairyqueen</c:v>
                </c:pt>
                <c:pt idx="3646">
                  <c:v>the_almighty_carnage</c:v>
                </c:pt>
                <c:pt idx="3647">
                  <c:v>thealliancephilanthropy</c:v>
                </c:pt>
                <c:pt idx="3648">
                  <c:v>the_all_connected_one</c:v>
                </c:pt>
                <c:pt idx="3649">
                  <c:v>thealkaptonuriasociety</c:v>
                </c:pt>
                <c:pt idx="3650">
                  <c:v>the_alkaline_soloist</c:v>
                </c:pt>
                <c:pt idx="3651">
                  <c:v>thealiensarecoming2010</c:v>
                </c:pt>
                <c:pt idx="3652">
                  <c:v>thealabasterboxmagazine</c:v>
                </c:pt>
                <c:pt idx="3653">
                  <c:v>the_alabastard_dragon</c:v>
                </c:pt>
                <c:pt idx="3654">
                  <c:v>theaestheticmemorandum</c:v>
                </c:pt>
                <c:pt idx="3655">
                  <c:v>theadventurercantfly</c:v>
                </c:pt>
                <c:pt idx="3656">
                  <c:v>the_add_page_official</c:v>
                </c:pt>
                <c:pt idx="3657">
                  <c:v>theacousticprojectlive</c:v>
                </c:pt>
                <c:pt idx="3658">
                  <c:v>theaccountantcollapse</c:v>
                </c:pt>
                <c:pt idx="3659">
                  <c:v>theacademystreetteam</c:v>
                </c:pt>
                <c:pt idx="3660">
                  <c:v>theabsoluteexperience</c:v>
                </c:pt>
                <c:pt idx="3661">
                  <c:v>theabsolutebestperiod</c:v>
                </c:pt>
                <c:pt idx="3662">
                  <c:v>the_absinthe_experience</c:v>
                </c:pt>
                <c:pt idx="3663">
                  <c:v>theabominableshowmen</c:v>
                </c:pt>
                <c:pt idx="3664">
                  <c:v>theabominabledoctorphibes</c:v>
                </c:pt>
                <c:pt idx="3665">
                  <c:v>the_abdominal_snowman</c:v>
                </c:pt>
                <c:pt idx="3666">
                  <c:v>the9milliondollarman</c:v>
                </c:pt>
                <c:pt idx="3667">
                  <c:v>the5one4and5only2julio</c:v>
                </c:pt>
                <c:pt idx="3668">
                  <c:v>the559houseshowpromoter</c:v>
                </c:pt>
                <c:pt idx="3669">
                  <c:v>the50foottallmusicmakingmorganmonster</c:v>
                </c:pt>
                <c:pt idx="3670">
                  <c:v>the40yearoldvirginmary</c:v>
                </c:pt>
                <c:pt idx="3671">
                  <c:v>the3mileislandaccident</c:v>
                </c:pt>
                <c:pt idx="3672">
                  <c:v>the_1_that_got_away_</c:v>
                </c:pt>
                <c:pt idx="3673">
                  <c:v>the1nonlyprincess011</c:v>
                </c:pt>
                <c:pt idx="3674">
                  <c:v>the1nonlyplayboybunny9</c:v>
                </c:pt>
                <c:pt idx="3675">
                  <c:v>the1nonlymelissamoore</c:v>
                </c:pt>
                <c:pt idx="3676">
                  <c:v>the1nonlykaylaelizabeth</c:v>
                </c:pt>
                <c:pt idx="3677">
                  <c:v>the1_and_only_vicstar</c:v>
                </c:pt>
                <c:pt idx="3678">
                  <c:v>the1andonlysoccerplayer</c:v>
                </c:pt>
                <c:pt idx="3679">
                  <c:v>the1andonlyshortcake</c:v>
                </c:pt>
                <c:pt idx="3680">
                  <c:v>the_1_and_only_shaybaby</c:v>
                </c:pt>
                <c:pt idx="3681">
                  <c:v>the_1_and_only_sharky</c:v>
                </c:pt>
                <c:pt idx="3682">
                  <c:v>the1andonlyrebelfury</c:v>
                </c:pt>
                <c:pt idx="3683">
                  <c:v>the_1_and_only_pussycat</c:v>
                </c:pt>
                <c:pt idx="3684">
                  <c:v>the1andonlypartystarter</c:v>
                </c:pt>
                <c:pt idx="3685">
                  <c:v>the1andonlymissjulie</c:v>
                </c:pt>
                <c:pt idx="3686">
                  <c:v>the1andonlymissblair</c:v>
                </c:pt>
                <c:pt idx="3687">
                  <c:v>the_1_and_only_miranda</c:v>
                </c:pt>
                <c:pt idx="3688">
                  <c:v>the1andonlykissablecutie</c:v>
                </c:pt>
                <c:pt idx="3689">
                  <c:v>the_1_and_only_kalinda</c:v>
                </c:pt>
                <c:pt idx="3690">
                  <c:v>the_1and_only_jessica</c:v>
                </c:pt>
                <c:pt idx="3691">
                  <c:v>the_1_and_only_ginabrown</c:v>
                </c:pt>
                <c:pt idx="3692">
                  <c:v>the1andonlygermanpenguin</c:v>
                </c:pt>
                <c:pt idx="3693">
                  <c:v>the1andonlygatekeeper</c:v>
                </c:pt>
                <c:pt idx="3694">
                  <c:v>the1andonlydallascowgirl</c:v>
                </c:pt>
                <c:pt idx="3695">
                  <c:v>the1andonlychrissythrower</c:v>
                </c:pt>
                <c:pt idx="3696">
                  <c:v>the1andonlycandyangel</c:v>
                </c:pt>
                <c:pt idx="3697">
                  <c:v>the_1_and_only_bobby</c:v>
                </c:pt>
                <c:pt idx="3698">
                  <c:v>the1andonlyangelbaby</c:v>
                </c:pt>
                <c:pt idx="3699">
                  <c:v>The1andOnly_AlexStarr</c:v>
                </c:pt>
                <c:pt idx="3700">
                  <c:v>thawinterfreshsupplier</c:v>
                </c:pt>
                <c:pt idx="3701">
                  <c:v>thatwhitegirlcandance</c:v>
                </c:pt>
                <c:pt idx="3702">
                  <c:v>thatwhitechickmelissa</c:v>
                </c:pt>
                <c:pt idx="3703">
                  <c:v>thatwasperfectdoitagain</c:v>
                </c:pt>
                <c:pt idx="3704">
                  <c:v>thatwasalmostpointless</c:v>
                </c:pt>
                <c:pt idx="3705">
                  <c:v>that_volleyball_chick</c:v>
                </c:pt>
                <c:pt idx="3706">
                  <c:v>thatthickphillychick</c:v>
                </c:pt>
                <c:pt idx="3707">
                  <c:v>thatsyourproblemnotmine</c:v>
                </c:pt>
                <c:pt idx="3708">
                  <c:v>thatswhatyousaidlasttime</c:v>
                </c:pt>
                <c:pt idx="3709">
                  <c:v>thatswhatyourdadsaid</c:v>
                </c:pt>
                <c:pt idx="3710">
                  <c:v>thatstraightedgeloser</c:v>
                </c:pt>
                <c:pt idx="3711">
                  <c:v>thatstotallyawesomeman</c:v>
                </c:pt>
                <c:pt idx="3712">
                  <c:v>thats_the_allie_hotness</c:v>
                </c:pt>
                <c:pt idx="3713">
                  <c:v>thatsrightsoulsister</c:v>
                </c:pt>
                <c:pt idx="3714">
                  <c:v>thats_right_its_andy</c:v>
                </c:pt>
                <c:pt idx="3715">
                  <c:v>thatspecialmonkeyhug</c:v>
                </c:pt>
                <c:pt idx="3716">
                  <c:v>thatskaterguyyouknow</c:v>
                </c:pt>
                <c:pt idx="3717">
                  <c:v>thatsjustwordsputtogether</c:v>
                </c:pt>
                <c:pt idx="3718">
                  <c:v>thats_just_another_lie</c:v>
                </c:pt>
                <c:pt idx="3719">
                  <c:v>thats_freaking_sweet</c:v>
                </c:pt>
                <c:pt idx="3720">
                  <c:v>thatsfreakingawesome</c:v>
                </c:pt>
                <c:pt idx="3721">
                  <c:v>thatscoolfortwentyone</c:v>
                </c:pt>
                <c:pt idx="3722">
                  <c:v>that_savage_from_new_york</c:v>
                </c:pt>
                <c:pt idx="3723">
                  <c:v>that_sassy_girl_shayla</c:v>
                </c:pt>
                <c:pt idx="3724">
                  <c:v>thatsassyassnewyorker</c:v>
                </c:pt>
                <c:pt idx="3725">
                  <c:v>that_sarah_riley_girl</c:v>
                </c:pt>
                <c:pt idx="3726">
                  <c:v>that_one_rocker_chick92</c:v>
                </c:pt>
                <c:pt idx="3727">
                  <c:v>that_one_gurl_felicia</c:v>
                </c:pt>
                <c:pt idx="3728">
                  <c:v>that_onegirl_melissa</c:v>
                </c:pt>
                <c:pt idx="3729">
                  <c:v>that_one_girl_annette</c:v>
                </c:pt>
                <c:pt idx="3730">
                  <c:v>that_one_faint_voice</c:v>
                </c:pt>
                <c:pt idx="3731">
                  <c:v>that_one_chick_jessica</c:v>
                </c:pt>
                <c:pt idx="3732">
                  <c:v>that_one_average_girl</c:v>
                </c:pt>
                <c:pt idx="3733">
                  <c:v>thatoldromanticfeeling</c:v>
                </c:pt>
                <c:pt idx="3734">
                  <c:v>that_old_familiar_sting</c:v>
                </c:pt>
                <c:pt idx="3735">
                  <c:v>thatofficialmodelbitch</c:v>
                </c:pt>
                <c:pt idx="3736">
                  <c:v>that_nawlins_boy_jay</c:v>
                </c:pt>
                <c:pt idx="3737">
                  <c:v>that_most_infamous_chick</c:v>
                </c:pt>
                <c:pt idx="3738">
                  <c:v>thatlittle_fluffy_whore</c:v>
                </c:pt>
                <c:pt idx="3739">
                  <c:v>thatlightskinteddude</c:v>
                </c:pt>
                <c:pt idx="3740">
                  <c:v>THAT_LIGHTSKINNED_GUY</c:v>
                </c:pt>
                <c:pt idx="3741">
                  <c:v>thatladfromtheothernight</c:v>
                </c:pt>
                <c:pt idx="3742">
                  <c:v>that_jackass_metal_head</c:v>
                </c:pt>
                <c:pt idx="3743">
                  <c:v>thathollisterguylance</c:v>
                </c:pt>
                <c:pt idx="3744">
                  <c:v>thatguyyoudreamabout</c:v>
                </c:pt>
                <c:pt idx="3745">
                  <c:v>thatguywiththeweirdname</c:v>
                </c:pt>
                <c:pt idx="3746">
                  <c:v>thatguywiththechinkcar</c:v>
                </c:pt>
                <c:pt idx="3747">
                  <c:v>thatfatguywithglasses</c:v>
                </c:pt>
                <c:pt idx="3748">
                  <c:v>thatfatgirlchristina</c:v>
                </c:pt>
                <c:pt idx="3749">
                  <c:v>that_dude_with_big_hair</c:v>
                </c:pt>
                <c:pt idx="3750">
                  <c:v>ThatdudefromtheSquad</c:v>
                </c:pt>
                <c:pt idx="3751">
                  <c:v>that_dude_from_school</c:v>
                </c:pt>
                <c:pt idx="3752">
                  <c:v>that_cute_lil_wilk_gurl</c:v>
                </c:pt>
                <c:pt idx="3753">
                  <c:v>that_crazy_cute_chick</c:v>
                </c:pt>
                <c:pt idx="3754">
                  <c:v>that_crazy_blonde_girl</c:v>
                </c:pt>
                <c:pt idx="3755">
                  <c:v>that_chocolate_chick1</c:v>
                </c:pt>
                <c:pt idx="3756">
                  <c:v>that_chick_next_door08</c:v>
                </c:pt>
                <c:pt idx="3757">
                  <c:v>that_brunette_girl417</c:v>
                </c:pt>
                <c:pt idx="3758">
                  <c:v>that_boy_needs_therapy_</c:v>
                </c:pt>
                <c:pt idx="3759">
                  <c:v>thatboygotstretchypants</c:v>
                </c:pt>
                <c:pt idx="3760">
                  <c:v>thatbottlesoutherncomfort</c:v>
                </c:pt>
                <c:pt idx="3761">
                  <c:v>thatbitchwiththegreen</c:v>
                </c:pt>
                <c:pt idx="3762">
                  <c:v>thatancientmystictrinity</c:v>
                </c:pt>
                <c:pt idx="3763">
                  <c:v>thatace_perfectionist</c:v>
                </c:pt>
                <c:pt idx="3764">
                  <c:v>that_1_guy_you_might_know</c:v>
                </c:pt>
                <c:pt idx="3765">
                  <c:v>that1dudewiththeweed420</c:v>
                </c:pt>
                <c:pt idx="3766">
                  <c:v>that1andonlybitchcrystal</c:v>
                </c:pt>
                <c:pt idx="3767">
                  <c:v>tha_real_sirmarksalot</c:v>
                </c:pt>
                <c:pt idx="3768">
                  <c:v>tha_realest_3six_goon</c:v>
                </c:pt>
                <c:pt idx="3769">
                  <c:v>thaonlyoneyoudreamabout</c:v>
                </c:pt>
                <c:pt idx="3770">
                  <c:v>tha_only_diamond_princess</c:v>
                </c:pt>
                <c:pt idx="3771">
                  <c:v>tha_one_you_love_2_hate</c:v>
                </c:pt>
                <c:pt idx="3772">
                  <c:v>tha_one_and_only_pimp39</c:v>
                </c:pt>
                <c:pt idx="3773">
                  <c:v>tha_one_and_only__heather</c:v>
                </c:pt>
                <c:pt idx="3774">
                  <c:v>tha_one_and_only_cris</c:v>
                </c:pt>
                <c:pt idx="3775">
                  <c:v>thankyougodformylife</c:v>
                </c:pt>
                <c:pt idx="3776">
                  <c:v>thank_you_for_smoking</c:v>
                </c:pt>
                <c:pt idx="3777">
                  <c:v>_thank_you_come_again_</c:v>
                </c:pt>
                <c:pt idx="3778">
                  <c:v>thanks_for_the_candy</c:v>
                </c:pt>
                <c:pt idx="3779">
                  <c:v>thanksfornothing1223</c:v>
                </c:pt>
                <c:pt idx="3780">
                  <c:v>thanksformyspacekate</c:v>
                </c:pt>
                <c:pt idx="3781">
                  <c:v>thanks_for_everything</c:v>
                </c:pt>
                <c:pt idx="3782">
                  <c:v>thank_god_they_are_grown</c:v>
                </c:pt>
                <c:pt idx="3783">
                  <c:v>thankgod4marchmadness</c:v>
                </c:pt>
                <c:pt idx="3784">
                  <c:v>tha_moss_point_native_05</c:v>
                </c:pt>
                <c:pt idx="3785">
                  <c:v>tha_mean_green_machine</c:v>
                </c:pt>
                <c:pt idx="3786">
                  <c:v>thalliumatomicnumber81</c:v>
                </c:pt>
                <c:pt idx="3787">
                  <c:v>thaliamassagetherapist</c:v>
                </c:pt>
                <c:pt idx="3788">
                  <c:v>tha_infamous_fat_tony</c:v>
                </c:pt>
                <c:pt idx="3789">
                  <c:v>thagardenentertainment</c:v>
                </c:pt>
                <c:pt idx="3790">
                  <c:v>thafinestoutcashville</c:v>
                </c:pt>
                <c:pt idx="3791">
                  <c:v>tha_dumbout_humancrack</c:v>
                </c:pt>
                <c:pt idx="3792">
                  <c:v>thadistrictofficialpage</c:v>
                </c:pt>
                <c:pt idx="3793">
                  <c:v>tha_diamond_dutchess</c:v>
                </c:pt>
                <c:pt idx="3794">
                  <c:v>thabrownskinnedbeauty</c:v>
                </c:pt>
                <c:pt idx="3795">
                  <c:v>tha_best_thing_flowing</c:v>
                </c:pt>
                <c:pt idx="3796">
                  <c:v>tha_beautiful_samara</c:v>
                </c:pt>
                <c:pt idx="3797">
                  <c:v>thabadguy_icebergslim</c:v>
                </c:pt>
                <c:pt idx="3798">
                  <c:v>tha1andonlykirsti_01</c:v>
                </c:pt>
                <c:pt idx="3799">
                  <c:v>tha1andonlyjitterbug</c:v>
                </c:pt>
                <c:pt idx="3800">
                  <c:v>testtubehybridmonkey</c:v>
                </c:pt>
                <c:pt idx="3801">
                  <c:v>testingwalkerofficial</c:v>
                </c:pt>
                <c:pt idx="3802">
                  <c:v>testinglayoutnumber1</c:v>
                </c:pt>
                <c:pt idx="3803">
                  <c:v>tester_for_loserface</c:v>
                </c:pt>
                <c:pt idx="3804">
                  <c:v>terrywarrenphotography</c:v>
                </c:pt>
                <c:pt idx="3805">
                  <c:v>terrynumberonesinger</c:v>
                </c:pt>
                <c:pt idx="3806">
                  <c:v>terri_slow_smooth_burn70</c:v>
                </c:pt>
                <c:pt idx="3807">
                  <c:v>terrimilliondollarbaby</c:v>
                </c:pt>
                <c:pt idx="3808">
                  <c:v>terriblyinterestingperson</c:v>
                </c:pt>
                <c:pt idx="3809">
                  <c:v>terrible_thunder_lizard</c:v>
                </c:pt>
                <c:pt idx="3810">
                  <c:v>terribleanimaltesting</c:v>
                </c:pt>
                <c:pt idx="3811">
                  <c:v>terpfireinvestigator</c:v>
                </c:pt>
                <c:pt idx="3812">
                  <c:v>termlifeagencybuilder</c:v>
                </c:pt>
                <c:pt idx="3813">
                  <c:v>terminalrelapsemusic</c:v>
                </c:pt>
                <c:pt idx="3814">
                  <c:v>teresawasalreadytaken</c:v>
                </c:pt>
                <c:pt idx="3815">
                  <c:v>teresanicolephotography</c:v>
                </c:pt>
                <c:pt idx="3816">
                  <c:v>tenthousandmarblesplease</c:v>
                </c:pt>
                <c:pt idx="3817">
                  <c:v>tentativesoundproject</c:v>
                </c:pt>
                <c:pt idx="3818">
                  <c:v>tennis_softball_gurl</c:v>
                </c:pt>
                <c:pt idx="3819">
                  <c:v>tenminutestilltomorrow</c:v>
                </c:pt>
                <c:pt idx="3820">
                  <c:v>tenderloveandsuicide</c:v>
                </c:pt>
                <c:pt idx="3821">
                  <c:v>tenderdeadheadhippie</c:v>
                </c:pt>
                <c:pt idx="3822">
                  <c:v>tena_iselin_smallwood</c:v>
                </c:pt>
                <c:pt idx="3823">
                  <c:v>tenacious_ween_priest</c:v>
                </c:pt>
                <c:pt idx="3824">
                  <c:v>tenacious_volleygirl</c:v>
                </c:pt>
                <c:pt idx="3825">
                  <c:v>temporaryplaceholderwoo</c:v>
                </c:pt>
                <c:pt idx="3826">
                  <c:v>temperhypermanagement</c:v>
                </c:pt>
                <c:pt idx="3827">
                  <c:v>tell_yourself_you_can</c:v>
                </c:pt>
                <c:pt idx="3828">
                  <c:v>tellingtimewithoutawatch</c:v>
                </c:pt>
                <c:pt idx="3829">
                  <c:v>telferandbrownexperience</c:v>
                </c:pt>
                <c:pt idx="3830">
                  <c:v>telekineticmindfreak</c:v>
                </c:pt>
                <c:pt idx="3831">
                  <c:v>telegraphfreakmagnet</c:v>
                </c:pt>
                <c:pt idx="3832">
                  <c:v>teeny_tiny_pixie_queen</c:v>
                </c:pt>
                <c:pt idx="3833">
                  <c:v>teenworldspirituality</c:v>
                </c:pt>
                <c:pt idx="3834">
                  <c:v>teenworlddoityourself</c:v>
                </c:pt>
                <c:pt idx="3835">
                  <c:v>teen_titans_starfire</c:v>
                </c:pt>
                <c:pt idx="3836">
                  <c:v>teenscreatingtomorrow</c:v>
                </c:pt>
                <c:pt idx="3837">
                  <c:v>teensagainsttermination</c:v>
                </c:pt>
                <c:pt idx="3838">
                  <c:v>teenjusticeinitiative</c:v>
                </c:pt>
                <c:pt idx="3839">
                  <c:v>teenheartbeatingfaster</c:v>
                </c:pt>
                <c:pt idx="3840">
                  <c:v>teenagezombie_saint13</c:v>
                </c:pt>
                <c:pt idx="3841">
                  <c:v>teenagesweetheartclothing</c:v>
                </c:pt>
                <c:pt idx="3842">
                  <c:v>teenage_scream_queen</c:v>
                </c:pt>
                <c:pt idx="3843">
                  <c:v>teenagekicksandchivalry</c:v>
                </c:pt>
                <c:pt idx="3844">
                  <c:v>teenage_face_melters</c:v>
                </c:pt>
                <c:pt idx="3845">
                  <c:v>teenagedramaqueen359</c:v>
                </c:pt>
                <c:pt idx="3846">
                  <c:v>teen_advice_gurl_101</c:v>
                </c:pt>
                <c:pt idx="3847">
                  <c:v>tediouslytrackingtony</c:v>
                </c:pt>
                <c:pt idx="3848">
                  <c:v>teddybear_starbright</c:v>
                </c:pt>
                <c:pt idx="3849">
                  <c:v>teddybearcannibalmassacre</c:v>
                </c:pt>
                <c:pt idx="3850">
                  <c:v>tecnology_94_angel_mobile</c:v>
                </c:pt>
                <c:pt idx="3851">
                  <c:v>technologyleadgenerator</c:v>
                </c:pt>
                <c:pt idx="3852">
                  <c:v>teazer172001jesssilva</c:v>
                </c:pt>
                <c:pt idx="3853">
                  <c:v>teasing_not_pleasing79</c:v>
                </c:pt>
                <c:pt idx="3854">
                  <c:v>_tearsofafallenangel_</c:v>
                </c:pt>
                <c:pt idx="3855">
                  <c:v>tearsofadarkangel113</c:v>
                </c:pt>
                <c:pt idx="3856">
                  <c:v>tearsofablackwingedangel</c:v>
                </c:pt>
                <c:pt idx="3857">
                  <c:v>teanheartsbeatingfaster</c:v>
                </c:pt>
                <c:pt idx="3858">
                  <c:v>teamwonderfrienddesign</c:v>
                </c:pt>
                <c:pt idx="3859">
                  <c:v>teamvelocitypaintball</c:v>
                </c:pt>
                <c:pt idx="3860">
                  <c:v>teamsyndicateraceing</c:v>
                </c:pt>
                <c:pt idx="3861">
                  <c:v>teamstreetcarperformance</c:v>
                </c:pt>
                <c:pt idx="3862">
                  <c:v>teamshutdownpaintball</c:v>
                </c:pt>
                <c:pt idx="3863">
                  <c:v>teamredlineaddiction</c:v>
                </c:pt>
                <c:pt idx="3864">
                  <c:v>teamnorthentertainment</c:v>
                </c:pt>
                <c:pt idx="3865">
                  <c:v>teamnancymembersonly</c:v>
                </c:pt>
                <c:pt idx="3866">
                  <c:v>teameffectentertainment</c:v>
                </c:pt>
                <c:pt idx="3867">
                  <c:v>teameastbrookclothing</c:v>
                </c:pt>
                <c:pt idx="3868">
                  <c:v>teamdevastationpaintball</c:v>
                </c:pt>
                <c:pt idx="3869">
                  <c:v>team_apple_juice_yeah</c:v>
                </c:pt>
                <c:pt idx="3870">
                  <c:v>teachingpreachingreaching</c:v>
                </c:pt>
                <c:pt idx="3871">
                  <c:v>teachergirlcountryboy</c:v>
                </c:pt>
                <c:pt idx="3872">
                  <c:v>teabagging_since_1992</c:v>
                </c:pt>
                <c:pt idx="3873">
                  <c:v>taytaythefairyprincess</c:v>
                </c:pt>
                <c:pt idx="3874">
                  <c:v>taylorwillalwaysloveyou</c:v>
                </c:pt>
                <c:pt idx="3875">
                  <c:v>taylor_motorsports08</c:v>
                </c:pt>
                <c:pt idx="3876">
                  <c:v>taylor_mae_chloe_ann</c:v>
                </c:pt>
                <c:pt idx="3877">
                  <c:v>taylormadeyoungdrakeakablack</c:v>
                </c:pt>
                <c:pt idx="3878">
                  <c:v>taylormadebluegrassmusic</c:v>
                </c:pt>
                <c:pt idx="3879">
                  <c:v>taylor_lauren_christine</c:v>
                </c:pt>
                <c:pt idx="3880">
                  <c:v>taylorkendalldesiree</c:v>
                </c:pt>
                <c:pt idx="3881">
                  <c:v>taylor_guard_girl_10</c:v>
                </c:pt>
                <c:pt idx="3882">
                  <c:v>taylor__george__love</c:v>
                </c:pt>
                <c:pt idx="3883">
                  <c:v>taylorfreakingclaire</c:v>
                </c:pt>
                <c:pt idx="3884">
                  <c:v>taylorelizabethpetty</c:v>
                </c:pt>
                <c:pt idx="3885">
                  <c:v>taylorandtiffany4ever</c:v>
                </c:pt>
                <c:pt idx="3886">
                  <c:v>taylor_and_kayla_forever</c:v>
                </c:pt>
                <c:pt idx="3887">
                  <c:v>taylor_and_gabriella</c:v>
                </c:pt>
                <c:pt idx="3888">
                  <c:v>tawnythehockeystar39</c:v>
                </c:pt>
                <c:pt idx="3889">
                  <c:v>tawnybear4everhippie</c:v>
                </c:pt>
                <c:pt idx="3890">
                  <c:v>tawny_and_carley_rock</c:v>
                </c:pt>
                <c:pt idx="3891">
                  <c:v>tauntonstatehospital</c:v>
                </c:pt>
                <c:pt idx="3892">
                  <c:v>tattookingworshipthygod</c:v>
                </c:pt>
                <c:pt idx="3893">
                  <c:v>tattoo72_bodypiercer</c:v>
                </c:pt>
                <c:pt idx="3894">
                  <c:v>tatthefiestybarbiedoll</c:v>
                </c:pt>
                <c:pt idx="3895">
                  <c:v>tatteredheartsclothing</c:v>
                </c:pt>
                <c:pt idx="3896">
                  <c:v>tatteredandtornpaperdoll</c:v>
                </c:pt>
                <c:pt idx="3897">
                  <c:v>tattered_and_torn_forever</c:v>
                </c:pt>
                <c:pt idx="3898">
                  <c:v>tatianarodrigueztorres</c:v>
                </c:pt>
                <c:pt idx="3899">
                  <c:v>tatiana_aka_precious</c:v>
                </c:pt>
                <c:pt idx="3900">
                  <c:v>tatersoutherngurl_2008</c:v>
                </c:pt>
                <c:pt idx="3901">
                  <c:v>tater_salad_redneck3</c:v>
                </c:pt>
                <c:pt idx="3902">
                  <c:v>tatabandittwentythree</c:v>
                </c:pt>
                <c:pt idx="3903">
                  <c:v>tastydeliciousprincess</c:v>
                </c:pt>
                <c:pt idx="3904">
                  <c:v>taste_this_rainbow_9</c:v>
                </c:pt>
                <c:pt idx="3905">
                  <c:v>taste_the_rainbow_88</c:v>
                </c:pt>
                <c:pt idx="3906">
                  <c:v>tastetherainbow200209</c:v>
                </c:pt>
                <c:pt idx="3907">
                  <c:v>taste_the_cream_filling</c:v>
                </c:pt>
                <c:pt idx="3908">
                  <c:v>tastelikesunshinedust</c:v>
                </c:pt>
                <c:pt idx="3909">
                  <c:v>tastelikecottoncandi</c:v>
                </c:pt>
                <c:pt idx="3910">
                  <c:v>tastejustlikecandyallnigh</c:v>
                </c:pt>
                <c:pt idx="3911">
                  <c:v>taste__for__suicidal</c:v>
                </c:pt>
                <c:pt idx="3912">
                  <c:v>tash_allison_valeria</c:v>
                </c:pt>
                <c:pt idx="3913">
                  <c:v>tasha_from_the_ville</c:v>
                </c:pt>
                <c:pt idx="3914">
                  <c:v>targetfordestruction</c:v>
                </c:pt>
                <c:pt idx="3915">
                  <c:v>tarahlongthedottedline</c:v>
                </c:pt>
                <c:pt idx="3916">
                  <c:v>tara_cordy_angel_emmi_lil</c:v>
                </c:pt>
                <c:pt idx="3917">
                  <c:v>tappingthebreakpoint</c:v>
                </c:pt>
                <c:pt idx="3918">
                  <c:v>tanyaandjessicalovejake</c:v>
                </c:pt>
                <c:pt idx="3919">
                  <c:v>tantalizetrickidadian</c:v>
                </c:pt>
                <c:pt idx="3920">
                  <c:v>tangelo_hoodchick101</c:v>
                </c:pt>
                <c:pt idx="3921">
                  <c:v>tamsin_tammy_bad_gurl</c:v>
                </c:pt>
                <c:pt idx="3922">
                  <c:v>tampa_sexy_girl_4life</c:v>
                </c:pt>
                <c:pt idx="3923">
                  <c:v>tampabaylightning0404</c:v>
                </c:pt>
                <c:pt idx="3924">
                  <c:v>tami.lifestylechanger</c:v>
                </c:pt>
                <c:pt idx="3925">
                  <c:v>tamaralikekodakcamera</c:v>
                </c:pt>
                <c:pt idx="3926">
                  <c:v>tamara_ann_bannister</c:v>
                </c:pt>
                <c:pt idx="3927">
                  <c:v>tamaleking_aka_lukemon</c:v>
                </c:pt>
                <c:pt idx="3928">
                  <c:v>tallulahbankhead_bulldog</c:v>
                </c:pt>
                <c:pt idx="3929">
                  <c:v>tall_sexy_slim_woman</c:v>
                </c:pt>
                <c:pt idx="3930">
                  <c:v>tallprettynicewittybitch</c:v>
                </c:pt>
                <c:pt idx="3931">
                  <c:v>tallguyforsomeone410</c:v>
                </c:pt>
                <c:pt idx="3932">
                  <c:v>talldarkhandsomeembalmer</c:v>
                </c:pt>
                <c:pt idx="3933">
                  <c:v>talldarkhandsomebritboy</c:v>
                </c:pt>
                <c:pt idx="3934">
                  <c:v>tall_dark_and_retarded</c:v>
                </c:pt>
                <c:pt idx="3935">
                  <c:v>talldarkandmysterious</c:v>
                </c:pt>
                <c:pt idx="3936">
                  <c:v>tall_dark_and_loveable</c:v>
                </c:pt>
                <c:pt idx="3937">
                  <c:v>talldarkandhandsome9420</c:v>
                </c:pt>
                <c:pt idx="3938">
                  <c:v>tallcoolandcollected</c:v>
                </c:pt>
                <c:pt idx="3939">
                  <c:v>tall_brunette_and_driving</c:v>
                </c:pt>
                <c:pt idx="3940">
                  <c:v>tallblondehelicopter</c:v>
                </c:pt>
                <c:pt idx="3941">
                  <c:v>tallblondeandplastic</c:v>
                </c:pt>
                <c:pt idx="3942">
                  <c:v>tallasswhiteboybitch</c:v>
                </c:pt>
                <c:pt idx="3943">
                  <c:v>talkingwithaffection</c:v>
                </c:pt>
                <c:pt idx="3944">
                  <c:v>talkingducksarestupid</c:v>
                </c:pt>
                <c:pt idx="3945">
                  <c:v>talkingaftermidnight</c:v>
                </c:pt>
                <c:pt idx="3946">
                  <c:v>talkingaboutrecovery</c:v>
                </c:pt>
                <c:pt idx="3947">
                  <c:v>talesfromtheeastvalley</c:v>
                </c:pt>
                <c:pt idx="3948">
                  <c:v>talesfromthecryptkeeper</c:v>
                </c:pt>
                <c:pt idx="3949">
                  <c:v>talenttreesacramento</c:v>
                </c:pt>
                <c:pt idx="3950">
                  <c:v>talented_sexy_amanda</c:v>
                </c:pt>
                <c:pt idx="3951">
                  <c:v>TalentedClassyFemale</c:v>
                </c:pt>
                <c:pt idx="3952">
                  <c:v>takingthethirteenthstep</c:v>
                </c:pt>
                <c:pt idx="3953">
                  <c:v>takingbacksunday__sample</c:v>
                </c:pt>
                <c:pt idx="3954">
                  <c:v>takingbacksunday123</c:v>
                </c:pt>
                <c:pt idx="3955">
                  <c:v>takingbackhollykathrine</c:v>
                </c:pt>
                <c:pt idx="3956">
                  <c:v>takeyourpantsandjacketoff</c:v>
                </c:pt>
                <c:pt idx="3957">
                  <c:v>take_what_you_can_get</c:v>
                </c:pt>
                <c:pt idx="3958">
                  <c:v>take_this_heart_and_break</c:v>
                </c:pt>
                <c:pt idx="3959">
                  <c:v>taketheveilcaptainplanet</c:v>
                </c:pt>
                <c:pt idx="3960">
                  <c:v>take_the_picture_now</c:v>
                </c:pt>
                <c:pt idx="3961">
                  <c:v>take_the_leap_layout</c:v>
                </c:pt>
                <c:pt idx="3962">
                  <c:v>takethechanceanddance</c:v>
                </c:pt>
                <c:pt idx="3963">
                  <c:v>takethebullet4youall</c:v>
                </c:pt>
                <c:pt idx="3964">
                  <c:v>take_off_your_man_suit</c:v>
                </c:pt>
                <c:pt idx="3965">
                  <c:v>takenuntilspringbreak</c:v>
                </c:pt>
                <c:pt idx="3966">
                  <c:v>taken_the_higher_road</c:v>
                </c:pt>
                <c:pt idx="3967">
                  <c:v>takenbackanddoneagain</c:v>
                </c:pt>
                <c:pt idx="3968">
                  <c:v>takeatripwiththeelectrickoolaidacidtest</c:v>
                </c:pt>
                <c:pt idx="3969">
                  <c:v>TAKEAKNEEANDTHANKMAN</c:v>
                </c:pt>
                <c:pt idx="3970">
                  <c:v>take2liveacousticduo</c:v>
                </c:pt>
                <c:pt idx="3971">
                  <c:v>tai_the_scorpionphoenix</c:v>
                </c:pt>
                <c:pt idx="3972">
                  <c:v>TaffyBrooklynRockstar</c:v>
                </c:pt>
                <c:pt idx="3973">
                  <c:v>tacticalespionageaction</c:v>
                </c:pt>
                <c:pt idx="3974">
                  <c:v>tactic10paintball1992</c:v>
                </c:pt>
                <c:pt idx="3975">
                  <c:v>tackytheraverpenguin</c:v>
                </c:pt>
                <c:pt idx="3976">
                  <c:v>tabunightcluborlando</c:v>
                </c:pt>
                <c:pt idx="3977">
                  <c:v>table_border0_cellpad</c:v>
                </c:pt>
                <c:pt idx="3978">
                  <c:v>tabitha_aka_highlyfavored</c:v>
                </c:pt>
                <c:pt idx="3979">
                  <c:v>tabatha_leigh_martin</c:v>
                </c:pt>
                <c:pt idx="3980">
                  <c:v>systolicpressuremusic</c:v>
                </c:pt>
                <c:pt idx="3981">
                  <c:v>syracuse_superstar_25</c:v>
                </c:pt>
                <c:pt idx="3982">
                  <c:v>syracuseindustrialmusic</c:v>
                </c:pt>
                <c:pt idx="3983">
                  <c:v>syphilis_infected_monkey</c:v>
                </c:pt>
                <c:pt idx="3984">
                  <c:v>syntheticnightmaresonwax</c:v>
                </c:pt>
                <c:pt idx="3985">
                  <c:v>syntheticlittletoycat</c:v>
                </c:pt>
                <c:pt idx="3986">
                  <c:v>symphonicgothicmetal</c:v>
                </c:pt>
                <c:pt idx="3987">
                  <c:v>sympathyforvengeance</c:v>
                </c:pt>
                <c:pt idx="3988">
                  <c:v>sympathy_for_the_devil_00</c:v>
                </c:pt>
                <c:pt idx="3989">
                  <c:v>sympathyforstrawberry</c:v>
                </c:pt>
                <c:pt idx="3990">
                  <c:v>sympatheticclimatecontrol</c:v>
                </c:pt>
                <c:pt idx="3991">
                  <c:v>symmetryphysicaltherapy</c:v>
                </c:pt>
                <c:pt idx="3992">
                  <c:v>symmetricalkickboxing</c:v>
                </c:pt>
                <c:pt idx="3993">
                  <c:v>sydneyyoungbloodband</c:v>
                </c:pt>
                <c:pt idx="3994">
                  <c:v>switchstancephotography</c:v>
                </c:pt>
                <c:pt idx="3995">
                  <c:v>switchfootsoldier122889</c:v>
                </c:pt>
                <c:pt idx="3996">
                  <c:v>switchfootfanfaefife</c:v>
                </c:pt>
                <c:pt idx="3997">
                  <c:v>switchbladestephanie</c:v>
                </c:pt>
                <c:pt idx="3998">
                  <c:v>switchbladesoldiermusic</c:v>
                </c:pt>
                <c:pt idx="3999">
                  <c:v>switchblade_romance_</c:v>
                </c:pt>
                <c:pt idx="4000">
                  <c:v>swisschaletforbreakfast</c:v>
                </c:pt>
                <c:pt idx="4001">
                  <c:v>swine_sweetie_princess3</c:v>
                </c:pt>
                <c:pt idx="4002">
                  <c:v>swimsuit_model_rachel</c:v>
                </c:pt>
                <c:pt idx="4003">
                  <c:v>swimming_with_scissors</c:v>
                </c:pt>
                <c:pt idx="4004">
                  <c:v>swimming_starburst87</c:v>
                </c:pt>
                <c:pt idx="4005">
                  <c:v>swimming_blazer_coach</c:v>
                </c:pt>
                <c:pt idx="4006">
                  <c:v>swimclubentertainment</c:v>
                </c:pt>
                <c:pt idx="4007">
                  <c:v>swiggle_the_squirrel</c:v>
                </c:pt>
                <c:pt idx="4008">
                  <c:v>sweetycutieangelamor</c:v>
                </c:pt>
                <c:pt idx="4009">
                  <c:v>sweet_twisted_tragedy</c:v>
                </c:pt>
                <c:pt idx="4010">
                  <c:v>sweet_thing_from_boston</c:v>
                </c:pt>
                <c:pt idx="4011">
                  <c:v>sweetstrawberrypie23</c:v>
                </c:pt>
                <c:pt idx="4012">
                  <c:v>sweet_strawberry_pie</c:v>
                </c:pt>
                <c:pt idx="4013">
                  <c:v>sweetspecialbabygirl</c:v>
                </c:pt>
                <c:pt idx="4014">
                  <c:v>sweetsouthjerseygirl</c:v>
                </c:pt>
                <c:pt idx="4015">
                  <c:v>sweetsoutherngurl2010</c:v>
                </c:pt>
                <c:pt idx="4016">
                  <c:v>sweetsoutherngirl2205</c:v>
                </c:pt>
                <c:pt idx="4017">
                  <c:v>sweetsoutherngirl1324</c:v>
                </c:pt>
                <c:pt idx="4018">
                  <c:v>sweetsoutherndixiebelle</c:v>
                </c:pt>
                <c:pt idx="4019">
                  <c:v>sweetsoutherncountrygurl4</c:v>
                </c:pt>
                <c:pt idx="4020">
                  <c:v>sweetsouthernbelle88</c:v>
                </c:pt>
                <c:pt idx="4021">
                  <c:v>sweet_soul_sister_75</c:v>
                </c:pt>
                <c:pt idx="4022">
                  <c:v>sweetshortcountrygirl</c:v>
                </c:pt>
                <c:pt idx="4023">
                  <c:v>sweetshadowbabe80359</c:v>
                </c:pt>
                <c:pt idx="4024">
                  <c:v>sweet_sexy_stephanie</c:v>
                </c:pt>
                <c:pt idx="4025">
                  <c:v>sweetsexyshortstuff25</c:v>
                </c:pt>
                <c:pt idx="4026">
                  <c:v>sweet_sexy_sarahbear</c:v>
                </c:pt>
                <c:pt idx="4027">
                  <c:v>sweetsexyandmore200</c:v>
                </c:pt>
                <c:pt idx="4028">
                  <c:v>sweetserenitycompany</c:v>
                </c:pt>
                <c:pt idx="4029">
                  <c:v>sweetsadsmalldelicate</c:v>
                </c:pt>
                <c:pt idx="4030">
                  <c:v>sweetredneckcountrygirl</c:v>
                </c:pt>
                <c:pt idx="4031">
                  <c:v>sweet_ragdoll_serenade</c:v>
                </c:pt>
                <c:pt idx="4032">
                  <c:v>sweet_princess_forever</c:v>
                </c:pt>
                <c:pt idx="4033">
                  <c:v>sweet_princess_baby0</c:v>
                </c:pt>
                <c:pt idx="4034">
                  <c:v>sweet_precious_latina</c:v>
                </c:pt>
                <c:pt idx="4035">
                  <c:v>sweet_pinky_princess</c:v>
                </c:pt>
                <c:pt idx="4036">
                  <c:v>sweet_pea_angel_baby</c:v>
                </c:pt>
                <c:pt idx="4037">
                  <c:v>sweet_passionfelicia</c:v>
                </c:pt>
                <c:pt idx="4038">
                  <c:v>sweet_NOT_innocent420</c:v>
                </c:pt>
                <c:pt idx="4039">
                  <c:v>sweetnesslovesweetie</c:v>
                </c:pt>
                <c:pt idx="4040">
                  <c:v>sweet_michigan_angel</c:v>
                </c:pt>
                <c:pt idx="4041">
                  <c:v>sweetmelismapublishing</c:v>
                </c:pt>
                <c:pt idx="4042">
                  <c:v>sweetlovingcountrygirl</c:v>
                </c:pt>
                <c:pt idx="4043">
                  <c:v>sweetlover_4him_4ever</c:v>
                </c:pt>
                <c:pt idx="4044">
                  <c:v>sweetloveandheartbreak</c:v>
                </c:pt>
                <c:pt idx="4045">
                  <c:v>sweetlittlesisterband</c:v>
                </c:pt>
                <c:pt idx="4046">
                  <c:v>sweetlittlesister4071</c:v>
                </c:pt>
                <c:pt idx="4047">
                  <c:v>sweet_little_nightmare</c:v>
                </c:pt>
                <c:pt idx="4048">
                  <c:v>sweet_little_kinky_girl</c:v>
                </c:pt>
                <c:pt idx="4049">
                  <c:v>sweet_little_gothic_angel</c:v>
                </c:pt>
                <c:pt idx="4050">
                  <c:v>sweetlittledixiegurl</c:v>
                </c:pt>
                <c:pt idx="4051">
                  <c:v>sweetlittlecarolinagirl</c:v>
                </c:pt>
                <c:pt idx="4052">
                  <c:v>sweetlittleangelbaby</c:v>
                </c:pt>
                <c:pt idx="4053">
                  <c:v>sweetlimestrawberry1</c:v>
                </c:pt>
                <c:pt idx="4054">
                  <c:v>sweetlilsouthernbelle91</c:v>
                </c:pt>
                <c:pt idx="4055">
                  <c:v>sweet_lil_jessica_9420</c:v>
                </c:pt>
                <c:pt idx="4056">
                  <c:v>sweet_lil_germanchic</c:v>
                </c:pt>
                <c:pt idx="4057">
                  <c:v>sweet_lil_devil420200</c:v>
                </c:pt>
                <c:pt idx="4058">
                  <c:v>sweet_lil_countrygirl2004</c:v>
                </c:pt>
                <c:pt idx="4059">
                  <c:v>sweetlilcountrygal24</c:v>
                </c:pt>
                <c:pt idx="4060">
                  <c:v>sweet_like_white_sugar</c:v>
                </c:pt>
                <c:pt idx="4061">
                  <c:v>sweetlikesourskittles</c:v>
                </c:pt>
                <c:pt idx="4062">
                  <c:v>sweetlikebrownsugar1</c:v>
                </c:pt>
                <c:pt idx="4063">
                  <c:v>sweetlightningchocolatethunder</c:v>
                </c:pt>
                <c:pt idx="4064">
                  <c:v>sweetlightbrowncandyapple</c:v>
                </c:pt>
                <c:pt idx="4065">
                  <c:v>sweetleafandcarrotsalad</c:v>
                </c:pt>
                <c:pt idx="4066">
                  <c:v>sweet_kandy_girl_2001</c:v>
                </c:pt>
                <c:pt idx="4067">
                  <c:v>sweetish_skater_cody</c:v>
                </c:pt>
                <c:pt idx="4068">
                  <c:v>sweet_innocent_stephie</c:v>
                </c:pt>
                <c:pt idx="4069">
                  <c:v>sweet_innocence_forever</c:v>
                </c:pt>
                <c:pt idx="4070">
                  <c:v>sweetie_with_attitude</c:v>
                </c:pt>
                <c:pt idx="4071">
                  <c:v>sweetie_sunday_4970</c:v>
                </c:pt>
                <c:pt idx="4072">
                  <c:v>sweetieshavetheanswer</c:v>
                </c:pt>
                <c:pt idx="4073">
                  <c:v>sweetiepiepumpkinface</c:v>
                </c:pt>
                <c:pt idx="4074">
                  <c:v>sweetiepiebabydessert</c:v>
                </c:pt>
                <c:pt idx="4075">
                  <c:v>sweethomealabama2009</c:v>
                </c:pt>
                <c:pt idx="4076">
                  <c:v>sweethomealabama1973</c:v>
                </c:pt>
                <c:pt idx="4077">
                  <c:v>sweet_hispanic_girl0</c:v>
                </c:pt>
                <c:pt idx="4078">
                  <c:v>sweetheart_with_attitude</c:v>
                </c:pt>
                <c:pt idx="4079">
                  <c:v>sweetheartneedinglove</c:v>
                </c:pt>
                <c:pt idx="4080">
                  <c:v>sweetheartashleynicole</c:v>
                </c:pt>
                <c:pt idx="4081">
                  <c:v>sweetheart_aka_teddybear</c:v>
                </c:pt>
                <c:pt idx="4082">
                  <c:v>sweet_heart_4ever_08</c:v>
                </c:pt>
                <c:pt idx="4083">
                  <c:v>sweetgrouchnaughtygirl</c:v>
                </c:pt>
                <c:pt idx="4084">
                  <c:v>sweet_girl_gone_wild</c:v>
                </c:pt>
                <c:pt idx="4085">
                  <c:v>sweetgeorgiapeach200</c:v>
                </c:pt>
                <c:pt idx="4086">
                  <c:v>sweetgeorgiapeach17222</c:v>
                </c:pt>
                <c:pt idx="4087">
                  <c:v>sweetgal_shockmock11</c:v>
                </c:pt>
                <c:pt idx="4088">
                  <c:v>sweet_female_attitude</c:v>
                </c:pt>
                <c:pt idx="4089">
                  <c:v>sweet_dragonfly_crushing</c:v>
                </c:pt>
                <c:pt idx="4090">
                  <c:v>sweet_daniella_vanilla</c:v>
                </c:pt>
                <c:pt idx="4091">
                  <c:v>sweetdaddysmoothstick</c:v>
                </c:pt>
                <c:pt idx="4092">
                  <c:v>sweet_daddy_smoothlove</c:v>
                </c:pt>
                <c:pt idx="4093">
                  <c:v>sweetcreamychocolate</c:v>
                </c:pt>
                <c:pt idx="4094">
                  <c:v>sweetcrazyhornystuff9</c:v>
                </c:pt>
                <c:pt idx="4095">
                  <c:v>sweet_country_girl_225</c:v>
                </c:pt>
                <c:pt idx="4096">
                  <c:v>SweetCountryGirl1983</c:v>
                </c:pt>
                <c:pt idx="4097">
                  <c:v>sweet_country_girl_09</c:v>
                </c:pt>
                <c:pt idx="4098">
                  <c:v>sweet_country_girl08</c:v>
                </c:pt>
                <c:pt idx="4099">
                  <c:v>sweetcountrycutie200</c:v>
                </c:pt>
                <c:pt idx="4100">
                  <c:v>sweet_country_cowgirl</c:v>
                </c:pt>
                <c:pt idx="4101">
                  <c:v>sweet_chocolate_frog</c:v>
                </c:pt>
                <c:pt idx="4102">
                  <c:v>sweetchocolatecookiecake</c:v>
                </c:pt>
                <c:pt idx="4103">
                  <c:v>sweet_chocolate_cherry</c:v>
                </c:pt>
                <c:pt idx="4104">
                  <c:v>sweetchocolatecherry</c:v>
                </c:pt>
                <c:pt idx="4105">
                  <c:v>sweetchildomine352392</c:v>
                </c:pt>
                <c:pt idx="4106">
                  <c:v>sweet_cherry_pop_vintage</c:v>
                </c:pt>
                <c:pt idx="4107">
                  <c:v>sweet_celebrity_darryl</c:v>
                </c:pt>
                <c:pt idx="4108">
                  <c:v>sweetcarolinarealtorgirl</c:v>
                </c:pt>
                <c:pt idx="4109">
                  <c:v>sweet_carolina_girl_101</c:v>
                </c:pt>
                <c:pt idx="4110">
                  <c:v>sweet_carolina_brunette07</c:v>
                </c:pt>
                <c:pt idx="4111">
                  <c:v>sweet_caramel_tone_lady</c:v>
                </c:pt>
                <c:pt idx="4112">
                  <c:v>sweetcaramelsweetie08</c:v>
                </c:pt>
                <c:pt idx="4113">
                  <c:v>sweetcaramelprincess</c:v>
                </c:pt>
                <c:pt idx="4114">
                  <c:v>sweetcaramelkiss1010</c:v>
                </c:pt>
                <c:pt idx="4115">
                  <c:v>sweetbutterflycolors</c:v>
                </c:pt>
                <c:pt idx="4116">
                  <c:v>sweetbunnyfromhell_4</c:v>
                </c:pt>
                <c:pt idx="4117">
                  <c:v>sweetblueeyedblonde33</c:v>
                </c:pt>
                <c:pt idx="4118">
                  <c:v>sweet_blondy_babe3000</c:v>
                </c:pt>
                <c:pt idx="4119">
                  <c:v>sweet_beautiful_love</c:v>
                </c:pt>
                <c:pt idx="4120">
                  <c:v>sweetbannanafruitcake</c:v>
                </c:pt>
                <c:pt idx="4121">
                  <c:v>sweet_baby_gurl_4151</c:v>
                </c:pt>
                <c:pt idx="4122">
                  <c:v>sweet_babygirl_brina</c:v>
                </c:pt>
                <c:pt idx="4123">
                  <c:v>sweetbabygirl142309</c:v>
                </c:pt>
                <c:pt idx="4124">
                  <c:v>sweetaprilmolinacherry</c:v>
                </c:pt>
                <c:pt idx="4125">
                  <c:v>sweetangelwithattitude</c:v>
                </c:pt>
                <c:pt idx="4126">
                  <c:v>sweetangelgirlkristy</c:v>
                </c:pt>
                <c:pt idx="4127">
                  <c:v>sweetangelfromthesky</c:v>
                </c:pt>
                <c:pt idx="4128">
                  <c:v>sweet_angel_from_heaven</c:v>
                </c:pt>
                <c:pt idx="4129">
                  <c:v>sweetangelbabyleslie</c:v>
                </c:pt>
                <c:pt idx="4130">
                  <c:v>Sweet_and_Sexy_Alexis</c:v>
                </c:pt>
                <c:pt idx="4131">
                  <c:v>sweetandsassycharlotte</c:v>
                </c:pt>
                <c:pt idx="4132">
                  <c:v>sweetandinnocentsarah</c:v>
                </c:pt>
                <c:pt idx="4133">
                  <c:v>sweetandinnocentashley</c:v>
                </c:pt>
                <c:pt idx="4134">
                  <c:v>sweet_and_innocent99</c:v>
                </c:pt>
                <c:pt idx="4135">
                  <c:v>sweet_and_innocent_9</c:v>
                </c:pt>
                <c:pt idx="4136">
                  <c:v>sweet_and_innocent15</c:v>
                </c:pt>
                <c:pt idx="4137">
                  <c:v>sweet_and_fine_divine</c:v>
                </c:pt>
                <c:pt idx="4138">
                  <c:v>sweetandcutevictoria</c:v>
                </c:pt>
                <c:pt idx="4139">
                  <c:v>sweetandcutepersonality</c:v>
                </c:pt>
                <c:pt idx="4140">
                  <c:v>sweet_adorable_cutie</c:v>
                </c:pt>
                <c:pt idx="4141">
                  <c:v>sweet4sassy_cute4classy</c:v>
                </c:pt>
                <c:pt idx="4142">
                  <c:v>sweeptherabbitkiller</c:v>
                </c:pt>
                <c:pt idx="4143">
                  <c:v>sweatypeteandthemidgetmongoliancarwashteam</c:v>
                </c:pt>
                <c:pt idx="4144">
                  <c:v>sweatybettybluesband</c:v>
                </c:pt>
                <c:pt idx="4145">
                  <c:v>sweatbootsandbootyshorts</c:v>
                </c:pt>
                <c:pt idx="4146">
                  <c:v>swashbucklermooseknuckler</c:v>
                </c:pt>
                <c:pt idx="4147">
                  <c:v>swampthingproduction</c:v>
                </c:pt>
                <c:pt idx="4148">
                  <c:v>swallowtheknifemusic</c:v>
                </c:pt>
                <c:pt idx="4149">
                  <c:v>suzy_serialkiller</c:v>
                </c:pt>
                <c:pt idx="4150">
                  <c:v>suzyleecandycanechild</c:v>
                </c:pt>
                <c:pt idx="4151">
                  <c:v>suzanna_rosanna_danna</c:v>
                </c:pt>
                <c:pt idx="4152">
                  <c:v>suzannagriffithmusic</c:v>
                </c:pt>
                <c:pt idx="4153">
                  <c:v>suspiciouspackagemusic</c:v>
                </c:pt>
                <c:pt idx="4154">
                  <c:v>suspendyourdisbelief7</c:v>
                </c:pt>
                <c:pt idx="4155">
                  <c:v>susanhottieforever</c:v>
                </c:pt>
                <c:pt idx="4156">
                  <c:v>susancampbellphotography</c:v>
                </c:pt>
                <c:pt idx="4157">
                  <c:v>survivoreliminationgame</c:v>
                </c:pt>
                <c:pt idx="4158">
                  <c:v>surrender-your-booty</c:v>
                </c:pt>
                <c:pt idx="4159">
                  <c:v>surfuntilyoudrop81705</c:v>
                </c:pt>
                <c:pt idx="4160">
                  <c:v>surf_till_the_wipeout</c:v>
                </c:pt>
                <c:pt idx="4161">
                  <c:v>surf_snowboarder24710</c:v>
                </c:pt>
                <c:pt idx="4162">
                  <c:v>surfer_with_attitude</c:v>
                </c:pt>
                <c:pt idx="4163">
                  <c:v>surfer_style_chick101</c:v>
                </c:pt>
                <c:pt idx="4164">
                  <c:v>surfersoccerstudaustin</c:v>
                </c:pt>
                <c:pt idx="4165">
                  <c:v>surferskaterrockerdude</c:v>
                </c:pt>
                <c:pt idx="4166">
                  <c:v>surfer_skater_partyboy</c:v>
                </c:pt>
                <c:pt idx="4167">
                  <c:v>surferprincesstiffany</c:v>
                </c:pt>
                <c:pt idx="4168">
                  <c:v>surfer_lover_waterpolo</c:v>
                </c:pt>
                <c:pt idx="4169">
                  <c:v>surferchickforlifebitch</c:v>
                </c:pt>
                <c:pt idx="4170">
                  <c:v>surfer_boy_chad_westerly</c:v>
                </c:pt>
                <c:pt idx="4171">
                  <c:v>sur13_rider_4life_13</c:v>
                </c:pt>
                <c:pt idx="4172">
                  <c:v>supremeoverlorduncle</c:v>
                </c:pt>
                <c:pt idx="4173">
                  <c:v>supreme_lord_hamilton</c:v>
                </c:pt>
                <c:pt idx="4174">
                  <c:v>supreme_empress_cricket</c:v>
                </c:pt>
                <c:pt idx="4175">
                  <c:v>supreme_crossdresser</c:v>
                </c:pt>
                <c:pt idx="4176">
                  <c:v>supremeclienteleprod</c:v>
                </c:pt>
                <c:pt idx="4177">
                  <c:v>supremebuttermilkwaffle</c:v>
                </c:pt>
                <c:pt idx="4178">
                  <c:v>supremebeingmikefresh</c:v>
                </c:pt>
                <c:pt idx="4179">
                  <c:v>supportyourlocalflattrack</c:v>
                </c:pt>
                <c:pt idx="4180">
                  <c:v>supportyourlocalchickband</c:v>
                </c:pt>
                <c:pt idx="4181">
                  <c:v>supportwhitesupremacy</c:v>
                </c:pt>
                <c:pt idx="4182">
                  <c:v>supportthroughfashion</c:v>
                </c:pt>
                <c:pt idx="4183">
                  <c:v>supportthelocalmusicscene</c:v>
                </c:pt>
                <c:pt idx="4184">
                  <c:v>supportindependentthought</c:v>
                </c:pt>
                <c:pt idx="4185">
                  <c:v>supportanimalcruelty</c:v>
                </c:pt>
                <c:pt idx="4186">
                  <c:v>SuperZeroloveyou7935</c:v>
                </c:pt>
                <c:pt idx="4187">
                  <c:v>_super_weird_person_</c:v>
                </c:pt>
                <c:pt idx="4188">
                  <c:v>superultimatefulltimechill</c:v>
                </c:pt>
                <c:pt idx="4189">
                  <c:v>superturkeyturbopuncher3</c:v>
                </c:pt>
                <c:pt idx="4190">
                  <c:v>supersweetgeorgiapeach</c:v>
                </c:pt>
                <c:pt idx="4191">
                  <c:v>supersurroundsoundbarrier</c:v>
                </c:pt>
                <c:pt idx="4192">
                  <c:v>superstringtheorymusic</c:v>
                </c:pt>
                <c:pt idx="4193">
                  <c:v>superstrawberryshortcake</c:v>
                </c:pt>
                <c:pt idx="4194">
                  <c:v>superstarentertainment</c:v>
                </c:pt>
                <c:pt idx="4195">
                  <c:v>supersportsspectacular</c:v>
                </c:pt>
                <c:pt idx="4196">
                  <c:v>superspecialsecretspace</c:v>
                </c:pt>
                <c:pt idx="4197">
                  <c:v>superspecialindividual</c:v>
                </c:pt>
                <c:pt idx="4198">
                  <c:v>supersonichighspeedracer</c:v>
                </c:pt>
                <c:pt idx="4199">
                  <c:v>supersmashbrotherbrawl</c:v>
                </c:pt>
                <c:pt idx="4200">
                  <c:v>superskunkweedfarmer</c:v>
                </c:pt>
                <c:pt idx="4201">
                  <c:v>supershakelilwaynesong</c:v>
                </c:pt>
                <c:pt idx="4202">
                  <c:v>super_sexy_girl12345</c:v>
                </c:pt>
                <c:pt idx="4203">
                  <c:v>supersecretdeltamusicmike</c:v>
                </c:pt>
                <c:pt idx="4204">
                  <c:v>superseasonsnowbunny</c:v>
                </c:pt>
                <c:pt idx="4205">
                  <c:v>SuperSarahbecauseshecan</c:v>
                </c:pt>
                <c:pt idx="4206">
                  <c:v>supersapperarmysoldier</c:v>
                </c:pt>
                <c:pt idx="4207">
                  <c:v>superphotographymeghan</c:v>
                </c:pt>
                <c:pt idx="4208">
                  <c:v>super_penguin_person</c:v>
                </c:pt>
                <c:pt idx="4209">
                  <c:v>superparolrealcrazy15</c:v>
                </c:pt>
                <c:pt idx="4210">
                  <c:v>supernaturalsoundtrack</c:v>
                </c:pt>
                <c:pt idx="4211">
                  <c:v>_supernaturalhunters_</c:v>
                </c:pt>
                <c:pt idx="4212">
                  <c:v>supernaturaldisastermanipulation</c:v>
                </c:pt>
                <c:pt idx="4213">
                  <c:v>supermonkeypoopfight</c:v>
                </c:pt>
                <c:pt idx="4214">
                  <c:v>supermodelbeautyqueen</c:v>
                </c:pt>
                <c:pt idx="4215">
                  <c:v>superman_kingdom_come</c:v>
                </c:pt>
                <c:pt idx="4216">
                  <c:v>supermandingowarrior</c:v>
                </c:pt>
                <c:pt idx="4217">
                  <c:v>superman_comes_out_today</c:v>
                </c:pt>
                <c:pt idx="4218">
                  <c:v>supermancantsaveyounow</c:v>
                </c:pt>
                <c:pt idx="4219">
                  <c:v>superman_baby_you_know</c:v>
                </c:pt>
                <c:pt idx="4220">
                  <c:v>superman_aka_clarkkent</c:v>
                </c:pt>
                <c:pt idx="4221">
                  <c:v>superlover_undercover</c:v>
                </c:pt>
                <c:pt idx="4222">
                  <c:v>superllamaandakittytoo</c:v>
                </c:pt>
                <c:pt idx="4223">
                  <c:v>superiortitleinsurance</c:v>
                </c:pt>
                <c:pt idx="4224">
                  <c:v>superhero_for_your_soul</c:v>
                </c:pt>
                <c:pt idx="4225">
                  <c:v>superheroballerina4life</c:v>
                </c:pt>
                <c:pt idx="4226">
                  <c:v>superhappypositivepeople</c:v>
                </c:pt>
                <c:pt idx="4227">
                  <c:v>superhappymonkeyslap</c:v>
                </c:pt>
                <c:pt idx="4228">
                  <c:v>super__happy__fun__time</c:v>
                </c:pt>
                <c:pt idx="4229">
                  <c:v>superhairymuffmonkey</c:v>
                </c:pt>
                <c:pt idx="4230">
                  <c:v>super_gorgeous_heiress</c:v>
                </c:pt>
                <c:pt idx="4231">
                  <c:v>supergirl_2_the_rescue</c:v>
                </c:pt>
                <c:pt idx="4232">
                  <c:v>super_gay_crab_dream</c:v>
                </c:pt>
                <c:pt idx="4233">
                  <c:v>superfurryanimalphil</c:v>
                </c:pt>
                <c:pt idx="4234">
                  <c:v>superfreakinglindsey</c:v>
                </c:pt>
                <c:pt idx="4235">
                  <c:v>superfreakingawesome</c:v>
                </c:pt>
                <c:pt idx="4236">
                  <c:v>superflyladydanielle</c:v>
                </c:pt>
                <c:pt idx="4237">
                  <c:v>superflyingtacklepounce</c:v>
                </c:pt>
                <c:pt idx="4238">
                  <c:v>super_fly_beauty_queen19</c:v>
                </c:pt>
                <c:pt idx="4239">
                  <c:v>superfantasticbowiestuff</c:v>
                </c:pt>
                <c:pt idx="4240">
                  <c:v>superfalloutboytaylor333</c:v>
                </c:pt>
                <c:pt idx="4241">
                  <c:v>superduperstraightguy</c:v>
                </c:pt>
                <c:pt idx="4242">
                  <c:v>super_duper_kathleen</c:v>
                </c:pt>
                <c:pt idx="4243">
                  <c:v>superdupergirl12345</c:v>
                </c:pt>
                <c:pt idx="4244">
                  <c:v>superduperawesomefun</c:v>
                </c:pt>
                <c:pt idx="4245">
                  <c:v>super_double_ultra_ace</c:v>
                </c:pt>
                <c:pt idx="4246">
                  <c:v>superdeathmidgetkiller</c:v>
                </c:pt>
                <c:pt idx="4247">
                  <c:v>supercrosscountryman</c:v>
                </c:pt>
                <c:pt idx="4248">
                  <c:v>super_crazy_rat_girl</c:v>
                </c:pt>
                <c:pt idx="4249">
                  <c:v>super_cool_wacky_dude</c:v>
                </c:pt>
                <c:pt idx="4250">
                  <c:v>supercoolsexybastard</c:v>
                </c:pt>
                <c:pt idx="4251">
                  <c:v>supercoolpartypeople</c:v>
                </c:pt>
                <c:pt idx="4252">
                  <c:v>super_cool_dude_man_guy</c:v>
                </c:pt>
                <c:pt idx="4253">
                  <c:v>super_chic_cello_chick</c:v>
                </c:pt>
                <c:pt idx="4254">
                  <c:v>superbathroomcleaner</c:v>
                </c:pt>
                <c:pt idx="4255">
                  <c:v>superawesomerandomness</c:v>
                </c:pt>
                <c:pt idx="4256">
                  <c:v>super-anna-sava201001</c:v>
                </c:pt>
                <c:pt idx="4257">
                  <c:v>super_affiliate_marketing</c:v>
                </c:pt>
                <c:pt idx="4258">
                  <c:v>super_adventure_club</c:v>
                </c:pt>
                <c:pt idx="4259">
                  <c:v>super_across_the_way</c:v>
                </c:pt>
                <c:pt idx="4260">
                  <c:v>super5streetfighter7</c:v>
                </c:pt>
                <c:pt idx="4261">
                  <c:v>supaflymackdaddyboss</c:v>
                </c:pt>
                <c:pt idx="4262">
                  <c:v>supadudereadyfortalking</c:v>
                </c:pt>
                <c:pt idx="4263">
                  <c:v>sunspray_honeysuckle</c:v>
                </c:pt>
                <c:pt idx="4264">
                  <c:v>sunshinestarsandhappiness</c:v>
                </c:pt>
                <c:pt idx="4265">
                  <c:v>sunshineroger_rabbit</c:v>
                </c:pt>
                <c:pt idx="4266">
                  <c:v>sunshineprettyyellow</c:v>
                </c:pt>
                <c:pt idx="4267">
                  <c:v>sunshineprayerwarrior</c:v>
                </c:pt>
                <c:pt idx="4268">
                  <c:v>sunshinepistolshapedstate</c:v>
                </c:pt>
                <c:pt idx="4269">
                  <c:v>sunshineoliviabackup</c:v>
                </c:pt>
                <c:pt idx="4270">
                  <c:v>sunshineloveswishbear</c:v>
                </c:pt>
                <c:pt idx="4271">
                  <c:v>sunshineloveandspite</c:v>
                </c:pt>
                <c:pt idx="4272">
                  <c:v>sunshine_hottie_4life</c:v>
                </c:pt>
                <c:pt idx="4273">
                  <c:v>sunshinehappykilldeath</c:v>
                </c:pt>
                <c:pt idx="4274">
                  <c:v>sunshine_ghettochick</c:v>
                </c:pt>
                <c:pt idx="4275">
                  <c:v>sunshineflower_daydream</c:v>
                </c:pt>
                <c:pt idx="4276">
                  <c:v>sunshine_flavor_skittles</c:v>
                </c:pt>
                <c:pt idx="4277">
                  <c:v>sunshine_film_company</c:v>
                </c:pt>
                <c:pt idx="4278">
                  <c:v>sunshine_fairy_4_ever</c:v>
                </c:pt>
                <c:pt idx="4279">
                  <c:v>sunshine_desert_rose</c:v>
                </c:pt>
                <c:pt idx="4280">
                  <c:v>sunshinedaydreamlover</c:v>
                </c:pt>
                <c:pt idx="4281">
                  <c:v>sunshine_blue_chicago</c:v>
                </c:pt>
                <c:pt idx="4282">
                  <c:v>sunshineandsummertime</c:v>
                </c:pt>
                <c:pt idx="4283">
                  <c:v>sunshine_and_moondust</c:v>
                </c:pt>
                <c:pt idx="4284">
                  <c:v>sunshineandcoconutmilk</c:v>
                </c:pt>
                <c:pt idx="4285">
                  <c:v>sunshine_and_chocolate</c:v>
                </c:pt>
                <c:pt idx="4286">
                  <c:v>sunshine_and_blossom</c:v>
                </c:pt>
                <c:pt idx="4287">
                  <c:v>sunshine4meinparadise</c:v>
                </c:pt>
                <c:pt idx="4288">
                  <c:v>sunsetsinparadiselayout</c:v>
                </c:pt>
                <c:pt idx="4289">
                  <c:v>sunsetrecordingstudio</c:v>
                </c:pt>
                <c:pt idx="4290">
                  <c:v>sunsetprofile_photography</c:v>
                </c:pt>
                <c:pt idx="4291">
                  <c:v>sunseteatsoliloquist</c:v>
                </c:pt>
                <c:pt idx="4292">
                  <c:v>sunset_beauty_for_you</c:v>
                </c:pt>
                <c:pt idx="4293">
                  <c:v>sunsetbeachsilogram4</c:v>
                </c:pt>
                <c:pt idx="4294">
                  <c:v>sunnyvaletrailerpark</c:v>
                </c:pt>
                <c:pt idx="4295">
                  <c:v>sunnytropicaldreaming</c:v>
                </c:pt>
                <c:pt idx="4296">
                  <c:v>sunny_tropical_breeze</c:v>
                </c:pt>
                <c:pt idx="4297">
                  <c:v>sunnythedallascowboy</c:v>
                </c:pt>
                <c:pt idx="4298">
                  <c:v>sunnysidealistpatient</c:v>
                </c:pt>
                <c:pt idx="4299">
                  <c:v>sunnyforeverfollowinghim</c:v>
                </c:pt>
                <c:pt idx="4300">
                  <c:v>sunny_blackwidow_dreamer</c:v>
                </c:pt>
                <c:pt idx="4301">
                  <c:v>sunhoney_spraysuckle</c:v>
                </c:pt>
                <c:pt idx="4302">
                  <c:v>sunflowersmilesonline</c:v>
                </c:pt>
                <c:pt idx="4303">
                  <c:v>sunflower_head_raptor</c:v>
                </c:pt>
                <c:pt idx="4304">
                  <c:v>sunflowerandsapphire</c:v>
                </c:pt>
                <c:pt idx="4305">
                  <c:v>sundaysanasquashbanana</c:v>
                </c:pt>
                <c:pt idx="4306">
                  <c:v>sundaymorningsyndrome</c:v>
                </c:pt>
                <c:pt idx="4307">
                  <c:v>sunday_morning_sidewalk</c:v>
                </c:pt>
                <c:pt idx="4308">
                  <c:v>sundaymorningministry</c:v>
                </c:pt>
                <c:pt idx="4309">
                  <c:v>sundance4allthepeople</c:v>
                </c:pt>
                <c:pt idx="4310">
                  <c:v>sumweredeadinhollywood</c:v>
                </c:pt>
                <c:pt idx="4311">
                  <c:v>sumthin_about_the_number1</c:v>
                </c:pt>
                <c:pt idx="4312">
                  <c:v>summer_time_sunshine</c:v>
                </c:pt>
                <c:pt idx="4313">
                  <c:v>summer_sprung_winter</c:v>
                </c:pt>
                <c:pt idx="4314">
                  <c:v>summersausagespectacular</c:v>
                </c:pt>
                <c:pt idx="4315">
                  <c:v>summernicoleslaughter2</c:v>
                </c:pt>
                <c:pt idx="4316">
                  <c:v>summermeltdownfestival</c:v>
                </c:pt>
                <c:pt idx="4317">
                  <c:v>summerhouse_layoutpreview</c:v>
                </c:pt>
                <c:pt idx="4318">
                  <c:v>summergirl_rockyourworld</c:v>
                </c:pt>
                <c:pt idx="4319">
                  <c:v>summerbridgepittsburgh</c:v>
                </c:pt>
                <c:pt idx="4320">
                  <c:v>summerbreeze11radarlove</c:v>
                </c:pt>
                <c:pt idx="4321">
                  <c:v>summer_blue_butterfly_22</c:v>
                </c:pt>
                <c:pt idx="4322">
                  <c:v>summer_billiejoebabygirl</c:v>
                </c:pt>
                <c:pt idx="4323">
                  <c:v>summerbabealyssa10192</c:v>
                </c:pt>
                <c:pt idx="4324">
                  <c:v>summer_and_kelsi_are_hot</c:v>
                </c:pt>
                <c:pt idx="4325">
                  <c:v>sumbitchpilemonkeynut</c:v>
                </c:pt>
                <c:pt idx="4326">
                  <c:v>sum2realsexyandsmart</c:v>
                </c:pt>
                <c:pt idx="4327">
                  <c:v>suitelifeoverlaypreview</c:v>
                </c:pt>
                <c:pt idx="4328">
                  <c:v>suicidetwistfestival</c:v>
                </c:pt>
                <c:pt idx="4329">
                  <c:v>suicidesymphonyserenade</c:v>
                </c:pt>
                <c:pt idx="4330">
                  <c:v>suicide_squad_attack</c:v>
                </c:pt>
                <c:pt idx="4331">
                  <c:v>suicidenotesandcutting</c:v>
                </c:pt>
                <c:pt idx="4332">
                  <c:v>suicide_forever_frank</c:v>
                </c:pt>
                <c:pt idx="4333">
                  <c:v>suicide_death_tragedy</c:v>
                </c:pt>
                <c:pt idx="4334">
                  <c:v>suicidebecomesskinny</c:v>
                </c:pt>
                <c:pt idx="4335">
                  <c:v>suicide_angel_4_ever</c:v>
                </c:pt>
                <c:pt idx="4336">
                  <c:v>suicidal_teddybear13</c:v>
                </c:pt>
                <c:pt idx="4337">
                  <c:v>suicidalpurplesheepband</c:v>
                </c:pt>
                <c:pt idx="4338">
                  <c:v>suicidaldarknessband</c:v>
                </c:pt>
                <c:pt idx="4339">
                  <c:v>sugar_wur_going_down</c:v>
                </c:pt>
                <c:pt idx="4340">
                  <c:v>sugar_were_going_down0</c:v>
                </c:pt>
                <c:pt idx="4341">
                  <c:v>sugarspicenaughtynice</c:v>
                </c:pt>
                <c:pt idx="4342">
                  <c:v>sugar_spice_and_nice</c:v>
                </c:pt>
                <c:pt idx="4343">
                  <c:v>sugarpiehoneybunch77</c:v>
                </c:pt>
                <c:pt idx="4344">
                  <c:v>sugarpiehoneybunch209</c:v>
                </c:pt>
                <c:pt idx="4345">
                  <c:v>sugar_pie_honey_bun1</c:v>
                </c:pt>
                <c:pt idx="4346">
                  <c:v>sugar_lollipop_cherryblue</c:v>
                </c:pt>
                <c:pt idx="4347">
                  <c:v>sugarhillunderground</c:v>
                </c:pt>
                <c:pt idx="4348">
                  <c:v>sugarhighkittenlayout</c:v>
                </c:pt>
                <c:pt idx="4349">
                  <c:v>sugar_coated_poison_apple</c:v>
                </c:pt>
                <c:pt idx="4350">
                  <c:v>sugarbunnyandlovedove</c:v>
                </c:pt>
                <c:pt idx="4351">
                  <c:v>sugaranspiceverythingnice</c:v>
                </c:pt>
                <c:pt idx="4352">
                  <c:v>suffragettesoundmachine</c:v>
                </c:pt>
                <c:pt idx="4353">
                  <c:v>suffocatingsightrock</c:v>
                </c:pt>
                <c:pt idx="4354">
                  <c:v>sufferingtheaftermath091</c:v>
                </c:pt>
                <c:pt idx="4355">
                  <c:v>sufferingfromboredom</c:v>
                </c:pt>
                <c:pt idx="4356">
                  <c:v>sufferingforsurvival</c:v>
                </c:pt>
                <c:pt idx="4357">
                  <c:v>suddenrushfanclub143</c:v>
                </c:pt>
                <c:pt idx="4358">
                  <c:v>suddenlybeautifulmusic</c:v>
                </c:pt>
                <c:pt idx="4359">
                  <c:v>suddendeathfromabove</c:v>
                </c:pt>
                <c:pt idx="4360">
                  <c:v>suckdick_21time4free</c:v>
                </c:pt>
                <c:pt idx="4361">
                  <c:v>suchreallyawfulpoetry</c:v>
                </c:pt>
                <c:pt idx="4362">
                  <c:v>successfulfailurerock</c:v>
                </c:pt>
                <c:pt idx="4363">
                  <c:v>subzonerecordingstudio</c:v>
                </c:pt>
                <c:pt idx="4364">
                  <c:v>subzeroprojectvulcan</c:v>
                </c:pt>
                <c:pt idx="4365">
                  <c:v>subway_eat_fresh_101</c:v>
                </c:pt>
                <c:pt idx="4366">
                  <c:v>suburbanhousehusband</c:v>
                </c:pt>
                <c:pt idx="4367">
                  <c:v>suburbanestatebluesband</c:v>
                </c:pt>
                <c:pt idx="4368">
                  <c:v>suburbanacidsaturation</c:v>
                </c:pt>
                <c:pt idx="4369">
                  <c:v>subundergroundnorcal</c:v>
                </c:pt>
                <c:pt idx="4370">
                  <c:v>subterraneanhomesickgirl</c:v>
                </c:pt>
                <c:pt idx="4371">
                  <c:v>submissivelilpandabear</c:v>
                </c:pt>
                <c:pt idx="4372">
                  <c:v>submission_under_torture</c:v>
                </c:pt>
                <c:pt idx="4373">
                  <c:v>subliminalsocietybassist</c:v>
                </c:pt>
                <c:pt idx="4374">
                  <c:v>subliminalsearchengine</c:v>
                </c:pt>
                <c:pt idx="4375">
                  <c:v>sublimeeyeentertainment</c:v>
                </c:pt>
                <c:pt idx="4376">
                  <c:v>subconsciousrageband</c:v>
                </c:pt>
                <c:pt idx="4377">
                  <c:v>stylishsouthernbelle</c:v>
                </c:pt>
                <c:pt idx="4378">
                  <c:v>stylesandbreezesonic</c:v>
                </c:pt>
                <c:pt idx="4379">
                  <c:v>stylesandbreezeofficial</c:v>
                </c:pt>
                <c:pt idx="4380">
                  <c:v>styleoversubstancemusic</c:v>
                </c:pt>
                <c:pt idx="4381">
                  <c:v>stupid_white_cracker</c:v>
                </c:pt>
                <c:pt idx="4382">
                  <c:v>stupidtwoeyedhamster</c:v>
                </c:pt>
                <c:pt idx="4383">
                  <c:v>stupidretardedmonkey</c:v>
                </c:pt>
                <c:pt idx="4384">
                  <c:v>stupidpeoplearebreeding</c:v>
                </c:pt>
                <c:pt idx="4385">
                  <c:v>stupidfuckingbeanerspik</c:v>
                </c:pt>
                <c:pt idx="4386">
                  <c:v>stupidfacedannoyingbast</c:v>
                </c:pt>
                <c:pt idx="4387">
                  <c:v>stupidcocksuckingwhiteguy</c:v>
                </c:pt>
                <c:pt idx="4388">
                  <c:v>stupidblondesarebetter</c:v>
                </c:pt>
                <c:pt idx="4389">
                  <c:v>stupid_beyond_belief</c:v>
                </c:pt>
                <c:pt idx="4390">
                  <c:v>stupid_and_contagious09</c:v>
                </c:pt>
                <c:pt idx="4391">
                  <c:v>stuntvilleentertainment</c:v>
                </c:pt>
                <c:pt idx="4392">
                  <c:v>stunnerwearingsuperstar</c:v>
                </c:pt>
                <c:pt idx="4393">
                  <c:v>stumblingthroughecstasy</c:v>
                </c:pt>
                <c:pt idx="4394">
                  <c:v>stuffnobodycaresabout</c:v>
                </c:pt>
                <c:pt idx="4395">
                  <c:v>stuffedclownfromhell</c:v>
                </c:pt>
                <c:pt idx="4396">
                  <c:v>stuffedanimalstarship</c:v>
                </c:pt>
                <c:pt idx="4397">
                  <c:v>studioprimephotography</c:v>
                </c:pt>
                <c:pt idx="4398">
                  <c:v>studentworkspainting</c:v>
                </c:pt>
                <c:pt idx="4399">
                  <c:v>studentventurecarrollton</c:v>
                </c:pt>
                <c:pt idx="4400">
                  <c:v>studentsocialistcoalition</c:v>
                </c:pt>
                <c:pt idx="4401">
                  <c:v>studentbodyuniversity</c:v>
                </c:pt>
                <c:pt idx="4402">
                  <c:v>studentbluestravel4less</c:v>
                </c:pt>
                <c:pt idx="4403">
                  <c:v>stuckwiththisnameforever</c:v>
                </c:pt>
                <c:pt idx="4404">
                  <c:v>stuck_with_this_name</c:v>
                </c:pt>
                <c:pt idx="4405">
                  <c:v>stuckmusiclikequicksand</c:v>
                </c:pt>
                <c:pt idx="4406">
                  <c:v>stuartthespringerspaniel</c:v>
                </c:pt>
                <c:pt idx="4407">
                  <c:v>stuart_penis_dick_jackson</c:v>
                </c:pt>
                <c:pt idx="4408">
                  <c:v>stuart_gilligan_griffin</c:v>
                </c:pt>
                <c:pt idx="4409">
                  <c:v>strychninestonerrock</c:v>
                </c:pt>
                <c:pt idx="4410">
                  <c:v>strugglingtobeindependent</c:v>
                </c:pt>
                <c:pt idx="4411">
                  <c:v>strong_wrestler_girl</c:v>
                </c:pt>
                <c:pt idx="4412">
                  <c:v>strongphenomenalwoman</c:v>
                </c:pt>
                <c:pt idx="4413">
                  <c:v>strong_heart_formula</c:v>
                </c:pt>
                <c:pt idx="4414">
                  <c:v>strong_but_sensitive</c:v>
                </c:pt>
                <c:pt idx="4415">
                  <c:v>strongbutheartbroken08</c:v>
                </c:pt>
                <c:pt idx="4416">
                  <c:v>strivingforgreatness</c:v>
                </c:pt>
                <c:pt idx="4417">
                  <c:v>strivingforcerridwen</c:v>
                </c:pt>
                <c:pt idx="4418">
                  <c:v>strippokerallnightlong</c:v>
                </c:pt>
                <c:pt idx="4419">
                  <c:v>strippedconcertseries</c:v>
                </c:pt>
                <c:pt idx="4420">
                  <c:v>stringtheguitarslowly</c:v>
                </c:pt>
                <c:pt idx="4421">
                  <c:v>strikergibsonexplorer</c:v>
                </c:pt>
                <c:pt idx="4422">
                  <c:v>strictnonnuditypolicy</c:v>
                </c:pt>
                <c:pt idx="4423">
                  <c:v>strictlyjazzentertainment</c:v>
                </c:pt>
                <c:pt idx="4424">
                  <c:v>strictlychilternlover</c:v>
                </c:pt>
                <c:pt idx="4425">
                  <c:v>strictly4thaladies88</c:v>
                </c:pt>
                <c:pt idx="4426">
                  <c:v>stricklandperformance</c:v>
                </c:pt>
                <c:pt idx="4427">
                  <c:v>stretchyourrubberband</c:v>
                </c:pt>
                <c:pt idx="4428">
                  <c:v>stress_insanity_chaos_fun</c:v>
                </c:pt>
                <c:pt idx="4429">
                  <c:v>strengththroughbrutality</c:v>
                </c:pt>
                <c:pt idx="4430">
                  <c:v>street_warrior_leader</c:v>
                </c:pt>
                <c:pt idx="4431">
                  <c:v>streetstrappedracing</c:v>
                </c:pt>
                <c:pt idx="4432">
                  <c:v>streetsquadentertainment0</c:v>
                </c:pt>
                <c:pt idx="4433">
                  <c:v>streetmusicentertainment</c:v>
                </c:pt>
                <c:pt idx="4434">
                  <c:v>streetmixentertainment</c:v>
                </c:pt>
                <c:pt idx="4435">
                  <c:v>streetlightmanifesto123</c:v>
                </c:pt>
                <c:pt idx="4436">
                  <c:v>streetlightmanifesto</c:v>
                </c:pt>
                <c:pt idx="4437">
                  <c:v>streetlightcurfewmusic</c:v>
                </c:pt>
                <c:pt idx="4438">
                  <c:v>streetlevel_management</c:v>
                </c:pt>
                <c:pt idx="4439">
                  <c:v>streetknowledgemedia</c:v>
                </c:pt>
                <c:pt idx="4440">
                  <c:v>streetjusticehelicopter</c:v>
                </c:pt>
                <c:pt idx="4441">
                  <c:v>streetgangdancefight</c:v>
                </c:pt>
                <c:pt idx="4442">
                  <c:v>streetempireentertainment</c:v>
                </c:pt>
                <c:pt idx="4443">
                  <c:v>streetdreamsent4life</c:v>
                </c:pt>
                <c:pt idx="4444">
                  <c:v>streetdancer_funkymonkey3</c:v>
                </c:pt>
                <c:pt idx="4445">
                  <c:v>streetcornerrecording</c:v>
                </c:pt>
                <c:pt idx="4446">
                  <c:v>streetcornerjunction</c:v>
                </c:pt>
                <c:pt idx="4447">
                  <c:v>streetchoirmanagement</c:v>
                </c:pt>
                <c:pt idx="4448">
                  <c:v>straythoodissmokedout</c:v>
                </c:pt>
                <c:pt idx="4449">
                  <c:v>stray_jacket_feeling</c:v>
                </c:pt>
                <c:pt idx="4450">
                  <c:v>strawburry_shortcake</c:v>
                </c:pt>
                <c:pt idx="4451">
                  <c:v>strawberry_water_addict</c:v>
                </c:pt>
                <c:pt idx="4452">
                  <c:v>strawberrysophisticake</c:v>
                </c:pt>
                <c:pt idx="4453">
                  <c:v>strawberryshort_stephie</c:v>
                </c:pt>
                <c:pt idx="4454">
                  <c:v>strawberryshortstack1234</c:v>
                </c:pt>
                <c:pt idx="4455">
                  <c:v>strawberryshortkate1</c:v>
                </c:pt>
                <c:pt idx="4456">
                  <c:v>strawberryshortcakeland</c:v>
                </c:pt>
                <c:pt idx="4457">
                  <c:v>strawberryshortcake_kayla</c:v>
                </c:pt>
                <c:pt idx="4458">
                  <c:v>strawberry_shortcake_gene</c:v>
                </c:pt>
                <c:pt idx="4459">
                  <c:v>strawberryshortcakedance</c:v>
                </c:pt>
                <c:pt idx="4460">
                  <c:v>strawberry_short_cake88</c:v>
                </c:pt>
                <c:pt idx="4461">
                  <c:v>strawberryshort_cake_1</c:v>
                </c:pt>
                <c:pt idx="4462">
                  <c:v>strawberrysherbert99</c:v>
                </c:pt>
                <c:pt idx="4463">
                  <c:v>strawberrysandcream74</c:v>
                </c:pt>
                <c:pt idx="4464">
                  <c:v>strawberrysandchocolate1</c:v>
                </c:pt>
                <c:pt idx="4465">
                  <c:v>strawberry_princessgirl</c:v>
                </c:pt>
                <c:pt idx="4466">
                  <c:v>strawberrypoochpopper</c:v>
                </c:pt>
                <c:pt idx="4467">
                  <c:v>strawberryplusbanana</c:v>
                </c:pt>
                <c:pt idx="4468">
                  <c:v>strawberrymusictwist</c:v>
                </c:pt>
                <c:pt idx="4469">
                  <c:v>strawberrymaryforever</c:v>
                </c:pt>
                <c:pt idx="4470">
                  <c:v>strawberrylollypop101</c:v>
                </c:pt>
                <c:pt idx="4471">
                  <c:v>strawberrykiwibanana</c:v>
                </c:pt>
                <c:pt idx="4472">
                  <c:v>strawberry_icecream88</c:v>
                </c:pt>
                <c:pt idx="4473">
                  <c:v>strawberryicecream25</c:v>
                </c:pt>
                <c:pt idx="4474">
                  <c:v>strawberryhotchocolate</c:v>
                </c:pt>
                <c:pt idx="4475">
                  <c:v>strawberrygirlamanda</c:v>
                </c:pt>
                <c:pt idx="4476">
                  <c:v>strawberryflavoredchapstick</c:v>
                </c:pt>
                <c:pt idx="4477">
                  <c:v>strawberrydelightprincess</c:v>
                </c:pt>
                <c:pt idx="4478">
                  <c:v>strawberrycrestcheer</c:v>
                </c:pt>
                <c:pt idx="4479">
                  <c:v>strawberrycheesecakeloo</c:v>
                </c:pt>
                <c:pt idx="4480">
                  <c:v>strawberryblondemegan</c:v>
                </c:pt>
                <c:pt idx="4481">
                  <c:v>strawberrybeckytoosexy</c:v>
                </c:pt>
                <c:pt idx="4482">
                  <c:v>strawberryandcoconut</c:v>
                </c:pt>
                <c:pt idx="4483">
                  <c:v>strawberry_aka_priscilla</c:v>
                </c:pt>
                <c:pt idx="4484">
                  <c:v>strawberrieshortcake43</c:v>
                </c:pt>
                <c:pt idx="4485">
                  <c:v>strawberriesandcreambaby</c:v>
                </c:pt>
                <c:pt idx="4486">
                  <c:v>strawberriesandcream87</c:v>
                </c:pt>
                <c:pt idx="4487">
                  <c:v>strawberriesandcream420</c:v>
                </c:pt>
                <c:pt idx="4488">
                  <c:v>strawberriesandchampagne</c:v>
                </c:pt>
                <c:pt idx="4489">
                  <c:v>strawberrie_lemonade</c:v>
                </c:pt>
                <c:pt idx="4490">
                  <c:v>strawbarry_vanilla_cream</c:v>
                </c:pt>
                <c:pt idx="4491">
                  <c:v>Strawbarryshortcakepie</c:v>
                </c:pt>
                <c:pt idx="4492">
                  <c:v>strangerwithcandy414</c:v>
                </c:pt>
                <c:pt idx="4493">
                  <c:v>strangerthanyoursympathy_</c:v>
                </c:pt>
                <c:pt idx="4494">
                  <c:v>strangerswithcandymovie</c:v>
                </c:pt>
                <c:pt idx="4495">
                  <c:v>strangersonthefootpath</c:v>
                </c:pt>
                <c:pt idx="4496">
                  <c:v>strangerdangerbeware</c:v>
                </c:pt>
                <c:pt idx="4497">
                  <c:v>strange_and_mysterious</c:v>
                </c:pt>
                <c:pt idx="4498">
                  <c:v>straitthroughtheheart13</c:v>
                </c:pt>
                <c:pt idx="4499">
                  <c:v>straithoodentertainment</c:v>
                </c:pt>
                <c:pt idx="4500">
                  <c:v>straightupgangster4life</c:v>
                </c:pt>
                <c:pt idx="4501">
                  <c:v>straightupcountrychick</c:v>
                </c:pt>
                <c:pt idx="4502">
                  <c:v>straightprideworldwide</c:v>
                </c:pt>
                <c:pt idx="4503">
                  <c:v>straightoutthecountry</c:v>
                </c:pt>
                <c:pt idx="4504">
                  <c:v>straightjacketstreetorgy</c:v>
                </c:pt>
                <c:pt idx="4505">
                  <c:v>straightjacketrebellion</c:v>
                </c:pt>
                <c:pt idx="4506">
                  <c:v>straightjacketcabaret</c:v>
                </c:pt>
                <c:pt idx="4507">
                  <c:v>straight_hood_09baby</c:v>
                </c:pt>
                <c:pt idx="4508">
                  <c:v>straightfromtheutter</c:v>
                </c:pt>
                <c:pt idx="4509">
                  <c:v>straightfromtheshoulder</c:v>
                </c:pt>
                <c:pt idx="4510">
                  <c:v>straight_for_life_102</c:v>
                </c:pt>
                <c:pt idx="4511">
                  <c:v>straight_edge_warrior</c:v>
                </c:pt>
                <c:pt idx="4512">
                  <c:v>straight_edge_photography</c:v>
                </c:pt>
                <c:pt idx="4513">
                  <c:v>straightedgefourlife</c:v>
                </c:pt>
                <c:pt idx="4514">
                  <c:v>straight_east_oakland</c:v>
                </c:pt>
                <c:pt idx="4515">
                  <c:v>straightdirtythuggin</c:v>
                </c:pt>
                <c:pt idx="4516">
                  <c:v>straight_country_boy</c:v>
                </c:pt>
                <c:pt idx="4517">
                  <c:v>stoutjunt_lilwinterfresh</c:v>
                </c:pt>
                <c:pt idx="4518">
                  <c:v>storylinephotography</c:v>
                </c:pt>
                <c:pt idx="4519">
                  <c:v>stormyweatherconnection</c:v>
                </c:pt>
                <c:pt idx="4520">
                  <c:v>stormstaticsleeprock</c:v>
                </c:pt>
                <c:pt idx="4521">
                  <c:v>stormcellarsoccerbar</c:v>
                </c:pt>
                <c:pt idx="4522">
                  <c:v>storeboughthappiness</c:v>
                </c:pt>
                <c:pt idx="4523">
                  <c:v>storageanddisposalmusic</c:v>
                </c:pt>
                <c:pt idx="4524">
                  <c:v>stopthisdoublesuicide___</c:v>
                </c:pt>
                <c:pt idx="4525">
                  <c:v>stopsuckingcorporatecock</c:v>
                </c:pt>
                <c:pt idx="4526">
                  <c:v>stop_its_hammer_time2010</c:v>
                </c:pt>
                <c:pt idx="4527">
                  <c:v>stopinfantcircumcision</c:v>
                </c:pt>
                <c:pt idx="4528">
                  <c:v>stop_humping_the_weed</c:v>
                </c:pt>
                <c:pt idx="4529">
                  <c:v>stophumantrafficking</c:v>
                </c:pt>
                <c:pt idx="4530">
                  <c:v>stophatingandgetalife</c:v>
                </c:pt>
                <c:pt idx="4531">
                  <c:v>stopfightingstartkissing</c:v>
                </c:pt>
                <c:pt idx="4532">
                  <c:v>stop_eating_the_paste</c:v>
                </c:pt>
                <c:pt idx="4533">
                  <c:v>stopbeingwhatyouarent123</c:v>
                </c:pt>
                <c:pt idx="4534">
                  <c:v>stopakin_likejackson</c:v>
                </c:pt>
                <c:pt idx="4535">
                  <c:v>stonewallnoiseorchestra</c:v>
                </c:pt>
                <c:pt idx="4536">
                  <c:v>stonethatthabuilderrefuse</c:v>
                </c:pt>
                <c:pt idx="4537">
                  <c:v>stoner4lifeandever9</c:v>
                </c:pt>
                <c:pt idx="4538">
                  <c:v>stone_paper_scissors</c:v>
                </c:pt>
                <c:pt idx="4539">
                  <c:v>stonemountainunderground</c:v>
                </c:pt>
                <c:pt idx="4540">
                  <c:v>stonefaceandterminal</c:v>
                </c:pt>
                <c:pt idx="4541">
                  <c:v>stonedmonkeysoftware</c:v>
                </c:pt>
                <c:pt idx="4542">
                  <c:v>stonecoldrattlesnake4life</c:v>
                </c:pt>
                <c:pt idx="4543">
                  <c:v>stonecoldmike2000yahoo</c:v>
                </c:pt>
                <c:pt idx="4544">
                  <c:v>stonecliffmusicgroup</c:v>
                </c:pt>
                <c:pt idx="4545">
                  <c:v>stonecircleconspiracy</c:v>
                </c:pt>
                <c:pt idx="4546">
                  <c:v>stompinggroundsmusic</c:v>
                </c:pt>
                <c:pt idx="4547">
                  <c:v>stolensilencedrummer</c:v>
                </c:pt>
                <c:pt idx="4548">
                  <c:v>stolen_monkeypendrive</c:v>
                </c:pt>
                <c:pt idx="4549">
                  <c:v>stolen_identity_band</c:v>
                </c:pt>
                <c:pt idx="4550">
                  <c:v>stolencamerafilmcompany</c:v>
                </c:pt>
                <c:pt idx="4551">
                  <c:v>stolenbrownevergreen</c:v>
                </c:pt>
                <c:pt idx="4552">
                  <c:v>stoicarmyphiladelphia</c:v>
                </c:pt>
                <c:pt idx="4553">
                  <c:v>stoicarmyakroncanton</c:v>
                </c:pt>
                <c:pt idx="4554">
                  <c:v>stockingtops_flasher</c:v>
                </c:pt>
                <c:pt idx="4555">
                  <c:v>stinkfingeroverdrive</c:v>
                </c:pt>
                <c:pt idx="4556">
                  <c:v>still_waiting_Sierra</c:v>
                </c:pt>
                <c:pt idx="4557">
                  <c:v>stillwaitingforsatan</c:v>
                </c:pt>
                <c:pt idx="4558">
                  <c:v>stillwaitingforguffman</c:v>
                </c:pt>
                <c:pt idx="4559">
                  <c:v>stillwaitingforgodot</c:v>
                </c:pt>
                <c:pt idx="4560">
                  <c:v>stilltheonlynameavailable</c:v>
                </c:pt>
                <c:pt idx="4561">
                  <c:v>stillstanding_danielle</c:v>
                </c:pt>
                <c:pt idx="4562">
                  <c:v>stillstandingclothing</c:v>
                </c:pt>
                <c:pt idx="4563">
                  <c:v>stillsomethingserious</c:v>
                </c:pt>
                <c:pt idx="4564">
                  <c:v>stillsilentlyfalling</c:v>
                </c:pt>
                <c:pt idx="4565">
                  <c:v>stillsearchingforlife</c:v>
                </c:pt>
                <c:pt idx="4566">
                  <c:v>stillplayswithtrucks</c:v>
                </c:pt>
                <c:pt idx="4567">
                  <c:v>stillnotgettinganyeither</c:v>
                </c:pt>
                <c:pt idx="4568">
                  <c:v>stillnastyhardrockband</c:v>
                </c:pt>
                <c:pt idx="4569">
                  <c:v>stillmissinginaction</c:v>
                </c:pt>
                <c:pt idx="4570">
                  <c:v>still_loving_shannon</c:v>
                </c:pt>
                <c:pt idx="4571">
                  <c:v>still_loveing_that_girl</c:v>
                </c:pt>
                <c:pt idx="4572">
                  <c:v>stilllookinglakeview</c:v>
                </c:pt>
                <c:pt idx="4573">
                  <c:v>stilllifephotography</c:v>
                </c:pt>
                <c:pt idx="4574">
                  <c:v>still_kicking4family</c:v>
                </c:pt>
                <c:pt idx="4575">
                  <c:v>stilljennifromthablock</c:v>
                </c:pt>
                <c:pt idx="4576">
                  <c:v>stilldesperate4attention</c:v>
                </c:pt>
                <c:pt idx="4577">
                  <c:v>stilldeadbutdreaming</c:v>
                </c:pt>
                <c:pt idx="4578">
                  <c:v>still_dazed_and_confused</c:v>
                </c:pt>
                <c:pt idx="4579">
                  <c:v>stillbutseldomsilent</c:v>
                </c:pt>
                <c:pt idx="4580">
                  <c:v>still_aint_forgave_myself</c:v>
                </c:pt>
                <c:pt idx="4581">
                  <c:v>stiffbridgesisfallingdown</c:v>
                </c:pt>
                <c:pt idx="4582">
                  <c:v>sticktogetherharbison</c:v>
                </c:pt>
                <c:pt idx="4583">
                  <c:v>stickslikeglueandwater</c:v>
                </c:pt>
                <c:pt idx="4584">
                  <c:v>steventhelonelyoneforever</c:v>
                </c:pt>
                <c:pt idx="4585">
                  <c:v>stevensonrealtygroup</c:v>
                </c:pt>
                <c:pt idx="4586">
                  <c:v>steven_lori_2gether4ever</c:v>
                </c:pt>
                <c:pt idx="4587">
                  <c:v>stevenjeffreymitchell</c:v>
                </c:pt>
                <c:pt idx="4588">
                  <c:v>steven_aka_ghost_rip_2pac</c:v>
                </c:pt>
                <c:pt idx="4589">
                  <c:v>sterling_silver_angel</c:v>
                </c:pt>
                <c:pt idx="4590">
                  <c:v>sterlingmarlinrevolution</c:v>
                </c:pt>
                <c:pt idx="4591">
                  <c:v>sterlinghealthcenter</c:v>
                </c:pt>
                <c:pt idx="4592">
                  <c:v>sterilizeandexterminate</c:v>
                </c:pt>
                <c:pt idx="4593">
                  <c:v>stereotransmitteddisease</c:v>
                </c:pt>
                <c:pt idx="4594">
                  <c:v>stephenwilkinson1983</c:v>
                </c:pt>
                <c:pt idx="4595">
                  <c:v>stephentaylorfanclub</c:v>
                </c:pt>
                <c:pt idx="4596">
                  <c:v>stephenrockfordhammond</c:v>
                </c:pt>
                <c:pt idx="4597">
                  <c:v>stephenieanddevin4eva</c:v>
                </c:pt>
                <c:pt idx="4598">
                  <c:v>stephengibsonrealtor</c:v>
                </c:pt>
                <c:pt idx="4599">
                  <c:v>stephenandlauratimmons</c:v>
                </c:pt>
                <c:pt idx="4600">
                  <c:v>stephaniewardfitlife</c:v>
                </c:pt>
                <c:pt idx="4601">
                  <c:v>stephanietownsend123</c:v>
                </c:pt>
                <c:pt idx="4602">
                  <c:v>stephaniethewonderful</c:v>
                </c:pt>
                <c:pt idx="4603">
                  <c:v>stephanie_the_princess9</c:v>
                </c:pt>
                <c:pt idx="4604">
                  <c:v>stephanie_the_princess</c:v>
                </c:pt>
                <c:pt idx="4605">
                  <c:v>stephanie_still_here</c:v>
                </c:pt>
                <c:pt idx="4606">
                  <c:v>stephanie_stevenson14</c:v>
                </c:pt>
                <c:pt idx="4607">
                  <c:v>StephanieStarStylist</c:v>
                </c:pt>
                <c:pt idx="4608">
                  <c:v>stephaniespoiledbrat</c:v>
                </c:pt>
                <c:pt idx="4609">
                  <c:v>stephaniesmithcollins</c:v>
                </c:pt>
                <c:pt idx="4610">
                  <c:v>stephanie.sidebottom</c:v>
                </c:pt>
                <c:pt idx="4611">
                  <c:v>stephanie_senior_wish</c:v>
                </c:pt>
                <c:pt idx="4612">
                  <c:v>stephanieschneiderman</c:v>
                </c:pt>
                <c:pt idx="4613">
                  <c:v>stephanieroserealestate</c:v>
                </c:pt>
                <c:pt idx="4614">
                  <c:v>stephanie_newfiegirl</c:v>
                </c:pt>
                <c:pt idx="4615">
                  <c:v>stephaniemolina_was_here</c:v>
                </c:pt>
                <c:pt idx="4616">
                  <c:v>stephanie_marie_elizabeth</c:v>
                </c:pt>
                <c:pt idx="4617">
                  <c:v>stephanie_mackara_bitch</c:v>
                </c:pt>
                <c:pt idx="4618">
                  <c:v>stephanielynneporter</c:v>
                </c:pt>
                <c:pt idx="4619">
                  <c:v>stephanielorainchabot</c:v>
                </c:pt>
                <c:pt idx="4620">
                  <c:v>stephanielaurencooper</c:v>
                </c:pt>
                <c:pt idx="4621">
                  <c:v>stephaniekellyclarksonfan</c:v>
                </c:pt>
                <c:pt idx="4622">
                  <c:v>stephaniehollyalyssa</c:v>
                </c:pt>
                <c:pt idx="4623">
                  <c:v>stephaniehannahlouise</c:v>
                </c:pt>
                <c:pt idx="4624">
                  <c:v>stephaniegrahamhenna</c:v>
                </c:pt>
                <c:pt idx="4625">
                  <c:v>stephanie_gill_watson</c:v>
                </c:pt>
                <c:pt idx="4626">
                  <c:v>stephanie_fox_rox_101</c:v>
                </c:pt>
                <c:pt idx="4627">
                  <c:v>stephaniedenisesmith</c:v>
                </c:pt>
                <c:pt idx="4628">
                  <c:v>stephaniecookmadison</c:v>
                </c:pt>
                <c:pt idx="4629">
                  <c:v>stephanie_chad_becky</c:v>
                </c:pt>
                <c:pt idx="4630">
                  <c:v>stephanie_brown_spoiler</c:v>
                </c:pt>
                <c:pt idx="4631">
                  <c:v>stephanie.arellano73</c:v>
                </c:pt>
                <c:pt idx="4632">
                  <c:v>stephanie_ann_barbie</c:v>
                </c:pt>
                <c:pt idx="4633">
                  <c:v>stephanie_and_eddie_4ever</c:v>
                </c:pt>
                <c:pt idx="4634">
                  <c:v>stephanie_and_chrisbrown</c:v>
                </c:pt>
                <c:pt idx="4635">
                  <c:v>stephanieanastasiadis</c:v>
                </c:pt>
                <c:pt idx="4636">
                  <c:v>stephanie_aka_barbie</c:v>
                </c:pt>
                <c:pt idx="4637">
                  <c:v>stephanie_aka_auntie</c:v>
                </c:pt>
                <c:pt idx="4638">
                  <c:v>stephanie0tinkerbell</c:v>
                </c:pt>
                <c:pt idx="4639">
                  <c:v>stepboo_eric_forever</c:v>
                </c:pt>
                <c:pt idx="4640">
                  <c:v>stella_the_slash_fan</c:v>
                </c:pt>
                <c:pt idx="4641">
                  <c:v>stellastephaniebarker</c:v>
                </c:pt>
                <c:pt idx="4642">
                  <c:v>stella_bella_hudgens01</c:v>
                </c:pt>
                <c:pt idx="4643">
                  <c:v>stella_bella_cinderella</c:v>
                </c:pt>
                <c:pt idx="4644">
                  <c:v>stella_always_and_forever</c:v>
                </c:pt>
                <c:pt idx="4645">
                  <c:v>stein_the_new_world_order</c:v>
                </c:pt>
                <c:pt idx="4646">
                  <c:v>steinbergtalentmanagement</c:v>
                </c:pt>
                <c:pt idx="4647">
                  <c:v>steeldragonentertainment</c:v>
                </c:pt>
                <c:pt idx="4648">
                  <c:v>steeldownentertainment</c:v>
                </c:pt>
                <c:pt idx="4649">
                  <c:v>steelcityhooligan_719</c:v>
                </c:pt>
                <c:pt idx="4650">
                  <c:v>steampoweredairplane</c:v>
                </c:pt>
                <c:pt idx="4651">
                  <c:v>stealthy_silver_wolf</c:v>
                </c:pt>
                <c:pt idx="4652">
                  <c:v>stealthyanddangerous</c:v>
                </c:pt>
                <c:pt idx="4653">
                  <c:v>stealth_matty_rogers</c:v>
                </c:pt>
                <c:pt idx="4654">
                  <c:v>stealth_assault_team</c:v>
                </c:pt>
                <c:pt idx="4655">
                  <c:v>stay_with_you_forever</c:v>
                </c:pt>
                <c:pt idx="4656">
                  <c:v>staysideways_neverlift</c:v>
                </c:pt>
                <c:pt idx="4657">
                  <c:v>staypuffedmarshmellowchic</c:v>
                </c:pt>
                <c:pt idx="4658">
                  <c:v>staypuffedmarshmallowfuncrew</c:v>
                </c:pt>
                <c:pt idx="4659">
                  <c:v>staying_alive_for_death</c:v>
                </c:pt>
                <c:pt idx="4660">
                  <c:v>stayhighlovepeaceturtle</c:v>
                </c:pt>
                <c:pt idx="4661">
                  <c:v>stayhighallday420ripjake</c:v>
                </c:pt>
                <c:pt idx="4662">
                  <c:v>staygoldenponyboycow</c:v>
                </c:pt>
                <c:pt idx="4663">
                  <c:v>stay_fresh_till_death</c:v>
                </c:pt>
                <c:pt idx="4664">
                  <c:v>stayfreshentertainment</c:v>
                </c:pt>
                <c:pt idx="4665">
                  <c:v>stayfittedentertainment</c:v>
                </c:pt>
                <c:pt idx="4666">
                  <c:v>stayawayfromthevoodoo</c:v>
                </c:pt>
                <c:pt idx="4667">
                  <c:v>stayalive_lovewillcome</c:v>
                </c:pt>
                <c:pt idx="4668">
                  <c:v>statusmagazine_atlanta</c:v>
                </c:pt>
                <c:pt idx="4669">
                  <c:v>statuesquetheepitome</c:v>
                </c:pt>
                <c:pt idx="4670">
                  <c:v>statingtheobviousquot</c:v>
                </c:pt>
                <c:pt idx="4671">
                  <c:v>static_town_themetune</c:v>
                </c:pt>
                <c:pt idx="4672">
                  <c:v>staticloungenightclub</c:v>
                </c:pt>
                <c:pt idx="4673">
                  <c:v>starvoyagerentertainment</c:v>
                </c:pt>
                <c:pt idx="4674">
                  <c:v>starvingforperfection9</c:v>
                </c:pt>
                <c:pt idx="4675">
                  <c:v>starvationforperfection</c:v>
                </c:pt>
                <c:pt idx="4676">
                  <c:v>startingoveranimalrescue</c:v>
                </c:pt>
                <c:pt idx="4677">
                  <c:v>star_spangled_butterfly</c:v>
                </c:pt>
                <c:pt idx="4678">
                  <c:v>starry_eyed_surprise_23</c:v>
                </c:pt>
                <c:pt idx="4679">
                  <c:v>starryeyedsurprise007</c:v>
                </c:pt>
                <c:pt idx="4680">
                  <c:v>starry_eyed_something</c:v>
                </c:pt>
                <c:pt idx="4681">
                  <c:v>starry_eyed_daisy_dreamer</c:v>
                </c:pt>
                <c:pt idx="4682">
                  <c:v>starry_eyed_brunette23</c:v>
                </c:pt>
                <c:pt idx="4683">
                  <c:v>starryeyedandscreaming</c:v>
                </c:pt>
                <c:pt idx="4684">
                  <c:v>starringthelovelyamanda</c:v>
                </c:pt>
                <c:pt idx="4685">
                  <c:v>starlightterracedaycare</c:v>
                </c:pt>
                <c:pt idx="4686">
                  <c:v>StarlightstarbrightCari</c:v>
                </c:pt>
                <c:pt idx="4687">
                  <c:v>starlightmillionfrontman</c:v>
                </c:pt>
                <c:pt idx="4688">
                  <c:v>starlight_and_starbright</c:v>
                </c:pt>
                <c:pt idx="4689">
                  <c:v>starlifeentertainment</c:v>
                </c:pt>
                <c:pt idx="4690">
                  <c:v>starjasminechrisbrown2</c:v>
                </c:pt>
                <c:pt idx="4691">
                  <c:v>starhalfbackgangster</c:v>
                </c:pt>
                <c:pt idx="4692">
                  <c:v>star_gazing_substance</c:v>
                </c:pt>
                <c:pt idx="4693">
                  <c:v>stargazingflowerfairy</c:v>
                </c:pt>
                <c:pt idx="4694">
                  <c:v>stargatespartanwarrior</c:v>
                </c:pt>
                <c:pt idx="4695">
                  <c:v>starfire_blue_moonlight</c:v>
                </c:pt>
                <c:pt idx="4696">
                  <c:v>starfire_and_robin_4ever</c:v>
                </c:pt>
                <c:pt idx="4697">
                  <c:v>starfightersuckerpunch</c:v>
                </c:pt>
                <c:pt idx="4698">
                  <c:v>stardustmemorialpark0002</c:v>
                </c:pt>
                <c:pt idx="4699">
                  <c:v>stardomboundentertainment</c:v>
                </c:pt>
                <c:pt idx="4700">
                  <c:v>stardirectionmanagement</c:v>
                </c:pt>
                <c:pt idx="4701">
                  <c:v>starcrossed_cantescape</c:v>
                </c:pt>
                <c:pt idx="4702">
                  <c:v>starclassicperformer</c:v>
                </c:pt>
                <c:pt idx="4703">
                  <c:v>starburstcandyaddict</c:v>
                </c:pt>
                <c:pt idx="4704">
                  <c:v>starburst_1_and_only</c:v>
                </c:pt>
                <c:pt idx="4705">
                  <c:v>starbucksislovelayout</c:v>
                </c:pt>
                <c:pt idx="4706">
                  <c:v>starbucknotthecoffee</c:v>
                </c:pt>
                <c:pt idx="4707">
                  <c:v>stanleyclarkgeorgeduke</c:v>
                </c:pt>
                <c:pt idx="4708">
                  <c:v>standstilllookpretty123</c:v>
                </c:pt>
                <c:pt idx="4709">
                  <c:v>standingbesidemyself</c:v>
                </c:pt>
                <c:pt idx="4710">
                  <c:v>standardtimesfootball</c:v>
                </c:pt>
                <c:pt idx="4711">
                  <c:v>standard_sedan_car_club</c:v>
                </c:pt>
                <c:pt idx="4712">
                  <c:v>standaloneoriginalchopper</c:v>
                </c:pt>
                <c:pt idx="4713">
                  <c:v>standaloneindividual</c:v>
                </c:pt>
                <c:pt idx="4714">
                  <c:v>_stand_alone_complex_</c:v>
                </c:pt>
                <c:pt idx="4715">
                  <c:v>standaloneagainstmany</c:v>
                </c:pt>
                <c:pt idx="4716">
                  <c:v>stalkingthemuseaustin</c:v>
                </c:pt>
                <c:pt idx="4717">
                  <c:v>stalker301198fordfusion2007</c:v>
                </c:pt>
                <c:pt idx="4718">
                  <c:v>staircasewitradioshow</c:v>
                </c:pt>
                <c:pt idx="4719">
                  <c:v>_stain_glass_suicide</c:v>
                </c:pt>
                <c:pt idx="4720">
                  <c:v>staffordcollegecharitygig</c:v>
                </c:pt>
                <c:pt idx="4721">
                  <c:v>staffdevelopmentcrew</c:v>
                </c:pt>
                <c:pt idx="4722">
                  <c:v>stacy_the_firebirdgirl</c:v>
                </c:pt>
                <c:pt idx="4723">
                  <c:v>stacy_thatmodelchick</c:v>
                </c:pt>
                <c:pt idx="4724">
                  <c:v>stacyleighphotographer</c:v>
                </c:pt>
                <c:pt idx="4725">
                  <c:v>stacie_straight_hair</c:v>
                </c:pt>
                <c:pt idx="4726">
                  <c:v>staceywasgroovermare</c:v>
                </c:pt>
                <c:pt idx="4727">
                  <c:v>staceynewsomesantiago</c:v>
                </c:pt>
                <c:pt idx="4728">
                  <c:v>staceydanspencergypsy</c:v>
                </c:pt>
                <c:pt idx="4729">
                  <c:v>stabyouwithaplasticknife</c:v>
                </c:pt>
                <c:pt idx="4730">
                  <c:v>stableartistmanagement</c:v>
                </c:pt>
                <c:pt idx="4731">
                  <c:v>squishsquashapplesauce</c:v>
                </c:pt>
                <c:pt idx="4732">
                  <c:v>squirrel_girl_cheryl</c:v>
                </c:pt>
                <c:pt idx="4733">
                  <c:v>squirrelgirl2therescue</c:v>
                </c:pt>
                <c:pt idx="4734">
                  <c:v>squeakyandsquishyforever</c:v>
                </c:pt>
                <c:pt idx="4735">
                  <c:v>squawgetsomefirewood</c:v>
                </c:pt>
                <c:pt idx="4736">
                  <c:v>square_circle_diamond</c:v>
                </c:pt>
                <c:pt idx="4737">
                  <c:v>spunkystupendoussara</c:v>
                </c:pt>
                <c:pt idx="4738">
                  <c:v>spunky_old_people_rock</c:v>
                </c:pt>
                <c:pt idx="4739">
                  <c:v>spunkyfunkychunkymonkey</c:v>
                </c:pt>
                <c:pt idx="4740">
                  <c:v>sprocketoldschoolpunk</c:v>
                </c:pt>
                <c:pt idx="4741">
                  <c:v>sprinklesparklefairy</c:v>
                </c:pt>
                <c:pt idx="4742">
                  <c:v>springsteenforpresident</c:v>
                </c:pt>
                <c:pt idx="4743">
                  <c:v>springridgecountrygirl</c:v>
                </c:pt>
                <c:pt idx="4744">
                  <c:v>springhillspiderparty</c:v>
                </c:pt>
                <c:pt idx="4745">
                  <c:v>springbreak200rosarito</c:v>
                </c:pt>
                <c:pt idx="4746">
                  <c:v>_spread_the_kissy_face_</c:v>
                </c:pt>
                <c:pt idx="4747">
                  <c:v>spottedpossumlover12</c:v>
                </c:pt>
                <c:pt idx="4748">
                  <c:v>spottedcowcreamandbean</c:v>
                </c:pt>
                <c:pt idx="4749">
                  <c:v>sportysweetsoutherngirl09</c:v>
                </c:pt>
                <c:pt idx="4750">
                  <c:v>sporty_arica_lovetoride</c:v>
                </c:pt>
                <c:pt idx="4751">
                  <c:v>sportswriterportfolio</c:v>
                </c:pt>
                <c:pt idx="4752">
                  <c:v>sportssassyintelligent</c:v>
                </c:pt>
                <c:pt idx="4753">
                  <c:v>sportspageportsmouth</c:v>
                </c:pt>
                <c:pt idx="4754">
                  <c:v>sportsfanforever41290</c:v>
                </c:pt>
                <c:pt idx="4755">
                  <c:v>sportsbaby9313_world</c:v>
                </c:pt>
                <c:pt idx="4756">
                  <c:v>sportsandloveequallife1</c:v>
                </c:pt>
                <c:pt idx="4757">
                  <c:v>sportsandentertainmentman</c:v>
                </c:pt>
                <c:pt idx="4758">
                  <c:v>sportsallstarforever</c:v>
                </c:pt>
                <c:pt idx="4759">
                  <c:v>sports_allstar452030</c:v>
                </c:pt>
                <c:pt idx="4760">
                  <c:v>sport_loving_machine</c:v>
                </c:pt>
                <c:pt idx="4761">
                  <c:v>sport_compact_fanatic</c:v>
                </c:pt>
                <c:pt idx="4762">
                  <c:v>spooner_andfifi_4eva</c:v>
                </c:pt>
                <c:pt idx="4763">
                  <c:v>spookymovementsonline</c:v>
                </c:pt>
                <c:pt idx="4764">
                  <c:v>spookcentralhereandnow</c:v>
                </c:pt>
                <c:pt idx="4765">
                  <c:v>spontaneouscombustionman</c:v>
                </c:pt>
                <c:pt idx="4766">
                  <c:v>spongesamsquarepants</c:v>
                </c:pt>
                <c:pt idx="4767">
                  <c:v>spongepantssquarebob</c:v>
                </c:pt>
                <c:pt idx="4768">
                  <c:v>sponge_dan_square_head</c:v>
                </c:pt>
                <c:pt idx="4769">
                  <c:v>spongechristianbookinglist</c:v>
                </c:pt>
                <c:pt idx="4770">
                  <c:v>SpongeBoob_SquareCock</c:v>
                </c:pt>
                <c:pt idx="4771">
                  <c:v>spongebongbluntpants</c:v>
                </c:pt>
                <c:pt idx="4772">
                  <c:v>spongebob_squarepants_rox</c:v>
                </c:pt>
                <c:pt idx="4773">
                  <c:v>spongebobsquarepantsgirl</c:v>
                </c:pt>
                <c:pt idx="4774">
                  <c:v>spongebob_squarepants_8</c:v>
                </c:pt>
                <c:pt idx="4775">
                  <c:v>spongebob_squarepants45</c:v>
                </c:pt>
                <c:pt idx="4776">
                  <c:v>spongebobsquarepants2092</c:v>
                </c:pt>
                <c:pt idx="4777">
                  <c:v>spongebobsquarepants17</c:v>
                </c:pt>
                <c:pt idx="4778">
                  <c:v>spongebobsquarepants09</c:v>
                </c:pt>
                <c:pt idx="4779">
                  <c:v>spongebob_squarepants01</c:v>
                </c:pt>
                <c:pt idx="4780">
                  <c:v>spongebobsquarepants01</c:v>
                </c:pt>
                <c:pt idx="4781">
                  <c:v>sponge_bob_square_pants_</c:v>
                </c:pt>
                <c:pt idx="4782">
                  <c:v>sponge_bob_lover_2005</c:v>
                </c:pt>
                <c:pt idx="4783">
                  <c:v>spongebob_crazylover</c:v>
                </c:pt>
                <c:pt idx="4784">
                  <c:v>spongebobclairepants</c:v>
                </c:pt>
                <c:pt idx="4785">
                  <c:v>spongebobbossypants11</c:v>
                </c:pt>
                <c:pt idx="4786">
                  <c:v>spongebob1squarepants</c:v>
                </c:pt>
                <c:pt idx="4787">
                  <c:v>spongebillroundpants</c:v>
                </c:pt>
                <c:pt idx="4788">
                  <c:v>spongebarbleatherpants</c:v>
                </c:pt>
                <c:pt idx="4789">
                  <c:v>spongbobsquarepants718</c:v>
                </c:pt>
                <c:pt idx="4790">
                  <c:v>spokenwordmusicseries</c:v>
                </c:pt>
                <c:pt idx="4791">
                  <c:v>spokanevalleyyounglife</c:v>
                </c:pt>
                <c:pt idx="4792">
                  <c:v>spokanefirstassembly</c:v>
                </c:pt>
                <c:pt idx="4793">
                  <c:v>spoilt_thestupidbitch</c:v>
                </c:pt>
                <c:pt idx="4794">
                  <c:v>spoiled_rotten_lil_brat</c:v>
                </c:pt>
                <c:pt idx="4795">
                  <c:v>spoiled_rotten_brat1989</c:v>
                </c:pt>
                <c:pt idx="4796">
                  <c:v>spoiledrottenbitch9</c:v>
                </c:pt>
                <c:pt idx="4797">
                  <c:v>spoiledrottenarmybrat1</c:v>
                </c:pt>
                <c:pt idx="4798">
                  <c:v>spoiledrottenangelajane</c:v>
                </c:pt>
                <c:pt idx="4799">
                  <c:v>spoiledrottenandimpatient</c:v>
                </c:pt>
                <c:pt idx="4800">
                  <c:v>spoiledprincessnessa</c:v>
                </c:pt>
                <c:pt idx="4801">
                  <c:v>spoiled_princess_dyanna</c:v>
                </c:pt>
                <c:pt idx="4802">
                  <c:v>spoiled_princessdiva</c:v>
                </c:pt>
                <c:pt idx="4803">
                  <c:v>spoiled_married_princess</c:v>
                </c:pt>
                <c:pt idx="4804">
                  <c:v>spoiled_london_here_</c:v>
                </c:pt>
                <c:pt idx="4805">
                  <c:v>spoiledlittlebrat1981</c:v>
                </c:pt>
                <c:pt idx="4806">
                  <c:v>spoiledlilprincess_415</c:v>
                </c:pt>
                <c:pt idx="4807">
                  <c:v>spoiled_hot_princess</c:v>
                </c:pt>
                <c:pt idx="4808">
                  <c:v>spoiledebonyprincess</c:v>
                </c:pt>
                <c:pt idx="4809">
                  <c:v>spoiledchick4life3903</c:v>
                </c:pt>
                <c:pt idx="4810">
                  <c:v>spoiledbratprincess4</c:v>
                </c:pt>
                <c:pt idx="4811">
                  <c:v>spoiledbratentertainment</c:v>
                </c:pt>
                <c:pt idx="4812">
                  <c:v>spoiled_brat_4_ever07</c:v>
                </c:pt>
                <c:pt idx="4813">
                  <c:v>spoiledblondeprincess</c:v>
                </c:pt>
                <c:pt idx="4814">
                  <c:v>spoiledbitchprincess</c:v>
                </c:pt>
                <c:pt idx="4815">
                  <c:v>spoiledbabygirlbonnie</c:v>
                </c:pt>
                <c:pt idx="4816">
                  <c:v>splitthedifferenceomaha</c:v>
                </c:pt>
                <c:pt idx="4817">
                  <c:v>_split_down_the_middle_</c:v>
                </c:pt>
                <c:pt idx="4818">
                  <c:v>splinter_cell_sam_fisher</c:v>
                </c:pt>
                <c:pt idx="4819">
                  <c:v>splintercellcooptheater</c:v>
                </c:pt>
                <c:pt idx="4820">
                  <c:v>splendid_coma_vision</c:v>
                </c:pt>
                <c:pt idx="4821">
                  <c:v>splendidandtremendous</c:v>
                </c:pt>
                <c:pt idx="4822">
                  <c:v>splatterpark_paintballer</c:v>
                </c:pt>
                <c:pt idx="4823">
                  <c:v>splat_action_paintball</c:v>
                </c:pt>
                <c:pt idx="4824">
                  <c:v>spittingthatheatrock</c:v>
                </c:pt>
                <c:pt idx="4825">
                  <c:v>spitfireblackofficial</c:v>
                </c:pt>
                <c:pt idx="4826">
                  <c:v>spiritualwarriormusic</c:v>
                </c:pt>
                <c:pt idx="4827">
                  <c:v>spirituality4_inner_life</c:v>
                </c:pt>
                <c:pt idx="4828">
                  <c:v>spiritualessenceyoga</c:v>
                </c:pt>
                <c:pt idx="4829">
                  <c:v>spiritualdissectionmetal</c:v>
                </c:pt>
                <c:pt idx="4830">
                  <c:v>spiritfilledsisterhood</c:v>
                </c:pt>
                <c:pt idx="4831">
                  <c:v>spiritairfireearthwater</c:v>
                </c:pt>
                <c:pt idx="4832">
                  <c:v>spiralingintothevoid</c:v>
                </c:pt>
                <c:pt idx="4833">
                  <c:v>spinning_into_darkness</c:v>
                </c:pt>
                <c:pt idx="4834">
                  <c:v>spill_your_heart_out</c:v>
                </c:pt>
                <c:pt idx="4835">
                  <c:v>spikyhairdrunkpunk99</c:v>
                </c:pt>
                <c:pt idx="4836">
                  <c:v>spike_the_crazed_balloon</c:v>
                </c:pt>
                <c:pt idx="4837">
                  <c:v>spike_like_never_before45</c:v>
                </c:pt>
                <c:pt idx="4838">
                  <c:v>spiderkitten_the_revenge</c:v>
                </c:pt>
                <c:pt idx="4839">
                  <c:v>spiderkillertoughguy</c:v>
                </c:pt>
                <c:pt idx="4840">
                  <c:v>spiderbatsuperhulkman</c:v>
                </c:pt>
                <c:pt idx="4841">
                  <c:v>spicycrunchwrapsupreme</c:v>
                </c:pt>
                <c:pt idx="4842">
                  <c:v>spice_andnoteverythinnice</c:v>
                </c:pt>
                <c:pt idx="4843">
                  <c:v>spendidlyimperfect87</c:v>
                </c:pt>
                <c:pt idx="4844">
                  <c:v>spencer_the_surf_dude</c:v>
                </c:pt>
                <c:pt idx="4845">
                  <c:v>spencer_raynor_smith</c:v>
                </c:pt>
                <c:pt idx="4846">
                  <c:v>spencerlaurenrodriguez</c:v>
                </c:pt>
                <c:pt idx="4847">
                  <c:v>spencer_chelsea_forever</c:v>
                </c:pt>
                <c:pt idx="4848">
                  <c:v>spencebillyandwillrule</c:v>
                </c:pt>
                <c:pt idx="4849">
                  <c:v>spell_racecar_backwards</c:v>
                </c:pt>
                <c:pt idx="4850">
                  <c:v>speedythemotherfuckingdog</c:v>
                </c:pt>
                <c:pt idx="4851">
                  <c:v>speedythebestballeralive</c:v>
                </c:pt>
                <c:pt idx="4852">
                  <c:v>speedstyleandperformance</c:v>
                </c:pt>
                <c:pt idx="4853">
                  <c:v>speed_reading_software</c:v>
                </c:pt>
                <c:pt idx="4854">
                  <c:v>speedlimittheband200</c:v>
                </c:pt>
                <c:pt idx="4855">
                  <c:v>speedagilityquickness</c:v>
                </c:pt>
                <c:pt idx="4856">
                  <c:v>_speechlessandredundant_</c:v>
                </c:pt>
                <c:pt idx="4857">
                  <c:v>spectrumhealthconsulting</c:v>
                </c:pt>
                <c:pt idx="4858">
                  <c:v>spectacularthesoloist</c:v>
                </c:pt>
                <c:pt idx="4859">
                  <c:v>spectacularsonlywife</c:v>
                </c:pt>
                <c:pt idx="4860">
                  <c:v>spectacularly_yours_4_eva</c:v>
                </c:pt>
                <c:pt idx="4861">
                  <c:v>spectacular_lisabluestar</c:v>
                </c:pt>
                <c:pt idx="4862">
                  <c:v>spectacularfromprettyricky</c:v>
                </c:pt>
                <c:pt idx="4863">
                  <c:v>spectacularbabygirl200</c:v>
                </c:pt>
                <c:pt idx="4864">
                  <c:v>specsnumber1sexyblackgirl</c:v>
                </c:pt>
                <c:pt idx="4865">
                  <c:v>specialpreciousprincess</c:v>
                </c:pt>
                <c:pt idx="4866">
                  <c:v>specialmountainservice</c:v>
                </c:pt>
                <c:pt idx="4867">
                  <c:v>special_lil_princess</c:v>
                </c:pt>
                <c:pt idx="4868">
                  <c:v>specialkingdragonman</c:v>
                </c:pt>
                <c:pt idx="4869">
                  <c:v>specialdude_bryan1033</c:v>
                </c:pt>
                <c:pt idx="4870">
                  <c:v>specialdarkwhitechocolate</c:v>
                </c:pt>
                <c:pt idx="4871">
                  <c:v>specialcaremedicalsupply</c:v>
                </c:pt>
                <c:pt idx="4872">
                  <c:v>specialbutterflylady</c:v>
                </c:pt>
                <c:pt idx="4873">
                  <c:v>special_angel_forever</c:v>
                </c:pt>
                <c:pt idx="4874">
                  <c:v>specialanduniquerunner</c:v>
                </c:pt>
                <c:pt idx="4875">
                  <c:v>special_agent_mulder</c:v>
                </c:pt>
                <c:pt idx="4876">
                  <c:v>special_agent_dale_cooper</c:v>
                </c:pt>
                <c:pt idx="4877">
                  <c:v>spearmintrhinowestpalm</c:v>
                </c:pt>
                <c:pt idx="4878">
                  <c:v>spearchucking_junglebunny</c:v>
                </c:pt>
                <c:pt idx="4879">
                  <c:v>spasticblueapplejuice</c:v>
                </c:pt>
                <c:pt idx="4880">
                  <c:v>spasidneybeautylounge</c:v>
                </c:pt>
                <c:pt idx="4881">
                  <c:v>sparrowthemovementstreetorchestra</c:v>
                </c:pt>
                <c:pt idx="4882">
                  <c:v>sparky_will_rule_you_all</c:v>
                </c:pt>
                <c:pt idx="4883">
                  <c:v>sparkly_sequin_skies</c:v>
                </c:pt>
                <c:pt idx="4884">
                  <c:v>sparklyfairyprincess</c:v>
                </c:pt>
                <c:pt idx="4885">
                  <c:v>sparklyblondebombshell</c:v>
                </c:pt>
                <c:pt idx="4886">
                  <c:v>sparkling_princess_lizzie</c:v>
                </c:pt>
                <c:pt idx="4887">
                  <c:v>sparkling_magic_star</c:v>
                </c:pt>
                <c:pt idx="4888">
                  <c:v>sparklingfloridaorange</c:v>
                </c:pt>
                <c:pt idx="4889">
                  <c:v>sparklingelegancejewelry</c:v>
                </c:pt>
                <c:pt idx="4890">
                  <c:v>sparklingdietlemonade</c:v>
                </c:pt>
                <c:pt idx="4891">
                  <c:v>sparklergirl_lauraanne</c:v>
                </c:pt>
                <c:pt idx="4892">
                  <c:v>sparkle_merryweather</c:v>
                </c:pt>
                <c:pt idx="4893">
                  <c:v>sparepairvisioncenter</c:v>
                </c:pt>
                <c:pt idx="4894">
                  <c:v>spankystranglebanger</c:v>
                </c:pt>
                <c:pt idx="4895">
                  <c:v>spankyjandtheconcrete7</c:v>
                </c:pt>
                <c:pt idx="4896">
                  <c:v>spank_tha_dumb_blonde_10</c:v>
                </c:pt>
                <c:pt idx="4897">
                  <c:v>spaldingsportinggoods</c:v>
                </c:pt>
                <c:pt idx="4898">
                  <c:v>spaghettiwithtomatosauce</c:v>
                </c:pt>
                <c:pt idx="4899">
                  <c:v>spacewomanspiffmarisa</c:v>
                </c:pt>
                <c:pt idx="4900">
                  <c:v>spacewithoutdistance</c:v>
                </c:pt>
                <c:pt idx="4901">
                  <c:v>space_the_final_frontier</c:v>
                </c:pt>
                <c:pt idx="4902">
                  <c:v>spaceforceconstruction</c:v>
                </c:pt>
                <c:pt idx="4903">
                  <c:v>spacedoutinrushville</c:v>
                </c:pt>
                <c:pt idx="4904">
                  <c:v>spacedatefutureshock</c:v>
                </c:pt>
                <c:pt idx="4905">
                  <c:v>spacecowboy_alchemist</c:v>
                </c:pt>
                <c:pt idx="4906">
                  <c:v>spacecancomethroughanyone</c:v>
                </c:pt>
                <c:pt idx="4907">
                  <c:v>spaceandtimecontinuum</c:v>
                </c:pt>
                <c:pt idx="4908">
                  <c:v>soytansolotunegrabella</c:v>
                </c:pt>
                <c:pt idx="4909">
                  <c:v>southwest_thick_chick</c:v>
                </c:pt>
                <c:pt idx="4910">
                  <c:v>SouthWestsideVeteran</c:v>
                </c:pt>
                <c:pt idx="4911">
                  <c:v>southwestpartyproject</c:v>
                </c:pt>
                <c:pt idx="4912">
                  <c:v>southwestmichiganfishing</c:v>
                </c:pt>
                <c:pt idx="4913">
                  <c:v>southwestchryslerjeep</c:v>
                </c:pt>
                <c:pt idx="4914">
                  <c:v>southstarrentertainmentfourlife</c:v>
                </c:pt>
                <c:pt idx="4915">
                  <c:v>southside_truecrime4</c:v>
                </c:pt>
                <c:pt idx="4916">
                  <c:v>southsidestherealest</c:v>
                </c:pt>
                <c:pt idx="4917">
                  <c:v>southsideserialkiller</c:v>
                </c:pt>
                <c:pt idx="4918">
                  <c:v>southsides_380pistol</c:v>
                </c:pt>
                <c:pt idx="4919">
                  <c:v>southsidersblood4life</c:v>
                </c:pt>
                <c:pt idx="4920">
                  <c:v>southsiderollerderby</c:v>
                </c:pt>
                <c:pt idx="4921">
                  <c:v>south_side_jamaica_4_life</c:v>
                </c:pt>
                <c:pt idx="4922">
                  <c:v>southside_gangster_210</c:v>
                </c:pt>
                <c:pt idx="4923">
                  <c:v>southside_for_life13</c:v>
                </c:pt>
                <c:pt idx="4924">
                  <c:v>southsidechicagopride</c:v>
                </c:pt>
                <c:pt idx="4925">
                  <c:v>southside_babygurl_1</c:v>
                </c:pt>
                <c:pt idx="4926">
                  <c:v>southsidebabygirl830</c:v>
                </c:pt>
                <c:pt idx="4927">
                  <c:v>southside_13_westsider</c:v>
                </c:pt>
                <c:pt idx="4928">
                  <c:v>south_side_13_4_life</c:v>
                </c:pt>
                <c:pt idx="4929">
                  <c:v>south_philly_all_day</c:v>
                </c:pt>
                <c:pt idx="4930">
                  <c:v>southpawpaintballer25</c:v>
                </c:pt>
                <c:pt idx="4931">
                  <c:v>southparkkatrinalooter</c:v>
                </c:pt>
                <c:pt idx="4932">
                  <c:v>southparkfrankiewilson</c:v>
                </c:pt>
                <c:pt idx="4933">
                  <c:v>southparkcountrystar</c:v>
                </c:pt>
                <c:pt idx="4934">
                  <c:v>southmetroyouthgroup</c:v>
                </c:pt>
                <c:pt idx="4935">
                  <c:v>southlondonundergroundmetal</c:v>
                </c:pt>
                <c:pt idx="4936">
                  <c:v>southlondonunderground</c:v>
                </c:pt>
                <c:pt idx="4937">
                  <c:v>southlandcollegegurl</c:v>
                </c:pt>
                <c:pt idx="4938">
                  <c:v>southlakehighscreamingeaglejazzband</c:v>
                </c:pt>
                <c:pt idx="4939">
                  <c:v>southlakecarroll199</c:v>
                </c:pt>
                <c:pt idx="4940">
                  <c:v>southjerseyrealestate</c:v>
                </c:pt>
                <c:pt idx="4941">
                  <c:v>southjerseylimousine</c:v>
                </c:pt>
                <c:pt idx="4942">
                  <c:v>southjerseycustomaudio</c:v>
                </c:pt>
                <c:pt idx="4943">
                  <c:v>southhadleypublishing</c:v>
                </c:pt>
                <c:pt idx="4944">
                  <c:v>southgatespiritsquad</c:v>
                </c:pt>
                <c:pt idx="4945">
                  <c:v>southfloridaprologusers</c:v>
                </c:pt>
                <c:pt idx="4946">
                  <c:v>southfloridaburnlounge</c:v>
                </c:pt>
                <c:pt idx="4947">
                  <c:v>southfire_streetsfirst</c:v>
                </c:pt>
                <c:pt idx="4948">
                  <c:v>southernwhitebrotherhood</c:v>
                </c:pt>
                <c:pt idx="4949">
                  <c:v>southern_white_boy0588</c:v>
                </c:pt>
                <c:pt idx="4950">
                  <c:v>southernwerewolffarm</c:v>
                </c:pt>
                <c:pt idx="4951">
                  <c:v>southernuniversityband</c:v>
                </c:pt>
                <c:pt idx="4952">
                  <c:v>southern_tresspasser</c:v>
                </c:pt>
                <c:pt idx="4953">
                  <c:v>southernthundermetal</c:v>
                </c:pt>
                <c:pt idx="4954">
                  <c:v>southerntenantfolkunion</c:v>
                </c:pt>
                <c:pt idx="4955">
                  <c:v>southern_sweet_heart99</c:v>
                </c:pt>
                <c:pt idx="4956">
                  <c:v>southern_style_chick</c:v>
                </c:pt>
                <c:pt idx="4957">
                  <c:v>southernstarkellymarie</c:v>
                </c:pt>
                <c:pt idx="4958">
                  <c:v>southern_spunky_monkey</c:v>
                </c:pt>
                <c:pt idx="4959">
                  <c:v>southernsportsjournal</c:v>
                </c:pt>
                <c:pt idx="4960">
                  <c:v>southernSoftballchick12</c:v>
                </c:pt>
                <c:pt idx="4961">
                  <c:v>southern_softball_chick</c:v>
                </c:pt>
                <c:pt idx="4962">
                  <c:v>southernroyaltyclick</c:v>
                </c:pt>
                <c:pt idx="4963">
                  <c:v>southernrodeosweetie</c:v>
                </c:pt>
                <c:pt idx="4964">
                  <c:v>southern_rodeo_sweetheart</c:v>
                </c:pt>
                <c:pt idx="4965">
                  <c:v>southernrockingmusic</c:v>
                </c:pt>
                <c:pt idx="4966">
                  <c:v>southernrockerforever</c:v>
                </c:pt>
                <c:pt idx="4967">
                  <c:v>southernredneckcowboy1</c:v>
                </c:pt>
                <c:pt idx="4968">
                  <c:v>southernredneckcowboy</c:v>
                </c:pt>
                <c:pt idx="4969">
                  <c:v>southernredneckchick</c:v>
                </c:pt>
                <c:pt idx="4970">
                  <c:v>southern_redneck_93</c:v>
                </c:pt>
                <c:pt idx="4971">
                  <c:v>southern_rebel_child</c:v>
                </c:pt>
                <c:pt idx="4972">
                  <c:v>southernraisedroyalty</c:v>
                </c:pt>
                <c:pt idx="4973">
                  <c:v>southernprowrestling</c:v>
                </c:pt>
                <c:pt idx="4974">
                  <c:v>southernprincesssylvia</c:v>
                </c:pt>
                <c:pt idx="4975">
                  <c:v>southernmulletartist</c:v>
                </c:pt>
                <c:pt idx="4976">
                  <c:v>southernmarylandtrish</c:v>
                </c:pt>
                <c:pt idx="4977">
                  <c:v>southernmadeentertainment</c:v>
                </c:pt>
                <c:pt idx="4978">
                  <c:v>southernjungleentertainment</c:v>
                </c:pt>
                <c:pt idx="4979">
                  <c:v>southerninfluenceteam</c:v>
                </c:pt>
                <c:pt idx="4980">
                  <c:v>southernheritagecowboy</c:v>
                </c:pt>
                <c:pt idx="4981">
                  <c:v>SouthernHeatherBelle</c:v>
                </c:pt>
                <c:pt idx="4982">
                  <c:v>southernheartcatcher</c:v>
                </c:pt>
                <c:pt idx="4983">
                  <c:v>southernhazeleyedgurl</c:v>
                </c:pt>
                <c:pt idx="4984">
                  <c:v>southerngroovesociety</c:v>
                </c:pt>
                <c:pt idx="4985">
                  <c:v>southerngirlwithambition</c:v>
                </c:pt>
                <c:pt idx="4986">
                  <c:v>southerngirlbridgetdenise</c:v>
                </c:pt>
                <c:pt idx="4987">
                  <c:v>southerngeorgiaboy04</c:v>
                </c:pt>
                <c:pt idx="4988">
                  <c:v>southernfriedproduction</c:v>
                </c:pt>
                <c:pt idx="4989">
                  <c:v>southernfriednewyorker</c:v>
                </c:pt>
                <c:pt idx="4990">
                  <c:v>southernfirefighter928</c:v>
                </c:pt>
                <c:pt idx="4991">
                  <c:v>southernfairy_sheppeylass</c:v>
                </c:pt>
                <c:pt idx="4992">
                  <c:v>southernextremesports</c:v>
                </c:pt>
                <c:pt idx="4993">
                  <c:v>southerndogwhisperer</c:v>
                </c:pt>
                <c:pt idx="4994">
                  <c:v>southerndixiegirl_2011</c:v>
                </c:pt>
                <c:pt idx="4995">
                  <c:v>southerndixiecutie31329</c:v>
                </c:pt>
                <c:pt idx="4996">
                  <c:v>southerndiamondentertainment</c:v>
                </c:pt>
                <c:pt idx="4997">
                  <c:v>southerncutiesweetheart32</c:v>
                </c:pt>
                <c:pt idx="4998">
                  <c:v>southerncountrygirl01</c:v>
                </c:pt>
                <c:pt idx="4999">
                  <c:v>southern_countrygirl</c:v>
                </c:pt>
                <c:pt idx="5000">
                  <c:v>southerncountryboy3207</c:v>
                </c:pt>
                <c:pt idx="5001">
                  <c:v>southerncomfortwithatwist</c:v>
                </c:pt>
                <c:pt idx="5002">
                  <c:v>southerncomfortsweetie</c:v>
                </c:pt>
                <c:pt idx="5003">
                  <c:v>southern_comfort_queen1</c:v>
                </c:pt>
                <c:pt idx="5004">
                  <c:v>southerncomfortedition</c:v>
                </c:pt>
                <c:pt idx="5005">
                  <c:v>southern_comfort_country</c:v>
                </c:pt>
                <c:pt idx="5006">
                  <c:v>southerncomfortalways</c:v>
                </c:pt>
                <c:pt idx="5007">
                  <c:v>southernchick_kristin07</c:v>
                </c:pt>
                <c:pt idx="5008">
                  <c:v>southern_cherry_bomb08</c:v>
                </c:pt>
                <c:pt idx="5009">
                  <c:v>southerncharmtanning</c:v>
                </c:pt>
                <c:pt idx="5010">
                  <c:v>southern_charm_sarah</c:v>
                </c:pt>
                <c:pt idx="5011">
                  <c:v>southernbrowneyedgal</c:v>
                </c:pt>
                <c:pt idx="5012">
                  <c:v>southern_boy_2_die_4</c:v>
                </c:pt>
                <c:pt idx="5013">
                  <c:v>southernbell_queenbee</c:v>
                </c:pt>
                <c:pt idx="5014">
                  <c:v>southernbellprincess</c:v>
                </c:pt>
                <c:pt idx="5015">
                  <c:v>southernbellesweetie</c:v>
                </c:pt>
                <c:pt idx="5016">
                  <c:v>southernbellehillbillie</c:v>
                </c:pt>
                <c:pt idx="5017">
                  <c:v>southernbabydoll1975</c:v>
                </c:pt>
                <c:pt idx="5018">
                  <c:v>southernangel_babygirl</c:v>
                </c:pt>
                <c:pt idx="5019">
                  <c:v>southernandnotordinary</c:v>
                </c:pt>
                <c:pt idx="5020">
                  <c:v>southernamericanamusic</c:v>
                </c:pt>
                <c:pt idx="5021">
                  <c:v>southernallstarwrestling</c:v>
                </c:pt>
                <c:pt idx="5022">
                  <c:v>southern378alabamacowgirl</c:v>
                </c:pt>
                <c:pt idx="5023">
                  <c:v>southeast_side_skater</c:v>
                </c:pt>
                <c:pt idx="5024">
                  <c:v>southeastmichiganpoker</c:v>
                </c:pt>
                <c:pt idx="5025">
                  <c:v>southeastmichiganmusic</c:v>
                </c:pt>
                <c:pt idx="5026">
                  <c:v>southeastjuniorhighjazzband</c:v>
                </c:pt>
                <c:pt idx="5027">
                  <c:v>southeasternsuperfly</c:v>
                </c:pt>
                <c:pt idx="5028">
                  <c:v>southeasternmusiccollective</c:v>
                </c:pt>
                <c:pt idx="5029">
                  <c:v>south_east713_maryjane</c:v>
                </c:pt>
                <c:pt idx="5030">
                  <c:v>southdaytonfleamarket</c:v>
                </c:pt>
                <c:pt idx="5031">
                  <c:v>south_county_boy2000</c:v>
                </c:pt>
                <c:pt idx="5032">
                  <c:v>southcoastperformance</c:v>
                </c:pt>
                <c:pt idx="5033">
                  <c:v>southcoastentertainment</c:v>
                </c:pt>
                <c:pt idx="5034">
                  <c:v>south_cheer_babe2011</c:v>
                </c:pt>
                <c:pt idx="5035">
                  <c:v>southcentralpremier14</c:v>
                </c:pt>
                <c:pt idx="5036">
                  <c:v>south_carolina_chick</c:v>
                </c:pt>
                <c:pt idx="5037">
                  <c:v>southboundpachydermprinceton</c:v>
                </c:pt>
                <c:pt idx="5038">
                  <c:v>southblockentertainment</c:v>
                </c:pt>
                <c:pt idx="5039">
                  <c:v>southbeachthenightclub</c:v>
                </c:pt>
                <c:pt idx="5040">
                  <c:v>southbeach_hot_babe01</c:v>
                </c:pt>
                <c:pt idx="5041">
                  <c:v>southayrshirevolleyball</c:v>
                </c:pt>
                <c:pt idx="5042">
                  <c:v>sour_sweet_and_tangy</c:v>
                </c:pt>
                <c:pt idx="5043">
                  <c:v>soundwellmusictherapy</c:v>
                </c:pt>
                <c:pt idx="5044">
                  <c:v>soundtracktoageneration</c:v>
                </c:pt>
                <c:pt idx="5045">
                  <c:v>soundthesurrendermusic</c:v>
                </c:pt>
                <c:pt idx="5046">
                  <c:v>soundstormmusicgroup</c:v>
                </c:pt>
                <c:pt idx="5047">
                  <c:v>soundscapeentertainment</c:v>
                </c:pt>
                <c:pt idx="5048">
                  <c:v>soundperceptionmusic</c:v>
                </c:pt>
                <c:pt idx="5049">
                  <c:v>soundlifeentertainment</c:v>
                </c:pt>
                <c:pt idx="5050">
                  <c:v>soundfactoryentertainment</c:v>
                </c:pt>
                <c:pt idx="5051">
                  <c:v>sounddesignedforyourworld</c:v>
                </c:pt>
                <c:pt idx="5052">
                  <c:v>soundcontrolinstallation</c:v>
                </c:pt>
                <c:pt idx="5053">
                  <c:v>soundandsoulgospelchoir</c:v>
                </c:pt>
                <c:pt idx="5054">
                  <c:v>soulvillagepittsburgh</c:v>
                </c:pt>
                <c:pt idx="5055">
                  <c:v>soul_swept_from_emotion</c:v>
                </c:pt>
                <c:pt idx="5056">
                  <c:v>soulstoryentertainment</c:v>
                </c:pt>
                <c:pt idx="5057">
                  <c:v>soulstealingmunchkin</c:v>
                </c:pt>
                <c:pt idx="5058">
                  <c:v>soulstarentertainment</c:v>
                </c:pt>
                <c:pt idx="5059">
                  <c:v>soulsis_entertainment</c:v>
                </c:pt>
                <c:pt idx="5060">
                  <c:v>soulrendingshadoweagle</c:v>
                </c:pt>
                <c:pt idx="5061">
                  <c:v>soulrebel_thelovebelow</c:v>
                </c:pt>
                <c:pt idx="5062">
                  <c:v>soulkissentertainment</c:v>
                </c:pt>
                <c:pt idx="5063">
                  <c:v>soulinterpretsartwear</c:v>
                </c:pt>
                <c:pt idx="5064">
                  <c:v>soulfulsaint_funkymonk</c:v>
                </c:pt>
                <c:pt idx="5065">
                  <c:v>soulfulhousesessions</c:v>
                </c:pt>
                <c:pt idx="5066">
                  <c:v>soul_eater_from_hell</c:v>
                </c:pt>
                <c:pt idx="5067">
                  <c:v>sorryyousaysomething</c:v>
                </c:pt>
                <c:pt idx="5068">
                  <c:v>sorryforpartyrocking</c:v>
                </c:pt>
                <c:pt idx="5069">
                  <c:v>sorrowskaterevolution</c:v>
                </c:pt>
                <c:pt idx="5070">
                  <c:v>sororitylifeplaygirl</c:v>
                </c:pt>
                <c:pt idx="5071">
                  <c:v>sororitygirlally82</c:v>
                </c:pt>
                <c:pt idx="5072">
                  <c:v>sorokinaliza12930</c:v>
                </c:pt>
                <c:pt idx="5073">
                  <c:v>sora_the_heart_slayer</c:v>
                </c:pt>
                <c:pt idx="5074">
                  <c:v>sorakos_fallen_angel</c:v>
                </c:pt>
                <c:pt idx="5075">
                  <c:v>sophisticatedladypainbaby</c:v>
                </c:pt>
                <c:pt idx="5076">
                  <c:v>sophisticatedgirlmonica</c:v>
                </c:pt>
                <c:pt idx="5077">
                  <c:v>sophiehitchcockmusic</c:v>
                </c:pt>
                <c:pt idx="5078">
                  <c:v>sophieelizabethbeard</c:v>
                </c:pt>
                <c:pt idx="5079">
                  <c:v>sophiedarlingexperience</c:v>
                </c:pt>
                <c:pt idx="5080">
                  <c:v>sophiealexandrapilgrim</c:v>
                </c:pt>
                <c:pt idx="5081">
                  <c:v>sophialindseysuckkit</c:v>
                </c:pt>
                <c:pt idx="5082">
                  <c:v>sophia_from_the_desert</c:v>
                </c:pt>
                <c:pt idx="5083">
                  <c:v>soontobesmalltowngirl</c:v>
                </c:pt>
                <c:pt idx="5084">
                  <c:v>soon2beamommy5_18_0</c:v>
                </c:pt>
                <c:pt idx="5085">
                  <c:v>sonny_the_space_monkey</c:v>
                </c:pt>
                <c:pt idx="5086">
                  <c:v>sonny_moore_lubber01</c:v>
                </c:pt>
                <c:pt idx="5087">
                  <c:v>sonnyblackparisisburning</c:v>
                </c:pt>
                <c:pt idx="5088">
                  <c:v>sonic__the__blue__blur__</c:v>
                </c:pt>
                <c:pt idx="5089">
                  <c:v>soniclullabyfestival</c:v>
                </c:pt>
                <c:pt idx="5090">
                  <c:v>sonicentertainmentgroup</c:v>
                </c:pt>
                <c:pt idx="5091">
                  <c:v>sonicdeathmonkey5000</c:v>
                </c:pt>
                <c:pt idx="5092">
                  <c:v>soniamartinezforlife</c:v>
                </c:pt>
                <c:pt idx="5093">
                  <c:v>somewillseek_forgiveness</c:v>
                </c:pt>
                <c:pt idx="5094">
                  <c:v>somewhereunderthesun</c:v>
                </c:pt>
                <c:pt idx="5095">
                  <c:v>somewherethrough1000blues</c:v>
                </c:pt>
                <c:pt idx="5096">
                  <c:v>somewherenearnowhere</c:v>
                </c:pt>
                <c:pt idx="5097">
                  <c:v>somewherebeyondconsciousness</c:v>
                </c:pt>
                <c:pt idx="5098">
                  <c:v>sometimes_its_2_hard</c:v>
                </c:pt>
                <c:pt idx="5099">
                  <c:v>sometimescruelgoddess</c:v>
                </c:pt>
                <c:pt idx="5100">
                  <c:v>somethinyoushouldknow</c:v>
                </c:pt>
                <c:pt idx="5101">
                  <c:v>some_think_like_silence</c:v>
                </c:pt>
                <c:pt idx="5102">
                  <c:v>somethingyoucanalwaysmiss</c:v>
                </c:pt>
                <c:pt idx="5103">
                  <c:v>something_worth_saving</c:v>
                </c:pt>
                <c:pt idx="5104">
                  <c:v>something_went_wrong</c:v>
                </c:pt>
                <c:pt idx="5105">
                  <c:v>somethingthroughsuicide</c:v>
                </c:pt>
                <c:pt idx="5106">
                  <c:v>somethingsweetcharming</c:v>
                </c:pt>
                <c:pt idx="5107">
                  <c:v>something_super_cute09</c:v>
                </c:pt>
                <c:pt idx="5108">
                  <c:v>somethingstirringmusic</c:v>
                </c:pt>
                <c:pt idx="5109">
                  <c:v>somethingsimplemusic</c:v>
                </c:pt>
                <c:pt idx="5110">
                  <c:v>somethingsarejusttoohot</c:v>
                </c:pt>
                <c:pt idx="5111">
                  <c:v>somethingratherwitty</c:v>
                </c:pt>
                <c:pt idx="5112">
                  <c:v>somethingquitefierce</c:v>
                </c:pt>
                <c:pt idx="5113">
                  <c:v>something_pretty_dead</c:v>
                </c:pt>
                <c:pt idx="5114">
                  <c:v>somethinglikethat0002</c:v>
                </c:pt>
                <c:pt idx="5115">
                  <c:v>somethingjustantright</c:v>
                </c:pt>
                <c:pt idx="5116">
                  <c:v>somethinggreatfromnothing</c:v>
                </c:pt>
                <c:pt idx="5117">
                  <c:v>somethingfromthefuture</c:v>
                </c:pt>
                <c:pt idx="5118">
                  <c:v>somethingforyourheart</c:v>
                </c:pt>
                <c:pt idx="5119">
                  <c:v>somethingforcourtney</c:v>
                </c:pt>
                <c:pt idx="5120">
                  <c:v>somethingequallyprofound</c:v>
                </c:pt>
                <c:pt idx="5121">
                  <c:v>somethingdifferentapple</c:v>
                </c:pt>
                <c:pt idx="5122">
                  <c:v>_somethingcleverhere_</c:v>
                </c:pt>
                <c:pt idx="5123">
                  <c:v>somethingbetterchange</c:v>
                </c:pt>
                <c:pt idx="5124">
                  <c:v>somethingartywithmusic</c:v>
                </c:pt>
                <c:pt idx="5125">
                  <c:v>somethingaboutsabrina</c:v>
                </c:pt>
                <c:pt idx="5126">
                  <c:v>somethingaboutautumn</c:v>
                </c:pt>
                <c:pt idx="5127">
                  <c:v>something_4_the_weekend</c:v>
                </c:pt>
                <c:pt idx="5128">
                  <c:v>something2losedrummer</c:v>
                </c:pt>
                <c:pt idx="5129">
                  <c:v>sometechnicaldifficulty</c:v>
                </c:pt>
                <c:pt idx="5130">
                  <c:v>Some_Say_Its_Impossible</c:v>
                </c:pt>
                <c:pt idx="5131">
                  <c:v>somerset.magicarticle</c:v>
                </c:pt>
                <c:pt idx="5132">
                  <c:v>somerandomnumbersandstuff</c:v>
                </c:pt>
                <c:pt idx="5133">
                  <c:v>somerandomguyfromworthing</c:v>
                </c:pt>
                <c:pt idx="5134">
                  <c:v>someproblemskit17339</c:v>
                </c:pt>
                <c:pt idx="5135">
                  <c:v>somepeoplecallmetator</c:v>
                </c:pt>
                <c:pt idx="5136">
                  <c:v>some_people_arent_normal</c:v>
                </c:pt>
                <c:pt idx="5137">
                  <c:v>someoneyouwontforget</c:v>
                </c:pt>
                <c:pt idx="5138">
                  <c:v>someoneyouknow123123</c:v>
                </c:pt>
                <c:pt idx="5139">
                  <c:v>someone_you_dont_know_05</c:v>
                </c:pt>
                <c:pt idx="5140">
                  <c:v>someonewithoutimportance2</c:v>
                </c:pt>
                <c:pt idx="5141">
                  <c:v>someone_who_dont_care05</c:v>
                </c:pt>
                <c:pt idx="5142">
                  <c:v>someonecalltheambivalence</c:v>
                </c:pt>
                <c:pt idx="5143">
                  <c:v>someone_burn_the_church</c:v>
                </c:pt>
                <c:pt idx="5144">
                  <c:v>someobsessivemusicsite</c:v>
                </c:pt>
                <c:pt idx="5145">
                  <c:v>somelovesomeheartbreak</c:v>
                </c:pt>
                <c:pt idx="5146">
                  <c:v>somehowforgottenband</c:v>
                </c:pt>
                <c:pt idx="5147">
                  <c:v>someguywithcurlyhair</c:v>
                </c:pt>
                <c:pt idx="5148">
                  <c:v>somebodyscreampodcast</c:v>
                </c:pt>
                <c:pt idx="5149">
                  <c:v>somebody_please_help</c:v>
                </c:pt>
                <c:pt idx="5150">
                  <c:v>somebodygonedietonight</c:v>
                </c:pt>
                <c:pt idx="5151">
                  <c:v>solusselfdestruction</c:v>
                </c:pt>
                <c:pt idx="5152">
                  <c:v>soloandbassguitar123</c:v>
                </c:pt>
                <c:pt idx="5153">
                  <c:v>solitarieconfinement</c:v>
                </c:pt>
                <c:pt idx="5154">
                  <c:v>solidrockrecordingstudio</c:v>
                </c:pt>
                <c:pt idx="5155">
                  <c:v>soliddrummerandperformer</c:v>
                </c:pt>
                <c:pt idx="5156">
                  <c:v>solid_ass_bitch_allday247</c:v>
                </c:pt>
                <c:pt idx="5157">
                  <c:v>soldiergirlhotcherry</c:v>
                </c:pt>
                <c:pt idx="5158">
                  <c:v>soldier_for_darkness</c:v>
                </c:pt>
                <c:pt idx="5159">
                  <c:v>solanosoftballplaya3</c:v>
                </c:pt>
                <c:pt idx="5160">
                  <c:v>soHOTinthisfrigginhat</c:v>
                </c:pt>
                <c:pt idx="5161">
                  <c:v>softbasketvolleygurl</c:v>
                </c:pt>
                <c:pt idx="5162">
                  <c:v>softballvolleyballchick08</c:v>
                </c:pt>
                <c:pt idx="5163">
                  <c:v>softball_rebel_chick24</c:v>
                </c:pt>
                <c:pt idx="5164">
                  <c:v>softball_player_for_life</c:v>
                </c:pt>
                <c:pt idx="5165">
                  <c:v>softballplayer_15_leah</c:v>
                </c:pt>
                <c:pt idx="5166">
                  <c:v>softball_hottie_12345</c:v>
                </c:pt>
                <c:pt idx="5167">
                  <c:v>softball_girl_strawberry</c:v>
                </c:pt>
                <c:pt idx="5168">
                  <c:v>softballfreak_catcher</c:v>
                </c:pt>
                <c:pt idx="5169">
                  <c:v>softballchick4life54</c:v>
                </c:pt>
                <c:pt idx="5170">
                  <c:v>softball_baller_princess</c:v>
                </c:pt>
                <c:pt idx="5171">
                  <c:v>softball_babe_samantha</c:v>
                </c:pt>
                <c:pt idx="5172">
                  <c:v>softballbabe13olivia</c:v>
                </c:pt>
                <c:pt idx="5173">
                  <c:v>softball_and_pink_rock</c:v>
                </c:pt>
                <c:pt idx="5174">
                  <c:v>sofia_space_not_yours</c:v>
                </c:pt>
                <c:pt idx="5175">
                  <c:v>soddysoftballchick28</c:v>
                </c:pt>
                <c:pt idx="5176">
                  <c:v>societysystemdecontrol</c:v>
                </c:pt>
                <c:pt idx="5177">
                  <c:v>socialworkersaregreat</c:v>
                </c:pt>
                <c:pt idx="5178">
                  <c:v>socialregisterfanclub</c:v>
                </c:pt>
                <c:pt idx="5179">
                  <c:v>sociallyhazardouscustoms</c:v>
                </c:pt>
                <c:pt idx="5180">
                  <c:v>socialexperimentsingrey</c:v>
                </c:pt>
                <c:pt idx="5181">
                  <c:v>socialdrinkingproject</c:v>
                </c:pt>
                <c:pt idx="5182">
                  <c:v>social_butterfly_monica</c:v>
                </c:pt>
                <c:pt idx="5183">
                  <c:v>socialbutterflyjenna</c:v>
                </c:pt>
                <c:pt idx="5184">
                  <c:v>soccer_volleyball_chick</c:v>
                </c:pt>
                <c:pt idx="5185">
                  <c:v>soccersweetheart4ever</c:v>
                </c:pt>
                <c:pt idx="5186">
                  <c:v>soccer_rightfullback_32</c:v>
                </c:pt>
                <c:pt idx="5187">
                  <c:v>soccer_playing_rocker</c:v>
                </c:pt>
                <c:pt idx="5188">
                  <c:v>soccer_playing_chick</c:v>
                </c:pt>
                <c:pt idx="5189">
                  <c:v>soccerplayer_4_for_life</c:v>
                </c:pt>
                <c:pt idx="5190">
                  <c:v>soccer_playa_number9</c:v>
                </c:pt>
                <c:pt idx="5191">
                  <c:v>soccer_playa_4_evolution</c:v>
                </c:pt>
                <c:pt idx="5192">
                  <c:v>soccerlover_always23</c:v>
                </c:pt>
                <c:pt idx="5193">
                  <c:v>soccer2volleyball_chick</c:v>
                </c:pt>
                <c:pt idx="5194">
                  <c:v>socalbrowantinahoe420</c:v>
                </c:pt>
                <c:pt idx="5195">
                  <c:v>snuggle_puff_monster</c:v>
                </c:pt>
                <c:pt idx="5196">
                  <c:v>snugglebunnythepirate</c:v>
                </c:pt>
                <c:pt idx="5197">
                  <c:v>snugglebunny_sweetness</c:v>
                </c:pt>
                <c:pt idx="5198">
                  <c:v>snow_water_dirt_ice_sand</c:v>
                </c:pt>
                <c:pt idx="5199">
                  <c:v>snowmachine_longtime</c:v>
                </c:pt>
                <c:pt idx="5200">
                  <c:v>snowflake_silvermyst</c:v>
                </c:pt>
                <c:pt idx="5201">
                  <c:v>snowflake_drama_queen</c:v>
                </c:pt>
                <c:pt idx="5202">
                  <c:v>snowboaringfreakface</c:v>
                </c:pt>
                <c:pt idx="5203">
                  <c:v>snowboarding_girl2004</c:v>
                </c:pt>
                <c:pt idx="5204">
                  <c:v>snowboardingexperience</c:v>
                </c:pt>
                <c:pt idx="5205">
                  <c:v>snowboardingchick_14</c:v>
                </c:pt>
                <c:pt idx="5206">
                  <c:v>snowboardbigcountry81</c:v>
                </c:pt>
                <c:pt idx="5207">
                  <c:v>snowboard1skate2surf3</c:v>
                </c:pt>
                <c:pt idx="5208">
                  <c:v>snoopythewonderpoodle</c:v>
                </c:pt>
                <c:pt idx="5209">
                  <c:v>snoopythehandsomeboy</c:v>
                </c:pt>
                <c:pt idx="5210">
                  <c:v>snipper_the_fabulous</c:v>
                </c:pt>
                <c:pt idx="5211">
                  <c:v>sniperkittenelizabeth</c:v>
                </c:pt>
                <c:pt idx="5212">
                  <c:v>sniperhisinfernalmajesty</c:v>
                </c:pt>
                <c:pt idx="5213">
                  <c:v>snickerdoodlegoddess</c:v>
                </c:pt>
                <c:pt idx="5214">
                  <c:v>snickerdoodle_chick01</c:v>
                </c:pt>
                <c:pt idx="5215">
                  <c:v>sneaky_rebel_sniper_03</c:v>
                </c:pt>
                <c:pt idx="5216">
                  <c:v>snatchpounderawesomepants</c:v>
                </c:pt>
                <c:pt idx="5217">
                  <c:v>snareyesentertainment</c:v>
                </c:pt>
                <c:pt idx="5218">
                  <c:v>snappy_lil_fire_cracker</c:v>
                </c:pt>
                <c:pt idx="5219">
                  <c:v>snaphappyphotography</c:v>
                </c:pt>
                <c:pt idx="5220">
                  <c:v>snap_crackle_and_pop</c:v>
                </c:pt>
                <c:pt idx="5221">
                  <c:v>snakebite_heart_angel</c:v>
                </c:pt>
                <c:pt idx="5222">
                  <c:v>smooth_like_sandpaper</c:v>
                </c:pt>
                <c:pt idx="5223">
                  <c:v>smoothjazz989memphis</c:v>
                </c:pt>
                <c:pt idx="5224">
                  <c:v>smooth_criminal_six9</c:v>
                </c:pt>
                <c:pt idx="5225">
                  <c:v>smoothcriminalmikedingo</c:v>
                </c:pt>
                <c:pt idx="5226">
                  <c:v>smokingtunainternational</c:v>
                </c:pt>
                <c:pt idx="5227">
                  <c:v>smokeweedeveryday99</c:v>
                </c:pt>
                <c:pt idx="5228">
                  <c:v>smokeweedeveryday227</c:v>
                </c:pt>
                <c:pt idx="5229">
                  <c:v>smoke_weed_everyday21</c:v>
                </c:pt>
                <c:pt idx="5230">
                  <c:v>smokesomethinbitch510</c:v>
                </c:pt>
                <c:pt idx="5231">
                  <c:v>smokescreenentertainment</c:v>
                </c:pt>
                <c:pt idx="5232">
                  <c:v>smoke_marijuana_everyday</c:v>
                </c:pt>
                <c:pt idx="5233">
                  <c:v>smokelikebobmarleydid</c:v>
                </c:pt>
                <c:pt idx="5234">
                  <c:v>smoke_eat_getdrunk_sleep</c:v>
                </c:pt>
                <c:pt idx="5235">
                  <c:v>smokedyourselfretarded</c:v>
                </c:pt>
                <c:pt idx="5236">
                  <c:v>smokedoutmusicforever</c:v>
                </c:pt>
                <c:pt idx="5237">
                  <c:v>smoke_chronic_forever</c:v>
                </c:pt>
                <c:pt idx="5238">
                  <c:v>smoke_bowls_all_day_420</c:v>
                </c:pt>
                <c:pt idx="5239">
                  <c:v>smokeandmirrorsonline</c:v>
                </c:pt>
                <c:pt idx="5240">
                  <c:v>smokeallnightandday1212</c:v>
                </c:pt>
                <c:pt idx="5241">
                  <c:v>smit_the_webdesigner</c:v>
                </c:pt>
                <c:pt idx="5242">
                  <c:v>smileyouralreadydead</c:v>
                </c:pt>
                <c:pt idx="5243">
                  <c:v>smileyouarebeautiful</c:v>
                </c:pt>
                <c:pt idx="5244">
                  <c:v>smileyispartlyretarded</c:v>
                </c:pt>
                <c:pt idx="5245">
                  <c:v>smilesoutherngirl2010</c:v>
                </c:pt>
                <c:pt idx="5246">
                  <c:v>smilesonthegrapevine</c:v>
                </c:pt>
                <c:pt idx="5247">
                  <c:v>smileshannonsandwich</c:v>
                </c:pt>
                <c:pt idx="5248">
                  <c:v>smile_now_cry_later510</c:v>
                </c:pt>
                <c:pt idx="5249">
                  <c:v>smile_now_cry_later_21</c:v>
                </c:pt>
                <c:pt idx="5250">
                  <c:v>smilenowcrylater1251</c:v>
                </c:pt>
                <c:pt idx="5251">
                  <c:v>smilenow_crylater1215</c:v>
                </c:pt>
                <c:pt idx="5252">
                  <c:v>smile_now_cry_later09</c:v>
                </c:pt>
                <c:pt idx="5253">
                  <c:v>smile_laugh_cheer_talk</c:v>
                </c:pt>
                <c:pt idx="5254">
                  <c:v>smile_for_the_camara</c:v>
                </c:pt>
                <c:pt idx="5255">
                  <c:v>smileeachandeveryday</c:v>
                </c:pt>
                <c:pt idx="5256">
                  <c:v>smilebrightadanthasunrise</c:v>
                </c:pt>
                <c:pt idx="5257">
                  <c:v>smilebeautifullydisturbed</c:v>
                </c:pt>
                <c:pt idx="5258">
                  <c:v>smilearoundtheface123</c:v>
                </c:pt>
                <c:pt idx="5259">
                  <c:v>Smile_and_Understand</c:v>
                </c:pt>
                <c:pt idx="5260">
                  <c:v>smile_and_look_pretty</c:v>
                </c:pt>
                <c:pt idx="5261">
                  <c:v>smile_and_just_dance</c:v>
                </c:pt>
                <c:pt idx="5262">
                  <c:v>smellypiratehookersforme</c:v>
                </c:pt>
                <c:pt idx="5263">
                  <c:v>smellyjellybellykelly</c:v>
                </c:pt>
                <c:pt idx="5264">
                  <c:v>smellingdeadroses23</c:v>
                </c:pt>
                <c:pt idx="5265">
                  <c:v>smelled_like_lou_dog</c:v>
                </c:pt>
                <c:pt idx="5266">
                  <c:v>smashyouintotheground</c:v>
                </c:pt>
                <c:pt idx="5267">
                  <c:v>smash_mouth_football</c:v>
                </c:pt>
                <c:pt idx="5268">
                  <c:v>smartypantsorangegatorade</c:v>
                </c:pt>
                <c:pt idx="5269">
                  <c:v>smartwaterandgrapejuice</c:v>
                </c:pt>
                <c:pt idx="5270">
                  <c:v>smartstudentsamantha</c:v>
                </c:pt>
                <c:pt idx="5271">
                  <c:v>smartsophisticatedclassy</c:v>
                </c:pt>
                <c:pt idx="5272">
                  <c:v>smartsophietheblonde</c:v>
                </c:pt>
                <c:pt idx="5273">
                  <c:v>smart_legal_assistant</c:v>
                </c:pt>
                <c:pt idx="5274">
                  <c:v>smartholyandbeautiful</c:v>
                </c:pt>
                <c:pt idx="5275">
                  <c:v>smart_blonde_brittany</c:v>
                </c:pt>
                <c:pt idx="5276">
                  <c:v>smart_beautiful_driven</c:v>
                </c:pt>
                <c:pt idx="5277">
                  <c:v>smallwoodlandcreature</c:v>
                </c:pt>
                <c:pt idx="5278">
                  <c:v>smallwonderwolfpackent</c:v>
                </c:pt>
                <c:pt idx="5279">
                  <c:v>smallville_sweetheart</c:v>
                </c:pt>
                <c:pt idx="5280">
                  <c:v>smallville_fan_4_life</c:v>
                </c:pt>
                <c:pt idx="5281">
                  <c:v>smallvilleandchocolate</c:v>
                </c:pt>
                <c:pt idx="5282">
                  <c:v>smalltownsoutherngal0</c:v>
                </c:pt>
                <c:pt idx="5283">
                  <c:v>smalltownmusicfactory</c:v>
                </c:pt>
                <c:pt idx="5284">
                  <c:v>small_town_girl12345</c:v>
                </c:pt>
                <c:pt idx="5285">
                  <c:v>small_simple_safeprice</c:v>
                </c:pt>
                <c:pt idx="5286">
                  <c:v>small_penis_for_erin</c:v>
                </c:pt>
                <c:pt idx="5287">
                  <c:v>smallmouthbassslayer</c:v>
                </c:pt>
                <c:pt idx="5288">
                  <c:v>small_height_big_heart</c:v>
                </c:pt>
                <c:pt idx="5289">
                  <c:v>smallfryentertainment</c:v>
                </c:pt>
                <c:pt idx="5290">
                  <c:v>smalldetailingbusiness</c:v>
                </c:pt>
                <c:pt idx="5291">
                  <c:v>smackwhiteentertainment</c:v>
                </c:pt>
                <c:pt idx="5292">
                  <c:v>smacktalkandrawhacking</c:v>
                </c:pt>
                <c:pt idx="5293">
                  <c:v>slysarah_rox_the_universe</c:v>
                </c:pt>
                <c:pt idx="5294">
                  <c:v>sluttybitchthatgothacked</c:v>
                </c:pt>
                <c:pt idx="5295">
                  <c:v>slumberguitarplayerfriend</c:v>
                </c:pt>
                <c:pt idx="5296">
                  <c:v>slowmotionblacklightning</c:v>
                </c:pt>
                <c:pt idx="5297">
                  <c:v>slowly_falling_behind</c:v>
                </c:pt>
                <c:pt idx="5298">
                  <c:v>slowly_bleeding_away</c:v>
                </c:pt>
                <c:pt idx="5299">
                  <c:v>slityourwristsandpray1</c:v>
                </c:pt>
                <c:pt idx="5300">
                  <c:v>slit_wrist_vengeance</c:v>
                </c:pt>
                <c:pt idx="5301">
                  <c:v>slitwristsofalovedone</c:v>
                </c:pt>
                <c:pt idx="5302">
                  <c:v>slitwristsandblackedeyes</c:v>
                </c:pt>
                <c:pt idx="5303">
                  <c:v>slip_the_system_12321</c:v>
                </c:pt>
                <c:pt idx="5304">
                  <c:v>slipthesevenfoldknot</c:v>
                </c:pt>
                <c:pt idx="5305">
                  <c:v>slippingintosenility</c:v>
                </c:pt>
                <c:pt idx="5306">
                  <c:v>slipperynippleplease</c:v>
                </c:pt>
                <c:pt idx="5307">
                  <c:v>slipperykittywhenwet</c:v>
                </c:pt>
                <c:pt idx="5308">
                  <c:v>slipknotwillneverdie</c:v>
                </c:pt>
                <c:pt idx="5309">
                  <c:v>slipknot_will_kill_you</c:v>
                </c:pt>
                <c:pt idx="5310">
                  <c:v>slipknotwaitandbleed</c:v>
                </c:pt>
                <c:pt idx="5311">
                  <c:v>slipknot_the_romance</c:v>
                </c:pt>
                <c:pt idx="5312">
                  <c:v>slipknot_head_banger</c:v>
                </c:pt>
                <c:pt idx="5313">
                  <c:v>slinkysundaysessions</c:v>
                </c:pt>
                <c:pt idx="5314">
                  <c:v>slinging_ink_for_you</c:v>
                </c:pt>
                <c:pt idx="5315">
                  <c:v>slimshadyspinkladies02</c:v>
                </c:pt>
                <c:pt idx="5316">
                  <c:v>slimshadyspinkladies</c:v>
                </c:pt>
                <c:pt idx="5317">
                  <c:v>_slim_shady_baby_9_</c:v>
                </c:pt>
                <c:pt idx="5318">
                  <c:v>slimfine318sportcity</c:v>
                </c:pt>
                <c:pt idx="5319">
                  <c:v>slightly_sir_benjamin</c:v>
                </c:pt>
                <c:pt idx="5320">
                  <c:v>slightlynotstonedenough92</c:v>
                </c:pt>
                <c:pt idx="5321">
                  <c:v>slightlymisguidedband</c:v>
                </c:pt>
                <c:pt idx="5322">
                  <c:v>slightlylessprofessional</c:v>
                </c:pt>
                <c:pt idx="5323">
                  <c:v>slightlyeccentrictwist</c:v>
                </c:pt>
                <c:pt idx="5324">
                  <c:v>slightlyeatencabbage</c:v>
                </c:pt>
                <c:pt idx="5325">
                  <c:v>slightlyathleticchuck</c:v>
                </c:pt>
                <c:pt idx="5326">
                  <c:v>slickerthanwormsperm</c:v>
                </c:pt>
                <c:pt idx="5327">
                  <c:v>sleepyvultureandthefriendchoir</c:v>
                </c:pt>
                <c:pt idx="5328">
                  <c:v>_sleep_well_tonight_</c:v>
                </c:pt>
                <c:pt idx="5329">
                  <c:v>sleepparalysisanonymous</c:v>
                </c:pt>
                <c:pt idx="5330">
                  <c:v>sleeplonelyuntiltonight</c:v>
                </c:pt>
                <c:pt idx="5331">
                  <c:v>sleeplessroundtheclock</c:v>
                </c:pt>
                <c:pt idx="5332">
                  <c:v>sleeplessdreamermusic</c:v>
                </c:pt>
                <c:pt idx="5333">
                  <c:v>sleeping_with_the_fish</c:v>
                </c:pt>
                <c:pt idx="5334">
                  <c:v>sleepingwiththedevil</c:v>
                </c:pt>
                <c:pt idx="5335">
                  <c:v>sleepingwhileyourawake</c:v>
                </c:pt>
                <c:pt idx="5336">
                  <c:v>sleepingthroughtherevolution</c:v>
                </c:pt>
                <c:pt idx="5337">
                  <c:v>sleepinglatepriceless</c:v>
                </c:pt>
                <c:pt idx="5338">
                  <c:v>sleepingdogsliemovie</c:v>
                </c:pt>
                <c:pt idx="5339">
                  <c:v>sleeping_cemeterylove</c:v>
                </c:pt>
                <c:pt idx="5340">
                  <c:v>sleepingbeautyprincess</c:v>
                </c:pt>
                <c:pt idx="5341">
                  <c:v>sleepingangelkiller07</c:v>
                </c:pt>
                <c:pt idx="5342">
                  <c:v>sleepanimalandthetangent</c:v>
                </c:pt>
                <c:pt idx="5343">
                  <c:v>slaughterthewretchedpig</c:v>
                </c:pt>
                <c:pt idx="5344">
                  <c:v>slaughterhousemusicrippat</c:v>
                </c:pt>
                <c:pt idx="5345">
                  <c:v>slashedgracemagazine</c:v>
                </c:pt>
                <c:pt idx="5346">
                  <c:v>slashdancefilmfestival</c:v>
                </c:pt>
                <c:pt idx="5347">
                  <c:v>sky_walker_street_team</c:v>
                </c:pt>
                <c:pt idx="5348">
                  <c:v>skytouchchristianministry</c:v>
                </c:pt>
                <c:pt idx="5349">
                  <c:v>skyhookentertainment</c:v>
                </c:pt>
                <c:pt idx="5350">
                  <c:v>skyhighentertainment</c:v>
                </c:pt>
                <c:pt idx="5351">
                  <c:v>skyblueentertainment</c:v>
                </c:pt>
                <c:pt idx="5352">
                  <c:v>skull_seeker_shadow_244</c:v>
                </c:pt>
                <c:pt idx="5353">
                  <c:v>skullsandcrossbones722</c:v>
                </c:pt>
                <c:pt idx="5354">
                  <c:v>skiving_driving_surviving</c:v>
                </c:pt>
                <c:pt idx="5355">
                  <c:v>skittlestastetherainbow14</c:v>
                </c:pt>
                <c:pt idx="5356">
                  <c:v>skittles_are_the_rainbow</c:v>
                </c:pt>
                <c:pt idx="5357">
                  <c:v>skipthelightfantastic</c:v>
                </c:pt>
                <c:pt idx="5358">
                  <c:v>skippyondawonderbread</c:v>
                </c:pt>
                <c:pt idx="5359">
                  <c:v>skipping_brigade_master</c:v>
                </c:pt>
                <c:pt idx="5360">
                  <c:v>skipdividedmalfunction</c:v>
                </c:pt>
                <c:pt idx="5361">
                  <c:v>skinnywhiteboymusic3</c:v>
                </c:pt>
                <c:pt idx="5362">
                  <c:v>skinnywhiteboymusic2</c:v>
                </c:pt>
                <c:pt idx="5363">
                  <c:v>skinnyvintageflowerlayout</c:v>
                </c:pt>
                <c:pt idx="5364">
                  <c:v>skinnypuppy_chainsaw</c:v>
                </c:pt>
                <c:pt idx="5365">
                  <c:v>skinny_dipping_friend</c:v>
                </c:pt>
                <c:pt idx="5366">
                  <c:v>skinnydipperallnightlong</c:v>
                </c:pt>
                <c:pt idx="5367">
                  <c:v>skinnyblackjeanslover</c:v>
                </c:pt>
                <c:pt idx="5368">
                  <c:v>skinnyassfreak_whiteboy__</c:v>
                </c:pt>
                <c:pt idx="5369">
                  <c:v>skinheadmobentertainment</c:v>
                </c:pt>
                <c:pt idx="5370">
                  <c:v>skilletcookiemonster</c:v>
                </c:pt>
                <c:pt idx="5371">
                  <c:v>skijumping-icehockey</c:v>
                </c:pt>
                <c:pt idx="5372">
                  <c:v>skibum_international</c:v>
                </c:pt>
                <c:pt idx="5373">
                  <c:v>sketchingoutfairytales</c:v>
                </c:pt>
                <c:pt idx="5374">
                  <c:v>sketchcitymanchester</c:v>
                </c:pt>
                <c:pt idx="5375">
                  <c:v>sketchboard_tester25</c:v>
                </c:pt>
                <c:pt idx="5376">
                  <c:v>sketchboard_tester24</c:v>
                </c:pt>
                <c:pt idx="5377">
                  <c:v>sketchboard_tester21</c:v>
                </c:pt>
                <c:pt idx="5378">
                  <c:v>sketchboard_tester19</c:v>
                </c:pt>
                <c:pt idx="5379">
                  <c:v>skeleton_crew_tribute</c:v>
                </c:pt>
                <c:pt idx="5380">
                  <c:v>skating_till_sundown</c:v>
                </c:pt>
                <c:pt idx="5381">
                  <c:v>skating_socialworker</c:v>
                </c:pt>
                <c:pt idx="5382">
                  <c:v>skatingbirdhouseforever</c:v>
                </c:pt>
                <c:pt idx="5383">
                  <c:v>skatingbikingskiingboy123</c:v>
                </c:pt>
                <c:pt idx="5384">
                  <c:v>skate_zero_for_life111</c:v>
                </c:pt>
                <c:pt idx="5385">
                  <c:v>skater_without_reason</c:v>
                </c:pt>
                <c:pt idx="5386">
                  <c:v>skaterandfisher4life</c:v>
                </c:pt>
                <c:pt idx="5387">
                  <c:v>skater4lifedontbeabitch1</c:v>
                </c:pt>
                <c:pt idx="5388">
                  <c:v>skateforzeroandfallen</c:v>
                </c:pt>
                <c:pt idx="5389">
                  <c:v>skatecitywestminster</c:v>
                </c:pt>
                <c:pt idx="5390">
                  <c:v>skatebrownmiddleschool</c:v>
                </c:pt>
                <c:pt idx="5391">
                  <c:v>skateboardrevolution</c:v>
                </c:pt>
                <c:pt idx="5392">
                  <c:v>skateboardprincess317</c:v>
                </c:pt>
                <c:pt idx="5393">
                  <c:v>skateboardingroxdude</c:v>
                </c:pt>
                <c:pt idx="5394">
                  <c:v>skateboarding_anime_freak</c:v>
                </c:pt>
                <c:pt idx="5395">
                  <c:v>skateboarding_and_music_</c:v>
                </c:pt>
                <c:pt idx="5396">
                  <c:v>skateboard_headquarter</c:v>
                </c:pt>
                <c:pt idx="5397">
                  <c:v>skateboarder_rocker209</c:v>
                </c:pt>
                <c:pt idx="5398">
                  <c:v>skateboarder_for_life_23</c:v>
                </c:pt>
                <c:pt idx="5399">
                  <c:v>skateboarder_for_life_</c:v>
                </c:pt>
                <c:pt idx="5400">
                  <c:v>skateboardercolorconfused</c:v>
                </c:pt>
                <c:pt idx="5401">
                  <c:v>skateboarder_chick4323</c:v>
                </c:pt>
                <c:pt idx="5402">
                  <c:v>skateboarderchick123</c:v>
                </c:pt>
                <c:pt idx="5403">
                  <c:v>skateandplayguitarforlife</c:v>
                </c:pt>
                <c:pt idx="5404">
                  <c:v>skateandguitarplayer</c:v>
                </c:pt>
                <c:pt idx="5405">
                  <c:v>skate_and_destroy</c:v>
                </c:pt>
                <c:pt idx="5406">
                  <c:v>skate_almost_forever</c:v>
                </c:pt>
                <c:pt idx="5407">
                  <c:v>skate_all_day_everyday</c:v>
                </c:pt>
                <c:pt idx="5408">
                  <c:v>skate4life_kobe_bitch</c:v>
                </c:pt>
                <c:pt idx="5409">
                  <c:v>sixteenthsolidspread</c:v>
                </c:pt>
                <c:pt idx="5410">
                  <c:v>sixteenstarmanagement</c:v>
                </c:pt>
                <c:pt idx="5411">
                  <c:v>sixstringmassacre_55</c:v>
                </c:pt>
                <c:pt idx="5412">
                  <c:v>sixonetreyentertainment</c:v>
                </c:pt>
                <c:pt idx="5413">
                  <c:v>sixhundredseventyone</c:v>
                </c:pt>
                <c:pt idx="5414">
                  <c:v>sixhundredandsixtyfive</c:v>
                </c:pt>
                <c:pt idx="5415">
                  <c:v>sixfootfiveandbulletproof</c:v>
                </c:pt>
                <c:pt idx="5416">
                  <c:v>sittingwaitingandwishing</c:v>
                </c:pt>
                <c:pt idx="5417">
                  <c:v>site_for_messin_wit111111</c:v>
                </c:pt>
                <c:pt idx="5418">
                  <c:v>sit_back_relax_relapse</c:v>
                </c:pt>
                <c:pt idx="5419">
                  <c:v>sistertabithasurprise</c:v>
                </c:pt>
                <c:pt idx="5420">
                  <c:v>sistersheerstargazer</c:v>
                </c:pt>
                <c:pt idx="5421">
                  <c:v>sister_molly_margaret</c:v>
                </c:pt>
                <c:pt idx="5422">
                  <c:v>sister_mary_elephant</c:v>
                </c:pt>
                <c:pt idx="5423">
                  <c:v>sisterinchristalways</c:v>
                </c:pt>
                <c:pt idx="5424">
                  <c:v>sisterfromanothermister_1</c:v>
                </c:pt>
                <c:pt idx="5425">
                  <c:v>sisterchristianfancypants</c:v>
                </c:pt>
                <c:pt idx="5426">
                  <c:v>sissy_the_red_headed_girl</c:v>
                </c:pt>
                <c:pt idx="5427">
                  <c:v>sissyfortraining2000</c:v>
                </c:pt>
                <c:pt idx="5428">
                  <c:v>sir_stallionbonkalot</c:v>
                </c:pt>
                <c:pt idx="5429">
                  <c:v>sir_jake_the_mistake_17</c:v>
                </c:pt>
                <c:pt idx="5430">
                  <c:v>sirenchristianrockband</c:v>
                </c:pt>
                <c:pt idx="5431">
                  <c:v>sippinonsomebluedrank</c:v>
                </c:pt>
                <c:pt idx="5432">
                  <c:v>sinthetic_revolution</c:v>
                </c:pt>
                <c:pt idx="5433">
                  <c:v>sinthesolecontroller</c:v>
                </c:pt>
                <c:pt idx="5434">
                  <c:v>sinsationallysunshine</c:v>
                </c:pt>
                <c:pt idx="5435">
                  <c:v>sink_your_teeth_into</c:v>
                </c:pt>
                <c:pt idx="5436">
                  <c:v>sinkingshipsandbravery</c:v>
                </c:pt>
                <c:pt idx="5437">
                  <c:v>sinisterserenityband</c:v>
                </c:pt>
                <c:pt idx="5438">
                  <c:v>sinisteroutrightbehavior</c:v>
                </c:pt>
                <c:pt idx="5439">
                  <c:v>sinister_looking_sock</c:v>
                </c:pt>
                <c:pt idx="5440">
                  <c:v>sinisterbadkitty5000</c:v>
                </c:pt>
                <c:pt idx="5441">
                  <c:v>singwithyourhairbrush</c:v>
                </c:pt>
                <c:pt idx="5442">
                  <c:v>singtomeyouelectricbitch</c:v>
                </c:pt>
                <c:pt idx="5443">
                  <c:v>singthebodyelectric5</c:v>
                </c:pt>
                <c:pt idx="5444">
                  <c:v>singthebodyelectric1</c:v>
                </c:pt>
                <c:pt idx="5445">
                  <c:v>sing_scream_saygoodbye</c:v>
                </c:pt>
                <c:pt idx="5446">
                  <c:v>single_shot_army_dude_18</c:v>
                </c:pt>
                <c:pt idx="5447">
                  <c:v>single_princess_looking</c:v>
                </c:pt>
                <c:pt idx="5448">
                  <c:v>single_minded_liberation</c:v>
                </c:pt>
                <c:pt idx="5449">
                  <c:v>singlemalesportsguy92</c:v>
                </c:pt>
                <c:pt idx="5450">
                  <c:v>single_and_ready2mingle</c:v>
                </c:pt>
                <c:pt idx="5451">
                  <c:v>singing_with_passion</c:v>
                </c:pt>
                <c:pt idx="5452">
                  <c:v>singingsoftballplayer</c:v>
                </c:pt>
                <c:pt idx="5453">
                  <c:v>singingsensation4ever</c:v>
                </c:pt>
                <c:pt idx="5454">
                  <c:v>_singing_music_4_life</c:v>
                </c:pt>
                <c:pt idx="5455">
                  <c:v>singing_lion_princess</c:v>
                </c:pt>
                <c:pt idx="5456">
                  <c:v>singingheycarrieanne</c:v>
                </c:pt>
                <c:pt idx="5457">
                  <c:v>singing_country_gurl_0</c:v>
                </c:pt>
                <c:pt idx="5458">
                  <c:v>singingcountrygirl87</c:v>
                </c:pt>
                <c:pt idx="5459">
                  <c:v>singingandshopping4eva</c:v>
                </c:pt>
                <c:pt idx="5460">
                  <c:v>singingandmusicfreak</c:v>
                </c:pt>
                <c:pt idx="5461">
                  <c:v>singer_song_writer_7</c:v>
                </c:pt>
                <c:pt idx="5462">
                  <c:v>singerpoetsongwriter</c:v>
                </c:pt>
                <c:pt idx="5463">
                  <c:v>singdancesmileandlive</c:v>
                </c:pt>
                <c:pt idx="5464">
                  <c:v>singdanceandenjoylife</c:v>
                </c:pt>
                <c:pt idx="5465">
                  <c:v>sinfullysweetassassin</c:v>
                </c:pt>
                <c:pt idx="5466">
                  <c:v>sinfullycharmingsonny</c:v>
                </c:pt>
                <c:pt idx="5467">
                  <c:v>sinfulkatastrophe91708</c:v>
                </c:pt>
                <c:pt idx="5468">
                  <c:v>sincityfortlauderdale</c:v>
                </c:pt>
                <c:pt idx="5469">
                  <c:v>sincityentertainmenttampa</c:v>
                </c:pt>
                <c:pt idx="5470">
                  <c:v>sincerelyyoursraelynn</c:v>
                </c:pt>
                <c:pt idx="5471">
                  <c:v>sincerelyyoursmusic510</c:v>
                </c:pt>
                <c:pt idx="5472">
                  <c:v>sincerelysugarcoated</c:v>
                </c:pt>
                <c:pt idx="5473">
                  <c:v>simplywaitingstreetteam</c:v>
                </c:pt>
                <c:pt idx="5474">
                  <c:v>simplyunfooledaroundwith</c:v>
                </c:pt>
                <c:pt idx="5475">
                  <c:v>simplythebesthaterproof</c:v>
                </c:pt>
                <c:pt idx="5476">
                  <c:v>simply_sweet_patrice</c:v>
                </c:pt>
                <c:pt idx="5477">
                  <c:v>simplysimplemandaboo</c:v>
                </c:pt>
                <c:pt idx="5478">
                  <c:v>simplyperfectkristina</c:v>
                </c:pt>
                <c:pt idx="5479">
                  <c:v>simplymissunderstood</c:v>
                </c:pt>
                <c:pt idx="5480">
                  <c:v>simplyirresistiblehair</c:v>
                </c:pt>
                <c:pt idx="5481">
                  <c:v>simply_gorgeous_leslie</c:v>
                </c:pt>
                <c:pt idx="5482">
                  <c:v>simplygorgeouscontest</c:v>
                </c:pt>
                <c:pt idx="5483">
                  <c:v>simplyfuckingcomplicated</c:v>
                </c:pt>
                <c:pt idx="5484">
                  <c:v>simply_forgotten_promoter</c:v>
                </c:pt>
                <c:pt idx="5485">
                  <c:v>simplyelegant_morgan</c:v>
                </c:pt>
                <c:pt idx="5486">
                  <c:v>simplydeliciouscocoabeach</c:v>
                </c:pt>
                <c:pt idx="5487">
                  <c:v>simplybronzedtanningsalon</c:v>
                </c:pt>
                <c:pt idx="5488">
                  <c:v>simplyblackandwhiteband</c:v>
                </c:pt>
                <c:pt idx="5489">
                  <c:v>simplybeautifulmissgrant</c:v>
                </c:pt>
                <c:pt idx="5490">
                  <c:v>simplicitycustomgraphics</c:v>
                </c:pt>
                <c:pt idx="5491">
                  <c:v>simpleyetconfusing</c:v>
                </c:pt>
                <c:pt idx="5492">
                  <c:v>simpleyetconfused101</c:v>
                </c:pt>
                <c:pt idx="5493">
                  <c:v>simplepleasuresinlife2</c:v>
                </c:pt>
                <c:pt idx="5494">
                  <c:v>simplepleasurerentalcabin</c:v>
                </c:pt>
                <c:pt idx="5495">
                  <c:v>simpleplanlover14chuck</c:v>
                </c:pt>
                <c:pt idx="5496">
                  <c:v>simple_plan_lover1234</c:v>
                </c:pt>
                <c:pt idx="5497">
                  <c:v>simpleplanfreak4life</c:v>
                </c:pt>
                <c:pt idx="5498">
                  <c:v>simpleplanfanforever</c:v>
                </c:pt>
                <c:pt idx="5499">
                  <c:v>simplemindedlaughinghyena</c:v>
                </c:pt>
                <c:pt idx="5500">
                  <c:v>simplemindedentertainment</c:v>
                </c:pt>
                <c:pt idx="5501">
                  <c:v>simple_man_shall_change</c:v>
                </c:pt>
                <c:pt idx="5502">
                  <c:v>simplecountrygirl2000</c:v>
                </c:pt>
                <c:pt idx="5503">
                  <c:v>simple_country_girl_1981</c:v>
                </c:pt>
                <c:pt idx="5504">
                  <c:v>simple7yet7confusing</c:v>
                </c:pt>
                <c:pt idx="5505">
                  <c:v>simonehusbandforlife</c:v>
                </c:pt>
                <c:pt idx="5506">
                  <c:v>simoneelizabethmusic</c:v>
                </c:pt>
                <c:pt idx="5507">
                  <c:v>silver_winged_angel_24</c:v>
                </c:pt>
                <c:pt idx="5508">
                  <c:v>silver_tongued_devil</c:v>
                </c:pt>
                <c:pt idx="5509">
                  <c:v>silvertear_moonstorm</c:v>
                </c:pt>
                <c:pt idx="5510">
                  <c:v>silverspringspizzafactory</c:v>
                </c:pt>
                <c:pt idx="5511">
                  <c:v>silverspoondanceproject</c:v>
                </c:pt>
                <c:pt idx="5512">
                  <c:v>silversinglefeaturing</c:v>
                </c:pt>
                <c:pt idx="5513">
                  <c:v>silversidenickelback</c:v>
                </c:pt>
                <c:pt idx="5514">
                  <c:v>silverrosedemigoddess</c:v>
                </c:pt>
                <c:pt idx="5515">
                  <c:v>silvermetalalchemist</c:v>
                </c:pt>
                <c:pt idx="5516">
                  <c:v>silverlookingbracelet</c:v>
                </c:pt>
                <c:pt idx="5517">
                  <c:v>silverliningentertainment</c:v>
                </c:pt>
                <c:pt idx="5518">
                  <c:v>silverlinephotography</c:v>
                </c:pt>
                <c:pt idx="5519">
                  <c:v>silvericebreakfastclub</c:v>
                </c:pt>
                <c:pt idx="5520">
                  <c:v>silverhairedmanyazoo</c:v>
                </c:pt>
                <c:pt idx="5521">
                  <c:v>silverfrogjewelrystudio</c:v>
                </c:pt>
                <c:pt idx="5522">
                  <c:v>silverculinaryconsulting</c:v>
                </c:pt>
                <c:pt idx="5523">
                  <c:v>silverbulletdisplay</c:v>
                </c:pt>
                <c:pt idx="5524">
                  <c:v>silverbulletdisplay1</c:v>
                </c:pt>
                <c:pt idx="5525">
                  <c:v>silverbrigadebandguy_08</c:v>
                </c:pt>
                <c:pt idx="5526">
                  <c:v>silverblade_alchemist</c:v>
                </c:pt>
                <c:pt idx="5527">
                  <c:v>silverandblack_4life</c:v>
                </c:pt>
                <c:pt idx="5528">
                  <c:v>silvadollarprincess1</c:v>
                </c:pt>
                <c:pt idx="5529">
                  <c:v>silvacatsoundstation</c:v>
                </c:pt>
                <c:pt idx="5530">
                  <c:v>sillywillybillyhillbilly</c:v>
                </c:pt>
                <c:pt idx="5531">
                  <c:v>silly_stoner_lawrence</c:v>
                </c:pt>
                <c:pt idx="5532">
                  <c:v>sillypants_spoonthief</c:v>
                </c:pt>
                <c:pt idx="5533">
                  <c:v>sillynameserioussandwich</c:v>
                </c:pt>
                <c:pt idx="5534">
                  <c:v>sillylittlepartygirl</c:v>
                </c:pt>
                <c:pt idx="5535">
                  <c:v>silly_dilly_willy_01</c:v>
                </c:pt>
                <c:pt idx="5536">
                  <c:v>silky_smooth_delight</c:v>
                </c:pt>
                <c:pt idx="5537">
                  <c:v>silkysmoothbrownsugar</c:v>
                </c:pt>
                <c:pt idx="5538">
                  <c:v>silicon_lemming_alchemist</c:v>
                </c:pt>
                <c:pt idx="5539">
                  <c:v>silhouetteagainstthesky</c:v>
                </c:pt>
                <c:pt idx="5540">
                  <c:v>silentwintersyndrome</c:v>
                </c:pt>
                <c:pt idx="5541">
                  <c:v>silentsoulentertainment</c:v>
                </c:pt>
                <c:pt idx="5542">
                  <c:v>silent_shy_sweetness</c:v>
                </c:pt>
                <c:pt idx="5543">
                  <c:v>silentpointlallalala</c:v>
                </c:pt>
                <c:pt idx="5544">
                  <c:v>silentmajoritymember</c:v>
                </c:pt>
                <c:pt idx="5545">
                  <c:v>silentlyscreamingmurder</c:v>
                </c:pt>
                <c:pt idx="5546">
                  <c:v>silent_hill_media_center</c:v>
                </c:pt>
                <c:pt idx="5547">
                  <c:v>silentharmonyrecording</c:v>
                </c:pt>
                <c:pt idx="5548">
                  <c:v>silentgracewithoutdignity</c:v>
                </c:pt>
                <c:pt idx="5549">
                  <c:v>silencingthehostage1</c:v>
                </c:pt>
                <c:pt idx="5550">
                  <c:v>silencethroughbattle</c:v>
                </c:pt>
                <c:pt idx="5551">
                  <c:v>silence_this_little_heart</c:v>
                </c:pt>
                <c:pt idx="5552">
                  <c:v>silenceinsanitymusic</c:v>
                </c:pt>
                <c:pt idx="5553">
                  <c:v>silenced_for_life_19</c:v>
                </c:pt>
                <c:pt idx="5554">
                  <c:v>silenceandtheecstasy</c:v>
                </c:pt>
                <c:pt idx="5555">
                  <c:v>significantother_rev2217</c:v>
                </c:pt>
                <c:pt idx="5556">
                  <c:v>signalstrengthmastering</c:v>
                </c:pt>
                <c:pt idx="5557">
                  <c:v>sierra_under_pressure</c:v>
                </c:pt>
                <c:pt idx="5558">
                  <c:v>sierra_the_wild_child</c:v>
                </c:pt>
                <c:pt idx="5559">
                  <c:v>sierratheaterrockconcertsindelano</c:v>
                </c:pt>
                <c:pt idx="5560">
                  <c:v>sierrahighschoolchoir</c:v>
                </c:pt>
                <c:pt idx="5561">
                  <c:v>sierraandmichelle4ever</c:v>
                </c:pt>
                <c:pt idx="5562">
                  <c:v>sidewalksandwhiteout</c:v>
                </c:pt>
                <c:pt idx="5563">
                  <c:v>sic_slipknot_maggot_</c:v>
                </c:pt>
                <c:pt idx="5564">
                  <c:v>sick_strange_darkness</c:v>
                </c:pt>
                <c:pt idx="5565">
                  <c:v>sicksadsurrealsexyworld</c:v>
                </c:pt>
                <c:pt idx="5566">
                  <c:v>sickmotherfuckingrick</c:v>
                </c:pt>
                <c:pt idx="5567">
                  <c:v>sic_and_twisted_soul</c:v>
                </c:pt>
                <c:pt idx="5568">
                  <c:v>shyyetdangerousbritt</c:v>
                </c:pt>
                <c:pt idx="5569">
                  <c:v>shyquietbutdangerous</c:v>
                </c:pt>
                <c:pt idx="5570">
                  <c:v>shylittlemissblondie</c:v>
                </c:pt>
                <c:pt idx="5571">
                  <c:v>shyandsweetplusthree</c:v>
                </c:pt>
                <c:pt idx="5572">
                  <c:v>shutyourcocksucker45</c:v>
                </c:pt>
                <c:pt idx="5573">
                  <c:v>shut_the_bathroom_door</c:v>
                </c:pt>
                <c:pt idx="5574">
                  <c:v>shutterbugphotography</c:v>
                </c:pt>
                <c:pt idx="5575">
                  <c:v>shutdownsleeprestart</c:v>
                </c:pt>
                <c:pt idx="5576">
                  <c:v>shrimpmanstreetfighter</c:v>
                </c:pt>
                <c:pt idx="5577">
                  <c:v>shreveport_young_kat</c:v>
                </c:pt>
                <c:pt idx="5578">
                  <c:v>shreveportfestivalplaza</c:v>
                </c:pt>
                <c:pt idx="5579">
                  <c:v>shredgod_rosstheboss</c:v>
                </c:pt>
                <c:pt idx="5580">
                  <c:v>showtime_agency_paris</c:v>
                </c:pt>
                <c:pt idx="5581">
                  <c:v>showerwithyourgirlfriend</c:v>
                </c:pt>
                <c:pt idx="5582">
                  <c:v>showandprovebirmingham</c:v>
                </c:pt>
                <c:pt idx="5583">
                  <c:v>shouldprobablystopwhining</c:v>
                </c:pt>
                <c:pt idx="5584">
                  <c:v>shotgunweddingsinger</c:v>
                </c:pt>
                <c:pt idx="5585">
                  <c:v>shotgun_bang_wedding</c:v>
                </c:pt>
                <c:pt idx="5586">
                  <c:v>shotfrombehind17times</c:v>
                </c:pt>
                <c:pt idx="5587">
                  <c:v>shortunlikehairypianist</c:v>
                </c:pt>
                <c:pt idx="5588">
                  <c:v>short_sweet_simplyblonde</c:v>
                </c:pt>
                <c:pt idx="5589">
                  <c:v>shortstuffwitattitude</c:v>
                </c:pt>
                <c:pt idx="5590">
                  <c:v>short_sexy_and_thick</c:v>
                </c:pt>
                <c:pt idx="5591">
                  <c:v>shortroundshortstuff123</c:v>
                </c:pt>
                <c:pt idx="5592">
                  <c:v>shortpeoplegroweventually</c:v>
                </c:pt>
                <c:pt idx="5593">
                  <c:v>short_ornery_cowgirl</c:v>
                </c:pt>
                <c:pt idx="5594">
                  <c:v>short_little_black_boy13</c:v>
                </c:pt>
                <c:pt idx="5595">
                  <c:v>shortguitarplayer_4life</c:v>
                </c:pt>
                <c:pt idx="5596">
                  <c:v>shortfuzeproducer2point0</c:v>
                </c:pt>
                <c:pt idx="5597">
                  <c:v>short_cookie_monster</c:v>
                </c:pt>
                <c:pt idx="5598">
                  <c:v>Shortblondechick1290</c:v>
                </c:pt>
                <c:pt idx="5599">
                  <c:v>shortattentionspan1990</c:v>
                </c:pt>
                <c:pt idx="5600">
                  <c:v>shorelinechristianrock</c:v>
                </c:pt>
                <c:pt idx="5601">
                  <c:v>shorebreakartistmanagement</c:v>
                </c:pt>
                <c:pt idx="5602">
                  <c:v>shoppingvolleyballcash</c:v>
                </c:pt>
                <c:pt idx="5603">
                  <c:v>shoppingcenterspecialist</c:v>
                </c:pt>
                <c:pt idx="5604">
                  <c:v>shoppingcartsyndicate</c:v>
                </c:pt>
                <c:pt idx="5605">
                  <c:v>shoot_speed_kill_light</c:v>
                </c:pt>
                <c:pt idx="5606">
                  <c:v>shootingstarmodeling</c:v>
                </c:pt>
                <c:pt idx="5607">
                  <c:v>shoeless_joe_jackson</c:v>
                </c:pt>
                <c:pt idx="5608">
                  <c:v>shockwavethefunkyone</c:v>
                </c:pt>
                <c:pt idx="5609">
                  <c:v>shockinglystupidlove</c:v>
                </c:pt>
                <c:pt idx="5610">
                  <c:v>shocash247entertainment</c:v>
                </c:pt>
                <c:pt idx="5611">
                  <c:v>shistarentertainment</c:v>
                </c:pt>
                <c:pt idx="5612">
                  <c:v>shirtless_egghead_skunk</c:v>
                </c:pt>
                <c:pt idx="5613">
                  <c:v>shirleytemplegonebad</c:v>
                </c:pt>
                <c:pt idx="5614">
                  <c:v>shinyomnipotentgoddess</c:v>
                </c:pt>
                <c:pt idx="5615">
                  <c:v>shinylibraryprincess</c:v>
                </c:pt>
                <c:pt idx="5616">
                  <c:v>shiningthroughthepain</c:v>
                </c:pt>
                <c:pt idx="5617">
                  <c:v>shining_bright_tonight</c:v>
                </c:pt>
                <c:pt idx="5618">
                  <c:v>shiningblackgleamingwhite</c:v>
                </c:pt>
                <c:pt idx="5619">
                  <c:v>shinefromtheheavensblessed</c:v>
                </c:pt>
                <c:pt idx="5620">
                  <c:v>shindigpunkrockradio</c:v>
                </c:pt>
                <c:pt idx="5621">
                  <c:v>shimmeringandsubconscious</c:v>
                </c:pt>
                <c:pt idx="5622">
                  <c:v>_shimmer_and_sparkle_</c:v>
                </c:pt>
                <c:pt idx="5623">
                  <c:v>shilyn_the_watergoddess</c:v>
                </c:pt>
                <c:pt idx="5624">
                  <c:v>shiftlockandcountersteer</c:v>
                </c:pt>
                <c:pt idx="5625">
                  <c:v>she_with_attitude13</c:v>
                </c:pt>
                <c:pt idx="5626">
                  <c:v>she_will_have_her_way</c:v>
                </c:pt>
                <c:pt idx="5627">
                  <c:v>shestoodtherelaughing</c:v>
                </c:pt>
                <c:pt idx="5628">
                  <c:v>shesmilesatthefuture</c:v>
                </c:pt>
                <c:pt idx="5629">
                  <c:v>sheshellaradlikethis</c:v>
                </c:pt>
                <c:pt idx="5630">
                  <c:v>sherwoodforestbadboy</c:v>
                </c:pt>
                <c:pt idx="5631">
                  <c:v>sherrycancersurvivor</c:v>
                </c:pt>
                <c:pt idx="5632">
                  <c:v>sherrea_hearts_metal</c:v>
                </c:pt>
                <c:pt idx="5633">
                  <c:v>sheriff_officer_christian</c:v>
                </c:pt>
                <c:pt idx="5634">
                  <c:v>sheridancollegecanada</c:v>
                </c:pt>
                <c:pt idx="5635">
                  <c:v>sher_bear_diver_girl</c:v>
                </c:pt>
                <c:pt idx="5636">
                  <c:v>SHEMUSHHAVELOSEHERMIND</c:v>
                </c:pt>
                <c:pt idx="5637">
                  <c:v>shelteredfromthetruth</c:v>
                </c:pt>
                <c:pt idx="5638">
                  <c:v>shellyrosephotography</c:v>
                </c:pt>
                <c:pt idx="5639">
                  <c:v>shellybellycocoapuff</c:v>
                </c:pt>
                <c:pt idx="5640">
                  <c:v>shellieonefreespirit</c:v>
                </c:pt>
                <c:pt idx="5641">
                  <c:v>shelleyvalentinecook</c:v>
                </c:pt>
                <c:pt idx="5642">
                  <c:v>shelleymillerthatsright</c:v>
                </c:pt>
                <c:pt idx="5643">
                  <c:v>shelley_belly_jelly_bean</c:v>
                </c:pt>
                <c:pt idx="5644">
                  <c:v>shelleyandersonwilson</c:v>
                </c:pt>
                <c:pt idx="5645">
                  <c:v>shelley_and_brandon_2009</c:v>
                </c:pt>
                <c:pt idx="5646">
                  <c:v>shellbellthischick82</c:v>
                </c:pt>
                <c:pt idx="5647">
                  <c:v>shelinamichelleproduction</c:v>
                </c:pt>
                <c:pt idx="5648">
                  <c:v>shelby_wonderdog_partypup</c:v>
                </c:pt>
                <c:pt idx="5649">
                  <c:v>shelby_valleyfootball</c:v>
                </c:pt>
                <c:pt idx="5650">
                  <c:v>shelby_taylor_belford</c:v>
                </c:pt>
                <c:pt idx="5651">
                  <c:v>shelbyforestclick193</c:v>
                </c:pt>
                <c:pt idx="5652">
                  <c:v>she_got_that_hollaback</c:v>
                </c:pt>
                <c:pt idx="5653">
                  <c:v>sheepshaggingbastard</c:v>
                </c:pt>
                <c:pt idx="5654">
                  <c:v>she_drank_away_his_memory</c:v>
                </c:pt>
                <c:pt idx="5655">
                  <c:v>shedevilfromanotherplanet</c:v>
                </c:pt>
                <c:pt idx="5656">
                  <c:v>shearsentimentalwake</c:v>
                </c:pt>
                <c:pt idx="5657">
                  <c:v>shearparadisepetsalon</c:v>
                </c:pt>
                <c:pt idx="5658">
                  <c:v>shay_the_controlled_nymph</c:v>
                </c:pt>
                <c:pt idx="5659">
                  <c:v>shayneandbrittney4ever</c:v>
                </c:pt>
                <c:pt idx="5660">
                  <c:v>shayna_the_skate_dog</c:v>
                </c:pt>
                <c:pt idx="5661">
                  <c:v>shayna_tha_blondie_08</c:v>
                </c:pt>
                <c:pt idx="5662">
                  <c:v>shaynaandnatalierock</c:v>
                </c:pt>
                <c:pt idx="5663">
                  <c:v>shaymanwadedodgekelly</c:v>
                </c:pt>
                <c:pt idx="5664">
                  <c:v>shay_harry_potter_fanatic</c:v>
                </c:pt>
                <c:pt idx="5665">
                  <c:v>Shawn_Rose101_aka_Nick</c:v>
                </c:pt>
                <c:pt idx="5666">
                  <c:v>shawnmichealandkaylamarie</c:v>
                </c:pt>
                <c:pt idx="5667">
                  <c:v>shawnathontaylorthomas</c:v>
                </c:pt>
                <c:pt idx="5668">
                  <c:v>shawnascuprunnethover</c:v>
                </c:pt>
                <c:pt idx="5669">
                  <c:v>shawna_clarkbabygurl</c:v>
                </c:pt>
                <c:pt idx="5670">
                  <c:v>shawnachambersiscool</c:v>
                </c:pt>
                <c:pt idx="5671">
                  <c:v>shavedheadblackmale12</c:v>
                </c:pt>
                <c:pt idx="5672">
                  <c:v>shaunwhitetheflyingtomato</c:v>
                </c:pt>
                <c:pt idx="5673">
                  <c:v>shaunathehockeybunny</c:v>
                </c:pt>
                <c:pt idx="5674">
                  <c:v>shatmoneyentertainment</c:v>
                </c:pt>
                <c:pt idx="5675">
                  <c:v>sharpshooterandtherestofthegang</c:v>
                </c:pt>
                <c:pt idx="5676">
                  <c:v>shark_tooth_dunanana</c:v>
                </c:pt>
                <c:pt idx="5677">
                  <c:v>sharktalesoundtrack2</c:v>
                </c:pt>
                <c:pt idx="5678">
                  <c:v>sharkfamilycommittee408</c:v>
                </c:pt>
                <c:pt idx="5679">
                  <c:v>share_your_crack_ers</c:v>
                </c:pt>
                <c:pt idx="5680">
                  <c:v>sharaspecialpatrolgroup</c:v>
                </c:pt>
                <c:pt idx="5681">
                  <c:v>shannon_the_great117</c:v>
                </c:pt>
                <c:pt idx="5682">
                  <c:v>shannonsuzannemartin</c:v>
                </c:pt>
                <c:pt idx="5683">
                  <c:v>shannonstonebutterfly</c:v>
                </c:pt>
                <c:pt idx="5684">
                  <c:v>shannonsmithretrospect</c:v>
                </c:pt>
                <c:pt idx="5685">
                  <c:v>shannonshutterbug917</c:v>
                </c:pt>
                <c:pt idx="5686">
                  <c:v>shannon_running_enemy</c:v>
                </c:pt>
                <c:pt idx="5687">
                  <c:v>shannon_ronnie_forever</c:v>
                </c:pt>
                <c:pt idx="5688">
                  <c:v>shannonredheadedbitch</c:v>
                </c:pt>
                <c:pt idx="5689">
                  <c:v>Shannon_notinterested</c:v>
                </c:pt>
                <c:pt idx="5690">
                  <c:v>shannonnicholethomas</c:v>
                </c:pt>
                <c:pt idx="5691">
                  <c:v>shannonletthemusicplay</c:v>
                </c:pt>
                <c:pt idx="5692">
                  <c:v>shannonleeannrummage</c:v>
                </c:pt>
                <c:pt idx="5693">
                  <c:v>shannon_kathleen_hudson</c:v>
                </c:pt>
                <c:pt idx="5694">
                  <c:v>shannonhollycoughlin</c:v>
                </c:pt>
                <c:pt idx="5695">
                  <c:v>shannon_hockeygirl33</c:v>
                </c:pt>
                <c:pt idx="5696">
                  <c:v>shannondevinbeccaellen</c:v>
                </c:pt>
                <c:pt idx="5697">
                  <c:v>shaniquavanda_salinas</c:v>
                </c:pt>
                <c:pt idx="5698">
                  <c:v>shaniqualovelinessheck</c:v>
                </c:pt>
                <c:pt idx="5699">
                  <c:v>shane_guitar_freak_loser</c:v>
                </c:pt>
                <c:pt idx="5700">
                  <c:v>shandra_live_life_love</c:v>
                </c:pt>
                <c:pt idx="5701">
                  <c:v>shana_the_next_top_model</c:v>
                </c:pt>
                <c:pt idx="5702">
                  <c:v>shanaandcliff4life0</c:v>
                </c:pt>
                <c:pt idx="5703">
                  <c:v>shampainplatinumbird</c:v>
                </c:pt>
                <c:pt idx="5704">
                  <c:v>shamgarblackmetal777</c:v>
                </c:pt>
                <c:pt idx="5705">
                  <c:v>shamed_into_solitude</c:v>
                </c:pt>
                <c:pt idx="5706">
                  <c:v>shallow_water_blackout</c:v>
                </c:pt>
                <c:pt idx="5707">
                  <c:v>shallowmissinterpretation</c:v>
                </c:pt>
                <c:pt idx="5708">
                  <c:v>shallow_and_abstruse</c:v>
                </c:pt>
                <c:pt idx="5709">
                  <c:v>shake_what_she_gave_you</c:v>
                </c:pt>
                <c:pt idx="5710">
                  <c:v>shake_that_moneymaker</c:v>
                </c:pt>
                <c:pt idx="5711">
                  <c:v>shake_off_the_ancient</c:v>
                </c:pt>
                <c:pt idx="5712">
                  <c:v>shakehandswithdanger</c:v>
                </c:pt>
                <c:pt idx="5713">
                  <c:v>shadyparkcuttrout4life</c:v>
                </c:pt>
                <c:pt idx="5714">
                  <c:v>shadyladiesburlesque</c:v>
                </c:pt>
                <c:pt idx="5715">
                  <c:v>shadowwrestlingfederation</c:v>
                </c:pt>
                <c:pt idx="5716">
                  <c:v>shadow_ultimatelifeform</c:v>
                </c:pt>
                <c:pt idx="5717">
                  <c:v>shadowtwilightswordmaster</c:v>
                </c:pt>
                <c:pt idx="5718">
                  <c:v>shadowtheswordslinger</c:v>
                </c:pt>
                <c:pt idx="5719">
                  <c:v>shadowthehedgehog123</c:v>
                </c:pt>
                <c:pt idx="5720">
                  <c:v>shadow_the_hedgehog_003</c:v>
                </c:pt>
                <c:pt idx="5721">
                  <c:v>shadow_the_dark_hedgehog</c:v>
                </c:pt>
                <c:pt idx="5722">
                  <c:v>shadowsway2deepthroat</c:v>
                </c:pt>
                <c:pt idx="5723">
                  <c:v>shadowsonthewall1031</c:v>
                </c:pt>
                <c:pt idx="5724">
                  <c:v>shadowsonthesidewalk</c:v>
                </c:pt>
                <c:pt idx="5725">
                  <c:v>shadowscapephotography</c:v>
                </c:pt>
                <c:pt idx="5726">
                  <c:v>shadowpuppetoblivion</c:v>
                </c:pt>
                <c:pt idx="5727">
                  <c:v>shadow_people_beware</c:v>
                </c:pt>
                <c:pt idx="5728">
                  <c:v>shadowmachinetheband</c:v>
                </c:pt>
                <c:pt idx="5729">
                  <c:v>shadowlordthedeathangel</c:v>
                </c:pt>
                <c:pt idx="5730">
                  <c:v>shadowlibraschoolgirl</c:v>
                </c:pt>
                <c:pt idx="5731">
                  <c:v>shadowheartscovenant</c:v>
                </c:pt>
                <c:pt idx="5732">
                  <c:v>shadowfloodphotography</c:v>
                </c:pt>
                <c:pt idx="5733">
                  <c:v>shadowfairywithscissors</c:v>
                </c:pt>
                <c:pt idx="5734">
                  <c:v>shadow_company_bravo</c:v>
                </c:pt>
                <c:pt idx="5735">
                  <c:v>shadowbane_nightwalker</c:v>
                </c:pt>
                <c:pt idx="5736">
                  <c:v>shade_beatboxing_prince</c:v>
                </c:pt>
                <c:pt idx="5737">
                  <c:v>shabachentertainment</c:v>
                </c:pt>
                <c:pt idx="5738">
                  <c:v>sexy_white_chocolate_9</c:v>
                </c:pt>
                <c:pt idx="5739">
                  <c:v>sexy_white_chocolate1207</c:v>
                </c:pt>
                <c:pt idx="5740">
                  <c:v>sexy_wetback_rip_macdre</c:v>
                </c:pt>
                <c:pt idx="5741">
                  <c:v>sexywakeboardingforce</c:v>
                </c:pt>
                <c:pt idx="5742">
                  <c:v>sexyveronicamartinez9</c:v>
                </c:pt>
                <c:pt idx="5743">
                  <c:v>sexy_trailer_park_4_life</c:v>
                </c:pt>
                <c:pt idx="5744">
                  <c:v>sexy_thing_over_here</c:v>
                </c:pt>
                <c:pt idx="5745">
                  <c:v>sexysweetheart154ever</c:v>
                </c:pt>
                <c:pt idx="5746">
                  <c:v>sexy_sweetbrown_eyedgirl</c:v>
                </c:pt>
                <c:pt idx="5747">
                  <c:v>sexysuefromkathmandu</c:v>
                </c:pt>
                <c:pt idx="5748">
                  <c:v>sexystrippingprincess13</c:v>
                </c:pt>
                <c:pt idx="5749">
                  <c:v>sexystripperkitten4life</c:v>
                </c:pt>
                <c:pt idx="5750">
                  <c:v>SEXYSTREETDANCEFEVER</c:v>
                </c:pt>
                <c:pt idx="5751">
                  <c:v>Sexy_Strawberry_Lady</c:v>
                </c:pt>
                <c:pt idx="5752">
                  <c:v>sexystrawberryblondeangel</c:v>
                </c:pt>
                <c:pt idx="5753">
                  <c:v>sexystraitoutthesouth</c:v>
                </c:pt>
                <c:pt idx="5754">
                  <c:v>sexystraightedgesister</c:v>
                </c:pt>
                <c:pt idx="5755">
                  <c:v>sexysouthsidehotbitch</c:v>
                </c:pt>
                <c:pt idx="5756">
                  <c:v>sexy_southern_girl831</c:v>
                </c:pt>
                <c:pt idx="5757">
                  <c:v>sexysoutherngirl8259</c:v>
                </c:pt>
                <c:pt idx="5758">
                  <c:v>sexysophisticatedsasha</c:v>
                </c:pt>
                <c:pt idx="5759">
                  <c:v>sexysinglebrunette001</c:v>
                </c:pt>
                <c:pt idx="5760">
                  <c:v>sexy_simptown_female</c:v>
                </c:pt>
                <c:pt idx="5761">
                  <c:v>sexy_silly_billy_sam</c:v>
                </c:pt>
                <c:pt idx="5762">
                  <c:v>sexy_sex_slave_4_fun</c:v>
                </c:pt>
                <c:pt idx="5763">
                  <c:v>sexysaucyplayboygirl1</c:v>
                </c:pt>
                <c:pt idx="5764">
                  <c:v>sexysaucychicagogirl</c:v>
                </c:pt>
                <c:pt idx="5765">
                  <c:v>sexy_sassy_untouchable</c:v>
                </c:pt>
                <c:pt idx="5766">
                  <c:v>sexysassysouthernbelle</c:v>
                </c:pt>
                <c:pt idx="5767">
                  <c:v>sexy_sassy_and_southern</c:v>
                </c:pt>
                <c:pt idx="5768">
                  <c:v>sexyrockstarbarbie019</c:v>
                </c:pt>
                <c:pt idx="5769">
                  <c:v>sexy_rich_london_babe</c:v>
                </c:pt>
                <c:pt idx="5770">
                  <c:v>sexyrednecksoccerfreak</c:v>
                </c:pt>
                <c:pt idx="5771">
                  <c:v>sexyredheadwithbabyblues4</c:v>
                </c:pt>
                <c:pt idx="5772">
                  <c:v>sexy_queen_bitch4life</c:v>
                </c:pt>
                <c:pt idx="5773">
                  <c:v>sexypurplecheerleader</c:v>
                </c:pt>
                <c:pt idx="5774">
                  <c:v>sexyprincessheather0</c:v>
                </c:pt>
                <c:pt idx="5775">
                  <c:v>SEXYPLATINUMBARBIEDOLL</c:v>
                </c:pt>
                <c:pt idx="5776">
                  <c:v>sexy_pirate_gurl_rox</c:v>
                </c:pt>
                <c:pt idx="5777">
                  <c:v>sexypinkicecreamtrucks</c:v>
                </c:pt>
                <c:pt idx="5778">
                  <c:v>sexypinkblondebitch9</c:v>
                </c:pt>
                <c:pt idx="5779">
                  <c:v>sexyphotographerchic</c:v>
                </c:pt>
                <c:pt idx="5780">
                  <c:v>sexypeoplearoundtheworld0</c:v>
                </c:pt>
                <c:pt idx="5781">
                  <c:v>sexypassionateparadise</c:v>
                </c:pt>
                <c:pt idx="5782">
                  <c:v>sexyonelinerguitarist</c:v>
                </c:pt>
                <c:pt idx="5783">
                  <c:v>sexymysterioussweety</c:v>
                </c:pt>
                <c:pt idx="5784">
                  <c:v>sexymissmontgomery09</c:v>
                </c:pt>
                <c:pt idx="5785">
                  <c:v>sexy_milky_chocolate</c:v>
                </c:pt>
                <c:pt idx="5786">
                  <c:v>sexymilkchocolate200</c:v>
                </c:pt>
                <c:pt idx="5787">
                  <c:v>sexymichellewastaken</c:v>
                </c:pt>
                <c:pt idx="5788">
                  <c:v>sexyman_woody_wood_pecker</c:v>
                </c:pt>
                <c:pt idx="5789">
                  <c:v>sexymansfieldshortstop89</c:v>
                </c:pt>
                <c:pt idx="5790">
                  <c:v>sexy_little_rap_lover</c:v>
                </c:pt>
                <c:pt idx="5791">
                  <c:v>sexy_little_blonde_259</c:v>
                </c:pt>
                <c:pt idx="5792">
                  <c:v>sexy_little_black_boy</c:v>
                </c:pt>
                <c:pt idx="5793">
                  <c:v>sexylittlebadassking125</c:v>
                </c:pt>
                <c:pt idx="5794">
                  <c:v>sexy_liteskinned_chick</c:v>
                </c:pt>
                <c:pt idx="5795">
                  <c:v>sexylilprincesscrystal</c:v>
                </c:pt>
                <c:pt idx="5796">
                  <c:v>sexy_lil_latina_01_10</c:v>
                </c:pt>
                <c:pt idx="5797">
                  <c:v>sexylilhollisterchick</c:v>
                </c:pt>
                <c:pt idx="5798">
                  <c:v>sexylilgirlfromsouthside</c:v>
                </c:pt>
                <c:pt idx="5799">
                  <c:v>sexylildiamondprincess</c:v>
                </c:pt>
                <c:pt idx="5800">
                  <c:v>sexy_lil_country_girl</c:v>
                </c:pt>
                <c:pt idx="5801">
                  <c:v>sexy_lil_brunette101</c:v>
                </c:pt>
                <c:pt idx="5802">
                  <c:v>sexylilangel_19_2005</c:v>
                </c:pt>
                <c:pt idx="5803">
                  <c:v>sexylightskinplussizechic</c:v>
                </c:pt>
                <c:pt idx="5804">
                  <c:v>sexylightskinnedangie</c:v>
                </c:pt>
                <c:pt idx="5805">
                  <c:v>sexylifesizebarbiedoll</c:v>
                </c:pt>
                <c:pt idx="5806">
                  <c:v>sexylatinadancercrystal</c:v>
                </c:pt>
                <c:pt idx="5807">
                  <c:v>sexyladywiththemprettygra</c:v>
                </c:pt>
                <c:pt idx="5808">
                  <c:v>sexy_jennifer_for_life</c:v>
                </c:pt>
                <c:pt idx="5809">
                  <c:v>sexy_innocent_gorgeous</c:v>
                </c:pt>
                <c:pt idx="5810">
                  <c:v>sexy_hottie_bitch_18</c:v>
                </c:pt>
                <c:pt idx="5811">
                  <c:v>sexy_hot_fucking_bitch</c:v>
                </c:pt>
                <c:pt idx="5812">
                  <c:v>sexy_horseback_rider</c:v>
                </c:pt>
                <c:pt idx="5813">
                  <c:v>sexyhollisterbrunette</c:v>
                </c:pt>
                <c:pt idx="5814">
                  <c:v>sexyhickfromthesticks</c:v>
                </c:pt>
                <c:pt idx="5815">
                  <c:v>sexyhazel_eyedtrackstar</c:v>
                </c:pt>
                <c:pt idx="5816">
                  <c:v>sexyguydownthestreet</c:v>
                </c:pt>
                <c:pt idx="5817">
                  <c:v>sexyguttajazzyprincess</c:v>
                </c:pt>
                <c:pt idx="5818">
                  <c:v>sexygurl579_brittney</c:v>
                </c:pt>
                <c:pt idx="5819">
                  <c:v>sexy_gold_dragon_1982</c:v>
                </c:pt>
                <c:pt idx="5820">
                  <c:v>sexy_girl_right_here</c:v>
                </c:pt>
                <c:pt idx="5821">
                  <c:v>sexygirlfromdownthestreet</c:v>
                </c:pt>
                <c:pt idx="5822">
                  <c:v>sexyfuturemillionaire</c:v>
                </c:pt>
                <c:pt idx="5823">
                  <c:v>sexy_florida_princess</c:v>
                </c:pt>
                <c:pt idx="5824">
                  <c:v>sexy_firefighter_gib</c:v>
                </c:pt>
                <c:pt idx="5825">
                  <c:v>sexyfakeblonde_beauty</c:v>
                </c:pt>
                <c:pt idx="5826">
                  <c:v>sexydivaforevaNalways</c:v>
                </c:pt>
                <c:pt idx="5827">
                  <c:v>sexydiamondprincess1</c:v>
                </c:pt>
                <c:pt idx="5828">
                  <c:v>sexycuttie_alexandra</c:v>
                </c:pt>
                <c:pt idx="5829">
                  <c:v>sexy_cutie_congenial</c:v>
                </c:pt>
                <c:pt idx="5830">
                  <c:v>sexy_country_gurl_22</c:v>
                </c:pt>
                <c:pt idx="5831">
                  <c:v>sexy_country_girl_200</c:v>
                </c:pt>
                <c:pt idx="5832">
                  <c:v>sexycountrygalcourtney</c:v>
                </c:pt>
                <c:pt idx="5833">
                  <c:v>sexy_contractor_but_taken</c:v>
                </c:pt>
                <c:pt idx="5834">
                  <c:v>sexy_conceited_bitch_9</c:v>
                </c:pt>
                <c:pt idx="5835">
                  <c:v>sexycolorfulbutterfly</c:v>
                </c:pt>
                <c:pt idx="5836">
                  <c:v>sexy_colombianita713</c:v>
                </c:pt>
                <c:pt idx="5837">
                  <c:v>sexy_chris_with_big_cock</c:v>
                </c:pt>
                <c:pt idx="5838">
                  <c:v>sexy_christina_smile</c:v>
                </c:pt>
                <c:pt idx="5839">
                  <c:v>sexychocolatepitbull</c:v>
                </c:pt>
                <c:pt idx="5840">
                  <c:v>sexychocolatepinklady1</c:v>
                </c:pt>
                <c:pt idx="5841">
                  <c:v>sexychocolateforever08</c:v>
                </c:pt>
                <c:pt idx="5842">
                  <c:v>sexychocolatebitch109</c:v>
                </c:pt>
                <c:pt idx="5843">
                  <c:v>sexychocolate_100percent</c:v>
                </c:pt>
                <c:pt idx="5844">
                  <c:v>sexychickfromcompton</c:v>
                </c:pt>
                <c:pt idx="5845">
                  <c:v>sexycheerleadingbitch</c:v>
                </c:pt>
                <c:pt idx="5846">
                  <c:v>sexy_brown_eyed_gurl09</c:v>
                </c:pt>
                <c:pt idx="5847">
                  <c:v>sexyblueeyedsoccerplayer</c:v>
                </c:pt>
                <c:pt idx="5848">
                  <c:v>sexyblueeyedbombshell</c:v>
                </c:pt>
                <c:pt idx="5849">
                  <c:v>sexyblackprincess3005</c:v>
                </c:pt>
                <c:pt idx="5850">
                  <c:v>sexybitch_rileysmith</c:v>
                </c:pt>
                <c:pt idx="5851">
                  <c:v>sexybitchincorporation</c:v>
                </c:pt>
                <c:pt idx="5852">
                  <c:v>sexybeastfromtactown1</c:v>
                </c:pt>
                <c:pt idx="5853">
                  <c:v>sexybeastcontacttables</c:v>
                </c:pt>
                <c:pt idx="5854">
                  <c:v>sexybasketballplaya14</c:v>
                </c:pt>
                <c:pt idx="5855">
                  <c:v>sexy_basketball_chick</c:v>
                </c:pt>
                <c:pt idx="5856">
                  <c:v>sexybasketballangel10</c:v>
                </c:pt>
                <c:pt idx="5857">
                  <c:v>sexybaseplayerskaterprep</c:v>
                </c:pt>
                <c:pt idx="5858">
                  <c:v>sexybaseballplayer10</c:v>
                </c:pt>
                <c:pt idx="5859">
                  <c:v>sexy_baseball_playa08</c:v>
                </c:pt>
                <c:pt idx="5860">
                  <c:v>sexybabymammatiggerfreak</c:v>
                </c:pt>
                <c:pt idx="5861">
                  <c:v>sexy_baby_gurl_742space</c:v>
                </c:pt>
                <c:pt idx="5862">
                  <c:v>sexy_ass_chocolate_female</c:v>
                </c:pt>
                <c:pt idx="5863">
                  <c:v>sexy_ass_bubble_butt</c:v>
                </c:pt>
                <c:pt idx="5864">
                  <c:v>sexyassbitchready2party</c:v>
                </c:pt>
                <c:pt idx="5865">
                  <c:v>sexyapplebottombitch</c:v>
                </c:pt>
                <c:pt idx="5866">
                  <c:v>sexy_angel_baby_gurl</c:v>
                </c:pt>
                <c:pt idx="5867">
                  <c:v>sexy_angel_amber_99</c:v>
                </c:pt>
                <c:pt idx="5868">
                  <c:v>sexyandsweetbabygirl</c:v>
                </c:pt>
                <c:pt idx="5869">
                  <c:v>sexyandarrogantbrother</c:v>
                </c:pt>
                <c:pt idx="5870">
                  <c:v>sexy3gothic2chris1hala</c:v>
                </c:pt>
                <c:pt idx="5871">
                  <c:v>sexwithmeinaredfrock</c:v>
                </c:pt>
                <c:pt idx="5872">
                  <c:v>sexwithbelugawhalesisfun</c:v>
                </c:pt>
                <c:pt idx="5873">
                  <c:v>sexualwhitechocolate420</c:v>
                </c:pt>
                <c:pt idx="5874">
                  <c:v>sexualwhitechocolate00</c:v>
                </c:pt>
                <c:pt idx="5875">
                  <c:v>sexual_transaction_fee</c:v>
                </c:pt>
                <c:pt idx="5876">
                  <c:v>sexualsuicide2abortion</c:v>
                </c:pt>
                <c:pt idx="5877">
                  <c:v>sexual_electric_blue</c:v>
                </c:pt>
                <c:pt idx="5878">
                  <c:v>sexualchocolatelincoln</c:v>
                </c:pt>
                <c:pt idx="5879">
                  <c:v>sexorangeanddingyboy</c:v>
                </c:pt>
                <c:pt idx="5880">
                  <c:v>sexmonkeyrecordlabel</c:v>
                </c:pt>
                <c:pt idx="5881">
                  <c:v>sexmachine123want2come</c:v>
                </c:pt>
                <c:pt idx="5882">
                  <c:v>sex_can_wait_masturbate</c:v>
                </c:pt>
                <c:pt idx="5883">
                  <c:v>sexcanwaitmasterbait</c:v>
                </c:pt>
                <c:pt idx="5884">
                  <c:v>sex_addict_from_hell</c:v>
                </c:pt>
                <c:pt idx="5885">
                  <c:v>sever_and_step_forward</c:v>
                </c:pt>
                <c:pt idx="5886">
                  <c:v>severaldifferentdogmen</c:v>
                </c:pt>
                <c:pt idx="5887">
                  <c:v>seventhsealstreetteam</c:v>
                </c:pt>
                <c:pt idx="5888">
                  <c:v>seventeenmotorsports</c:v>
                </c:pt>
                <c:pt idx="5889">
                  <c:v>sethlonghornwrestler</c:v>
                </c:pt>
                <c:pt idx="5890">
                  <c:v>server1pass_retrieve</c:v>
                </c:pt>
                <c:pt idx="5891">
                  <c:v>sertainlycanttouchthis</c:v>
                </c:pt>
                <c:pt idx="5892">
                  <c:v>seriously_whodoesthat</c:v>
                </c:pt>
                <c:pt idx="5893">
                  <c:v>seriously_nicole_murphy</c:v>
                </c:pt>
                <c:pt idx="5894">
                  <c:v>seriouslygoodlooking</c:v>
                </c:pt>
                <c:pt idx="5895">
                  <c:v>seriousinjurymayoccur</c:v>
                </c:pt>
                <c:pt idx="5896">
                  <c:v>seriousaboutthemusic</c:v>
                </c:pt>
                <c:pt idx="5897">
                  <c:v>serialkillercollection</c:v>
                </c:pt>
                <c:pt idx="5898">
                  <c:v>sergeant_the_chihuahua</c:v>
                </c:pt>
                <c:pt idx="5899">
                  <c:v>serenitypainteddeath</c:v>
                </c:pt>
                <c:pt idx="5900">
                  <c:v>serenityfrommassacre</c:v>
                </c:pt>
                <c:pt idx="5901">
                  <c:v>serenityelizabethblack</c:v>
                </c:pt>
                <c:pt idx="5902">
                  <c:v>serenitybeautypassion</c:v>
                </c:pt>
                <c:pt idx="5903">
                  <c:v>serendipitylemonseed</c:v>
                </c:pt>
                <c:pt idx="5904">
                  <c:v>seraphimamaranthdream</c:v>
                </c:pt>
                <c:pt idx="5905">
                  <c:v>sequelundefinedlegacy</c:v>
                </c:pt>
                <c:pt idx="5906">
                  <c:v>separatethechurchandskate</c:v>
                </c:pt>
                <c:pt idx="5907">
                  <c:v>sent_straight_from_heaven</c:v>
                </c:pt>
                <c:pt idx="5908">
                  <c:v>sentron_administration</c:v>
                </c:pt>
                <c:pt idx="5909">
                  <c:v>sentimental_old_fool</c:v>
                </c:pt>
                <c:pt idx="5910">
                  <c:v>sensitivesingersongwriter</c:v>
                </c:pt>
                <c:pt idx="5911">
                  <c:v>sensefailforblink182</c:v>
                </c:pt>
                <c:pt idx="5912">
                  <c:v>seniorprojectbassist</c:v>
                </c:pt>
                <c:pt idx="5913">
                  <c:v>sendtransmissioninterference</c:v>
                </c:pt>
                <c:pt idx="5914">
                  <c:v>sendmetomentalinstitution</c:v>
                </c:pt>
                <c:pt idx="5915">
                  <c:v>semisweetchocolate19</c:v>
                </c:pt>
                <c:pt idx="5916">
                  <c:v>Semi_Organized_Chaos</c:v>
                </c:pt>
                <c:pt idx="5917">
                  <c:v>seminolehighfootball</c:v>
                </c:pt>
                <c:pt idx="5918">
                  <c:v>sellerellarealtorshannon</c:v>
                </c:pt>
                <c:pt idx="5919">
                  <c:v>selftitledmanagement</c:v>
                </c:pt>
                <c:pt idx="5920">
                  <c:v>selftaughthumanindividual</c:v>
                </c:pt>
                <c:pt idx="5921">
                  <c:v>self_portrait_layout</c:v>
                </c:pt>
                <c:pt idx="5922">
                  <c:v>selfinterestcollective</c:v>
                </c:pt>
                <c:pt idx="5923">
                  <c:v>selfemployedmillionaire</c:v>
                </c:pt>
                <c:pt idx="5924">
                  <c:v>selfdestructivechild</c:v>
                </c:pt>
                <c:pt idx="5925">
                  <c:v>selfconsciousminority</c:v>
                </c:pt>
                <c:pt idx="5926">
                  <c:v>selfconclusionphotography</c:v>
                </c:pt>
                <c:pt idx="5927">
                  <c:v>seeyouspacecowboy210</c:v>
                </c:pt>
                <c:pt idx="5928">
                  <c:v>seethroughonlysometimes</c:v>
                </c:pt>
                <c:pt idx="5929">
                  <c:v>seerholethehomosexual</c:v>
                </c:pt>
                <c:pt idx="5930">
                  <c:v>seekingsomethinglost</c:v>
                </c:pt>
                <c:pt idx="5931">
                  <c:v>seekingrealestateinvestor</c:v>
                </c:pt>
                <c:pt idx="5932">
                  <c:v>seekingprincecharming</c:v>
                </c:pt>
                <c:pt idx="5933">
                  <c:v>seeingtheextraordinary</c:v>
                </c:pt>
                <c:pt idx="5934">
                  <c:v>seeingdestroyerandtheothercandle</c:v>
                </c:pt>
                <c:pt idx="5935">
                  <c:v>seductive_silhouette_kiss</c:v>
                </c:pt>
                <c:pt idx="5936">
                  <c:v>seductive_sexy_corona</c:v>
                </c:pt>
                <c:pt idx="5937">
                  <c:v>secsoutheastconnection</c:v>
                </c:pt>
                <c:pt idx="5938">
                  <c:v>secretwallskeepusalone</c:v>
                </c:pt>
                <c:pt idx="5939">
                  <c:v>secretsocietyclothing</c:v>
                </c:pt>
                <c:pt idx="5940">
                  <c:v>secretsideprojectleeds</c:v>
                </c:pt>
                <c:pt idx="5941">
                  <c:v>secret_service_community</c:v>
                </c:pt>
                <c:pt idx="5942">
                  <c:v>secret_penguin_society_</c:v>
                </c:pt>
                <c:pt idx="5943">
                  <c:v>secretgardensoundsystem</c:v>
                </c:pt>
                <c:pt idx="5944">
                  <c:v>secretbortschassociation</c:v>
                </c:pt>
                <c:pt idx="5945">
                  <c:v>secret_agent_man_007</c:v>
                </c:pt>
                <c:pt idx="5946">
                  <c:v>secret_agent_girl200</c:v>
                </c:pt>
                <c:pt idx="5947">
                  <c:v>secondtimearound250</c:v>
                </c:pt>
                <c:pt idx="5948">
                  <c:v>secondstringthirdfret</c:v>
                </c:pt>
                <c:pt idx="5949">
                  <c:v>secondplacevictory35</c:v>
                </c:pt>
                <c:pt idx="5950">
                  <c:v>secondhalf_soundsystem</c:v>
                </c:pt>
                <c:pt idx="5951">
                  <c:v>secondcomingclothing</c:v>
                </c:pt>
                <c:pt idx="5952">
                  <c:v>second_class_citizen1</c:v>
                </c:pt>
                <c:pt idx="5953">
                  <c:v>second_chance_financing</c:v>
                </c:pt>
                <c:pt idx="5954">
                  <c:v>secondchancechecking</c:v>
                </c:pt>
                <c:pt idx="5955">
                  <c:v>second2nonemusicgroup</c:v>
                </c:pt>
                <c:pt idx="5956">
                  <c:v>sebastianvanmanticore</c:v>
                </c:pt>
                <c:pt idx="5957">
                  <c:v>sebastiansummerknight</c:v>
                </c:pt>
                <c:pt idx="5958">
                  <c:v>sebastianinletsurfcamp</c:v>
                </c:pt>
                <c:pt idx="5959">
                  <c:v>sebastianguitaraddicted</c:v>
                </c:pt>
                <c:pt idx="5960">
                  <c:v>sebastianfallenangel</c:v>
                </c:pt>
                <c:pt idx="5961">
                  <c:v>sebastian1redcraving</c:v>
                </c:pt>
                <c:pt idx="5962">
                  <c:v>seaweedandchickensoup</c:v>
                </c:pt>
                <c:pt idx="5963">
                  <c:v>seattle_winter_paddling</c:v>
                </c:pt>
                <c:pt idx="5964">
                  <c:v>seattleporcelainveneer</c:v>
                </c:pt>
                <c:pt idx="5965">
                  <c:v>seattlegeneraldentist</c:v>
                </c:pt>
                <c:pt idx="5966">
                  <c:v>seattledentistdirectory</c:v>
                </c:pt>
                <c:pt idx="5967">
                  <c:v>seattlecriminalattorney</c:v>
                </c:pt>
                <c:pt idx="5968">
                  <c:v>seattlecosmeticdentist</c:v>
                </c:pt>
                <c:pt idx="5969">
                  <c:v>seattleatheistsmeetup</c:v>
                </c:pt>
                <c:pt idx="5970">
                  <c:v>seaside_restoration_house</c:v>
                </c:pt>
                <c:pt idx="5971">
                  <c:v>searchingforsomething111</c:v>
                </c:pt>
                <c:pt idx="5972">
                  <c:v>searching_for_santory</c:v>
                </c:pt>
                <c:pt idx="5973">
                  <c:v>searchingformyownspace</c:v>
                </c:pt>
                <c:pt idx="5974">
                  <c:v>searchingformybrother</c:v>
                </c:pt>
                <c:pt idx="5975">
                  <c:v>_searching_for_love_</c:v>
                </c:pt>
                <c:pt idx="5976">
                  <c:v>searchingfor__beauty</c:v>
                </c:pt>
                <c:pt idx="5977">
                  <c:v>searchingforapurpose</c:v>
                </c:pt>
                <c:pt idx="5978">
                  <c:v>searchingbasketballphoto</c:v>
                </c:pt>
                <c:pt idx="5979">
                  <c:v>searching_4_that_1_guy</c:v>
                </c:pt>
                <c:pt idx="5980">
                  <c:v>searching4somethingmore</c:v>
                </c:pt>
                <c:pt idx="5981">
                  <c:v>searching4margaritaville</c:v>
                </c:pt>
                <c:pt idx="5982">
                  <c:v>searchenginemarketing</c:v>
                </c:pt>
                <c:pt idx="5983">
                  <c:v>searchdestroyclothing</c:v>
                </c:pt>
                <c:pt idx="5984">
                  <c:v>seansucksonlythebiggest</c:v>
                </c:pt>
                <c:pt idx="5985">
                  <c:v>seanposey_thecutiepie</c:v>
                </c:pt>
                <c:pt idx="5986">
                  <c:v>sean_official_support</c:v>
                </c:pt>
                <c:pt idx="5987">
                  <c:v>seanmilligan_prepaidlegal</c:v>
                </c:pt>
                <c:pt idx="5988">
                  <c:v>seancarterphotography</c:v>
                </c:pt>
                <c:pt idx="5989">
                  <c:v>seallawnandgardencare</c:v>
                </c:pt>
                <c:pt idx="5990">
                  <c:v>seal_beach_waterpolo</c:v>
                </c:pt>
                <c:pt idx="5991">
                  <c:v>seabreeze_communitychurch</c:v>
                </c:pt>
                <c:pt idx="5992">
                  <c:v>scroungingforwhatsleft</c:v>
                </c:pt>
                <c:pt idx="5993">
                  <c:v>screwstonehardhitter</c:v>
                </c:pt>
                <c:pt idx="5994">
                  <c:v>screwmilkilldourbodygood</c:v>
                </c:pt>
                <c:pt idx="5995">
                  <c:v>screenwriting_genius</c:v>
                </c:pt>
                <c:pt idx="5996">
                  <c:v>scream_somethingbeautiful</c:v>
                </c:pt>
                <c:pt idx="5997">
                  <c:v>screamingmiketheband</c:v>
                </c:pt>
                <c:pt idx="5998">
                  <c:v>screaminglordbutchandhishowlingmonkeymen</c:v>
                </c:pt>
                <c:pt idx="5999">
                  <c:v>screamingintothevoid</c:v>
                </c:pt>
                <c:pt idx="6000">
                  <c:v>screamingfromtheashes</c:v>
                </c:pt>
                <c:pt idx="6001">
                  <c:v>screamingdragonproduction</c:v>
                </c:pt>
                <c:pt idx="6002">
                  <c:v>scream_from_the_abyss</c:v>
                </c:pt>
                <c:pt idx="6003">
                  <c:v>scream0your0heart0out</c:v>
                </c:pt>
                <c:pt idx="6004">
                  <c:v>scratchmastersavage1</c:v>
                </c:pt>
                <c:pt idx="6005">
                  <c:v>scrappy_the_racehorse</c:v>
                </c:pt>
                <c:pt idx="6006">
                  <c:v>scrap_metal_sculpture</c:v>
                </c:pt>
                <c:pt idx="6007">
                  <c:v>scraped_but_beautiful42</c:v>
                </c:pt>
                <c:pt idx="6008">
                  <c:v>scrapbookingprincess</c:v>
                </c:pt>
                <c:pt idx="6009">
                  <c:v>scrabble_over_and_out</c:v>
                </c:pt>
                <c:pt idx="6010">
                  <c:v>scrabblefivethousand</c:v>
                </c:pt>
                <c:pt idx="6011">
                  <c:v>scottsdaletravelingman</c:v>
                </c:pt>
                <c:pt idx="6012">
                  <c:v>scottishtemperedwoman</c:v>
                </c:pt>
                <c:pt idx="6013">
                  <c:v>scottishdrinkingteam</c:v>
                </c:pt>
                <c:pt idx="6014">
                  <c:v>scottiedoesntknowband</c:v>
                </c:pt>
                <c:pt idx="6015">
                  <c:v>scottie_doesnt_know_9</c:v>
                </c:pt>
                <c:pt idx="6016">
                  <c:v>scotthefalloutboyfan</c:v>
                </c:pt>
                <c:pt idx="6017">
                  <c:v>scorpionprincess4eva</c:v>
                </c:pt>
                <c:pt idx="6018">
                  <c:v>scorched_earth_erotica_</c:v>
                </c:pt>
                <c:pt idx="6019">
                  <c:v>scootmanmusicandsounddesign</c:v>
                </c:pt>
                <c:pt idx="6020">
                  <c:v>scooterandtheapplebottomtrio</c:v>
                </c:pt>
                <c:pt idx="6021">
                  <c:v>scobbandthepixiesticks</c:v>
                </c:pt>
                <c:pt idx="6022">
                  <c:v>scissorsistersbigfan</c:v>
                </c:pt>
                <c:pt idx="6023">
                  <c:v>scissorhappychic805</c:v>
                </c:pt>
                <c:pt idx="6024">
                  <c:v>scissorfistmagnethead</c:v>
                </c:pt>
                <c:pt idx="6025">
                  <c:v>scientologist_fanatic</c:v>
                </c:pt>
                <c:pt idx="6026">
                  <c:v>sciencefictionghetto</c:v>
                </c:pt>
                <c:pt idx="6027">
                  <c:v>schoolforimprovisationalmusic</c:v>
                </c:pt>
                <c:pt idx="6028">
                  <c:v>schoolboardincognito</c:v>
                </c:pt>
                <c:pt idx="6029">
                  <c:v>scenescreamphotography</c:v>
                </c:pt>
                <c:pt idx="6030">
                  <c:v>scenarioyouthtalkshow</c:v>
                </c:pt>
                <c:pt idx="6031">
                  <c:v>scarygarycradlefan4life</c:v>
                </c:pt>
                <c:pt idx="6032">
                  <c:v>scarrylayout_tester8</c:v>
                </c:pt>
                <c:pt idx="6033">
                  <c:v>scarlettjeanbeautyqueen</c:v>
                </c:pt>
                <c:pt idx="6034">
                  <c:v>scarletclothingcompany</c:v>
                </c:pt>
                <c:pt idx="6035">
                  <c:v>scarface_tonymontana</c:v>
                </c:pt>
                <c:pt idx="6036">
                  <c:v>say_when_michiganteam</c:v>
                </c:pt>
                <c:pt idx="6037">
                  <c:v>say_when_germanstreetteam</c:v>
                </c:pt>
                <c:pt idx="6038">
                  <c:v>saynotoanimalcruelty</c:v>
                </c:pt>
                <c:pt idx="6039">
                  <c:v>sayhellotoherlittlefriend</c:v>
                </c:pt>
                <c:pt idx="6040">
                  <c:v>saygoodnight_rockstar8289</c:v>
                </c:pt>
                <c:pt idx="6041">
                  <c:v>saygoodnightelizabeth</c:v>
                </c:pt>
                <c:pt idx="6042">
                  <c:v>savingcrimebeforebedtime</c:v>
                </c:pt>
                <c:pt idx="6043">
                  <c:v>saveyourfuckingbreath</c:v>
                </c:pt>
                <c:pt idx="6044">
                  <c:v>savewatershowertogether14</c:v>
                </c:pt>
                <c:pt idx="6045">
                  <c:v>save_water_drink_beer420</c:v>
                </c:pt>
                <c:pt idx="6046">
                  <c:v>savewater_drinkbeer1</c:v>
                </c:pt>
                <c:pt idx="6047">
                  <c:v>savetonightfightdawn</c:v>
                </c:pt>
                <c:pt idx="6048">
                  <c:v>savethehorserideacowboy</c:v>
                </c:pt>
                <c:pt idx="6049">
                  <c:v>savepacmanfromcanada</c:v>
                </c:pt>
                <c:pt idx="6050">
                  <c:v>save_our_wounded_hearts</c:v>
                </c:pt>
                <c:pt idx="6051">
                  <c:v>save_honeywell_college</c:v>
                </c:pt>
                <c:pt idx="6052">
                  <c:v>save_duke_and_grizzly</c:v>
                </c:pt>
                <c:pt idx="6053">
                  <c:v>saved_single_satisfied</c:v>
                </c:pt>
                <c:pt idx="6054">
                  <c:v>savanna_nicole_copeland</c:v>
                </c:pt>
                <c:pt idx="6055">
                  <c:v>savannahmightloveyou</c:v>
                </c:pt>
                <c:pt idx="6056">
                  <c:v>savannahmariemartinez</c:v>
                </c:pt>
                <c:pt idx="6057">
                  <c:v>savannahmaejordan2007</c:v>
                </c:pt>
                <c:pt idx="6058">
                  <c:v>savannahclaireforever</c:v>
                </c:pt>
                <c:pt idx="6059">
                  <c:v>savannahchristiansen</c:v>
                </c:pt>
                <c:pt idx="6060">
                  <c:v>savagewrestlingfederation</c:v>
                </c:pt>
                <c:pt idx="6061">
                  <c:v>savagethebodysnatcher</c:v>
                </c:pt>
                <c:pt idx="6062">
                  <c:v>sausage2waffle2bacon4eva</c:v>
                </c:pt>
                <c:pt idx="6063">
                  <c:v>saundra_pretty_smile</c:v>
                </c:pt>
                <c:pt idx="6064">
                  <c:v>saundersglovertribute</c:v>
                </c:pt>
                <c:pt idx="6065">
                  <c:v>saucyshakingproduction</c:v>
                </c:pt>
                <c:pt idx="6066">
                  <c:v>saucysexystylishnikki</c:v>
                </c:pt>
                <c:pt idx="6067">
                  <c:v>saucy_little_nibbler</c:v>
                </c:pt>
                <c:pt idx="6068">
                  <c:v>saucybossyextraflossy</c:v>
                </c:pt>
                <c:pt idx="6069">
                  <c:v>saturationpointmusic</c:v>
                </c:pt>
                <c:pt idx="6070">
                  <c:v>satellitetrendsignal</c:v>
                </c:pt>
                <c:pt idx="6071">
                  <c:v>satansicecreamtruck_</c:v>
                </c:pt>
                <c:pt idx="6072">
                  <c:v>satanicsexualpredator</c:v>
                </c:pt>
                <c:pt idx="6073">
                  <c:v>satanicknittinggroup</c:v>
                </c:pt>
                <c:pt idx="6074">
                  <c:v>satanicfetusmutilation</c:v>
                </c:pt>
                <c:pt idx="6075">
                  <c:v>satanicalkittylaughter</c:v>
                </c:pt>
                <c:pt idx="6076">
                  <c:v>sassy_the_good_angel</c:v>
                </c:pt>
                <c:pt idx="6077">
                  <c:v>sassy_southern_belle</c:v>
                </c:pt>
                <c:pt idx="6078">
                  <c:v>sassy_girl_21_2004yahoo</c:v>
                </c:pt>
                <c:pt idx="6079">
                  <c:v>sassybrowneyedgirl70</c:v>
                </c:pt>
                <c:pt idx="6080">
                  <c:v>sassy_ass_julie_anne</c:v>
                </c:pt>
                <c:pt idx="6081">
                  <c:v>sassy_and_sexy007210</c:v>
                </c:pt>
                <c:pt idx="6082">
                  <c:v>sashaloveyou98754321</c:v>
                </c:pt>
                <c:pt idx="6083">
                  <c:v>saschajacksolarmarch</c:v>
                </c:pt>
                <c:pt idx="6084">
                  <c:v>saschaandeliseowneveryone</c:v>
                </c:pt>
                <c:pt idx="6085">
                  <c:v>sarcastic_till_the_end</c:v>
                </c:pt>
                <c:pt idx="6086">
                  <c:v>sarcasticsoccergirl19</c:v>
                </c:pt>
                <c:pt idx="6087">
                  <c:v>sarcasticchunkymonkey</c:v>
                </c:pt>
                <c:pt idx="6088">
                  <c:v>sarcastic_and_cynicalkyle</c:v>
                </c:pt>
                <c:pt idx="6089">
                  <c:v>sarawhitneyhutchinson</c:v>
                </c:pt>
                <c:pt idx="6090">
                  <c:v>sara_the_lovestealer</c:v>
                </c:pt>
                <c:pt idx="6091">
                  <c:v>sara_marie_elizabeth_92</c:v>
                </c:pt>
                <c:pt idx="6092">
                  <c:v>sara_look_its_20_after_4</c:v>
                </c:pt>
                <c:pt idx="6093">
                  <c:v>sara_littledrummer_girl</c:v>
                </c:pt>
                <c:pt idx="6094">
                  <c:v>sarakillionspringfield</c:v>
                </c:pt>
                <c:pt idx="6095">
                  <c:v>sara_jean_underwood_fan</c:v>
                </c:pt>
                <c:pt idx="6096">
                  <c:v>sarah_your_one_and_only</c:v>
                </c:pt>
                <c:pt idx="6097">
                  <c:v>sarahwarriorprincess49</c:v>
                </c:pt>
                <c:pt idx="6098">
                  <c:v>sarahthefuckinggreat</c:v>
                </c:pt>
                <c:pt idx="6099">
                  <c:v>sarahtheballershotcaller</c:v>
                </c:pt>
                <c:pt idx="6100">
                  <c:v>sarahsoon2begraybeal</c:v>
                </c:pt>
                <c:pt idx="6101">
                  <c:v>sarahsonlinebabyshower</c:v>
                </c:pt>
                <c:pt idx="6102">
                  <c:v>sarah_natural_brunette</c:v>
                </c:pt>
                <c:pt idx="6103">
                  <c:v>sarahmadethisforme1290</c:v>
                </c:pt>
                <c:pt idx="6104">
                  <c:v>sarahleefromsouthwest</c:v>
                </c:pt>
                <c:pt idx="6105">
                  <c:v>sarahjessicaparkerfan</c:v>
                </c:pt>
                <c:pt idx="6106">
                  <c:v>sarahjanewilsonmusic</c:v>
                </c:pt>
                <c:pt idx="6107">
                  <c:v>sarah_jane_elisha_vernon</c:v>
                </c:pt>
                <c:pt idx="6108">
                  <c:v>sarahfromthelabyrinth</c:v>
                </c:pt>
                <c:pt idx="6109">
                  <c:v>sarah_friggin_wallis</c:v>
                </c:pt>
                <c:pt idx="6110">
                  <c:v>sarahelizabethbarker</c:v>
                </c:pt>
                <c:pt idx="6111">
                  <c:v>SarahElizabethAnne2007</c:v>
                </c:pt>
                <c:pt idx="6112">
                  <c:v>sarahcatherineheartsyou</c:v>
                </c:pt>
                <c:pt idx="6113">
                  <c:v>sarahbonthemicrophone</c:v>
                </c:pt>
                <c:pt idx="6114">
                  <c:v>sarahbearlivelaughlove</c:v>
                </c:pt>
                <c:pt idx="6115">
                  <c:v>sarah_batterypower_murray</c:v>
                </c:pt>
                <c:pt idx="6116">
                  <c:v>sarahandwilljune202009</c:v>
                </c:pt>
                <c:pt idx="6117">
                  <c:v>sarah_and_tiesha_cooper</c:v>
                </c:pt>
                <c:pt idx="6118">
                  <c:v>sarah_and_danny_forever</c:v>
                </c:pt>
                <c:pt idx="6119">
                  <c:v>sarah34punkrockchic34</c:v>
                </c:pt>
                <c:pt idx="6120">
                  <c:v>sarafuckingvengeance</c:v>
                </c:pt>
                <c:pt idx="6121">
                  <c:v>sara_elizabeth_chadburn</c:v>
                </c:pt>
                <c:pt idx="6122">
                  <c:v>saraclairehalfmarathon</c:v>
                </c:pt>
                <c:pt idx="6123">
                  <c:v>saraandjulialovetanya</c:v>
                </c:pt>
                <c:pt idx="6124">
                  <c:v>sara_and_her_massager</c:v>
                </c:pt>
                <c:pt idx="6125">
                  <c:v>sara333youforever101</c:v>
                </c:pt>
                <c:pt idx="6126">
                  <c:v>sappy_lil_love_puppy</c:v>
                </c:pt>
                <c:pt idx="6127">
                  <c:v>sapphire_flamealchemist</c:v>
                </c:pt>
                <c:pt idx="6128">
                  <c:v>sapphire_eyed_sweetie</c:v>
                </c:pt>
                <c:pt idx="6129">
                  <c:v>santanaonefortysecond</c:v>
                </c:pt>
                <c:pt idx="6130">
                  <c:v>SANTANAFREEPORTSOHALLA</c:v>
                </c:pt>
                <c:pt idx="6131">
                  <c:v>sanity_under_construction</c:v>
                </c:pt>
                <c:pt idx="6132">
                  <c:v>sanityliteralprofanity</c:v>
                </c:pt>
                <c:pt idx="6133">
                  <c:v>sangerhighschooljazzband</c:v>
                </c:pt>
                <c:pt idx="6134">
                  <c:v>sandwichfromtheghetto</c:v>
                </c:pt>
                <c:pt idx="6135">
                  <c:v>sandradavidphotography</c:v>
                </c:pt>
                <c:pt idx="6136">
                  <c:v>sandra_aka_sadgirl1</c:v>
                </c:pt>
                <c:pt idx="6137">
                  <c:v>sandie_the_temptress</c:v>
                </c:pt>
                <c:pt idx="6138">
                  <c:v>sandiegosnumberonerealtor</c:v>
                </c:pt>
                <c:pt idx="6139">
                  <c:v>sanctuarysoundstudio</c:v>
                </c:pt>
                <c:pt idx="6140">
                  <c:v>samwise_the_bold_punisher</c:v>
                </c:pt>
                <c:pt idx="6141">
                  <c:v>sam_where_you_belong</c:v>
                </c:pt>
                <c:pt idx="6142">
                  <c:v>samuraijackleanproduction</c:v>
                </c:pt>
                <c:pt idx="6143">
                  <c:v>sam_the_football_dude</c:v>
                </c:pt>
                <c:pt idx="6144">
                  <c:v>samsonlittlegreenfriend</c:v>
                </c:pt>
                <c:pt idx="6145">
                  <c:v>samslamthebackdoorman</c:v>
                </c:pt>
                <c:pt idx="6146">
                  <c:v>sammy_the_frogprincess</c:v>
                </c:pt>
                <c:pt idx="6147">
                  <c:v>sammy_live_laugh_love</c:v>
                </c:pt>
                <c:pt idx="6148">
                  <c:v>sammy_life_love_death</c:v>
                </c:pt>
                <c:pt idx="6149">
                  <c:v>sammykayfromthemilkyway</c:v>
                </c:pt>
                <c:pt idx="6150">
                  <c:v>sammydoodlebug4life14</c:v>
                </c:pt>
                <c:pt idx="6151">
                  <c:v>sammy_dirty_little_thing</c:v>
                </c:pt>
                <c:pt idx="6152">
                  <c:v>sammyclarkdrumproject</c:v>
                </c:pt>
                <c:pt idx="6153">
                  <c:v>sammotherfuckinghoward</c:v>
                </c:pt>
                <c:pt idx="6154">
                  <c:v>samemandifferentlife</c:v>
                </c:pt>
                <c:pt idx="6155">
                  <c:v>samecrapdifferentday</c:v>
                </c:pt>
                <c:pt idx="6156">
                  <c:v>samebrainfiggyandalex</c:v>
                </c:pt>
                <c:pt idx="6157">
                  <c:v>samcollettemcdonough</c:v>
                </c:pt>
                <c:pt idx="6158">
                  <c:v>samanthathegoodwitch</c:v>
                </c:pt>
                <c:pt idx="6159">
                  <c:v>samanthathebrokenangel</c:v>
                </c:pt>
                <c:pt idx="6160">
                  <c:v>samanthathebeautiful</c:v>
                </c:pt>
                <c:pt idx="6161">
                  <c:v>samantha_paige_woodward</c:v>
                </c:pt>
                <c:pt idx="6162">
                  <c:v>samanthalouiseelizabeth</c:v>
                </c:pt>
                <c:pt idx="6163">
                  <c:v>samanthaleiannamarie</c:v>
                </c:pt>
                <c:pt idx="6164">
                  <c:v>samantha_julia_marissa_18</c:v>
                </c:pt>
                <c:pt idx="6165">
                  <c:v>samantha_hockeychick08</c:v>
                </c:pt>
                <c:pt idx="6166">
                  <c:v>samanthaheartsdanielle</c:v>
                </c:pt>
                <c:pt idx="6167">
                  <c:v>samantha_gray_animalover</c:v>
                </c:pt>
                <c:pt idx="6168">
                  <c:v>samanthafreakingellen</c:v>
                </c:pt>
                <c:pt idx="6169">
                  <c:v>samanthaforeverandaday</c:v>
                </c:pt>
                <c:pt idx="6170">
                  <c:v>samantha_felicia_evans</c:v>
                </c:pt>
                <c:pt idx="6171">
                  <c:v>samantha_ellison2010</c:v>
                </c:pt>
                <c:pt idx="6172">
                  <c:v>samantha_drake_morgan</c:v>
                </c:pt>
                <c:pt idx="6173">
                  <c:v>samanthacrazyforscottie</c:v>
                </c:pt>
                <c:pt idx="6174">
                  <c:v>samanthacarolynclark</c:v>
                </c:pt>
                <c:pt idx="6175">
                  <c:v>samantha_ann_robinson</c:v>
                </c:pt>
                <c:pt idx="6176">
                  <c:v>samantha_ann_goff200</c:v>
                </c:pt>
                <c:pt idx="6177">
                  <c:v>samanthaanddaleforever</c:v>
                </c:pt>
                <c:pt idx="6178">
                  <c:v>samanthaamberstanley</c:v>
                </c:pt>
                <c:pt idx="6179">
                  <c:v>sam42worlddomination</c:v>
                </c:pt>
                <c:pt idx="6180">
                  <c:v>salvetricolorpaulista</c:v>
                </c:pt>
                <c:pt idx="6181">
                  <c:v>salvationcomesourway</c:v>
                </c:pt>
                <c:pt idx="6182">
                  <c:v>saltwaterfishingokinawa</c:v>
                </c:pt>
                <c:pt idx="6183">
                  <c:v>saltvillefirefighter</c:v>
                </c:pt>
                <c:pt idx="6184">
                  <c:v>Sal_The_Silly_Sailor</c:v>
                </c:pt>
                <c:pt idx="6185">
                  <c:v>sally_jesse_raffle_ticket</c:v>
                </c:pt>
                <c:pt idx="6186">
                  <c:v>sallycupcakesandliana</c:v>
                </c:pt>
                <c:pt idx="6187">
                  <c:v>salinaelizabeth_baby</c:v>
                </c:pt>
                <c:pt idx="6188">
                  <c:v>salemorchidofficialband</c:v>
                </c:pt>
                <c:pt idx="6189">
                  <c:v>saladdaydeathbedmotorcade</c:v>
                </c:pt>
                <c:pt idx="6190">
                  <c:v>salaciouslysweetdeedee</c:v>
                </c:pt>
                <c:pt idx="6191">
                  <c:v>sakura_victoria_morgan</c:v>
                </c:pt>
                <c:pt idx="6192">
                  <c:v>sakurastrongandsmart</c:v>
                </c:pt>
                <c:pt idx="6193">
                  <c:v>sakura_sauce_kay_love</c:v>
                </c:pt>
                <c:pt idx="6194">
                  <c:v>sakuraeverlastingkiss</c:v>
                </c:pt>
                <c:pt idx="6195">
                  <c:v>saintmarysyouthgroup</c:v>
                </c:pt>
                <c:pt idx="6196">
                  <c:v>sain_but_really_special</c:v>
                </c:pt>
                <c:pt idx="6197">
                  <c:v>sagittarius_kick_ass88</c:v>
                </c:pt>
                <c:pt idx="6198">
                  <c:v>sagittariusbabygurl100</c:v>
                </c:pt>
                <c:pt idx="6199">
                  <c:v>sagittariusbabygurl10</c:v>
                </c:pt>
                <c:pt idx="6200">
                  <c:v>saginaw_marching_band</c:v>
                </c:pt>
                <c:pt idx="6201">
                  <c:v>safarigirlgonewilder</c:v>
                </c:pt>
                <c:pt idx="6202">
                  <c:v>sadsongsandfairytales</c:v>
                </c:pt>
                <c:pt idx="6203">
                  <c:v>sadness_pain_hate_anger</c:v>
                </c:pt>
                <c:pt idx="6204">
                  <c:v>sadlifethatyoulivebitch</c:v>
                </c:pt>
                <c:pt idx="6205">
                  <c:v>sadclownentertainment</c:v>
                </c:pt>
                <c:pt idx="6206">
                  <c:v>sactownbutterflygirl2005</c:v>
                </c:pt>
                <c:pt idx="6207">
                  <c:v>sacredhistorymagazine</c:v>
                </c:pt>
                <c:pt idx="6208">
                  <c:v>sacredgroundministry</c:v>
                </c:pt>
                <c:pt idx="6209">
                  <c:v>sacramentostripperclass</c:v>
                </c:pt>
                <c:pt idx="6210">
                  <c:v>sabrina_good_charlotte</c:v>
                </c:pt>
                <c:pt idx="6211">
                  <c:v>sabrina_aka_tink_lover</c:v>
                </c:pt>
                <c:pt idx="6212">
                  <c:v>saajuniorclasstalent</c:v>
                </c:pt>
                <c:pt idx="6213">
                  <c:v>ruthless_thug_4_life</c:v>
                </c:pt>
                <c:pt idx="6214">
                  <c:v>ruthiemelaniedianamartin</c:v>
                </c:pt>
                <c:pt idx="6215">
                  <c:v>ruthie_from_the_block</c:v>
                </c:pt>
                <c:pt idx="6216">
                  <c:v>rustyandchuckforever</c:v>
                </c:pt>
                <c:pt idx="6217">
                  <c:v>rustburgultimateclub</c:v>
                </c:pt>
                <c:pt idx="6218">
                  <c:v>russellandpaula4ever</c:v>
                </c:pt>
                <c:pt idx="6219">
                  <c:v>rupturedsurroundsound</c:v>
                </c:pt>
                <c:pt idx="6220">
                  <c:v>runyamoufentertainment</c:v>
                </c:pt>
                <c:pt idx="6221">
                  <c:v>runthatshitfasthello</c:v>
                </c:pt>
                <c:pt idx="6222">
                  <c:v>runninonfaithquartet</c:v>
                </c:pt>
                <c:pt idx="6223">
                  <c:v>running_with_scissors</c:v>
                </c:pt>
                <c:pt idx="6224">
                  <c:v>runningwithscissors555</c:v>
                </c:pt>
                <c:pt idx="6225">
                  <c:v>running_with_scissors41</c:v>
                </c:pt>
                <c:pt idx="6226">
                  <c:v>runningwithscissors29</c:v>
                </c:pt>
                <c:pt idx="6227">
                  <c:v>runningwithscissors248</c:v>
                </c:pt>
                <c:pt idx="6228">
                  <c:v>runningwithscissors100</c:v>
                </c:pt>
                <c:pt idx="6229">
                  <c:v>runningwith_scissors</c:v>
                </c:pt>
                <c:pt idx="6230">
                  <c:v>runningtowardthehorizon</c:v>
                </c:pt>
                <c:pt idx="6231">
                  <c:v>running_though_the_night</c:v>
                </c:pt>
                <c:pt idx="6232">
                  <c:v>runningrazorbackbelle</c:v>
                </c:pt>
                <c:pt idx="6233">
                  <c:v>runningmantwentythree</c:v>
                </c:pt>
                <c:pt idx="6234">
                  <c:v>runningmanlayoutpreview5</c:v>
                </c:pt>
                <c:pt idx="6235">
                  <c:v>runningfromthisnightmare</c:v>
                </c:pt>
                <c:pt idx="6236">
                  <c:v>runningfromthehideaway</c:v>
                </c:pt>
                <c:pt idx="6237">
                  <c:v>runningfromreality75</c:v>
                </c:pt>
                <c:pt idx="6238">
                  <c:v>running_for_the_love</c:v>
                </c:pt>
                <c:pt idx="6239">
                  <c:v>runningandjumping101</c:v>
                </c:pt>
                <c:pt idx="6240">
                  <c:v>runnerrebbel_stunner</c:v>
                </c:pt>
                <c:pt idx="6241">
                  <c:v>run_its_the_forehead</c:v>
                </c:pt>
                <c:pt idx="6242">
                  <c:v>runescapewarrior93999</c:v>
                </c:pt>
                <c:pt idx="6243">
                  <c:v>runescape_super_clan</c:v>
                </c:pt>
                <c:pt idx="6244">
                  <c:v>runescape_punisher545</c:v>
                </c:pt>
                <c:pt idx="6245">
                  <c:v>runescapemaster115011</c:v>
                </c:pt>
                <c:pt idx="6246">
                  <c:v>rumpusroomsoundsystem</c:v>
                </c:pt>
                <c:pt idx="6247">
                  <c:v>rule_the_world_with_love</c:v>
                </c:pt>
                <c:pt idx="6248">
                  <c:v>rulenumberseventysix</c:v>
                </c:pt>
                <c:pt idx="6249">
                  <c:v>rugby_takingbacksunday</c:v>
                </c:pt>
                <c:pt idx="6250">
                  <c:v>rufftownentertainment</c:v>
                </c:pt>
                <c:pt idx="6251">
                  <c:v>rubyrosethepimperish</c:v>
                </c:pt>
                <c:pt idx="6252">
                  <c:v>ruby_red_cherry_drop</c:v>
                </c:pt>
                <c:pt idx="6253">
                  <c:v>ruby_love_anderson_cooper</c:v>
                </c:pt>
                <c:pt idx="6254">
                  <c:v>rubbish_filter_system</c:v>
                </c:pt>
                <c:pt idx="6255">
                  <c:v>rubberduckiechick2992</c:v>
                </c:pt>
                <c:pt idx="6256">
                  <c:v>rubber_chicken_sebastian</c:v>
                </c:pt>
                <c:pt idx="6257">
                  <c:v>rubberchickeninvasion</c:v>
                </c:pt>
                <c:pt idx="6258">
                  <c:v>rubberchickenfactory</c:v>
                </c:pt>
                <c:pt idx="6259">
                  <c:v>rubberchickenexperiment</c:v>
                </c:pt>
                <c:pt idx="6260">
                  <c:v>royalunderscoreknight</c:v>
                </c:pt>
                <c:pt idx="6261">
                  <c:v>royalsocietyclothing</c:v>
                </c:pt>
                <c:pt idx="6262">
                  <c:v>royalequestriancenter</c:v>
                </c:pt>
                <c:pt idx="6263">
                  <c:v>roxy_the_tragic_rabbit</c:v>
                </c:pt>
                <c:pt idx="6264">
                  <c:v>roxysnowboarder80201</c:v>
                </c:pt>
                <c:pt idx="6265">
                  <c:v>roxy_single_babygurl</c:v>
                </c:pt>
                <c:pt idx="6266">
                  <c:v>roxyprincessstephanie</c:v>
                </c:pt>
                <c:pt idx="6267">
                  <c:v>roxy_girl_billabong_21</c:v>
                </c:pt>
                <c:pt idx="6268">
                  <c:v>roxtract_orange_county</c:v>
                </c:pt>
                <c:pt idx="6269">
                  <c:v>roxburypurplehazeunit</c:v>
                </c:pt>
                <c:pt idx="6270">
                  <c:v>roxanneroxieroxybabe</c:v>
                </c:pt>
                <c:pt idx="6271">
                  <c:v>RoxanneElizabethSalinas</c:v>
                </c:pt>
                <c:pt idx="6272">
                  <c:v>roxanneallaboutyouband</c:v>
                </c:pt>
                <c:pt idx="6273">
                  <c:v>rowan_mayfair_vampire</c:v>
                </c:pt>
                <c:pt idx="6274">
                  <c:v>roundupcountrywestern</c:v>
                </c:pt>
                <c:pt idx="6275">
                  <c:v>roundtableconflictmusic</c:v>
                </c:pt>
                <c:pt idx="6276">
                  <c:v>roughsexmakethathurt99</c:v>
                </c:pt>
                <c:pt idx="6277">
                  <c:v>rotten_spoiled_princess</c:v>
                </c:pt>
                <c:pt idx="6278">
                  <c:v>rotaryexperimentseven</c:v>
                </c:pt>
                <c:pt idx="6279">
                  <c:v>roswell_chris_miller</c:v>
                </c:pt>
                <c:pt idx="6280">
                  <c:v>ross_volleyballchick_44</c:v>
                </c:pt>
                <c:pt idx="6281">
                  <c:v>rossparallaxphotoweb</c:v>
                </c:pt>
                <c:pt idx="6282">
                  <c:v>rosshopkins_greenock</c:v>
                </c:pt>
                <c:pt idx="6283">
                  <c:v>rossandchrisareamazing</c:v>
                </c:pt>
                <c:pt idx="6284">
                  <c:v>rosesfromtheconcrete</c:v>
                </c:pt>
                <c:pt idx="6285">
                  <c:v>roses_die__eventually</c:v>
                </c:pt>
                <c:pt idx="6286">
                  <c:v>rose_ruby_sexy_woman</c:v>
                </c:pt>
                <c:pt idx="6287">
                  <c:v>rosegordonphotography</c:v>
                </c:pt>
                <c:pt idx="6288">
                  <c:v>rosefamilyforeverbaby</c:v>
                </c:pt>
                <c:pt idx="6289">
                  <c:v>rosecityaudio_electronics</c:v>
                </c:pt>
                <c:pt idx="6290">
                  <c:v>rosebud_twinkle_star</c:v>
                </c:pt>
                <c:pt idx="6291">
                  <c:v>roscoe_the_traveling_bear</c:v>
                </c:pt>
                <c:pt idx="6292">
                  <c:v>rosanna_she_ran_away</c:v>
                </c:pt>
                <c:pt idx="6293">
                  <c:v>roryoneillphotography</c:v>
                </c:pt>
                <c:pt idx="6294">
                  <c:v>roosterofficialmusic</c:v>
                </c:pt>
                <c:pt idx="6295">
                  <c:v>ronnie_realistictattoo</c:v>
                </c:pt>
                <c:pt idx="6296">
                  <c:v>rondotowarddestruction</c:v>
                </c:pt>
                <c:pt idx="6297">
                  <c:v>ron_burgundy_anchorman</c:v>
                </c:pt>
                <c:pt idx="6298">
                  <c:v>romulus_the_dark_god</c:v>
                </c:pt>
                <c:pt idx="6299">
                  <c:v>romantic_country_guy</c:v>
                </c:pt>
                <c:pt idx="6300">
                  <c:v>romantic_college_guy</c:v>
                </c:pt>
                <c:pt idx="6301">
                  <c:v>romantically_relaxed_boy</c:v>
                </c:pt>
                <c:pt idx="6302">
                  <c:v>romance_love_heartbreak</c:v>
                </c:pt>
                <c:pt idx="6303">
                  <c:v>rolltidewillienelson</c:v>
                </c:pt>
                <c:pt idx="6304">
                  <c:v>rollinwiththesafetyoff</c:v>
                </c:pt>
                <c:pt idx="6305">
                  <c:v>rollingthunderdrumline</c:v>
                </c:pt>
                <c:pt idx="6306">
                  <c:v>roll_film_speed_action</c:v>
                </c:pt>
                <c:pt idx="6307">
                  <c:v>roller_skating_angel</c:v>
                </c:pt>
                <c:pt idx="6308">
                  <c:v>rollergirlmisstsunami</c:v>
                </c:pt>
                <c:pt idx="6309">
                  <c:v>roll_another_blunt_420</c:v>
                </c:pt>
                <c:pt idx="6310">
                  <c:v>roleplayingcodymartin</c:v>
                </c:pt>
                <c:pt idx="6311">
                  <c:v>roleplayer_person_rox</c:v>
                </c:pt>
                <c:pt idx="6312">
                  <c:v>roleplayerjessicaalba</c:v>
                </c:pt>
                <c:pt idx="6313">
                  <c:v>roleplaychickforlife</c:v>
                </c:pt>
                <c:pt idx="6314">
                  <c:v>roguevalleyunderground</c:v>
                </c:pt>
                <c:pt idx="6315">
                  <c:v>rogue_slayer_firecracker</c:v>
                </c:pt>
                <c:pt idx="6316">
                  <c:v>rogerwillalwaysloveyou</c:v>
                </c:pt>
                <c:pt idx="6317">
                  <c:v>rogerstanleeexperience</c:v>
                </c:pt>
                <c:pt idx="6318">
                  <c:v>rogerhickeyproduction</c:v>
                </c:pt>
                <c:pt idx="6319">
                  <c:v>rodriguezfamilyreunion</c:v>
                </c:pt>
                <c:pt idx="6320">
                  <c:v>rodriguez_art_studio</c:v>
                </c:pt>
                <c:pt idx="6321">
                  <c:v>rode_short_bus_yellow</c:v>
                </c:pt>
                <c:pt idx="6322">
                  <c:v>rodeocowgirl9newyork</c:v>
                </c:pt>
                <c:pt idx="6323">
                  <c:v>rocky_the_bearded_dragon</c:v>
                </c:pt>
                <c:pt idx="6324">
                  <c:v>rockyourworld_malena</c:v>
                </c:pt>
                <c:pt idx="6325">
                  <c:v>rockymountainwildlifephot</c:v>
                </c:pt>
                <c:pt idx="6326">
                  <c:v>rocky_mountain_oyster_boy</c:v>
                </c:pt>
                <c:pt idx="6327">
                  <c:v>rockyhorrorpicturebabe</c:v>
                </c:pt>
                <c:pt idx="6328">
                  <c:v>rockwithshootthebreeze</c:v>
                </c:pt>
                <c:pt idx="6329">
                  <c:v>rocktheengagementparty</c:v>
                </c:pt>
                <c:pt idx="6330">
                  <c:v>rockstarprincess2021</c:v>
                </c:pt>
                <c:pt idx="6331">
                  <c:v>rockstar.photographer</c:v>
                </c:pt>
                <c:pt idx="6332">
                  <c:v>rockstar-photographer</c:v>
                </c:pt>
                <c:pt idx="6333">
                  <c:v>rockstar_guitarist_mark</c:v>
                </c:pt>
                <c:pt idx="6334">
                  <c:v>rockstar_entertainment</c:v>
                </c:pt>
                <c:pt idx="6335">
                  <c:v>rock_solid_cheer_chick</c:v>
                </c:pt>
                <c:pt idx="6336">
                  <c:v>rockprincesschickthingy</c:v>
                </c:pt>
                <c:pt idx="6337">
                  <c:v>rockphonicmanagement</c:v>
                </c:pt>
                <c:pt idx="6338">
                  <c:v>rockpaperscissorsmusic</c:v>
                </c:pt>
                <c:pt idx="6339">
                  <c:v>rock_paper_scissors_</c:v>
                </c:pt>
                <c:pt idx="6340">
                  <c:v>rockpaperscissormusic</c:v>
                </c:pt>
                <c:pt idx="6341">
                  <c:v>rock_metal_punk_love</c:v>
                </c:pt>
                <c:pt idx="6342">
                  <c:v>rocking_wit_the_best</c:v>
                </c:pt>
                <c:pt idx="6343">
                  <c:v>rocking_till_midnight</c:v>
                </c:pt>
                <c:pt idx="6344">
                  <c:v>rocking_marty_gabstein</c:v>
                </c:pt>
                <c:pt idx="6345">
                  <c:v>rockinghorsewinner49</c:v>
                </c:pt>
                <c:pt idx="6346">
                  <c:v>rocking_for_the_world</c:v>
                </c:pt>
                <c:pt idx="6347">
                  <c:v>rocking_electro_girl</c:v>
                </c:pt>
                <c:pt idx="6348">
                  <c:v>rockingchairconvention</c:v>
                </c:pt>
                <c:pt idx="6349">
                  <c:v>rockgeorgecircleshirt</c:v>
                </c:pt>
                <c:pt idx="6350">
                  <c:v>rockford_rockbilly_rebel</c:v>
                </c:pt>
                <c:pt idx="6351">
                  <c:v>rocketshipplayground</c:v>
                </c:pt>
                <c:pt idx="6352">
                  <c:v>rocketscientistblonde</c:v>
                </c:pt>
                <c:pt idx="6353">
                  <c:v>rocketrosiemoonshine</c:v>
                </c:pt>
                <c:pt idx="6354">
                  <c:v>rocketman_now_neurologist</c:v>
                </c:pt>
                <c:pt idx="6355">
                  <c:v>rocketfuel_malt_liquor</c:v>
                </c:pt>
                <c:pt idx="6356">
                  <c:v>rockerstatusclothing</c:v>
                </c:pt>
                <c:pt idx="6357">
                  <c:v>rockerskaterchick007</c:v>
                </c:pt>
                <c:pt idx="6358">
                  <c:v>rocker_party_girl_holly</c:v>
                </c:pt>
                <c:pt idx="6359">
                  <c:v>rocker_inside_and_out</c:v>
                </c:pt>
                <c:pt idx="6360">
                  <c:v>rocker_harry_potter_fan</c:v>
                </c:pt>
                <c:pt idx="6361">
                  <c:v>rockerchick_ballerina</c:v>
                </c:pt>
                <c:pt idx="6362">
                  <c:v>rockercaboodledoodle</c:v>
                </c:pt>
                <c:pt idx="6363">
                  <c:v>rock_creek_hell_raiser</c:v>
                </c:pt>
                <c:pt idx="6364">
                  <c:v>rockconfidentialmusic</c:v>
                </c:pt>
                <c:pt idx="6365">
                  <c:v>rockcastle_artillery</c:v>
                </c:pt>
                <c:pt idx="6366">
                  <c:v>rock_and_roll_outlaw</c:v>
                </c:pt>
                <c:pt idx="6367">
                  <c:v>rockandrollisaprostitute</c:v>
                </c:pt>
                <c:pt idx="6368">
                  <c:v>rockandrepublicmusic</c:v>
                </c:pt>
                <c:pt idx="6369">
                  <c:v>rock_and_blues_radio</c:v>
                </c:pt>
                <c:pt idx="6370">
                  <c:v>rockagainstracism200</c:v>
                </c:pt>
                <c:pt idx="6371">
                  <c:v>rochester_localmusic</c:v>
                </c:pt>
                <c:pt idx="6372">
                  <c:v>roccos_urban_fashion</c:v>
                </c:pt>
                <c:pt idx="6373">
                  <c:v>robyn_lynn_trowbridge</c:v>
                </c:pt>
                <c:pt idx="6374">
                  <c:v>robyn_and_alicia_forever</c:v>
                </c:pt>
                <c:pt idx="6375">
                  <c:v>robthelochnessmonster</c:v>
                </c:pt>
                <c:pt idx="6376">
                  <c:v>rob_the_entrepreneur</c:v>
                </c:pt>
                <c:pt idx="6377">
                  <c:v>robotsplayingbasketball</c:v>
                </c:pt>
                <c:pt idx="6378">
                  <c:v>robotspidercorporation</c:v>
                </c:pt>
                <c:pt idx="6379">
                  <c:v>robot_liberation_front</c:v>
                </c:pt>
                <c:pt idx="6380">
                  <c:v>robotliberationfront</c:v>
                </c:pt>
                <c:pt idx="6381">
                  <c:v>robot_chicken_tribute</c:v>
                </c:pt>
                <c:pt idx="6382">
                  <c:v>robotarmsclothingcompany</c:v>
                </c:pt>
                <c:pt idx="6383">
                  <c:v>roblilangelbaby4ever</c:v>
                </c:pt>
                <c:pt idx="6384">
                  <c:v>rob_lewis_stickdeath</c:v>
                </c:pt>
                <c:pt idx="6385">
                  <c:v>robinholdenrecording</c:v>
                </c:pt>
                <c:pt idx="6386">
                  <c:v>robertaandchristian4ever</c:v>
                </c:pt>
                <c:pt idx="6387">
                  <c:v>robbytherollerrapper</c:v>
                </c:pt>
                <c:pt idx="6388">
                  <c:v>robby_the_robot_195</c:v>
                </c:pt>
                <c:pt idx="6389">
                  <c:v>robbygordonracingfan</c:v>
                </c:pt>
                <c:pt idx="6390">
                  <c:v>robbie_put_the_cat_out</c:v>
                </c:pt>
                <c:pt idx="6391">
                  <c:v>robbie_fucking_emergency</c:v>
                </c:pt>
                <c:pt idx="6392">
                  <c:v>robandthemorningfuzz</c:v>
                </c:pt>
                <c:pt idx="6393">
                  <c:v>rob_and_ashley_4ever</c:v>
                </c:pt>
                <c:pt idx="6394">
                  <c:v>rob_against_the_world</c:v>
                </c:pt>
                <c:pt idx="6395">
                  <c:v>roadwarrior42andsnake337</c:v>
                </c:pt>
                <c:pt idx="6396">
                  <c:v>roadrunner_united_rule</c:v>
                </c:pt>
                <c:pt idx="6397">
                  <c:v>roadlesstraveledstore</c:v>
                </c:pt>
                <c:pt idx="6398">
                  <c:v>road_king_master_200</c:v>
                </c:pt>
                <c:pt idx="6399">
                  <c:v>roadhouse_bar_and_grill</c:v>
                </c:pt>
                <c:pt idx="6400">
                  <c:v>rize_with_the_fallen</c:v>
                </c:pt>
                <c:pt idx="6401">
                  <c:v>riversidebravehearts</c:v>
                </c:pt>
                <c:pt idx="6402">
                  <c:v>riverratvideoproducer</c:v>
                </c:pt>
                <c:pt idx="6403">
                  <c:v>riverranchprincess93</c:v>
                </c:pt>
                <c:pt idx="6404">
                  <c:v>riverrainsadness1987</c:v>
                </c:pt>
                <c:pt idx="6405">
                  <c:v>riverfrontsteakhouse</c:v>
                </c:pt>
                <c:pt idx="6406">
                  <c:v>riverfrontentertainment</c:v>
                </c:pt>
                <c:pt idx="6407">
                  <c:v>river_detroit_soccer_club</c:v>
                </c:pt>
                <c:pt idx="6408">
                  <c:v>riverdalevarsitycheer1</c:v>
                </c:pt>
                <c:pt idx="6409">
                  <c:v>riverdalescottishbrigade</c:v>
                </c:pt>
                <c:pt idx="6410">
                  <c:v>rivercitystringquartet</c:v>
                </c:pt>
                <c:pt idx="6411">
                  <c:v>riverbottomnightmarebandforb</c:v>
                </c:pt>
                <c:pt idx="6412">
                  <c:v>ritualconsciousrebel</c:v>
                </c:pt>
                <c:pt idx="6413">
                  <c:v>rita_skeeter_reporter</c:v>
                </c:pt>
                <c:pt idx="6414">
                  <c:v>risquemusicbarcelona</c:v>
                </c:pt>
                <c:pt idx="6415">
                  <c:v>risqueconjurerpoetry</c:v>
                </c:pt>
                <c:pt idx="6416">
                  <c:v>rising_phoenixliondance</c:v>
                </c:pt>
                <c:pt idx="6417">
                  <c:v>rise_with_the_fallen_9999</c:v>
                </c:pt>
                <c:pt idx="6418">
                  <c:v>rise_with_the_fallen77</c:v>
                </c:pt>
                <c:pt idx="6419">
                  <c:v>risewiththefallen417</c:v>
                </c:pt>
                <c:pt idx="6420">
                  <c:v>rise_with_the_fallen_2</c:v>
                </c:pt>
                <c:pt idx="6421">
                  <c:v>rise_with_the_fallen1</c:v>
                </c:pt>
                <c:pt idx="6422">
                  <c:v>rise_with_the_fallen138</c:v>
                </c:pt>
                <c:pt idx="6423">
                  <c:v>rise_with_the_fallen13</c:v>
                </c:pt>
                <c:pt idx="6424">
                  <c:v>rise__with_the_fallen____</c:v>
                </c:pt>
                <c:pt idx="6425">
                  <c:v>rise_against_the_system</c:v>
                </c:pt>
                <c:pt idx="6426">
                  <c:v>rise_against_the_romance</c:v>
                </c:pt>
                <c:pt idx="6427">
                  <c:v>ripzonetopnotchnation</c:v>
                </c:pt>
                <c:pt idx="6428">
                  <c:v>ripyourheartoutmusic</c:v>
                </c:pt>
                <c:pt idx="6429">
                  <c:v>ripronnieolivia1130</c:v>
                </c:pt>
                <c:pt idx="6430">
                  <c:v>ripperletterfromhell92</c:v>
                </c:pt>
                <c:pt idx="6431">
                  <c:v>rip_mac_dre_1970_2004</c:v>
                </c:pt>
                <c:pt idx="6432">
                  <c:v>rip_cowboy_and_grandpa</c:v>
                </c:pt>
                <c:pt idx="6433">
                  <c:v>ripcityryderentertainment</c:v>
                </c:pt>
                <c:pt idx="6434">
                  <c:v>ripandreajeanhartman</c:v>
                </c:pt>
                <c:pt idx="6435">
                  <c:v>riotwinnipegstreetteam</c:v>
                </c:pt>
                <c:pt idx="6436">
                  <c:v>rio_riot_samedifference</c:v>
                </c:pt>
                <c:pt idx="6437">
                  <c:v>riofuckinggoldhammer</c:v>
                </c:pt>
                <c:pt idx="6438">
                  <c:v>ringmaster1871folk4life</c:v>
                </c:pt>
                <c:pt idx="6439">
                  <c:v>ring_around_the_rosie_</c:v>
                </c:pt>
                <c:pt idx="6440">
                  <c:v>ringaroundthechampagne</c:v>
                </c:pt>
                <c:pt idx="6441">
                  <c:v>rileymotherfuckinglappin</c:v>
                </c:pt>
                <c:pt idx="6442">
                  <c:v>rileyhasaneatingdisorder</c:v>
                </c:pt>
                <c:pt idx="6443">
                  <c:v>rileyandariellealways</c:v>
                </c:pt>
                <c:pt idx="6444">
                  <c:v>rikki_and_sierra_4_eva</c:v>
                </c:pt>
                <c:pt idx="6445">
                  <c:v>rightturndownthewrongroad</c:v>
                </c:pt>
                <c:pt idx="6446">
                  <c:v>right_here_waiting27</c:v>
                </c:pt>
                <c:pt idx="6447">
                  <c:v>righthandentertainment</c:v>
                </c:pt>
                <c:pt idx="6448">
                  <c:v>rightcoastvolleyballsurf</c:v>
                </c:pt>
                <c:pt idx="6449">
                  <c:v>rightbeforeyoudisappear</c:v>
                </c:pt>
                <c:pt idx="6450">
                  <c:v>ridgelandcyclingclub</c:v>
                </c:pt>
                <c:pt idx="6451">
                  <c:v>ridgeagainstthemachine</c:v>
                </c:pt>
                <c:pt idx="6452">
                  <c:v>ride_the_lightning_89</c:v>
                </c:pt>
                <c:pt idx="6453">
                  <c:v>riddimwildproduction</c:v>
                </c:pt>
                <c:pt idx="6454">
                  <c:v>riddel_revolutionhelmet43</c:v>
                </c:pt>
                <c:pt idx="6455">
                  <c:v>RICKYTHETROUBLEMAKER</c:v>
                </c:pt>
                <c:pt idx="6456">
                  <c:v>rickymondragonmorales</c:v>
                </c:pt>
                <c:pt idx="6457">
                  <c:v>rickydoddsimplycajun</c:v>
                </c:pt>
                <c:pt idx="6458">
                  <c:v>rickybutlerillustration</c:v>
                </c:pt>
                <c:pt idx="6459">
                  <c:v>rickyandjessica4ever</c:v>
                </c:pt>
                <c:pt idx="6460">
                  <c:v>ricky_and_aly_4_ever</c:v>
                </c:pt>
                <c:pt idx="6461">
                  <c:v>rick_stretch_armstrong</c:v>
                </c:pt>
                <c:pt idx="6462">
                  <c:v>rickstar_teamridgewood</c:v>
                </c:pt>
                <c:pt idx="6463">
                  <c:v>ricksaundersrockstar</c:v>
                </c:pt>
                <c:pt idx="6464">
                  <c:v>rickrossthebossbitch</c:v>
                </c:pt>
                <c:pt idx="6465">
                  <c:v>ricki_michelle_farmer</c:v>
                </c:pt>
                <c:pt idx="6466">
                  <c:v>rickbrimhallphotography</c:v>
                </c:pt>
                <c:pt idx="6467">
                  <c:v>rich_young_and_famous</c:v>
                </c:pt>
                <c:pt idx="6468">
                  <c:v>richwarburtonphotography</c:v>
                </c:pt>
                <c:pt idx="6469">
                  <c:v>rich__uncle__skeleton</c:v>
                </c:pt>
                <c:pt idx="6470">
                  <c:v>rich_thick_chocolate</c:v>
                </c:pt>
                <c:pt idx="6471">
                  <c:v>richelle101_greenday101</c:v>
                </c:pt>
                <c:pt idx="6472">
                  <c:v>richdrumsandvocalsessions</c:v>
                </c:pt>
                <c:pt idx="6473">
                  <c:v>rich_and_kor_forever</c:v>
                </c:pt>
                <c:pt idx="6474">
                  <c:v>ricecube_zombiekiller</c:v>
                </c:pt>
                <c:pt idx="6475">
                  <c:v>rica_strawberrymilkshake</c:v>
                </c:pt>
                <c:pt idx="6476">
                  <c:v>riata_burton_darrell</c:v>
                </c:pt>
                <c:pt idx="6477">
                  <c:v>rhonda_lee_hutchinson_70</c:v>
                </c:pt>
                <c:pt idx="6478">
                  <c:v>rhonda_and_tawnya_4eva</c:v>
                </c:pt>
                <c:pt idx="6479">
                  <c:v>rhinopolisrevolution</c:v>
                </c:pt>
                <c:pt idx="6480">
                  <c:v>reynita_bonita91sickness</c:v>
                </c:pt>
                <c:pt idx="6481">
                  <c:v>revolvingdoortheband</c:v>
                </c:pt>
                <c:pt idx="6482">
                  <c:v>revolvestudentministry</c:v>
                </c:pt>
                <c:pt idx="6483">
                  <c:v>revolutionwrestlingnow</c:v>
                </c:pt>
                <c:pt idx="6484">
                  <c:v>revolutionskateboardteam</c:v>
                </c:pt>
                <c:pt idx="6485">
                  <c:v>revolutionrecordingstudio</c:v>
                </c:pt>
                <c:pt idx="6486">
                  <c:v>revolutionpraiseband</c:v>
                </c:pt>
                <c:pt idx="6487">
                  <c:v>__revolutionplusdesire</c:v>
                </c:pt>
                <c:pt idx="6488">
                  <c:v>revolutionhippiepeacelove</c:v>
                </c:pt>
                <c:pt idx="6489">
                  <c:v>revolutionforpeaceandlove</c:v>
                </c:pt>
                <c:pt idx="6490">
                  <c:v>revolutiondancegroup</c:v>
                </c:pt>
                <c:pt idx="6491">
                  <c:v>revolutionaryblackgirl</c:v>
                </c:pt>
                <c:pt idx="6492">
                  <c:v>revmadnessandthegrimdeacon</c:v>
                </c:pt>
                <c:pt idx="6493">
                  <c:v>reveriejaymetalstudio</c:v>
                </c:pt>
                <c:pt idx="6494">
                  <c:v>reverendstrongnosejackson</c:v>
                </c:pt>
                <c:pt idx="6495">
                  <c:v>reverenddoctordavidquick</c:v>
                </c:pt>
                <c:pt idx="6496">
                  <c:v>reverend_doctor_alex</c:v>
                </c:pt>
                <c:pt idx="6497">
                  <c:v>retroxsuperficiality</c:v>
                </c:pt>
                <c:pt idx="6498">
                  <c:v>retarded_kim_its_true</c:v>
                </c:pt>
                <c:pt idx="6499">
                  <c:v>restassuredstreetteam</c:v>
                </c:pt>
                <c:pt idx="6500">
                  <c:v>respond_with_silence</c:v>
                </c:pt>
                <c:pt idx="6501">
                  <c:v>respect_the_rectangle</c:v>
                </c:pt>
                <c:pt idx="6502">
                  <c:v>respectrecordsusanicethelyrical</c:v>
                </c:pt>
                <c:pt idx="6503">
                  <c:v>respectmodelmanagement</c:v>
                </c:pt>
                <c:pt idx="6504">
                  <c:v>respectablestreetlive</c:v>
                </c:pt>
                <c:pt idx="6505">
                  <c:v>resolve_4_pet_stains</c:v>
                </c:pt>
                <c:pt idx="6506">
                  <c:v>resist_the_conformity</c:v>
                </c:pt>
                <c:pt idx="6507">
                  <c:v>resist_psychic_death</c:v>
                </c:pt>
                <c:pt idx="6508">
                  <c:v>resistance_for_freedom</c:v>
                </c:pt>
                <c:pt idx="6509">
                  <c:v>residentrockstarmusic</c:v>
                </c:pt>
                <c:pt idx="6510">
                  <c:v>resident_evil____slipknot</c:v>
                </c:pt>
                <c:pt idx="6511">
                  <c:v>resident_evil__freak</c:v>
                </c:pt>
                <c:pt idx="6512">
                  <c:v>resident_evil_fan101</c:v>
                </c:pt>
                <c:pt idx="6513">
                  <c:v>resident_evil_competition</c:v>
                </c:pt>
                <c:pt idx="6514">
                  <c:v>reservedforstephanie</c:v>
                </c:pt>
                <c:pt idx="6515">
                  <c:v>research2cure_travel</c:v>
                </c:pt>
                <c:pt idx="6516">
                  <c:v>rescuingthemiserable</c:v>
                </c:pt>
                <c:pt idx="6517">
                  <c:v>requiem_for_the_conqueror</c:v>
                </c:pt>
                <c:pt idx="6518">
                  <c:v>republicanduckhunters</c:v>
                </c:pt>
                <c:pt idx="6519">
                  <c:v>republican_all_the_way</c:v>
                </c:pt>
                <c:pt idx="6520">
                  <c:v>reptilian_guitar_diva</c:v>
                </c:pt>
                <c:pt idx="6521">
                  <c:v>reprimand_the_fallen</c:v>
                </c:pt>
                <c:pt idx="6522">
                  <c:v>representwestpunjab4</c:v>
                </c:pt>
                <c:pt idx="6523">
                  <c:v>represent_the_westside</c:v>
                </c:pt>
                <c:pt idx="6524">
                  <c:v>representhouston4life713</c:v>
                </c:pt>
                <c:pt idx="6525">
                  <c:v>repentanceplacechurch</c:v>
                </c:pt>
                <c:pt idx="6526">
                  <c:v>repeatoffenderdrummer</c:v>
                </c:pt>
                <c:pt idx="6527">
                  <c:v>repdeathwishskatecrew</c:v>
                </c:pt>
                <c:pt idx="6528">
                  <c:v>rent_crazy_theater_guy</c:v>
                </c:pt>
                <c:pt idx="6529">
                  <c:v>renoredlightdistrict</c:v>
                </c:pt>
                <c:pt idx="6530">
                  <c:v>renegadewilleatyourbrain</c:v>
                </c:pt>
                <c:pt idx="6531">
                  <c:v>renegadetaoistpriest</c:v>
                </c:pt>
                <c:pt idx="6532">
                  <c:v>reneewashingtonmitchell</c:v>
                </c:pt>
                <c:pt idx="6533">
                  <c:v>renee_aka_babygirl101</c:v>
                </c:pt>
                <c:pt idx="6534">
                  <c:v>removethisprofile54</c:v>
                </c:pt>
                <c:pt idx="6535">
                  <c:v>removeprofilenowplease</c:v>
                </c:pt>
                <c:pt idx="6536">
                  <c:v>removableheadclothing</c:v>
                </c:pt>
                <c:pt idx="6537">
                  <c:v>remotedesktopprotocol</c:v>
                </c:pt>
                <c:pt idx="6538">
                  <c:v>rememberwhereyouhearditfirst</c:v>
                </c:pt>
                <c:pt idx="6539">
                  <c:v>remember_when_studio</c:v>
                </c:pt>
                <c:pt idx="6540">
                  <c:v>rememberthesilence9</c:v>
                </c:pt>
                <c:pt idx="6541">
                  <c:v>rememberthenamejonathan</c:v>
                </c:pt>
                <c:pt idx="6542">
                  <c:v>rememberthenamebitch</c:v>
                </c:pt>
                <c:pt idx="6543">
                  <c:v>remembertheholocaust</c:v>
                </c:pt>
                <c:pt idx="6544">
                  <c:v>remember_that_one_time</c:v>
                </c:pt>
                <c:pt idx="6545">
                  <c:v>rememberneversurrender</c:v>
                </c:pt>
                <c:pt idx="6546">
                  <c:v>rememberlastnightband</c:v>
                </c:pt>
                <c:pt idx="6547">
                  <c:v>rememberingthesilence</c:v>
                </c:pt>
                <c:pt idx="6548">
                  <c:v>rememberingthelegend</c:v>
                </c:pt>
                <c:pt idx="6549">
                  <c:v>relivin_this_failure</c:v>
                </c:pt>
                <c:pt idx="6550">
                  <c:v>relentlesslightingdesign</c:v>
                </c:pt>
                <c:pt idx="6551">
                  <c:v>release_your_grip_</c:v>
                </c:pt>
                <c:pt idx="6552">
                  <c:v>releasethespiritwithin</c:v>
                </c:pt>
                <c:pt idx="6553">
                  <c:v>releasestubbyboardman</c:v>
                </c:pt>
                <c:pt idx="6554">
                  <c:v>relaxandfloatdownstream</c:v>
                </c:pt>
                <c:pt idx="6555">
                  <c:v>relapsethesoloproject</c:v>
                </c:pt>
                <c:pt idx="6556">
                  <c:v>rejectyourfamilyandgod</c:v>
                </c:pt>
                <c:pt idx="6557">
                  <c:v>reinventingyourexit1911</c:v>
                </c:pt>
                <c:pt idx="6558">
                  <c:v>regretnothingfearevenless</c:v>
                </c:pt>
                <c:pt idx="6559">
                  <c:v>registeredsexoffender513</c:v>
                </c:pt>
                <c:pt idx="6560">
                  <c:v>RegionalVicePresident</c:v>
                </c:pt>
                <c:pt idx="6561">
                  <c:v>regina_rattan_weaver</c:v>
                </c:pt>
                <c:pt idx="6562">
                  <c:v>reggieimmersedindread</c:v>
                </c:pt>
                <c:pt idx="6563">
                  <c:v>reggie7121991andskyber712</c:v>
                </c:pt>
                <c:pt idx="6564">
                  <c:v>regenerationstudentmin</c:v>
                </c:pt>
                <c:pt idx="6565">
                  <c:v>refugehighschoolgroup</c:v>
                </c:pt>
                <c:pt idx="6566">
                  <c:v>refridgerate_upon_arrival</c:v>
                </c:pt>
                <c:pt idx="6567">
                  <c:v>reformed_federalist_party</c:v>
                </c:pt>
                <c:pt idx="6568">
                  <c:v>reflectwhatyoubelieve</c:v>
                </c:pt>
                <c:pt idx="6569">
                  <c:v>reflectionsofaprettysoul</c:v>
                </c:pt>
                <c:pt idx="6570">
                  <c:v>refinanceandpurchase</c:v>
                </c:pt>
                <c:pt idx="6571">
                  <c:v>ree_tony_make_karina</c:v>
                </c:pt>
                <c:pt idx="6572">
                  <c:v>reesewitherspoonlayout</c:v>
                </c:pt>
                <c:pt idx="6573">
                  <c:v>reese_witherspoon_14</c:v>
                </c:pt>
                <c:pt idx="6574">
                  <c:v>reesewitherspoon1234</c:v>
                </c:pt>
                <c:pt idx="6575">
                  <c:v>reelstuffentertainment</c:v>
                </c:pt>
                <c:pt idx="6576">
                  <c:v>reel_around_the_fountain</c:v>
                </c:pt>
                <c:pt idx="6577">
                  <c:v>redyellowpurplegreen</c:v>
                </c:pt>
                <c:pt idx="6578">
                  <c:v>redwithembarrassment</c:v>
                </c:pt>
                <c:pt idx="6579">
                  <c:v>redversionkylebetterer</c:v>
                </c:pt>
                <c:pt idx="6580">
                  <c:v>red_velvet_nightmare</c:v>
                </c:pt>
                <c:pt idx="6581">
                  <c:v>redundantanddemented</c:v>
                </c:pt>
                <c:pt idx="6582">
                  <c:v>redstripeloversociety</c:v>
                </c:pt>
                <c:pt idx="6583">
                  <c:v>red_storm_black_cell</c:v>
                </c:pt>
                <c:pt idx="6584">
                  <c:v>redsquirrelcollective</c:v>
                </c:pt>
                <c:pt idx="6585">
                  <c:v>red_roses_turn_black</c:v>
                </c:pt>
                <c:pt idx="6586">
                  <c:v>redneck_with_attitude17</c:v>
                </c:pt>
                <c:pt idx="6587">
                  <c:v>redneck_tractor_babe</c:v>
                </c:pt>
                <c:pt idx="6588">
                  <c:v>Red_Neck_Soul_Reaper</c:v>
                </c:pt>
                <c:pt idx="6589">
                  <c:v>rednecksoftballplayer</c:v>
                </c:pt>
                <c:pt idx="6590">
                  <c:v>redneck_ricerocketeer</c:v>
                </c:pt>
                <c:pt idx="6591">
                  <c:v>redneck_rebel_cowboy</c:v>
                </c:pt>
                <c:pt idx="6592">
                  <c:v>red_neck_jacksonville</c:v>
                </c:pt>
                <c:pt idx="6593">
                  <c:v>redneck_hippie_whiteboy</c:v>
                </c:pt>
                <c:pt idx="6594">
                  <c:v>redneck_hillbilly_80</c:v>
                </c:pt>
                <c:pt idx="6595">
                  <c:v>redneckgirl_4_life198</c:v>
                </c:pt>
                <c:pt idx="6596">
                  <c:v>redneck_georgia_woman</c:v>
                </c:pt>
                <c:pt idx="6597">
                  <c:v>redneck_for_life_5150</c:v>
                </c:pt>
                <c:pt idx="6598">
                  <c:v>redneckfirefighter82</c:v>
                </c:pt>
                <c:pt idx="6599">
                  <c:v>redneckfirefighter35</c:v>
                </c:pt>
                <c:pt idx="6600">
                  <c:v>redneck_cowgirl_4_life</c:v>
                </c:pt>
                <c:pt idx="6601">
                  <c:v>redneck_country_gurl</c:v>
                </c:pt>
                <c:pt idx="6602">
                  <c:v>redneckcountryboy1992</c:v>
                </c:pt>
                <c:pt idx="6603">
                  <c:v>redneckcountryboy1987</c:v>
                </c:pt>
                <c:pt idx="6604">
                  <c:v>redneckcountryboy1980</c:v>
                </c:pt>
                <c:pt idx="6605">
                  <c:v>redneckcountryboy109</c:v>
                </c:pt>
                <c:pt idx="6606">
                  <c:v>redneckcountryboy09</c:v>
                </c:pt>
                <c:pt idx="6607">
                  <c:v>redneck_clemsongurl88</c:v>
                </c:pt>
                <c:pt idx="6608">
                  <c:v>redneck_chick_always</c:v>
                </c:pt>
                <c:pt idx="6609">
                  <c:v>redneckchick4eva2007</c:v>
                </c:pt>
                <c:pt idx="6610">
                  <c:v>redneckbrotherhood78</c:v>
                </c:pt>
                <c:pt idx="6611">
                  <c:v>redneck_blonde_cutie</c:v>
                </c:pt>
                <c:pt idx="6612">
                  <c:v>redneckbarrelracer31</c:v>
                </c:pt>
                <c:pt idx="6613">
                  <c:v>redneck2005_converse</c:v>
                </c:pt>
                <c:pt idx="6614">
                  <c:v>redman_hialeah_chico</c:v>
                </c:pt>
                <c:pt idx="6615">
                  <c:v>redlightdistrictband</c:v>
                </c:pt>
                <c:pt idx="6616">
                  <c:v>redlightdistrict24_7</c:v>
                </c:pt>
                <c:pt idx="6617">
                  <c:v>red_light_district_21</c:v>
                </c:pt>
                <c:pt idx="6618">
                  <c:v>redlightacceleration</c:v>
                </c:pt>
                <c:pt idx="6619">
                  <c:v>RedlandsYouthMinistry</c:v>
                </c:pt>
                <c:pt idx="6620">
                  <c:v>redhotlittlefirecracker</c:v>
                </c:pt>
                <c:pt idx="6621">
                  <c:v>redheadsaremorefunaliyah</c:v>
                </c:pt>
                <c:pt idx="6622">
                  <c:v>red_head_machine_god</c:v>
                </c:pt>
                <c:pt idx="6623">
                  <c:v>redhead_flirtygirl_37</c:v>
                </c:pt>
                <c:pt idx="6624">
                  <c:v>redheadedstepchildband</c:v>
                </c:pt>
                <c:pt idx="6625">
                  <c:v>red_headed_she_devil</c:v>
                </c:pt>
                <c:pt idx="6626">
                  <c:v>redheaded_redneck_girl</c:v>
                </c:pt>
                <c:pt idx="6627">
                  <c:v>redheadedpartyanimal</c:v>
                </c:pt>
                <c:pt idx="6628">
                  <c:v>RedHeadedHarleyRider</c:v>
                </c:pt>
                <c:pt idx="6629">
                  <c:v>redheadedcowgirl79403</c:v>
                </c:pt>
                <c:pt idx="6630">
                  <c:v>redheadedcookieeater</c:v>
                </c:pt>
                <c:pt idx="6631">
                  <c:v>Red_Headed_Beauty925</c:v>
                </c:pt>
                <c:pt idx="6632">
                  <c:v>redheaddevilangel2004</c:v>
                </c:pt>
                <c:pt idx="6633">
                  <c:v>redhairedprincess2002</c:v>
                </c:pt>
                <c:pt idx="6634">
                  <c:v>red_gumball_for_love</c:v>
                </c:pt>
                <c:pt idx="6635">
                  <c:v>redflagsandlongnights</c:v>
                </c:pt>
                <c:pt idx="6636">
                  <c:v>redflaggraphicdesign</c:v>
                </c:pt>
                <c:pt idx="6637">
                  <c:v>redeyesandblackskies</c:v>
                </c:pt>
                <c:pt idx="6638">
                  <c:v>redeyeproductionscrew</c:v>
                </c:pt>
                <c:pt idx="6639">
                  <c:v>redemptionafterdownfall</c:v>
                </c:pt>
                <c:pt idx="6640">
                  <c:v>redefining_great_ness</c:v>
                </c:pt>
                <c:pt idx="6641">
                  <c:v>reddsohtowncheckherstatus</c:v>
                </c:pt>
                <c:pt idx="6642">
                  <c:v>reddingnightlifemusicpage</c:v>
                </c:pt>
                <c:pt idx="6643">
                  <c:v>reddevilquarterback11</c:v>
                </c:pt>
                <c:pt idx="6644">
                  <c:v>redcheckeredprostitute</c:v>
                </c:pt>
                <c:pt idx="6645">
                  <c:v>redcarpetentertainment</c:v>
                </c:pt>
                <c:pt idx="6646">
                  <c:v>redcarpet_and_rebellion</c:v>
                </c:pt>
                <c:pt idx="6647">
                  <c:v>redbullcivictypermike</c:v>
                </c:pt>
                <c:pt idx="6648">
                  <c:v>redbrown.freezeflame</c:v>
                </c:pt>
                <c:pt idx="6649">
                  <c:v>redbonecatchercoonhound</c:v>
                </c:pt>
                <c:pt idx="6650">
                  <c:v>redbloodedcountrygirl</c:v>
                </c:pt>
                <c:pt idx="6651">
                  <c:v>redblazingdragongeorge</c:v>
                </c:pt>
                <c:pt idx="6652">
                  <c:v>redbeard_the_surveyor</c:v>
                </c:pt>
                <c:pt idx="6653">
                  <c:v>red_ballerina_layout</c:v>
                </c:pt>
                <c:pt idx="6654">
                  <c:v>recoveringbadgebunny</c:v>
                </c:pt>
                <c:pt idx="6655">
                  <c:v>recordingartistbeaux</c:v>
                </c:pt>
                <c:pt idx="6656">
                  <c:v>recognize_skate_team</c:v>
                </c:pt>
                <c:pt idx="6657">
                  <c:v>reclaimourstreets1301</c:v>
                </c:pt>
                <c:pt idx="6658">
                  <c:v>reckless_mouth_piece</c:v>
                </c:pt>
                <c:pt idx="6659">
                  <c:v>recidivistbrutalmetal</c:v>
                </c:pt>
                <c:pt idx="6660">
                  <c:v>rebornlatesummerearlyfrost</c:v>
                </c:pt>
                <c:pt idx="6661">
                  <c:v>rebel_under_pressure</c:v>
                </c:pt>
                <c:pt idx="6662">
                  <c:v>rebelshinecountrygal</c:v>
                </c:pt>
                <c:pt idx="6663">
                  <c:v>rebelrockercrazygirl</c:v>
                </c:pt>
                <c:pt idx="6664">
                  <c:v>rebel_rider_cheer_chick</c:v>
                </c:pt>
                <c:pt idx="6665">
                  <c:v>rebelredneckfromhell</c:v>
                </c:pt>
                <c:pt idx="6666">
                  <c:v>rebellionfromthecore</c:v>
                </c:pt>
                <c:pt idx="6667">
                  <c:v>rebelcountrygirl1982</c:v>
                </c:pt>
                <c:pt idx="6668">
                  <c:v>rebel_chick_from_hell</c:v>
                </c:pt>
                <c:pt idx="6669">
                  <c:v>rebel_against_the_future</c:v>
                </c:pt>
                <c:pt idx="6670">
                  <c:v>rebekkamaksimushkina1988</c:v>
                </c:pt>
                <c:pt idx="6671">
                  <c:v>rebekkaandthemysterybox</c:v>
                </c:pt>
                <c:pt idx="6672">
                  <c:v>rebeccawiththescales</c:v>
                </c:pt>
                <c:pt idx="6673">
                  <c:v>rebecca_the_polarbear</c:v>
                </c:pt>
                <c:pt idx="6674">
                  <c:v>rebeccasimpsonhannifan</c:v>
                </c:pt>
                <c:pt idx="6675">
                  <c:v>rebecca_middlebrooks</c:v>
                </c:pt>
                <c:pt idx="6676">
                  <c:v>rebeccalouisesimpson</c:v>
                </c:pt>
                <c:pt idx="6677">
                  <c:v>rebecca_jane_appleyard</c:v>
                </c:pt>
                <c:pt idx="6678">
                  <c:v>rebecca_danielle_conklin</c:v>
                </c:pt>
                <c:pt idx="6679">
                  <c:v>rebeccaclarkphotography</c:v>
                </c:pt>
                <c:pt idx="6680">
                  <c:v>rebecca_brandon_bloomwood</c:v>
                </c:pt>
                <c:pt idx="6681">
                  <c:v>rebeccaandjerryalways</c:v>
                </c:pt>
                <c:pt idx="6682">
                  <c:v>rebecca4greenday4eva</c:v>
                </c:pt>
                <c:pt idx="6683">
                  <c:v>reasonforbeingtheband</c:v>
                </c:pt>
                <c:pt idx="6684">
                  <c:v>reasonforabandonment</c:v>
                </c:pt>
                <c:pt idx="6685">
                  <c:v>real_vanessa_anne_hudgens</c:v>
                </c:pt>
                <c:pt idx="6686">
                  <c:v>realtyworldsouthwest</c:v>
                </c:pt>
                <c:pt idx="6687">
                  <c:v>realstreetmusicgroup</c:v>
                </c:pt>
                <c:pt idx="6688">
                  <c:v>real_southern_sweetheart</c:v>
                </c:pt>
                <c:pt idx="6689">
                  <c:v>realsouthernhiphop4life</c:v>
                </c:pt>
                <c:pt idx="6690">
                  <c:v>realsoutherngentleman93</c:v>
                </c:pt>
                <c:pt idx="6691">
                  <c:v>realredhairescondido</c:v>
                </c:pt>
                <c:pt idx="6692">
                  <c:v>realniggasgetmoney803</c:v>
                </c:pt>
                <c:pt idx="6693">
                  <c:v>realniggasdontstress</c:v>
                </c:pt>
                <c:pt idx="6694">
                  <c:v>realmentertainmentgroup</c:v>
                </c:pt>
                <c:pt idx="6695">
                  <c:v>reallywaycoolerthanyou</c:v>
                </c:pt>
                <c:pt idx="6696">
                  <c:v>reallyspectacularcompany</c:v>
                </c:pt>
                <c:pt idx="6697">
                  <c:v>really_sexy_naughtychick1</c:v>
                </c:pt>
                <c:pt idx="6698">
                  <c:v>reallysexyleprechaun</c:v>
                </c:pt>
                <c:pt idx="6699">
                  <c:v>reallifepromisekeeper</c:v>
                </c:pt>
                <c:pt idx="6700">
                  <c:v>reallife_entertainment</c:v>
                </c:pt>
                <c:pt idx="6701">
                  <c:v>reallifedramaentertainment</c:v>
                </c:pt>
                <c:pt idx="6702">
                  <c:v>reality_the_teen_life</c:v>
                </c:pt>
                <c:pt idx="6703">
                  <c:v>realityserumstreetteam</c:v>
                </c:pt>
                <c:pt idx="6704">
                  <c:v>realitydistortionfield</c:v>
                </c:pt>
                <c:pt idx="6705">
                  <c:v>realityadvice_tester9</c:v>
                </c:pt>
                <c:pt idx="6706">
                  <c:v>realityadvice_tester</c:v>
                </c:pt>
                <c:pt idx="6707">
                  <c:v>realityadvice_tester5</c:v>
                </c:pt>
                <c:pt idx="6708">
                  <c:v>realityadvice_tester4</c:v>
                </c:pt>
                <c:pt idx="6709">
                  <c:v>realityadvice_tester3</c:v>
                </c:pt>
                <c:pt idx="6710">
                  <c:v>realityadvice_tester2</c:v>
                </c:pt>
                <c:pt idx="6711">
                  <c:v>realityadvice_tester10</c:v>
                </c:pt>
                <c:pt idx="6712">
                  <c:v>realistnewyorkbabygirl</c:v>
                </c:pt>
                <c:pt idx="6713">
                  <c:v>realistchickbreathing</c:v>
                </c:pt>
                <c:pt idx="6714">
                  <c:v>real_individual_person</c:v>
                </c:pt>
                <c:pt idx="6715">
                  <c:v>realhustleentertainment</c:v>
                </c:pt>
                <c:pt idx="6716">
                  <c:v>realhalo2weaponsandstuff</c:v>
                </c:pt>
                <c:pt idx="6717">
                  <c:v>real_fine_place_2_start</c:v>
                </c:pt>
                <c:pt idx="6718">
                  <c:v>realest_chick_you_know</c:v>
                </c:pt>
                <c:pt idx="6719">
                  <c:v>realestatemortgagelady</c:v>
                </c:pt>
                <c:pt idx="6720">
                  <c:v>realestateinvestor08</c:v>
                </c:pt>
                <c:pt idx="6721">
                  <c:v>realestatefirmworldwide</c:v>
                </c:pt>
                <c:pt idx="6722">
                  <c:v>realestate_agent_007</c:v>
                </c:pt>
                <c:pt idx="6723">
                  <c:v>real_country_bitch23</c:v>
                </c:pt>
                <c:pt idx="6724">
                  <c:v>realchick_aka_jamgurl</c:v>
                </c:pt>
                <c:pt idx="6725">
                  <c:v>realabsinthemindedmusic</c:v>
                </c:pt>
                <c:pt idx="6726">
                  <c:v>reafeelingunappreciated</c:v>
                </c:pt>
                <c:pt idx="6727">
                  <c:v>readyandalwayswilling</c:v>
                </c:pt>
                <c:pt idx="6728">
                  <c:v>readingrainbowreunite</c:v>
                </c:pt>
                <c:pt idx="6729">
                  <c:v>readingfestivalweekend</c:v>
                </c:pt>
                <c:pt idx="6730">
                  <c:v>read_between_dalynez</c:v>
                </c:pt>
                <c:pt idx="6731">
                  <c:v>reactiveandbreakdown</c:v>
                </c:pt>
                <c:pt idx="6732">
                  <c:v>reachingthedoorupstairs</c:v>
                </c:pt>
                <c:pt idx="6733">
                  <c:v>reachingandbelieving</c:v>
                </c:pt>
                <c:pt idx="6734">
                  <c:v>razor_blade_suitcase</c:v>
                </c:pt>
                <c:pt idx="6735">
                  <c:v>razorblade_romance_4_life</c:v>
                </c:pt>
                <c:pt idx="6736">
                  <c:v>razorbladeromance101</c:v>
                </c:pt>
                <c:pt idx="6737">
                  <c:v>razorbladecheesecake</c:v>
                </c:pt>
                <c:pt idx="6738">
                  <c:v>raywatsonsecretplace</c:v>
                </c:pt>
                <c:pt idx="6739">
                  <c:v>ray_swimdrumbaseball</c:v>
                </c:pt>
                <c:pt idx="6740">
                  <c:v>raynobleandhisorchestra</c:v>
                </c:pt>
                <c:pt idx="6741">
                  <c:v>raynatamarinandparis</c:v>
                </c:pt>
                <c:pt idx="6742">
                  <c:v>raymon_aka_big_daddy</c:v>
                </c:pt>
                <c:pt idx="6743">
                  <c:v>_rayless_yet_brilliant_</c:v>
                </c:pt>
                <c:pt idx="6744">
                  <c:v>raybakerforpresident</c:v>
                </c:pt>
                <c:pt idx="6745">
                  <c:v>raw_smackdown_fan_4_life</c:v>
                </c:pt>
                <c:pt idx="6746">
                  <c:v>rawnoiseentertainment</c:v>
                </c:pt>
                <c:pt idx="6747">
                  <c:v>rawkin_you_off_the_bed</c:v>
                </c:pt>
                <c:pt idx="6748">
                  <c:v>raw_emotion_diversity</c:v>
                </c:pt>
                <c:pt idx="6749">
                  <c:v>raven_the_blue_devil</c:v>
                </c:pt>
                <c:pt idx="6750">
                  <c:v>ravensblackcaseyjack</c:v>
                </c:pt>
                <c:pt idx="6751">
                  <c:v>ravensandtheprincess</c:v>
                </c:pt>
                <c:pt idx="6752">
                  <c:v>ravenorlandoanneliese</c:v>
                </c:pt>
                <c:pt idx="6753">
                  <c:v>ravenmarierainemichelle</c:v>
                </c:pt>
                <c:pt idx="6754">
                  <c:v>raven_haired_male_beauty</c:v>
                </c:pt>
                <c:pt idx="6755">
                  <c:v>ravenclaw_goddess_cho</c:v>
                </c:pt>
                <c:pt idx="6756">
                  <c:v>ravenclawbluegurl87</c:v>
                </c:pt>
                <c:pt idx="6757">
                  <c:v>ravenclaw_beauty_cho2</c:v>
                </c:pt>
                <c:pt idx="6758">
                  <c:v>rattlesnakedonkeypunch</c:v>
                </c:pt>
                <c:pt idx="6759">
                  <c:v>rat_puke_the_unclean</c:v>
                </c:pt>
                <c:pt idx="6760">
                  <c:v>rational_life_journey</c:v>
                </c:pt>
                <c:pt idx="6761">
                  <c:v>rather_spotty_teapot</c:v>
                </c:pt>
                <c:pt idx="6762">
                  <c:v>rather_naughty_teapot</c:v>
                </c:pt>
                <c:pt idx="6763">
                  <c:v>raspberryartmusicgroup</c:v>
                </c:pt>
                <c:pt idx="6764">
                  <c:v>rasberry_ripple_cripple</c:v>
                </c:pt>
                <c:pt idx="6765">
                  <c:v>raremonkeycatchingeagle</c:v>
                </c:pt>
                <c:pt idx="6766">
                  <c:v>rare_and_elusive_bigfoot</c:v>
                </c:pt>
                <c:pt idx="6767">
                  <c:v>raquel_aka_raiderprincess</c:v>
                </c:pt>
                <c:pt idx="6768">
                  <c:v>rapscallionspunkrock</c:v>
                </c:pt>
                <c:pt idx="6769">
                  <c:v>rappinrubbleforeskin</c:v>
                </c:pt>
                <c:pt idx="6770">
                  <c:v>rapgameentertainment</c:v>
                </c:pt>
                <c:pt idx="6771">
                  <c:v>rapeandpillageforlife</c:v>
                </c:pt>
                <c:pt idx="6772">
                  <c:v>rangermedicteddybear</c:v>
                </c:pt>
                <c:pt idx="6773">
                  <c:v>randywheelersongwriter</c:v>
                </c:pt>
                <c:pt idx="6774">
                  <c:v>randy_pan_the_goat_boy</c:v>
                </c:pt>
                <c:pt idx="6775">
                  <c:v>randomthoughtsofamadman</c:v>
                </c:pt>
                <c:pt idx="6776">
                  <c:v>randomthoughtsofahobo</c:v>
                </c:pt>
                <c:pt idx="6777">
                  <c:v>randomthoughtgenerator</c:v>
                </c:pt>
                <c:pt idx="6778">
                  <c:v>randomtangenttheband</c:v>
                </c:pt>
                <c:pt idx="6779">
                  <c:v>randomnelsondrunkard</c:v>
                </c:pt>
                <c:pt idx="6780">
                  <c:v>random_mushroom_funkyness</c:v>
                </c:pt>
                <c:pt idx="6781">
                  <c:v>randomlyyellowmonkeypie</c:v>
                </c:pt>
                <c:pt idx="6782">
                  <c:v>randomlycreativerockstar</c:v>
                </c:pt>
                <c:pt idx="6783">
                  <c:v>random_hyperness_</c:v>
                </c:pt>
                <c:pt idx="6784">
                  <c:v>randomhomicidalinsanity</c:v>
                </c:pt>
                <c:pt idx="6785">
                  <c:v>random_gypsy_prophet</c:v>
                </c:pt>
                <c:pt idx="6786">
                  <c:v>randomeverywhereelse</c:v>
                </c:pt>
                <c:pt idx="6787">
                  <c:v>randi_lust_like_whoa</c:v>
                </c:pt>
                <c:pt idx="6788">
                  <c:v>randasabertoshiba23051990</c:v>
                </c:pt>
                <c:pt idx="6789">
                  <c:v>ramonhighfashionbeadwork</c:v>
                </c:pt>
                <c:pt idx="6790">
                  <c:v>ramblingsofadangerousman</c:v>
                </c:pt>
                <c:pt idx="6791">
                  <c:v>ramblingriversideblues</c:v>
                </c:pt>
                <c:pt idx="6792">
                  <c:v>ram9kappaalphatheta</c:v>
                </c:pt>
                <c:pt idx="6793">
                  <c:v>ralph_wiggum_punisher</c:v>
                </c:pt>
                <c:pt idx="6794">
                  <c:v>ralphlaurenpresident</c:v>
                </c:pt>
                <c:pt idx="6795">
                  <c:v>raisinghellentertainment</c:v>
                </c:pt>
                <c:pt idx="6796">
                  <c:v>rainy_sunday_mornings</c:v>
                </c:pt>
                <c:pt idx="6797">
                  <c:v>rainstormvideoandfilm</c:v>
                </c:pt>
                <c:pt idx="6798">
                  <c:v>rainshotcandyclothing</c:v>
                </c:pt>
                <c:pt idx="6799">
                  <c:v>raindropswillfall420</c:v>
                </c:pt>
                <c:pt idx="6800">
                  <c:v>rainbowtheaterproject</c:v>
                </c:pt>
                <c:pt idx="6801">
                  <c:v>rainbowsunshinebrigade</c:v>
                </c:pt>
                <c:pt idx="6802">
                  <c:v>rainbowsendridingacademy</c:v>
                </c:pt>
                <c:pt idx="6803">
                  <c:v>rainbowsandstuff200</c:v>
                </c:pt>
                <c:pt idx="6804">
                  <c:v>rainbowpunkprincess17</c:v>
                </c:pt>
                <c:pt idx="6805">
                  <c:v>RainBowPrinCessBitCh</c:v>
                </c:pt>
                <c:pt idx="6806">
                  <c:v>rainbowprincessbarbie</c:v>
                </c:pt>
                <c:pt idx="6807">
                  <c:v>rainbowheartsforever</c:v>
                </c:pt>
                <c:pt idx="6808">
                  <c:v>rainbowgatheringlover</c:v>
                </c:pt>
                <c:pt idx="6809">
                  <c:v>rainbowflavoredraver</c:v>
                </c:pt>
                <c:pt idx="6810">
                  <c:v>rainbowbumpersticker23</c:v>
                </c:pt>
                <c:pt idx="6811">
                  <c:v>rail_road_track_mary</c:v>
                </c:pt>
                <c:pt idx="6812">
                  <c:v>raider_fan_for_life_00</c:v>
                </c:pt>
                <c:pt idx="6813">
                  <c:v>rah_girl_terra_newmexico</c:v>
                </c:pt>
                <c:pt idx="6814">
                  <c:v>ragnarokofflinebattle</c:v>
                </c:pt>
                <c:pt idx="6815">
                  <c:v>raging_mastodon_engage</c:v>
                </c:pt>
                <c:pt idx="6816">
                  <c:v>raginearthdragonrider</c:v>
                </c:pt>
                <c:pt idx="6817">
                  <c:v>rageinsidethemachine</c:v>
                </c:pt>
                <c:pt idx="6818">
                  <c:v>rageagainstthemachine93</c:v>
                </c:pt>
                <c:pt idx="6819">
                  <c:v>rageagainstthemachine7</c:v>
                </c:pt>
                <c:pt idx="6820">
                  <c:v>rageagainstthemachine19</c:v>
                </c:pt>
                <c:pt idx="6821">
                  <c:v>ragdoll_must_not_know</c:v>
                </c:pt>
                <c:pt idx="6822">
                  <c:v>radiowerewolftribute</c:v>
                </c:pt>
                <c:pt idx="6823">
                  <c:v>radiofreepeterborough</c:v>
                </c:pt>
                <c:pt idx="6824">
                  <c:v>radioactivepony_jerry</c:v>
                </c:pt>
                <c:pt idx="6825">
                  <c:v>radioactivemusicpromotion</c:v>
                </c:pt>
                <c:pt idx="6826">
                  <c:v>radioactivebirdbrain</c:v>
                </c:pt>
                <c:pt idx="6827">
                  <c:v>radioactiveanalcreampie</c:v>
                </c:pt>
                <c:pt idx="6828">
                  <c:v>radicalpictureediting</c:v>
                </c:pt>
                <c:pt idx="6829">
                  <c:v>radicallyawesomemusic</c:v>
                </c:pt>
                <c:pt idx="6830">
                  <c:v>radicaldreamerdenise</c:v>
                </c:pt>
                <c:pt idx="6831">
                  <c:v>radiate_this_frequency</c:v>
                </c:pt>
                <c:pt idx="6832">
                  <c:v>radiatethisfrequency</c:v>
                </c:pt>
                <c:pt idx="6833">
                  <c:v>radiantfeministgoddess</c:v>
                </c:pt>
                <c:pt idx="6834">
                  <c:v>racingfeverphotography</c:v>
                </c:pt>
                <c:pt idx="6835">
                  <c:v>rachelthepaperlantern</c:v>
                </c:pt>
                <c:pt idx="6836">
                  <c:v>rachel_the_best_0013</c:v>
                </c:pt>
                <c:pt idx="6837">
                  <c:v>Rachel_softball_player7</c:v>
                </c:pt>
                <c:pt idx="6838">
                  <c:v>rachelpricephotography</c:v>
                </c:pt>
                <c:pt idx="6839">
                  <c:v>rachel_penguin_lover</c:v>
                </c:pt>
                <c:pt idx="6840">
                  <c:v>rachelmonsterphotography</c:v>
                </c:pt>
                <c:pt idx="6841">
                  <c:v>rachelmariemartinez05</c:v>
                </c:pt>
                <c:pt idx="6842">
                  <c:v>rachellouisewoolridge</c:v>
                </c:pt>
                <c:pt idx="6843">
                  <c:v>rachelle_the_deviant</c:v>
                </c:pt>
                <c:pt idx="6844">
                  <c:v>rachel_fucking_marie</c:v>
                </c:pt>
                <c:pt idx="6845">
                  <c:v>rachel_elizabeth_jackson</c:v>
                </c:pt>
                <c:pt idx="6846">
                  <c:v>rachelelizabethjackson</c:v>
                </c:pt>
                <c:pt idx="6847">
                  <c:v>rachelelizabethbishop</c:v>
                </c:pt>
                <c:pt idx="6848">
                  <c:v>rachelbrandoncartercole</c:v>
                </c:pt>
                <c:pt idx="6849">
                  <c:v>rachel_beautifulsmile</c:v>
                </c:pt>
                <c:pt idx="6850">
                  <c:v>rachel_baby_girl2005</c:v>
                </c:pt>
                <c:pt idx="6851">
                  <c:v>rachelandthewannabes</c:v>
                </c:pt>
                <c:pt idx="6852">
                  <c:v>rachelandsaraequallove</c:v>
                </c:pt>
                <c:pt idx="6853">
                  <c:v>Rachelandlukeforever</c:v>
                </c:pt>
                <c:pt idx="6854">
                  <c:v>rachelandlilliantribute</c:v>
                </c:pt>
                <c:pt idx="6855">
                  <c:v>rachelandevanslayout</c:v>
                </c:pt>
                <c:pt idx="6856">
                  <c:v>rachealnbrittany4eva</c:v>
                </c:pt>
                <c:pt idx="6857">
                  <c:v>rachaelwildliferanger</c:v>
                </c:pt>
                <c:pt idx="6858">
                  <c:v>rachaelsparrowpotter</c:v>
                </c:pt>
                <c:pt idx="6859">
                  <c:v>raceyoudownthecorridor</c:v>
                </c:pt>
                <c:pt idx="6860">
                  <c:v>racer4ever_aredneck4sure</c:v>
                </c:pt>
                <c:pt idx="6861">
                  <c:v>rabidrobotbugsindisguise</c:v>
                </c:pt>
                <c:pt idx="6862">
                  <c:v>rabidinbredcornbread</c:v>
                </c:pt>
                <c:pt idx="6863">
                  <c:v>rabidfrostbittenfetus</c:v>
                </c:pt>
                <c:pt idx="6864">
                  <c:v>rabiddogbeastmongrel</c:v>
                </c:pt>
                <c:pt idx="6865">
                  <c:v>rabbitsuitforfoxtrot</c:v>
                </c:pt>
                <c:pt idx="6866">
                  <c:v>quoth_the_raven_lunatic</c:v>
                </c:pt>
                <c:pt idx="6867">
                  <c:v>quoteunquotenormalpeople</c:v>
                </c:pt>
                <c:pt idx="6868">
                  <c:v>quoteunquotemusicalexperience</c:v>
                </c:pt>
                <c:pt idx="6869">
                  <c:v>quixoticstemcellfuturist</c:v>
                </c:pt>
                <c:pt idx="6870">
                  <c:v>quityourjobmakemusic</c:v>
                </c:pt>
                <c:pt idx="6871">
                  <c:v>quityourjibberjabber</c:v>
                </c:pt>
                <c:pt idx="6872">
                  <c:v>quit_snitching_stop_lying</c:v>
                </c:pt>
                <c:pt idx="6873">
                  <c:v>quintanillaalmostlopez</c:v>
                </c:pt>
                <c:pt idx="6874">
                  <c:v>quincy_the_boxer_9752</c:v>
                </c:pt>
                <c:pt idx="6875">
                  <c:v>quietrighteouswarrior</c:v>
                </c:pt>
                <c:pt idx="6876">
                  <c:v>_quietly_losing_control_</c:v>
                </c:pt>
                <c:pt idx="6877">
                  <c:v>quietfirstimpression</c:v>
                </c:pt>
                <c:pt idx="6878">
                  <c:v>quietconfidenceallinawink</c:v>
                </c:pt>
                <c:pt idx="6879">
                  <c:v>quickshiftmotorsports</c:v>
                </c:pt>
                <c:pt idx="6880">
                  <c:v>quick_chick_hot_2_trot</c:v>
                </c:pt>
                <c:pt idx="6881">
                  <c:v>quickand2thepointless</c:v>
                </c:pt>
                <c:pt idx="6882">
                  <c:v>question_the_government</c:v>
                </c:pt>
                <c:pt idx="6883">
                  <c:v>questionmarkpreview3</c:v>
                </c:pt>
                <c:pt idx="6884">
                  <c:v>questionmark_butterfly</c:v>
                </c:pt>
                <c:pt idx="6885">
                  <c:v>questforinfinitepower</c:v>
                </c:pt>
                <c:pt idx="6886">
                  <c:v>quesada_holiday_home</c:v>
                </c:pt>
                <c:pt idx="6887">
                  <c:v>queen_tinkerbell_forever</c:v>
                </c:pt>
                <c:pt idx="6888">
                  <c:v>queen_marie_antoinette</c:v>
                </c:pt>
                <c:pt idx="6889">
                  <c:v>queen_lucy_the_valliant</c:v>
                </c:pt>
                <c:pt idx="6890">
                  <c:v>queen_emma_the_great</c:v>
                </c:pt>
                <c:pt idx="6891">
                  <c:v>queenelizabethwindsor</c:v>
                </c:pt>
                <c:pt idx="6892">
                  <c:v>queendomesticgoddess</c:v>
                </c:pt>
                <c:pt idx="6893">
                  <c:v>queen_diva_butterfly</c:v>
                </c:pt>
                <c:pt idx="6894">
                  <c:v>queen_darkness_angel</c:v>
                </c:pt>
                <c:pt idx="6895">
                  <c:v>queen_bitch_liz_0327</c:v>
                </c:pt>
                <c:pt idx="6896">
                  <c:v>queenbeeleaderprincess</c:v>
                </c:pt>
                <c:pt idx="6897">
                  <c:v>queenann_theantagonist</c:v>
                </c:pt>
                <c:pt idx="6898">
                  <c:v>queen_adrianne_riddle</c:v>
                </c:pt>
                <c:pt idx="6899">
                  <c:v>quatreartistcollective</c:v>
                </c:pt>
                <c:pt idx="6900">
                  <c:v>quarterkeyakabigbody</c:v>
                </c:pt>
                <c:pt idx="6901">
                  <c:v>quarter2_street_team</c:v>
                </c:pt>
                <c:pt idx="6902">
                  <c:v>quantummechanicsmusic</c:v>
                </c:pt>
                <c:pt idx="6903">
                  <c:v>quanticsoulorchestra</c:v>
                </c:pt>
                <c:pt idx="6904">
                  <c:v>pyrowerewolffollower</c:v>
                </c:pt>
                <c:pt idx="6905">
                  <c:v>pyromaniacalpictophilia</c:v>
                </c:pt>
                <c:pt idx="6906">
                  <c:v>putyourstunnashadeson</c:v>
                </c:pt>
                <c:pt idx="6907">
                  <c:v>pussyslipperywhenwet</c:v>
                </c:pt>
                <c:pt idx="6908">
                  <c:v>pussymonsterbrittany</c:v>
                </c:pt>
                <c:pt idx="6909">
                  <c:v>pussy_juice_cocktail</c:v>
                </c:pt>
                <c:pt idx="6910">
                  <c:v>pussy_for_one_person</c:v>
                </c:pt>
                <c:pt idx="6911">
                  <c:v>pushgraphicsphotography</c:v>
                </c:pt>
                <c:pt idx="6912">
                  <c:v>pushbuttonbreakglass</c:v>
                </c:pt>
                <c:pt idx="6913">
                  <c:v>purpole_sticky_punch</c:v>
                </c:pt>
                <c:pt idx="6914">
                  <c:v>purplewarriorprincess</c:v>
                </c:pt>
                <c:pt idx="6915">
                  <c:v>purpletealheartslayout</c:v>
                </c:pt>
                <c:pt idx="6916">
                  <c:v>purpleribbonallstar00</c:v>
                </c:pt>
                <c:pt idx="6917">
                  <c:v>purplequeenfrogtracy</c:v>
                </c:pt>
                <c:pt idx="6918">
                  <c:v>purpleprincessmonique</c:v>
                </c:pt>
                <c:pt idx="6919">
                  <c:v>purple_pretty_princess</c:v>
                </c:pt>
                <c:pt idx="6920">
                  <c:v>purple_polish_pretty_1_13</c:v>
                </c:pt>
                <c:pt idx="6921">
                  <c:v>purplepeopleeater2980</c:v>
                </c:pt>
                <c:pt idx="6922">
                  <c:v>purplepeople_eater42</c:v>
                </c:pt>
                <c:pt idx="6923">
                  <c:v>purple_people_eater17</c:v>
                </c:pt>
                <c:pt idx="6924">
                  <c:v>purple_passion_flower</c:v>
                </c:pt>
                <c:pt idx="6925">
                  <c:v>purple_panty_muncher</c:v>
                </c:pt>
                <c:pt idx="6926">
                  <c:v>purplepandasareattacking</c:v>
                </c:pt>
                <c:pt idx="6927">
                  <c:v>purplemonkeydishwasher88</c:v>
                </c:pt>
                <c:pt idx="6928">
                  <c:v>purple_monkeydishwasher7</c:v>
                </c:pt>
                <c:pt idx="6929">
                  <c:v>purplemonkeydishwasher54</c:v>
                </c:pt>
                <c:pt idx="6930">
                  <c:v>purplemonkeydishwasher123</c:v>
                </c:pt>
                <c:pt idx="6931">
                  <c:v>purple_monkey_dish_washer</c:v>
                </c:pt>
                <c:pt idx="6932">
                  <c:v>purpleleopardpixielady</c:v>
                </c:pt>
                <c:pt idx="6933">
                  <c:v>purplejellydeathtrap</c:v>
                </c:pt>
                <c:pt idx="6934">
                  <c:v>purpleheartsjazztrio</c:v>
                </c:pt>
                <c:pt idx="6935">
                  <c:v>purpleheartsaregreat</c:v>
                </c:pt>
                <c:pt idx="6936">
                  <c:v>purple_haze_all_around</c:v>
                </c:pt>
                <c:pt idx="6937">
                  <c:v>purplefroggiefanatic</c:v>
                </c:pt>
                <c:pt idx="6938">
                  <c:v>purplefire.tarahsalary</c:v>
                </c:pt>
                <c:pt idx="6939">
                  <c:v>purpledragontattooing</c:v>
                </c:pt>
                <c:pt idx="6940">
                  <c:v>purpledragonlady1958</c:v>
                </c:pt>
                <c:pt idx="6941">
                  <c:v>purpledolphinwhisper</c:v>
                </c:pt>
                <c:pt idx="6942">
                  <c:v>purplecitybirdgang187</c:v>
                </c:pt>
                <c:pt idx="6943">
                  <c:v>purplecheeseandgravy</c:v>
                </c:pt>
                <c:pt idx="6944">
                  <c:v>purple_butterfly_lady</c:v>
                </c:pt>
                <c:pt idx="6945">
                  <c:v>purplebutterflygirl21</c:v>
                </c:pt>
                <c:pt idx="6946">
                  <c:v>purplebutterflyangel21</c:v>
                </c:pt>
                <c:pt idx="6947">
                  <c:v>purgatorydeathmetal</c:v>
                </c:pt>
                <c:pt idx="6948">
                  <c:v>pure_unadulterated_fun</c:v>
                </c:pt>
                <c:pt idx="6949">
                  <c:v>pure_sweet_country_gurl</c:v>
                </c:pt>
                <c:pt idx="6950">
                  <c:v>pureromancebuynoelle</c:v>
                </c:pt>
                <c:pt idx="6951">
                  <c:v>pureplasticperfection</c:v>
                </c:pt>
                <c:pt idx="6952">
                  <c:v>purementalstimulation</c:v>
                </c:pt>
                <c:pt idx="6953">
                  <c:v>pure_crazy_beautiful</c:v>
                </c:pt>
                <c:pt idx="6954">
                  <c:v>purecomplexsimplicity</c:v>
                </c:pt>
                <c:pt idx="6955">
                  <c:v>pure_bred_metal_head</c:v>
                </c:pt>
                <c:pt idx="6956">
                  <c:v>pure_blonde_insanity</c:v>
                </c:pt>
                <c:pt idx="6957">
                  <c:v>purdueblondebombshell</c:v>
                </c:pt>
                <c:pt idx="6958">
                  <c:v>puntacanasunmusicfest</c:v>
                </c:pt>
                <c:pt idx="6959">
                  <c:v>punk_shall_live_forever</c:v>
                </c:pt>
                <c:pt idx="6960">
                  <c:v>punkrollingrevolution</c:v>
                </c:pt>
                <c:pt idx="6961">
                  <c:v>punkrockworldmagazine</c:v>
                </c:pt>
                <c:pt idx="6962">
                  <c:v>punkrockprincess_eleven11</c:v>
                </c:pt>
                <c:pt idx="6963">
                  <c:v>punkrockprincesscutie</c:v>
                </c:pt>
                <c:pt idx="6964">
                  <c:v>punk_rock_princess_89</c:v>
                </c:pt>
                <c:pt idx="6965">
                  <c:v>punk_rock_princess77</c:v>
                </c:pt>
                <c:pt idx="6966">
                  <c:v>punk_rock_princess_704</c:v>
                </c:pt>
                <c:pt idx="6967">
                  <c:v>punkrockprincess4ever101</c:v>
                </c:pt>
                <c:pt idx="6968">
                  <c:v>punkrockprincess4207</c:v>
                </c:pt>
                <c:pt idx="6969">
                  <c:v>punkrockprincess4200</c:v>
                </c:pt>
                <c:pt idx="6970">
                  <c:v>punkrockprincess2380</c:v>
                </c:pt>
                <c:pt idx="6971">
                  <c:v>punkrockprincess_200</c:v>
                </c:pt>
                <c:pt idx="6972">
                  <c:v>punkrockprincess1983</c:v>
                </c:pt>
                <c:pt idx="6973">
                  <c:v>punk_rock_princess1</c:v>
                </c:pt>
                <c:pt idx="6974">
                  <c:v>punkrockprincess022</c:v>
                </c:pt>
                <c:pt idx="6975">
                  <c:v>punk_rock_princess00</c:v>
                </c:pt>
                <c:pt idx="6976">
                  <c:v>punk_rock_last_night</c:v>
                </c:pt>
                <c:pt idx="6977">
                  <c:v>punkrockgirl_5_3_10_4</c:v>
                </c:pt>
                <c:pt idx="6978">
                  <c:v>punk_rocker_sweetness</c:v>
                </c:pt>
                <c:pt idx="6979">
                  <c:v>punk_rocker_hot_and_juicy</c:v>
                </c:pt>
                <c:pt idx="6980">
                  <c:v>punkrockergirl_audrey</c:v>
                </c:pt>
                <c:pt idx="6981">
                  <c:v>punkrockerforcoolness</c:v>
                </c:pt>
                <c:pt idx="6982">
                  <c:v>punk_rocker_fob_lover</c:v>
                </c:pt>
                <c:pt idx="6983">
                  <c:v>punkrocker24and1half</c:v>
                </c:pt>
                <c:pt idx="6984">
                  <c:v>punk_rock_country_gurl92</c:v>
                </c:pt>
                <c:pt idx="6985">
                  <c:v>punk_rock_chick11223</c:v>
                </c:pt>
                <c:pt idx="6986">
                  <c:v>_punk_rock_and_roll_</c:v>
                </c:pt>
                <c:pt idx="6987">
                  <c:v>punkprincess_1990_nat</c:v>
                </c:pt>
                <c:pt idx="6988">
                  <c:v>punkpowerfalloutboyrock</c:v>
                </c:pt>
                <c:pt idx="6989">
                  <c:v>punk_little_prankster</c:v>
                </c:pt>
                <c:pt idx="6990">
                  <c:v>punkgurlwithattitude</c:v>
                </c:pt>
                <c:pt idx="6991">
                  <c:v>punk_fun_lover_18_1_200</c:v>
                </c:pt>
                <c:pt idx="6992">
                  <c:v>punk_from_lake_jackson22</c:v>
                </c:pt>
                <c:pt idx="6993">
                  <c:v>punk_from_lake_jackson</c:v>
                </c:pt>
                <c:pt idx="6994">
                  <c:v>punkboy_the_insurrection</c:v>
                </c:pt>
                <c:pt idx="6995">
                  <c:v>punchdrunkpunkrocklove</c:v>
                </c:pt>
                <c:pt idx="6996">
                  <c:v>pumpkin14_princesssorrow</c:v>
                </c:pt>
                <c:pt idx="6997">
                  <c:v>pullthetriggerbitch32</c:v>
                </c:pt>
                <c:pt idx="6998">
                  <c:v>pullingthetrigger911</c:v>
                </c:pt>
                <c:pt idx="6999">
                  <c:v>pullingthetrigger101</c:v>
                </c:pt>
                <c:pt idx="7000">
                  <c:v>puff_themagicdragon8</c:v>
                </c:pt>
                <c:pt idx="7001">
                  <c:v>puff_the_magic_dragon9</c:v>
                </c:pt>
                <c:pt idx="7002">
                  <c:v>_puffthemagicdragon9_</c:v>
                </c:pt>
                <c:pt idx="7003">
                  <c:v>puffthemagicdragon8</c:v>
                </c:pt>
                <c:pt idx="7004">
                  <c:v>puffthemagicdragon5337</c:v>
                </c:pt>
                <c:pt idx="7005">
                  <c:v>puffthemagicdragon11</c:v>
                </c:pt>
                <c:pt idx="7006">
                  <c:v>pueblogallonchallenge</c:v>
                </c:pt>
                <c:pt idx="7007">
                  <c:v>publicentitynumberone</c:v>
                </c:pt>
                <c:pt idx="7008">
                  <c:v>publicdisturbanceband</c:v>
                </c:pt>
                <c:pt idx="7009">
                  <c:v>pterodactylbandwassup</c:v>
                </c:pt>
                <c:pt idx="7010">
                  <c:v>ptarmiganstringquartet</c:v>
                </c:pt>
                <c:pt idx="7011">
                  <c:v>psychresearchproject</c:v>
                </c:pt>
                <c:pt idx="7012">
                  <c:v>psychotic_without_you</c:v>
                </c:pt>
                <c:pt idx="7013">
                  <c:v>psychoticthedemented</c:v>
                </c:pt>
                <c:pt idx="7014">
                  <c:v>psychotic_sommabitch</c:v>
                </c:pt>
                <c:pt idx="7015">
                  <c:v>psychotic_short_person</c:v>
                </c:pt>
                <c:pt idx="7016">
                  <c:v>psychoticreactionshop</c:v>
                </c:pt>
                <c:pt idx="7017">
                  <c:v>psychopathicclownkiller</c:v>
                </c:pt>
                <c:pt idx="7018">
                  <c:v>psychopathicaxemurderer</c:v>
                </c:pt>
                <c:pt idx="7019">
                  <c:v>proximityeffectmusic</c:v>
                </c:pt>
                <c:pt idx="7020">
                  <c:v>provincetownfilmfestival</c:v>
                </c:pt>
                <c:pt idx="7021">
                  <c:v>pro_varsity_wrestler</c:v>
                </c:pt>
                <c:pt idx="7022">
                  <c:v>protectiveolderbrother2</c:v>
                </c:pt>
                <c:pt idx="7023">
                  <c:v>prostheticdancemassacre</c:v>
                </c:pt>
                <c:pt idx="7024">
                  <c:v>prostarmanagementteam</c:v>
                </c:pt>
                <c:pt idx="7025">
                  <c:v>prospernowwithdailycash</c:v>
                </c:pt>
                <c:pt idx="7026">
                  <c:v>prospecthillstreetteam</c:v>
                </c:pt>
                <c:pt idx="7027">
                  <c:v>prosourceentertainment</c:v>
                </c:pt>
                <c:pt idx="7028">
                  <c:v>prophaseforprosperous</c:v>
                </c:pt>
                <c:pt idx="7029">
                  <c:v>propagandamusiccanteen</c:v>
                </c:pt>
                <c:pt idx="7030">
                  <c:v>proofread_edit_write</c:v>
                </c:pt>
                <c:pt idx="7031">
                  <c:v>promisecarvedinstone</c:v>
                </c:pt>
                <c:pt idx="7032">
                  <c:v>prolifeentertainment</c:v>
                </c:pt>
                <c:pt idx="7033">
                  <c:v>projectwesternworldcollapse</c:v>
                </c:pt>
                <c:pt idx="7034">
                  <c:v>projectthinkdifferent</c:v>
                </c:pt>
                <c:pt idx="7035">
                  <c:v>projectselfdestruction</c:v>
                </c:pt>
                <c:pt idx="7036">
                  <c:v>projectrailerparkmarlee</c:v>
                </c:pt>
                <c:pt idx="7037">
                  <c:v>projectpatentertainment</c:v>
                </c:pt>
                <c:pt idx="7038">
                  <c:v>projectneworleans_noise</c:v>
                </c:pt>
                <c:pt idx="7039">
                  <c:v>projectmayhemchicago</c:v>
                </c:pt>
                <c:pt idx="7040">
                  <c:v>projectiledisfunction</c:v>
                </c:pt>
                <c:pt idx="7041">
                  <c:v>projectdestructionderby</c:v>
                </c:pt>
                <c:pt idx="7042">
                  <c:v>projectbornfullblooded</c:v>
                </c:pt>
                <c:pt idx="7043">
                  <c:v>progressivesurfgroup</c:v>
                </c:pt>
                <c:pt idx="7044">
                  <c:v>progressivemetaldrummer13</c:v>
                </c:pt>
                <c:pt idx="7045">
                  <c:v>progressivegrooveacademy</c:v>
                </c:pt>
                <c:pt idx="7046">
                  <c:v>profoundequalityband</c:v>
                </c:pt>
                <c:pt idx="7047">
                  <c:v>profileunderconstruction</c:v>
                </c:pt>
                <c:pt idx="7048">
                  <c:v>professoruniversitymusic</c:v>
                </c:pt>
                <c:pt idx="7049">
                  <c:v>professorsprout_herbology</c:v>
                </c:pt>
                <c:pt idx="7050">
                  <c:v>professorlovelessons</c:v>
                </c:pt>
                <c:pt idx="7051">
                  <c:v>professorjigglestone</c:v>
                </c:pt>
                <c:pt idx="7052">
                  <c:v>professor_humpington</c:v>
                </c:pt>
                <c:pt idx="7053">
                  <c:v>professor_gigglefist</c:v>
                </c:pt>
                <c:pt idx="7054">
                  <c:v>professionaltitleexaminer</c:v>
                </c:pt>
                <c:pt idx="7055">
                  <c:v>professionalpotatopeeler</c:v>
                </c:pt>
                <c:pt idx="7056">
                  <c:v>professional_poker_playa</c:v>
                </c:pt>
                <c:pt idx="7057">
                  <c:v>professionalmalemodel</c:v>
                </c:pt>
                <c:pt idx="7058">
                  <c:v>professionaleyepoker</c:v>
                </c:pt>
                <c:pt idx="7059">
                  <c:v>professionalcivilengineer</c:v>
                </c:pt>
                <c:pt idx="7060">
                  <c:v>professionalbuzzkill</c:v>
                </c:pt>
                <c:pt idx="7061">
                  <c:v>professionalbullrider</c:v>
                </c:pt>
                <c:pt idx="7062">
                  <c:v>prodominoassociation</c:v>
                </c:pt>
                <c:pt idx="7063">
                  <c:v>prodigalsunmediagroup</c:v>
                </c:pt>
                <c:pt idx="7064">
                  <c:v>proctororchestramoose</c:v>
                </c:pt>
                <c:pt idx="7065">
                  <c:v>procitydynamiccertified</c:v>
                </c:pt>
                <c:pt idx="7066">
                  <c:v>processmassdestruction</c:v>
                </c:pt>
                <c:pt idx="7067">
                  <c:v>problemcausingsolution</c:v>
                </c:pt>
                <c:pt idx="7068">
                  <c:v>prizefightermanagement</c:v>
                </c:pt>
                <c:pt idx="7069">
                  <c:v>privateandconfidential</c:v>
                </c:pt>
                <c:pt idx="7070">
                  <c:v>prissyprincessdenise</c:v>
                </c:pt>
                <c:pt idx="7071">
                  <c:v>priscilla_pennington</c:v>
                </c:pt>
                <c:pt idx="7072">
                  <c:v>priscillacarolinefranco</c:v>
                </c:pt>
                <c:pt idx="7073">
                  <c:v>PRISCILLAAKAGUMMYBEAR</c:v>
                </c:pt>
                <c:pt idx="7074">
                  <c:v>princetonstockassociation</c:v>
                </c:pt>
                <c:pt idx="7075">
                  <c:v>princess_wonderwoman</c:v>
                </c:pt>
                <c:pt idx="7076">
                  <c:v>princesswinterwonder</c:v>
                </c:pt>
                <c:pt idx="7077">
                  <c:v>princess_white_thunder</c:v>
                </c:pt>
                <c:pt idx="7078">
                  <c:v>princess_white_kitty</c:v>
                </c:pt>
                <c:pt idx="7079">
                  <c:v>princesswarriordaughter</c:v>
                </c:pt>
                <c:pt idx="7080">
                  <c:v>princessvanessamarie</c:v>
                </c:pt>
                <c:pt idx="7081">
                  <c:v>princesstoadstoolpeach</c:v>
                </c:pt>
                <c:pt idx="7082">
                  <c:v>princesstinkerbelltutu</c:v>
                </c:pt>
                <c:pt idx="7083">
                  <c:v>princesstinkerbelllauren</c:v>
                </c:pt>
                <c:pt idx="7084">
                  <c:v>PrincessTinkerbell923</c:v>
                </c:pt>
                <c:pt idx="7085">
                  <c:v>princesstinkerbell89</c:v>
                </c:pt>
                <c:pt idx="7086">
                  <c:v>princess_tinkerbell2009</c:v>
                </c:pt>
                <c:pt idx="7087">
                  <c:v>princesstinkerbell18</c:v>
                </c:pt>
                <c:pt idx="7088">
                  <c:v>princess_tinkerbell09</c:v>
                </c:pt>
                <c:pt idx="7089">
                  <c:v>princess_tinker_bell</c:v>
                </c:pt>
                <c:pt idx="7090">
                  <c:v>princess_stephielynn</c:v>
                </c:pt>
                <c:pt idx="7091">
                  <c:v>princess_spoiled_baby</c:v>
                </c:pt>
                <c:pt idx="7092">
                  <c:v>princess_sparkle_sarah</c:v>
                </c:pt>
                <c:pt idx="7093">
                  <c:v>princesssparkle_carrie</c:v>
                </c:pt>
                <c:pt idx="7094">
                  <c:v>_princess_skellington_</c:v>
                </c:pt>
                <c:pt idx="7095">
                  <c:v>princessqueenbitch90</c:v>
                </c:pt>
                <c:pt idx="7096">
                  <c:v>princess_punkrock410</c:v>
                </c:pt>
                <c:pt idx="7097">
                  <c:v>princess_pink_lover_4ever</c:v>
                </c:pt>
                <c:pt idx="7098">
                  <c:v>princesspinkbabydoll</c:v>
                </c:pt>
                <c:pt idx="7099">
                  <c:v>princessnaomi1andonly</c:v>
                </c:pt>
                <c:pt idx="7100">
                  <c:v>princessmolliedollie</c:v>
                </c:pt>
                <c:pt idx="7101">
                  <c:v>princessmiahoneybunny</c:v>
                </c:pt>
                <c:pt idx="7102">
                  <c:v>princess_meadow_muffin</c:v>
                </c:pt>
                <c:pt idx="7103">
                  <c:v>princess_marshmallow</c:v>
                </c:pt>
                <c:pt idx="7104">
                  <c:v>princess_love_butterfly</c:v>
                </c:pt>
                <c:pt idx="7105">
                  <c:v>princesslotusblossom</c:v>
                </c:pt>
                <c:pt idx="7106">
                  <c:v>princesslivesinapalace</c:v>
                </c:pt>
                <c:pt idx="7107">
                  <c:v>princess_laura_jayne</c:v>
                </c:pt>
                <c:pt idx="7108">
                  <c:v>princess_laura_elizabeth</c:v>
                </c:pt>
                <c:pt idx="7109">
                  <c:v>princess_kristina_here</c:v>
                </c:pt>
                <c:pt idx="7110">
                  <c:v>princesskimberlyhart</c:v>
                </c:pt>
                <c:pt idx="7111">
                  <c:v>princesskayleigh90210</c:v>
                </c:pt>
                <c:pt idx="7112">
                  <c:v>princess_kayla_perry</c:v>
                </c:pt>
                <c:pt idx="7113">
                  <c:v>princesskaye_sunshine</c:v>
                </c:pt>
                <c:pt idx="7114">
                  <c:v>princesskatethevixen</c:v>
                </c:pt>
                <c:pt idx="7115">
                  <c:v>princesskarlathegreat</c:v>
                </c:pt>
                <c:pt idx="7116">
                  <c:v>princess_karina4ever</c:v>
                </c:pt>
                <c:pt idx="7117">
                  <c:v>princess_jess_sexy_babe</c:v>
                </c:pt>
                <c:pt idx="7118">
                  <c:v>princessjessiebessie</c:v>
                </c:pt>
                <c:pt idx="7119">
                  <c:v>princessjessicaalice</c:v>
                </c:pt>
                <c:pt idx="7120">
                  <c:v>princessimperialpalace</c:v>
                </c:pt>
                <c:pt idx="7121">
                  <c:v>princesshellokitty9</c:v>
                </c:pt>
                <c:pt idx="7122">
                  <c:v>princesshellokitty123</c:v>
                </c:pt>
                <c:pt idx="7123">
                  <c:v>princesshannahbanana</c:v>
                </c:pt>
                <c:pt idx="7124">
                  <c:v>princess_fatty_dipset</c:v>
                </c:pt>
                <c:pt idx="7125">
                  <c:v>princessfairyellenland</c:v>
                </c:pt>
                <c:pt idx="7126">
                  <c:v>princessdonnachristina</c:v>
                </c:pt>
                <c:pt idx="7127">
                  <c:v>PrincessDirtyFancyPants</c:v>
                </c:pt>
                <c:pt idx="7128">
                  <c:v>princessdianamartinez</c:v>
                </c:pt>
                <c:pt idx="7129">
                  <c:v>princessdayplaymatenight</c:v>
                </c:pt>
                <c:pt idx="7130">
                  <c:v>princess_cut_diamond</c:v>
                </c:pt>
                <c:pt idx="7131">
                  <c:v>princesscrunkenergydrink</c:v>
                </c:pt>
                <c:pt idx="7132">
                  <c:v>princess_crankypants</c:v>
                </c:pt>
                <c:pt idx="7133">
                  <c:v>princesscountrybuttercup</c:v>
                </c:pt>
                <c:pt idx="7134">
                  <c:v>princessconsuelacrapbag</c:v>
                </c:pt>
                <c:pt idx="7135">
                  <c:v>princesschristinamaria</c:v>
                </c:pt>
                <c:pt idx="7136">
                  <c:v>princess_chiquis_4eva</c:v>
                </c:pt>
                <c:pt idx="7137">
                  <c:v>princesscharlotteforever</c:v>
                </c:pt>
                <c:pt idx="7138">
                  <c:v>princess_celestial_star</c:v>
                </c:pt>
                <c:pt idx="7139">
                  <c:v>princess_cassandra_lynn</c:v>
                </c:pt>
                <c:pt idx="7140">
                  <c:v>princessbuttonwillow</c:v>
                </c:pt>
                <c:pt idx="7141">
                  <c:v>princessbuttercup4eva</c:v>
                </c:pt>
                <c:pt idx="7142">
                  <c:v>princess_bubblegum15</c:v>
                </c:pt>
                <c:pt idx="7143">
                  <c:v>princessbrittanyspiro</c:v>
                </c:pt>
                <c:pt idx="7144">
                  <c:v>princessbloodyshadow</c:v>
                </c:pt>
                <c:pt idx="7145">
                  <c:v>_princessbitchslave_</c:v>
                </c:pt>
                <c:pt idx="7146">
                  <c:v>princessbiancanicole</c:v>
                </c:pt>
                <c:pt idx="7147">
                  <c:v>princess_belle_monica</c:v>
                </c:pt>
                <c:pt idx="7148">
                  <c:v>princessbatmanforever</c:v>
                </c:pt>
                <c:pt idx="7149">
                  <c:v>princessbaileymorgan</c:v>
                </c:pt>
                <c:pt idx="7150">
                  <c:v>princessbabygurl99</c:v>
                </c:pt>
                <c:pt idx="7151">
                  <c:v>princessbabygirlerica</c:v>
                </c:pt>
                <c:pt idx="7152">
                  <c:v>princessbabydramaqueen</c:v>
                </c:pt>
                <c:pt idx="7153">
                  <c:v>princess_baby_dont_forget</c:v>
                </c:pt>
                <c:pt idx="7154">
                  <c:v>princess_ashleypaige</c:v>
                </c:pt>
                <c:pt idx="7155">
                  <c:v>princessashleynicole7</c:v>
                </c:pt>
                <c:pt idx="7156">
                  <c:v>princessashleylynn05</c:v>
                </c:pt>
                <c:pt idx="7157">
                  <c:v>princess_ariel_the_first</c:v>
                </c:pt>
                <c:pt idx="7158">
                  <c:v>princess_arielle_jade</c:v>
                </c:pt>
                <c:pt idx="7159">
                  <c:v>princess_anna_banana</c:v>
                </c:pt>
                <c:pt idx="7160">
                  <c:v>princessangelamichell</c:v>
                </c:pt>
                <c:pt idx="7161">
                  <c:v>princess_amy_sparkle</c:v>
                </c:pt>
                <c:pt idx="7162">
                  <c:v>princessamyelizabeth</c:v>
                </c:pt>
                <c:pt idx="7163">
                  <c:v>princessambermichelle</c:v>
                </c:pt>
                <c:pt idx="7164">
                  <c:v>princess_aka_babygirl</c:v>
                </c:pt>
                <c:pt idx="7165">
                  <c:v>prince_royalty_hot_boy</c:v>
                </c:pt>
                <c:pt idx="7166">
                  <c:v>princehottiecharming</c:v>
                </c:pt>
                <c:pt idx="7167">
                  <c:v>prince_darling_nikki</c:v>
                </c:pt>
                <c:pt idx="7168">
                  <c:v>princecharming_himself</c:v>
                </c:pt>
                <c:pt idx="7169">
                  <c:v>princecharmingbayarea</c:v>
                </c:pt>
                <c:pt idx="7170">
                  <c:v>primitivecountrylove</c:v>
                </c:pt>
                <c:pt idx="7171">
                  <c:v>primeministerpeterock</c:v>
                </c:pt>
                <c:pt idx="7172">
                  <c:v>primaljellysocialclub</c:v>
                </c:pt>
                <c:pt idx="7173">
                  <c:v>primal_concrete_sledge_9</c:v>
                </c:pt>
                <c:pt idx="7174">
                  <c:v>prima_donna_carlotta</c:v>
                </c:pt>
                <c:pt idx="7175">
                  <c:v>priestess_queen_raye</c:v>
                </c:pt>
                <c:pt idx="7176">
                  <c:v>pridefamentertainment</c:v>
                </c:pt>
                <c:pt idx="7177">
                  <c:v>pride_and_prejudice_13</c:v>
                </c:pt>
                <c:pt idx="7178">
                  <c:v>prickly_and_poisonous</c:v>
                </c:pt>
                <c:pt idx="7179">
                  <c:v>priceforstateassembly</c:v>
                </c:pt>
                <c:pt idx="7180">
                  <c:v>preventthepaintherapy</c:v>
                </c:pt>
                <c:pt idx="7181">
                  <c:v>pretty_young_thing_14</c:v>
                </c:pt>
                <c:pt idx="7182">
                  <c:v>prettyyoungthickchick</c:v>
                </c:pt>
                <c:pt idx="7183">
                  <c:v>pretty_young_tempting</c:v>
                </c:pt>
                <c:pt idx="7184">
                  <c:v>pretty_woman_claudia</c:v>
                </c:pt>
                <c:pt idx="7185">
                  <c:v>pretty_ugly_duckling</c:v>
                </c:pt>
                <c:pt idx="7186">
                  <c:v>prettytonywhattheycallhim</c:v>
                </c:pt>
                <c:pt idx="7187">
                  <c:v>prettysparkels_forme</c:v>
                </c:pt>
                <c:pt idx="7188">
                  <c:v>pretty_soldier_sailormoon</c:v>
                </c:pt>
                <c:pt idx="7189">
                  <c:v>prettyslickforawhitechick</c:v>
                </c:pt>
                <c:pt idx="7190">
                  <c:v>prettysexychocolate08</c:v>
                </c:pt>
                <c:pt idx="7191">
                  <c:v>prettyricky_pleasure</c:v>
                </c:pt>
                <c:pt idx="7192">
                  <c:v>prettyricky_lover_4eva</c:v>
                </c:pt>
                <c:pt idx="7193">
                  <c:v>pretty_punky_princess</c:v>
                </c:pt>
                <c:pt idx="7194">
                  <c:v>prettypunkprincess82</c:v>
                </c:pt>
                <c:pt idx="7195">
                  <c:v>prettyprincessvictoria</c:v>
                </c:pt>
                <c:pt idx="7196">
                  <c:v>pretty_princess_naeema</c:v>
                </c:pt>
                <c:pt idx="7197">
                  <c:v>prettyprincessnae233</c:v>
                </c:pt>
                <c:pt idx="7198">
                  <c:v>pretty_princess_megan</c:v>
                </c:pt>
                <c:pt idx="7199">
                  <c:v>pretty_princess_karen</c:v>
                </c:pt>
                <c:pt idx="7200">
                  <c:v>prettyprincessjenn1985</c:v>
                </c:pt>
                <c:pt idx="7201">
                  <c:v>prettyprincessgurl200</c:v>
                </c:pt>
                <c:pt idx="7202">
                  <c:v>prettyprincessdaniella</c:v>
                </c:pt>
                <c:pt idx="7203">
                  <c:v>prettyprincessbarbie1</c:v>
                </c:pt>
                <c:pt idx="7204">
                  <c:v>prettyprincessballerina</c:v>
                </c:pt>
                <c:pt idx="7205">
                  <c:v>prettyprincessashley</c:v>
                </c:pt>
                <c:pt idx="7206">
                  <c:v>prettyponyprincess0</c:v>
                </c:pt>
                <c:pt idx="7207">
                  <c:v>prettypinkprincessmeg</c:v>
                </c:pt>
                <c:pt idx="7208">
                  <c:v>prettypinkprincess90</c:v>
                </c:pt>
                <c:pt idx="7209">
                  <c:v>prettypinkprincess9</c:v>
                </c:pt>
                <c:pt idx="7210">
                  <c:v>prettypinkprincess140</c:v>
                </c:pt>
                <c:pt idx="7211">
                  <c:v>prettypinkprincess13</c:v>
                </c:pt>
                <c:pt idx="7212">
                  <c:v>pretty_pink_princess_0</c:v>
                </c:pt>
                <c:pt idx="7213">
                  <c:v>_pretty_pink_princess_</c:v>
                </c:pt>
                <c:pt idx="7214">
                  <c:v>prettypinkpopdramaqueen</c:v>
                </c:pt>
                <c:pt idx="7215">
                  <c:v>prettypinkbasketcase</c:v>
                </c:pt>
                <c:pt idx="7216">
                  <c:v>prettypinkbarbiegirl</c:v>
                </c:pt>
                <c:pt idx="7217">
                  <c:v>prettypictureperfect</c:v>
                </c:pt>
                <c:pt idx="7218">
                  <c:v>pretty_people_contest</c:v>
                </c:pt>
                <c:pt idx="7219">
                  <c:v>pretty_much_love_you</c:v>
                </c:pt>
                <c:pt idx="7220">
                  <c:v>prettymuchhardcoreextreme</c:v>
                </c:pt>
                <c:pt idx="7221">
                  <c:v>prettylittletrainwreck</c:v>
                </c:pt>
                <c:pt idx="7222">
                  <c:v>pretty_little_sea_nymph</c:v>
                </c:pt>
                <c:pt idx="7223">
                  <c:v>pretty_lil_princess_1</c:v>
                </c:pt>
                <c:pt idx="7224">
                  <c:v>pretty_lil_hispanic18</c:v>
                </c:pt>
                <c:pt idx="7225">
                  <c:v>prettylildemonicprincess</c:v>
                </c:pt>
                <c:pt idx="7226">
                  <c:v>pretty_lil_countrygurl</c:v>
                </c:pt>
                <c:pt idx="7227">
                  <c:v>pretty_hotpink_princess</c:v>
                </c:pt>
                <c:pt idx="7228">
                  <c:v>pretty_hot_pink_babe</c:v>
                </c:pt>
                <c:pt idx="7229">
                  <c:v>pretty_hot_and_thick</c:v>
                </c:pt>
                <c:pt idx="7230">
                  <c:v>pretty_hot_and_tempting13</c:v>
                </c:pt>
                <c:pt idx="7231">
                  <c:v>pretty_hot_and_tempting07</c:v>
                </c:pt>
                <c:pt idx="7232">
                  <c:v>prettyhatemachine7</c:v>
                </c:pt>
                <c:pt idx="7233">
                  <c:v>pretty_hardcore_court</c:v>
                </c:pt>
                <c:pt idx="7234">
                  <c:v>prettygurl_soccer_09</c:v>
                </c:pt>
                <c:pt idx="7235">
                  <c:v>prettygurlcaroline818</c:v>
                </c:pt>
                <c:pt idx="7236">
                  <c:v>pretty_gorgeous_nicole</c:v>
                </c:pt>
                <c:pt idx="7237">
                  <c:v>prettygirl_withstyle</c:v>
                </c:pt>
                <c:pt idx="7238">
                  <c:v>pretty_girl_position</c:v>
                </c:pt>
                <c:pt idx="7239">
                  <c:v>prettygirlbikinicarwash</c:v>
                </c:pt>
                <c:pt idx="7240">
                  <c:v>prettygirlbabygurl837</c:v>
                </c:pt>
                <c:pt idx="7241">
                  <c:v>pretty_frog_princess</c:v>
                </c:pt>
                <c:pt idx="7242">
                  <c:v>prettyflyforawhiteguy85</c:v>
                </c:pt>
                <c:pt idx="7243">
                  <c:v>prettyfly_forawhitegirl</c:v>
                </c:pt>
                <c:pt idx="7244">
                  <c:v>prettyfacethickwaist</c:v>
                </c:pt>
                <c:pt idx="7245">
                  <c:v>prettydukegirl14489</c:v>
                </c:pt>
                <c:pt idx="7246">
                  <c:v>prettydeadgirlshortfilm</c:v>
                </c:pt>
                <c:pt idx="7247">
                  <c:v>pretty_cute_princess</c:v>
                </c:pt>
                <c:pt idx="7248">
                  <c:v>prettycool_stephanie</c:v>
                </c:pt>
                <c:pt idx="7249">
                  <c:v>pretty_colors_forever</c:v>
                </c:pt>
                <c:pt idx="7250">
                  <c:v>prettybutbrokenhearted</c:v>
                </c:pt>
                <c:pt idx="7251">
                  <c:v>prettybrowneyedgirl89</c:v>
                </c:pt>
                <c:pt idx="7252">
                  <c:v>prettybrowncuttiepie</c:v>
                </c:pt>
                <c:pt idx="7253">
                  <c:v>prettyboyakasweetness</c:v>
                </c:pt>
                <c:pt idx="7254">
                  <c:v>prettyblondeprincess</c:v>
                </c:pt>
                <c:pt idx="7255">
                  <c:v>prettybabyprincess4life</c:v>
                </c:pt>
                <c:pt idx="7256">
                  <c:v>pretty_baby_girl_nikki</c:v>
                </c:pt>
                <c:pt idx="7257">
                  <c:v>prettybabybutterfly0</c:v>
                </c:pt>
                <c:pt idx="7258">
                  <c:v>pretty_athletic_lady</c:v>
                </c:pt>
                <c:pt idx="7259">
                  <c:v>prettyastashleymarie</c:v>
                </c:pt>
                <c:pt idx="7260">
                  <c:v>prettyandverydemented</c:v>
                </c:pt>
                <c:pt idx="7261">
                  <c:v>pretentiousrecordstoreguy</c:v>
                </c:pt>
                <c:pt idx="7262">
                  <c:v>pretend_its_brilliant</c:v>
                </c:pt>
                <c:pt idx="7263">
                  <c:v>prestigealtoclarinet</c:v>
                </c:pt>
                <c:pt idx="7264">
                  <c:v>pressuredropmanchester</c:v>
                </c:pt>
                <c:pt idx="7265">
                  <c:v>pressthisbuttonfortragedy</c:v>
                </c:pt>
                <c:pt idx="7266">
                  <c:v>pressplayentertainmentworld</c:v>
                </c:pt>
                <c:pt idx="7267">
                  <c:v>pressplayentertainment</c:v>
                </c:pt>
                <c:pt idx="7268">
                  <c:v>presscontrolaltdelete</c:v>
                </c:pt>
                <c:pt idx="7269">
                  <c:v>presidentgeorgewashington</c:v>
                </c:pt>
                <c:pt idx="7270">
                  <c:v>presidentbasketballcoach</c:v>
                </c:pt>
                <c:pt idx="7271">
                  <c:v>present_with_god_soon</c:v>
                </c:pt>
                <c:pt idx="7272">
                  <c:v>prescriptiondodgeball</c:v>
                </c:pt>
                <c:pt idx="7273">
                  <c:v>prepared2relocate4love</c:v>
                </c:pt>
                <c:pt idx="7274">
                  <c:v>prepare4peace_pray4war</c:v>
                </c:pt>
                <c:pt idx="7275">
                  <c:v>prepaidlegaljoshandjoe</c:v>
                </c:pt>
                <c:pt idx="7276">
                  <c:v>premierpersonalprotection</c:v>
                </c:pt>
                <c:pt idx="7277">
                  <c:v>premierimageentertainment</c:v>
                </c:pt>
                <c:pt idx="7278">
                  <c:v>premaritaltonguerape</c:v>
                </c:pt>
                <c:pt idx="7279">
                  <c:v>precisionscreenprinting</c:v>
                </c:pt>
                <c:pt idx="7280">
                  <c:v>precious_pretty_gurl</c:v>
                </c:pt>
                <c:pt idx="7281">
                  <c:v>preciouspoodleprincess</c:v>
                </c:pt>
                <c:pt idx="7282">
                  <c:v>precious_pearl_4ever</c:v>
                </c:pt>
                <c:pt idx="7283">
                  <c:v>precious_loca_morenita</c:v>
                </c:pt>
                <c:pt idx="7284">
                  <c:v>Precious_Little_Sweetie</c:v>
                </c:pt>
                <c:pt idx="7285">
                  <c:v>precious_little_butterfly</c:v>
                </c:pt>
                <c:pt idx="7286">
                  <c:v>precious_island_lady</c:v>
                </c:pt>
                <c:pt idx="7287">
                  <c:v>preciousgemstone2002</c:v>
                </c:pt>
                <c:pt idx="7288">
                  <c:v>precious_demon_from_below</c:v>
                </c:pt>
                <c:pt idx="7289">
                  <c:v>preciousblondesunshine</c:v>
                </c:pt>
                <c:pt idx="7290">
                  <c:v>precious_babydoll0813</c:v>
                </c:pt>
                <c:pt idx="7291">
                  <c:v>preciousbabyboy92104</c:v>
                </c:pt>
                <c:pt idx="7292">
                  <c:v>precious_applebottom</c:v>
                </c:pt>
                <c:pt idx="7293">
                  <c:v>preciousanimegirl025</c:v>
                </c:pt>
                <c:pt idx="7294">
                  <c:v>precious_angel_forever</c:v>
                </c:pt>
                <c:pt idx="7295">
                  <c:v>praytherosaryeveryday</c:v>
                </c:pt>
                <c:pt idx="7296">
                  <c:v>praisetoidinaandaustin</c:v>
                </c:pt>
                <c:pt idx="7297">
                  <c:v>praisetheloudsilkscreen</c:v>
                </c:pt>
                <c:pt idx="7298">
                  <c:v>praise_and_worship_team</c:v>
                </c:pt>
                <c:pt idx="7299">
                  <c:v>practicing_the_silence</c:v>
                </c:pt>
                <c:pt idx="7300">
                  <c:v>practicethekissingscene</c:v>
                </c:pt>
                <c:pt idx="7301">
                  <c:v>practice_page4brande</c:v>
                </c:pt>
                <c:pt idx="7302">
                  <c:v>practiceachieveperfection</c:v>
                </c:pt>
                <c:pt idx="7303">
                  <c:v>practicaltrainedkillas</c:v>
                </c:pt>
                <c:pt idx="7304">
                  <c:v>practicalselfdefense</c:v>
                </c:pt>
                <c:pt idx="7305">
                  <c:v>powersportsunlimited</c:v>
                </c:pt>
                <c:pt idx="7306">
                  <c:v>power_ranger_equality</c:v>
                </c:pt>
                <c:pt idx="7307">
                  <c:v>__powerpuff__blossom__</c:v>
                </c:pt>
                <c:pt idx="7308">
                  <c:v>powerlunchproduction</c:v>
                </c:pt>
                <c:pt idx="7309">
                  <c:v>powerfulbeyondmeasure</c:v>
                </c:pt>
                <c:pt idx="7310">
                  <c:v>powerentertainmentgroup</c:v>
                </c:pt>
                <c:pt idx="7311">
                  <c:v>powerbreathandlivingwater</c:v>
                </c:pt>
                <c:pt idx="7312">
                  <c:v>power2thewhitepeople</c:v>
                </c:pt>
                <c:pt idx="7313">
                  <c:v>powderedtoastman2082</c:v>
                </c:pt>
                <c:pt idx="7314">
                  <c:v>_powdered_toast_man_</c:v>
                </c:pt>
                <c:pt idx="7315">
                  <c:v>powdered_sweet_taste01</c:v>
                </c:pt>
                <c:pt idx="7316">
                  <c:v>powbiffsmackwallopbatman</c:v>
                </c:pt>
                <c:pt idx="7317">
                  <c:v>povertyneckhillbillygirl</c:v>
                </c:pt>
                <c:pt idx="7318">
                  <c:v>povertyjetsetofficial</c:v>
                </c:pt>
                <c:pt idx="7319">
                  <c:v>pour_thechampagne_darling</c:v>
                </c:pt>
                <c:pt idx="7320">
                  <c:v>pouringcrimsonregret521</c:v>
                </c:pt>
                <c:pt idx="7321">
                  <c:v>poultrymeatandfishflavour</c:v>
                </c:pt>
                <c:pt idx="7322">
                  <c:v>pottytraininggonebad</c:v>
                </c:pt>
                <c:pt idx="7323">
                  <c:v>potterjessicahaley721</c:v>
                </c:pt>
                <c:pt idx="7324">
                  <c:v>potsmokinghatchetman</c:v>
                </c:pt>
                <c:pt idx="7325">
                  <c:v>potentiallygoodmusic</c:v>
                </c:pt>
                <c:pt idx="7326">
                  <c:v>potatoes_arent_that_cool</c:v>
                </c:pt>
                <c:pt idx="7327">
                  <c:v>potatoes_are_awesome</c:v>
                </c:pt>
                <c:pt idx="7328">
                  <c:v>potatoesandcheesecake</c:v>
                </c:pt>
                <c:pt idx="7329">
                  <c:v>poststructuralismrox</c:v>
                </c:pt>
                <c:pt idx="7330">
                  <c:v>postmodernintellectual</c:v>
                </c:pt>
                <c:pt idx="7331">
                  <c:v>postmodernbeautyqueen</c:v>
                </c:pt>
                <c:pt idx="7332">
                  <c:v>postconcertdancecompany</c:v>
                </c:pt>
                <c:pt idx="7333">
                  <c:v>possessed_little_child</c:v>
                </c:pt>
                <c:pt idx="7334">
                  <c:v>possessedguitarwarrior</c:v>
                </c:pt>
                <c:pt idx="7335">
                  <c:v>positive_placement_tattoo</c:v>
                </c:pt>
                <c:pt idx="7336">
                  <c:v>positive_little_angel</c:v>
                </c:pt>
                <c:pt idx="7337">
                  <c:v>positionclosedofficial</c:v>
                </c:pt>
                <c:pt idx="7338">
                  <c:v>position9_girlsonly</c:v>
                </c:pt>
                <c:pt idx="7339">
                  <c:v>portsmouthlightercompany</c:v>
                </c:pt>
                <c:pt idx="7340">
                  <c:v>portsaintluciehighschool</c:v>
                </c:pt>
                <c:pt idx="7341">
                  <c:v>portlandporcelainveneer</c:v>
                </c:pt>
                <c:pt idx="7342">
                  <c:v>portlandfilmcollective</c:v>
                </c:pt>
                <c:pt idx="7343">
                  <c:v>porter_probaseball_player</c:v>
                </c:pt>
                <c:pt idx="7344">
                  <c:v>portcitylegendkiller</c:v>
                </c:pt>
                <c:pt idx="7345">
                  <c:v>portchestercoachdiner</c:v>
                </c:pt>
                <c:pt idx="7346">
                  <c:v>port_charlotte_comedy</c:v>
                </c:pt>
                <c:pt idx="7347">
                  <c:v>portapottyracoonlover</c:v>
                </c:pt>
                <c:pt idx="7348">
                  <c:v>porridge_springsteen</c:v>
                </c:pt>
                <c:pt idx="7349">
                  <c:v>pork_chop_concertguy</c:v>
                </c:pt>
                <c:pt idx="7350">
                  <c:v>porchmonkey4life1993</c:v>
                </c:pt>
                <c:pt idx="7351">
                  <c:v>porcelainveneerseattle</c:v>
                </c:pt>
                <c:pt idx="7352">
                  <c:v>porcelain_browneyed_girl</c:v>
                </c:pt>
                <c:pt idx="7353">
                  <c:v>pop_will_eat_itself0</c:v>
                </c:pt>
                <c:pt idx="7354">
                  <c:v>pop_went_the_present</c:v>
                </c:pt>
                <c:pt idx="7355">
                  <c:v>populationcontrolbooking</c:v>
                </c:pt>
                <c:pt idx="7356">
                  <c:v>popularentertainmentgroup</c:v>
                </c:pt>
                <c:pt idx="7357">
                  <c:v>poptartcookiemonster</c:v>
                </c:pt>
                <c:pt idx="7358">
                  <c:v>poprockscokesmackbang</c:v>
                </c:pt>
                <c:pt idx="7359">
                  <c:v>poppunkprincess2loveyou</c:v>
                </c:pt>
                <c:pt idx="7360">
                  <c:v>pop_off_entertainment</c:v>
                </c:pt>
                <c:pt idx="7361">
                  <c:v>popeyethesailorman41</c:v>
                </c:pt>
                <c:pt idx="7362">
                  <c:v>popeye_the_sailorman</c:v>
                </c:pt>
                <c:pt idx="7363">
                  <c:v>popcornsuperhetreceived</c:v>
                </c:pt>
                <c:pt idx="7364">
                  <c:v>popcornandstringcheese</c:v>
                </c:pt>
                <c:pt idx="7365">
                  <c:v>pooroldfashionedbaby</c:v>
                </c:pt>
                <c:pt idx="7366">
                  <c:v>poorlychosenscreenname</c:v>
                </c:pt>
                <c:pt idx="7367">
                  <c:v>_poor_little_monkey_</c:v>
                </c:pt>
                <c:pt idx="7368">
                  <c:v>poorlittleluckystrike</c:v>
                </c:pt>
                <c:pt idx="7369">
                  <c:v>pooranimalunderstudy</c:v>
                </c:pt>
                <c:pt idx="7370">
                  <c:v>poopsandthecornbread</c:v>
                </c:pt>
                <c:pt idx="7371">
                  <c:v>poolbeachsummerlovefun</c:v>
                </c:pt>
                <c:pt idx="7372">
                  <c:v>poohbearprincessjazzy</c:v>
                </c:pt>
                <c:pt idx="7373">
                  <c:v>___poohbear___harrypotter</c:v>
                </c:pt>
                <c:pt idx="7374">
                  <c:v>pooh_bear_eats_honey</c:v>
                </c:pt>
                <c:pt idx="7375">
                  <c:v>pontoonpelicanpussycat</c:v>
                </c:pt>
                <c:pt idx="7376">
                  <c:v>ponchocreativedesign</c:v>
                </c:pt>
                <c:pt idx="7377">
                  <c:v>polymorphbodypiercing</c:v>
                </c:pt>
                <c:pt idx="7378">
                  <c:v>pollyanddashabestfriend1997</c:v>
                </c:pt>
                <c:pt idx="7379">
                  <c:v>polkcountyredneck83</c:v>
                </c:pt>
                <c:pt idx="7380">
                  <c:v>polkapeteandhisorchestra</c:v>
                </c:pt>
                <c:pt idx="7381">
                  <c:v>polka_dotted_tragedy</c:v>
                </c:pt>
                <c:pt idx="7382">
                  <c:v>polkadotprincess2903</c:v>
                </c:pt>
                <c:pt idx="7383">
                  <c:v>politicaldancingprincess</c:v>
                </c:pt>
                <c:pt idx="7384">
                  <c:v>politicalagendapeace</c:v>
                </c:pt>
                <c:pt idx="7385">
                  <c:v>polish_diesel_performance</c:v>
                </c:pt>
                <c:pt idx="7386">
                  <c:v>police_constable_strong</c:v>
                </c:pt>
                <c:pt idx="7387">
                  <c:v>pokeyvalentineguitarist1</c:v>
                </c:pt>
                <c:pt idx="7388">
                  <c:v>pokertattooandpiercing</c:v>
                </c:pt>
                <c:pt idx="7389">
                  <c:v>poisonivyentertainment1</c:v>
                </c:pt>
                <c:pt idx="7390">
                  <c:v>poised_penguin_pusher</c:v>
                </c:pt>
                <c:pt idx="7391">
                  <c:v>_poiseandrationality</c:v>
                </c:pt>
                <c:pt idx="7392">
                  <c:v>pointlessmentalcruelty</c:v>
                </c:pt>
                <c:pt idx="7393">
                  <c:v>point44caliberkiller</c:v>
                </c:pt>
                <c:pt idx="7394">
                  <c:v>poetprophetphilosopher</c:v>
                </c:pt>
                <c:pt idx="7395">
                  <c:v>poet4lifealwaysandforever</c:v>
                </c:pt>
                <c:pt idx="7396">
                  <c:v>pocketprotectorposse</c:v>
                </c:pt>
                <c:pt idx="7397">
                  <c:v>plushponyiceprincess</c:v>
                </c:pt>
                <c:pt idx="7398">
                  <c:v>plump_perfection4eva</c:v>
                </c:pt>
                <c:pt idx="7399">
                  <c:v>plumflowerembroidery</c:v>
                </c:pt>
                <c:pt idx="7400">
                  <c:v>plumbingcherrypoppindaddy</c:v>
                </c:pt>
                <c:pt idx="7401">
                  <c:v>plum_always_and_4ever</c:v>
                </c:pt>
                <c:pt idx="7402">
                  <c:v>pluckedrightfromthebrain</c:v>
                </c:pt>
                <c:pt idx="7403">
                  <c:v>pluckedfromobscurity</c:v>
                </c:pt>
                <c:pt idx="7404">
                  <c:v>ploughthroughthischapter</c:v>
                </c:pt>
                <c:pt idx="7405">
                  <c:v>plentifulsexkitten02</c:v>
                </c:pt>
                <c:pt idx="7406">
                  <c:v>pleasureyourwayallday</c:v>
                </c:pt>
                <c:pt idx="7407">
                  <c:v>pleasureyoucantmeasure</c:v>
                </c:pt>
                <c:pt idx="7408">
                  <c:v>pleasureislandclubdread</c:v>
                </c:pt>
                <c:pt idx="7409">
                  <c:v>pleasurablepainclothing</c:v>
                </c:pt>
                <c:pt idx="7410">
                  <c:v>please_taste_the_rainbow</c:v>
                </c:pt>
                <c:pt idx="7411">
                  <c:v>please_stop_killing_music</c:v>
                </c:pt>
                <c:pt idx="7412">
                  <c:v>pleaserefrainfromknocking</c:v>
                </c:pt>
                <c:pt idx="7413">
                  <c:v>pleaseletthisonework</c:v>
                </c:pt>
                <c:pt idx="7414">
                  <c:v>please_enter_name_here</c:v>
                </c:pt>
                <c:pt idx="7415">
                  <c:v>please_dont_eat_that</c:v>
                </c:pt>
                <c:pt idx="7416">
                  <c:v>pleasantvalleyyouthgroup</c:v>
                </c:pt>
                <c:pt idx="7417">
                  <c:v>pleasantvalleylibrary</c:v>
                </c:pt>
                <c:pt idx="7418">
                  <c:v>pleasantstreetconspiracy</c:v>
                </c:pt>
                <c:pt idx="7419">
                  <c:v>plazaworldalldayeveryday</c:v>
                </c:pt>
                <c:pt idx="7420">
                  <c:v>playwithmatchsnothearts</c:v>
                </c:pt>
                <c:pt idx="7421">
                  <c:v>playthatgothicmusicwhiteboy</c:v>
                </c:pt>
                <c:pt idx="7422">
                  <c:v>playthatfunkymusicwhiteboy</c:v>
                </c:pt>
                <c:pt idx="7423">
                  <c:v>play_that_funkymusic</c:v>
                </c:pt>
                <c:pt idx="7424">
                  <c:v>playstation3_warehouse</c:v>
                </c:pt>
                <c:pt idx="7425">
                  <c:v>playstation3fistfight</c:v>
                </c:pt>
                <c:pt idx="7426">
                  <c:v>playmatestripper4life</c:v>
                </c:pt>
                <c:pt idx="7427">
                  <c:v>play_long_love_longer</c:v>
                </c:pt>
                <c:pt idx="7428">
                  <c:v>playlearnlivewithstyle</c:v>
                </c:pt>
                <c:pt idx="7429">
                  <c:v>playingwithnuclearfire</c:v>
                </c:pt>
                <c:pt idx="7430">
                  <c:v>playhannahmate212121</c:v>
                </c:pt>
                <c:pt idx="7431">
                  <c:v>playgurlprincessrena</c:v>
                </c:pt>
                <c:pt idx="7432">
                  <c:v>playgroundlegendband</c:v>
                </c:pt>
                <c:pt idx="7433">
                  <c:v>playgroundeventproduction</c:v>
                </c:pt>
                <c:pt idx="7434">
                  <c:v>playgirl_princess_melanie</c:v>
                </c:pt>
                <c:pt idx="7435">
                  <c:v>playgirl_princess_2007</c:v>
                </c:pt>
                <c:pt idx="7436">
                  <c:v>playgirlallnightlong</c:v>
                </c:pt>
                <c:pt idx="7437">
                  <c:v>playfulpartytimegirl</c:v>
                </c:pt>
                <c:pt idx="7438">
                  <c:v>playforpleasurehomeparty</c:v>
                </c:pt>
                <c:pt idx="7439">
                  <c:v>playdicewiththeuniverse</c:v>
                </c:pt>
                <c:pt idx="7440">
                  <c:v>playdeadillplayalong</c:v>
                </c:pt>
                <c:pt idx="7441">
                  <c:v>playboy_talent_scout</c:v>
                </c:pt>
                <c:pt idx="7442">
                  <c:v>playboy_rebel_bunnie</c:v>
                </c:pt>
                <c:pt idx="7443">
                  <c:v>PlayboyPrincess4life</c:v>
                </c:pt>
                <c:pt idx="7444">
                  <c:v>playboypenguin_bridgette</c:v>
                </c:pt>
                <c:pt idx="7445">
                  <c:v>playboy_central_51_bitch</c:v>
                </c:pt>
                <c:pt idx="7446">
                  <c:v>playboybunnystar29741</c:v>
                </c:pt>
                <c:pt idx="7447">
                  <c:v>playboy_bunny_mate_200</c:v>
                </c:pt>
                <c:pt idx="7448">
                  <c:v>_playboy_bunny_lover_</c:v>
                </c:pt>
                <c:pt idx="7449">
                  <c:v>playboy_bunny_girl14</c:v>
                </c:pt>
                <c:pt idx="7450">
                  <c:v>playboybunnyfromhell</c:v>
                </c:pt>
                <c:pt idx="7451">
                  <c:v>playboy_bunny_chick17</c:v>
                </c:pt>
                <c:pt idx="7452">
                  <c:v>playboybunnychick101</c:v>
                </c:pt>
                <c:pt idx="7453">
                  <c:v>playboy_bunny_bitch_9</c:v>
                </c:pt>
                <c:pt idx="7454">
                  <c:v>playboybunnybabe4life</c:v>
                </c:pt>
                <c:pt idx="7455">
                  <c:v>playboy_bunny_angel17</c:v>
                </c:pt>
                <c:pt idx="7456">
                  <c:v>playanothersweetsong</c:v>
                </c:pt>
                <c:pt idx="7457">
                  <c:v>playalyndasurfergirl</c:v>
                </c:pt>
                <c:pt idx="7458">
                  <c:v>platypuspilotcommunique</c:v>
                </c:pt>
                <c:pt idx="7459">
                  <c:v>platovisionaryphilosopher</c:v>
                </c:pt>
                <c:pt idx="7460">
                  <c:v>platinumsunnentertainment</c:v>
                </c:pt>
                <c:pt idx="7461">
                  <c:v>platinumrecordoperation</c:v>
                </c:pt>
                <c:pt idx="7462">
                  <c:v>platinumproductionsny</c:v>
                </c:pt>
                <c:pt idx="7463">
                  <c:v>platinum_mixed_4_life</c:v>
                </c:pt>
                <c:pt idx="7464">
                  <c:v>platinummarketinggroup</c:v>
                </c:pt>
                <c:pt idx="7465">
                  <c:v>platinumlevelentertainment</c:v>
                </c:pt>
                <c:pt idx="7466">
                  <c:v>platinumkatentertainment</c:v>
                </c:pt>
                <c:pt idx="7467">
                  <c:v>platinumboundmusicgroup</c:v>
                </c:pt>
                <c:pt idx="7468">
                  <c:v>platinumartistsearch1</c:v>
                </c:pt>
                <c:pt idx="7469">
                  <c:v>plastictrashprincess</c:v>
                </c:pt>
                <c:pt idx="7470">
                  <c:v>plasticthingonashoelace</c:v>
                </c:pt>
                <c:pt idx="7471">
                  <c:v>plastic_loveless_letter</c:v>
                </c:pt>
                <c:pt idx="7472">
                  <c:v>plasticfashionbandpage</c:v>
                </c:pt>
                <c:pt idx="7473">
                  <c:v>plasticfantasticjewelry</c:v>
                </c:pt>
                <c:pt idx="7474">
                  <c:v>planktonwillruletheworld</c:v>
                </c:pt>
                <c:pt idx="7475">
                  <c:v>planethollywoodresort</c:v>
                </c:pt>
                <c:pt idx="7476">
                  <c:v>planetgranitehustler</c:v>
                </c:pt>
                <c:pt idx="7477">
                  <c:v>planetexpressshipmusic</c:v>
                </c:pt>
                <c:pt idx="7478">
                  <c:v>planetdancejumpyjosh</c:v>
                </c:pt>
                <c:pt idx="7479">
                  <c:v>planetbudtron420nebula</c:v>
                </c:pt>
                <c:pt idx="7480">
                  <c:v>planetbeacholdmetairie</c:v>
                </c:pt>
                <c:pt idx="7481">
                  <c:v>plan4tomorrowparty2night</c:v>
                </c:pt>
                <c:pt idx="7482">
                  <c:v>plain_yellow_mustard</c:v>
                </c:pt>
                <c:pt idx="7483">
                  <c:v>plagiarizingtheapocalypse</c:v>
                </c:pt>
                <c:pt idx="7484">
                  <c:v>placetobewitthequeen9</c:v>
                </c:pt>
                <c:pt idx="7485">
                  <c:v>pixie_tinkerbell99</c:v>
                </c:pt>
                <c:pt idx="7486">
                  <c:v>pittsburghsteelersong</c:v>
                </c:pt>
                <c:pt idx="7487">
                  <c:v>pittsburghsteelerfan</c:v>
                </c:pt>
                <c:pt idx="7488">
                  <c:v>pittsburghrollerhockey</c:v>
                </c:pt>
                <c:pt idx="7489">
                  <c:v>pith_helmeted_maniac</c:v>
                </c:pt>
                <c:pt idx="7490">
                  <c:v>pitchblackphotography</c:v>
                </c:pt>
                <c:pt idx="7491">
                  <c:v>pitbull_fighting_champ07</c:v>
                </c:pt>
                <c:pt idx="7492">
                  <c:v>piston_basketball4ever</c:v>
                </c:pt>
                <c:pt idx="7493">
                  <c:v>pissingtheyellowfantastic</c:v>
                </c:pt>
                <c:pt idx="7494">
                  <c:v>PirateMonkeyPrincess</c:v>
                </c:pt>
                <c:pt idx="7495">
                  <c:v>pirate_juice_not_poison</c:v>
                </c:pt>
                <c:pt idx="7496">
                  <c:v>piratehookersarefunny</c:v>
                </c:pt>
                <c:pt idx="7497">
                  <c:v>pirate_fanatic_giselle</c:v>
                </c:pt>
                <c:pt idx="7498">
                  <c:v>pipsqueakloveslingling</c:v>
                </c:pt>
                <c:pt idx="7499">
                  <c:v>piper_phoebe_and_paige</c:v>
                </c:pt>
                <c:pt idx="7500">
                  <c:v>piperelizabethhalliwell</c:v>
                </c:pt>
                <c:pt idx="7501">
                  <c:v>pipbransoncorporation</c:v>
                </c:pt>
                <c:pt idx="7502">
                  <c:v>pioneersinparanoiddysfunction</c:v>
                </c:pt>
                <c:pt idx="7503">
                  <c:v>pintaandhergardengrove</c:v>
                </c:pt>
                <c:pt idx="7504">
                  <c:v>pinkystarfish_maroonheart</c:v>
                </c:pt>
                <c:pt idx="7505">
                  <c:v>pinkystarfishgurl_1</c:v>
                </c:pt>
                <c:pt idx="7506">
                  <c:v>pinky_fashionprincess</c:v>
                </c:pt>
                <c:pt idx="7507">
                  <c:v>pinkyandthebrainracing</c:v>
                </c:pt>
                <c:pt idx="7508">
                  <c:v>pinkwithbabybluetester</c:v>
                </c:pt>
                <c:pt idx="7509">
                  <c:v>pinksugarandblackspice12</c:v>
                </c:pt>
                <c:pt idx="7510">
                  <c:v>pink_strawberry_sunshine</c:v>
                </c:pt>
                <c:pt idx="7511">
                  <c:v>pink_strawberry_baller99</c:v>
                </c:pt>
                <c:pt idx="7512">
                  <c:v>pink_ribbonsare_love</c:v>
                </c:pt>
                <c:pt idx="7513">
                  <c:v>pink_princess_tina24</c:v>
                </c:pt>
                <c:pt idx="7514">
                  <c:v>pinkprincessmichelle</c:v>
                </c:pt>
                <c:pt idx="7515">
                  <c:v>pinkprincessforever215</c:v>
                </c:pt>
                <c:pt idx="7516">
                  <c:v>pinkprincesscrystal008</c:v>
                </c:pt>
                <c:pt idx="7517">
                  <c:v>pinkpowerrangerfromhell</c:v>
                </c:pt>
                <c:pt idx="7518">
                  <c:v>pink_powder_princess</c:v>
                </c:pt>
                <c:pt idx="7519">
                  <c:v>pinkpolkadottedpurple</c:v>
                </c:pt>
                <c:pt idx="7520">
                  <c:v>pink_polka_dot_bikini</c:v>
                </c:pt>
                <c:pt idx="7521">
                  <c:v>pink_playboy_bunny55</c:v>
                </c:pt>
                <c:pt idx="7522">
                  <c:v>pink_play_boy_bunny08</c:v>
                </c:pt>
                <c:pt idx="7523">
                  <c:v>pinkplaidpajamapants</c:v>
                </c:pt>
                <c:pt idx="7524">
                  <c:v>pink_passionate_taste</c:v>
                </c:pt>
                <c:pt idx="7525">
                  <c:v>pinkpantherprincess4ever</c:v>
                </c:pt>
                <c:pt idx="7526">
                  <c:v>pinkpantherladies39</c:v>
                </c:pt>
                <c:pt idx="7527">
                  <c:v>pinkpanthergirl24504</c:v>
                </c:pt>
                <c:pt idx="7528">
                  <c:v>pinkpantherbubblelewis</c:v>
                </c:pt>
                <c:pt idx="7529">
                  <c:v>pinkmysticforceranger</c:v>
                </c:pt>
                <c:pt idx="7530">
                  <c:v>pinkluminousinvocation</c:v>
                </c:pt>
                <c:pt idx="7531">
                  <c:v>pinkieswear_photography</c:v>
                </c:pt>
                <c:pt idx="7532">
                  <c:v>Pink_Ice_Princess_2010</c:v>
                </c:pt>
                <c:pt idx="7533">
                  <c:v>pinkhotprincessqueen</c:v>
                </c:pt>
                <c:pt idx="7534">
                  <c:v>pinkhelmetharleychick</c:v>
                </c:pt>
                <c:pt idx="7535">
                  <c:v>pinkgoesgoodwithgreen</c:v>
                </c:pt>
                <c:pt idx="7536">
                  <c:v>pinkfrostedsugarcookie</c:v>
                </c:pt>
                <c:pt idx="7537">
                  <c:v>pinkflipflopprincess</c:v>
                </c:pt>
                <c:pt idx="7538">
                  <c:v>pinkelephantsinlemonade</c:v>
                </c:pt>
                <c:pt idx="7539">
                  <c:v>pinkelephantpromotion</c:v>
                </c:pt>
                <c:pt idx="7540">
                  <c:v>pinkelephantprincess</c:v>
                </c:pt>
                <c:pt idx="7541">
                  <c:v>pinkelephantfromchina</c:v>
                </c:pt>
                <c:pt idx="7542">
                  <c:v>pinkdiamondqueenpooh</c:v>
                </c:pt>
                <c:pt idx="7543">
                  <c:v>pink_diamond_princess_21</c:v>
                </c:pt>
                <c:pt idx="7544">
                  <c:v>pinkdiamondprincess1</c:v>
                </c:pt>
                <c:pt idx="7545">
                  <c:v>pinkdiamondmanagement</c:v>
                </c:pt>
                <c:pt idx="7546">
                  <c:v>pink_cotton_candy_gurl</c:v>
                </c:pt>
                <c:pt idx="7547">
                  <c:v>pink_cookiemonster_500</c:v>
                </c:pt>
                <c:pt idx="7548">
                  <c:v>pinkcheese_greengoat</c:v>
                </c:pt>
                <c:pt idx="7549">
                  <c:v>pinkcheesegreenghost</c:v>
                </c:pt>
                <c:pt idx="7550">
                  <c:v>pinkcandy_totallyrad</c:v>
                </c:pt>
                <c:pt idx="7551">
                  <c:v>pinkbutteflylayoutpreview</c:v>
                </c:pt>
                <c:pt idx="7552">
                  <c:v>pinkblackwhite_layout</c:v>
                </c:pt>
                <c:pt idx="7553">
                  <c:v>pink_belt_rockerdude15</c:v>
                </c:pt>
                <c:pt idx="7554">
                  <c:v>pinkandpurpleforever</c:v>
                </c:pt>
                <c:pt idx="7555">
                  <c:v>pinkandorangeprincess19</c:v>
                </c:pt>
                <c:pt idx="7556">
                  <c:v>pink_and_black_rainbow</c:v>
                </c:pt>
                <c:pt idx="7557">
                  <c:v>pinheadfromhellraiser</c:v>
                </c:pt>
                <c:pt idx="7558">
                  <c:v>pineridgereservation</c:v>
                </c:pt>
                <c:pt idx="7559">
                  <c:v>pineridgeentertainment</c:v>
                </c:pt>
                <c:pt idx="7560">
                  <c:v>pinemountainrailroad</c:v>
                </c:pt>
                <c:pt idx="7561">
                  <c:v>pineapplesaregood100</c:v>
                </c:pt>
                <c:pt idx="7562">
                  <c:v>pineapple.prettygirl</c:v>
                </c:pt>
                <c:pt idx="7563">
                  <c:v>pinchcheekfeedcookie</c:v>
                </c:pt>
                <c:pt idx="7564">
                  <c:v>pinarecordAKAjonathan</c:v>
                </c:pt>
                <c:pt idx="7565">
                  <c:v>pimpsticksandgoldfish</c:v>
                </c:pt>
                <c:pt idx="7566">
                  <c:v>pimp_master_whiteboy</c:v>
                </c:pt>
                <c:pt idx="7567">
                  <c:v>pimpmancookiemonster</c:v>
                </c:pt>
                <c:pt idx="7568">
                  <c:v>pimpjuicethepromoter</c:v>
                </c:pt>
                <c:pt idx="7569">
                  <c:v>pimpinwithhoneyandmoney</c:v>
                </c:pt>
                <c:pt idx="7570">
                  <c:v>pimpinnnaptown317420</c:v>
                </c:pt>
                <c:pt idx="7571">
                  <c:v>pimpingaroundtheworld1</c:v>
                </c:pt>
                <c:pt idx="7572">
                  <c:v>pimpingallovertheworld7</c:v>
                </c:pt>
                <c:pt idx="7573">
                  <c:v>pilieva.adriana123321</c:v>
                </c:pt>
                <c:pt idx="7574">
                  <c:v>pigsarecreepyandugly</c:v>
                </c:pt>
                <c:pt idx="7575">
                  <c:v>pigletandtigger11871</c:v>
                </c:pt>
                <c:pt idx="7576">
                  <c:v>piggylexicookiemonster</c:v>
                </c:pt>
                <c:pt idx="7577">
                  <c:v>piggyandchocolatebutt</c:v>
                </c:pt>
                <c:pt idx="7578">
                  <c:v>pierson_hood_mob_bitch</c:v>
                </c:pt>
                <c:pt idx="7579">
                  <c:v>piercedfromwithinband</c:v>
                </c:pt>
                <c:pt idx="7580">
                  <c:v>pierceddrummerfreak</c:v>
                </c:pt>
                <c:pt idx="7581">
                  <c:v>picturesareeverything</c:v>
                </c:pt>
                <c:pt idx="7582">
                  <c:v>picture_perfect_party_gur</c:v>
                </c:pt>
                <c:pt idx="7583">
                  <c:v>picture_perfect_modeling</c:v>
                </c:pt>
                <c:pt idx="7584">
                  <c:v>pictureperfecthannah</c:v>
                </c:pt>
                <c:pt idx="7585">
                  <c:v>pictureimperfecttheband</c:v>
                </c:pt>
                <c:pt idx="7586">
                  <c:v>picadillycircusclown</c:v>
                </c:pt>
                <c:pt idx="7587">
                  <c:v>pianofeedbackdistortion</c:v>
                </c:pt>
                <c:pt idx="7588">
                  <c:v>physicaltherapydoctor</c:v>
                </c:pt>
                <c:pt idx="7589">
                  <c:v>phototyphoonphotography</c:v>
                </c:pt>
                <c:pt idx="7590">
                  <c:v>phoenixrisingfromtheashes</c:v>
                </c:pt>
                <c:pt idx="7591">
                  <c:v>phoenix_reborn_again</c:v>
                </c:pt>
                <c:pt idx="7592">
                  <c:v>phoenixministerevangelist</c:v>
                </c:pt>
                <c:pt idx="7593">
                  <c:v>phoenixkatherineflame</c:v>
                </c:pt>
                <c:pt idx="7594">
                  <c:v>phoenix_deadly_romance</c:v>
                </c:pt>
                <c:pt idx="7595">
                  <c:v>phoenixcarcleaningservice</c:v>
                </c:pt>
                <c:pt idx="7596">
                  <c:v>phoenix_and_the_harlot</c:v>
                </c:pt>
                <c:pt idx="7597">
                  <c:v>phisigbridgewaterstate</c:v>
                </c:pt>
                <c:pt idx="7598">
                  <c:v>phillyclublivefromtha215</c:v>
                </c:pt>
                <c:pt idx="7599">
                  <c:v>phillycheesesteak_5</c:v>
                </c:pt>
                <c:pt idx="7600">
                  <c:v>phillycheesesteak1992</c:v>
                </c:pt>
                <c:pt idx="7601">
                  <c:v>phillycheeseandjessica</c:v>
                </c:pt>
                <c:pt idx="7602">
                  <c:v>phillis_the_gay_lord</c:v>
                </c:pt>
                <c:pt idx="7603">
                  <c:v>philipinthemetalguitarist</c:v>
                </c:pt>
                <c:pt idx="7604">
                  <c:v>phil_from_the_future</c:v>
                </c:pt>
                <c:pt idx="7605">
                  <c:v>philboydandthehiddentwin</c:v>
                </c:pt>
                <c:pt idx="7606">
                  <c:v>philbentleystreetteam</c:v>
                </c:pt>
                <c:pt idx="7607">
                  <c:v>philandkristyforever</c:v>
                </c:pt>
                <c:pt idx="7608">
                  <c:v>philadelphiasoulfansite</c:v>
                </c:pt>
                <c:pt idx="7609">
                  <c:v>philadelphiamusicreview</c:v>
                </c:pt>
                <c:pt idx="7610">
                  <c:v>philadelphiamainline</c:v>
                </c:pt>
                <c:pt idx="7611">
                  <c:v>philadelphiajerseygirl</c:v>
                </c:pt>
                <c:pt idx="7612">
                  <c:v>phenomenonyouthgroup</c:v>
                </c:pt>
                <c:pt idx="7613">
                  <c:v>phase_2_the_original</c:v>
                </c:pt>
                <c:pt idx="7614">
                  <c:v>phantom_thief_network</c:v>
                </c:pt>
                <c:pt idx="7615">
                  <c:v>peytonmanningfanpage</c:v>
                </c:pt>
                <c:pt idx="7616">
                  <c:v>peytonhappywithlucas</c:v>
                </c:pt>
                <c:pt idx="7617">
                  <c:v>peyton_elizabeth_sawyer0</c:v>
                </c:pt>
                <c:pt idx="7618">
                  <c:v>petethesnowboarder8</c:v>
                </c:pt>
                <c:pt idx="7619">
                  <c:v>peter_the_guitar_dude</c:v>
                </c:pt>
                <c:pt idx="7620">
                  <c:v>peterthegreatandguitar</c:v>
                </c:pt>
                <c:pt idx="7621">
                  <c:v>petersen_stephanie09</c:v>
                </c:pt>
                <c:pt idx="7622">
                  <c:v>peter_parker_spiderman</c:v>
                </c:pt>
                <c:pt idx="7623">
                  <c:v>peterparkerandspiderman</c:v>
                </c:pt>
                <c:pt idx="7624">
                  <c:v>peterparker2spiderman</c:v>
                </c:pt>
                <c:pt idx="7625">
                  <c:v>PETERPANNEVERLAND1234578910</c:v>
                </c:pt>
                <c:pt idx="7626">
                  <c:v>petergriffinforpresident</c:v>
                </c:pt>
                <c:pt idx="7627">
                  <c:v>peter_griffin_4_president</c:v>
                </c:pt>
                <c:pt idx="7628">
                  <c:v>peterfischerguitarplayer</c:v>
                </c:pt>
                <c:pt idx="7629">
                  <c:v>peterferguson_baseball</c:v>
                </c:pt>
                <c:pt idx="7630">
                  <c:v>peter_family_guy_griffin</c:v>
                </c:pt>
                <c:pt idx="7631">
                  <c:v>peterdigitalorchestra</c:v>
                </c:pt>
                <c:pt idx="7632">
                  <c:v>petercrouchrobotdancesong</c:v>
                </c:pt>
                <c:pt idx="7633">
                  <c:v>peterbuiltwreckingmachine</c:v>
                </c:pt>
                <c:pt idx="7634">
                  <c:v>peterandpauline4ever</c:v>
                </c:pt>
                <c:pt idx="7635">
                  <c:v>peterandjacquiecampbell</c:v>
                </c:pt>
                <c:pt idx="7636">
                  <c:v>petelindstrom_photography</c:v>
                </c:pt>
                <c:pt idx="7637">
                  <c:v>petefromdownthestreet</c:v>
                </c:pt>
                <c:pt idx="7638">
                  <c:v>peteandchuckextravaganza</c:v>
                </c:pt>
                <c:pt idx="7639">
                  <c:v>pesky_the_flying_pig</c:v>
                </c:pt>
                <c:pt idx="7640">
                  <c:v>pervertedtwistedfreak</c:v>
                </c:pt>
                <c:pt idx="7641">
                  <c:v>perverseskullcrusher</c:v>
                </c:pt>
                <c:pt idx="7642">
                  <c:v>perversecorpsedeformingapparatus</c:v>
                </c:pt>
                <c:pt idx="7643">
                  <c:v>personalwellnesscoach</c:v>
                </c:pt>
                <c:pt idx="7644">
                  <c:v>personaltouchphotography</c:v>
                </c:pt>
                <c:pt idx="7645">
                  <c:v>personallyyourscollection</c:v>
                </c:pt>
                <c:pt idx="7646">
                  <c:v>personallayouttester</c:v>
                </c:pt>
                <c:pt idx="7647">
                  <c:v>personalitycrisisdeaddoll</c:v>
                </c:pt>
                <c:pt idx="7648">
                  <c:v>personalfocusmarketing</c:v>
                </c:pt>
                <c:pt idx="7649">
                  <c:v>personalchefmichelle</c:v>
                </c:pt>
                <c:pt idx="7650">
                  <c:v>personabletrainwreck</c:v>
                </c:pt>
                <c:pt idx="7651">
                  <c:v>persephone_wolf_goddess</c:v>
                </c:pt>
                <c:pt idx="7652">
                  <c:v>perpetualunderachiever</c:v>
                </c:pt>
                <c:pt idx="7653">
                  <c:v>perpetuallyundulatingman</c:v>
                </c:pt>
                <c:pt idx="7654">
                  <c:v>perpetualdamagemachine</c:v>
                </c:pt>
                <c:pt idx="7655">
                  <c:v>perpetual_black_second</c:v>
                </c:pt>
                <c:pt idx="7656">
                  <c:v>peroxidegirlphotography</c:v>
                </c:pt>
                <c:pt idx="7657">
                  <c:v>permanentcoastholiday</c:v>
                </c:pt>
                <c:pt idx="7658">
                  <c:v>perimeterandfortress</c:v>
                </c:pt>
                <c:pt idx="7659">
                  <c:v>peridianconstruction</c:v>
                </c:pt>
                <c:pt idx="7660">
                  <c:v>perfumeheartseverywhere</c:v>
                </c:pt>
                <c:pt idx="7661">
                  <c:v>performinnovateengineer</c:v>
                </c:pt>
                <c:pt idx="7662">
                  <c:v>performanceplussoftball</c:v>
                </c:pt>
                <c:pt idx="7663">
                  <c:v>perfect_snow_white_world</c:v>
                </c:pt>
                <c:pt idx="7664">
                  <c:v>perfectshotknoxville</c:v>
                </c:pt>
                <c:pt idx="7665">
                  <c:v>perfect_princess_sarah22</c:v>
                </c:pt>
                <c:pt idx="7666">
                  <c:v>perfect_princess_sarah</c:v>
                </c:pt>
                <c:pt idx="7667">
                  <c:v>perfect_playmate_harmony</c:v>
                </c:pt>
                <c:pt idx="7668">
                  <c:v>perfectly_organized_mess</c:v>
                </c:pt>
                <c:pt idx="7669">
                  <c:v>perfectlyjessieangel</c:v>
                </c:pt>
                <c:pt idx="7670">
                  <c:v>perfectly_imperfect4god</c:v>
                </c:pt>
                <c:pt idx="7671">
                  <c:v>perfectly_flawed_princess</c:v>
                </c:pt>
                <c:pt idx="7672">
                  <c:v>perfectlychaoticforlife</c:v>
                </c:pt>
                <c:pt idx="7673">
                  <c:v>perfect_little_angel_99</c:v>
                </c:pt>
                <c:pt idx="7674">
                  <c:v>perfectionwasjustadream</c:v>
                </c:pt>
                <c:pt idx="7675">
                  <c:v>PerfectionThroughSilence</c:v>
                </c:pt>
                <c:pt idx="7676">
                  <c:v>perfectionthroughloudness</c:v>
                </c:pt>
                <c:pt idx="7677">
                  <c:v>perfection_does_exist</c:v>
                </c:pt>
                <c:pt idx="7678">
                  <c:v>perfection_aint_easy</c:v>
                </c:pt>
                <c:pt idx="7679">
                  <c:v>perfectedchaos_renee</c:v>
                </c:pt>
                <c:pt idx="7680">
                  <c:v>perfectdarkskateteam</c:v>
                </c:pt>
                <c:pt idx="7681">
                  <c:v>perfect_angel_gone_bad89</c:v>
                </c:pt>
                <c:pt idx="7682">
                  <c:v>_perfect_and_poisonous_</c:v>
                </c:pt>
                <c:pt idx="7683">
                  <c:v>perennialsareforever</c:v>
                </c:pt>
                <c:pt idx="7684">
                  <c:v>peppyandthefiringsquad</c:v>
                </c:pt>
                <c:pt idx="7685">
                  <c:v>pepperoni_with_cheese</c:v>
                </c:pt>
                <c:pt idx="7686">
                  <c:v>peppermintstickicecream</c:v>
                </c:pt>
                <c:pt idx="7687">
                  <c:v>peppermintcontacttables</c:v>
                </c:pt>
                <c:pt idx="7688">
                  <c:v>peppergreen_contingent</c:v>
                </c:pt>
                <c:pt idx="7689">
                  <c:v>pepperdinehomecoming200</c:v>
                </c:pt>
                <c:pt idx="7690">
                  <c:v>peoplewhowearblacksuck</c:v>
                </c:pt>
                <c:pt idx="7691">
                  <c:v>peoplewhorockchristina</c:v>
                </c:pt>
                <c:pt idx="7692">
                  <c:v>peopleunifiedforflavor</c:v>
                </c:pt>
                <c:pt idx="7693">
                  <c:v>peoplefuckingthrower</c:v>
                </c:pt>
                <c:pt idx="7694">
                  <c:v>peopledonteatcatfood</c:v>
                </c:pt>
                <c:pt idx="7695">
                  <c:v>peoplealwaysleave_1</c:v>
                </c:pt>
                <c:pt idx="7696">
                  <c:v>peopleagainstpoverty</c:v>
                </c:pt>
                <c:pt idx="7697">
                  <c:v>peopleagainstlizmilligan</c:v>
                </c:pt>
                <c:pt idx="7698">
                  <c:v>pensilsharpener_bandit</c:v>
                </c:pt>
                <c:pt idx="7699">
                  <c:v>pennywise_will_eat_you</c:v>
                </c:pt>
                <c:pt idx="7700">
                  <c:v>pennywisepoundfoolish</c:v>
                </c:pt>
                <c:pt idx="7701">
                  <c:v>pennystocksinvesting</c:v>
                </c:pt>
                <c:pt idx="7702">
                  <c:v>pennylanealmostfamous</c:v>
                </c:pt>
                <c:pt idx="7703">
                  <c:v>pennybrightandfamily</c:v>
                </c:pt>
                <c:pt idx="7704">
                  <c:v>penislaserenlargement</c:v>
                </c:pt>
                <c:pt idx="7705">
                  <c:v>peniscockdickfacemother</c:v>
                </c:pt>
                <c:pt idx="7706">
                  <c:v>penisbreathcocksucker</c:v>
                </c:pt>
                <c:pt idx="7707">
                  <c:v>penguinsareprettycool</c:v>
                </c:pt>
                <c:pt idx="7708">
                  <c:v>penguinsareattacking</c:v>
                </c:pt>
                <c:pt idx="7709">
                  <c:v>penguin_lord_forever</c:v>
                </c:pt>
                <c:pt idx="7710">
                  <c:v>pendletondrumfestival</c:v>
                </c:pt>
                <c:pt idx="7711">
                  <c:v>pencilshavingsandstickers</c:v>
                </c:pt>
                <c:pt idx="7712">
                  <c:v>pencilsharpenermonster</c:v>
                </c:pt>
                <c:pt idx="7713">
                  <c:v>pencilfuckingsharpener</c:v>
                </c:pt>
                <c:pt idx="7714">
                  <c:v>pelon_and_dora_forever</c:v>
                </c:pt>
                <c:pt idx="7715">
                  <c:v>pelicanbeaverlip_itch</c:v>
                </c:pt>
                <c:pt idx="7716">
                  <c:v>peggysuedospuntocero</c:v>
                </c:pt>
                <c:pt idx="7717">
                  <c:v>peeweerustyandjessie</c:v>
                </c:pt>
                <c:pt idx="7718">
                  <c:v>peel_out_the_watchword</c:v>
                </c:pt>
                <c:pt idx="7719">
                  <c:v>peek_around_the_corner</c:v>
                </c:pt>
                <c:pt idx="7720">
                  <c:v>peekaboo_ashleyrae_22</c:v>
                </c:pt>
                <c:pt idx="7721">
                  <c:v>pedrovianainvitation</c:v>
                </c:pt>
                <c:pt idx="7722">
                  <c:v>pedroandthechocolatefactory</c:v>
                </c:pt>
                <c:pt idx="7723">
                  <c:v>pedroandrachael4ever</c:v>
                </c:pt>
                <c:pt idx="7724">
                  <c:v>pedestrianyouthgroup</c:v>
                </c:pt>
                <c:pt idx="7725">
                  <c:v>pedalsteeltransmission</c:v>
                </c:pt>
                <c:pt idx="7726">
                  <c:v>pecanchocolatedeluxe</c:v>
                </c:pt>
                <c:pt idx="7727">
                  <c:v>peanutbuttersandwichincorporated</c:v>
                </c:pt>
                <c:pt idx="7728">
                  <c:v>peanutbutterrevolution</c:v>
                </c:pt>
                <c:pt idx="7729">
                  <c:v>peanut_butter_orgasm</c:v>
                </c:pt>
                <c:pt idx="7730">
                  <c:v>peanutbutteronaspoon00</c:v>
                </c:pt>
                <c:pt idx="7731">
                  <c:v>peanutbutterjustworks</c:v>
                </c:pt>
                <c:pt idx="7732">
                  <c:v>peanutbutter_jellytime92</c:v>
                </c:pt>
                <c:pt idx="7733">
                  <c:v>peanut_butter_jelly_time5</c:v>
                </c:pt>
                <c:pt idx="7734">
                  <c:v>peanutbutterjellytime420</c:v>
                </c:pt>
                <c:pt idx="7735">
                  <c:v>peanutbutterjelly_time23</c:v>
                </c:pt>
                <c:pt idx="7736">
                  <c:v>peanutbutterjellytime09</c:v>
                </c:pt>
                <c:pt idx="7737">
                  <c:v>peanutbutterjellytime0</c:v>
                </c:pt>
                <c:pt idx="7738">
                  <c:v>peanutbutterjellyhelp</c:v>
                </c:pt>
                <c:pt idx="7739">
                  <c:v>peanut_butter_jelly_girl</c:v>
                </c:pt>
                <c:pt idx="7740">
                  <c:v>peanutbutter_jelly_dancer</c:v>
                </c:pt>
                <c:pt idx="7741">
                  <c:v>peanutbutterjellybean213</c:v>
                </c:pt>
                <c:pt idx="7742">
                  <c:v>peanutbutterjellybean0809</c:v>
                </c:pt>
                <c:pt idx="7743">
                  <c:v>peanut_butter_jelly_200</c:v>
                </c:pt>
                <c:pt idx="7744">
                  <c:v>peanut_butter_jelly_1</c:v>
                </c:pt>
                <c:pt idx="7745">
                  <c:v>peanut_butterjelly00</c:v>
                </c:pt>
                <c:pt idx="7746">
                  <c:v>peanutbutterholocaust</c:v>
                </c:pt>
                <c:pt idx="7747">
                  <c:v>peanutbutterforpresident2</c:v>
                </c:pt>
                <c:pt idx="7748">
                  <c:v>peanutbutter_delight07</c:v>
                </c:pt>
                <c:pt idx="7749">
                  <c:v>peanutbutter_brownie</c:v>
                </c:pt>
                <c:pt idx="7750">
                  <c:v>peanut_butter_bandit</c:v>
                </c:pt>
                <c:pt idx="7751">
                  <c:v>peanutbutterandkelly</c:v>
                </c:pt>
                <c:pt idx="7752">
                  <c:v>peanutbutterandjelly4life</c:v>
                </c:pt>
                <c:pt idx="7753">
                  <c:v>peanutbutterandjelly413</c:v>
                </c:pt>
                <c:pt idx="7754">
                  <c:v>peanutbutter0jelly0time</c:v>
                </c:pt>
                <c:pt idx="7755">
                  <c:v>peacockpaintingcontractor</c:v>
                </c:pt>
                <c:pt idx="7756">
                  <c:v>peachykeen_jellybean4</c:v>
                </c:pt>
                <c:pt idx="7757">
                  <c:v>peachykeen_hiker_girl</c:v>
                </c:pt>
                <c:pt idx="7758">
                  <c:v>peachyfuzzyotterbabypolar</c:v>
                </c:pt>
                <c:pt idx="7759">
                  <c:v>peachbottomrecruitment</c:v>
                </c:pt>
                <c:pt idx="7760">
                  <c:v>peace_pipe_princess420</c:v>
                </c:pt>
                <c:pt idx="7761">
                  <c:v>peacepandasandpropaganda</c:v>
                </c:pt>
                <c:pt idx="7762">
                  <c:v>_peace_out_gurl_scout_</c:v>
                </c:pt>
                <c:pt idx="7763">
                  <c:v>peace_love_unity_art</c:v>
                </c:pt>
                <c:pt idx="7764">
                  <c:v>peace_love_softball17</c:v>
                </c:pt>
                <c:pt idx="7765">
                  <c:v>peaceloveprayer_kerry</c:v>
                </c:pt>
                <c:pt idx="7766">
                  <c:v>peacelovemusicmaking</c:v>
                </c:pt>
                <c:pt idx="7767">
                  <c:v>peacelovemarinecorps07</c:v>
                </c:pt>
                <c:pt idx="7768">
                  <c:v>peace.love.happyness3</c:v>
                </c:pt>
                <c:pt idx="7769">
                  <c:v>peacelovehappinessman</c:v>
                </c:pt>
                <c:pt idx="7770">
                  <c:v>peacelovehappiness9441</c:v>
                </c:pt>
                <c:pt idx="7771">
                  <c:v>peacelovehappiness93</c:v>
                </c:pt>
                <c:pt idx="7772">
                  <c:v>peace_love_happiness90</c:v>
                </c:pt>
                <c:pt idx="7773">
                  <c:v>peace_love_everything_els</c:v>
                </c:pt>
                <c:pt idx="7774">
                  <c:v>peace_love_and_prosperity</c:v>
                </c:pt>
                <c:pt idx="7775">
                  <c:v>peaceloveandnormajean</c:v>
                </c:pt>
                <c:pt idx="7776">
                  <c:v>peace_loveandhappiness</c:v>
                </c:pt>
                <c:pt idx="7777">
                  <c:v>peaceloveandhappieness</c:v>
                </c:pt>
                <c:pt idx="7778">
                  <c:v>peace_love_and_hairgrease</c:v>
                </c:pt>
                <c:pt idx="7779">
                  <c:v>peace_love_and_erika</c:v>
                </c:pt>
                <c:pt idx="7780">
                  <c:v>peaceloveandchelsea3</c:v>
                </c:pt>
                <c:pt idx="7781">
                  <c:v>peace_love_and_casualty</c:v>
                </c:pt>
                <c:pt idx="7782">
                  <c:v>peace_justice_and_glory</c:v>
                </c:pt>
                <c:pt idx="7783">
                  <c:v>peacefulwarriormovie</c:v>
                </c:pt>
                <c:pt idx="7784">
                  <c:v>peacefulandpassionate</c:v>
                </c:pt>
                <c:pt idx="7785">
                  <c:v>paybackproductionsteam</c:v>
                </c:pt>
                <c:pt idx="7786">
                  <c:v>paxtonpullmanskywalker</c:v>
                </c:pt>
                <c:pt idx="7787">
                  <c:v>paulypocket_the_thrasher</c:v>
                </c:pt>
                <c:pt idx="7788">
                  <c:v>paulineakabingobrat2</c:v>
                </c:pt>
                <c:pt idx="7789">
                  <c:v>paulina_the_last_day</c:v>
                </c:pt>
                <c:pt idx="7790">
                  <c:v>paulinasexylatinaforever</c:v>
                </c:pt>
                <c:pt idx="7791">
                  <c:v>paulaandhappybunnyrox</c:v>
                </c:pt>
                <c:pt idx="7792">
                  <c:v>patwalkerlandscaping</c:v>
                </c:pt>
                <c:pt idx="7793">
                  <c:v>pattymayonnaisemusic</c:v>
                </c:pt>
                <c:pt idx="7794">
                  <c:v>patty_beautiful_nice</c:v>
                </c:pt>
                <c:pt idx="7795">
                  <c:v>patsybroughtsexyback</c:v>
                </c:pt>
                <c:pt idx="7796">
                  <c:v>patrioticplaya_core330</c:v>
                </c:pt>
                <c:pt idx="7797">
                  <c:v>patriciaperryfoundation</c:v>
                </c:pt>
                <c:pt idx="7798">
                  <c:v>patricia_heart_broken</c:v>
                </c:pt>
                <c:pt idx="7799">
                  <c:v>patricia_campos_loos</c:v>
                </c:pt>
                <c:pt idx="7800">
                  <c:v>patientlywaiting4love</c:v>
                </c:pt>
                <c:pt idx="7801">
                  <c:v>patiently_waiting4him</c:v>
                </c:pt>
                <c:pt idx="7802">
                  <c:v>patchworkchaos_christy</c:v>
                </c:pt>
                <c:pt idx="7803">
                  <c:v>pastthebreakingpoint</c:v>
                </c:pt>
                <c:pt idx="7804">
                  <c:v>pastortroyforpresident</c:v>
                </c:pt>
                <c:pt idx="7805">
                  <c:v>past_life_regression</c:v>
                </c:pt>
                <c:pt idx="7806">
                  <c:v>passthatthisdirection</c:v>
                </c:pt>
                <c:pt idx="7807">
                  <c:v>passion_works_bodyshop</c:v>
                </c:pt>
                <c:pt idx="7808">
                  <c:v>passion_with_the_wind</c:v>
                </c:pt>
                <c:pt idx="7809">
                  <c:v>passionfruitprincess</c:v>
                </c:pt>
                <c:pt idx="7810">
                  <c:v>passionfruitmagazine</c:v>
                </c:pt>
                <c:pt idx="7811">
                  <c:v>passion_for_fashion21</c:v>
                </c:pt>
                <c:pt idx="7812">
                  <c:v>passionfordanceproject</c:v>
                </c:pt>
                <c:pt idx="7813">
                  <c:v>passion_for_confusion</c:v>
                </c:pt>
                <c:pt idx="7814">
                  <c:v>passionforcompassion</c:v>
                </c:pt>
                <c:pt idx="7815">
                  <c:v>passionate_married_male</c:v>
                </c:pt>
                <c:pt idx="7816">
                  <c:v>passionatelyhatinglife</c:v>
                </c:pt>
                <c:pt idx="7817">
                  <c:v>passionatedivadanielle</c:v>
                </c:pt>
                <c:pt idx="7818">
                  <c:v>passionateaboutmusic</c:v>
                </c:pt>
                <c:pt idx="7819">
                  <c:v>pass_christian_jackie</c:v>
                </c:pt>
                <c:pt idx="7820">
                  <c:v>partywithoutthepeople</c:v>
                </c:pt>
                <c:pt idx="7821">
                  <c:v>partystarterentertainment</c:v>
                </c:pt>
                <c:pt idx="7822">
                  <c:v>partypoopers_getstuck</c:v>
                </c:pt>
                <c:pt idx="7823">
                  <c:v>partynowpuketomorrow</c:v>
                </c:pt>
                <c:pt idx="7824">
                  <c:v>partyman_all_night_long</c:v>
                </c:pt>
                <c:pt idx="7825">
                  <c:v>partylikerockstar555</c:v>
                </c:pt>
                <c:pt idx="7826">
                  <c:v>Partylikearockstar8</c:v>
                </c:pt>
                <c:pt idx="7827">
                  <c:v>partylikearockstar24</c:v>
                </c:pt>
                <c:pt idx="7828">
                  <c:v>partylikearockstar12</c:v>
                </c:pt>
                <c:pt idx="7829">
                  <c:v>partylikearockstar_09</c:v>
                </c:pt>
                <c:pt idx="7830">
                  <c:v>party_liason_officer</c:v>
                </c:pt>
                <c:pt idx="7831">
                  <c:v>partyitupallnighteveryday</c:v>
                </c:pt>
                <c:pt idx="7832">
                  <c:v>partying_hockey_player22</c:v>
                </c:pt>
                <c:pt idx="7833">
                  <c:v>party_hardy_girl_200</c:v>
                </c:pt>
                <c:pt idx="7834">
                  <c:v>party_hard_and_never_stop</c:v>
                </c:pt>
                <c:pt idx="7835">
                  <c:v>party_girl_brooke_davis</c:v>
                </c:pt>
                <c:pt idx="7836">
                  <c:v>party_girl_and_single</c:v>
                </c:pt>
                <c:pt idx="7837">
                  <c:v>partycrasherextremist</c:v>
                </c:pt>
                <c:pt idx="7838">
                  <c:v>partybreaker_rockstar</c:v>
                </c:pt>
                <c:pt idx="7839">
                  <c:v>partyboyforpresident</c:v>
                </c:pt>
                <c:pt idx="7840">
                  <c:v>party__all___the__time</c:v>
                </c:pt>
                <c:pt idx="7841">
                  <c:v>partyallthefuckingtime</c:v>
                </c:pt>
                <c:pt idx="7842">
                  <c:v>partnersincrimesociety</c:v>
                </c:pt>
                <c:pt idx="7843">
                  <c:v>partnersincrimemusic</c:v>
                </c:pt>
                <c:pt idx="7844">
                  <c:v>partly_confused_most_time</c:v>
                </c:pt>
                <c:pt idx="7845">
                  <c:v>partlycloudygraphics</c:v>
                </c:pt>
                <c:pt idx="7846">
                  <c:v>parsleysagerosemarynutmeg</c:v>
                </c:pt>
                <c:pt idx="7847">
                  <c:v>parklandhighschool98</c:v>
                </c:pt>
                <c:pt idx="7848">
                  <c:v>parkerthefunkymonkey</c:v>
                </c:pt>
                <c:pt idx="7849">
                  <c:v>parkchester_baby_718</c:v>
                </c:pt>
                <c:pt idx="7850">
                  <c:v>paris_and_nikki_rock</c:v>
                </c:pt>
                <c:pt idx="7851">
                  <c:v>parisandnicolereplacement</c:v>
                </c:pt>
                <c:pt idx="7852">
                  <c:v>paraplegiczombiepizzamen</c:v>
                </c:pt>
                <c:pt idx="7853">
                  <c:v>paranormalchickengeek</c:v>
                </c:pt>
                <c:pt idx="7854">
                  <c:v>paranoiaccriticalstudy</c:v>
                </c:pt>
                <c:pt idx="7855">
                  <c:v>paralegaladviceforum</c:v>
                </c:pt>
                <c:pt idx="7856">
                  <c:v>paragonsaxophonequartet</c:v>
                </c:pt>
                <c:pt idx="7857">
                  <c:v>paradoxoppositeattraction</c:v>
                </c:pt>
                <c:pt idx="7858">
                  <c:v>paradisescreenprinting</c:v>
                </c:pt>
                <c:pt idx="7859">
                  <c:v>paperstreetwebdesign</c:v>
                </c:pt>
                <c:pt idx="7860">
                  <c:v>paperscissorsstone82</c:v>
                </c:pt>
                <c:pt idx="7861">
                  <c:v>paperplatebeanshakers</c:v>
                </c:pt>
                <c:pt idx="7862">
                  <c:v>paperbagprincessband</c:v>
                </c:pt>
                <c:pt idx="7863">
                  <c:v>paperbagbanditswilleatyou</c:v>
                </c:pt>
                <c:pt idx="7864">
                  <c:v>paperbackwritertheband</c:v>
                </c:pt>
                <c:pt idx="7865">
                  <c:v>paperandpencilswithlove</c:v>
                </c:pt>
                <c:pt idx="7866">
                  <c:v>papa_thermos_tha_druglord</c:v>
                </c:pt>
                <c:pt idx="7867">
                  <c:v>pantherladypaulamichelle</c:v>
                </c:pt>
                <c:pt idx="7868">
                  <c:v>pantherfootballplaya</c:v>
                </c:pt>
                <c:pt idx="7869">
                  <c:v>panther_cheerdarliin2011</c:v>
                </c:pt>
                <c:pt idx="7870">
                  <c:v>panic_yourfuckinglame</c:v>
                </c:pt>
                <c:pt idx="7871">
                  <c:v>panicstrickenpapacyband</c:v>
                </c:pt>
                <c:pt idx="7872">
                  <c:v>panic_burn_piano_island</c:v>
                </c:pt>
                <c:pt idx="7873">
                  <c:v>pangalactic_gargleblaster</c:v>
                </c:pt>
                <c:pt idx="7874">
                  <c:v>pandoraandhissillybox</c:v>
                </c:pt>
                <c:pt idx="7875">
                  <c:v>pandora_aka_pandy_bear</c:v>
                </c:pt>
                <c:pt idx="7876">
                  <c:v>pandagroomingcompany</c:v>
                </c:pt>
                <c:pt idx="7877">
                  <c:v>pancreaticcancerfighter</c:v>
                </c:pt>
                <c:pt idx="7878">
                  <c:v>pamperedprincessblondie</c:v>
                </c:pt>
                <c:pt idx="7879">
                  <c:v>pamela_denise_anderson</c:v>
                </c:pt>
                <c:pt idx="7880">
                  <c:v>pamela_anderson_girly</c:v>
                </c:pt>
                <c:pt idx="7881">
                  <c:v>palmspringsyachtclub</c:v>
                </c:pt>
                <c:pt idx="7882">
                  <c:v>palmettoprincessmusic</c:v>
                </c:pt>
                <c:pt idx="7883">
                  <c:v>palmermitchellphotography</c:v>
                </c:pt>
                <c:pt idx="7884">
                  <c:v>palmbeachcountyhotboy</c:v>
                </c:pt>
                <c:pt idx="7885">
                  <c:v>pallmallschwaandcompany</c:v>
                </c:pt>
                <c:pt idx="7886">
                  <c:v>paleslaughteringmachine</c:v>
                </c:pt>
                <c:pt idx="7887">
                  <c:v>paisleyskycountrymusic</c:v>
                </c:pt>
                <c:pt idx="7888">
                  <c:v>paintyourwagonwithblood</c:v>
                </c:pt>
                <c:pt idx="7889">
                  <c:v>paintthecolorspretty</c:v>
                </c:pt>
                <c:pt idx="7890">
                  <c:v>paintpastelprincess3</c:v>
                </c:pt>
                <c:pt idx="7891">
                  <c:v>paintpastelprincess101</c:v>
                </c:pt>
                <c:pt idx="7892">
                  <c:v>paintlessdentremoval</c:v>
                </c:pt>
                <c:pt idx="7893">
                  <c:v>paintingwhilerunning</c:v>
                </c:pt>
                <c:pt idx="7894">
                  <c:v>painting_apathetic_truce</c:v>
                </c:pt>
                <c:pt idx="7895">
                  <c:v>painteverythingblack</c:v>
                </c:pt>
                <c:pt idx="7896">
                  <c:v>paintballmonkeyman15</c:v>
                </c:pt>
                <c:pt idx="7897">
                  <c:v>paintballfanaticforever</c:v>
                </c:pt>
                <c:pt idx="7898">
                  <c:v>paintballfanatic1993</c:v>
                </c:pt>
                <c:pt idx="7899">
                  <c:v>paintball4life2007sucker</c:v>
                </c:pt>
                <c:pt idx="7900">
                  <c:v>paine_kingdom_hearts</c:v>
                </c:pt>
                <c:pt idx="7901">
                  <c:v>pain_doesnt_hurt_alot</c:v>
                </c:pt>
                <c:pt idx="7902">
                  <c:v>paige_underscore_alex</c:v>
                </c:pt>
                <c:pt idx="7903">
                  <c:v>paige_the_heartbreaker</c:v>
                </c:pt>
                <c:pt idx="7904">
                  <c:v>paige_single_looking</c:v>
                </c:pt>
                <c:pt idx="7905">
                  <c:v>paigesillygirlstarlet</c:v>
                </c:pt>
                <c:pt idx="7906">
                  <c:v>pagan_whisper_goddess</c:v>
                </c:pt>
                <c:pt idx="7907">
                  <c:v>paddyandmarmaladerock</c:v>
                </c:pt>
                <c:pt idx="7908">
                  <c:v>pactrick_stump_chick</c:v>
                </c:pt>
                <c:pt idx="7909">
                  <c:v>pacific_soul_surfing</c:v>
                </c:pt>
                <c:pt idx="7910">
                  <c:v>pacificnorthwest_guy</c:v>
                </c:pt>
                <c:pt idx="7911">
                  <c:v>pacificnorthwestartist</c:v>
                </c:pt>
                <c:pt idx="7912">
                  <c:v>pacific_coast_academy</c:v>
                </c:pt>
                <c:pt idx="7913">
                  <c:v>pacificchambermanagementgroup</c:v>
                </c:pt>
                <c:pt idx="7914">
                  <c:v>pacificballroomdance</c:v>
                </c:pt>
                <c:pt idx="7915">
                  <c:v>pacificavenueofficial</c:v>
                </c:pt>
                <c:pt idx="7916">
                  <c:v>ozarkcheerleaderbabe</c:v>
                </c:pt>
                <c:pt idx="7917">
                  <c:v>oxfordlanguagecenter</c:v>
                </c:pt>
                <c:pt idx="7918">
                  <c:v>owningeveryonewithwinged</c:v>
                </c:pt>
                <c:pt idx="7919">
                  <c:v>overundergroundcompilation</c:v>
                </c:pt>
                <c:pt idx="7920">
                  <c:v>oversteppedauthority</c:v>
                </c:pt>
                <c:pt idx="7921">
                  <c:v>oversizedghettobubblebutt</c:v>
                </c:pt>
                <c:pt idx="7922">
                  <c:v>overgrownspunkbubble</c:v>
                </c:pt>
                <c:pt idx="7923">
                  <c:v>over40_fitness_expert</c:v>
                </c:pt>
                <c:pt idx="7924">
                  <c:v>outwardboundcostarica</c:v>
                </c:pt>
                <c:pt idx="7925">
                  <c:v>outtherepaperchasin1029</c:v>
                </c:pt>
                <c:pt idx="7926">
                  <c:v>outstandingtinkerbell</c:v>
                </c:pt>
                <c:pt idx="7927">
                  <c:v>outstandingpraisegospel</c:v>
                </c:pt>
                <c:pt idx="7928">
                  <c:v>outrageouslyloveable</c:v>
                </c:pt>
                <c:pt idx="7929">
                  <c:v>outrageoushypnosisshow</c:v>
                </c:pt>
                <c:pt idx="7930">
                  <c:v>outlawfromthedirtysouth</c:v>
                </c:pt>
                <c:pt idx="7931">
                  <c:v>outlandishfecalmatter</c:v>
                </c:pt>
                <c:pt idx="7932">
                  <c:v>outforfuckingrevenge</c:v>
                </c:pt>
                <c:pt idx="7933">
                  <c:v>outdoorsloverwisconsin</c:v>
                </c:pt>
                <c:pt idx="7934">
                  <c:v>outcomingsingingroup</c:v>
                </c:pt>
                <c:pt idx="7935">
                  <c:v>outbreakyouthfellowship</c:v>
                </c:pt>
                <c:pt idx="7936">
                  <c:v>oursuicideprocession</c:v>
                </c:pt>
                <c:pt idx="7937">
                  <c:v>oursilentprocessiontheband</c:v>
                </c:pt>
                <c:pt idx="7938">
                  <c:v>our_love_will_never_die_</c:v>
                </c:pt>
                <c:pt idx="7939">
                  <c:v>ourlovewilllastforever89</c:v>
                </c:pt>
                <c:pt idx="7940">
                  <c:v>ourlovewilllastforever</c:v>
                </c:pt>
                <c:pt idx="7941">
                  <c:v>ourlovespacedanderin</c:v>
                </c:pt>
                <c:pt idx="7942">
                  <c:v>ourloveremainsrestless</c:v>
                </c:pt>
                <c:pt idx="7943">
                  <c:v>our_little_secret_hideout</c:v>
                </c:pt>
                <c:pt idx="7944">
                  <c:v>ourhopefullygoodband</c:v>
                </c:pt>
                <c:pt idx="7945">
                  <c:v>OurHeavensmissingangel</c:v>
                </c:pt>
                <c:pt idx="7946">
                  <c:v>ourgovernmentneedshelp</c:v>
                </c:pt>
                <c:pt idx="7947">
                  <c:v>our_diabolical_rapture</c:v>
                </c:pt>
                <c:pt idx="7948">
                  <c:v>our_beautiful_baby512</c:v>
                </c:pt>
                <c:pt idx="7949">
                  <c:v>ouch_that_does_tickle</c:v>
                </c:pt>
                <c:pt idx="7950">
                  <c:v>otto_wetworks_division</c:v>
                </c:pt>
                <c:pt idx="7951">
                  <c:v>otherwisemusiccanada1</c:v>
                </c:pt>
                <c:pt idx="7952">
                  <c:v>otherwisemusiccanada</c:v>
                </c:pt>
                <c:pt idx="7953">
                  <c:v>otherthefarleftmovement</c:v>
                </c:pt>
                <c:pt idx="7954">
                  <c:v>osaka_the_space_cadet</c:v>
                </c:pt>
                <c:pt idx="7955">
                  <c:v>orlandopunkrockgirlie</c:v>
                </c:pt>
                <c:pt idx="7956">
                  <c:v>orlandopinkprincess21</c:v>
                </c:pt>
                <c:pt idx="7957">
                  <c:v>orlandopenasakabigboy101</c:v>
                </c:pt>
                <c:pt idx="7958">
                  <c:v>orlandokittenscarlet</c:v>
                </c:pt>
                <c:pt idx="7959">
                  <c:v>orlandobloomfansonly</c:v>
                </c:pt>
                <c:pt idx="7960">
                  <c:v>oriontoofeaturingcaitlin</c:v>
                </c:pt>
                <c:pt idx="7961">
                  <c:v>originalunknowndreamer</c:v>
                </c:pt>
                <c:pt idx="7962">
                  <c:v>original_unique_sexy</c:v>
                </c:pt>
                <c:pt idx="7963">
                  <c:v>original_taylor_high_scho</c:v>
                </c:pt>
                <c:pt idx="7964">
                  <c:v>originalstudclothing</c:v>
                </c:pt>
                <c:pt idx="7965">
                  <c:v>original_smooth_ass_bitch</c:v>
                </c:pt>
                <c:pt idx="7966">
                  <c:v>original_sin_drummer</c:v>
                </c:pt>
                <c:pt idx="7967">
                  <c:v>originalschoolgurl9</c:v>
                </c:pt>
                <c:pt idx="7968">
                  <c:v>original.scarlett.satine</c:v>
                </c:pt>
                <c:pt idx="7969">
                  <c:v>originalreefermadnesscast</c:v>
                </c:pt>
                <c:pt idx="7970">
                  <c:v>originalredhotchilipepper</c:v>
                </c:pt>
                <c:pt idx="7971">
                  <c:v>_original_pirate_material</c:v>
                </c:pt>
                <c:pt idx="7972">
                  <c:v>originalmeaganofficial</c:v>
                </c:pt>
                <c:pt idx="7973">
                  <c:v>original_king_eclipse</c:v>
                </c:pt>
                <c:pt idx="7974">
                  <c:v>originaliceprincess22</c:v>
                </c:pt>
                <c:pt idx="7975">
                  <c:v>originalhumanmaterial1</c:v>
                </c:pt>
                <c:pt idx="7976">
                  <c:v>originalhookerstabber</c:v>
                </c:pt>
                <c:pt idx="7977">
                  <c:v>originalgangsterangel</c:v>
                </c:pt>
                <c:pt idx="7978">
                  <c:v>originalfruitskittles</c:v>
                </c:pt>
                <c:pt idx="7979">
                  <c:v>originaldiamondprincess</c:v>
                </c:pt>
                <c:pt idx="7980">
                  <c:v>original_cowgirl_mud_deep</c:v>
                </c:pt>
                <c:pt idx="7981">
                  <c:v>original_cookie_monster</c:v>
                </c:pt>
                <c:pt idx="7982">
                  <c:v>original.baby.hostility</c:v>
                </c:pt>
                <c:pt idx="7983">
                  <c:v>original100percentcowgirl</c:v>
                </c:pt>
                <c:pt idx="7984">
                  <c:v>organizedtrainedsoulgaz</c:v>
                </c:pt>
                <c:pt idx="7985">
                  <c:v>organicpureandnatural</c:v>
                </c:pt>
                <c:pt idx="7986">
                  <c:v>organic_food_for_everyone</c:v>
                </c:pt>
                <c:pt idx="7987">
                  <c:v>oregonstateuniversity</c:v>
                </c:pt>
                <c:pt idx="7988">
                  <c:v>oregonrealestatebroker</c:v>
                </c:pt>
                <c:pt idx="7989">
                  <c:v>oregonparanormalsociety</c:v>
                </c:pt>
                <c:pt idx="7990">
                  <c:v>orderlychaosincorporated</c:v>
                </c:pt>
                <c:pt idx="7991">
                  <c:v>ordered_chaotic_mess</c:v>
                </c:pt>
                <c:pt idx="7992">
                  <c:v>orderedchaosfinalhour</c:v>
                </c:pt>
                <c:pt idx="7993">
                  <c:v>orchidfreakfeelunique</c:v>
                </c:pt>
                <c:pt idx="7994">
                  <c:v>orchardhillchurchband</c:v>
                </c:pt>
                <c:pt idx="7995">
                  <c:v>orange_with_dancing_man_</c:v>
                </c:pt>
                <c:pt idx="7996">
                  <c:v>orangetyedyeflamingo</c:v>
                </c:pt>
                <c:pt idx="7997">
                  <c:v>orange_tangy_tinkerbell</c:v>
                </c:pt>
                <c:pt idx="7998">
                  <c:v>orangetableentertainment</c:v>
                </c:pt>
                <c:pt idx="7999">
                  <c:v>orange_sunshine_girl</c:v>
                </c:pt>
                <c:pt idx="8000">
                  <c:v>orange_sunset_layout</c:v>
                </c:pt>
                <c:pt idx="8001">
                  <c:v>orange_root_vegetable</c:v>
                </c:pt>
                <c:pt idx="8002">
                  <c:v>orange_peanut_butter</c:v>
                </c:pt>
                <c:pt idx="8003">
                  <c:v>orangemochafrappicino93</c:v>
                </c:pt>
                <c:pt idx="8004">
                  <c:v>orangemochafrapbrand</c:v>
                </c:pt>
                <c:pt idx="8005">
                  <c:v>orange_meet_lemon1155</c:v>
                </c:pt>
                <c:pt idx="8006">
                  <c:v>orangejuiceandpotatoes</c:v>
                </c:pt>
                <c:pt idx="8007">
                  <c:v>orangedeliciousdodge</c:v>
                </c:pt>
                <c:pt idx="8008">
                  <c:v>orangecounty_santana</c:v>
                </c:pt>
                <c:pt idx="8009">
                  <c:v>orangecountypunkrock</c:v>
                </c:pt>
                <c:pt idx="8010">
                  <c:v>orangecountyhappyhour</c:v>
                </c:pt>
                <c:pt idx="8011">
                  <c:v>orange_cello_ranger_growl</c:v>
                </c:pt>
                <c:pt idx="8012">
                  <c:v>orangeblossom_bramble</c:v>
                </c:pt>
                <c:pt idx="8013">
                  <c:v>orange_banana_cherry</c:v>
                </c:pt>
                <c:pt idx="8014">
                  <c:v>optionalwordcoalition</c:v>
                </c:pt>
                <c:pt idx="8015">
                  <c:v>optimusprimewillsavedaday</c:v>
                </c:pt>
                <c:pt idx="8016">
                  <c:v>optimusentertainment</c:v>
                </c:pt>
                <c:pt idx="8017">
                  <c:v>optimumwindowcleaning</c:v>
                </c:pt>
                <c:pt idx="8018">
                  <c:v>optimumcapitalmanagement</c:v>
                </c:pt>
                <c:pt idx="8019">
                  <c:v>operation_worldhammer</c:v>
                </c:pt>
                <c:pt idx="8020">
                  <c:v>operationthunderchild</c:v>
                </c:pt>
                <c:pt idx="8021">
                  <c:v>operationsoundsystem</c:v>
                </c:pt>
                <c:pt idx="8022">
                  <c:v>operationfirstresponse</c:v>
                </c:pt>
                <c:pt idx="8023">
                  <c:v>operationfetusconsumption</c:v>
                </c:pt>
                <c:pt idx="8024">
                  <c:v>operation_desert_fox</c:v>
                </c:pt>
                <c:pt idx="8025">
                  <c:v>operationcatchtherabbit</c:v>
                </c:pt>
                <c:pt idx="8026">
                  <c:v>operationalbioticman1</c:v>
                </c:pt>
                <c:pt idx="8027">
                  <c:v>open_view_music_magazine</c:v>
                </c:pt>
                <c:pt idx="8028">
                  <c:v>opensourcetechadvice</c:v>
                </c:pt>
                <c:pt idx="8029">
                  <c:v>openmindfordifferentview</c:v>
                </c:pt>
                <c:pt idx="8030">
                  <c:v>onwardsoldiertheband</c:v>
                </c:pt>
                <c:pt idx="8031">
                  <c:v>ontariowrestlingrecap</c:v>
                </c:pt>
                <c:pt idx="8032">
                  <c:v>ontarioinsurancebroker</c:v>
                </c:pt>
                <c:pt idx="8033">
                  <c:v>onlywayoutentertainment</c:v>
                </c:pt>
                <c:pt idx="8034">
                  <c:v>only_the_strong_survive84</c:v>
                </c:pt>
                <c:pt idx="8035">
                  <c:v>onlythestrongsurvive_7</c:v>
                </c:pt>
                <c:pt idx="8036">
                  <c:v>onlythestrongsurvive13</c:v>
                </c:pt>
                <c:pt idx="8037">
                  <c:v>only_the_first_layer</c:v>
                </c:pt>
                <c:pt idx="8038">
                  <c:v>onlyspacedoutsometimes</c:v>
                </c:pt>
                <c:pt idx="8039">
                  <c:v>onlylovecanbringyouback</c:v>
                </c:pt>
                <c:pt idx="8040">
                  <c:v>_only_left_with_one_heart</c:v>
                </c:pt>
                <c:pt idx="8041">
                  <c:v>onlygodcanjudgekelly</c:v>
                </c:pt>
                <c:pt idx="8042">
                  <c:v>onlyexpecttheunexpected</c:v>
                </c:pt>
                <c:pt idx="8043">
                  <c:v>onlybrunettesarecrazy</c:v>
                </c:pt>
                <c:pt idx="8044">
                  <c:v>onlyanarchistsarepretty__</c:v>
                </c:pt>
                <c:pt idx="8045">
                  <c:v>only4thosewithtruegrit</c:v>
                </c:pt>
                <c:pt idx="8046">
                  <c:v>only_1_will_ever_know</c:v>
                </c:pt>
                <c:pt idx="8047">
                  <c:v>onewiththepuppydogface</c:v>
                </c:pt>
                <c:pt idx="8048">
                  <c:v>onewiththebulletmusic</c:v>
                </c:pt>
                <c:pt idx="8049">
                  <c:v>one_winged_swordsman</c:v>
                </c:pt>
                <c:pt idx="8050">
                  <c:v>onewingedangel_forever</c:v>
                </c:pt>
                <c:pt idx="8051">
                  <c:v>onewheelforlife_ridehard</c:v>
                </c:pt>
                <c:pt idx="8052">
                  <c:v>one_upon_the_journey</c:v>
                </c:pt>
                <c:pt idx="8053">
                  <c:v>onetruedelicateangel</c:v>
                </c:pt>
                <c:pt idx="8054">
                  <c:v>one_true_advice_king</c:v>
                </c:pt>
                <c:pt idx="8055">
                  <c:v>onetreehilllover11253</c:v>
                </c:pt>
                <c:pt idx="8056">
                  <c:v>one_track_mind_music</c:v>
                </c:pt>
                <c:pt idx="8057">
                  <c:v>onetrackmindmagazine</c:v>
                </c:pt>
                <c:pt idx="8058">
                  <c:v>onethousandtwohundred</c:v>
                </c:pt>
                <c:pt idx="8059">
                  <c:v>onethirtyeightphotography</c:v>
                </c:pt>
                <c:pt idx="8060">
                  <c:v>one_sweet_strawberry</c:v>
                </c:pt>
                <c:pt idx="8061">
                  <c:v>onesweetcountrychick</c:v>
                </c:pt>
                <c:pt idx="8062">
                  <c:v>one_stop_entertainment</c:v>
                </c:pt>
                <c:pt idx="8063">
                  <c:v>onesophisticatedchick</c:v>
                </c:pt>
                <c:pt idx="8064">
                  <c:v>onesnapbearphotography</c:v>
                </c:pt>
                <c:pt idx="8065">
                  <c:v>onesilvertongueddevil</c:v>
                </c:pt>
                <c:pt idx="8066">
                  <c:v>oneshorthappybunny87</c:v>
                </c:pt>
                <c:pt idx="8067">
                  <c:v>onesexymothertrucker</c:v>
                </c:pt>
                <c:pt idx="8068">
                  <c:v>one_pound_fifty_for_that</c:v>
                </c:pt>
                <c:pt idx="8069">
                  <c:v>oneparticularharbor7</c:v>
                </c:pt>
                <c:pt idx="8070">
                  <c:v>onenightafteryourdeath</c:v>
                </c:pt>
                <c:pt idx="8071">
                  <c:v>onenessbestkeptsecret</c:v>
                </c:pt>
                <c:pt idx="8072">
                  <c:v>onemissdadecounty305</c:v>
                </c:pt>
                <c:pt idx="8073">
                  <c:v>oneluckybitchsittinpretty</c:v>
                </c:pt>
                <c:pt idx="8074">
                  <c:v>oneloveinternational</c:v>
                </c:pt>
                <c:pt idx="8075">
                  <c:v>one_love_forever017</c:v>
                </c:pt>
                <c:pt idx="8076">
                  <c:v>onelove_aer_princess10</c:v>
                </c:pt>
                <c:pt idx="8077">
                  <c:v>OneLove2AllTheLiving</c:v>
                </c:pt>
                <c:pt idx="8078">
                  <c:v>onejokerafteranother</c:v>
                </c:pt>
                <c:pt idx="8079">
                  <c:v>onehundredpercentpure</c:v>
                </c:pt>
                <c:pt idx="8080">
                  <c:v>onehundredpercentprep</c:v>
                </c:pt>
                <c:pt idx="8081">
                  <c:v>onehundredpercentflirt</c:v>
                </c:pt>
                <c:pt idx="8082">
                  <c:v>onehundredandthirtyseven</c:v>
                </c:pt>
                <c:pt idx="8083">
                  <c:v>one_hot_and_sexy_bitch</c:v>
                </c:pt>
                <c:pt idx="8084">
                  <c:v>one_glorious_harmony</c:v>
                </c:pt>
                <c:pt idx="8085">
                  <c:v>oneglobaluniversemusic</c:v>
                </c:pt>
                <c:pt idx="8086">
                  <c:v>onefuckingcrazybitch</c:v>
                </c:pt>
                <c:pt idx="8087">
                  <c:v>onefingersnotshot1940</c:v>
                </c:pt>
                <c:pt idx="8088">
                  <c:v>onefierce_beercoaster</c:v>
                </c:pt>
                <c:pt idx="8089">
                  <c:v>_one_fierce_beer_coaster_</c:v>
                </c:pt>
                <c:pt idx="8090">
                  <c:v>onefelloutthechestnuttree</c:v>
                </c:pt>
                <c:pt idx="8091">
                  <c:v>oneelevenarcheravenue</c:v>
                </c:pt>
                <c:pt idx="8092">
                  <c:v>onedegreebelownormal</c:v>
                </c:pt>
                <c:pt idx="8093">
                  <c:v>one_crazy_ass_southern9</c:v>
                </c:pt>
                <c:pt idx="8094">
                  <c:v>onebreathremainsband</c:v>
                </c:pt>
                <c:pt idx="8095">
                  <c:v>one_blue_eyed_destiny</c:v>
                </c:pt>
                <c:pt idx="8096">
                  <c:v>oneblonde_bananahead</c:v>
                </c:pt>
                <c:pt idx="8097">
                  <c:v>one_black_winged_angel</c:v>
                </c:pt>
                <c:pt idx="8098">
                  <c:v>onebigwellingtonboot</c:v>
                </c:pt>
                <c:pt idx="8099">
                  <c:v>onebeautifulrose_0311</c:v>
                </c:pt>
                <c:pt idx="8100">
                  <c:v>one_badass_firefighter</c:v>
                </c:pt>
                <c:pt idx="8101">
                  <c:v>one_and_only_yours_truly</c:v>
                </c:pt>
                <c:pt idx="8102">
                  <c:v>oneandonlywhiteboy79</c:v>
                </c:pt>
                <c:pt idx="8103">
                  <c:v>one_and_only_toaster</c:v>
                </c:pt>
                <c:pt idx="8104">
                  <c:v>oneandonlyprincesskelly</c:v>
                </c:pt>
                <c:pt idx="8105">
                  <c:v>oneandonlyprincesscrystal</c:v>
                </c:pt>
                <c:pt idx="8106">
                  <c:v>oneandonlypoisongurl</c:v>
                </c:pt>
                <c:pt idx="8107">
                  <c:v>one_and_only_never_lonely</c:v>
                </c:pt>
                <c:pt idx="8108">
                  <c:v>oneandonlylovelytaylor</c:v>
                </c:pt>
                <c:pt idx="8109">
                  <c:v>oneandonlykelseymarie</c:v>
                </c:pt>
                <c:pt idx="8110">
                  <c:v>oneandonlyhotredhead</c:v>
                </c:pt>
                <c:pt idx="8111">
                  <c:v>one_and_only_ghetto_bitch</c:v>
                </c:pt>
                <c:pt idx="8112">
                  <c:v>one_and_only_farrock_star</c:v>
                </c:pt>
                <c:pt idx="8113">
                  <c:v>oneandonlyentertainment</c:v>
                </c:pt>
                <c:pt idx="8114">
                  <c:v>oneandonly_chrisbrown</c:v>
                </c:pt>
                <c:pt idx="8115">
                  <c:v>one_and_only_babygurl</c:v>
                </c:pt>
                <c:pt idx="8116">
                  <c:v>oneandfourentertainment</c:v>
                </c:pt>
                <c:pt idx="8117">
                  <c:v>one9westentertainment</c:v>
                </c:pt>
                <c:pt idx="8118">
                  <c:v>oncesexygoingdownhill</c:v>
                </c:pt>
                <c:pt idx="8119">
                  <c:v>oncemore_withfeeling</c:v>
                </c:pt>
                <c:pt idx="8120">
                  <c:v>oncearoundthesun355</c:v>
                </c:pt>
                <c:pt idx="8121">
                  <c:v>once_again_heartbroken</c:v>
                </c:pt>
                <c:pt idx="8122">
                  <c:v>omegaexpresstrinidad</c:v>
                </c:pt>
                <c:pt idx="8123">
                  <c:v>ollie_the_cheerleader</c:v>
                </c:pt>
                <c:pt idx="8124">
                  <c:v>oliviathebabygirlpup</c:v>
                </c:pt>
                <c:pt idx="8125">
                  <c:v>olivia_halliwell_again</c:v>
                </c:pt>
                <c:pt idx="8126">
                  <c:v>olive_juice_for_life</c:v>
                </c:pt>
                <c:pt idx="8127">
                  <c:v>olive_green_crayon91</c:v>
                </c:pt>
                <c:pt idx="8128">
                  <c:v>olga_vladimirova1988</c:v>
                </c:pt>
                <c:pt idx="8129">
                  <c:v>olgatatianamarieanastasia</c:v>
                </c:pt>
                <c:pt idx="8130">
                  <c:v>oldsouthalabamahippie</c:v>
                </c:pt>
                <c:pt idx="8131">
                  <c:v>oldschoolspeedskater</c:v>
                </c:pt>
                <c:pt idx="8132">
                  <c:v>oldschoolskatersonline</c:v>
                </c:pt>
                <c:pt idx="8133">
                  <c:v>oldschool_revolution</c:v>
                </c:pt>
                <c:pt idx="8134">
                  <c:v>oldschoolmintcondition</c:v>
                </c:pt>
                <c:pt idx="8135">
                  <c:v>oldschoolhollywood41</c:v>
                </c:pt>
                <c:pt idx="8136">
                  <c:v>oldschoolhiphop4ever</c:v>
                </c:pt>
                <c:pt idx="8137">
                  <c:v>oldschoolchocolate392</c:v>
                </c:pt>
                <c:pt idx="8138">
                  <c:v>oldpeoplehavegoodpot</c:v>
                </c:pt>
                <c:pt idx="8139">
                  <c:v>oldmixedtapesmarch14200</c:v>
                </c:pt>
                <c:pt idx="8140">
                  <c:v>oldgrumpymarkshotsauce</c:v>
                </c:pt>
                <c:pt idx="8141">
                  <c:v>oldgreendaylayoutred</c:v>
                </c:pt>
                <c:pt idx="8142">
                  <c:v>oldcrotchetystickjock</c:v>
                </c:pt>
                <c:pt idx="8143">
                  <c:v>oldbaldguyphotofreak</c:v>
                </c:pt>
                <c:pt idx="8144">
                  <c:v>oilfieldtrashwithhonor</c:v>
                </c:pt>
                <c:pt idx="8145">
                  <c:v>ohmloadtheexperience</c:v>
                </c:pt>
                <c:pt idx="8146">
                  <c:v>offthablockproduction</c:v>
                </c:pt>
                <c:pt idx="8147">
                  <c:v>offshorepowerboatracing</c:v>
                </c:pt>
                <c:pt idx="8148">
                  <c:v>offkiltersemiofficial</c:v>
                </c:pt>
                <c:pt idx="8149">
                  <c:v>officialworldwithout</c:v>
                </c:pt>
                <c:pt idx="8150">
                  <c:v>officialwhiteroseband</c:v>
                </c:pt>
                <c:pt idx="8151">
                  <c:v>officialwhiskermusic</c:v>
                </c:pt>
                <c:pt idx="8152">
                  <c:v>officialvisiondivine</c:v>
                </c:pt>
                <c:pt idx="8153">
                  <c:v>official_vincentvalentine</c:v>
                </c:pt>
                <c:pt idx="8154">
                  <c:v>officialtrustnobodymusic</c:v>
                </c:pt>
                <c:pt idx="8155">
                  <c:v>officialteamcatfacepage</c:v>
                </c:pt>
                <c:pt idx="8156">
                  <c:v>officialsweetinsanity</c:v>
                </c:pt>
                <c:pt idx="8157">
                  <c:v>officialstarvationarmy</c:v>
                </c:pt>
                <c:pt idx="8158">
                  <c:v>officialspiritualwar</c:v>
                </c:pt>
                <c:pt idx="8159">
                  <c:v>officialsilentshadow</c:v>
                </c:pt>
                <c:pt idx="8160">
                  <c:v>officialshadowgallery</c:v>
                </c:pt>
                <c:pt idx="8161">
                  <c:v>official_robby_gordon</c:v>
                </c:pt>
                <c:pt idx="8162">
                  <c:v>official_rick_springfield</c:v>
                </c:pt>
                <c:pt idx="8163">
                  <c:v>officialredneckyachtclub</c:v>
                </c:pt>
                <c:pt idx="8164">
                  <c:v>officialpurplepistol</c:v>
                </c:pt>
                <c:pt idx="8165">
                  <c:v>officialprojectsnowbeast</c:v>
                </c:pt>
                <c:pt idx="8166">
                  <c:v>official_pirate_hookers</c:v>
                </c:pt>
                <c:pt idx="8167">
                  <c:v>officialnightcrawler</c:v>
                </c:pt>
                <c:pt idx="8168">
                  <c:v>officialmiamiflorida</c:v>
                </c:pt>
                <c:pt idx="8169">
                  <c:v>officiallywickedcrew</c:v>
                </c:pt>
                <c:pt idx="8170">
                  <c:v>officially_supergirl_</c:v>
                </c:pt>
                <c:pt idx="8171">
                  <c:v>official_lucid_fan_club</c:v>
                </c:pt>
                <c:pt idx="8172">
                  <c:v>officiallowerclassbrass</c:v>
                </c:pt>
                <c:pt idx="8173">
                  <c:v>official_lil_luke_page</c:v>
                </c:pt>
                <c:pt idx="8174">
                  <c:v>officialkrystalsteal</c:v>
                </c:pt>
                <c:pt idx="8175">
                  <c:v>officialkassiedepaiva</c:v>
                </c:pt>
                <c:pt idx="8176">
                  <c:v>officialheavenshallburn</c:v>
                </c:pt>
                <c:pt idx="8177">
                  <c:v>official_ghostbuster3</c:v>
                </c:pt>
                <c:pt idx="8178">
                  <c:v>official_franzee_profile</c:v>
                </c:pt>
                <c:pt idx="8179">
                  <c:v>officialfourhorsemen</c:v>
                </c:pt>
                <c:pt idx="8180">
                  <c:v>officialfitnessmadesimple</c:v>
                </c:pt>
                <c:pt idx="8181">
                  <c:v>officialfeedbacksite</c:v>
                </c:pt>
                <c:pt idx="8182">
                  <c:v>officialdodgeviperpage</c:v>
                </c:pt>
                <c:pt idx="8183">
                  <c:v>officialdimepiece_101</c:v>
                </c:pt>
                <c:pt idx="8184">
                  <c:v>officialcrimsonmoonlight</c:v>
                </c:pt>
                <c:pt idx="8185">
                  <c:v>officialcomedycentral</c:v>
                </c:pt>
                <c:pt idx="8186">
                  <c:v>officialchrisbeckman</c:v>
                </c:pt>
                <c:pt idx="8187">
                  <c:v>official_blue_pokemon</c:v>
                </c:pt>
                <c:pt idx="8188">
                  <c:v>officialblacksheep_1997</c:v>
                </c:pt>
                <c:pt idx="8189">
                  <c:v>officialblackmarkethero</c:v>
                </c:pt>
                <c:pt idx="8190">
                  <c:v>officerfriendlymusic</c:v>
                </c:pt>
                <c:pt idx="8191">
                  <c:v>oceangirl_animalcrazed</c:v>
                </c:pt>
                <c:pt idx="8192">
                  <c:v>oceanfrontrealestate4sell</c:v>
                </c:pt>
                <c:pt idx="8193">
                  <c:v>ocean_avenue_babe1233</c:v>
                </c:pt>
                <c:pt idx="8194">
                  <c:v>obsessivemadwrestlingfan</c:v>
                </c:pt>
                <c:pt idx="8195">
                  <c:v>obsessivecompulsiveswine</c:v>
                </c:pt>
                <c:pt idx="8196">
                  <c:v>obsessivecompulsive4you</c:v>
                </c:pt>
                <c:pt idx="8197">
                  <c:v>obsessionwithperfection</c:v>
                </c:pt>
                <c:pt idx="8198">
                  <c:v>obscure_vanity_unknown</c:v>
                </c:pt>
                <c:pt idx="8199">
                  <c:v>obscureness_cute_girl</c:v>
                </c:pt>
                <c:pt idx="8200">
                  <c:v>obscene_hideous_dirty</c:v>
                </c:pt>
                <c:pt idx="8201">
                  <c:v>obnoxiouslycutetitle</c:v>
                </c:pt>
                <c:pt idx="8202">
                  <c:v>obliviousthepantomime</c:v>
                </c:pt>
                <c:pt idx="8203">
                  <c:v>objection_your_honor</c:v>
                </c:pt>
                <c:pt idx="8204">
                  <c:v>obesebuffetbeatsprod</c:v>
                </c:pt>
                <c:pt idx="8205">
                  <c:v>obelisk_thetormentor</c:v>
                </c:pt>
                <c:pt idx="8206">
                  <c:v>oath_simulcast_vocalist</c:v>
                </c:pt>
                <c:pt idx="8207">
                  <c:v>oathkeeper_oblivion170</c:v>
                </c:pt>
                <c:pt idx="8208">
                  <c:v>oakridgeentertainment</c:v>
                </c:pt>
                <c:pt idx="8209">
                  <c:v>oakley_mad_scientist</c:v>
                </c:pt>
                <c:pt idx="8210">
                  <c:v>oaklandvertskatepark</c:v>
                </c:pt>
                <c:pt idx="8211">
                  <c:v>oaklandraiderman192</c:v>
                </c:pt>
                <c:pt idx="8212">
                  <c:v>oakland_raider_4_life</c:v>
                </c:pt>
                <c:pt idx="8213">
                  <c:v>oakland_ice_princess23</c:v>
                </c:pt>
                <c:pt idx="8214">
                  <c:v>oakland_bound_4_life</c:v>
                </c:pt>
                <c:pt idx="8215">
                  <c:v>oaklandathleticsteam</c:v>
                </c:pt>
                <c:pt idx="8216">
                  <c:v>oaklandathleticsbaby15</c:v>
                </c:pt>
                <c:pt idx="8217">
                  <c:v>nurtureyourinnerwellbeing</c:v>
                </c:pt>
                <c:pt idx="8218">
                  <c:v>numberthirteenpreview</c:v>
                </c:pt>
                <c:pt idx="8219">
                  <c:v>numbersandlettersonly</c:v>
                </c:pt>
                <c:pt idx="8220">
                  <c:v>numberoneuniquebitch</c:v>
                </c:pt>
                <c:pt idx="8221">
                  <c:v>number_one_stunner_4_life</c:v>
                </c:pt>
                <c:pt idx="8222">
                  <c:v>NUMBERONESTUNNER232</c:v>
                </c:pt>
                <c:pt idx="8223">
                  <c:v>number_one_redneck_bitch</c:v>
                </c:pt>
                <c:pt idx="8224">
                  <c:v>numberoneplantmanager</c:v>
                </c:pt>
                <c:pt idx="8225">
                  <c:v>number_one_piss_head</c:v>
                </c:pt>
                <c:pt idx="8226">
                  <c:v>number_one_mommy2007</c:v>
                </c:pt>
                <c:pt idx="8227">
                  <c:v>numberonehottieplace</c:v>
                </c:pt>
                <c:pt idx="8228">
                  <c:v>numberonehottieforever</c:v>
                </c:pt>
                <c:pt idx="8229">
                  <c:v>numberonehitsongwriter</c:v>
                </c:pt>
                <c:pt idx="8230">
                  <c:v>numberonegreendayfan</c:v>
                </c:pt>
                <c:pt idx="8231">
                  <c:v>numberonecheesecakequeen</c:v>
                </c:pt>
                <c:pt idx="8232">
                  <c:v>number_one_charlotte</c:v>
                </c:pt>
                <c:pt idx="8233">
                  <c:v>number_one_bronco_fan</c:v>
                </c:pt>
                <c:pt idx="8234">
                  <c:v>numberoneaceyoungfan28</c:v>
                </c:pt>
                <c:pt idx="8235">
                  <c:v>number_1_wildcat_fan</c:v>
                </c:pt>
                <c:pt idx="8236">
                  <c:v>number_1_white_chocolate</c:v>
                </c:pt>
                <c:pt idx="8237">
                  <c:v>number_1_toon_supporter</c:v>
                </c:pt>
                <c:pt idx="8238">
                  <c:v>number1studentteacher</c:v>
                </c:pt>
                <c:pt idx="8239">
                  <c:v>number1_soldierlover</c:v>
                </c:pt>
                <c:pt idx="8240">
                  <c:v>number1softballplayer</c:v>
                </c:pt>
                <c:pt idx="8241">
                  <c:v>number1_princess_star</c:v>
                </c:pt>
                <c:pt idx="8242">
                  <c:v>number1party_champion</c:v>
                </c:pt>
                <c:pt idx="8243">
                  <c:v>number1franklinbeast</c:v>
                </c:pt>
                <c:pt idx="8244">
                  <c:v>number_1_evil_princess</c:v>
                </c:pt>
                <c:pt idx="8245">
                  <c:v>number_1cheer_leader</c:v>
                </c:pt>
                <c:pt idx="8246">
                  <c:v>number1badgurl4life9</c:v>
                </c:pt>
                <c:pt idx="8247">
                  <c:v>number_1_baby_girl513</c:v>
                </c:pt>
                <c:pt idx="8248">
                  <c:v>number_1_ashley_fansite</c:v>
                </c:pt>
                <c:pt idx="8249">
                  <c:v>number15southernchampion</c:v>
                </c:pt>
                <c:pt idx="8250">
                  <c:v>nowyouvegot2kill2believe</c:v>
                </c:pt>
                <c:pt idx="8251">
                  <c:v>now_then_stacey_leigh</c:v>
                </c:pt>
                <c:pt idx="8252">
                  <c:v>nowthatsratherfruity</c:v>
                </c:pt>
                <c:pt idx="8253">
                  <c:v>now_its_time_for_justice</c:v>
                </c:pt>
                <c:pt idx="8254">
                  <c:v>nowherenearredemption</c:v>
                </c:pt>
                <c:pt idx="8255">
                  <c:v>nowenteringneverlandranch</c:v>
                </c:pt>
                <c:pt idx="8256">
                  <c:v>novelistparexcellence</c:v>
                </c:pt>
                <c:pt idx="8257">
                  <c:v>novaprospectjamhouse</c:v>
                </c:pt>
                <c:pt idx="8258">
                  <c:v>notyourordinarygirl21</c:v>
                </c:pt>
                <c:pt idx="8259">
                  <c:v>notyourbestestfriend</c:v>
                </c:pt>
                <c:pt idx="8260">
                  <c:v>notyouraverageteenageslut</c:v>
                </c:pt>
                <c:pt idx="8261">
                  <c:v>not_your_average_pussy</c:v>
                </c:pt>
                <c:pt idx="8262">
                  <c:v>not_your_average_princess</c:v>
                </c:pt>
                <c:pt idx="8263">
                  <c:v>notyouraveragepancake</c:v>
                </c:pt>
                <c:pt idx="8264">
                  <c:v>not_your_average_mona</c:v>
                </c:pt>
                <c:pt idx="8265">
                  <c:v>notyouraveragegirl411</c:v>
                </c:pt>
                <c:pt idx="8266">
                  <c:v>notyouraveragegirl2</c:v>
                </c:pt>
                <c:pt idx="8267">
                  <c:v>not_your_average_girl001</c:v>
                </c:pt>
                <c:pt idx="8268">
                  <c:v>notyouraveragebreakdown</c:v>
                </c:pt>
                <c:pt idx="8269">
                  <c:v>notyouraveragebanjoplayer</c:v>
                </c:pt>
                <c:pt idx="8270">
                  <c:v>notworthyourfuckingtime</c:v>
                </c:pt>
                <c:pt idx="8271">
                  <c:v>not_wetback_scratchback_</c:v>
                </c:pt>
                <c:pt idx="8272">
                  <c:v>not_weird_just_random</c:v>
                </c:pt>
                <c:pt idx="8273">
                  <c:v>notvirginiacoalition</c:v>
                </c:pt>
                <c:pt idx="8274">
                  <c:v>not_the_one_two_three</c:v>
                </c:pt>
                <c:pt idx="8275">
                  <c:v>notthemermaidarielle</c:v>
                </c:pt>
                <c:pt idx="8276">
                  <c:v>notspoiled__justblessed</c:v>
                </c:pt>
                <c:pt idx="8277">
                  <c:v>notspecailjustdifferent</c:v>
                </c:pt>
                <c:pt idx="8278">
                  <c:v>not_small_space_efficient</c:v>
                </c:pt>
                <c:pt idx="8279">
                  <c:v>notsew_cool_after_all</c:v>
                </c:pt>
                <c:pt idx="8280">
                  <c:v>not_really_there_yet</c:v>
                </c:pt>
                <c:pt idx="8281">
                  <c:v>not_quite_famous_yet</c:v>
                </c:pt>
                <c:pt idx="8282">
                  <c:v>not_particularly_amusing</c:v>
                </c:pt>
                <c:pt idx="8283">
                  <c:v>notoriousoutlawsound</c:v>
                </c:pt>
                <c:pt idx="8284">
                  <c:v>notoriouslybigpickle</c:v>
                </c:pt>
                <c:pt idx="8285">
                  <c:v>notoriousdiamondqueen</c:v>
                </c:pt>
                <c:pt idx="8286">
                  <c:v>notoriousbeautyqueen</c:v>
                </c:pt>
                <c:pt idx="8287">
                  <c:v>notorious_87_trapstar</c:v>
                </c:pt>
                <c:pt idx="8288">
                  <c:v>notmuchbetterthanyou</c:v>
                </c:pt>
                <c:pt idx="8289">
                  <c:v>not_just_the_ginger_guy</c:v>
                </c:pt>
                <c:pt idx="8290">
                  <c:v>notjustblondebutperfect</c:v>
                </c:pt>
                <c:pt idx="8291">
                  <c:v>notjustanotherteentragedy</c:v>
                </c:pt>
                <c:pt idx="8292">
                  <c:v>not_justanotherprettyface</c:v>
                </c:pt>
                <c:pt idx="8293">
                  <c:v>nothingwhatsoeverband</c:v>
                </c:pt>
                <c:pt idx="8294">
                  <c:v>nothing_wait_everything</c:v>
                </c:pt>
                <c:pt idx="8295">
                  <c:v>nothingstaysthe_same</c:v>
                </c:pt>
                <c:pt idx="8296">
                  <c:v>nothing_stays_for_ever</c:v>
                </c:pt>
                <c:pt idx="8297">
                  <c:v>nothingshortforlauren</c:v>
                </c:pt>
                <c:pt idx="8298">
                  <c:v>nothingrhymeswithmusic</c:v>
                </c:pt>
                <c:pt idx="8299">
                  <c:v>nothinghigherthantruth</c:v>
                </c:pt>
                <c:pt idx="8300">
                  <c:v>nothing_from_nowhere_</c:v>
                </c:pt>
                <c:pt idx="8301">
                  <c:v>nothingforfreemelopunkfrom59</c:v>
                </c:pt>
                <c:pt idx="8302">
                  <c:v>nothingbuteverything101</c:v>
                </c:pt>
                <c:pt idx="8303">
                  <c:v>nothingbuteverything</c:v>
                </c:pt>
                <c:pt idx="8304">
                  <c:v>nothingbutcowboyboots</c:v>
                </c:pt>
                <c:pt idx="8305">
                  <c:v>nothingbutalaureltree</c:v>
                </c:pt>
                <c:pt idx="8306">
                  <c:v>nothing_big_just_piracy</c:v>
                </c:pt>
                <c:pt idx="8307">
                  <c:v>nothingbetterthanthis</c:v>
                </c:pt>
                <c:pt idx="8308">
                  <c:v>nothingandeverything</c:v>
                </c:pt>
                <c:pt idx="8309">
                  <c:v>notguiltyforbeingwhite</c:v>
                </c:pt>
                <c:pt idx="8310">
                  <c:v>not_good_enough_4_you</c:v>
                </c:pt>
                <c:pt idx="8311">
                  <c:v>notgoinganywerestudio</c:v>
                </c:pt>
                <c:pt idx="8312">
                  <c:v>notforhumanconsumption</c:v>
                </c:pt>
                <c:pt idx="8313">
                  <c:v>noteworthychristianmusic</c:v>
                </c:pt>
                <c:pt idx="8314">
                  <c:v>notentirelyperfectagain</c:v>
                </c:pt>
                <c:pt idx="8315">
                  <c:v>notenoughtstarsinthesky</c:v>
                </c:pt>
                <c:pt idx="8316">
                  <c:v>not_easy_being_green</c:v>
                </c:pt>
                <c:pt idx="8317">
                  <c:v>notdistinctlyaverage</c:v>
                </c:pt>
                <c:pt idx="8318">
                  <c:v>not_completely_useless</c:v>
                </c:pt>
                <c:pt idx="8319">
                  <c:v>notanotherprettyface</c:v>
                </c:pt>
                <c:pt idx="8320">
                  <c:v>not_another_plain_jane</c:v>
                </c:pt>
                <c:pt idx="8321">
                  <c:v>notanotherdixiechick</c:v>
                </c:pt>
                <c:pt idx="8322">
                  <c:v>not_another_chinaman</c:v>
                </c:pt>
                <c:pt idx="8323">
                  <c:v>not_another_broken_heart</c:v>
                </c:pt>
                <c:pt idx="8324">
                  <c:v>not_another_ashley_clone</c:v>
                </c:pt>
                <c:pt idx="8325">
                  <c:v>notan_average_whitgirl</c:v>
                </c:pt>
                <c:pt idx="8326">
                  <c:v>notanadvertformyself</c:v>
                </c:pt>
                <c:pt idx="8327">
                  <c:v>not_aloud_above_ground</c:v>
                </c:pt>
                <c:pt idx="8328">
                  <c:v>not_alone_and_lonely</c:v>
                </c:pt>
                <c:pt idx="8329">
                  <c:v>norwichparanormalsociety</c:v>
                </c:pt>
                <c:pt idx="8330">
                  <c:v>norwalkexplorerpost1085</c:v>
                </c:pt>
                <c:pt idx="8331">
                  <c:v>northwatchtowerguardian</c:v>
                </c:pt>
                <c:pt idx="8332">
                  <c:v>northvalleyplastering</c:v>
                </c:pt>
                <c:pt idx="8333">
                  <c:v>northstarshiningbright</c:v>
                </c:pt>
                <c:pt idx="8334">
                  <c:v>northstarphotography</c:v>
                </c:pt>
                <c:pt idx="8335">
                  <c:v>northstarentertainment</c:v>
                </c:pt>
                <c:pt idx="8336">
                  <c:v>northsouthinterstate</c:v>
                </c:pt>
                <c:pt idx="8337">
                  <c:v>northsoundsundaysession</c:v>
                </c:pt>
                <c:pt idx="8338">
                  <c:v>northsidenaughtygirl</c:v>
                </c:pt>
                <c:pt idx="8339">
                  <c:v>northside_knockoutqueen</c:v>
                </c:pt>
                <c:pt idx="8340">
                  <c:v>northside_hustler281</c:v>
                </c:pt>
                <c:pt idx="8341">
                  <c:v>northsideentertainment</c:v>
                </c:pt>
                <c:pt idx="8342">
                  <c:v>north_river_youth_leader</c:v>
                </c:pt>
                <c:pt idx="8343">
                  <c:v>northporthighschooltourchoir</c:v>
                </c:pt>
                <c:pt idx="8344">
                  <c:v>northphillyfreakgurl</c:v>
                </c:pt>
                <c:pt idx="8345">
                  <c:v>northlandyouthministry</c:v>
                </c:pt>
                <c:pt idx="8346">
                  <c:v>northgatehockeyleague</c:v>
                </c:pt>
                <c:pt idx="8347">
                  <c:v>northfloridasongcontest</c:v>
                </c:pt>
                <c:pt idx="8348">
                  <c:v>northeugenecampuslife</c:v>
                </c:pt>
                <c:pt idx="8349">
                  <c:v>northernstarspacedout</c:v>
                </c:pt>
                <c:pt idx="8350">
                  <c:v>northernstarcoffeehouse</c:v>
                </c:pt>
                <c:pt idx="8351">
                  <c:v>northernsouthernbell</c:v>
                </c:pt>
                <c:pt idx="8352">
                  <c:v>northernmonkeycheese</c:v>
                </c:pt>
                <c:pt idx="8353">
                  <c:v>northernhivemindritual</c:v>
                </c:pt>
                <c:pt idx="8354">
                  <c:v>northerngitbassplayer</c:v>
                </c:pt>
                <c:pt idx="8355">
                  <c:v>northernchicsouthernbelle</c:v>
                </c:pt>
                <c:pt idx="8356">
                  <c:v>northernbeachescapoeira</c:v>
                </c:pt>
                <c:pt idx="8357">
                  <c:v>northern_arapaho_angel</c:v>
                </c:pt>
                <c:pt idx="8358">
                  <c:v>north_east_street_tuff</c:v>
                </c:pt>
                <c:pt idx="8359">
                  <c:v>north_durham_bad_boy</c:v>
                </c:pt>
                <c:pt idx="8360">
                  <c:v>north_central_soldier</c:v>
                </c:pt>
                <c:pt idx="8361">
                  <c:v>northcarolinastate_lover</c:v>
                </c:pt>
                <c:pt idx="8362">
                  <c:v>northcarolinanetwork</c:v>
                </c:pt>
                <c:pt idx="8363">
                  <c:v>northcarolinafirefighter</c:v>
                </c:pt>
                <c:pt idx="8364">
                  <c:v>northcarolinaelectroacousticandexperimental</c:v>
                </c:pt>
                <c:pt idx="8365">
                  <c:v>northbroadwayentertainment</c:v>
                </c:pt>
                <c:pt idx="8366">
                  <c:v>northattleborowrestling</c:v>
                </c:pt>
                <c:pt idx="8367">
                  <c:v>northarlingtonskateteam</c:v>
                </c:pt>
                <c:pt idx="8368">
                  <c:v>northamptonstatehospital</c:v>
                </c:pt>
                <c:pt idx="8369">
                  <c:v>normanmisterwestport</c:v>
                </c:pt>
                <c:pt idx="8370">
                  <c:v>normalpeopledownthehall</c:v>
                </c:pt>
                <c:pt idx="8371">
                  <c:v>norma_jeane_mortenson</c:v>
                </c:pt>
                <c:pt idx="8372">
                  <c:v>nori_poet_12_02_1995_till</c:v>
                </c:pt>
                <c:pt idx="8373">
                  <c:v>norfolkthrillseakers</c:v>
                </c:pt>
                <c:pt idx="8374">
                  <c:v>norfolkrestaurantequip</c:v>
                </c:pt>
                <c:pt idx="8375">
                  <c:v>norfolkburritoproject</c:v>
                </c:pt>
                <c:pt idx="8376">
                  <c:v>norcal_noni_distributor</c:v>
                </c:pt>
                <c:pt idx="8377">
                  <c:v>norahluckyliketheceral</c:v>
                </c:pt>
                <c:pt idx="8378">
                  <c:v>nookionthebeach4life</c:v>
                </c:pt>
                <c:pt idx="8379">
                  <c:v>noodlethesoccerplaya10</c:v>
                </c:pt>
                <c:pt idx="8380">
                  <c:v>noodleeatingguitarplayer</c:v>
                </c:pt>
                <c:pt idx="8381">
                  <c:v>non_varsity_cheerleader</c:v>
                </c:pt>
                <c:pt idx="8382">
                  <c:v>nolliekickflip2bluntslide</c:v>
                </c:pt>
                <c:pt idx="8383">
                  <c:v>nolafairyprincess420</c:v>
                </c:pt>
                <c:pt idx="8384">
                  <c:v>nokiaconnectingpeople</c:v>
                </c:pt>
                <c:pt idx="8385">
                  <c:v>noiselesspatientspider</c:v>
                </c:pt>
                <c:pt idx="8386">
                  <c:v>noiseabatementprocedure</c:v>
                </c:pt>
                <c:pt idx="8387">
                  <c:v>noel_adrian_martinez</c:v>
                </c:pt>
                <c:pt idx="8388">
                  <c:v>nocturnalstreetracing</c:v>
                </c:pt>
                <c:pt idx="8389">
                  <c:v>nocturnalrampagemusic</c:v>
                </c:pt>
                <c:pt idx="8390">
                  <c:v>nocturnalmucusenvelope</c:v>
                </c:pt>
                <c:pt idx="8391">
                  <c:v>nobodyherebythatname</c:v>
                </c:pt>
                <c:pt idx="8392">
                  <c:v>nobodyeverybodymusic</c:v>
                </c:pt>
                <c:pt idx="8393">
                  <c:v>nittygrittycleveland</c:v>
                </c:pt>
                <c:pt idx="8394">
                  <c:v>nitro_nymph_pit_bitch</c:v>
                </c:pt>
                <c:pt idx="8395">
                  <c:v>nita_chrisbrown_baby</c:v>
                </c:pt>
                <c:pt idx="8396">
                  <c:v>nirvanawillrockforever</c:v>
                </c:pt>
                <c:pt idx="8397">
                  <c:v>nipplepiercingsarehot</c:v>
                </c:pt>
                <c:pt idx="8398">
                  <c:v>ninthfloorentertainment</c:v>
                </c:pt>
                <c:pt idx="8399">
                  <c:v>nineyearsandcounting</c:v>
                </c:pt>
                <c:pt idx="8400">
                  <c:v>ninetrampsandanunderpass</c:v>
                </c:pt>
                <c:pt idx="8401">
                  <c:v>nineteenthfighterpilot</c:v>
                </c:pt>
                <c:pt idx="8402">
                  <c:v>nina_thebondageworker</c:v>
                </c:pt>
                <c:pt idx="8403">
                  <c:v>nimjustthegirlnextdoor</c:v>
                </c:pt>
                <c:pt idx="8404">
                  <c:v>nikki_wit_the_ghetto_butt</c:v>
                </c:pt>
                <c:pt idx="8405">
                  <c:v>nikki_westerly_roleplayer</c:v>
                </c:pt>
                <c:pt idx="8406">
                  <c:v>nikkiturnertheauthor</c:v>
                </c:pt>
                <c:pt idx="8407">
                  <c:v>nikki_the_fortune_cookie</c:v>
                </c:pt>
                <c:pt idx="8408">
                  <c:v>nikkigiovannijackson</c:v>
                </c:pt>
                <c:pt idx="8409">
                  <c:v>nikkie_nightmarebaby</c:v>
                </c:pt>
                <c:pt idx="8410">
                  <c:v>nikkicreatesomething</c:v>
                </c:pt>
                <c:pt idx="8411">
                  <c:v>nikkicee4gettingthepast</c:v>
                </c:pt>
                <c:pt idx="8412">
                  <c:v>nikkibutterflyprincess</c:v>
                </c:pt>
                <c:pt idx="8413">
                  <c:v>nikiforova_dasha1994_2011</c:v>
                </c:pt>
                <c:pt idx="8414">
                  <c:v>nihilisticaxegrinder</c:v>
                </c:pt>
                <c:pt idx="8415">
                  <c:v>nighttimejoyrideband</c:v>
                </c:pt>
                <c:pt idx="8416">
                  <c:v>nightswatcorporation</c:v>
                </c:pt>
                <c:pt idx="8417">
                  <c:v>nightslocksmithservice</c:v>
                </c:pt>
                <c:pt idx="8418">
                  <c:v>nightslayerdragon123</c:v>
                </c:pt>
                <c:pt idx="8419">
                  <c:v>night_side_beautiful</c:v>
                </c:pt>
                <c:pt idx="8420">
                  <c:v>nightriderentertainment</c:v>
                </c:pt>
                <c:pt idx="8421">
                  <c:v>nightpassquiltseries</c:v>
                </c:pt>
                <c:pt idx="8422">
                  <c:v>night_owl_party_finder</c:v>
                </c:pt>
                <c:pt idx="8423">
                  <c:v>nightmarescreenprinting</c:v>
                </c:pt>
                <c:pt idx="8424">
                  <c:v>nightmare_nightangel</c:v>
                </c:pt>
                <c:pt idx="8425">
                  <c:v>NightmareHauntingyour</c:v>
                </c:pt>
                <c:pt idx="8426">
                  <c:v>nightmarefactoryaustin</c:v>
                </c:pt>
                <c:pt idx="8427">
                  <c:v>nightmarebeforethesleep</c:v>
                </c:pt>
                <c:pt idx="8428">
                  <c:v>nightmare_before_easter</c:v>
                </c:pt>
                <c:pt idx="8429">
                  <c:v>nightlightreflection</c:v>
                </c:pt>
                <c:pt idx="8430">
                  <c:v>nightlifeemeraldcoast</c:v>
                </c:pt>
                <c:pt idx="8431">
                  <c:v>nightfireentertainment</c:v>
                </c:pt>
                <c:pt idx="8432">
                  <c:v>nightfallwintershield</c:v>
                </c:pt>
                <c:pt idx="8433">
                  <c:v>niftynickfordtruckman</c:v>
                </c:pt>
                <c:pt idx="8434">
                  <c:v>niftylayout_samplepage005</c:v>
                </c:pt>
                <c:pt idx="8435">
                  <c:v>nicollebellefontaine</c:v>
                </c:pt>
                <c:pt idx="8436">
                  <c:v>nicolette_worthington</c:v>
                </c:pt>
                <c:pt idx="8437">
                  <c:v>nicolethomasacoustic</c:v>
                </c:pt>
                <c:pt idx="8438">
                  <c:v>nicolesoftballplayer34</c:v>
                </c:pt>
                <c:pt idx="8439">
                  <c:v>nicolemichellekim143</c:v>
                </c:pt>
                <c:pt idx="8440">
                  <c:v>nicolemariephotography</c:v>
                </c:pt>
                <c:pt idx="8441">
                  <c:v>nicole_leona_mae_babe</c:v>
                </c:pt>
                <c:pt idx="8442">
                  <c:v>nicolehutchcraft_foster</c:v>
                </c:pt>
                <c:pt idx="8443">
                  <c:v>nicolefrostphotography</c:v>
                </c:pt>
                <c:pt idx="8444">
                  <c:v>nicole_elizabeth_bolton</c:v>
                </c:pt>
                <c:pt idx="8445">
                  <c:v>nicolechristinamartinez</c:v>
                </c:pt>
                <c:pt idx="8446">
                  <c:v>nicolecampbellphotography</c:v>
                </c:pt>
                <c:pt idx="8447">
                  <c:v>nicolebradleyashleymartinkaren</c:v>
                </c:pt>
                <c:pt idx="8448">
                  <c:v>nicole_and_andy_forever</c:v>
                </c:pt>
                <c:pt idx="8449">
                  <c:v>nicky_the_super_bitch</c:v>
                </c:pt>
                <c:pt idx="8450">
                  <c:v>nicky_the_demented_teen</c:v>
                </c:pt>
                <c:pt idx="8451">
                  <c:v>nickyandfrankieforever</c:v>
                </c:pt>
                <c:pt idx="8452">
                  <c:v>nickthegeorgetownguy</c:v>
                </c:pt>
                <c:pt idx="8453">
                  <c:v>nick_prince_charming</c:v>
                </c:pt>
                <c:pt idx="8454">
                  <c:v>nickplayswithhisself</c:v>
                </c:pt>
                <c:pt idx="8455">
                  <c:v>nicklovesledzeppelin</c:v>
                </c:pt>
                <c:pt idx="8456">
                  <c:v>nickhouseentertainment</c:v>
                </c:pt>
                <c:pt idx="8457">
                  <c:v>nick_from_the_darkside</c:v>
                </c:pt>
                <c:pt idx="8458">
                  <c:v>nick_football_star_norcal</c:v>
                </c:pt>
                <c:pt idx="8459">
                  <c:v>nickelplatedcandyman</c:v>
                </c:pt>
                <c:pt idx="8460">
                  <c:v>nickelback_fan_forever</c:v>
                </c:pt>
                <c:pt idx="8461">
                  <c:v>nickeatsyourchocolate</c:v>
                </c:pt>
                <c:pt idx="8462">
                  <c:v>nick_carter_fan_site</c:v>
                </c:pt>
                <c:pt idx="8463">
                  <c:v>nickcarterfanforlife</c:v>
                </c:pt>
                <c:pt idx="8464">
                  <c:v>nickarnold4president</c:v>
                </c:pt>
                <c:pt idx="8465">
                  <c:v>nickandsabpopnatbrittbree</c:v>
                </c:pt>
                <c:pt idx="8466">
                  <c:v>nichole_northsidegirl</c:v>
                </c:pt>
                <c:pt idx="8467">
                  <c:v>nicholefrommissoulasuper</c:v>
                </c:pt>
                <c:pt idx="8468">
                  <c:v>nichole_cheerbabe_101</c:v>
                </c:pt>
                <c:pt idx="8469">
                  <c:v>nicesweetandprettygirl</c:v>
                </c:pt>
                <c:pt idx="8470">
                  <c:v>nice_lil_colorful_gurl14</c:v>
                </c:pt>
                <c:pt idx="8471">
                  <c:v>nice_guy_finish_last</c:v>
                </c:pt>
                <c:pt idx="8472">
                  <c:v>nicedifferentandunusual</c:v>
                </c:pt>
                <c:pt idx="8473">
                  <c:v>nicebutcouldactnasty</c:v>
                </c:pt>
                <c:pt idx="8474">
                  <c:v>nice_and_twisted_2004</c:v>
                </c:pt>
                <c:pt idx="8475">
                  <c:v>next_top_hairstylist</c:v>
                </c:pt>
                <c:pt idx="8476">
                  <c:v>next_stop_cedarville</c:v>
                </c:pt>
                <c:pt idx="8477">
                  <c:v>nextprofessionalstreaker</c:v>
                </c:pt>
                <c:pt idx="8478">
                  <c:v>nextgenerationguitar</c:v>
                </c:pt>
                <c:pt idx="8479">
                  <c:v>next_generation_alice</c:v>
                </c:pt>
                <c:pt idx="8480">
                  <c:v>next_duke_superstar_10</c:v>
                </c:pt>
                <c:pt idx="8481">
                  <c:v>nextdoorjazzfestival</c:v>
                </c:pt>
                <c:pt idx="8482">
                  <c:v>nextchapterentertainment</c:v>
                </c:pt>
                <c:pt idx="8483">
                  <c:v>next_champ_undertaker</c:v>
                </c:pt>
                <c:pt idx="8484">
                  <c:v>newyorkmusicconnection</c:v>
                </c:pt>
                <c:pt idx="8485">
                  <c:v>newyorkcity2shanghai</c:v>
                </c:pt>
                <c:pt idx="8486">
                  <c:v>new_york_chick_1047</c:v>
                </c:pt>
                <c:pt idx="8487">
                  <c:v>newyorkandcompany123</c:v>
                </c:pt>
                <c:pt idx="8488">
                  <c:v>newyorkalcoholicanxietyattack</c:v>
                </c:pt>
                <c:pt idx="8489">
                  <c:v>newwriter_virginiablanche</c:v>
                </c:pt>
                <c:pt idx="8490">
                  <c:v>newworldresourcecenter</c:v>
                </c:pt>
                <c:pt idx="8491">
                  <c:v>new_world_order_4life</c:v>
                </c:pt>
                <c:pt idx="8492">
                  <c:v>newwave_vintage_clothing</c:v>
                </c:pt>
                <c:pt idx="8493">
                  <c:v>newtonsouthhighschooljazz</c:v>
                </c:pt>
                <c:pt idx="8494">
                  <c:v>newtechnologydivision</c:v>
                </c:pt>
                <c:pt idx="8495">
                  <c:v>newspapperwinslottery</c:v>
                </c:pt>
                <c:pt idx="8496">
                  <c:v>newspaperdeafoldfriend</c:v>
                </c:pt>
                <c:pt idx="8497">
                  <c:v>news_and_destruction</c:v>
                </c:pt>
                <c:pt idx="8498">
                  <c:v>newsalemwitchhunters</c:v>
                </c:pt>
                <c:pt idx="8499">
                  <c:v>newportlivemusicsociety</c:v>
                </c:pt>
                <c:pt idx="8500">
                  <c:v>newporthottiemarissa</c:v>
                </c:pt>
                <c:pt idx="8501">
                  <c:v>newparadigmlogistics</c:v>
                </c:pt>
                <c:pt idx="8502">
                  <c:v>neworleansuptownruler</c:v>
                </c:pt>
                <c:pt idx="8503">
                  <c:v>neworleansshawtie504</c:v>
                </c:pt>
                <c:pt idx="8504">
                  <c:v>neworleansrebirthjazz</c:v>
                </c:pt>
                <c:pt idx="8505">
                  <c:v>neworleans_princess_504</c:v>
                </c:pt>
                <c:pt idx="8506">
                  <c:v>neworleansprincess200</c:v>
                </c:pt>
                <c:pt idx="8507">
                  <c:v>new_orleanshotgurl_4life</c:v>
                </c:pt>
                <c:pt idx="8508">
                  <c:v>neworleansbabygurl1</c:v>
                </c:pt>
                <c:pt idx="8509">
                  <c:v>neworleans504aftermath</c:v>
                </c:pt>
                <c:pt idx="8510">
                  <c:v>neworiginalsonicsound</c:v>
                </c:pt>
                <c:pt idx="8511">
                  <c:v>newly_discovered_space</c:v>
                </c:pt>
                <c:pt idx="8512">
                  <c:v>newlineentertainment</c:v>
                </c:pt>
                <c:pt idx="8513">
                  <c:v>newlifecommunitychurch2</c:v>
                </c:pt>
                <c:pt idx="8514">
                  <c:v>newjerseydimepiece1123</c:v>
                </c:pt>
                <c:pt idx="8515">
                  <c:v>newjerseydeathbrigade</c:v>
                </c:pt>
                <c:pt idx="8516">
                  <c:v>newimagepaintanddesign</c:v>
                </c:pt>
                <c:pt idx="8517">
                  <c:v>new_image_art_gallery</c:v>
                </c:pt>
                <c:pt idx="8518">
                  <c:v>newgroundsaudioportal1</c:v>
                </c:pt>
                <c:pt idx="8519">
                  <c:v>newgenerationentertainment</c:v>
                </c:pt>
                <c:pt idx="8520">
                  <c:v>newfoundglory_fan_2005</c:v>
                </c:pt>
                <c:pt idx="8521">
                  <c:v>newformatimprovisation</c:v>
                </c:pt>
                <c:pt idx="8522">
                  <c:v>newconceptphotography</c:v>
                </c:pt>
                <c:pt idx="8523">
                  <c:v>new_castle_brown_ale</c:v>
                </c:pt>
                <c:pt idx="8524">
                  <c:v>newburystreetadventure</c:v>
                </c:pt>
                <c:pt idx="8525">
                  <c:v>newbridgeposseeffect</c:v>
                </c:pt>
                <c:pt idx="8526">
                  <c:v>newbreedentertainment419</c:v>
                </c:pt>
                <c:pt idx="8527">
                  <c:v>newbreedentertainment1981</c:v>
                </c:pt>
                <c:pt idx="8528">
                  <c:v>newborndeltamike71_455</c:v>
                </c:pt>
                <c:pt idx="8529">
                  <c:v>new_blood_stalker_clan</c:v>
                </c:pt>
                <c:pt idx="8530">
                  <c:v>newberlinjazzguerrilla</c:v>
                </c:pt>
                <c:pt idx="8531">
                  <c:v>neverwasacornflakegirlie</c:v>
                </c:pt>
                <c:pt idx="8532">
                  <c:v>never_use_while_sleeping</c:v>
                </c:pt>
                <c:pt idx="8533">
                  <c:v>neverstopsshopping1992</c:v>
                </c:pt>
                <c:pt idx="8534">
                  <c:v>never_regret_anything</c:v>
                </c:pt>
                <c:pt idx="8535">
                  <c:v>never_really_knowing</c:v>
                </c:pt>
                <c:pt idx="8536">
                  <c:v>neverlovethesamefooltwice</c:v>
                </c:pt>
                <c:pt idx="8537">
                  <c:v>neverlimitdoingjoebeth</c:v>
                </c:pt>
                <c:pt idx="8538">
                  <c:v>neverletthemseeyousweat</c:v>
                </c:pt>
                <c:pt idx="8539">
                  <c:v>neverletgoofthatdream</c:v>
                </c:pt>
                <c:pt idx="8540">
                  <c:v>neverleftnorforsaken</c:v>
                </c:pt>
                <c:pt idx="8541">
                  <c:v>never_leave_this_space</c:v>
                </c:pt>
                <c:pt idx="8542">
                  <c:v>neverleavelonelyalone</c:v>
                </c:pt>
                <c:pt idx="8543">
                  <c:v>neverlandmusicproduction</c:v>
                </c:pt>
                <c:pt idx="8544">
                  <c:v>never_forgotten_randy</c:v>
                </c:pt>
                <c:pt idx="8545">
                  <c:v>neverforgetthatisland</c:v>
                </c:pt>
                <c:pt idx="8546">
                  <c:v>neverforgetgunpowderplot</c:v>
                </c:pt>
                <c:pt idx="8547">
                  <c:v>neverforgetglitterplane</c:v>
                </c:pt>
                <c:pt idx="8548">
                  <c:v>never_ever_forgotten</c:v>
                </c:pt>
                <c:pt idx="8549">
                  <c:v>neverendingvendingmachine</c:v>
                </c:pt>
                <c:pt idx="8550">
                  <c:v>never_ending_struggle</c:v>
                </c:pt>
                <c:pt idx="8551">
                  <c:v>never_ending_sausage</c:v>
                </c:pt>
                <c:pt idx="8552">
                  <c:v>neverendingnightmare101</c:v>
                </c:pt>
                <c:pt idx="8553">
                  <c:v>neverendinglove010109</c:v>
                </c:pt>
                <c:pt idx="8554">
                  <c:v>neverending_fairytale</c:v>
                </c:pt>
                <c:pt idx="8555">
                  <c:v>never_eat_sour_watermelon</c:v>
                </c:pt>
                <c:pt idx="8556">
                  <c:v>never_down_and_out182</c:v>
                </c:pt>
                <c:pt idx="8557">
                  <c:v>neverdiscounttheunderdog</c:v>
                </c:pt>
                <c:pt idx="8558">
                  <c:v>neverdiealwaysliving</c:v>
                </c:pt>
                <c:pt idx="8559">
                  <c:v>never_come_back_down_7</c:v>
                </c:pt>
                <c:pt idx="8560">
                  <c:v>neverbrokeagainentertainment</c:v>
                </c:pt>
                <c:pt idx="8561">
                  <c:v>neverbeenthegirlnextdoor</c:v>
                </c:pt>
                <c:pt idx="8562">
                  <c:v>neverbeenhappier8374</c:v>
                </c:pt>
                <c:pt idx="8563">
                  <c:v>never_been_better214</c:v>
                </c:pt>
                <c:pt idx="8564">
                  <c:v>neveragainwilliloseout</c:v>
                </c:pt>
                <c:pt idx="8565">
                  <c:v>never_4getting_jordan</c:v>
                </c:pt>
                <c:pt idx="8566">
                  <c:v>never4getalwaysremember</c:v>
                </c:pt>
                <c:pt idx="8567">
                  <c:v>neuroticsoundfoundation</c:v>
                </c:pt>
                <c:pt idx="8568">
                  <c:v>neurosisintopsychosis</c:v>
                </c:pt>
                <c:pt idx="8569">
                  <c:v>networkengineeringguy</c:v>
                </c:pt>
                <c:pt idx="8570">
                  <c:v>networkadministrator4hire</c:v>
                </c:pt>
                <c:pt idx="8571">
                  <c:v>nettletonhighschoolband</c:v>
                </c:pt>
                <c:pt idx="8572">
                  <c:v>nessatobydestruction</c:v>
                </c:pt>
                <c:pt idx="8573">
                  <c:v>nessa_tha_caramel_diva</c:v>
                </c:pt>
                <c:pt idx="8574">
                  <c:v>nessa_anne_hudgens_babe</c:v>
                </c:pt>
                <c:pt idx="8575">
                  <c:v>neoteric_always_single</c:v>
                </c:pt>
                <c:pt idx="8576">
                  <c:v>neonportraitphotography</c:v>
                </c:pt>
                <c:pt idx="8577">
                  <c:v>neon_genesis_anderson</c:v>
                </c:pt>
                <c:pt idx="8578">
                  <c:v>nelsonthesupercowboy</c:v>
                </c:pt>
                <c:pt idx="8579">
                  <c:v>nelly_not_the_rapper</c:v>
                </c:pt>
                <c:pt idx="8580">
                  <c:v>nell_finally_got_one</c:v>
                </c:pt>
                <c:pt idx="8581">
                  <c:v>neighborscornerstore</c:v>
                </c:pt>
                <c:pt idx="8582">
                  <c:v>neighborhoodsmokeman</c:v>
                </c:pt>
                <c:pt idx="8583">
                  <c:v>neighborhooddopedealer</c:v>
                </c:pt>
                <c:pt idx="8584">
                  <c:v>neighborhoodcreeprock</c:v>
                </c:pt>
                <c:pt idx="8585">
                  <c:v>neighborhoodbarrelspinner</c:v>
                </c:pt>
                <c:pt idx="8586">
                  <c:v>neighboorhod_trapstar</c:v>
                </c:pt>
                <c:pt idx="8587">
                  <c:v>negativefeedbackbios</c:v>
                </c:pt>
                <c:pt idx="8588">
                  <c:v>nefariousphilosophate</c:v>
                </c:pt>
                <c:pt idx="8589">
                  <c:v>needspecialcomforting</c:v>
                </c:pt>
                <c:pt idx="8590">
                  <c:v>needleandthreadclothes</c:v>
                </c:pt>
                <c:pt idx="8591">
                  <c:v>needleandthepainreaction</c:v>
                </c:pt>
                <c:pt idx="8592">
                  <c:v>needforspeedprostreet</c:v>
                </c:pt>
                <c:pt idx="8593">
                  <c:v>navyofficerrecruiter</c:v>
                </c:pt>
                <c:pt idx="8594">
                  <c:v>nauturalsouhernbeauty</c:v>
                </c:pt>
                <c:pt idx="8595">
                  <c:v>nauticalpearldrummer</c:v>
                </c:pt>
                <c:pt idx="8596">
                  <c:v>naughty_tinkerbell420</c:v>
                </c:pt>
                <c:pt idx="8597">
                  <c:v>naughtysouthernbelle</c:v>
                </c:pt>
                <c:pt idx="8598">
                  <c:v>naughtypolskaprincess913</c:v>
                </c:pt>
                <c:pt idx="8599">
                  <c:v>naughtyplayboypoohbear</c:v>
                </c:pt>
                <c:pt idx="8600">
                  <c:v>naughtyoneentertainment</c:v>
                </c:pt>
                <c:pt idx="8601">
                  <c:v>naughty_nurse_chic_5</c:v>
                </c:pt>
                <c:pt idx="8602">
                  <c:v>naughtynightfuzzymorning</c:v>
                </c:pt>
                <c:pt idx="8603">
                  <c:v>naughtylittleredhead</c:v>
                </c:pt>
                <c:pt idx="8604">
                  <c:v>naughtylilcountrygirl</c:v>
                </c:pt>
                <c:pt idx="8605">
                  <c:v>naughty_lil_angelic_one</c:v>
                </c:pt>
                <c:pt idx="8606">
                  <c:v>naughty_butt_nice_21</c:v>
                </c:pt>
                <c:pt idx="8607">
                  <c:v>naughtybutnicemartin</c:v>
                </c:pt>
                <c:pt idx="8608">
                  <c:v>naughty_but_nice_327</c:v>
                </c:pt>
                <c:pt idx="8609">
                  <c:v>naughtyboystreetclothing</c:v>
                </c:pt>
                <c:pt idx="8610">
                  <c:v>naughty_angel_girl2003</c:v>
                </c:pt>
                <c:pt idx="8611">
                  <c:v>naughtyandnicegirl0214</c:v>
                </c:pt>
                <c:pt idx="8612">
                  <c:v>naturial_born_killer</c:v>
                </c:pt>
                <c:pt idx="8613">
                  <c:v>naturalstory_thefaceshop</c:v>
                </c:pt>
                <c:pt idx="8614">
                  <c:v>naturalimagephotography</c:v>
                </c:pt>
                <c:pt idx="8615">
                  <c:v>naturalhealthandnutrition</c:v>
                </c:pt>
                <c:pt idx="8616">
                  <c:v>naturalessenceskincare</c:v>
                </c:pt>
                <c:pt idx="8617">
                  <c:v>natural_born_winner07</c:v>
                </c:pt>
                <c:pt idx="8618">
                  <c:v>Natural_Born_Sinner13</c:v>
                </c:pt>
                <c:pt idx="8619">
                  <c:v>naturalbornprincess83</c:v>
                </c:pt>
                <c:pt idx="8620">
                  <c:v>naturalbornguitarrist</c:v>
                </c:pt>
                <c:pt idx="8621">
                  <c:v>naturalbornbudsmoker</c:v>
                </c:pt>
                <c:pt idx="8622">
                  <c:v>naturalandmanmadedisaster</c:v>
                </c:pt>
                <c:pt idx="8623">
                  <c:v>nativenewyorker4ever</c:v>
                </c:pt>
                <c:pt idx="8624">
                  <c:v>nativegreenbutterfly</c:v>
                </c:pt>
                <c:pt idx="8625">
                  <c:v>nativeforlifeantuman</c:v>
                </c:pt>
                <c:pt idx="8626">
                  <c:v>native_animal_spirit</c:v>
                </c:pt>
                <c:pt idx="8627">
                  <c:v>nationalunderclassmen</c:v>
                </c:pt>
                <c:pt idx="8628">
                  <c:v>nationalstudentpride</c:v>
                </c:pt>
                <c:pt idx="8629">
                  <c:v>nationalsocialistmovement</c:v>
                </c:pt>
                <c:pt idx="8630">
                  <c:v>nationalpubpokerleague</c:v>
                </c:pt>
                <c:pt idx="8631">
                  <c:v>nationalproductiongroup</c:v>
                </c:pt>
                <c:pt idx="8632">
                  <c:v>nationalprettyboysociety</c:v>
                </c:pt>
                <c:pt idx="8633">
                  <c:v>nationallampooncollege</c:v>
                </c:pt>
                <c:pt idx="8634">
                  <c:v>national_guard_soldier</c:v>
                </c:pt>
                <c:pt idx="8635">
                  <c:v>nationaldisasterrock</c:v>
                </c:pt>
                <c:pt idx="8636">
                  <c:v>nationalcomedycompany</c:v>
                </c:pt>
                <c:pt idx="8637">
                  <c:v>nationalbodychallenge</c:v>
                </c:pt>
                <c:pt idx="8638">
                  <c:v>nationalbeerpongleague</c:v>
                </c:pt>
                <c:pt idx="8639">
                  <c:v>nationalarthonorsociety</c:v>
                </c:pt>
                <c:pt idx="8640">
                  <c:v>nathalienicholemonster</c:v>
                </c:pt>
                <c:pt idx="8641">
                  <c:v>natesyourhuckleberry</c:v>
                </c:pt>
                <c:pt idx="8642">
                  <c:v>nates_softball_gurl_93</c:v>
                </c:pt>
                <c:pt idx="8643">
                  <c:v>natashasciencefitness</c:v>
                </c:pt>
                <c:pt idx="8644">
                  <c:v>natashaonehundredpercent</c:v>
                </c:pt>
                <c:pt idx="8645">
                  <c:v>natasha_fencingmaster</c:v>
                </c:pt>
                <c:pt idx="8646">
                  <c:v>natasha_bedingfield_</c:v>
                </c:pt>
                <c:pt idx="8647">
                  <c:v>natashabananakingston</c:v>
                </c:pt>
                <c:pt idx="8648">
                  <c:v>natalya_gabriella_walker</c:v>
                </c:pt>
                <c:pt idx="8649">
                  <c:v>natalietheworldtraveler</c:v>
                </c:pt>
                <c:pt idx="8650">
                  <c:v>natalierebeccasinger</c:v>
                </c:pt>
                <c:pt idx="8651">
                  <c:v>natalie_rachel_marie</c:v>
                </c:pt>
                <c:pt idx="8652">
                  <c:v>natalierachelanderson</c:v>
                </c:pt>
                <c:pt idx="8653">
                  <c:v>natalie_miller_cocoapuff</c:v>
                </c:pt>
                <c:pt idx="8654">
                  <c:v>natalielaurensaunders</c:v>
                </c:pt>
                <c:pt idx="8655">
                  <c:v>natalie_jordan_lover</c:v>
                </c:pt>
                <c:pt idx="8656">
                  <c:v>nataliejadelouisegibson</c:v>
                </c:pt>
                <c:pt idx="8657">
                  <c:v>nataliedouglashazlewood</c:v>
                </c:pt>
                <c:pt idx="8658">
                  <c:v>nataliechristineward</c:v>
                </c:pt>
                <c:pt idx="8659">
                  <c:v>nataliecatanianelson</c:v>
                </c:pt>
                <c:pt idx="8660">
                  <c:v>nataliecarolinegrace</c:v>
                </c:pt>
                <c:pt idx="8661">
                  <c:v>natalee_thepokemon_master</c:v>
                </c:pt>
                <c:pt idx="8662">
                  <c:v>nasty_strawberry_gurl9</c:v>
                </c:pt>
                <c:pt idx="8663">
                  <c:v>nasty_sivaeva2010_1991</c:v>
                </c:pt>
                <c:pt idx="8664">
                  <c:v>nasty_nates_wicked_jungle</c:v>
                </c:pt>
                <c:pt idx="8665">
                  <c:v>nastyapanova21101997</c:v>
                </c:pt>
                <c:pt idx="8666">
                  <c:v>NashvilleSoccerLeague</c:v>
                </c:pt>
                <c:pt idx="8667">
                  <c:v>nashville_citysearch</c:v>
                </c:pt>
                <c:pt idx="8668">
                  <c:v>narutoakaninetailedfox</c:v>
                </c:pt>
                <c:pt idx="8669">
                  <c:v>naruto21119955991paha</c:v>
                </c:pt>
                <c:pt idx="8670">
                  <c:v>narcoticthrustofficial</c:v>
                </c:pt>
                <c:pt idx="8671">
                  <c:v>narcissitic_plastic_boy</c:v>
                </c:pt>
                <c:pt idx="8672">
                  <c:v>narcassisticdramaqueen</c:v>
                </c:pt>
                <c:pt idx="8673">
                  <c:v>naptownentertainment</c:v>
                </c:pt>
                <c:pt idx="8674">
                  <c:v>napoleon_across_globe</c:v>
                </c:pt>
                <c:pt idx="8675">
                  <c:v>naomicheriephotography</c:v>
                </c:pt>
                <c:pt idx="8676">
                  <c:v>nancymichellegreenberg</c:v>
                </c:pt>
                <c:pt idx="8677">
                  <c:v>nancy_drew_girl_detective</c:v>
                </c:pt>
                <c:pt idx="8678">
                  <c:v>nancy_always_smiling</c:v>
                </c:pt>
                <c:pt idx="8679">
                  <c:v>nana_ultra_absorbante</c:v>
                </c:pt>
                <c:pt idx="8680">
                  <c:v>nameunavailabletoobad</c:v>
                </c:pt>
                <c:pt idx="8681">
                  <c:v>name_that_was_not_picked</c:v>
                </c:pt>
                <c:pt idx="8682">
                  <c:v>nakedweapondarkangel</c:v>
                </c:pt>
                <c:pt idx="8683">
                  <c:v>nailbiterfromseaside</c:v>
                </c:pt>
                <c:pt idx="8684">
                  <c:v>mystifierforthblasphemy</c:v>
                </c:pt>
                <c:pt idx="8685">
                  <c:v>mysticgardennutrition</c:v>
                </c:pt>
                <c:pt idx="8686">
                  <c:v>mystic_force_red_ranger</c:v>
                </c:pt>
                <c:pt idx="8687">
                  <c:v>mystic_fire_entertainment</c:v>
                </c:pt>
                <c:pt idx="8688">
                  <c:v>mysticalsandfilledpit</c:v>
                </c:pt>
                <c:pt idx="8689">
                  <c:v>mysticalmagicalvienna</c:v>
                </c:pt>
                <c:pt idx="8690">
                  <c:v>mystical_flying_pixie91</c:v>
                </c:pt>
                <c:pt idx="8691">
                  <c:v>mysticalfashionscene</c:v>
                </c:pt>
                <c:pt idx="8692">
                  <c:v>mystical_dragon_druid</c:v>
                </c:pt>
                <c:pt idx="8693">
                  <c:v>mysticaldragonbreath</c:v>
                </c:pt>
                <c:pt idx="8694">
                  <c:v>mysticaldarkradiance</c:v>
                </c:pt>
                <c:pt idx="8695">
                  <c:v>mysteryskateboarder1</c:v>
                </c:pt>
                <c:pt idx="8696">
                  <c:v>mysterysciencetheater3000music</c:v>
                </c:pt>
                <c:pt idx="8697">
                  <c:v>mysterydinnerplayhouse</c:v>
                </c:pt>
                <c:pt idx="8698">
                  <c:v>mysterious_monkey_man</c:v>
                </c:pt>
                <c:pt idx="8699">
                  <c:v>mysteriousgranitesphere</c:v>
                </c:pt>
                <c:pt idx="8700">
                  <c:v>mysteriousfivepublishing</c:v>
                </c:pt>
                <c:pt idx="8701">
                  <c:v>mysteriousfallenangel</c:v>
                </c:pt>
                <c:pt idx="8702">
                  <c:v>mysteriousbassoonistgirl</c:v>
                </c:pt>
                <c:pt idx="8703">
                  <c:v>myselfandotherpeople</c:v>
                </c:pt>
                <c:pt idx="8704">
                  <c:v>myrtlethethunderturtle</c:v>
                </c:pt>
                <c:pt idx="8705">
                  <c:v>myriamakamachadolover</c:v>
                </c:pt>
                <c:pt idx="8706">
                  <c:v>mynameisnotavailable5</c:v>
                </c:pt>
                <c:pt idx="8707">
                  <c:v>muteblondiemomospringbaby</c:v>
                </c:pt>
                <c:pt idx="8708">
                  <c:v>mustmakewetforfulleffect</c:v>
                </c:pt>
                <c:pt idx="8709">
                  <c:v>mustlivethecomicallife</c:v>
                </c:pt>
                <c:pt idx="8710">
                  <c:v>mustkilllois100times</c:v>
                </c:pt>
                <c:pt idx="8711">
                  <c:v>muskokaexposurefestival</c:v>
                </c:pt>
                <c:pt idx="8712">
                  <c:v>musicyouwontfindanywhereelse</c:v>
                </c:pt>
                <c:pt idx="8713">
                  <c:v>music__wontletyou__down</c:v>
                </c:pt>
                <c:pt idx="8714">
                  <c:v>music_will_equal_life</c:v>
                </c:pt>
                <c:pt idx="8715">
                  <c:v>musicstephaniethinksisawesome</c:v>
                </c:pt>
                <c:pt idx="8716">
                  <c:v>musicstar_norderstedt</c:v>
                </c:pt>
                <c:pt idx="8717">
                  <c:v>musicstagetheatreislove</c:v>
                </c:pt>
                <c:pt idx="8718">
                  <c:v>musicskateboardinglife</c:v>
                </c:pt>
                <c:pt idx="8719">
                  <c:v>musicmonsterchick19</c:v>
                </c:pt>
                <c:pt idx="8720">
                  <c:v>musicmankaraoke_official</c:v>
                </c:pt>
                <c:pt idx="8721">
                  <c:v>musicmanagerkimberly</c:v>
                </c:pt>
                <c:pt idx="8722">
                  <c:v>musicmanagementunlimited</c:v>
                </c:pt>
                <c:pt idx="8723">
                  <c:v>music_lover_4_life_929</c:v>
                </c:pt>
                <c:pt idx="8724">
                  <c:v>music_love_live_life</c:v>
                </c:pt>
                <c:pt idx="8725">
                  <c:v>music_life_confusion</c:v>
                </c:pt>
                <c:pt idx="8726">
                  <c:v>musicindustryassociation</c:v>
                </c:pt>
                <c:pt idx="8727">
                  <c:v>musician_crazysongwriter</c:v>
                </c:pt>
                <c:pt idx="8728">
                  <c:v>musicforyourentertainment</c:v>
                </c:pt>
                <c:pt idx="8729">
                  <c:v>musicforyourbellybutton</c:v>
                </c:pt>
                <c:pt idx="8730">
                  <c:v>music_for_the_hearted</c:v>
                </c:pt>
                <c:pt idx="8731">
                  <c:v>musicforlifefestival</c:v>
                </c:pt>
                <c:pt idx="8732">
                  <c:v>musicfordaveandwhatnot</c:v>
                </c:pt>
                <c:pt idx="8733">
                  <c:v>musicfootballfanatic</c:v>
                </c:pt>
                <c:pt idx="8734">
                  <c:v>music_dealing_vampire</c:v>
                </c:pt>
                <c:pt idx="8735">
                  <c:v>musicconsultantservice</c:v>
                </c:pt>
                <c:pt idx="8736">
                  <c:v>musicbusinessoverdose</c:v>
                </c:pt>
                <c:pt idx="8737">
                  <c:v>musicbusiness101book</c:v>
                </c:pt>
                <c:pt idx="8738">
                  <c:v>musicandspeedfuelemotion</c:v>
                </c:pt>
                <c:pt idx="8739">
                  <c:v>musicandsongsandstuff</c:v>
                </c:pt>
                <c:pt idx="8740">
                  <c:v>music_always_forever</c:v>
                </c:pt>
                <c:pt idx="8741">
                  <c:v>musicalspiritualtraveler</c:v>
                </c:pt>
                <c:pt idx="8742">
                  <c:v>musicallyandlyrically</c:v>
                </c:pt>
                <c:pt idx="8743">
                  <c:v>musicaldrummer_lightspeed</c:v>
                </c:pt>
                <c:pt idx="8744">
                  <c:v>musicalartistmanagement</c:v>
                </c:pt>
                <c:pt idx="8745">
                  <c:v>musicalangelundercover</c:v>
                </c:pt>
                <c:pt idx="8746">
                  <c:v>music_addict_forever</c:v>
                </c:pt>
                <c:pt idx="8747">
                  <c:v>musicaddictedsassy1989</c:v>
                </c:pt>
                <c:pt idx="8748">
                  <c:v>musclemanjessesavage</c:v>
                </c:pt>
                <c:pt idx="8749">
                  <c:v>musclecarassociation</c:v>
                </c:pt>
                <c:pt idx="8750">
                  <c:v>murrayjuniorhighrockband</c:v>
                </c:pt>
                <c:pt idx="8751">
                  <c:v>murdersuicidemeteorslave</c:v>
                </c:pt>
                <c:pt idx="8752">
                  <c:v>murderousfiligreerox</c:v>
                </c:pt>
                <c:pt idx="8753">
                  <c:v>murderonasundaymorning</c:v>
                </c:pt>
                <c:pt idx="8754">
                  <c:v>murdercaseluxembourg</c:v>
                </c:pt>
                <c:pt idx="8755">
                  <c:v>murderblastingprocess</c:v>
                </c:pt>
                <c:pt idx="8756">
                  <c:v>munster_football_jake</c:v>
                </c:pt>
                <c:pt idx="8757">
                  <c:v>multiplepersonalitydisorder</c:v>
                </c:pt>
                <c:pt idx="8758">
                  <c:v>multimilliondollarrealtor</c:v>
                </c:pt>
                <c:pt idx="8759">
                  <c:v>multimilliondollarman</c:v>
                </c:pt>
                <c:pt idx="8760">
                  <c:v>mugshottentertainment</c:v>
                </c:pt>
                <c:pt idx="8761">
                  <c:v>muffy_the_vampire_slayer</c:v>
                </c:pt>
                <c:pt idx="8762">
                  <c:v>muffinsandthebreakfast</c:v>
                </c:pt>
                <c:pt idx="8763">
                  <c:v>muffin_man_from_hell</c:v>
                </c:pt>
                <c:pt idx="8764">
                  <c:v>muffenssmelllikenoodles</c:v>
                </c:pt>
                <c:pt idx="8765">
                  <c:v>muchbiggahproduction</c:v>
                </c:pt>
                <c:pt idx="8766">
                  <c:v>much_ado_about_nothing_</c:v>
                </c:pt>
                <c:pt idx="8767">
                  <c:v>moviesidefilmfestival</c:v>
                </c:pt>
                <c:pt idx="8768">
                  <c:v>__moviescriptending__</c:v>
                </c:pt>
                <c:pt idx="8769">
                  <c:v>move_out_the_way_bitch</c:v>
                </c:pt>
                <c:pt idx="8770">
                  <c:v>movementwesterndivision</c:v>
                </c:pt>
                <c:pt idx="8771">
                  <c:v>moveforwardneverlookback</c:v>
                </c:pt>
                <c:pt idx="8772">
                  <c:v>mouseturtlecheesecake</c:v>
                </c:pt>
                <c:pt idx="8773">
                  <c:v>mourningstar_clothing</c:v>
                </c:pt>
                <c:pt idx="8774">
                  <c:v>mountpleasantwrestler</c:v>
                </c:pt>
                <c:pt idx="8775">
                  <c:v>mountainstatewireless</c:v>
                </c:pt>
                <c:pt idx="8776">
                  <c:v>mountainshippiestarterkit</c:v>
                </c:pt>
                <c:pt idx="8777">
                  <c:v>mountainranchsamurai</c:v>
                </c:pt>
                <c:pt idx="8778">
                  <c:v>mountainheartofficial</c:v>
                </c:pt>
                <c:pt idx="8779">
                  <c:v>mountaineersportslounge</c:v>
                </c:pt>
                <c:pt idx="8780">
                  <c:v>mountaineerfromabove</c:v>
                </c:pt>
                <c:pt idx="8781">
                  <c:v>mountaineerfanmemphis</c:v>
                </c:pt>
                <c:pt idx="8782">
                  <c:v>mountainboardhireandride</c:v>
                </c:pt>
                <c:pt idx="8783">
                  <c:v>motorcrossracingbabe21</c:v>
                </c:pt>
                <c:pt idx="8784">
                  <c:v>motorcross_chick_135</c:v>
                </c:pt>
                <c:pt idx="8785">
                  <c:v>motivationandfrustration</c:v>
                </c:pt>
                <c:pt idx="8786">
                  <c:v>motionsicknessbeyond</c:v>
                </c:pt>
                <c:pt idx="8787">
                  <c:v>motionpublishingandfilm</c:v>
                </c:pt>
                <c:pt idx="8788">
                  <c:v>motionpicturesoundtrack3</c:v>
                </c:pt>
                <c:pt idx="8789">
                  <c:v>motioncitysoundtrack15</c:v>
                </c:pt>
                <c:pt idx="8790">
                  <c:v>motherwifesisterdaughter</c:v>
                </c:pt>
                <c:pt idx="8791">
                  <c:v>mothertruckerforlife</c:v>
                </c:pt>
                <c:pt idx="8792">
                  <c:v>motherfuckingrockstar</c:v>
                </c:pt>
                <c:pt idx="8793">
                  <c:v>motherfuckingprincess89</c:v>
                </c:pt>
                <c:pt idx="8794">
                  <c:v>motherfuckingprincess123</c:v>
                </c:pt>
                <c:pt idx="8795">
                  <c:v>motherfuckingniggerchrome</c:v>
                </c:pt>
                <c:pt idx="8796">
                  <c:v>motherfuckingcomputer</c:v>
                </c:pt>
                <c:pt idx="8797">
                  <c:v>motherfathersisterbrother</c:v>
                </c:pt>
                <c:pt idx="8798">
                  <c:v>mother_and_nurse1028</c:v>
                </c:pt>
                <c:pt idx="8799">
                  <c:v>motelroom_grandpiano</c:v>
                </c:pt>
                <c:pt idx="8800">
                  <c:v>most_wonderful_feeling</c:v>
                </c:pt>
                <c:pt idx="8801">
                  <c:v>mostvaluablewrestler</c:v>
                </c:pt>
                <c:pt idx="8802">
                  <c:v>most_valuable_princess_09</c:v>
                </c:pt>
                <c:pt idx="8803">
                  <c:v>mostvaluablemagician</c:v>
                </c:pt>
                <c:pt idx="8804">
                  <c:v>most_valuable_latina</c:v>
                </c:pt>
                <c:pt idx="8805">
                  <c:v>most_unique_man_ever</c:v>
                </c:pt>
                <c:pt idx="8806">
                  <c:v>mostmiserablemanindeed</c:v>
                </c:pt>
                <c:pt idx="8807">
                  <c:v>most_metal_since_iron_age</c:v>
                </c:pt>
                <c:pt idx="8808">
                  <c:v>mostknownunknown3000</c:v>
                </c:pt>
                <c:pt idx="8809">
                  <c:v>mostextraordinarymachine</c:v>
                </c:pt>
                <c:pt idx="8810">
                  <c:v>mostexaltedpotentate</c:v>
                </c:pt>
                <c:pt idx="8811">
                  <c:v>mosteligiblebachelor</c:v>
                </c:pt>
                <c:pt idx="8812">
                  <c:v>mostdisturbingprettymuch</c:v>
                </c:pt>
                <c:pt idx="8813">
                  <c:v>mostblueeyedblondeever</c:v>
                </c:pt>
                <c:pt idx="8814">
                  <c:v>mostbeautifulredhead</c:v>
                </c:pt>
                <c:pt idx="8815">
                  <c:v>mostbeautifulletdown</c:v>
                </c:pt>
                <c:pt idx="8816">
                  <c:v>MostBeautifullestThing</c:v>
                </c:pt>
                <c:pt idx="8817">
                  <c:v>mossy_oak_countryboy</c:v>
                </c:pt>
                <c:pt idx="8818">
                  <c:v>moscowdriftteamsuper</c:v>
                </c:pt>
                <c:pt idx="8819">
                  <c:v>mortuaryhackingsession</c:v>
                </c:pt>
                <c:pt idx="8820">
                  <c:v>mortgagecitycorporation</c:v>
                </c:pt>
                <c:pt idx="8821">
                  <c:v>mortalityfadingmusic</c:v>
                </c:pt>
                <c:pt idx="8822">
                  <c:v>morrislovesmashpotato</c:v>
                </c:pt>
                <c:pt idx="8823">
                  <c:v>morphosisenteractive</c:v>
                </c:pt>
                <c:pt idx="8824">
                  <c:v>morphineandchocolate</c:v>
                </c:pt>
                <c:pt idx="8825">
                  <c:v>moroccanprincess4eva</c:v>
                </c:pt>
                <c:pt idx="8826">
                  <c:v>morningstar_photography</c:v>
                </c:pt>
                <c:pt idx="8827">
                  <c:v>morninggloryyeahright</c:v>
                </c:pt>
                <c:pt idx="8828">
                  <c:v>morganthemagnificent</c:v>
                </c:pt>
                <c:pt idx="8829">
                  <c:v>morganreneeentertainment</c:v>
                </c:pt>
                <c:pt idx="8830">
                  <c:v>morganmichellefuller</c:v>
                </c:pt>
                <c:pt idx="8831">
                  <c:v>morganlax_player_2205</c:v>
                </c:pt>
                <c:pt idx="8832">
                  <c:v>morgan_its_all_inside</c:v>
                </c:pt>
                <c:pt idx="8833">
                  <c:v>morgan_elizabeth_compton</c:v>
                </c:pt>
                <c:pt idx="8834">
                  <c:v>morganelizabethbenson</c:v>
                </c:pt>
                <c:pt idx="8835">
                  <c:v>morgancoxphotography</c:v>
                </c:pt>
                <c:pt idx="8836">
                  <c:v>morgan1softballplayer</c:v>
                </c:pt>
                <c:pt idx="8837">
                  <c:v>moretroublethanitsworth</c:v>
                </c:pt>
                <c:pt idx="8838">
                  <c:v>more_than_whats_real</c:v>
                </c:pt>
                <c:pt idx="8839">
                  <c:v>more__than__useless__</c:v>
                </c:pt>
                <c:pt idx="8840">
                  <c:v>more_than_loneliness</c:v>
                </c:pt>
                <c:pt idx="8841">
                  <c:v>morescenethansonnymoore</c:v>
                </c:pt>
                <c:pt idx="8842">
                  <c:v>more_red_wine_please</c:v>
                </c:pt>
                <c:pt idx="8843">
                  <c:v>moreno_salvadorean_guy</c:v>
                </c:pt>
                <c:pt idx="8844">
                  <c:v>moreincrediblethanher</c:v>
                </c:pt>
                <c:pt idx="8845">
                  <c:v>morefairtomethanaprilrain</c:v>
                </c:pt>
                <c:pt idx="8846">
                  <c:v>morbidmollyholyholly</c:v>
                </c:pt>
                <c:pt idx="8847">
                  <c:v>morbid_depressionist</c:v>
                </c:pt>
                <c:pt idx="8848">
                  <c:v>moo_the_galloping_cat</c:v>
                </c:pt>
                <c:pt idx="8849">
                  <c:v>mooregirlcatastrophe</c:v>
                </c:pt>
                <c:pt idx="8850">
                  <c:v>moonwolfformallymindthegap</c:v>
                </c:pt>
                <c:pt idx="8851">
                  <c:v>moon_willow_cherokee</c:v>
                </c:pt>
                <c:pt idx="8852">
                  <c:v>moonshinyhappypeople</c:v>
                </c:pt>
                <c:pt idx="8853">
                  <c:v>MoonshineandHomeGrown</c:v>
                </c:pt>
                <c:pt idx="8854">
                  <c:v>moonscreamlovelyparade</c:v>
                </c:pt>
                <c:pt idx="8855">
                  <c:v>moonprincessprotector</c:v>
                </c:pt>
                <c:pt idx="8856">
                  <c:v>moonlightwalkerwoman</c:v>
                </c:pt>
                <c:pt idx="8857">
                  <c:v>moon_light_slaughter</c:v>
                </c:pt>
                <c:pt idx="8858">
                  <c:v>moonlight_knight_child</c:v>
                </c:pt>
                <c:pt idx="8859">
                  <c:v>moonlightgrahamgreer</c:v>
                </c:pt>
                <c:pt idx="8860">
                  <c:v>moonlightandparadise</c:v>
                </c:pt>
                <c:pt idx="8861">
                  <c:v>__moonlight_aka_luna__</c:v>
                </c:pt>
                <c:pt idx="8862">
                  <c:v>moonchild_blackhippie</c:v>
                </c:pt>
                <c:pt idx="8863">
                  <c:v>monster_under_the_bed</c:v>
                </c:pt>
                <c:pt idx="8864">
                  <c:v>monstertruckextravaganza</c:v>
                </c:pt>
                <c:pt idx="8865">
                  <c:v>monsterfromtheparasol</c:v>
                </c:pt>
                <c:pt idx="8866">
                  <c:v>monroehornetchic1313</c:v>
                </c:pt>
                <c:pt idx="8867">
                  <c:v>monochromeeyespectrum</c:v>
                </c:pt>
                <c:pt idx="8868">
                  <c:v>monkey__yes_the_real_one</c:v>
                </c:pt>
                <c:pt idx="8869">
                  <c:v>monkeywilldanceforfood</c:v>
                </c:pt>
                <c:pt idx="8870">
                  <c:v>monkeythebeautiful92</c:v>
                </c:pt>
                <c:pt idx="8871">
                  <c:v>monkeyquesteither1113</c:v>
                </c:pt>
                <c:pt idx="8872">
                  <c:v>monkeypuzzletreejanine</c:v>
                </c:pt>
                <c:pt idx="8873">
                  <c:v>monkeygoatdonkeychicken</c:v>
                </c:pt>
                <c:pt idx="8874">
                  <c:v>monkeycatchingpopstar</c:v>
                </c:pt>
                <c:pt idx="8875">
                  <c:v>monkeybusinessinstitute</c:v>
                </c:pt>
                <c:pt idx="8876">
                  <c:v>monkeybusiness9stuart</c:v>
                </c:pt>
                <c:pt idx="8877">
                  <c:v>monistaryentertainment</c:v>
                </c:pt>
                <c:pt idx="8878">
                  <c:v>moniquebuchanan_momo</c:v>
                </c:pt>
                <c:pt idx="8879">
                  <c:v>monica_was_here_12_18_0</c:v>
                </c:pt>
                <c:pt idx="8880">
                  <c:v>monicaraye_croballer_12</c:v>
                </c:pt>
                <c:pt idx="8881">
                  <c:v>monica_monique_martinez</c:v>
                </c:pt>
                <c:pt idx="8882">
                  <c:v>monica_merlin_aka_chola</c:v>
                </c:pt>
                <c:pt idx="8883">
                  <c:v>monicamarydivinemercy</c:v>
                </c:pt>
                <c:pt idx="8884">
                  <c:v>monicaforpresident2008</c:v>
                </c:pt>
                <c:pt idx="8885">
                  <c:v>monicafayepicklesmith</c:v>
                </c:pt>
                <c:pt idx="8886">
                  <c:v>mongooserideratheart</c:v>
                </c:pt>
                <c:pt idx="8887">
                  <c:v>mongolia_white_castle</c:v>
                </c:pt>
                <c:pt idx="8888">
                  <c:v>mongolianpopcornbutter</c:v>
                </c:pt>
                <c:pt idx="8889">
                  <c:v>moneytalksitdontspeak</c:v>
                </c:pt>
                <c:pt idx="8890">
                  <c:v>moneytalksandianswer</c:v>
                </c:pt>
                <c:pt idx="8891">
                  <c:v>moneyovereverything30</c:v>
                </c:pt>
                <c:pt idx="8892">
                  <c:v>moneyovereverything323</c:v>
                </c:pt>
                <c:pt idx="8893">
                  <c:v>moneyovereverything0</c:v>
                </c:pt>
                <c:pt idx="8894">
                  <c:v>money_over_everything</c:v>
                </c:pt>
                <c:pt idx="8895">
                  <c:v>moneyovamatterrecordsent</c:v>
                </c:pt>
                <c:pt idx="8896">
                  <c:v>moneymanentertainment</c:v>
                </c:pt>
                <c:pt idx="8897">
                  <c:v>money_maker_for_life</c:v>
                </c:pt>
                <c:pt idx="8898">
                  <c:v>moneymakerandgirltaker</c:v>
                </c:pt>
                <c:pt idx="8899">
                  <c:v>moneymaker4ever213444</c:v>
                </c:pt>
                <c:pt idx="8900">
                  <c:v>moneymachinedontplay</c:v>
                </c:pt>
                <c:pt idx="8901">
                  <c:v>MONEYGOESWITEVERYTHING</c:v>
                </c:pt>
                <c:pt idx="8902">
                  <c:v>moneydoesbuyhappiness</c:v>
                </c:pt>
                <c:pt idx="8903">
                  <c:v>moneyclipsproduction</c:v>
                </c:pt>
                <c:pt idx="8904">
                  <c:v>moneyandmuscleoutlaw</c:v>
                </c:pt>
                <c:pt idx="8905">
                  <c:v>money9power9respect9</c:v>
                </c:pt>
                <c:pt idx="8906">
                  <c:v>monavie_international</c:v>
                </c:pt>
                <c:pt idx="8907">
                  <c:v>monarchsoftballplaya</c:v>
                </c:pt>
                <c:pt idx="8908">
                  <c:v>monarchrevenuemanagement</c:v>
                </c:pt>
                <c:pt idx="8909">
                  <c:v>mona_lisa_photography</c:v>
                </c:pt>
                <c:pt idx="8910">
                  <c:v>mommytoeliandannacate</c:v>
                </c:pt>
                <c:pt idx="8911">
                  <c:v>mommylovesherprincess</c:v>
                </c:pt>
                <c:pt idx="8912">
                  <c:v>mommy_baseball_fan33</c:v>
                </c:pt>
                <c:pt idx="8913">
                  <c:v>mommy2rileyandmadison</c:v>
                </c:pt>
                <c:pt idx="8914">
                  <c:v>mommy2princesstaylor</c:v>
                </c:pt>
                <c:pt idx="8915">
                  <c:v>mommy2brandonandbradley</c:v>
                </c:pt>
                <c:pt idx="8916">
                  <c:v>molly_the_photographer</c:v>
                </c:pt>
                <c:pt idx="8917">
                  <c:v>molly_motorboat_penis</c:v>
                </c:pt>
                <c:pt idx="8918">
                  <c:v>mollydolly_melancholy</c:v>
                </c:pt>
                <c:pt idx="8919">
                  <c:v>mollybloomandherappetite</c:v>
                </c:pt>
                <c:pt idx="8920">
                  <c:v>molesterman99_killer99</c:v>
                </c:pt>
                <c:pt idx="8921">
                  <c:v>moe_money_ova_everything</c:v>
                </c:pt>
                <c:pt idx="8922">
                  <c:v>modestmousesadsappysucker</c:v>
                </c:pt>
                <c:pt idx="8923">
                  <c:v>modernyouthorchestra</c:v>
                </c:pt>
                <c:pt idx="8924">
                  <c:v>modernworldcollection</c:v>
                </c:pt>
                <c:pt idx="8925">
                  <c:v>modernrecordingtechnique</c:v>
                </c:pt>
                <c:pt idx="8926">
                  <c:v>modernrecordingcompany</c:v>
                </c:pt>
                <c:pt idx="8927">
                  <c:v>moderndayknight91290</c:v>
                </c:pt>
                <c:pt idx="8928">
                  <c:v>modernday_cinderella</c:v>
                </c:pt>
                <c:pt idx="8929">
                  <c:v>moderatesituationaleuphoria</c:v>
                </c:pt>
                <c:pt idx="8930">
                  <c:v>model_rockstar_actress</c:v>
                </c:pt>
                <c:pt idx="8931">
                  <c:v>model_jessica_nicole</c:v>
                </c:pt>
                <c:pt idx="8932">
                  <c:v>model_citizen_clothing</c:v>
                </c:pt>
                <c:pt idx="8933">
                  <c:v>modelcitizenclothing</c:v>
                </c:pt>
                <c:pt idx="8934">
                  <c:v>model_christina_hall</c:v>
                </c:pt>
                <c:pt idx="8935">
                  <c:v>mobile_addict_forever</c:v>
                </c:pt>
                <c:pt idx="8936">
                  <c:v>mixtapemeltdownsyracuse</c:v>
                </c:pt>
                <c:pt idx="8937">
                  <c:v>mixmastercolonelsanders</c:v>
                </c:pt>
                <c:pt idx="8938">
                  <c:v>mixed_with_spicy_honey</c:v>
                </c:pt>
                <c:pt idx="8939">
                  <c:v>mixedguyfromblackplanet</c:v>
                </c:pt>
                <c:pt idx="8940">
                  <c:v>mixagainstxenophobia</c:v>
                </c:pt>
                <c:pt idx="8941">
                  <c:v>mitzi.self-hazelwood</c:v>
                </c:pt>
                <c:pt idx="8942">
                  <c:v>mitchell_thomas_bird</c:v>
                </c:pt>
                <c:pt idx="8943">
                  <c:v>_mitchell_the_great_</c:v>
                </c:pt>
                <c:pt idx="8944">
                  <c:v>misunderstood_gurlshelly</c:v>
                </c:pt>
                <c:pt idx="8945">
                  <c:v>misty_madison_gilbert</c:v>
                </c:pt>
                <c:pt idx="8946">
                  <c:v>mistressvictorianorth</c:v>
                </c:pt>
                <c:pt idx="8947">
                  <c:v>mistressrobynleather</c:v>
                </c:pt>
                <c:pt idx="8948">
                  <c:v>mistresslesliesavage</c:v>
                </c:pt>
                <c:pt idx="8949">
                  <c:v>mistressbluespainslut</c:v>
                </c:pt>
                <c:pt idx="8950">
                  <c:v>mister_too_damn_good</c:v>
                </c:pt>
                <c:pt idx="8951">
                  <c:v>misterrustyshackleford</c:v>
                </c:pt>
                <c:pt idx="8952">
                  <c:v>misterinvisiblehiphop</c:v>
                </c:pt>
                <c:pt idx="8953">
                  <c:v>mister_good_from_the_hood</c:v>
                </c:pt>
                <c:pt idx="8954">
                  <c:v>misterconleyversion12</c:v>
                </c:pt>
                <c:pt idx="8955">
                  <c:v>misteradvancedplacement</c:v>
                </c:pt>
                <c:pt idx="8956">
                  <c:v>mist_and_midnight_skies</c:v>
                </c:pt>
                <c:pt idx="8957">
                  <c:v>missythecorpsefactory</c:v>
                </c:pt>
                <c:pt idx="8958">
                  <c:v>missy_imogen_princess</c:v>
                </c:pt>
                <c:pt idx="8959">
                  <c:v>missy_hearts_you_4ever</c:v>
                </c:pt>
                <c:pt idx="8960">
                  <c:v>misswhitegirlattitude</c:v>
                </c:pt>
                <c:pt idx="8961">
                  <c:v>misswestvirginia_2005</c:v>
                </c:pt>
                <c:pt idx="8962">
                  <c:v>miss_victoria_rogers</c:v>
                </c:pt>
                <c:pt idx="8963">
                  <c:v>missunderstoodvintage</c:v>
                </c:pt>
                <c:pt idx="8964">
                  <c:v>missunderstoodgurl11</c:v>
                </c:pt>
                <c:pt idx="8965">
                  <c:v>MissUnderstood_Bitch</c:v>
                </c:pt>
                <c:pt idx="8966">
                  <c:v>misstiffanymaryclaire_</c:v>
                </c:pt>
                <c:pt idx="8967">
                  <c:v>miss_tiffany_breakfast</c:v>
                </c:pt>
                <c:pt idx="8968">
                  <c:v>miss_sweet_angel_4ever</c:v>
                </c:pt>
                <c:pt idx="8969">
                  <c:v>miss_sweet_and_sassy</c:v>
                </c:pt>
                <c:pt idx="8970">
                  <c:v>miss_sexy_brianna_lynn</c:v>
                </c:pt>
                <c:pt idx="8971">
                  <c:v>missseductivezoechick</c:v>
                </c:pt>
                <c:pt idx="8972">
                  <c:v>miss_scandalous_bitch</c:v>
                </c:pt>
                <c:pt idx="8973">
                  <c:v>misssarah_thegothicshoppe</c:v>
                </c:pt>
                <c:pt idx="8974">
                  <c:v>miss_rock_trivia_200</c:v>
                </c:pt>
                <c:pt idx="8975">
                  <c:v>miss_republican_bowhead</c:v>
                </c:pt>
                <c:pt idx="8976">
                  <c:v>missreneefoxydivastyle</c:v>
                </c:pt>
                <c:pt idx="8977">
                  <c:v>miss_razorblade_romance</c:v>
                </c:pt>
                <c:pt idx="8978">
                  <c:v>missquanteriaalexandria</c:v>
                </c:pt>
                <c:pt idx="8979">
                  <c:v>miss_punk_rock_princess</c:v>
                </c:pt>
                <c:pt idx="8980">
                  <c:v>misspriss_maleficent</c:v>
                </c:pt>
                <c:pt idx="8981">
                  <c:v>missprincessjennifer</c:v>
                </c:pt>
                <c:pt idx="8982">
                  <c:v>missprincesscharming</c:v>
                </c:pt>
                <c:pt idx="8983">
                  <c:v>miss_princess_bonnie_</c:v>
                </c:pt>
                <c:pt idx="8984">
                  <c:v>miss_penny_lane_1980</c:v>
                </c:pt>
                <c:pt idx="8985">
                  <c:v>misspeanutbutterlover</c:v>
                </c:pt>
                <c:pt idx="8986">
                  <c:v>miss_peanutbuttercup</c:v>
                </c:pt>
                <c:pt idx="8987">
                  <c:v>missnortheastentertainer</c:v>
                </c:pt>
                <c:pt idx="8988">
                  <c:v>missneworleanscalliope3</c:v>
                </c:pt>
                <c:pt idx="8989">
                  <c:v>miss_new_latina_booty</c:v>
                </c:pt>
                <c:pt idx="8990">
                  <c:v>miss_new_booty_amanda</c:v>
                </c:pt>
                <c:pt idx="8991">
                  <c:v>miss.natalyaromanova</c:v>
                </c:pt>
                <c:pt idx="8992">
                  <c:v>miss_miranda_michelle</c:v>
                </c:pt>
                <c:pt idx="8993">
                  <c:v>missmichaelachatterbox</c:v>
                </c:pt>
                <c:pt idx="8994">
                  <c:v>miss_melissa_matthews</c:v>
                </c:pt>
                <c:pt idx="8995">
                  <c:v>missluckytinaforlife</c:v>
                </c:pt>
                <c:pt idx="8996">
                  <c:v>miss_loaded_god_complex</c:v>
                </c:pt>
                <c:pt idx="8997">
                  <c:v>misslindsaylouwilson</c:v>
                </c:pt>
                <c:pt idx="8998">
                  <c:v>miss_lily_evans_potter</c:v>
                </c:pt>
                <c:pt idx="8999">
                  <c:v>miss_kitty_fantastico_19</c:v>
                </c:pt>
                <c:pt idx="9000">
                  <c:v>misskittenandthehacker</c:v>
                </c:pt>
                <c:pt idx="9001">
                  <c:v>misskelseylovesheather</c:v>
                </c:pt>
                <c:pt idx="9002">
                  <c:v>missjennifromtheblock</c:v>
                </c:pt>
                <c:pt idx="9003">
                  <c:v>miss__jennifer__marie</c:v>
                </c:pt>
                <c:pt idx="9004">
                  <c:v>missjamaicaakadebbie</c:v>
                </c:pt>
                <c:pt idx="9005">
                  <c:v>miss_jacquelyn_michelle</c:v>
                </c:pt>
                <c:pt idx="9006">
                  <c:v>mississippist_basketball</c:v>
                </c:pt>
                <c:pt idx="9007">
                  <c:v>missionsemiimpossible</c:v>
                </c:pt>
                <c:pt idx="9008">
                  <c:v>missionimpossibleand1</c:v>
                </c:pt>
                <c:pt idx="9009">
                  <c:v>missinvisiblepenguin</c:v>
                </c:pt>
                <c:pt idx="9010">
                  <c:v>missinnocentprincess17</c:v>
                </c:pt>
                <c:pt idx="9011">
                  <c:v>missingthejerseyshore</c:v>
                </c:pt>
                <c:pt idx="9012">
                  <c:v>missingthefloridalife</c:v>
                </c:pt>
                <c:pt idx="9013">
                  <c:v>missinginactiontheband1</c:v>
                </c:pt>
                <c:pt idx="9014">
                  <c:v>missinginactionmusic</c:v>
                </c:pt>
                <c:pt idx="9015">
                  <c:v>missing_from_bethlehem</c:v>
                </c:pt>
                <c:pt idx="9016">
                  <c:v>missing_but_not_lost</c:v>
                </c:pt>
                <c:pt idx="9017">
                  <c:v>missingthe9beginning</c:v>
                </c:pt>
                <c:pt idx="9018">
                  <c:v>miss_hot_spicy_cherry</c:v>
                </c:pt>
                <c:pt idx="9019">
                  <c:v>miss_honey_christina18</c:v>
                </c:pt>
                <c:pt idx="9020">
                  <c:v>misshermionejanegranger</c:v>
                </c:pt>
                <c:pt idx="9021">
                  <c:v>missghettocunningham09</c:v>
                </c:pt>
                <c:pt idx="9022">
                  <c:v>miss_genevieve_marie</c:v>
                </c:pt>
                <c:pt idx="9023">
                  <c:v>missfuckingmurder</c:v>
                </c:pt>
                <c:pt idx="9024">
                  <c:v>miss_fortuneburlesque</c:v>
                </c:pt>
                <c:pt idx="9025">
                  <c:v>missflorencepecanfestival</c:v>
                </c:pt>
                <c:pt idx="9026">
                  <c:v>missfirebirdhottie74</c:v>
                </c:pt>
                <c:pt idx="9027">
                  <c:v>miss_fashion_queenie</c:v>
                </c:pt>
                <c:pt idx="9028">
                  <c:v>missfairytaledreamer</c:v>
                </c:pt>
                <c:pt idx="9029">
                  <c:v>missdiamondakaspoiledbaby</c:v>
                </c:pt>
                <c:pt idx="9030">
                  <c:v>miss_crystal_and_julia</c:v>
                </c:pt>
                <c:pt idx="9031">
                  <c:v>miss_conceited_booty</c:v>
                </c:pt>
                <c:pt idx="9032">
                  <c:v>missconceitedandspoiled</c:v>
                </c:pt>
                <c:pt idx="9033">
                  <c:v>missconceitedakamissy</c:v>
                </c:pt>
                <c:pt idx="9034">
                  <c:v>miss_cinnamon_spider</c:v>
                </c:pt>
                <c:pt idx="9035">
                  <c:v>misschocolategirl11</c:v>
                </c:pt>
                <c:pt idx="9036">
                  <c:v>miss_chocolate_delight07</c:v>
                </c:pt>
                <c:pt idx="9037">
                  <c:v>miss_chocolatedelight</c:v>
                </c:pt>
                <c:pt idx="9038">
                  <c:v>miss_chocolate_beauty</c:v>
                </c:pt>
                <c:pt idx="9039">
                  <c:v>misscheerleaderchick</c:v>
                </c:pt>
                <c:pt idx="9040">
                  <c:v>miss_cassandra_nicole</c:v>
                </c:pt>
                <c:pt idx="9041">
                  <c:v>misscarameldelight2000</c:v>
                </c:pt>
                <c:pt idx="9042">
                  <c:v>miss__brittany__lynn__21</c:v>
                </c:pt>
                <c:pt idx="9043">
                  <c:v>miss_bonita_del_barrio</c:v>
                </c:pt>
                <c:pt idx="9044">
                  <c:v>missblueberrymuffin0</c:v>
                </c:pt>
                <c:pt idx="9045">
                  <c:v>miss_blondie_thumper</c:v>
                </c:pt>
                <c:pt idx="9046">
                  <c:v>miss_beautiful_princess</c:v>
                </c:pt>
                <c:pt idx="9047">
                  <c:v>miss_beautiful_blonde</c:v>
                </c:pt>
                <c:pt idx="9048">
                  <c:v>miss_attitude_problem</c:v>
                </c:pt>
                <c:pt idx="9049">
                  <c:v>miss_ashley_michelle</c:v>
                </c:pt>
                <c:pt idx="9050">
                  <c:v>miss_ashley_ladybulldog09</c:v>
                </c:pt>
                <c:pt idx="9051">
                  <c:v>miss_ash_ley_danielle</c:v>
                </c:pt>
                <c:pt idx="9052">
                  <c:v>missashleychrisbrown</c:v>
                </c:pt>
                <c:pt idx="9053">
                  <c:v>miss_applebottom_kitty</c:v>
                </c:pt>
                <c:pt idx="9054">
                  <c:v>missangelinaballerina</c:v>
                </c:pt>
                <c:pt idx="9055">
                  <c:v>missamber_aka_bigbooty</c:v>
                </c:pt>
                <c:pt idx="9056">
                  <c:v>miss_aggie_ladynonya</c:v>
                </c:pt>
                <c:pt idx="9057">
                  <c:v>miss_adrianne_aka_nikki</c:v>
                </c:pt>
                <c:pt idx="9058">
                  <c:v>mishmash_the_almighty</c:v>
                </c:pt>
                <c:pt idx="9059">
                  <c:v>misfit_psychwardcrew</c:v>
                </c:pt>
                <c:pt idx="9060">
                  <c:v>misfitgurl_003_alejandra</c:v>
                </c:pt>
                <c:pt idx="9061">
                  <c:v>misery_needs_company</c:v>
                </c:pt>
                <c:pt idx="9062">
                  <c:v>miserymade_beautiful</c:v>
                </c:pt>
                <c:pt idx="9063">
                  <c:v>miseryandgingraphics</c:v>
                </c:pt>
                <c:pt idx="9064">
                  <c:v>mischievouslittleelf</c:v>
                </c:pt>
                <c:pt idx="9065">
                  <c:v>mischievous_lil_faery</c:v>
                </c:pt>
                <c:pt idx="9066">
                  <c:v>mischiefmayhemandsoap</c:v>
                </c:pt>
                <c:pt idx="9067">
                  <c:v>miscellaneousmusicgroup</c:v>
                </c:pt>
                <c:pt idx="9068">
                  <c:v>mirrorsonlytelloneside</c:v>
                </c:pt>
                <c:pt idx="9069">
                  <c:v>mirkwood_middle_earth</c:v>
                </c:pt>
                <c:pt idx="9070">
                  <c:v>mirkwoodforest_carin</c:v>
                </c:pt>
                <c:pt idx="9071">
                  <c:v>miriam_liltroublemaker</c:v>
                </c:pt>
                <c:pt idx="9072">
                  <c:v>miriam_fansite_and_backup</c:v>
                </c:pt>
                <c:pt idx="9073">
                  <c:v>mirandadeidreadriannebird</c:v>
                </c:pt>
                <c:pt idx="9074">
                  <c:v>miranda_and_peter_forever</c:v>
                </c:pt>
                <c:pt idx="9075">
                  <c:v>miraclesarehappening</c:v>
                </c:pt>
                <c:pt idx="9076">
                  <c:v>miracleandthesoulinterpreter</c:v>
                </c:pt>
                <c:pt idx="9077">
                  <c:v>minutemenbringingthepain</c:v>
                </c:pt>
                <c:pt idx="9078">
                  <c:v>minute_maid_lemonade</c:v>
                </c:pt>
                <c:pt idx="9079">
                  <c:v>mint_licorice_candydoll</c:v>
                </c:pt>
                <c:pt idx="9080">
                  <c:v>minsineyaratam5034250342</c:v>
                </c:pt>
                <c:pt idx="9081">
                  <c:v>minoritythebandmusic</c:v>
                </c:pt>
                <c:pt idx="9082">
                  <c:v>minorityclothinghome</c:v>
                </c:pt>
                <c:pt idx="9083">
                  <c:v>minnie_mouse__tinkerbell</c:v>
                </c:pt>
                <c:pt idx="9084">
                  <c:v>minneapolismessaround</c:v>
                </c:pt>
                <c:pt idx="9085">
                  <c:v>minium_wage_prostitute</c:v>
                </c:pt>
                <c:pt idx="9086">
                  <c:v>ministerwithoutportfolio</c:v>
                </c:pt>
                <c:pt idx="9087">
                  <c:v>mineralanimalvegetable</c:v>
                </c:pt>
                <c:pt idx="9088">
                  <c:v>minecraftstyle20031999</c:v>
                </c:pt>
                <c:pt idx="9089">
                  <c:v>mindwithfearatremble</c:v>
                </c:pt>
                <c:pt idx="9090">
                  <c:v>mindwalkrecordinglabel</c:v>
                </c:pt>
                <c:pt idx="9091">
                  <c:v>mindtripperdancesister</c:v>
                </c:pt>
                <c:pt idx="9092">
                  <c:v>mindstatethecerebralarchitect</c:v>
                </c:pt>
                <c:pt idx="9093">
                  <c:v>mindlessselfindulgence9</c:v>
                </c:pt>
                <c:pt idx="9094">
                  <c:v>mindlessgenocideband</c:v>
                </c:pt>
                <c:pt idx="9095">
                  <c:v>mindframeentertainment</c:v>
                </c:pt>
                <c:pt idx="9096">
                  <c:v>mindbodyspirit_musicman</c:v>
                </c:pt>
                <c:pt idx="9097">
                  <c:v>mindbendentertainment</c:v>
                </c:pt>
                <c:pt idx="9098">
                  <c:v>mimrahman0192115783</c:v>
                </c:pt>
                <c:pt idx="9099">
                  <c:v>mimi_made_allys_space</c:v>
                </c:pt>
                <c:pt idx="9100">
                  <c:v>mimi_aka_tha_princess</c:v>
                </c:pt>
                <c:pt idx="9101">
                  <c:v>milwaukeetoolsnotbeer</c:v>
                </c:pt>
                <c:pt idx="9102">
                  <c:v>milwaukeepunkrockmovie</c:v>
                </c:pt>
                <c:pt idx="9103">
                  <c:v>milwaukeepanfishclub</c:v>
                </c:pt>
                <c:pt idx="9104">
                  <c:v>milwaukee_brewer_girl</c:v>
                </c:pt>
                <c:pt idx="9105">
                  <c:v>miltown_representative</c:v>
                </c:pt>
                <c:pt idx="9106">
                  <c:v>mil_town_latina_gurl</c:v>
                </c:pt>
                <c:pt idx="9107">
                  <c:v>miltownhottestsinger</c:v>
                </c:pt>
                <c:pt idx="9108">
                  <c:v>milotheprojectionist</c:v>
                </c:pt>
                <c:pt idx="9109">
                  <c:v>milo3pointspecialist</c:v>
                </c:pt>
                <c:pt idx="9110">
                  <c:v>million_midget_march</c:v>
                </c:pt>
                <c:pt idx="9111">
                  <c:v>million_dollar_showgirl</c:v>
                </c:pt>
                <c:pt idx="9112">
                  <c:v>milliondollarmovieproject</c:v>
                </c:pt>
                <c:pt idx="9113">
                  <c:v>milliondollarmarijuana</c:v>
                </c:pt>
                <c:pt idx="9114">
                  <c:v>milliondollarman700</c:v>
                </c:pt>
                <c:pt idx="9115">
                  <c:v>milliondollarhappiness</c:v>
                </c:pt>
                <c:pt idx="9116">
                  <c:v>milliondollardrummer</c:v>
                </c:pt>
                <c:pt idx="9117">
                  <c:v>milliondollarcorporation</c:v>
                </c:pt>
                <c:pt idx="9118">
                  <c:v>milliondollarbaby54321</c:v>
                </c:pt>
                <c:pt idx="9119">
                  <c:v>milliondollarbaby_23</c:v>
                </c:pt>
                <c:pt idx="9120">
                  <c:v>million_dollar_baby21</c:v>
                </c:pt>
                <c:pt idx="9121">
                  <c:v>millionboyentertainment</c:v>
                </c:pt>
                <c:pt idx="9122">
                  <c:v>millionairess_lifestyle</c:v>
                </c:pt>
                <c:pt idx="9123">
                  <c:v>millionairemurdertrial</c:v>
                </c:pt>
                <c:pt idx="9124">
                  <c:v>milliethemightymouse</c:v>
                </c:pt>
                <c:pt idx="9125">
                  <c:v>milliethemagnificent</c:v>
                </c:pt>
                <c:pt idx="9126">
                  <c:v>millersixpack_2010hotmail</c:v>
                </c:pt>
                <c:pt idx="9127">
                  <c:v>millerlitelongisland</c:v>
                </c:pt>
                <c:pt idx="9128">
                  <c:v>millerlitecowgirl_02</c:v>
                </c:pt>
                <c:pt idx="9129">
                  <c:v>miller_genuine_draught</c:v>
                </c:pt>
                <c:pt idx="9130">
                  <c:v>millergenuindraftgirl</c:v>
                </c:pt>
                <c:pt idx="9131">
                  <c:v>millenniumrealtygroup</c:v>
                </c:pt>
                <c:pt idx="9132">
                  <c:v>millenniummusiccenter</c:v>
                </c:pt>
                <c:pt idx="9133">
                  <c:v>millenniummiddleschool</c:v>
                </c:pt>
                <c:pt idx="9134">
                  <c:v>millathebloodspiller</c:v>
                </c:pt>
                <c:pt idx="9135">
                  <c:v>milkthecowfeatjefflawrence</c:v>
                </c:pt>
                <c:pt idx="9136">
                  <c:v>milkshakebournemouth</c:v>
                </c:pt>
                <c:pt idx="9137">
                  <c:v>milkdoesabodygood_belle</c:v>
                </c:pt>
                <c:pt idx="9138">
                  <c:v>milkchocolate_crackbaby</c:v>
                </c:pt>
                <c:pt idx="9139">
                  <c:v>milkchocolatecandygirl</c:v>
                </c:pt>
                <c:pt idx="9140">
                  <c:v>milk_and_cookie_captain</c:v>
                </c:pt>
                <c:pt idx="9141">
                  <c:v>militarywifeandmommy</c:v>
                </c:pt>
                <c:pt idx="9142">
                  <c:v>militarygerlintraining</c:v>
                </c:pt>
                <c:pt idx="9143">
                  <c:v>militarycastrofamily</c:v>
                </c:pt>
                <c:pt idx="9144">
                  <c:v>milfordhighschooldrumline</c:v>
                </c:pt>
                <c:pt idx="9145">
                  <c:v>mikeyiscoolerthanyou</c:v>
                </c:pt>
                <c:pt idx="9146">
                  <c:v>mike_the_shadowdancer</c:v>
                </c:pt>
                <c:pt idx="9147">
                  <c:v>mike_the_magnificent</c:v>
                </c:pt>
                <c:pt idx="9148">
                  <c:v>mikethegoodlookingbrother</c:v>
                </c:pt>
                <c:pt idx="9149">
                  <c:v>mikethefatcocksucker</c:v>
                </c:pt>
                <c:pt idx="9150">
                  <c:v>mikesweetwiththemustang</c:v>
                </c:pt>
                <c:pt idx="9151">
                  <c:v>_mike_shela_burnside</c:v>
                </c:pt>
                <c:pt idx="9152">
                  <c:v>mikepleaseacceptthisname</c:v>
                </c:pt>
                <c:pt idx="9153">
                  <c:v>mike_metalforbreakfast</c:v>
                </c:pt>
                <c:pt idx="9154">
                  <c:v>mikemendozatalksport</c:v>
                </c:pt>
                <c:pt idx="9155">
                  <c:v>mikeloveakayoungdutch</c:v>
                </c:pt>
                <c:pt idx="9156">
                  <c:v>mike_king_football_playa</c:v>
                </c:pt>
                <c:pt idx="9157">
                  <c:v>mikejoechrissamapathy</c:v>
                </c:pt>
                <c:pt idx="9158">
                  <c:v>mikehelicoptertech2189</c:v>
                </c:pt>
                <c:pt idx="9159">
                  <c:v>mikefromsuperfreshanddope</c:v>
                </c:pt>
                <c:pt idx="9160">
                  <c:v>mike_collins_superstar</c:v>
                </c:pt>
                <c:pt idx="9161">
                  <c:v>mikecarrolllottolout</c:v>
                </c:pt>
                <c:pt idx="9162">
                  <c:v>mikeblackandemiliewhite</c:v>
                </c:pt>
                <c:pt idx="9163">
                  <c:v>mike_bearingtheblame</c:v>
                </c:pt>
                <c:pt idx="9164">
                  <c:v>mike_and_sarah_4ever</c:v>
                </c:pt>
                <c:pt idx="9165">
                  <c:v>mikeandmichellerobinson</c:v>
                </c:pt>
                <c:pt idx="9166">
                  <c:v>mikeandallisonforever</c:v>
                </c:pt>
                <c:pt idx="9167">
                  <c:v>mike31_the_unforgiven</c:v>
                </c:pt>
                <c:pt idx="9168">
                  <c:v>miharu_the_lone_wolf</c:v>
                </c:pt>
                <c:pt idx="9169">
                  <c:v>mightyjoeyoungsoundtrack</c:v>
                </c:pt>
                <c:pt idx="9170">
                  <c:v>mightyangel_for_life</c:v>
                </c:pt>
                <c:pt idx="9171">
                  <c:v>mightcauseacoldfront</c:v>
                </c:pt>
                <c:pt idx="9172">
                  <c:v>miffanychurbobblecobble</c:v>
                </c:pt>
                <c:pt idx="9173">
                  <c:v>midwestparanormalsociety</c:v>
                </c:pt>
                <c:pt idx="9174">
                  <c:v>midwestmustangassociation</c:v>
                </c:pt>
                <c:pt idx="9175">
                  <c:v>mid_west_entertainment</c:v>
                </c:pt>
                <c:pt idx="9176">
                  <c:v>midtermbreakstreetteam</c:v>
                </c:pt>
                <c:pt idx="9177">
                  <c:v>midtempointernational</c:v>
                </c:pt>
                <c:pt idx="9178">
                  <c:v>midsummersnowsideproject</c:v>
                </c:pt>
                <c:pt idx="9179">
                  <c:v>midnighttemptressamy</c:v>
                </c:pt>
                <c:pt idx="9180">
                  <c:v>midnightsun_lightningrain</c:v>
                </c:pt>
                <c:pt idx="9181">
                  <c:v>midnightsolareclipse</c:v>
                </c:pt>
                <c:pt idx="9182">
                  <c:v>midnightsocietycrashandburn</c:v>
                </c:pt>
                <c:pt idx="9183">
                  <c:v>midnight_snackattacksarah</c:v>
                </c:pt>
                <c:pt idx="9184">
                  <c:v>midnight_motion_band</c:v>
                </c:pt>
                <c:pt idx="9185">
                  <c:v>midnight_moon_mistress</c:v>
                </c:pt>
                <c:pt idx="9186">
                  <c:v>midnightmantheivorydream</c:v>
                </c:pt>
                <c:pt idx="9187">
                  <c:v>midnightloveensemble</c:v>
                </c:pt>
                <c:pt idx="9188">
                  <c:v>midnightillusionmusic</c:v>
                </c:pt>
                <c:pt idx="9189">
                  <c:v>midnight_hour_photography</c:v>
                </c:pt>
                <c:pt idx="9190">
                  <c:v>midnightgenesismetal</c:v>
                </c:pt>
                <c:pt idx="9191">
                  <c:v>midnightempresskingdom</c:v>
                </c:pt>
                <c:pt idx="9192">
                  <c:v>midmonroeanimalhospital</c:v>
                </c:pt>
                <c:pt idx="9193">
                  <c:v>midlifecrisisrockband</c:v>
                </c:pt>
                <c:pt idx="9194">
                  <c:v>midlifecrisisorlando</c:v>
                </c:pt>
                <c:pt idx="9195">
                  <c:v>midknightgamblerscarclub</c:v>
                </c:pt>
                <c:pt idx="9196">
                  <c:v>midgetsmugglerisland</c:v>
                </c:pt>
                <c:pt idx="9197">
                  <c:v>midget_munchkin_teacher</c:v>
                </c:pt>
                <c:pt idx="9198">
                  <c:v>middleschoolworshipteam</c:v>
                </c:pt>
                <c:pt idx="9199">
                  <c:v>middlematadorblocker</c:v>
                </c:pt>
                <c:pt idx="9200">
                  <c:v>middlegeorgiabaseball</c:v>
                </c:pt>
                <c:pt idx="9201">
                  <c:v>middlefingerguitarist</c:v>
                </c:pt>
                <c:pt idx="9202">
                  <c:v>middleeastpeaceorchestra</c:v>
                </c:pt>
                <c:pt idx="9203">
                  <c:v>middleeasternterrorist</c:v>
                </c:pt>
                <c:pt idx="9204">
                  <c:v>middleeasternliterature</c:v>
                </c:pt>
                <c:pt idx="9205">
                  <c:v>middle_eastern_holiday</c:v>
                </c:pt>
                <c:pt idx="9206">
                  <c:v>midbaseball2909blake</c:v>
                </c:pt>
                <c:pt idx="9207">
                  <c:v>midatlanticfilmfestival</c:v>
                </c:pt>
                <c:pt idx="9208">
                  <c:v>midaircollisionofficial</c:v>
                </c:pt>
                <c:pt idx="9209">
                  <c:v>mickymouseashenfelter</c:v>
                </c:pt>
                <c:pt idx="9210">
                  <c:v>micky_and_claire_4ever</c:v>
                </c:pt>
                <c:pt idx="9211">
                  <c:v>mick_master_mike200</c:v>
                </c:pt>
                <c:pt idx="9212">
                  <c:v>michigansportsfan1975</c:v>
                </c:pt>
                <c:pt idx="9213">
                  <c:v>michiganfootballfreak</c:v>
                </c:pt>
                <c:pt idx="9214">
                  <c:v>michiganfootballfan4ever</c:v>
                </c:pt>
                <c:pt idx="9215">
                  <c:v>michigandopedealer420</c:v>
                </c:pt>
                <c:pt idx="9216">
                  <c:v>michellethehappymommy</c:v>
                </c:pt>
                <c:pt idx="9217">
                  <c:v>michellethebombshell</c:v>
                </c:pt>
                <c:pt idx="9218">
                  <c:v>michelletaffyhearts21</c:v>
                </c:pt>
                <c:pt idx="9219">
                  <c:v>michellesoutherncharm</c:v>
                </c:pt>
                <c:pt idx="9220">
                  <c:v>michelle_singsongwriter</c:v>
                </c:pt>
                <c:pt idx="9221">
                  <c:v>michellesingersongwriter</c:v>
                </c:pt>
                <c:pt idx="9222">
                  <c:v>michelleshortandsweet</c:v>
                </c:pt>
                <c:pt idx="9223">
                  <c:v>michelleseckinger01204</c:v>
                </c:pt>
                <c:pt idx="9224">
                  <c:v>michelle_noel_sanders</c:v>
                </c:pt>
                <c:pt idx="9225">
                  <c:v>michelle_nicole_simpson</c:v>
                </c:pt>
                <c:pt idx="9226">
                  <c:v>michellemoralesvincent</c:v>
                </c:pt>
                <c:pt idx="9227">
                  <c:v>michelle_milstead2003</c:v>
                </c:pt>
                <c:pt idx="9228">
                  <c:v>michelle_messing_around</c:v>
                </c:pt>
                <c:pt idx="9229">
                  <c:v>michellemariefreeman</c:v>
                </c:pt>
                <c:pt idx="9230">
                  <c:v>michellelynncampbell</c:v>
                </c:pt>
                <c:pt idx="9231">
                  <c:v>michellelillycrowder</c:v>
                </c:pt>
                <c:pt idx="9232">
                  <c:v>michellelawrencemusic</c:v>
                </c:pt>
                <c:pt idx="9233">
                  <c:v>michelle_jayne_louise</c:v>
                </c:pt>
                <c:pt idx="9234">
                  <c:v>michellehudsontucker</c:v>
                </c:pt>
                <c:pt idx="9235">
                  <c:v>michellehotchocolate</c:v>
                </c:pt>
                <c:pt idx="9236">
                  <c:v>michelle_from_foolhouse</c:v>
                </c:pt>
                <c:pt idx="9237">
                  <c:v>michellefishheadpants</c:v>
                </c:pt>
                <c:pt idx="9238">
                  <c:v>michelle_crazy_like_whoa</c:v>
                </c:pt>
                <c:pt idx="9239">
                  <c:v>michelle_cheerleader4life</c:v>
                </c:pt>
                <c:pt idx="9240">
                  <c:v>michellebuchananmusic</c:v>
                </c:pt>
                <c:pt idx="9241">
                  <c:v>michellebranchhillaryclinton</c:v>
                </c:pt>
                <c:pt idx="9242">
                  <c:v>michellebonillamusic</c:v>
                </c:pt>
                <c:pt idx="9243">
                  <c:v>michelleblueicedtiger</c:v>
                </c:pt>
                <c:pt idx="9244">
                  <c:v>michelle_babygirl805</c:v>
                </c:pt>
                <c:pt idx="9245">
                  <c:v>michellebaby_forever</c:v>
                </c:pt>
                <c:pt idx="9246">
                  <c:v>michelleashleynicole</c:v>
                </c:pt>
                <c:pt idx="9247">
                  <c:v>michelleangelicamartinez</c:v>
                </c:pt>
                <c:pt idx="9248">
                  <c:v>michelleandylanforever</c:v>
                </c:pt>
                <c:pt idx="9249">
                  <c:v>michelleandlindsayfoo</c:v>
                </c:pt>
                <c:pt idx="9250">
                  <c:v>michelle_and_kari_kent</c:v>
                </c:pt>
                <c:pt idx="9251">
                  <c:v>michelle_and_joe_1998</c:v>
                </c:pt>
                <c:pt idx="9252">
                  <c:v>michelle_and_alexandra919</c:v>
                </c:pt>
                <c:pt idx="9253">
                  <c:v>michelle_aka_sunshine</c:v>
                </c:pt>
                <c:pt idx="9254">
                  <c:v>michele_the_sexy_beastie</c:v>
                </c:pt>
                <c:pt idx="9255">
                  <c:v>michele_prettypoison</c:v>
                </c:pt>
                <c:pt idx="9256">
                  <c:v>michelecoxphotography</c:v>
                </c:pt>
                <c:pt idx="9257">
                  <c:v>michaelalancarpenter</c:v>
                </c:pt>
                <c:pt idx="9258">
                  <c:v>michaela_and_maria_rock</c:v>
                </c:pt>
                <c:pt idx="9259">
                  <c:v>miasexysouthernbelle</c:v>
                </c:pt>
                <c:pt idx="9260">
                  <c:v>MiaNterry2gether4eva</c:v>
                </c:pt>
                <c:pt idx="9261">
                  <c:v>miamipolicepatrolsouthend</c:v>
                </c:pt>
                <c:pt idx="9262">
                  <c:v>miamimusicconference</c:v>
                </c:pt>
                <c:pt idx="9263">
                  <c:v>miamigurlindabuilding</c:v>
                </c:pt>
                <c:pt idx="9264">
                  <c:v>miamibeachrecordingstudio</c:v>
                </c:pt>
                <c:pt idx="9265">
                  <c:v>miamibeachrealestate</c:v>
                </c:pt>
                <c:pt idx="9266">
                  <c:v>mia_hearts_the_pepper</c:v>
                </c:pt>
                <c:pt idx="9267">
                  <c:v>mia_got_shot_like_yeah</c:v>
                </c:pt>
                <c:pt idx="9268">
                  <c:v>miabellaprincessmisty</c:v>
                </c:pt>
                <c:pt idx="9269">
                  <c:v>metropolitanmurderweapon</c:v>
                </c:pt>
                <c:pt idx="9270">
                  <c:v>meteorologistnickjohnston</c:v>
                </c:pt>
                <c:pt idx="9271">
                  <c:v>metaphysicalstreetteam</c:v>
                </c:pt>
                <c:pt idx="9272">
                  <c:v>metaphysicalrabbithole</c:v>
                </c:pt>
                <c:pt idx="9273">
                  <c:v>metal_thrashing_madman</c:v>
                </c:pt>
                <c:pt idx="9274">
                  <c:v>metalstormentertainment</c:v>
                </c:pt>
                <c:pt idx="9275">
                  <c:v>metalrockpunkmixtape</c:v>
                </c:pt>
                <c:pt idx="9276">
                  <c:v>metalpeekaboostranger</c:v>
                </c:pt>
                <c:pt idx="9277">
                  <c:v>metal_monster_maniac</c:v>
                </c:pt>
                <c:pt idx="9278">
                  <c:v>metal_head_freak_4_life_</c:v>
                </c:pt>
                <c:pt idx="9279">
                  <c:v>metalheadedguitarfreak</c:v>
                </c:pt>
                <c:pt idx="9280">
                  <c:v>metalbitchphotography</c:v>
                </c:pt>
                <c:pt idx="9281">
                  <c:v>metalandrockarewicked</c:v>
                </c:pt>
                <c:pt idx="9282">
                  <c:v>metalandhardcorefever</c:v>
                </c:pt>
                <c:pt idx="9283">
                  <c:v>messin_with_the_great</c:v>
                </c:pt>
                <c:pt idx="9284">
                  <c:v>messheadclothingtest</c:v>
                </c:pt>
                <c:pt idx="9285">
                  <c:v>messagefromthebeyond</c:v>
                </c:pt>
                <c:pt idx="9286">
                  <c:v>message_beneath_contempt</c:v>
                </c:pt>
                <c:pt idx="9287">
                  <c:v>mesquiteseniorprank0</c:v>
                </c:pt>
                <c:pt idx="9288">
                  <c:v>merrylittlemetalhead</c:v>
                </c:pt>
                <c:pt idx="9289">
                  <c:v>meredithloverforever</c:v>
                </c:pt>
                <c:pt idx="9290">
                  <c:v>meredithcorsonbaldwin</c:v>
                </c:pt>
                <c:pt idx="9291">
                  <c:v>mercynightclubregular</c:v>
                </c:pt>
                <c:pt idx="9292">
                  <c:v>mercyjusticehumilitylove</c:v>
                </c:pt>
                <c:pt idx="9293">
                  <c:v>mercilessmobsopranoboy</c:v>
                </c:pt>
                <c:pt idx="9294">
                  <c:v>mercedespinkiceprincess</c:v>
                </c:pt>
                <c:pt idx="9295">
                  <c:v>mercedes_lynn_conway</c:v>
                </c:pt>
                <c:pt idx="9296">
                  <c:v>mercedesdaniellesmith</c:v>
                </c:pt>
                <c:pt idx="9297">
                  <c:v>mercedesceceliasteelman</c:v>
                </c:pt>
                <c:pt idx="9298">
                  <c:v>mentorsonlyrealhiphop</c:v>
                </c:pt>
                <c:pt idx="9299">
                  <c:v>mentallyunstablegoalie</c:v>
                </c:pt>
                <c:pt idx="9300">
                  <c:v>mentallydisturbedguy</c:v>
                </c:pt>
                <c:pt idx="9301">
                  <c:v>menshouldnotfearpink</c:v>
                </c:pt>
                <c:pt idx="9302">
                  <c:v>mendontprotectyouanymore</c:v>
                </c:pt>
                <c:pt idx="9303">
                  <c:v>memphis_tiger_4_life</c:v>
                </c:pt>
                <c:pt idx="9304">
                  <c:v>memphis_blood_nigger</c:v>
                </c:pt>
                <c:pt idx="9305">
                  <c:v>memoryplayshideandseek</c:v>
                </c:pt>
                <c:pt idx="9306">
                  <c:v>memorial_hall_library</c:v>
                </c:pt>
                <c:pt idx="9307">
                  <c:v>memorialdayweekend4ever</c:v>
                </c:pt>
                <c:pt idx="9308">
                  <c:v>meloncholic_desperation</c:v>
                </c:pt>
                <c:pt idx="9309">
                  <c:v>melodystyleapartment</c:v>
                </c:pt>
                <c:pt idx="9310">
                  <c:v>melody_chapman_tucker</c:v>
                </c:pt>
                <c:pt idx="9311">
                  <c:v>melodicenergycommission</c:v>
                </c:pt>
                <c:pt idx="9312">
                  <c:v>melodicdeathmetalmike</c:v>
                </c:pt>
                <c:pt idx="9313">
                  <c:v>melodicabortionorchestra</c:v>
                </c:pt>
                <c:pt idx="9314">
                  <c:v>mellyloveskelly21385</c:v>
                </c:pt>
                <c:pt idx="9315">
                  <c:v>mellow_yellow_fellow</c:v>
                </c:pt>
                <c:pt idx="9316">
                  <c:v>MellonCollieButterfly</c:v>
                </c:pt>
                <c:pt idx="9317">
                  <c:v>melissatonyaustinevan</c:v>
                </c:pt>
                <c:pt idx="9318">
                  <c:v>melissatheweddingplanner</c:v>
                </c:pt>
                <c:pt idx="9319">
                  <c:v>melissa_the_notorious</c:v>
                </c:pt>
                <c:pt idx="9320">
                  <c:v>melissastinkerbellpage</c:v>
                </c:pt>
                <c:pt idx="9321">
                  <c:v>melissasteinphotography</c:v>
                </c:pt>
                <c:pt idx="9322">
                  <c:v>melissa_soccerbabe09</c:v>
                </c:pt>
                <c:pt idx="9323">
                  <c:v>melissa_sexyblonde_18</c:v>
                </c:pt>
                <c:pt idx="9324">
                  <c:v>melissa_sexy_baby_101</c:v>
                </c:pt>
                <c:pt idx="9325">
                  <c:v>melissa_rock_life_hard</c:v>
                </c:pt>
                <c:pt idx="9326">
                  <c:v>melissareneefranklin</c:v>
                </c:pt>
                <c:pt idx="9327">
                  <c:v>Melissa_Petersen1229</c:v>
                </c:pt>
                <c:pt idx="9328">
                  <c:v>melissa_missy_whatever</c:v>
                </c:pt>
                <c:pt idx="9329">
                  <c:v>melissamichellesmith0128</c:v>
                </c:pt>
                <c:pt idx="9330">
                  <c:v>melissamichellemitchell</c:v>
                </c:pt>
                <c:pt idx="9331">
                  <c:v>melissa_marie_walker</c:v>
                </c:pt>
                <c:pt idx="9332">
                  <c:v>melissamariemartinez</c:v>
                </c:pt>
                <c:pt idx="9333">
                  <c:v>melissa_marie_collins</c:v>
                </c:pt>
                <c:pt idx="9334">
                  <c:v>melissamadethisforme</c:v>
                </c:pt>
                <c:pt idx="9335">
                  <c:v>melissa_little_bastard</c:v>
                </c:pt>
                <c:pt idx="9336">
                  <c:v>melissa_joan_hart_fan</c:v>
                </c:pt>
                <c:pt idx="9337">
                  <c:v>melissa_exotic_piercer</c:v>
                </c:pt>
                <c:pt idx="9338">
                  <c:v>melissachrisanddanny</c:v>
                </c:pt>
                <c:pt idx="9339">
                  <c:v>melissa_aka_the_best</c:v>
                </c:pt>
                <c:pt idx="9340">
                  <c:v>melindawarrenhalliwell</c:v>
                </c:pt>
                <c:pt idx="9341">
                  <c:v>melinda_linda_whiteout</c:v>
                </c:pt>
                <c:pt idx="9342">
                  <c:v>melindajoshandalison</c:v>
                </c:pt>
                <c:pt idx="9343">
                  <c:v>mel_dirtycountrygirl</c:v>
                </c:pt>
                <c:pt idx="9344">
                  <c:v>melaniechapmanalways</c:v>
                </c:pt>
                <c:pt idx="9345">
                  <c:v>melanie__arellano100</c:v>
                </c:pt>
                <c:pt idx="9346">
                  <c:v>melancholymetalchick</c:v>
                </c:pt>
                <c:pt idx="9347">
                  <c:v>melancholicresidualdamage</c:v>
                </c:pt>
                <c:pt idx="9348">
                  <c:v>meitrixstudio54_chris</c:v>
                </c:pt>
                <c:pt idx="9349">
                  <c:v>meinernameristgunter</c:v>
                </c:pt>
                <c:pt idx="9350">
                  <c:v>meharchaingangsoldier54</c:v>
                </c:pt>
                <c:pt idx="9351">
                  <c:v>meghanfrigginelizabeth</c:v>
                </c:pt>
                <c:pt idx="9352">
                  <c:v>meghan7greenmountain</c:v>
                </c:pt>
                <c:pt idx="9353">
                  <c:v>megan_taylor_donahue</c:v>
                </c:pt>
                <c:pt idx="9354">
                  <c:v>meganparker_roleplayer</c:v>
                </c:pt>
                <c:pt idx="9355">
                  <c:v>meganpalmerspikedriver</c:v>
                </c:pt>
                <c:pt idx="9356">
                  <c:v>megan_middlename_gorman</c:v>
                </c:pt>
                <c:pt idx="9357">
                  <c:v>megan_gilbert_spicer</c:v>
                </c:pt>
                <c:pt idx="9358">
                  <c:v>meganelizabethparker</c:v>
                </c:pt>
                <c:pt idx="9359">
                  <c:v>megan_elizabeth_manning</c:v>
                </c:pt>
                <c:pt idx="9360">
                  <c:v>_megan_beautiful_kiss</c:v>
                </c:pt>
                <c:pt idx="9361">
                  <c:v>megan_babygurl_redbone</c:v>
                </c:pt>
                <c:pt idx="9362">
                  <c:v>meganandveetelevision</c:v>
                </c:pt>
                <c:pt idx="9363">
                  <c:v>meganandcarl4fourlife</c:v>
                </c:pt>
                <c:pt idx="9364">
                  <c:v>meganandbrandon4ever</c:v>
                </c:pt>
                <c:pt idx="9365">
                  <c:v>meetthaloverandthefighter</c:v>
                </c:pt>
                <c:pt idx="9366">
                  <c:v>meetandgreet_podcast</c:v>
                </c:pt>
                <c:pt idx="9367">
                  <c:v>medical_injury_lawyer</c:v>
                </c:pt>
                <c:pt idx="9368">
                  <c:v>medford_him_street_team</c:v>
                </c:pt>
                <c:pt idx="9369">
                  <c:v>mechanicaldeathwhore</c:v>
                </c:pt>
                <c:pt idx="9370">
                  <c:v>meatwadmoonmaster1</c:v>
                </c:pt>
                <c:pt idx="9371">
                  <c:v>meangreenturtlemachine</c:v>
                </c:pt>
                <c:pt idx="9372">
                  <c:v>meangreensloppyjoemachine</c:v>
                </c:pt>
                <c:pt idx="9373">
                  <c:v>meanfaceentertainment</c:v>
                </c:pt>
                <c:pt idx="9374">
                  <c:v>meaghan_rachel_ashley</c:v>
                </c:pt>
                <c:pt idx="9375">
                  <c:v>meagan_1andonly_beautiful</c:v>
                </c:pt>
                <c:pt idx="9376">
                  <c:v>meadowbrooknightlife</c:v>
                </c:pt>
                <c:pt idx="9377">
                  <c:v>mayraisprincess4ever</c:v>
                </c:pt>
                <c:pt idx="9378">
                  <c:v>maygoodprevailoverevil</c:v>
                </c:pt>
                <c:pt idx="9379">
                  <c:v>maygodblessourmilitary</c:v>
                </c:pt>
                <c:pt idx="9380">
                  <c:v>mayexperienceturbulence</c:v>
                </c:pt>
                <c:pt idx="9381">
                  <c:v>maycauseinternalbleeding</c:v>
                </c:pt>
                <c:pt idx="9382">
                  <c:v>maybridgerealitygroup</c:v>
                </c:pt>
                <c:pt idx="9383">
                  <c:v>may11981causticalone</c:v>
                </c:pt>
                <c:pt idx="9384">
                  <c:v>maxtownnotgrapestreet</c:v>
                </c:pt>
                <c:pt idx="9385">
                  <c:v>maxine_and_gwendolyn</c:v>
                </c:pt>
                <c:pt idx="9386">
                  <c:v>maximustheinvincible</c:v>
                </c:pt>
                <c:pt idx="9387">
                  <c:v>maximuslapteff472022934</c:v>
                </c:pt>
                <c:pt idx="9388">
                  <c:v>maximumarticulatingthing</c:v>
                </c:pt>
                <c:pt idx="9389">
                  <c:v>maximizeyourenjoyment</c:v>
                </c:pt>
                <c:pt idx="9390">
                  <c:v>maximillionvalentine</c:v>
                </c:pt>
                <c:pt idx="9391">
                  <c:v>maxhiding_questionmark</c:v>
                </c:pt>
                <c:pt idx="9392">
                  <c:v>max89042511499odapob48</c:v>
                </c:pt>
                <c:pt idx="9393">
                  <c:v>mavisbeaconteachestyping</c:v>
                </c:pt>
                <c:pt idx="9394">
                  <c:v>maverickallstarcheer</c:v>
                </c:pt>
                <c:pt idx="9395">
                  <c:v>mattison_basketball25</c:v>
                </c:pt>
                <c:pt idx="9396">
                  <c:v>mattisnotmusicallytalented</c:v>
                </c:pt>
                <c:pt idx="9397">
                  <c:v>mattie_depressed_single</c:v>
                </c:pt>
                <c:pt idx="9398">
                  <c:v>matthewutteruniversity</c:v>
                </c:pt>
                <c:pt idx="9399">
                  <c:v>matthewtravisperry802</c:v>
                </c:pt>
                <c:pt idx="9400">
                  <c:v>matthewthomasmartinez</c:v>
                </c:pt>
                <c:pt idx="9401">
                  <c:v>matthewspervertedorgan</c:v>
                </c:pt>
                <c:pt idx="9402">
                  <c:v>matthewsmusicandworld</c:v>
                </c:pt>
                <c:pt idx="9403">
                  <c:v>matthewpinballwizard</c:v>
                </c:pt>
                <c:pt idx="9404">
                  <c:v>matthewpattersonlancaster</c:v>
                </c:pt>
                <c:pt idx="9405">
                  <c:v>matthewharperphotography</c:v>
                </c:pt>
                <c:pt idx="9406">
                  <c:v>matthewgoodnightrock</c:v>
                </c:pt>
                <c:pt idx="9407">
                  <c:v>matthew_can_kick_ass</c:v>
                </c:pt>
                <c:pt idx="9408">
                  <c:v>matthewbrowncreative</c:v>
                </c:pt>
                <c:pt idx="9409">
                  <c:v>matthewbenjamincompton</c:v>
                </c:pt>
                <c:pt idx="9410">
                  <c:v>matthewandaprilevans</c:v>
                </c:pt>
                <c:pt idx="9411">
                  <c:v>matthewallenanderson</c:v>
                </c:pt>
                <c:pt idx="9412">
                  <c:v>matthew_aka_hollywud</c:v>
                </c:pt>
                <c:pt idx="9413">
                  <c:v>matthecreepycheerleader</c:v>
                </c:pt>
                <c:pt idx="9414">
                  <c:v>matlaevasvetlana1143</c:v>
                </c:pt>
                <c:pt idx="9415">
                  <c:v>mathsuccessunlimited</c:v>
                </c:pt>
                <c:pt idx="9416">
                  <c:v>mathfeaturingbritthuff</c:v>
                </c:pt>
                <c:pt idx="9417">
                  <c:v>matfromthesimpsonworld</c:v>
                </c:pt>
                <c:pt idx="9418">
                  <c:v>materialchickgonefamous</c:v>
                </c:pt>
                <c:pt idx="9419">
                  <c:v>mater_academy_lion_band</c:v>
                </c:pt>
                <c:pt idx="9420">
                  <c:v>matefeedkillrepeat90</c:v>
                </c:pt>
                <c:pt idx="9421">
                  <c:v>masturbateswithtoothbrush</c:v>
                </c:pt>
                <c:pt idx="9422">
                  <c:v>masterwayneakabatman</c:v>
                </c:pt>
                <c:pt idx="9423">
                  <c:v>masterstoneandthecobrakai</c:v>
                </c:pt>
                <c:pt idx="9424">
                  <c:v>mastersplinter_lopez</c:v>
                </c:pt>
                <c:pt idx="9425">
                  <c:v>master_splinter_band</c:v>
                </c:pt>
                <c:pt idx="9426">
                  <c:v>master_shake_the_drizzle</c:v>
                </c:pt>
                <c:pt idx="9427">
                  <c:v>masterplanmanagement</c:v>
                </c:pt>
                <c:pt idx="9428">
                  <c:v>masterpimpplayer200</c:v>
                </c:pt>
                <c:pt idx="9429">
                  <c:v>MasterMassageTherapist</c:v>
                </c:pt>
                <c:pt idx="9430">
                  <c:v>mastergeorgewashington</c:v>
                </c:pt>
                <c:pt idx="9431">
                  <c:v>masterfreckpettyofficer</c:v>
                </c:pt>
                <c:pt idx="9432">
                  <c:v>masterflydavisdazzle</c:v>
                </c:pt>
                <c:pt idx="9433">
                  <c:v>masterdarknessfallen</c:v>
                </c:pt>
                <c:pt idx="9434">
                  <c:v>master_chief_head_shot</c:v>
                </c:pt>
                <c:pt idx="9435">
                  <c:v>masterbedroomtheband</c:v>
                </c:pt>
                <c:pt idx="9436">
                  <c:v>masterandhisslavemarissa</c:v>
                </c:pt>
                <c:pt idx="9437">
                  <c:v>massundergroundtunnel</c:v>
                </c:pt>
                <c:pt idx="9438">
                  <c:v>massoud_atef_represent</c:v>
                </c:pt>
                <c:pt idx="9439">
                  <c:v>massive_paranoia_attack</c:v>
                </c:pt>
                <c:pt idx="9440">
                  <c:v>massiveattackorlando</c:v>
                </c:pt>
                <c:pt idx="9441">
                  <c:v>massage_west_chicago</c:v>
                </c:pt>
                <c:pt idx="9442">
                  <c:v>massagetherapybusiness</c:v>
                </c:pt>
                <c:pt idx="9443">
                  <c:v>massagetherapistmegan</c:v>
                </c:pt>
                <c:pt idx="9444">
                  <c:v>massagetherapistkendra</c:v>
                </c:pt>
                <c:pt idx="9445">
                  <c:v>masonwillruletheworld</c:v>
                </c:pt>
                <c:pt idx="9446">
                  <c:v>masochisticdeathcannibal</c:v>
                </c:pt>
                <c:pt idx="9447">
                  <c:v>maryvilleredneckgirl</c:v>
                </c:pt>
                <c:pt idx="9448">
                  <c:v>marytheresacolapinto</c:v>
                </c:pt>
                <c:pt idx="9449">
                  <c:v>marythehighlandmoocow</c:v>
                </c:pt>
                <c:pt idx="9450">
                  <c:v>mary_tha_brunette_chick</c:v>
                </c:pt>
                <c:pt idx="9451">
                  <c:v>marysflowersuperhead</c:v>
                </c:pt>
                <c:pt idx="9452">
                  <c:v>marypoppinsdeathumbrella</c:v>
                </c:pt>
                <c:pt idx="9453">
                  <c:v>marymargaretunderwood</c:v>
                </c:pt>
                <c:pt idx="9454">
                  <c:v>marylandstateboychoir</c:v>
                </c:pt>
                <c:pt idx="9455">
                  <c:v>mary.kristine.stanley</c:v>
                </c:pt>
                <c:pt idx="9456">
                  <c:v>marykathrynpatterson</c:v>
                </c:pt>
                <c:pt idx="9457">
                  <c:v>marykatherinesuperstar</c:v>
                </c:pt>
                <c:pt idx="9458">
                  <c:v>mary_kate_the_real_thing</c:v>
                </c:pt>
                <c:pt idx="9459">
                  <c:v>marykatelyndespelder</c:v>
                </c:pt>
                <c:pt idx="9460">
                  <c:v>MaryKateandAshleybestsis</c:v>
                </c:pt>
                <c:pt idx="9461">
                  <c:v>marykateandashley111</c:v>
                </c:pt>
                <c:pt idx="9462">
                  <c:v>mary_kate_and_ash_fan2212</c:v>
                </c:pt>
                <c:pt idx="9463">
                  <c:v>mary_ellen_christensen</c:v>
                </c:pt>
                <c:pt idx="9464">
                  <c:v>maryelizabethharkness</c:v>
                </c:pt>
                <c:pt idx="9465">
                  <c:v>maryclosemassagetherapy</c:v>
                </c:pt>
                <c:pt idx="9466">
                  <c:v>mary_catherine_gallager</c:v>
                </c:pt>
                <c:pt idx="9467">
                  <c:v>maryathedancingqueen</c:v>
                </c:pt>
                <c:pt idx="9468">
                  <c:v>maryallisonphotography</c:v>
                </c:pt>
                <c:pt idx="9469">
                  <c:v>marvelous_motion_moon</c:v>
                </c:pt>
                <c:pt idx="9470">
                  <c:v>martonicentertainment</c:v>
                </c:pt>
                <c:pt idx="9471">
                  <c:v>martinguyjazzdrummer</c:v>
                </c:pt>
                <c:pt idx="9472">
                  <c:v>martinezthebeatsmith</c:v>
                </c:pt>
                <c:pt idx="9473">
                  <c:v>martians_from_outerspace</c:v>
                </c:pt>
                <c:pt idx="9474">
                  <c:v>martialartistforlife</c:v>
                </c:pt>
                <c:pt idx="9475">
                  <c:v>marthaelizabethhocking</c:v>
                </c:pt>
                <c:pt idx="9476">
                  <c:v>marshymarshmellowlover</c:v>
                </c:pt>
                <c:pt idx="9477">
                  <c:v>marshmellow_madness51007</c:v>
                </c:pt>
                <c:pt idx="9478">
                  <c:v>marshmancomedyportland</c:v>
                </c:pt>
                <c:pt idx="9479">
                  <c:v>marshmallowsareyummy</c:v>
                </c:pt>
                <c:pt idx="9480">
                  <c:v>married_northwest_guy</c:v>
                </c:pt>
                <c:pt idx="9481">
                  <c:v>marriedmanlooking1973</c:v>
                </c:pt>
                <c:pt idx="9482">
                  <c:v>marriedandstillsingle</c:v>
                </c:pt>
                <c:pt idx="9483">
                  <c:v>marquita_thatbitch_miller</c:v>
                </c:pt>
                <c:pt idx="9484">
                  <c:v>maroon5shewillbeloved</c:v>
                </c:pt>
                <c:pt idx="9485">
                  <c:v>marni_elizabeth_anne</c:v>
                </c:pt>
                <c:pt idx="9486">
                  <c:v>marmitecheesecracker</c:v>
                </c:pt>
                <c:pt idx="9487">
                  <c:v>marmalade_chainsaw9</c:v>
                </c:pt>
                <c:pt idx="9488">
                  <c:v>marlitherainbowmaker</c:v>
                </c:pt>
                <c:pt idx="9489">
                  <c:v>marlinmonroewillifordtenor</c:v>
                </c:pt>
                <c:pt idx="9490">
                  <c:v>marlinmonroewilliford</c:v>
                </c:pt>
                <c:pt idx="9491">
                  <c:v>marleyjuniorthedragon</c:v>
                </c:pt>
                <c:pt idx="9492">
                  <c:v>markwatsonthecomedian</c:v>
                </c:pt>
                <c:pt idx="9493">
                  <c:v>mark_versus_the_world</c:v>
                </c:pt>
                <c:pt idx="9494">
                  <c:v>markthebaseballplayer</c:v>
                </c:pt>
                <c:pt idx="9495">
                  <c:v>mark_tha_cold_chilla</c:v>
                </c:pt>
                <c:pt idx="9496">
                  <c:v>MarksBrownEyedBabyGirl</c:v>
                </c:pt>
                <c:pt idx="9497">
                  <c:v>marks_better_than_blake</c:v>
                </c:pt>
                <c:pt idx="9498">
                  <c:v>marksandmantributepage</c:v>
                </c:pt>
                <c:pt idx="9499">
                  <c:v>marksandmanandmorphine</c:v>
                </c:pt>
                <c:pt idx="9500">
                  <c:v>mark_robinson_4_life</c:v>
                </c:pt>
                <c:pt idx="9501">
                  <c:v>markoneentertainment</c:v>
                </c:pt>
                <c:pt idx="9502">
                  <c:v>marknewtonphotography</c:v>
                </c:pt>
                <c:pt idx="9503">
                  <c:v>mark_hamilton_sloth4ever</c:v>
                </c:pt>
                <c:pt idx="9504">
                  <c:v>markgreenwoodexperience</c:v>
                </c:pt>
                <c:pt idx="9505">
                  <c:v>markgarthwaiteofficial</c:v>
                </c:pt>
                <c:pt idx="9506">
                  <c:v>marker_the_ass_clown</c:v>
                </c:pt>
                <c:pt idx="9507">
                  <c:v>markedhandlewithcare</c:v>
                </c:pt>
                <c:pt idx="9508">
                  <c:v>markdesigner_wisconsin</c:v>
                </c:pt>
                <c:pt idx="9509">
                  <c:v>mark_and_kristina_forever</c:v>
                </c:pt>
                <c:pt idx="9510">
                  <c:v>mark_anderson_fansite</c:v>
                </c:pt>
                <c:pt idx="9511">
                  <c:v>mark_and_brooke_200</c:v>
                </c:pt>
                <c:pt idx="9512">
                  <c:v>mark_aka_the_sax_master</c:v>
                </c:pt>
                <c:pt idx="9513">
                  <c:v>marissawoo_missfairy87</c:v>
                </c:pt>
                <c:pt idx="9514">
                  <c:v>marissatheprincess1234</c:v>
                </c:pt>
                <c:pt idx="9515">
                  <c:v>marissajunevandaveer</c:v>
                </c:pt>
                <c:pt idx="9516">
                  <c:v>marissa_fairchild420</c:v>
                </c:pt>
                <c:pt idx="9517">
                  <c:v>marissaandmanny4ever</c:v>
                </c:pt>
                <c:pt idx="9518">
                  <c:v>marisollachivadecorazon</c:v>
                </c:pt>
                <c:pt idx="9519">
                  <c:v>marisasoftballballer11</c:v>
                </c:pt>
                <c:pt idx="9520">
                  <c:v>marinegirliesecretsis</c:v>
                </c:pt>
                <c:pt idx="9521">
                  <c:v>marine_corp_madness20</c:v>
                </c:pt>
                <c:pt idx="9522">
                  <c:v>marina_miriam_michal</c:v>
                </c:pt>
                <c:pt idx="9523">
                  <c:v>marilynhotchkissmovie</c:v>
                </c:pt>
                <c:pt idx="9524">
                  <c:v>marie_zombie_hearts_you</c:v>
                </c:pt>
                <c:pt idx="9525">
                  <c:v>mariethesocialworker</c:v>
                </c:pt>
                <c:pt idx="9526">
                  <c:v>marieheleneberthelot</c:v>
                </c:pt>
                <c:pt idx="9527">
                  <c:v>marieandcheyenne4ever</c:v>
                </c:pt>
                <c:pt idx="9528">
                  <c:v>maricopacountyprisonband</c:v>
                </c:pt>
                <c:pt idx="9529">
                  <c:v>maribeladrianbrianna</c:v>
                </c:pt>
                <c:pt idx="9530">
                  <c:v>maria_sponge_bob_lover</c:v>
                </c:pt>
                <c:pt idx="9531">
                  <c:v>marianna_thegirlnextdoor</c:v>
                </c:pt>
                <c:pt idx="9532">
                  <c:v>marianaandterraarehot</c:v>
                </c:pt>
                <c:pt idx="9533">
                  <c:v>marialouisarodriguez</c:v>
                </c:pt>
                <c:pt idx="9534">
                  <c:v>mariaelizabethtucker</c:v>
                </c:pt>
                <c:pt idx="9535">
                  <c:v>mariadelcarmenmorales</c:v>
                </c:pt>
                <c:pt idx="9536">
                  <c:v>mariachristinanumber1</c:v>
                </c:pt>
                <c:pt idx="9537">
                  <c:v>mariachifromotherspace</c:v>
                </c:pt>
                <c:pt idx="9538">
                  <c:v>mari9alldayeveryday</c:v>
                </c:pt>
                <c:pt idx="9539">
                  <c:v>margomeganmindymommy</c:v>
                </c:pt>
                <c:pt idx="9540">
                  <c:v>margaritaivanova1990</c:v>
                </c:pt>
                <c:pt idx="9541">
                  <c:v>margaret_thatcher_naked</c:v>
                </c:pt>
                <c:pt idx="9542">
                  <c:v>margaret_spence_moon</c:v>
                </c:pt>
                <c:pt idx="9543">
                  <c:v>margaretrosecollection</c:v>
                </c:pt>
                <c:pt idx="9544">
                  <c:v>mardigrasdivaforever</c:v>
                </c:pt>
                <c:pt idx="9545">
                  <c:v>marcopolocanberraband</c:v>
                </c:pt>
                <c:pt idx="9546">
                  <c:v>marcie_the_killer_ant</c:v>
                </c:pt>
                <c:pt idx="9547">
                  <c:v>marching_band_reject</c:v>
                </c:pt>
                <c:pt idx="9548">
                  <c:v>marchingbandconductor</c:v>
                </c:pt>
                <c:pt idx="9549">
                  <c:v>marcella_thomas_4ever</c:v>
                </c:pt>
                <c:pt idx="9550">
                  <c:v>marcel_black_panther</c:v>
                </c:pt>
                <c:pt idx="9551">
                  <c:v>marbletulipjuicytree3</c:v>
                </c:pt>
                <c:pt idx="9552">
                  <c:v>marbletulipjuicytree</c:v>
                </c:pt>
                <c:pt idx="9553">
                  <c:v>man_your_battlestation</c:v>
                </c:pt>
                <c:pt idx="9554">
                  <c:v>man_with_the_plan_89</c:v>
                </c:pt>
                <c:pt idx="9555">
                  <c:v>man_with_the_golden_gun</c:v>
                </c:pt>
                <c:pt idx="9556">
                  <c:v>manwiththebeautifulface</c:v>
                </c:pt>
                <c:pt idx="9557">
                  <c:v>man_that_you_fear_199</c:v>
                </c:pt>
                <c:pt idx="9558">
                  <c:v>mantarayvocationalschool</c:v>
                </c:pt>
                <c:pt idx="9559">
                  <c:v>manly_eagle_cheerleader</c:v>
                </c:pt>
                <c:pt idx="9560">
                  <c:v>manisauselesspassion</c:v>
                </c:pt>
                <c:pt idx="9561">
                  <c:v>manipulateandeducate</c:v>
                </c:pt>
                <c:pt idx="9562">
                  <c:v>manifestationtheband</c:v>
                </c:pt>
                <c:pt idx="9563">
                  <c:v>manhattansideproject</c:v>
                </c:pt>
                <c:pt idx="9564">
                  <c:v>manhattanprojectgroup</c:v>
                </c:pt>
                <c:pt idx="9565">
                  <c:v>manhandsonmiserytoman</c:v>
                </c:pt>
                <c:pt idx="9566">
                  <c:v>man_eating_village_idiot</c:v>
                </c:pt>
                <c:pt idx="9567">
                  <c:v>Mandythesoutherngurl</c:v>
                </c:pt>
                <c:pt idx="9568">
                  <c:v>mandythapenguinfreak</c:v>
                </c:pt>
                <c:pt idx="9569">
                  <c:v>mandy_phoebe_stephane</c:v>
                </c:pt>
                <c:pt idx="9570">
                  <c:v>mandy_pandy_pooh_bear</c:v>
                </c:pt>
                <c:pt idx="9571">
                  <c:v>mandatorydeathsentence</c:v>
                </c:pt>
                <c:pt idx="9572">
                  <c:v>mandathepolkadotpanda</c:v>
                </c:pt>
                <c:pt idx="9573">
                  <c:v>mandamichellemabelle</c:v>
                </c:pt>
                <c:pt idx="9574">
                  <c:v>mandamanda_girlfriend</c:v>
                </c:pt>
                <c:pt idx="9575">
                  <c:v>manchild_the_original</c:v>
                </c:pt>
                <c:pt idx="9576">
                  <c:v>manchesterunited_lox</c:v>
                </c:pt>
                <c:pt idx="9577">
                  <c:v>Manchester_United_Freak</c:v>
                </c:pt>
                <c:pt idx="9578">
                  <c:v>manchesterunitedfan200</c:v>
                </c:pt>
                <c:pt idx="9579">
                  <c:v>manchesterunitedalex</c:v>
                </c:pt>
                <c:pt idx="9580">
                  <c:v>manchesterstreetdance</c:v>
                </c:pt>
                <c:pt idx="9581">
                  <c:v>manchestermusicsovietunion</c:v>
                </c:pt>
                <c:pt idx="9582">
                  <c:v>manchester_mooseworks</c:v>
                </c:pt>
                <c:pt idx="9583">
                  <c:v>mamma2carlee_courtnee</c:v>
                </c:pt>
                <c:pt idx="9584">
                  <c:v>mallrabbitmelancholic</c:v>
                </c:pt>
                <c:pt idx="9585">
                  <c:v>mallory_the_great_02</c:v>
                </c:pt>
                <c:pt idx="9586">
                  <c:v>mallorylaurencarroll</c:v>
                </c:pt>
                <c:pt idx="9587">
                  <c:v>malikchocolateboywonder</c:v>
                </c:pt>
                <c:pt idx="9588">
                  <c:v>maliciousdomesticgoblin</c:v>
                </c:pt>
                <c:pt idx="9589">
                  <c:v>malewithcamforfemale</c:v>
                </c:pt>
                <c:pt idx="9590">
                  <c:v>malakaientertainment</c:v>
                </c:pt>
                <c:pt idx="9591">
                  <c:v>maladaptiveperfectionism</c:v>
                </c:pt>
                <c:pt idx="9592">
                  <c:v>malachi_the_preacher</c:v>
                </c:pt>
                <c:pt idx="9593">
                  <c:v>makingyourselfbetter</c:v>
                </c:pt>
                <c:pt idx="9594">
                  <c:v>makingpeacewithdistance</c:v>
                </c:pt>
                <c:pt idx="9595">
                  <c:v>makingniggazcheatallova</c:v>
                </c:pt>
                <c:pt idx="9596">
                  <c:v>makeyourselfpittable</c:v>
                </c:pt>
                <c:pt idx="9597">
                  <c:v>makeyourownmoneytoday</c:v>
                </c:pt>
                <c:pt idx="9598">
                  <c:v>makevirginityhistory</c:v>
                </c:pt>
                <c:pt idx="9599">
                  <c:v>makethenightlast4ever</c:v>
                </c:pt>
                <c:pt idx="9600">
                  <c:v>maketheinnocentbleed</c:v>
                </c:pt>
                <c:pt idx="9601">
                  <c:v>makethegoodtimeslast</c:v>
                </c:pt>
                <c:pt idx="9602">
                  <c:v>makesweetslashlovetome</c:v>
                </c:pt>
                <c:pt idx="9603">
                  <c:v>makeskateboardinglegal</c:v>
                </c:pt>
                <c:pt idx="9604">
                  <c:v>make_room_for_the_tuna</c:v>
                </c:pt>
                <c:pt idx="9605">
                  <c:v>make_room_for_the_kim</c:v>
                </c:pt>
                <c:pt idx="9606">
                  <c:v>make_peace_all_around</c:v>
                </c:pt>
                <c:pt idx="9607">
                  <c:v>make_money_get_pussy</c:v>
                </c:pt>
                <c:pt idx="9608">
                  <c:v>make_love_not_war198</c:v>
                </c:pt>
                <c:pt idx="9609">
                  <c:v>makeheartsbeatfaster</c:v>
                </c:pt>
                <c:pt idx="9610">
                  <c:v>make_each_moment_count</c:v>
                </c:pt>
                <c:pt idx="9611">
                  <c:v>makedamnsureyoucantleave</c:v>
                </c:pt>
                <c:pt idx="9612">
                  <c:v>majo_the_dark_princess</c:v>
                </c:pt>
                <c:pt idx="9613">
                  <c:v>majormoneyentertainment200</c:v>
                </c:pt>
                <c:pt idx="9614">
                  <c:v>majormoneyentertainment</c:v>
                </c:pt>
                <c:pt idx="9615">
                  <c:v>majorleagueproduction</c:v>
                </c:pt>
                <c:pt idx="9616">
                  <c:v>majorjetthespacepilot</c:v>
                </c:pt>
                <c:pt idx="9617">
                  <c:v>majestysouthernprince</c:v>
                </c:pt>
                <c:pt idx="9618">
                  <c:v>maisiecrazyjaneinsane</c:v>
                </c:pt>
                <c:pt idx="9619">
                  <c:v>mainsqueezeorchestra</c:v>
                </c:pt>
                <c:pt idx="9620">
                  <c:v>maineventwrestlingfed</c:v>
                </c:pt>
                <c:pt idx="9621">
                  <c:v>magtheotherwhitemeat</c:v>
                </c:pt>
                <c:pt idx="9622">
                  <c:v>magpie_magazine_gallery</c:v>
                </c:pt>
                <c:pt idx="9623">
                  <c:v>magnificentflyingotter</c:v>
                </c:pt>
                <c:pt idx="9624">
                  <c:v>magnettheadvicegiver</c:v>
                </c:pt>
                <c:pt idx="9625">
                  <c:v>magnetfordestruction</c:v>
                </c:pt>
                <c:pt idx="9626">
                  <c:v>magic_tickle_sean_large</c:v>
                </c:pt>
                <c:pt idx="9627">
                  <c:v>magicsoftballplaya14</c:v>
                </c:pt>
                <c:pt idx="9628">
                  <c:v>magicnumberingarchestra</c:v>
                </c:pt>
                <c:pt idx="9629">
                  <c:v>magic_monkey_mushroom_man</c:v>
                </c:pt>
                <c:pt idx="9630">
                  <c:v>magicfairyglitterwand</c:v>
                </c:pt>
                <c:pt idx="9631">
                  <c:v>magicalunicorndancing</c:v>
                </c:pt>
                <c:pt idx="9632">
                  <c:v>magicalmysticalunicorn</c:v>
                </c:pt>
                <c:pt idx="9633">
                  <c:v>magicalbluemushroomtour7</c:v>
                </c:pt>
                <c:pt idx="9634">
                  <c:v>_maggot_illripyouapart</c:v>
                </c:pt>
                <c:pt idx="9635">
                  <c:v>maggothellspawn515</c:v>
                </c:pt>
                <c:pt idx="9636">
                  <c:v>maggiemooandjasminetoo</c:v>
                </c:pt>
                <c:pt idx="9637">
                  <c:v>madwomanfromtheattic</c:v>
                </c:pt>
                <c:pt idx="9638">
                  <c:v>madtown_waterpolo_1</c:v>
                </c:pt>
                <c:pt idx="9639">
                  <c:v>mad_snake_footy_head</c:v>
                </c:pt>
                <c:pt idx="9640">
                  <c:v>mad_scientist_professor</c:v>
                </c:pt>
                <c:pt idx="9641">
                  <c:v>MADmikeTHEshowSTOPPER</c:v>
                </c:pt>
                <c:pt idx="9642">
                  <c:v>madmartiganfromwillow</c:v>
                </c:pt>
                <c:pt idx="9643">
                  <c:v>madisonbellswimfan85</c:v>
                </c:pt>
                <c:pt idx="9644">
                  <c:v>madisonbasementpingpong</c:v>
                </c:pt>
                <c:pt idx="9645">
                  <c:v>mad_hatter_nursery_rhyme</c:v>
                </c:pt>
                <c:pt idx="9646">
                  <c:v>madhatterentertainment</c:v>
                </c:pt>
                <c:pt idx="9647">
                  <c:v>madewithpureoliveoil</c:v>
                </c:pt>
                <c:pt idx="9648">
                  <c:v>madekingentertainment</c:v>
                </c:pt>
                <c:pt idx="9649">
                  <c:v>madeinheavenlondonjeans</c:v>
                </c:pt>
                <c:pt idx="9650">
                  <c:v>made4war_youthministry</c:v>
                </c:pt>
                <c:pt idx="9651">
                  <c:v>maddy_bear_needs_love_</c:v>
                </c:pt>
                <c:pt idx="9652">
                  <c:v>maddie_will_rock_you</c:v>
                </c:pt>
                <c:pt idx="9653">
                  <c:v>maddie_thecandiegurl</c:v>
                </c:pt>
                <c:pt idx="9654">
                  <c:v>maddie_candy_countergirl</c:v>
                </c:pt>
                <c:pt idx="9655">
                  <c:v>maddie_ashley_candy_girl</c:v>
                </c:pt>
                <c:pt idx="9656">
                  <c:v>maddennationmixtapevol1</c:v>
                </c:pt>
                <c:pt idx="9657">
                  <c:v>madchichollistergirl</c:v>
                </c:pt>
                <c:pt idx="9658">
                  <c:v>madamesnoopy_firstlady</c:v>
                </c:pt>
                <c:pt idx="9659">
                  <c:v>madame_princess_jennifer</c:v>
                </c:pt>
                <c:pt idx="9660">
                  <c:v>madame_jojo_and_fluffy</c:v>
                </c:pt>
                <c:pt idx="9661">
                  <c:v>madadrenalinescientist</c:v>
                </c:pt>
                <c:pt idx="9662">
                  <c:v>mad_about_you_4_life</c:v>
                </c:pt>
                <c:pt idx="9663">
                  <c:v>mackwearclothingcompany</c:v>
                </c:pt>
                <c:pt idx="9664">
                  <c:v>macktheyouthminister</c:v>
                </c:pt>
                <c:pt idx="9665">
                  <c:v>mackdaddymiddleton89</c:v>
                </c:pt>
                <c:pt idx="9666">
                  <c:v>machinist_mate_watson</c:v>
                </c:pt>
                <c:pt idx="9667">
                  <c:v>lyssaashleyescalante</c:v>
                </c:pt>
                <c:pt idx="9668">
                  <c:v>lysanne_wrestlingfan</c:v>
                </c:pt>
                <c:pt idx="9669">
                  <c:v>lyricalwhitechocolate</c:v>
                </c:pt>
                <c:pt idx="9670">
                  <c:v>lyrical_stronghearts</c:v>
                </c:pt>
                <c:pt idx="9671">
                  <c:v>lyricalprincess4life</c:v>
                </c:pt>
                <c:pt idx="9672">
                  <c:v>lyrical_poetic_angel</c:v>
                </c:pt>
                <c:pt idx="9673">
                  <c:v>lyricallytherhymesaya</c:v>
                </c:pt>
                <c:pt idx="9674">
                  <c:v>lyntondenisetogether4eva</c:v>
                </c:pt>
                <c:pt idx="9675">
                  <c:v>lynnetteblakephotography</c:v>
                </c:pt>
                <c:pt idx="9676">
                  <c:v>lynnepattalockbarker</c:v>
                </c:pt>
                <c:pt idx="9677">
                  <c:v>lyndseyhattawaymusic</c:v>
                </c:pt>
                <c:pt idx="9678">
                  <c:v>lyingthroughyourteeth</c:v>
                </c:pt>
                <c:pt idx="9679">
                  <c:v>Lusty_love_goddess27</c:v>
                </c:pt>
                <c:pt idx="9680">
                  <c:v>luscious_very_talented</c:v>
                </c:pt>
                <c:pt idx="9681">
                  <c:v>lusciouslittlelauren</c:v>
                </c:pt>
                <c:pt idx="9682">
                  <c:v>luscious_little_babe</c:v>
                </c:pt>
                <c:pt idx="9683">
                  <c:v>lusciouscaramelbeauty</c:v>
                </c:pt>
                <c:pt idx="9684">
                  <c:v>lure_tattoo_and_piercing</c:v>
                </c:pt>
                <c:pt idx="9685">
                  <c:v>lunartacticsofficialpage</c:v>
                </c:pt>
                <c:pt idx="9686">
                  <c:v>lunarstar_mooncelestial</c:v>
                </c:pt>
                <c:pt idx="9687">
                  <c:v>lunamusicinternational</c:v>
                </c:pt>
                <c:pt idx="9688">
                  <c:v>luna_for_the_quibbler</c:v>
                </c:pt>
                <c:pt idx="9689">
                  <c:v>lumenslightandliving</c:v>
                </c:pt>
                <c:pt idx="9690">
                  <c:v>lukewhitephotographer</c:v>
                </c:pt>
                <c:pt idx="9691">
                  <c:v>luke_the_slightlyconfused</c:v>
                </c:pt>
                <c:pt idx="9692">
                  <c:v>luke_joe_awesomeness</c:v>
                </c:pt>
                <c:pt idx="9693">
                  <c:v>lukechosethisforjade</c:v>
                </c:pt>
                <c:pt idx="9694">
                  <c:v>luckythegreatandterrible</c:v>
                </c:pt>
                <c:pt idx="9695">
                  <c:v>luckystrikelouisville</c:v>
                </c:pt>
                <c:pt idx="9696">
                  <c:v>lucky_rich_white_bitch</c:v>
                </c:pt>
                <c:pt idx="9697">
                  <c:v>luckylittle13michelle</c:v>
                </c:pt>
                <c:pt idx="9698">
                  <c:v>lucky_leperchun_hippie</c:v>
                </c:pt>
                <c:pt idx="9699">
                  <c:v>luckycharmentertainment</c:v>
                </c:pt>
                <c:pt idx="9700">
                  <c:v>lucky_7_roses_are_red</c:v>
                </c:pt>
                <c:pt idx="9701">
                  <c:v>lucky13tattoosandpiercing</c:v>
                </c:pt>
                <c:pt idx="9702">
                  <c:v>luckchancefatedestiny</c:v>
                </c:pt>
                <c:pt idx="9703">
                  <c:v>lucindamarieelizabethrose</c:v>
                </c:pt>
                <c:pt idx="9704">
                  <c:v>lucidnightmareband01</c:v>
                </c:pt>
                <c:pt idx="9705">
                  <c:v>lucasandtheitchsensation</c:v>
                </c:pt>
                <c:pt idx="9706">
                  <c:v>loyalty_fidelity_truth</c:v>
                </c:pt>
                <c:pt idx="9707">
                  <c:v>loyalist_revolution_party</c:v>
                </c:pt>
                <c:pt idx="9708">
                  <c:v>lowsoftshoulderproject</c:v>
                </c:pt>
                <c:pt idx="9709">
                  <c:v>low_life_boogiewoogie</c:v>
                </c:pt>
                <c:pt idx="9710">
                  <c:v>lowflyingpanicattack</c:v>
                </c:pt>
                <c:pt idx="9711">
                  <c:v>lowerwoodlandskatepark</c:v>
                </c:pt>
                <c:pt idx="9712">
                  <c:v>lower_east_side_chick18</c:v>
                </c:pt>
                <c:pt idx="9713">
                  <c:v>lowcostmerchantaccount</c:v>
                </c:pt>
                <c:pt idx="9714">
                  <c:v>loving_you_forever0</c:v>
                </c:pt>
                <c:pt idx="9715">
                  <c:v>loving_you_4ever_421</c:v>
                </c:pt>
                <c:pt idx="9716">
                  <c:v>lovingwifeandmother4real</c:v>
                </c:pt>
                <c:pt idx="9717">
                  <c:v>lovingvanessahudgens</c:v>
                </c:pt>
                <c:pt idx="9718">
                  <c:v>lovingsis2_aka_maxine_law</c:v>
                </c:pt>
                <c:pt idx="9719">
                  <c:v>loving_leah_heartschi2</c:v>
                </c:pt>
                <c:pt idx="9720">
                  <c:v>lovingjessicaforever</c:v>
                </c:pt>
                <c:pt idx="9721">
                  <c:v>loving_jesse_forever</c:v>
                </c:pt>
                <c:pt idx="9722">
                  <c:v>lovinghiphopforever1212</c:v>
                </c:pt>
                <c:pt idx="9723">
                  <c:v>loving_hating_living</c:v>
                </c:pt>
                <c:pt idx="9724">
                  <c:v>lovingcaringgentleman</c:v>
                </c:pt>
                <c:pt idx="9725">
                  <c:v>lovingandlivinglife123</c:v>
                </c:pt>
                <c:pt idx="9726">
                  <c:v>love_your_sexy_kitten</c:v>
                </c:pt>
                <c:pt idx="9727">
                  <c:v>love_you_lots_brunette</c:v>
                </c:pt>
                <c:pt idx="9728">
                  <c:v>lovewithouthypocrisy</c:v>
                </c:pt>
                <c:pt idx="9729">
                  <c:v>lovewisdomunderstanding</c:v>
                </c:pt>
                <c:pt idx="9730">
                  <c:v>love_will_tear_you_apart</c:v>
                </c:pt>
                <c:pt idx="9731">
                  <c:v>lovewhatawonderfulword</c:v>
                </c:pt>
                <c:pt idx="9732">
                  <c:v>lovetravelsatillegalspeed</c:v>
                </c:pt>
                <c:pt idx="9733">
                  <c:v>lovetheworldregardless</c:v>
                </c:pt>
                <c:pt idx="9734">
                  <c:v>love_the_rain_likesilence</c:v>
                </c:pt>
                <c:pt idx="9735">
                  <c:v>lovetheplayboygirlalways</c:v>
                </c:pt>
                <c:pt idx="9736">
                  <c:v>lovethepersonyouarefirst</c:v>
                </c:pt>
                <c:pt idx="9737">
                  <c:v>love_the_lovely_laura</c:v>
                </c:pt>
                <c:pt idx="9738">
                  <c:v>lovethegame_vanessa21</c:v>
                </c:pt>
                <c:pt idx="9739">
                  <c:v>love_thats_different</c:v>
                </c:pt>
                <c:pt idx="9740">
                  <c:v>lovestruckpointblank</c:v>
                </c:pt>
                <c:pt idx="9741">
                  <c:v>love_struck_for_him_00</c:v>
                </c:pt>
                <c:pt idx="9742">
                  <c:v>lovesnotonlyblindbutdeaf</c:v>
                </c:pt>
                <c:pt idx="9743">
                  <c:v>lovesharkandthestonerfunkorchestra</c:v>
                </c:pt>
                <c:pt idx="9744">
                  <c:v>lover_under_the_cover</c:v>
                </c:pt>
                <c:pt idx="9745">
                  <c:v>loverly_beautiful_becca</c:v>
                </c:pt>
                <c:pt idx="9746">
                  <c:v>loverhymeswithkristen</c:v>
                </c:pt>
                <c:pt idx="9747">
                  <c:v>loverejoicesinthetruth</c:v>
                </c:pt>
                <c:pt idx="9748">
                  <c:v>loverboy1919hockey19</c:v>
                </c:pt>
                <c:pt idx="9749">
                  <c:v>lover_2_harry_potter</c:v>
                </c:pt>
                <c:pt idx="9750">
                  <c:v>love_pride_and_prejudice</c:v>
                </c:pt>
                <c:pt idx="9751">
                  <c:v>love_peace_joycoolness23</c:v>
                </c:pt>
                <c:pt idx="9752">
                  <c:v>lovepeacehippiegrease</c:v>
                </c:pt>
                <c:pt idx="9753">
                  <c:v>lovepeaceandtranquility</c:v>
                </c:pt>
                <c:pt idx="9754">
                  <c:v>love_peace_and_jackie</c:v>
                </c:pt>
                <c:pt idx="9755">
                  <c:v>lovepeaceandhappiness1</c:v>
                </c:pt>
                <c:pt idx="9756">
                  <c:v>lovepeaceandbacongrease</c:v>
                </c:pt>
                <c:pt idx="9757">
                  <c:v>love_over_everything</c:v>
                </c:pt>
                <c:pt idx="9758">
                  <c:v>love_oneyoualwayslike</c:v>
                </c:pt>
                <c:pt idx="9759">
                  <c:v>lovemysterious_chemistry</c:v>
                </c:pt>
                <c:pt idx="9760">
                  <c:v>lovemustfollowyouaround</c:v>
                </c:pt>
                <c:pt idx="9761">
                  <c:v>lovemusicangelbaby1234</c:v>
                </c:pt>
                <c:pt idx="9762">
                  <c:v>lovemeinthepouringrain</c:v>
                </c:pt>
                <c:pt idx="9763">
                  <c:v>love_marissa_allways</c:v>
                </c:pt>
                <c:pt idx="9764">
                  <c:v>lovelywhitechocolate510</c:v>
                </c:pt>
                <c:pt idx="9765">
                  <c:v>LovelySweetFantastic</c:v>
                </c:pt>
                <c:pt idx="9766">
                  <c:v>lovely_samantha_benson</c:v>
                </c:pt>
                <c:pt idx="9767">
                  <c:v>lovelyritametermaid5</c:v>
                </c:pt>
                <c:pt idx="9768">
                  <c:v>lovely_pink_princess</c:v>
                </c:pt>
                <c:pt idx="9769">
                  <c:v>lovelypalmspringshouse</c:v>
                </c:pt>
                <c:pt idx="9770">
                  <c:v>lovely_nessa_hudgens</c:v>
                </c:pt>
                <c:pt idx="9771">
                  <c:v>lovely_miss_elizabeth</c:v>
                </c:pt>
                <c:pt idx="9772">
                  <c:v>lovely_miss_christina</c:v>
                </c:pt>
                <c:pt idx="9773">
                  <c:v>lovelyloyalnettleton</c:v>
                </c:pt>
                <c:pt idx="9774">
                  <c:v>lovely_little_chelsea</c:v>
                </c:pt>
                <c:pt idx="9775">
                  <c:v>lovely_little_blonde</c:v>
                </c:pt>
                <c:pt idx="9776">
                  <c:v>lovelylayoutsandmore</c:v>
                </c:pt>
                <c:pt idx="9777">
                  <c:v>lovelygurlshavemorefun</c:v>
                </c:pt>
                <c:pt idx="9778">
                  <c:v>lovely_diva_princess</c:v>
                </c:pt>
                <c:pt idx="9779">
                  <c:v>lovely_but_dangerous</c:v>
                </c:pt>
                <c:pt idx="9780">
                  <c:v>lovelybrokenvampirekiss</c:v>
                </c:pt>
                <c:pt idx="9781">
                  <c:v>lovelyblackandsexy21</c:v>
                </c:pt>
                <c:pt idx="9782">
                  <c:v>lovelybabygurlprincess</c:v>
                </c:pt>
                <c:pt idx="9783">
                  <c:v>lovelyana_crazygirl_1</c:v>
                </c:pt>
                <c:pt idx="9784">
                  <c:v>love_live_laugh_party</c:v>
                </c:pt>
                <c:pt idx="9785">
                  <c:v>lovelikeelectrocution1111</c:v>
                </c:pt>
                <c:pt idx="9786">
                  <c:v>love_life_surf_smiling</c:v>
                </c:pt>
                <c:pt idx="9787">
                  <c:v>love_life_photography</c:v>
                </c:pt>
                <c:pt idx="9788">
                  <c:v>lovelie_mustangchick</c:v>
                </c:pt>
                <c:pt idx="9789">
                  <c:v>loveless_rocker_4ever</c:v>
                </c:pt>
                <c:pt idx="9790">
                  <c:v>love_laugh_live_party</c:v>
                </c:pt>
                <c:pt idx="9791">
                  <c:v>lovelaughlivelifealways</c:v>
                </c:pt>
                <c:pt idx="9792">
                  <c:v>lovelaughbelievesoar</c:v>
                </c:pt>
                <c:pt idx="9793">
                  <c:v>love_laugh_and_smile</c:v>
                </c:pt>
                <c:pt idx="9794">
                  <c:v>love_laugh_and_dream</c:v>
                </c:pt>
                <c:pt idx="9795">
                  <c:v>love_hope_beauty_death</c:v>
                </c:pt>
                <c:pt idx="9796">
                  <c:v>lovehimalwaysandforever</c:v>
                </c:pt>
                <c:pt idx="9797">
                  <c:v>loveherforever_natalie</c:v>
                </c:pt>
                <c:pt idx="9798">
                  <c:v>loveheartsandglitter</c:v>
                </c:pt>
                <c:pt idx="9799">
                  <c:v>love_hate_everything</c:v>
                </c:pt>
                <c:pt idx="9800">
                  <c:v>lovehatebodypiercing</c:v>
                </c:pt>
                <c:pt idx="9801">
                  <c:v>Love_hate_and_heartbreak</c:v>
                </c:pt>
                <c:pt idx="9802">
                  <c:v>lovefuryenergypassion_101</c:v>
                </c:pt>
                <c:pt idx="9803">
                  <c:v>loveforhighschoolmusical</c:v>
                </c:pt>
                <c:pt idx="9804">
                  <c:v>love_faith_happiness</c:v>
                </c:pt>
                <c:pt idx="9805">
                  <c:v>love_envy_admire_honor</c:v>
                </c:pt>
                <c:pt idx="9806">
                  <c:v>loveelizaweta11092000</c:v>
                </c:pt>
                <c:pt idx="9807">
                  <c:v>lovedrippingwithblood</c:v>
                </c:pt>
                <c:pt idx="9808">
                  <c:v>love_dont_last_4_ever</c:v>
                </c:pt>
                <c:pt idx="9809">
                  <c:v>lovedontcostathing2002</c:v>
                </c:pt>
                <c:pt idx="9810">
                  <c:v>lovedoesntworkthatway</c:v>
                </c:pt>
                <c:pt idx="9811">
                  <c:v>love_doesnt_last_4ever</c:v>
                </c:pt>
                <c:pt idx="9812">
                  <c:v>lovedoesntalwayshurt</c:v>
                </c:pt>
                <c:pt idx="9813">
                  <c:v>love_devotion_surrender</c:v>
                </c:pt>
                <c:pt idx="9814">
                  <c:v>lovecutieangelbeauty</c:v>
                </c:pt>
                <c:pt idx="9815">
                  <c:v>love_comes_softly909</c:v>
                </c:pt>
                <c:pt idx="9816">
                  <c:v>love_can_kill_your_heart</c:v>
                </c:pt>
                <c:pt idx="9817">
                  <c:v>lovebucketofficial05</c:v>
                </c:pt>
                <c:pt idx="9818">
                  <c:v>love_blink_182_forever</c:v>
                </c:pt>
                <c:pt idx="9819">
                  <c:v>love_big_hard_dick_24_7</c:v>
                </c:pt>
                <c:pt idx="9820">
                  <c:v>lovebeautyandphotography</c:v>
                </c:pt>
                <c:pt idx="9821">
                  <c:v>love_angle_music_baby_</c:v>
                </c:pt>
                <c:pt idx="9822">
                  <c:v>loveangelmusichayley</c:v>
                </c:pt>
                <c:pt idx="9823">
                  <c:v>loveangelmusicbabygirl</c:v>
                </c:pt>
                <c:pt idx="9824">
                  <c:v>love_angel_music_baby_</c:v>
                </c:pt>
                <c:pt idx="9825">
                  <c:v>love_angel_music_baby102</c:v>
                </c:pt>
                <c:pt idx="9826">
                  <c:v>love_angel_music_baby01</c:v>
                </c:pt>
                <c:pt idx="9827">
                  <c:v>love_and_pain_are_equal</c:v>
                </c:pt>
                <c:pt idx="9828">
                  <c:v>love_and_hate_collide</c:v>
                </c:pt>
                <c:pt idx="9829">
                  <c:v>loveandhappinessmusic</c:v>
                </c:pt>
                <c:pt idx="9830">
                  <c:v>loveandbasketball_jaybear</c:v>
                </c:pt>
                <c:pt idx="9831">
                  <c:v>Love_and_Basketball11</c:v>
                </c:pt>
                <c:pt idx="9832">
                  <c:v>loveandbasketball_10</c:v>
                </c:pt>
                <c:pt idx="9833">
                  <c:v>lovealways_liveforever</c:v>
                </c:pt>
                <c:pt idx="9834">
                  <c:v>love_always_laugh_often</c:v>
                </c:pt>
                <c:pt idx="9835">
                  <c:v>lovealwaysfailswithhim</c:v>
                </c:pt>
                <c:pt idx="9836">
                  <c:v>lovealwayscomesback_99</c:v>
                </c:pt>
                <c:pt idx="9837">
                  <c:v>lovealltrustfewwrongnone</c:v>
                </c:pt>
                <c:pt idx="9838">
                  <c:v>_love_all_trust_few_</c:v>
                </c:pt>
                <c:pt idx="9839">
                  <c:v>loveaffair_camera_whore</c:v>
                </c:pt>
                <c:pt idx="9840">
                  <c:v>loveactuallyprincess</c:v>
                </c:pt>
                <c:pt idx="9841">
                  <c:v>loveable_til_the_end</c:v>
                </c:pt>
                <c:pt idx="9842">
                  <c:v>loveablesweetdorkymamii</c:v>
                </c:pt>
                <c:pt idx="9843">
                  <c:v>loveable_kissable_nae</c:v>
                </c:pt>
                <c:pt idx="9844">
                  <c:v>loveable_harley_goddess</c:v>
                </c:pt>
                <c:pt idx="9845">
                  <c:v>loveablebrowneyedgurly</c:v>
                </c:pt>
                <c:pt idx="9846">
                  <c:v>loveablebrowneyedbaby</c:v>
                </c:pt>
                <c:pt idx="9847">
                  <c:v>love2lickthepussyyeah</c:v>
                </c:pt>
                <c:pt idx="9848">
                  <c:v>lovablesmalltowngirl</c:v>
                </c:pt>
                <c:pt idx="9849">
                  <c:v>lovable_kissable_woman</c:v>
                </c:pt>
                <c:pt idx="9850">
                  <c:v>lovablebadgirlgoneworse</c:v>
                </c:pt>
                <c:pt idx="9851">
                  <c:v>louisedreamphotography</c:v>
                </c:pt>
                <c:pt idx="9852">
                  <c:v>lost_without_progress</c:v>
                </c:pt>
                <c:pt idx="9853">
                  <c:v>lost_tribe_revolution</c:v>
                </c:pt>
                <c:pt idx="9854">
                  <c:v>lostsoultheotherteam</c:v>
                </c:pt>
                <c:pt idx="9855">
                  <c:v>lostscienceclubhouse</c:v>
                </c:pt>
                <c:pt idx="9856">
                  <c:v>lostmechanicalanimal</c:v>
                </c:pt>
                <c:pt idx="9857">
                  <c:v>lost_lonely_heartbroken</c:v>
                </c:pt>
                <c:pt idx="9858">
                  <c:v>lost_hopeless_romantic</c:v>
                </c:pt>
                <c:pt idx="9859">
                  <c:v>lostforeverandneverfound</c:v>
                </c:pt>
                <c:pt idx="9860">
                  <c:v>lostchildrennetlabel</c:v>
                </c:pt>
                <c:pt idx="9861">
                  <c:v>lostcausetilltuesday</c:v>
                </c:pt>
                <c:pt idx="9862">
                  <c:v>lost_but_not_forsaken</c:v>
                </c:pt>
                <c:pt idx="9863">
                  <c:v>lostbrokenandconfused</c:v>
                </c:pt>
                <c:pt idx="9864">
                  <c:v>lost_boy_incorporation2</c:v>
                </c:pt>
                <c:pt idx="9865">
                  <c:v>lostbodyinnerselfdestroy</c:v>
                </c:pt>
                <c:pt idx="9866">
                  <c:v>lostbetweenheavenandhell</c:v>
                </c:pt>
                <c:pt idx="9867">
                  <c:v>lost_and_lonely_angel</c:v>
                </c:pt>
                <c:pt idx="9868">
                  <c:v>lost_and_lonely_4ever</c:v>
                </c:pt>
                <c:pt idx="9869">
                  <c:v>lost_and_forgotten_love</c:v>
                </c:pt>
                <c:pt idx="9870">
                  <c:v>lost_and_forgotten_3</c:v>
                </c:pt>
                <c:pt idx="9871">
                  <c:v>loser_rockstar92002</c:v>
                </c:pt>
                <c:pt idx="9872">
                  <c:v>loserpaintcontractor</c:v>
                </c:pt>
                <c:pt idx="9873">
                  <c:v>loser_down_the_street</c:v>
                </c:pt>
                <c:pt idx="9874">
                  <c:v>losealmosteverything</c:v>
                </c:pt>
                <c:pt idx="9875">
                  <c:v>lorraineandgravytrainrock</c:v>
                </c:pt>
                <c:pt idx="9876">
                  <c:v>loreal_miss_volleyball_</c:v>
                </c:pt>
                <c:pt idx="9877">
                  <c:v>lordnelsonwhinchester</c:v>
                </c:pt>
                <c:pt idx="9878">
                  <c:v>lordmarshalchristian</c:v>
                </c:pt>
                <c:pt idx="9879">
                  <c:v>lordloverocket5times</c:v>
                </c:pt>
                <c:pt idx="9880">
                  <c:v>lordhighwhatshisname</c:v>
                </c:pt>
                <c:pt idx="9881">
                  <c:v>lordhavehisgrilledcheese</c:v>
                </c:pt>
                <c:pt idx="9882">
                  <c:v>lord_gold_throneroom</c:v>
                </c:pt>
                <c:pt idx="9883">
                  <c:v>lordfreddievalentine</c:v>
                </c:pt>
                <c:pt idx="9884">
                  <c:v>lord_balrog_and_ambrosia</c:v>
                </c:pt>
                <c:pt idx="9885">
                  <c:v>lorainerossphotography</c:v>
                </c:pt>
                <c:pt idx="9886">
                  <c:v>lopez_man_that_turret</c:v>
                </c:pt>
                <c:pt idx="9887">
                  <c:v>lopez_gurl_the_original_1</c:v>
                </c:pt>
                <c:pt idx="9888">
                  <c:v>loosespiritphotography</c:v>
                </c:pt>
                <c:pt idx="9889">
                  <c:v>looseoffthegreygoose</c:v>
                </c:pt>
                <c:pt idx="9890">
                  <c:v>loosecontrolwithlove</c:v>
                </c:pt>
                <c:pt idx="9891">
                  <c:v>looneytoonfromthehood</c:v>
                </c:pt>
                <c:pt idx="9892">
                  <c:v>lookwhatyouvedonetome</c:v>
                </c:pt>
                <c:pt idx="9893">
                  <c:v>look_poor_think_rich</c:v>
                </c:pt>
                <c:pt idx="9894">
                  <c:v>look_outside_tha_box</c:v>
                </c:pt>
                <c:pt idx="9895">
                  <c:v>look_its_savannah_35</c:v>
                </c:pt>
                <c:pt idx="9896">
                  <c:v>look_its_london_tipton</c:v>
                </c:pt>
                <c:pt idx="9897">
                  <c:v>lookinsideyourself21</c:v>
                </c:pt>
                <c:pt idx="9898">
                  <c:v>lookingthroughyourwindow</c:v>
                </c:pt>
                <c:pt idx="9899">
                  <c:v>lookingjustdiscovered</c:v>
                </c:pt>
                <c:pt idx="9900">
                  <c:v>lookingforward2weekend</c:v>
                </c:pt>
                <c:pt idx="9901">
                  <c:v>lookingforprincecharming2</c:v>
                </c:pt>
                <c:pt idx="9902">
                  <c:v>looking_for_paradise</c:v>
                </c:pt>
                <c:pt idx="9903">
                  <c:v>lookingformargaritaville</c:v>
                </c:pt>
                <c:pt idx="9904">
                  <c:v>looking_for_lucky_break</c:v>
                </c:pt>
                <c:pt idx="9905">
                  <c:v>lookingforintegrity2</c:v>
                </c:pt>
                <c:pt idx="9906">
                  <c:v>lookingforfemalesinger</c:v>
                </c:pt>
                <c:pt idx="9907">
                  <c:v>lookingforfemalebassist</c:v>
                </c:pt>
                <c:pt idx="9908">
                  <c:v>lookingforbeautyqueen</c:v>
                </c:pt>
                <c:pt idx="9909">
                  <c:v>lookingforaspecialgirl</c:v>
                </c:pt>
                <c:pt idx="9910">
                  <c:v>lookingforarelationship</c:v>
                </c:pt>
                <c:pt idx="9911">
                  <c:v>lookingforapurplerose</c:v>
                </c:pt>
                <c:pt idx="9912">
                  <c:v>lookingforaphotographer</c:v>
                </c:pt>
                <c:pt idx="9913">
                  <c:v>lookingbutnotwaiting</c:v>
                </c:pt>
                <c:pt idx="9914">
                  <c:v>lookingbeyondtomorrow</c:v>
                </c:pt>
                <c:pt idx="9915">
                  <c:v>lookfromlondonhosiery</c:v>
                </c:pt>
                <c:pt idx="9916">
                  <c:v>look_deep_into_the_parker</c:v>
                </c:pt>
                <c:pt idx="9917">
                  <c:v>lookbutdonttouch8800</c:v>
                </c:pt>
                <c:pt idx="9918">
                  <c:v>look_but_dont_touch07</c:v>
                </c:pt>
                <c:pt idx="9919">
                  <c:v>look_beyond_the_mask</c:v>
                </c:pt>
                <c:pt idx="9920">
                  <c:v>lookbetternakedparty</c:v>
                </c:pt>
                <c:pt idx="9921">
                  <c:v>lookbeforeyouleapkeep</c:v>
                </c:pt>
                <c:pt idx="9922">
                  <c:v>lonnie_followyourheart</c:v>
                </c:pt>
                <c:pt idx="9923">
                  <c:v>lonniefisherforpresident</c:v>
                </c:pt>
                <c:pt idx="9924">
                  <c:v>longwalksonthebeach9</c:v>
                </c:pt>
                <c:pt idx="9925">
                  <c:v>long_term_memory_loss</c:v>
                </c:pt>
                <c:pt idx="9926">
                  <c:v>longroadforashortcut0</c:v>
                </c:pt>
                <c:pt idx="9927">
                  <c:v>longmoneyheavyweight</c:v>
                </c:pt>
                <c:pt idx="9928">
                  <c:v>longlivethelivingend</c:v>
                </c:pt>
                <c:pt idx="9929">
                  <c:v>long_live_donnie_the_pimp</c:v>
                </c:pt>
                <c:pt idx="9930">
                  <c:v>longlastingconfusion</c:v>
                </c:pt>
                <c:pt idx="9931">
                  <c:v>longitudeandlatitude</c:v>
                </c:pt>
                <c:pt idx="9932">
                  <c:v>longislandverbalassaultsquad</c:v>
                </c:pt>
                <c:pt idx="9933">
                  <c:v>longislandphotography</c:v>
                </c:pt>
                <c:pt idx="9934">
                  <c:v>longislandblueswarehouse</c:v>
                </c:pt>
                <c:pt idx="9935">
                  <c:v>longing_for_your_touch</c:v>
                </c:pt>
                <c:pt idx="9936">
                  <c:v>longingforahappyheart</c:v>
                </c:pt>
                <c:pt idx="9937">
                  <c:v>longhornsareannoying</c:v>
                </c:pt>
                <c:pt idx="9938">
                  <c:v>longhorn_freak_4_life</c:v>
                </c:pt>
                <c:pt idx="9939">
                  <c:v>longhornfootballplaya10</c:v>
                </c:pt>
                <c:pt idx="9940">
                  <c:v>longhorn_fan_for_life</c:v>
                </c:pt>
                <c:pt idx="9941">
                  <c:v>longhorn_cutie_4ever</c:v>
                </c:pt>
                <c:pt idx="9942">
                  <c:v>longhair_countryboy3</c:v>
                </c:pt>
                <c:pt idx="9943">
                  <c:v>longcoolwomanblackdress</c:v>
                </c:pt>
                <c:pt idx="9944">
                  <c:v>longboyentertainment</c:v>
                </c:pt>
                <c:pt idx="9945">
                  <c:v>longboardingchristian89</c:v>
                </c:pt>
                <c:pt idx="9946">
                  <c:v>longbeachindoorpercussion</c:v>
                </c:pt>
                <c:pt idx="9947">
                  <c:v>long_beach_huntington</c:v>
                </c:pt>
                <c:pt idx="9948">
                  <c:v>longbeachhighschoolband</c:v>
                </c:pt>
                <c:pt idx="9949">
                  <c:v>longbeachdrinkingclub</c:v>
                </c:pt>
                <c:pt idx="9950">
                  <c:v>lonewolfbobbyoriginal</c:v>
                </c:pt>
                <c:pt idx="9951">
                  <c:v>lonesometravelerbluegrassband</c:v>
                </c:pt>
                <c:pt idx="9952">
                  <c:v>lonesomestandardtime</c:v>
                </c:pt>
                <c:pt idx="9953">
                  <c:v>lone_pine_landscaping</c:v>
                </c:pt>
                <c:pt idx="9954">
                  <c:v>lonely_suicidal_gurl</c:v>
                </c:pt>
                <c:pt idx="9955">
                  <c:v>lonelymalesocialworker</c:v>
                </c:pt>
                <c:pt idx="9956">
                  <c:v>lonely_lady_joker93</c:v>
                </c:pt>
                <c:pt idx="9957">
                  <c:v>lonely_heart_calling</c:v>
                </c:pt>
                <c:pt idx="9958">
                  <c:v>lonelydaycheerfulnight</c:v>
                </c:pt>
                <c:pt idx="9959">
                  <c:v>lonelybitchdamnright</c:v>
                </c:pt>
                <c:pt idx="9960">
                  <c:v>lonely_and_invisible</c:v>
                </c:pt>
                <c:pt idx="9961">
                  <c:v>lonely_and_heartbroken</c:v>
                </c:pt>
                <c:pt idx="9962">
                  <c:v>lonely_and_empty_inside</c:v>
                </c:pt>
                <c:pt idx="9963">
                  <c:v>londonphilharmonicchoir</c:v>
                </c:pt>
                <c:pt idx="9964">
                  <c:v>londonmusicphotography</c:v>
                </c:pt>
                <c:pt idx="9965">
                  <c:v>london.mentaldisorder</c:v>
                </c:pt>
                <c:pt idx="9966">
                  <c:v>lolly_lollipop_laura</c:v>
                </c:pt>
                <c:pt idx="9967">
                  <c:v>lolly_aka_lildreamer</c:v>
                </c:pt>
                <c:pt idx="9968">
                  <c:v>lollipopandpeppermint</c:v>
                </c:pt>
                <c:pt idx="9969">
                  <c:v>lolita_slut_ass_bitch</c:v>
                </c:pt>
                <c:pt idx="9970">
                  <c:v>lola_the_attack_parrot</c:v>
                </c:pt>
                <c:pt idx="9971">
                  <c:v>lolababe_personalaccount</c:v>
                </c:pt>
                <c:pt idx="9972">
                  <c:v>lois_shall_die_painfully</c:v>
                </c:pt>
                <c:pt idx="9973">
                  <c:v>logicandtheilluminati</c:v>
                </c:pt>
                <c:pt idx="9974">
                  <c:v>Logan_the_bone_mangler</c:v>
                </c:pt>
                <c:pt idx="9975">
                  <c:v>loganrogersvilledrumline</c:v>
                </c:pt>
                <c:pt idx="9976">
                  <c:v>loganknightphotography</c:v>
                </c:pt>
                <c:pt idx="9977">
                  <c:v>logandoesgainesville</c:v>
                </c:pt>
                <c:pt idx="9978">
                  <c:v>locophotophotography</c:v>
                </c:pt>
                <c:pt idx="9979">
                  <c:v>lockstockfascination</c:v>
                </c:pt>
                <c:pt idx="9980">
                  <c:v>lockhartstadiumjune25</c:v>
                </c:pt>
                <c:pt idx="9981">
                  <c:v>lockandloadpresident</c:v>
                </c:pt>
                <c:pt idx="9982">
                  <c:v>lochnessiethemonster</c:v>
                </c:pt>
                <c:pt idx="9983">
                  <c:v>localundergroundbeat</c:v>
                </c:pt>
                <c:pt idx="9984">
                  <c:v>localskatingandcoolstuff</c:v>
                </c:pt>
                <c:pt idx="9985">
                  <c:v>_local_music_support_</c:v>
                </c:pt>
                <c:pt idx="9986">
                  <c:v>locallybonedandbangerated</c:v>
                </c:pt>
                <c:pt idx="9987">
                  <c:v>local_islandgirl_808</c:v>
                </c:pt>
                <c:pt idx="9988">
                  <c:v>localcontractorsearch</c:v>
                </c:pt>
                <c:pt idx="9989">
                  <c:v>localcolorartistnetwork</c:v>
                </c:pt>
                <c:pt idx="9990">
                  <c:v>local313andpanicnightlife</c:v>
                </c:pt>
                <c:pt idx="9991">
                  <c:v>lobsterkittybiteshard</c:v>
                </c:pt>
                <c:pt idx="9992">
                  <c:v>loading123pleasewait</c:v>
                </c:pt>
                <c:pt idx="9993">
                  <c:v>loadedgoatsacramento</c:v>
                </c:pt>
                <c:pt idx="9994">
                  <c:v>loadedchamberorchestra</c:v>
                </c:pt>
                <c:pt idx="9995">
                  <c:v>llamaworlddomination</c:v>
                </c:pt>
                <c:pt idx="9996">
                  <c:v>lizwiththepurplehair</c:v>
                </c:pt>
                <c:pt idx="9997">
                  <c:v>lizsolomonimaginarygirl</c:v>
                </c:pt>
                <c:pt idx="9998">
                  <c:v>lizloveswill_1-18-2008</c:v>
                </c:pt>
              </c:strCache>
            </c:strRef>
          </c:cat>
          <c:val>
            <c:numRef>
              <c:f>Sheet1!$B$2:$B$10000</c:f>
              <c:numCache>
                <c:formatCode>General</c:formatCode>
                <c:ptCount val="9999"/>
                <c:pt idx="0">
                  <c:v>0.4146</c:v>
                </c:pt>
                <c:pt idx="1">
                  <c:v>0.1398</c:v>
                </c:pt>
                <c:pt idx="2">
                  <c:v>0.1366</c:v>
                </c:pt>
                <c:pt idx="3">
                  <c:v>0.1318</c:v>
                </c:pt>
                <c:pt idx="4">
                  <c:v>0.1109</c:v>
                </c:pt>
                <c:pt idx="5">
                  <c:v>0.1012</c:v>
                </c:pt>
                <c:pt idx="6">
                  <c:v>0.0948</c:v>
                </c:pt>
                <c:pt idx="7">
                  <c:v>0.0932</c:v>
                </c:pt>
                <c:pt idx="8">
                  <c:v>0.0836</c:v>
                </c:pt>
                <c:pt idx="9">
                  <c:v>0.0819</c:v>
                </c:pt>
                <c:pt idx="10">
                  <c:v>0.0819</c:v>
                </c:pt>
                <c:pt idx="11">
                  <c:v>0.0787</c:v>
                </c:pt>
                <c:pt idx="12">
                  <c:v>0.0771</c:v>
                </c:pt>
                <c:pt idx="13">
                  <c:v>0.0707</c:v>
                </c:pt>
                <c:pt idx="14">
                  <c:v>0.0707</c:v>
                </c:pt>
                <c:pt idx="15">
                  <c:v>0.0707</c:v>
                </c:pt>
                <c:pt idx="16">
                  <c:v>0.0611</c:v>
                </c:pt>
                <c:pt idx="17">
                  <c:v>0.0595</c:v>
                </c:pt>
                <c:pt idx="18">
                  <c:v>0.053</c:v>
                </c:pt>
                <c:pt idx="19">
                  <c:v>0.053</c:v>
                </c:pt>
                <c:pt idx="20">
                  <c:v>0.0514</c:v>
                </c:pt>
                <c:pt idx="21">
                  <c:v>0.0466</c:v>
                </c:pt>
                <c:pt idx="22">
                  <c:v>0.0466</c:v>
                </c:pt>
                <c:pt idx="23">
                  <c:v>0.0434</c:v>
                </c:pt>
                <c:pt idx="24">
                  <c:v>0.0386</c:v>
                </c:pt>
                <c:pt idx="25">
                  <c:v>0.037</c:v>
                </c:pt>
                <c:pt idx="26">
                  <c:v>0.0337</c:v>
                </c:pt>
                <c:pt idx="27">
                  <c:v>0.0321</c:v>
                </c:pt>
                <c:pt idx="28">
                  <c:v>0.0321</c:v>
                </c:pt>
                <c:pt idx="29">
                  <c:v>0.0321</c:v>
                </c:pt>
                <c:pt idx="30">
                  <c:v>0.0321</c:v>
                </c:pt>
                <c:pt idx="31">
                  <c:v>0.0305</c:v>
                </c:pt>
                <c:pt idx="32">
                  <c:v>0.0305</c:v>
                </c:pt>
                <c:pt idx="33">
                  <c:v>0.0305</c:v>
                </c:pt>
                <c:pt idx="34">
                  <c:v>0.0273</c:v>
                </c:pt>
                <c:pt idx="35">
                  <c:v>0.0273</c:v>
                </c:pt>
                <c:pt idx="36">
                  <c:v>0.0273</c:v>
                </c:pt>
                <c:pt idx="37">
                  <c:v>0.0273</c:v>
                </c:pt>
                <c:pt idx="38">
                  <c:v>0.0257</c:v>
                </c:pt>
                <c:pt idx="39">
                  <c:v>0.0257</c:v>
                </c:pt>
                <c:pt idx="40">
                  <c:v>0.0257</c:v>
                </c:pt>
                <c:pt idx="41">
                  <c:v>0.0257</c:v>
                </c:pt>
                <c:pt idx="42">
                  <c:v>0.0257</c:v>
                </c:pt>
                <c:pt idx="43">
                  <c:v>0.0241</c:v>
                </c:pt>
                <c:pt idx="44">
                  <c:v>0.0241</c:v>
                </c:pt>
                <c:pt idx="45">
                  <c:v>0.0225</c:v>
                </c:pt>
                <c:pt idx="46">
                  <c:v>0.0225</c:v>
                </c:pt>
                <c:pt idx="47">
                  <c:v>0.0225</c:v>
                </c:pt>
                <c:pt idx="48">
                  <c:v>0.0225</c:v>
                </c:pt>
                <c:pt idx="49">
                  <c:v>0.0225</c:v>
                </c:pt>
                <c:pt idx="50">
                  <c:v>0.0225</c:v>
                </c:pt>
                <c:pt idx="51">
                  <c:v>0.0209</c:v>
                </c:pt>
                <c:pt idx="52">
                  <c:v>0.0209</c:v>
                </c:pt>
                <c:pt idx="53">
                  <c:v>0.0209</c:v>
                </c:pt>
                <c:pt idx="54">
                  <c:v>0.0209</c:v>
                </c:pt>
                <c:pt idx="55">
                  <c:v>0.0209</c:v>
                </c:pt>
                <c:pt idx="56">
                  <c:v>0.0209</c:v>
                </c:pt>
                <c:pt idx="57">
                  <c:v>0.0209</c:v>
                </c:pt>
                <c:pt idx="58">
                  <c:v>0.0209</c:v>
                </c:pt>
                <c:pt idx="59">
                  <c:v>0.0209</c:v>
                </c:pt>
                <c:pt idx="60">
                  <c:v>0.0209</c:v>
                </c:pt>
                <c:pt idx="61">
                  <c:v>0.0193</c:v>
                </c:pt>
                <c:pt idx="62">
                  <c:v>0.0193</c:v>
                </c:pt>
                <c:pt idx="63">
                  <c:v>0.0193</c:v>
                </c:pt>
                <c:pt idx="64">
                  <c:v>0.0193</c:v>
                </c:pt>
                <c:pt idx="65">
                  <c:v>0.0193</c:v>
                </c:pt>
                <c:pt idx="66">
                  <c:v>0.0193</c:v>
                </c:pt>
                <c:pt idx="67">
                  <c:v>0.0193</c:v>
                </c:pt>
                <c:pt idx="68">
                  <c:v>0.0193</c:v>
                </c:pt>
                <c:pt idx="69">
                  <c:v>0.0193</c:v>
                </c:pt>
                <c:pt idx="70">
                  <c:v>0.0193</c:v>
                </c:pt>
                <c:pt idx="71">
                  <c:v>0.0177</c:v>
                </c:pt>
                <c:pt idx="72">
                  <c:v>0.0177</c:v>
                </c:pt>
                <c:pt idx="73">
                  <c:v>0.0177</c:v>
                </c:pt>
                <c:pt idx="74">
                  <c:v>0.0177</c:v>
                </c:pt>
                <c:pt idx="75">
                  <c:v>0.0177</c:v>
                </c:pt>
                <c:pt idx="76">
                  <c:v>0.0177</c:v>
                </c:pt>
                <c:pt idx="77">
                  <c:v>0.0177</c:v>
                </c:pt>
                <c:pt idx="78">
                  <c:v>0.0177</c:v>
                </c:pt>
                <c:pt idx="79">
                  <c:v>0.0177</c:v>
                </c:pt>
                <c:pt idx="80">
                  <c:v>0.0161</c:v>
                </c:pt>
                <c:pt idx="81">
                  <c:v>0.0161</c:v>
                </c:pt>
                <c:pt idx="82">
                  <c:v>0.0161</c:v>
                </c:pt>
                <c:pt idx="83">
                  <c:v>0.0161</c:v>
                </c:pt>
                <c:pt idx="84">
                  <c:v>0.0161</c:v>
                </c:pt>
                <c:pt idx="85">
                  <c:v>0.0161</c:v>
                </c:pt>
                <c:pt idx="86">
                  <c:v>0.0161</c:v>
                </c:pt>
                <c:pt idx="87">
                  <c:v>0.0161</c:v>
                </c:pt>
                <c:pt idx="88">
                  <c:v>0.0161</c:v>
                </c:pt>
                <c:pt idx="89">
                  <c:v>0.0145</c:v>
                </c:pt>
                <c:pt idx="90">
                  <c:v>0.0145</c:v>
                </c:pt>
                <c:pt idx="91">
                  <c:v>0.0145</c:v>
                </c:pt>
                <c:pt idx="92">
                  <c:v>0.0145</c:v>
                </c:pt>
                <c:pt idx="93">
                  <c:v>0.0145</c:v>
                </c:pt>
                <c:pt idx="94">
                  <c:v>0.0145</c:v>
                </c:pt>
                <c:pt idx="95">
                  <c:v>0.0145</c:v>
                </c:pt>
                <c:pt idx="96">
                  <c:v>0.0145</c:v>
                </c:pt>
                <c:pt idx="97">
                  <c:v>0.0145</c:v>
                </c:pt>
                <c:pt idx="98">
                  <c:v>0.0145</c:v>
                </c:pt>
                <c:pt idx="99">
                  <c:v>0.0145</c:v>
                </c:pt>
                <c:pt idx="100">
                  <c:v>0.0145</c:v>
                </c:pt>
                <c:pt idx="101">
                  <c:v>0.0145</c:v>
                </c:pt>
                <c:pt idx="102">
                  <c:v>0.0145</c:v>
                </c:pt>
                <c:pt idx="103">
                  <c:v>0.0145</c:v>
                </c:pt>
                <c:pt idx="104">
                  <c:v>0.0145</c:v>
                </c:pt>
                <c:pt idx="105">
                  <c:v>0.0145</c:v>
                </c:pt>
                <c:pt idx="106">
                  <c:v>0.0145</c:v>
                </c:pt>
                <c:pt idx="107">
                  <c:v>0.0145</c:v>
                </c:pt>
                <c:pt idx="108">
                  <c:v>0.0145</c:v>
                </c:pt>
                <c:pt idx="109">
                  <c:v>0.0145</c:v>
                </c:pt>
                <c:pt idx="110">
                  <c:v>0.0145</c:v>
                </c:pt>
                <c:pt idx="111">
                  <c:v>0.0145</c:v>
                </c:pt>
                <c:pt idx="112">
                  <c:v>0.0145</c:v>
                </c:pt>
                <c:pt idx="113">
                  <c:v>0.0145</c:v>
                </c:pt>
                <c:pt idx="114">
                  <c:v>0.0145</c:v>
                </c:pt>
                <c:pt idx="115">
                  <c:v>0.0145</c:v>
                </c:pt>
                <c:pt idx="116">
                  <c:v>0.0145</c:v>
                </c:pt>
                <c:pt idx="117">
                  <c:v>0.0145</c:v>
                </c:pt>
                <c:pt idx="118">
                  <c:v>0.0145</c:v>
                </c:pt>
                <c:pt idx="119">
                  <c:v>0.0145</c:v>
                </c:pt>
                <c:pt idx="120">
                  <c:v>0.0145</c:v>
                </c:pt>
                <c:pt idx="121">
                  <c:v>0.0145</c:v>
                </c:pt>
                <c:pt idx="122">
                  <c:v>0.0145</c:v>
                </c:pt>
                <c:pt idx="123">
                  <c:v>0.0145</c:v>
                </c:pt>
                <c:pt idx="124">
                  <c:v>0.0145</c:v>
                </c:pt>
                <c:pt idx="125">
                  <c:v>0.0145</c:v>
                </c:pt>
                <c:pt idx="126">
                  <c:v>0.0145</c:v>
                </c:pt>
                <c:pt idx="127">
                  <c:v>0.0145</c:v>
                </c:pt>
                <c:pt idx="128">
                  <c:v>0.0145</c:v>
                </c:pt>
                <c:pt idx="129">
                  <c:v>0.0145</c:v>
                </c:pt>
                <c:pt idx="130">
                  <c:v>0.0129</c:v>
                </c:pt>
                <c:pt idx="131">
                  <c:v>0.0129</c:v>
                </c:pt>
                <c:pt idx="132">
                  <c:v>0.0129</c:v>
                </c:pt>
                <c:pt idx="133">
                  <c:v>0.0129</c:v>
                </c:pt>
                <c:pt idx="134">
                  <c:v>0.0129</c:v>
                </c:pt>
                <c:pt idx="135">
                  <c:v>0.0129</c:v>
                </c:pt>
                <c:pt idx="136">
                  <c:v>0.0129</c:v>
                </c:pt>
                <c:pt idx="137">
                  <c:v>0.0129</c:v>
                </c:pt>
                <c:pt idx="138">
                  <c:v>0.0129</c:v>
                </c:pt>
                <c:pt idx="139">
                  <c:v>0.0129</c:v>
                </c:pt>
                <c:pt idx="140">
                  <c:v>0.0129</c:v>
                </c:pt>
                <c:pt idx="141">
                  <c:v>0.0129</c:v>
                </c:pt>
                <c:pt idx="142">
                  <c:v>0.0129</c:v>
                </c:pt>
                <c:pt idx="143">
                  <c:v>0.0129</c:v>
                </c:pt>
                <c:pt idx="144">
                  <c:v>0.0129</c:v>
                </c:pt>
                <c:pt idx="145">
                  <c:v>0.0129</c:v>
                </c:pt>
                <c:pt idx="146">
                  <c:v>0.0129</c:v>
                </c:pt>
                <c:pt idx="147">
                  <c:v>0.0129</c:v>
                </c:pt>
                <c:pt idx="148">
                  <c:v>0.0129</c:v>
                </c:pt>
                <c:pt idx="149">
                  <c:v>0.0129</c:v>
                </c:pt>
                <c:pt idx="150">
                  <c:v>0.0129</c:v>
                </c:pt>
                <c:pt idx="151">
                  <c:v>0.0129</c:v>
                </c:pt>
                <c:pt idx="152">
                  <c:v>0.0129</c:v>
                </c:pt>
                <c:pt idx="153">
                  <c:v>0.0129</c:v>
                </c:pt>
                <c:pt idx="154">
                  <c:v>0.0129</c:v>
                </c:pt>
                <c:pt idx="155">
                  <c:v>0.0129</c:v>
                </c:pt>
                <c:pt idx="156">
                  <c:v>0.0129</c:v>
                </c:pt>
                <c:pt idx="157">
                  <c:v>0.0129</c:v>
                </c:pt>
                <c:pt idx="158">
                  <c:v>0.0129</c:v>
                </c:pt>
                <c:pt idx="159">
                  <c:v>0.0129</c:v>
                </c:pt>
                <c:pt idx="160">
                  <c:v>0.0129</c:v>
                </c:pt>
                <c:pt idx="161">
                  <c:v>0.0129</c:v>
                </c:pt>
                <c:pt idx="162">
                  <c:v>0.0129</c:v>
                </c:pt>
                <c:pt idx="163">
                  <c:v>0.0129</c:v>
                </c:pt>
                <c:pt idx="164">
                  <c:v>0.0129</c:v>
                </c:pt>
                <c:pt idx="165">
                  <c:v>0.0129</c:v>
                </c:pt>
                <c:pt idx="166">
                  <c:v>0.0129</c:v>
                </c:pt>
                <c:pt idx="167">
                  <c:v>0.0129</c:v>
                </c:pt>
                <c:pt idx="168">
                  <c:v>0.0129</c:v>
                </c:pt>
                <c:pt idx="169">
                  <c:v>0.0129</c:v>
                </c:pt>
                <c:pt idx="170">
                  <c:v>0.0129</c:v>
                </c:pt>
                <c:pt idx="171">
                  <c:v>0.0129</c:v>
                </c:pt>
                <c:pt idx="172">
                  <c:v>0.0129</c:v>
                </c:pt>
                <c:pt idx="173">
                  <c:v>0.0129</c:v>
                </c:pt>
                <c:pt idx="174">
                  <c:v>0.0129</c:v>
                </c:pt>
                <c:pt idx="175">
                  <c:v>0.0129</c:v>
                </c:pt>
                <c:pt idx="176">
                  <c:v>0.0129</c:v>
                </c:pt>
                <c:pt idx="177">
                  <c:v>0.0129</c:v>
                </c:pt>
                <c:pt idx="178">
                  <c:v>0.0129</c:v>
                </c:pt>
                <c:pt idx="179">
                  <c:v>0.0129</c:v>
                </c:pt>
                <c:pt idx="180">
                  <c:v>0.0129</c:v>
                </c:pt>
                <c:pt idx="181">
                  <c:v>0.0129</c:v>
                </c:pt>
                <c:pt idx="182">
                  <c:v>0.0129</c:v>
                </c:pt>
                <c:pt idx="183">
                  <c:v>0.0129</c:v>
                </c:pt>
                <c:pt idx="184">
                  <c:v>0.0129</c:v>
                </c:pt>
                <c:pt idx="185">
                  <c:v>0.0129</c:v>
                </c:pt>
                <c:pt idx="186">
                  <c:v>0.0129</c:v>
                </c:pt>
                <c:pt idx="187">
                  <c:v>0.0129</c:v>
                </c:pt>
                <c:pt idx="188">
                  <c:v>0.0129</c:v>
                </c:pt>
                <c:pt idx="189">
                  <c:v>0.0129</c:v>
                </c:pt>
                <c:pt idx="190">
                  <c:v>0.0129</c:v>
                </c:pt>
                <c:pt idx="191">
                  <c:v>0.0129</c:v>
                </c:pt>
                <c:pt idx="192">
                  <c:v>0.0129</c:v>
                </c:pt>
                <c:pt idx="193">
                  <c:v>0.0129</c:v>
                </c:pt>
                <c:pt idx="194">
                  <c:v>0.0129</c:v>
                </c:pt>
                <c:pt idx="195">
                  <c:v>0.0129</c:v>
                </c:pt>
                <c:pt idx="196">
                  <c:v>0.0129</c:v>
                </c:pt>
                <c:pt idx="197">
                  <c:v>0.0129</c:v>
                </c:pt>
                <c:pt idx="198">
                  <c:v>0.0129</c:v>
                </c:pt>
                <c:pt idx="199">
                  <c:v>0.0129</c:v>
                </c:pt>
                <c:pt idx="200">
                  <c:v>0.0129</c:v>
                </c:pt>
                <c:pt idx="201">
                  <c:v>0.0129</c:v>
                </c:pt>
                <c:pt idx="202">
                  <c:v>0.0129</c:v>
                </c:pt>
                <c:pt idx="203">
                  <c:v>0.0129</c:v>
                </c:pt>
                <c:pt idx="204">
                  <c:v>0.0129</c:v>
                </c:pt>
                <c:pt idx="205">
                  <c:v>0.0129</c:v>
                </c:pt>
                <c:pt idx="206">
                  <c:v>0.0129</c:v>
                </c:pt>
                <c:pt idx="207">
                  <c:v>0.0129</c:v>
                </c:pt>
                <c:pt idx="208">
                  <c:v>0.0129</c:v>
                </c:pt>
                <c:pt idx="209">
                  <c:v>0.0129</c:v>
                </c:pt>
                <c:pt idx="210">
                  <c:v>0.0129</c:v>
                </c:pt>
                <c:pt idx="211">
                  <c:v>0.0129</c:v>
                </c:pt>
                <c:pt idx="212">
                  <c:v>0.0129</c:v>
                </c:pt>
                <c:pt idx="213">
                  <c:v>0.0129</c:v>
                </c:pt>
                <c:pt idx="214">
                  <c:v>0.0129</c:v>
                </c:pt>
                <c:pt idx="215">
                  <c:v>0.0129</c:v>
                </c:pt>
                <c:pt idx="216">
                  <c:v>0.0129</c:v>
                </c:pt>
                <c:pt idx="217">
                  <c:v>0.0112</c:v>
                </c:pt>
                <c:pt idx="218">
                  <c:v>0.0112</c:v>
                </c:pt>
                <c:pt idx="219">
                  <c:v>0.0112</c:v>
                </c:pt>
                <c:pt idx="220">
                  <c:v>0.0112</c:v>
                </c:pt>
                <c:pt idx="221">
                  <c:v>0.0112</c:v>
                </c:pt>
                <c:pt idx="222">
                  <c:v>0.0112</c:v>
                </c:pt>
                <c:pt idx="223">
                  <c:v>0.0112</c:v>
                </c:pt>
                <c:pt idx="224">
                  <c:v>0.0112</c:v>
                </c:pt>
                <c:pt idx="225">
                  <c:v>0.0112</c:v>
                </c:pt>
                <c:pt idx="226">
                  <c:v>0.0112</c:v>
                </c:pt>
                <c:pt idx="227">
                  <c:v>0.0112</c:v>
                </c:pt>
                <c:pt idx="228">
                  <c:v>0.0112</c:v>
                </c:pt>
                <c:pt idx="229">
                  <c:v>0.0112</c:v>
                </c:pt>
                <c:pt idx="230">
                  <c:v>0.0112</c:v>
                </c:pt>
                <c:pt idx="231">
                  <c:v>0.0112</c:v>
                </c:pt>
                <c:pt idx="232">
                  <c:v>0.0112</c:v>
                </c:pt>
                <c:pt idx="233">
                  <c:v>0.0112</c:v>
                </c:pt>
                <c:pt idx="234">
                  <c:v>0.0112</c:v>
                </c:pt>
                <c:pt idx="235">
                  <c:v>0.0112</c:v>
                </c:pt>
                <c:pt idx="236">
                  <c:v>0.0112</c:v>
                </c:pt>
                <c:pt idx="237">
                  <c:v>0.0112</c:v>
                </c:pt>
                <c:pt idx="238">
                  <c:v>0.0112</c:v>
                </c:pt>
                <c:pt idx="239">
                  <c:v>0.0112</c:v>
                </c:pt>
                <c:pt idx="240">
                  <c:v>0.0112</c:v>
                </c:pt>
                <c:pt idx="241">
                  <c:v>0.0112</c:v>
                </c:pt>
                <c:pt idx="242">
                  <c:v>0.0112</c:v>
                </c:pt>
                <c:pt idx="243">
                  <c:v>0.0112</c:v>
                </c:pt>
                <c:pt idx="244">
                  <c:v>0.0112</c:v>
                </c:pt>
                <c:pt idx="245">
                  <c:v>0.0112</c:v>
                </c:pt>
                <c:pt idx="246">
                  <c:v>0.0112</c:v>
                </c:pt>
                <c:pt idx="247">
                  <c:v>0.0112</c:v>
                </c:pt>
                <c:pt idx="248">
                  <c:v>0.0112</c:v>
                </c:pt>
                <c:pt idx="249">
                  <c:v>0.0112</c:v>
                </c:pt>
                <c:pt idx="250">
                  <c:v>0.0112</c:v>
                </c:pt>
                <c:pt idx="251">
                  <c:v>0.0112</c:v>
                </c:pt>
                <c:pt idx="252">
                  <c:v>0.0112</c:v>
                </c:pt>
                <c:pt idx="253">
                  <c:v>0.0112</c:v>
                </c:pt>
                <c:pt idx="254">
                  <c:v>0.0112</c:v>
                </c:pt>
                <c:pt idx="255">
                  <c:v>0.0112</c:v>
                </c:pt>
                <c:pt idx="256">
                  <c:v>0.0112</c:v>
                </c:pt>
                <c:pt idx="257">
                  <c:v>0.0112</c:v>
                </c:pt>
                <c:pt idx="258">
                  <c:v>0.0112</c:v>
                </c:pt>
                <c:pt idx="259">
                  <c:v>0.0112</c:v>
                </c:pt>
                <c:pt idx="260">
                  <c:v>0.0112</c:v>
                </c:pt>
                <c:pt idx="261">
                  <c:v>0.0112</c:v>
                </c:pt>
                <c:pt idx="262">
                  <c:v>0.0112</c:v>
                </c:pt>
                <c:pt idx="263">
                  <c:v>0.0112</c:v>
                </c:pt>
                <c:pt idx="264">
                  <c:v>0.0112</c:v>
                </c:pt>
                <c:pt idx="265">
                  <c:v>0.0112</c:v>
                </c:pt>
                <c:pt idx="266">
                  <c:v>0.0112</c:v>
                </c:pt>
                <c:pt idx="267">
                  <c:v>0.0112</c:v>
                </c:pt>
                <c:pt idx="268">
                  <c:v>0.0112</c:v>
                </c:pt>
                <c:pt idx="269">
                  <c:v>0.0112</c:v>
                </c:pt>
                <c:pt idx="270">
                  <c:v>0.0112</c:v>
                </c:pt>
                <c:pt idx="271">
                  <c:v>0.0112</c:v>
                </c:pt>
                <c:pt idx="272">
                  <c:v>0.0112</c:v>
                </c:pt>
                <c:pt idx="273">
                  <c:v>0.0112</c:v>
                </c:pt>
                <c:pt idx="274">
                  <c:v>0.0112</c:v>
                </c:pt>
                <c:pt idx="275">
                  <c:v>0.0112</c:v>
                </c:pt>
                <c:pt idx="276">
                  <c:v>0.0112</c:v>
                </c:pt>
                <c:pt idx="277">
                  <c:v>0.0112</c:v>
                </c:pt>
                <c:pt idx="278">
                  <c:v>0.0112</c:v>
                </c:pt>
                <c:pt idx="279">
                  <c:v>0.0112</c:v>
                </c:pt>
                <c:pt idx="280">
                  <c:v>0.0112</c:v>
                </c:pt>
                <c:pt idx="281">
                  <c:v>0.0112</c:v>
                </c:pt>
                <c:pt idx="282">
                  <c:v>0.0112</c:v>
                </c:pt>
                <c:pt idx="283">
                  <c:v>0.0112</c:v>
                </c:pt>
                <c:pt idx="284">
                  <c:v>0.0112</c:v>
                </c:pt>
                <c:pt idx="285">
                  <c:v>0.0112</c:v>
                </c:pt>
                <c:pt idx="286">
                  <c:v>0.0112</c:v>
                </c:pt>
                <c:pt idx="287">
                  <c:v>0.0112</c:v>
                </c:pt>
                <c:pt idx="288">
                  <c:v>0.0112</c:v>
                </c:pt>
                <c:pt idx="289">
                  <c:v>0.0112</c:v>
                </c:pt>
                <c:pt idx="290">
                  <c:v>0.0112</c:v>
                </c:pt>
                <c:pt idx="291">
                  <c:v>0.0112</c:v>
                </c:pt>
                <c:pt idx="292">
                  <c:v>0.0112</c:v>
                </c:pt>
                <c:pt idx="293">
                  <c:v>0.0112</c:v>
                </c:pt>
                <c:pt idx="294">
                  <c:v>0.0112</c:v>
                </c:pt>
                <c:pt idx="295">
                  <c:v>0.0112</c:v>
                </c:pt>
                <c:pt idx="296">
                  <c:v>0.0112</c:v>
                </c:pt>
                <c:pt idx="297">
                  <c:v>0.0112</c:v>
                </c:pt>
                <c:pt idx="298">
                  <c:v>0.0112</c:v>
                </c:pt>
                <c:pt idx="299">
                  <c:v>0.0112</c:v>
                </c:pt>
                <c:pt idx="300">
                  <c:v>0.0112</c:v>
                </c:pt>
                <c:pt idx="301">
                  <c:v>0.0112</c:v>
                </c:pt>
                <c:pt idx="302">
                  <c:v>0.0112</c:v>
                </c:pt>
                <c:pt idx="303">
                  <c:v>0.0112</c:v>
                </c:pt>
                <c:pt idx="304">
                  <c:v>0.0112</c:v>
                </c:pt>
                <c:pt idx="305">
                  <c:v>0.0112</c:v>
                </c:pt>
                <c:pt idx="306">
                  <c:v>0.0112</c:v>
                </c:pt>
                <c:pt idx="307">
                  <c:v>0.0112</c:v>
                </c:pt>
                <c:pt idx="308">
                  <c:v>0.0112</c:v>
                </c:pt>
                <c:pt idx="309">
                  <c:v>0.0112</c:v>
                </c:pt>
                <c:pt idx="310">
                  <c:v>0.0112</c:v>
                </c:pt>
                <c:pt idx="311">
                  <c:v>0.0112</c:v>
                </c:pt>
                <c:pt idx="312">
                  <c:v>0.0112</c:v>
                </c:pt>
                <c:pt idx="313">
                  <c:v>0.0112</c:v>
                </c:pt>
                <c:pt idx="314">
                  <c:v>0.0112</c:v>
                </c:pt>
                <c:pt idx="315">
                  <c:v>0.0112</c:v>
                </c:pt>
                <c:pt idx="316">
                  <c:v>0.0112</c:v>
                </c:pt>
                <c:pt idx="317">
                  <c:v>0.0112</c:v>
                </c:pt>
                <c:pt idx="318">
                  <c:v>0.0112</c:v>
                </c:pt>
                <c:pt idx="319">
                  <c:v>0.0112</c:v>
                </c:pt>
                <c:pt idx="320">
                  <c:v>0.0112</c:v>
                </c:pt>
                <c:pt idx="321">
                  <c:v>0.0112</c:v>
                </c:pt>
                <c:pt idx="322">
                  <c:v>0.0112</c:v>
                </c:pt>
                <c:pt idx="323">
                  <c:v>0.0112</c:v>
                </c:pt>
                <c:pt idx="324">
                  <c:v>0.0112</c:v>
                </c:pt>
                <c:pt idx="325">
                  <c:v>0.0112</c:v>
                </c:pt>
                <c:pt idx="326">
                  <c:v>0.0112</c:v>
                </c:pt>
                <c:pt idx="327">
                  <c:v>0.0112</c:v>
                </c:pt>
                <c:pt idx="328">
                  <c:v>0.0112</c:v>
                </c:pt>
                <c:pt idx="329">
                  <c:v>0.0112</c:v>
                </c:pt>
                <c:pt idx="330">
                  <c:v>0.0112</c:v>
                </c:pt>
                <c:pt idx="331">
                  <c:v>0.0112</c:v>
                </c:pt>
                <c:pt idx="332">
                  <c:v>0.0112</c:v>
                </c:pt>
                <c:pt idx="333">
                  <c:v>0.0112</c:v>
                </c:pt>
                <c:pt idx="334">
                  <c:v>0.0112</c:v>
                </c:pt>
                <c:pt idx="335">
                  <c:v>0.0112</c:v>
                </c:pt>
                <c:pt idx="336">
                  <c:v>0.0112</c:v>
                </c:pt>
                <c:pt idx="337">
                  <c:v>0.0112</c:v>
                </c:pt>
                <c:pt idx="338">
                  <c:v>0.0112</c:v>
                </c:pt>
                <c:pt idx="339">
                  <c:v>0.0112</c:v>
                </c:pt>
                <c:pt idx="340">
                  <c:v>0.0112</c:v>
                </c:pt>
                <c:pt idx="341">
                  <c:v>0.0112</c:v>
                </c:pt>
                <c:pt idx="342">
                  <c:v>0.0112</c:v>
                </c:pt>
                <c:pt idx="343">
                  <c:v>0.0112</c:v>
                </c:pt>
                <c:pt idx="344">
                  <c:v>0.0112</c:v>
                </c:pt>
                <c:pt idx="345">
                  <c:v>0.0112</c:v>
                </c:pt>
                <c:pt idx="346">
                  <c:v>0.0112</c:v>
                </c:pt>
                <c:pt idx="347">
                  <c:v>0.0112</c:v>
                </c:pt>
                <c:pt idx="348">
                  <c:v>0.0112</c:v>
                </c:pt>
                <c:pt idx="349">
                  <c:v>0.0112</c:v>
                </c:pt>
                <c:pt idx="350">
                  <c:v>0.0112</c:v>
                </c:pt>
                <c:pt idx="351">
                  <c:v>0.0112</c:v>
                </c:pt>
                <c:pt idx="352">
                  <c:v>0.0112</c:v>
                </c:pt>
                <c:pt idx="353">
                  <c:v>0.0112</c:v>
                </c:pt>
                <c:pt idx="354">
                  <c:v>0.0112</c:v>
                </c:pt>
                <c:pt idx="355">
                  <c:v>0.0112</c:v>
                </c:pt>
                <c:pt idx="356">
                  <c:v>0.0112</c:v>
                </c:pt>
                <c:pt idx="357">
                  <c:v>0.0112</c:v>
                </c:pt>
                <c:pt idx="358">
                  <c:v>0.0112</c:v>
                </c:pt>
                <c:pt idx="359">
                  <c:v>0.0112</c:v>
                </c:pt>
                <c:pt idx="360">
                  <c:v>0.0112</c:v>
                </c:pt>
                <c:pt idx="361">
                  <c:v>0.0112</c:v>
                </c:pt>
                <c:pt idx="362">
                  <c:v>0.0112</c:v>
                </c:pt>
                <c:pt idx="363">
                  <c:v>0.0112</c:v>
                </c:pt>
                <c:pt idx="364">
                  <c:v>0.0112</c:v>
                </c:pt>
                <c:pt idx="365">
                  <c:v>0.0112</c:v>
                </c:pt>
                <c:pt idx="366">
                  <c:v>0.0112</c:v>
                </c:pt>
                <c:pt idx="367">
                  <c:v>0.0112</c:v>
                </c:pt>
                <c:pt idx="368">
                  <c:v>0.0112</c:v>
                </c:pt>
                <c:pt idx="369">
                  <c:v>0.0112</c:v>
                </c:pt>
                <c:pt idx="370">
                  <c:v>0.0112</c:v>
                </c:pt>
                <c:pt idx="371">
                  <c:v>0.0112</c:v>
                </c:pt>
                <c:pt idx="372">
                  <c:v>0.0112</c:v>
                </c:pt>
                <c:pt idx="373">
                  <c:v>0.0112</c:v>
                </c:pt>
                <c:pt idx="374">
                  <c:v>0.0112</c:v>
                </c:pt>
                <c:pt idx="375">
                  <c:v>0.0112</c:v>
                </c:pt>
                <c:pt idx="376">
                  <c:v>0.0112</c:v>
                </c:pt>
                <c:pt idx="377">
                  <c:v>0.0112</c:v>
                </c:pt>
                <c:pt idx="378">
                  <c:v>0.0112</c:v>
                </c:pt>
                <c:pt idx="379">
                  <c:v>0.0112</c:v>
                </c:pt>
                <c:pt idx="380">
                  <c:v>0.0112</c:v>
                </c:pt>
                <c:pt idx="381">
                  <c:v>0.0112</c:v>
                </c:pt>
                <c:pt idx="382">
                  <c:v>0.0112</c:v>
                </c:pt>
                <c:pt idx="383">
                  <c:v>0.0112</c:v>
                </c:pt>
                <c:pt idx="384">
                  <c:v>0.0112</c:v>
                </c:pt>
                <c:pt idx="385">
                  <c:v>0.0112</c:v>
                </c:pt>
                <c:pt idx="386">
                  <c:v>0.0112</c:v>
                </c:pt>
                <c:pt idx="387">
                  <c:v>0.0096</c:v>
                </c:pt>
                <c:pt idx="388">
                  <c:v>0.0096</c:v>
                </c:pt>
                <c:pt idx="389">
                  <c:v>0.0096</c:v>
                </c:pt>
                <c:pt idx="390">
                  <c:v>0.0096</c:v>
                </c:pt>
                <c:pt idx="391">
                  <c:v>0.0096</c:v>
                </c:pt>
                <c:pt idx="392">
                  <c:v>0.0096</c:v>
                </c:pt>
                <c:pt idx="393">
                  <c:v>0.0096</c:v>
                </c:pt>
                <c:pt idx="394">
                  <c:v>0.0096</c:v>
                </c:pt>
                <c:pt idx="395">
                  <c:v>0.0096</c:v>
                </c:pt>
                <c:pt idx="396">
                  <c:v>0.0096</c:v>
                </c:pt>
                <c:pt idx="397">
                  <c:v>0.0096</c:v>
                </c:pt>
                <c:pt idx="398">
                  <c:v>0.0096</c:v>
                </c:pt>
                <c:pt idx="399">
                  <c:v>0.0096</c:v>
                </c:pt>
                <c:pt idx="400">
                  <c:v>0.0096</c:v>
                </c:pt>
                <c:pt idx="401">
                  <c:v>0.0096</c:v>
                </c:pt>
                <c:pt idx="402">
                  <c:v>0.0096</c:v>
                </c:pt>
                <c:pt idx="403">
                  <c:v>0.0096</c:v>
                </c:pt>
                <c:pt idx="404">
                  <c:v>0.0096</c:v>
                </c:pt>
                <c:pt idx="405">
                  <c:v>0.0096</c:v>
                </c:pt>
                <c:pt idx="406">
                  <c:v>0.0096</c:v>
                </c:pt>
                <c:pt idx="407">
                  <c:v>0.0096</c:v>
                </c:pt>
                <c:pt idx="408">
                  <c:v>0.0096</c:v>
                </c:pt>
                <c:pt idx="409">
                  <c:v>0.0096</c:v>
                </c:pt>
                <c:pt idx="410">
                  <c:v>0.0096</c:v>
                </c:pt>
                <c:pt idx="411">
                  <c:v>0.0096</c:v>
                </c:pt>
                <c:pt idx="412">
                  <c:v>0.0096</c:v>
                </c:pt>
                <c:pt idx="413">
                  <c:v>0.0096</c:v>
                </c:pt>
                <c:pt idx="414">
                  <c:v>0.0096</c:v>
                </c:pt>
                <c:pt idx="415">
                  <c:v>0.0096</c:v>
                </c:pt>
                <c:pt idx="416">
                  <c:v>0.0096</c:v>
                </c:pt>
                <c:pt idx="417">
                  <c:v>0.0096</c:v>
                </c:pt>
                <c:pt idx="418">
                  <c:v>0.0096</c:v>
                </c:pt>
                <c:pt idx="419">
                  <c:v>0.0096</c:v>
                </c:pt>
                <c:pt idx="420">
                  <c:v>0.0096</c:v>
                </c:pt>
                <c:pt idx="421">
                  <c:v>0.0096</c:v>
                </c:pt>
                <c:pt idx="422">
                  <c:v>0.0096</c:v>
                </c:pt>
                <c:pt idx="423">
                  <c:v>0.0096</c:v>
                </c:pt>
                <c:pt idx="424">
                  <c:v>0.0096</c:v>
                </c:pt>
                <c:pt idx="425">
                  <c:v>0.0096</c:v>
                </c:pt>
                <c:pt idx="426">
                  <c:v>0.0096</c:v>
                </c:pt>
                <c:pt idx="427">
                  <c:v>0.0096</c:v>
                </c:pt>
                <c:pt idx="428">
                  <c:v>0.0096</c:v>
                </c:pt>
                <c:pt idx="429">
                  <c:v>0.0096</c:v>
                </c:pt>
                <c:pt idx="430">
                  <c:v>0.0096</c:v>
                </c:pt>
                <c:pt idx="431">
                  <c:v>0.0096</c:v>
                </c:pt>
                <c:pt idx="432">
                  <c:v>0.0096</c:v>
                </c:pt>
                <c:pt idx="433">
                  <c:v>0.0096</c:v>
                </c:pt>
                <c:pt idx="434">
                  <c:v>0.0096</c:v>
                </c:pt>
                <c:pt idx="435">
                  <c:v>0.0096</c:v>
                </c:pt>
                <c:pt idx="436">
                  <c:v>0.0096</c:v>
                </c:pt>
                <c:pt idx="437">
                  <c:v>0.0096</c:v>
                </c:pt>
                <c:pt idx="438">
                  <c:v>0.0096</c:v>
                </c:pt>
                <c:pt idx="439">
                  <c:v>0.0096</c:v>
                </c:pt>
                <c:pt idx="440">
                  <c:v>0.0096</c:v>
                </c:pt>
                <c:pt idx="441">
                  <c:v>0.0096</c:v>
                </c:pt>
                <c:pt idx="442">
                  <c:v>0.0096</c:v>
                </c:pt>
                <c:pt idx="443">
                  <c:v>0.0096</c:v>
                </c:pt>
                <c:pt idx="444">
                  <c:v>0.0096</c:v>
                </c:pt>
                <c:pt idx="445">
                  <c:v>0.0096</c:v>
                </c:pt>
                <c:pt idx="446">
                  <c:v>0.0096</c:v>
                </c:pt>
                <c:pt idx="447">
                  <c:v>0.0096</c:v>
                </c:pt>
                <c:pt idx="448">
                  <c:v>0.0096</c:v>
                </c:pt>
                <c:pt idx="449">
                  <c:v>0.0096</c:v>
                </c:pt>
                <c:pt idx="450">
                  <c:v>0.0096</c:v>
                </c:pt>
                <c:pt idx="451">
                  <c:v>0.0096</c:v>
                </c:pt>
                <c:pt idx="452">
                  <c:v>0.0096</c:v>
                </c:pt>
                <c:pt idx="453">
                  <c:v>0.0096</c:v>
                </c:pt>
                <c:pt idx="454">
                  <c:v>0.0096</c:v>
                </c:pt>
                <c:pt idx="455">
                  <c:v>0.0096</c:v>
                </c:pt>
                <c:pt idx="456">
                  <c:v>0.0096</c:v>
                </c:pt>
                <c:pt idx="457">
                  <c:v>0.0096</c:v>
                </c:pt>
                <c:pt idx="458">
                  <c:v>0.0096</c:v>
                </c:pt>
                <c:pt idx="459">
                  <c:v>0.0096</c:v>
                </c:pt>
                <c:pt idx="460">
                  <c:v>0.0096</c:v>
                </c:pt>
                <c:pt idx="461">
                  <c:v>0.0096</c:v>
                </c:pt>
                <c:pt idx="462">
                  <c:v>0.0096</c:v>
                </c:pt>
                <c:pt idx="463">
                  <c:v>0.0096</c:v>
                </c:pt>
                <c:pt idx="464">
                  <c:v>0.0096</c:v>
                </c:pt>
                <c:pt idx="465">
                  <c:v>0.0096</c:v>
                </c:pt>
                <c:pt idx="466">
                  <c:v>0.0096</c:v>
                </c:pt>
                <c:pt idx="467">
                  <c:v>0.0096</c:v>
                </c:pt>
                <c:pt idx="468">
                  <c:v>0.0096</c:v>
                </c:pt>
                <c:pt idx="469">
                  <c:v>0.0096</c:v>
                </c:pt>
                <c:pt idx="470">
                  <c:v>0.0096</c:v>
                </c:pt>
                <c:pt idx="471">
                  <c:v>0.0096</c:v>
                </c:pt>
                <c:pt idx="472">
                  <c:v>0.0096</c:v>
                </c:pt>
                <c:pt idx="473">
                  <c:v>0.0096</c:v>
                </c:pt>
                <c:pt idx="474">
                  <c:v>0.0096</c:v>
                </c:pt>
                <c:pt idx="475">
                  <c:v>0.0096</c:v>
                </c:pt>
                <c:pt idx="476">
                  <c:v>0.0096</c:v>
                </c:pt>
                <c:pt idx="477">
                  <c:v>0.0096</c:v>
                </c:pt>
                <c:pt idx="478">
                  <c:v>0.0096</c:v>
                </c:pt>
                <c:pt idx="479">
                  <c:v>0.0096</c:v>
                </c:pt>
                <c:pt idx="480">
                  <c:v>0.0096</c:v>
                </c:pt>
                <c:pt idx="481">
                  <c:v>0.0096</c:v>
                </c:pt>
                <c:pt idx="482">
                  <c:v>0.0096</c:v>
                </c:pt>
                <c:pt idx="483">
                  <c:v>0.0096</c:v>
                </c:pt>
                <c:pt idx="484">
                  <c:v>0.0096</c:v>
                </c:pt>
                <c:pt idx="485">
                  <c:v>0.0096</c:v>
                </c:pt>
                <c:pt idx="486">
                  <c:v>0.0096</c:v>
                </c:pt>
                <c:pt idx="487">
                  <c:v>0.0096</c:v>
                </c:pt>
                <c:pt idx="488">
                  <c:v>0.0096</c:v>
                </c:pt>
                <c:pt idx="489">
                  <c:v>0.0096</c:v>
                </c:pt>
                <c:pt idx="490">
                  <c:v>0.0096</c:v>
                </c:pt>
                <c:pt idx="491">
                  <c:v>0.0096</c:v>
                </c:pt>
                <c:pt idx="492">
                  <c:v>0.0096</c:v>
                </c:pt>
                <c:pt idx="493">
                  <c:v>0.0096</c:v>
                </c:pt>
                <c:pt idx="494">
                  <c:v>0.0096</c:v>
                </c:pt>
                <c:pt idx="495">
                  <c:v>0.0096</c:v>
                </c:pt>
                <c:pt idx="496">
                  <c:v>0.0096</c:v>
                </c:pt>
                <c:pt idx="497">
                  <c:v>0.0096</c:v>
                </c:pt>
                <c:pt idx="498">
                  <c:v>0.0096</c:v>
                </c:pt>
                <c:pt idx="499">
                  <c:v>0.0096</c:v>
                </c:pt>
                <c:pt idx="500">
                  <c:v>0.0096</c:v>
                </c:pt>
                <c:pt idx="501">
                  <c:v>0.0096</c:v>
                </c:pt>
                <c:pt idx="502">
                  <c:v>0.0096</c:v>
                </c:pt>
                <c:pt idx="503">
                  <c:v>0.0096</c:v>
                </c:pt>
                <c:pt idx="504">
                  <c:v>0.0096</c:v>
                </c:pt>
                <c:pt idx="505">
                  <c:v>0.0096</c:v>
                </c:pt>
                <c:pt idx="506">
                  <c:v>0.0096</c:v>
                </c:pt>
                <c:pt idx="507">
                  <c:v>0.0096</c:v>
                </c:pt>
                <c:pt idx="508">
                  <c:v>0.0096</c:v>
                </c:pt>
                <c:pt idx="509">
                  <c:v>0.0096</c:v>
                </c:pt>
                <c:pt idx="510">
                  <c:v>0.0096</c:v>
                </c:pt>
                <c:pt idx="511">
                  <c:v>0.0096</c:v>
                </c:pt>
                <c:pt idx="512">
                  <c:v>0.0096</c:v>
                </c:pt>
                <c:pt idx="513">
                  <c:v>0.0096</c:v>
                </c:pt>
                <c:pt idx="514">
                  <c:v>0.0096</c:v>
                </c:pt>
                <c:pt idx="515">
                  <c:v>0.0096</c:v>
                </c:pt>
                <c:pt idx="516">
                  <c:v>0.0096</c:v>
                </c:pt>
                <c:pt idx="517">
                  <c:v>0.0096</c:v>
                </c:pt>
                <c:pt idx="518">
                  <c:v>0.0096</c:v>
                </c:pt>
                <c:pt idx="519">
                  <c:v>0.0096</c:v>
                </c:pt>
                <c:pt idx="520">
                  <c:v>0.0096</c:v>
                </c:pt>
                <c:pt idx="521">
                  <c:v>0.0096</c:v>
                </c:pt>
                <c:pt idx="522">
                  <c:v>0.0096</c:v>
                </c:pt>
                <c:pt idx="523">
                  <c:v>0.0096</c:v>
                </c:pt>
                <c:pt idx="524">
                  <c:v>0.0096</c:v>
                </c:pt>
                <c:pt idx="525">
                  <c:v>0.0096</c:v>
                </c:pt>
                <c:pt idx="526">
                  <c:v>0.0096</c:v>
                </c:pt>
                <c:pt idx="527">
                  <c:v>0.0096</c:v>
                </c:pt>
                <c:pt idx="528">
                  <c:v>0.0096</c:v>
                </c:pt>
                <c:pt idx="529">
                  <c:v>0.0096</c:v>
                </c:pt>
                <c:pt idx="530">
                  <c:v>0.0096</c:v>
                </c:pt>
                <c:pt idx="531">
                  <c:v>0.0096</c:v>
                </c:pt>
                <c:pt idx="532">
                  <c:v>0.0096</c:v>
                </c:pt>
                <c:pt idx="533">
                  <c:v>0.0096</c:v>
                </c:pt>
                <c:pt idx="534">
                  <c:v>0.0096</c:v>
                </c:pt>
                <c:pt idx="535">
                  <c:v>0.0096</c:v>
                </c:pt>
                <c:pt idx="536">
                  <c:v>0.0096</c:v>
                </c:pt>
                <c:pt idx="537">
                  <c:v>0.0096</c:v>
                </c:pt>
                <c:pt idx="538">
                  <c:v>0.0096</c:v>
                </c:pt>
                <c:pt idx="539">
                  <c:v>0.0096</c:v>
                </c:pt>
                <c:pt idx="540">
                  <c:v>0.0096</c:v>
                </c:pt>
                <c:pt idx="541">
                  <c:v>0.0096</c:v>
                </c:pt>
                <c:pt idx="542">
                  <c:v>0.0096</c:v>
                </c:pt>
                <c:pt idx="543">
                  <c:v>0.0096</c:v>
                </c:pt>
                <c:pt idx="544">
                  <c:v>0.0096</c:v>
                </c:pt>
                <c:pt idx="545">
                  <c:v>0.0096</c:v>
                </c:pt>
                <c:pt idx="546">
                  <c:v>0.0096</c:v>
                </c:pt>
                <c:pt idx="547">
                  <c:v>0.0096</c:v>
                </c:pt>
                <c:pt idx="548">
                  <c:v>0.0096</c:v>
                </c:pt>
                <c:pt idx="549">
                  <c:v>0.0096</c:v>
                </c:pt>
                <c:pt idx="550">
                  <c:v>0.0096</c:v>
                </c:pt>
                <c:pt idx="551">
                  <c:v>0.0096</c:v>
                </c:pt>
                <c:pt idx="552">
                  <c:v>0.0096</c:v>
                </c:pt>
                <c:pt idx="553">
                  <c:v>0.0096</c:v>
                </c:pt>
                <c:pt idx="554">
                  <c:v>0.0096</c:v>
                </c:pt>
                <c:pt idx="555">
                  <c:v>0.0096</c:v>
                </c:pt>
                <c:pt idx="556">
                  <c:v>0.0096</c:v>
                </c:pt>
                <c:pt idx="557">
                  <c:v>0.0096</c:v>
                </c:pt>
                <c:pt idx="558">
                  <c:v>0.0096</c:v>
                </c:pt>
                <c:pt idx="559">
                  <c:v>0.0096</c:v>
                </c:pt>
                <c:pt idx="560">
                  <c:v>0.0096</c:v>
                </c:pt>
                <c:pt idx="561">
                  <c:v>0.0096</c:v>
                </c:pt>
                <c:pt idx="562">
                  <c:v>0.0096</c:v>
                </c:pt>
                <c:pt idx="563">
                  <c:v>0.0096</c:v>
                </c:pt>
                <c:pt idx="564">
                  <c:v>0.0096</c:v>
                </c:pt>
                <c:pt idx="565">
                  <c:v>0.0096</c:v>
                </c:pt>
                <c:pt idx="566">
                  <c:v>0.0096</c:v>
                </c:pt>
                <c:pt idx="567">
                  <c:v>0.0096</c:v>
                </c:pt>
                <c:pt idx="568">
                  <c:v>0.0096</c:v>
                </c:pt>
                <c:pt idx="569">
                  <c:v>0.0096</c:v>
                </c:pt>
                <c:pt idx="570">
                  <c:v>0.0096</c:v>
                </c:pt>
                <c:pt idx="571">
                  <c:v>0.0096</c:v>
                </c:pt>
                <c:pt idx="572">
                  <c:v>0.0096</c:v>
                </c:pt>
                <c:pt idx="573">
                  <c:v>0.0096</c:v>
                </c:pt>
                <c:pt idx="574">
                  <c:v>0.0096</c:v>
                </c:pt>
                <c:pt idx="575">
                  <c:v>0.0096</c:v>
                </c:pt>
                <c:pt idx="576">
                  <c:v>0.0096</c:v>
                </c:pt>
                <c:pt idx="577">
                  <c:v>0.0096</c:v>
                </c:pt>
                <c:pt idx="578">
                  <c:v>0.0096</c:v>
                </c:pt>
                <c:pt idx="579">
                  <c:v>0.0096</c:v>
                </c:pt>
                <c:pt idx="580">
                  <c:v>0.0096</c:v>
                </c:pt>
                <c:pt idx="581">
                  <c:v>0.0096</c:v>
                </c:pt>
                <c:pt idx="582">
                  <c:v>0.0096</c:v>
                </c:pt>
                <c:pt idx="583">
                  <c:v>0.0096</c:v>
                </c:pt>
                <c:pt idx="584">
                  <c:v>0.0096</c:v>
                </c:pt>
                <c:pt idx="585">
                  <c:v>0.0096</c:v>
                </c:pt>
                <c:pt idx="586">
                  <c:v>0.0096</c:v>
                </c:pt>
                <c:pt idx="587">
                  <c:v>0.0096</c:v>
                </c:pt>
                <c:pt idx="588">
                  <c:v>0.0096</c:v>
                </c:pt>
                <c:pt idx="589">
                  <c:v>0.0096</c:v>
                </c:pt>
                <c:pt idx="590">
                  <c:v>0.0096</c:v>
                </c:pt>
                <c:pt idx="591">
                  <c:v>0.0096</c:v>
                </c:pt>
                <c:pt idx="592">
                  <c:v>0.0096</c:v>
                </c:pt>
                <c:pt idx="593">
                  <c:v>0.0096</c:v>
                </c:pt>
                <c:pt idx="594">
                  <c:v>0.0096</c:v>
                </c:pt>
                <c:pt idx="595">
                  <c:v>0.0096</c:v>
                </c:pt>
                <c:pt idx="596">
                  <c:v>0.0096</c:v>
                </c:pt>
                <c:pt idx="597">
                  <c:v>0.0096</c:v>
                </c:pt>
                <c:pt idx="598">
                  <c:v>0.0096</c:v>
                </c:pt>
                <c:pt idx="599">
                  <c:v>0.0096</c:v>
                </c:pt>
                <c:pt idx="600">
                  <c:v>0.0096</c:v>
                </c:pt>
                <c:pt idx="601">
                  <c:v>0.0096</c:v>
                </c:pt>
                <c:pt idx="602">
                  <c:v>0.0096</c:v>
                </c:pt>
                <c:pt idx="603">
                  <c:v>0.0096</c:v>
                </c:pt>
                <c:pt idx="604">
                  <c:v>0.0096</c:v>
                </c:pt>
                <c:pt idx="605">
                  <c:v>0.0096</c:v>
                </c:pt>
                <c:pt idx="606">
                  <c:v>0.0096</c:v>
                </c:pt>
                <c:pt idx="607">
                  <c:v>0.0096</c:v>
                </c:pt>
                <c:pt idx="608">
                  <c:v>0.0096</c:v>
                </c:pt>
                <c:pt idx="609">
                  <c:v>0.0096</c:v>
                </c:pt>
                <c:pt idx="610">
                  <c:v>0.0096</c:v>
                </c:pt>
                <c:pt idx="611">
                  <c:v>0.0096</c:v>
                </c:pt>
                <c:pt idx="612">
                  <c:v>0.0096</c:v>
                </c:pt>
                <c:pt idx="613">
                  <c:v>0.0096</c:v>
                </c:pt>
                <c:pt idx="614">
                  <c:v>0.0096</c:v>
                </c:pt>
                <c:pt idx="615">
                  <c:v>0.0096</c:v>
                </c:pt>
                <c:pt idx="616">
                  <c:v>0.0096</c:v>
                </c:pt>
                <c:pt idx="617">
                  <c:v>0.0096</c:v>
                </c:pt>
                <c:pt idx="618">
                  <c:v>0.0096</c:v>
                </c:pt>
                <c:pt idx="619">
                  <c:v>0.0096</c:v>
                </c:pt>
                <c:pt idx="620">
                  <c:v>0.0096</c:v>
                </c:pt>
                <c:pt idx="621">
                  <c:v>0.0096</c:v>
                </c:pt>
                <c:pt idx="622">
                  <c:v>0.0096</c:v>
                </c:pt>
                <c:pt idx="623">
                  <c:v>0.0096</c:v>
                </c:pt>
                <c:pt idx="624">
                  <c:v>0.0096</c:v>
                </c:pt>
                <c:pt idx="625">
                  <c:v>0.0096</c:v>
                </c:pt>
                <c:pt idx="626">
                  <c:v>0.0096</c:v>
                </c:pt>
                <c:pt idx="627">
                  <c:v>0.0096</c:v>
                </c:pt>
                <c:pt idx="628">
                  <c:v>0.0096</c:v>
                </c:pt>
                <c:pt idx="629">
                  <c:v>0.0096</c:v>
                </c:pt>
                <c:pt idx="630">
                  <c:v>0.0096</c:v>
                </c:pt>
                <c:pt idx="631">
                  <c:v>0.0096</c:v>
                </c:pt>
                <c:pt idx="632">
                  <c:v>0.0096</c:v>
                </c:pt>
                <c:pt idx="633">
                  <c:v>0.0096</c:v>
                </c:pt>
                <c:pt idx="634">
                  <c:v>0.0096</c:v>
                </c:pt>
                <c:pt idx="635">
                  <c:v>0.0096</c:v>
                </c:pt>
                <c:pt idx="636">
                  <c:v>0.0096</c:v>
                </c:pt>
                <c:pt idx="637">
                  <c:v>0.0096</c:v>
                </c:pt>
                <c:pt idx="638">
                  <c:v>0.0096</c:v>
                </c:pt>
                <c:pt idx="639">
                  <c:v>0.0096</c:v>
                </c:pt>
                <c:pt idx="640">
                  <c:v>0.0096</c:v>
                </c:pt>
                <c:pt idx="641">
                  <c:v>0.0096</c:v>
                </c:pt>
                <c:pt idx="642">
                  <c:v>0.0096</c:v>
                </c:pt>
                <c:pt idx="643">
                  <c:v>0.0096</c:v>
                </c:pt>
                <c:pt idx="644">
                  <c:v>0.0096</c:v>
                </c:pt>
                <c:pt idx="645">
                  <c:v>0.0096</c:v>
                </c:pt>
                <c:pt idx="646">
                  <c:v>0.0096</c:v>
                </c:pt>
                <c:pt idx="647">
                  <c:v>0.0096</c:v>
                </c:pt>
                <c:pt idx="648">
                  <c:v>0.0096</c:v>
                </c:pt>
                <c:pt idx="649">
                  <c:v>0.0096</c:v>
                </c:pt>
                <c:pt idx="650">
                  <c:v>0.0096</c:v>
                </c:pt>
                <c:pt idx="651">
                  <c:v>0.0096</c:v>
                </c:pt>
                <c:pt idx="652">
                  <c:v>0.0096</c:v>
                </c:pt>
                <c:pt idx="653">
                  <c:v>0.0096</c:v>
                </c:pt>
                <c:pt idx="654">
                  <c:v>0.0096</c:v>
                </c:pt>
                <c:pt idx="655">
                  <c:v>0.0096</c:v>
                </c:pt>
                <c:pt idx="656">
                  <c:v>0.0096</c:v>
                </c:pt>
                <c:pt idx="657">
                  <c:v>0.0096</c:v>
                </c:pt>
                <c:pt idx="658">
                  <c:v>0.0096</c:v>
                </c:pt>
                <c:pt idx="659">
                  <c:v>0.0096</c:v>
                </c:pt>
                <c:pt idx="660">
                  <c:v>0.0096</c:v>
                </c:pt>
                <c:pt idx="661">
                  <c:v>0.0096</c:v>
                </c:pt>
                <c:pt idx="662">
                  <c:v>0.0096</c:v>
                </c:pt>
                <c:pt idx="663">
                  <c:v>0.0096</c:v>
                </c:pt>
                <c:pt idx="664">
                  <c:v>0.0096</c:v>
                </c:pt>
                <c:pt idx="665">
                  <c:v>0.0096</c:v>
                </c:pt>
                <c:pt idx="666">
                  <c:v>0.0096</c:v>
                </c:pt>
                <c:pt idx="667">
                  <c:v>0.0096</c:v>
                </c:pt>
                <c:pt idx="668">
                  <c:v>0.0096</c:v>
                </c:pt>
                <c:pt idx="669">
                  <c:v>0.0096</c:v>
                </c:pt>
                <c:pt idx="670">
                  <c:v>0.0096</c:v>
                </c:pt>
                <c:pt idx="671">
                  <c:v>0.0096</c:v>
                </c:pt>
                <c:pt idx="672">
                  <c:v>0.0096</c:v>
                </c:pt>
                <c:pt idx="673">
                  <c:v>0.0096</c:v>
                </c:pt>
                <c:pt idx="674">
                  <c:v>0.0096</c:v>
                </c:pt>
                <c:pt idx="675">
                  <c:v>0.0096</c:v>
                </c:pt>
                <c:pt idx="676">
                  <c:v>0.0096</c:v>
                </c:pt>
                <c:pt idx="677">
                  <c:v>0.0096</c:v>
                </c:pt>
                <c:pt idx="678">
                  <c:v>0.0096</c:v>
                </c:pt>
                <c:pt idx="679">
                  <c:v>0.0096</c:v>
                </c:pt>
                <c:pt idx="680">
                  <c:v>0.0096</c:v>
                </c:pt>
                <c:pt idx="681">
                  <c:v>0.0096</c:v>
                </c:pt>
                <c:pt idx="682">
                  <c:v>0.0096</c:v>
                </c:pt>
                <c:pt idx="683">
                  <c:v>0.0096</c:v>
                </c:pt>
                <c:pt idx="684">
                  <c:v>0.0096</c:v>
                </c:pt>
                <c:pt idx="685">
                  <c:v>0.0096</c:v>
                </c:pt>
                <c:pt idx="686">
                  <c:v>0.0096</c:v>
                </c:pt>
                <c:pt idx="687">
                  <c:v>0.0096</c:v>
                </c:pt>
                <c:pt idx="688">
                  <c:v>0.0096</c:v>
                </c:pt>
                <c:pt idx="689">
                  <c:v>0.0096</c:v>
                </c:pt>
                <c:pt idx="690">
                  <c:v>0.0096</c:v>
                </c:pt>
                <c:pt idx="691">
                  <c:v>0.0096</c:v>
                </c:pt>
                <c:pt idx="692">
                  <c:v>0.0096</c:v>
                </c:pt>
                <c:pt idx="693">
                  <c:v>0.0096</c:v>
                </c:pt>
                <c:pt idx="694">
                  <c:v>0.0096</c:v>
                </c:pt>
                <c:pt idx="695">
                  <c:v>0.0096</c:v>
                </c:pt>
                <c:pt idx="696">
                  <c:v>0.0096</c:v>
                </c:pt>
                <c:pt idx="697">
                  <c:v>0.0096</c:v>
                </c:pt>
                <c:pt idx="698">
                  <c:v>0.0096</c:v>
                </c:pt>
                <c:pt idx="699">
                  <c:v>0.0096</c:v>
                </c:pt>
                <c:pt idx="700">
                  <c:v>0.0096</c:v>
                </c:pt>
                <c:pt idx="701">
                  <c:v>0.0096</c:v>
                </c:pt>
                <c:pt idx="702">
                  <c:v>0.0096</c:v>
                </c:pt>
                <c:pt idx="703">
                  <c:v>0.0096</c:v>
                </c:pt>
                <c:pt idx="704">
                  <c:v>0.0096</c:v>
                </c:pt>
                <c:pt idx="705">
                  <c:v>0.0096</c:v>
                </c:pt>
                <c:pt idx="706">
                  <c:v>0.0096</c:v>
                </c:pt>
                <c:pt idx="707">
                  <c:v>0.0096</c:v>
                </c:pt>
                <c:pt idx="708">
                  <c:v>0.0096</c:v>
                </c:pt>
                <c:pt idx="709">
                  <c:v>0.0096</c:v>
                </c:pt>
                <c:pt idx="710">
                  <c:v>0.0096</c:v>
                </c:pt>
                <c:pt idx="711">
                  <c:v>0.0096</c:v>
                </c:pt>
                <c:pt idx="712">
                  <c:v>0.0096</c:v>
                </c:pt>
                <c:pt idx="713">
                  <c:v>0.0096</c:v>
                </c:pt>
                <c:pt idx="714">
                  <c:v>0.0096</c:v>
                </c:pt>
                <c:pt idx="715">
                  <c:v>0.0096</c:v>
                </c:pt>
                <c:pt idx="716">
                  <c:v>0.0096</c:v>
                </c:pt>
                <c:pt idx="717">
                  <c:v>0.0096</c:v>
                </c:pt>
                <c:pt idx="718">
                  <c:v>0.0096</c:v>
                </c:pt>
                <c:pt idx="719">
                  <c:v>0.0096</c:v>
                </c:pt>
                <c:pt idx="720">
                  <c:v>0.0096</c:v>
                </c:pt>
                <c:pt idx="721">
                  <c:v>0.0096</c:v>
                </c:pt>
                <c:pt idx="722">
                  <c:v>0.0096</c:v>
                </c:pt>
                <c:pt idx="723">
                  <c:v>0.0096</c:v>
                </c:pt>
                <c:pt idx="724">
                  <c:v>0.0096</c:v>
                </c:pt>
                <c:pt idx="725">
                  <c:v>0.0096</c:v>
                </c:pt>
                <c:pt idx="726">
                  <c:v>0.0096</c:v>
                </c:pt>
                <c:pt idx="727">
                  <c:v>0.0096</c:v>
                </c:pt>
                <c:pt idx="728">
                  <c:v>0.0096</c:v>
                </c:pt>
                <c:pt idx="729">
                  <c:v>0.0096</c:v>
                </c:pt>
                <c:pt idx="730">
                  <c:v>0.0096</c:v>
                </c:pt>
                <c:pt idx="731">
                  <c:v>0.0096</c:v>
                </c:pt>
                <c:pt idx="732">
                  <c:v>0.0096</c:v>
                </c:pt>
                <c:pt idx="733">
                  <c:v>0.0096</c:v>
                </c:pt>
                <c:pt idx="734">
                  <c:v>0.0096</c:v>
                </c:pt>
                <c:pt idx="735">
                  <c:v>0.0096</c:v>
                </c:pt>
                <c:pt idx="736">
                  <c:v>0.0096</c:v>
                </c:pt>
                <c:pt idx="737">
                  <c:v>0.0096</c:v>
                </c:pt>
                <c:pt idx="738">
                  <c:v>0.0096</c:v>
                </c:pt>
                <c:pt idx="739">
                  <c:v>0.0096</c:v>
                </c:pt>
                <c:pt idx="740">
                  <c:v>0.0096</c:v>
                </c:pt>
                <c:pt idx="741">
                  <c:v>0.0096</c:v>
                </c:pt>
                <c:pt idx="742">
                  <c:v>0.0096</c:v>
                </c:pt>
                <c:pt idx="743">
                  <c:v>0.0096</c:v>
                </c:pt>
                <c:pt idx="744">
                  <c:v>0.0096</c:v>
                </c:pt>
                <c:pt idx="745">
                  <c:v>0.0096</c:v>
                </c:pt>
                <c:pt idx="746">
                  <c:v>0.0096</c:v>
                </c:pt>
                <c:pt idx="747">
                  <c:v>0.0096</c:v>
                </c:pt>
                <c:pt idx="748">
                  <c:v>0.0096</c:v>
                </c:pt>
                <c:pt idx="749">
                  <c:v>0.0096</c:v>
                </c:pt>
                <c:pt idx="750">
                  <c:v>0.0096</c:v>
                </c:pt>
                <c:pt idx="751">
                  <c:v>0.0096</c:v>
                </c:pt>
                <c:pt idx="752">
                  <c:v>0.0096</c:v>
                </c:pt>
                <c:pt idx="753">
                  <c:v>0.0096</c:v>
                </c:pt>
                <c:pt idx="754">
                  <c:v>0.0096</c:v>
                </c:pt>
                <c:pt idx="755">
                  <c:v>0.0096</c:v>
                </c:pt>
                <c:pt idx="756">
                  <c:v>0.0096</c:v>
                </c:pt>
                <c:pt idx="757">
                  <c:v>0.0096</c:v>
                </c:pt>
                <c:pt idx="758">
                  <c:v>0.0096</c:v>
                </c:pt>
                <c:pt idx="759">
                  <c:v>0.0096</c:v>
                </c:pt>
                <c:pt idx="760">
                  <c:v>0.0096</c:v>
                </c:pt>
                <c:pt idx="761">
                  <c:v>0.0096</c:v>
                </c:pt>
                <c:pt idx="762">
                  <c:v>0.0096</c:v>
                </c:pt>
                <c:pt idx="763">
                  <c:v>0.0096</c:v>
                </c:pt>
                <c:pt idx="764">
                  <c:v>0.0096</c:v>
                </c:pt>
                <c:pt idx="765">
                  <c:v>0.0096</c:v>
                </c:pt>
                <c:pt idx="766">
                  <c:v>0.0096</c:v>
                </c:pt>
                <c:pt idx="767">
                  <c:v>0.0096</c:v>
                </c:pt>
                <c:pt idx="768">
                  <c:v>0.0096</c:v>
                </c:pt>
                <c:pt idx="769">
                  <c:v>0.0096</c:v>
                </c:pt>
                <c:pt idx="770">
                  <c:v>0.0096</c:v>
                </c:pt>
                <c:pt idx="771">
                  <c:v>0.0096</c:v>
                </c:pt>
                <c:pt idx="772">
                  <c:v>0.0096</c:v>
                </c:pt>
                <c:pt idx="773">
                  <c:v>0.0096</c:v>
                </c:pt>
                <c:pt idx="774">
                  <c:v>0.0096</c:v>
                </c:pt>
                <c:pt idx="775">
                  <c:v>0.0096</c:v>
                </c:pt>
                <c:pt idx="776">
                  <c:v>0.0096</c:v>
                </c:pt>
                <c:pt idx="777">
                  <c:v>0.0096</c:v>
                </c:pt>
                <c:pt idx="778">
                  <c:v>0.0096</c:v>
                </c:pt>
                <c:pt idx="779">
                  <c:v>0.0096</c:v>
                </c:pt>
                <c:pt idx="780">
                  <c:v>0.0096</c:v>
                </c:pt>
                <c:pt idx="781">
                  <c:v>0.0096</c:v>
                </c:pt>
                <c:pt idx="782">
                  <c:v>0.0096</c:v>
                </c:pt>
                <c:pt idx="783">
                  <c:v>0.0096</c:v>
                </c:pt>
                <c:pt idx="784">
                  <c:v>0.0096</c:v>
                </c:pt>
                <c:pt idx="785">
                  <c:v>0.0096</c:v>
                </c:pt>
                <c:pt idx="786">
                  <c:v>0.0096</c:v>
                </c:pt>
                <c:pt idx="787">
                  <c:v>0.0096</c:v>
                </c:pt>
                <c:pt idx="788">
                  <c:v>0.0096</c:v>
                </c:pt>
                <c:pt idx="789">
                  <c:v>0.0096</c:v>
                </c:pt>
                <c:pt idx="790">
                  <c:v>0.0096</c:v>
                </c:pt>
                <c:pt idx="791">
                  <c:v>0.0096</c:v>
                </c:pt>
                <c:pt idx="792">
                  <c:v>0.0096</c:v>
                </c:pt>
                <c:pt idx="793">
                  <c:v>0.0096</c:v>
                </c:pt>
                <c:pt idx="794">
                  <c:v>0.0096</c:v>
                </c:pt>
                <c:pt idx="795">
                  <c:v>0.0096</c:v>
                </c:pt>
                <c:pt idx="796">
                  <c:v>0.0096</c:v>
                </c:pt>
                <c:pt idx="797">
                  <c:v>0.0096</c:v>
                </c:pt>
                <c:pt idx="798">
                  <c:v>0.0096</c:v>
                </c:pt>
                <c:pt idx="799">
                  <c:v>0.0096</c:v>
                </c:pt>
                <c:pt idx="800">
                  <c:v>0.0096</c:v>
                </c:pt>
                <c:pt idx="801">
                  <c:v>0.0096</c:v>
                </c:pt>
                <c:pt idx="802">
                  <c:v>0.0096</c:v>
                </c:pt>
                <c:pt idx="803">
                  <c:v>0.0096</c:v>
                </c:pt>
                <c:pt idx="804">
                  <c:v>0.0096</c:v>
                </c:pt>
                <c:pt idx="805">
                  <c:v>0.0096</c:v>
                </c:pt>
                <c:pt idx="806">
                  <c:v>0.0096</c:v>
                </c:pt>
                <c:pt idx="807">
                  <c:v>0.0096</c:v>
                </c:pt>
                <c:pt idx="808">
                  <c:v>0.0096</c:v>
                </c:pt>
                <c:pt idx="809">
                  <c:v>0.0096</c:v>
                </c:pt>
                <c:pt idx="810">
                  <c:v>0.0096</c:v>
                </c:pt>
                <c:pt idx="811">
                  <c:v>0.0096</c:v>
                </c:pt>
                <c:pt idx="812">
                  <c:v>0.0096</c:v>
                </c:pt>
                <c:pt idx="813">
                  <c:v>0.0096</c:v>
                </c:pt>
                <c:pt idx="814">
                  <c:v>0.0096</c:v>
                </c:pt>
                <c:pt idx="815">
                  <c:v>0.0096</c:v>
                </c:pt>
                <c:pt idx="816">
                  <c:v>0.0096</c:v>
                </c:pt>
                <c:pt idx="817">
                  <c:v>0.0096</c:v>
                </c:pt>
                <c:pt idx="818">
                  <c:v>0.0096</c:v>
                </c:pt>
                <c:pt idx="819">
                  <c:v>0.0096</c:v>
                </c:pt>
                <c:pt idx="820">
                  <c:v>0.0096</c:v>
                </c:pt>
                <c:pt idx="821">
                  <c:v>0.0096</c:v>
                </c:pt>
                <c:pt idx="822">
                  <c:v>0.0096</c:v>
                </c:pt>
                <c:pt idx="823">
                  <c:v>0.0096</c:v>
                </c:pt>
                <c:pt idx="824">
                  <c:v>0.0096</c:v>
                </c:pt>
                <c:pt idx="825">
                  <c:v>0.0096</c:v>
                </c:pt>
                <c:pt idx="826">
                  <c:v>0.0096</c:v>
                </c:pt>
                <c:pt idx="827">
                  <c:v>0.0096</c:v>
                </c:pt>
                <c:pt idx="828">
                  <c:v>0.0096</c:v>
                </c:pt>
                <c:pt idx="829">
                  <c:v>0.0096</c:v>
                </c:pt>
                <c:pt idx="830">
                  <c:v>0.0096</c:v>
                </c:pt>
                <c:pt idx="831">
                  <c:v>0.0096</c:v>
                </c:pt>
                <c:pt idx="832">
                  <c:v>0.0096</c:v>
                </c:pt>
                <c:pt idx="833">
                  <c:v>0.0096</c:v>
                </c:pt>
                <c:pt idx="834">
                  <c:v>0.0096</c:v>
                </c:pt>
                <c:pt idx="835">
                  <c:v>0.0096</c:v>
                </c:pt>
                <c:pt idx="836">
                  <c:v>0.0096</c:v>
                </c:pt>
                <c:pt idx="837">
                  <c:v>0.0096</c:v>
                </c:pt>
                <c:pt idx="838">
                  <c:v>0.0096</c:v>
                </c:pt>
                <c:pt idx="839">
                  <c:v>0.0096</c:v>
                </c:pt>
                <c:pt idx="840">
                  <c:v>0.0096</c:v>
                </c:pt>
                <c:pt idx="841">
                  <c:v>0.0096</c:v>
                </c:pt>
                <c:pt idx="842">
                  <c:v>0.0096</c:v>
                </c:pt>
                <c:pt idx="843">
                  <c:v>0.0096</c:v>
                </c:pt>
                <c:pt idx="844">
                  <c:v>0.0096</c:v>
                </c:pt>
                <c:pt idx="845">
                  <c:v>0.0096</c:v>
                </c:pt>
                <c:pt idx="846">
                  <c:v>0.0096</c:v>
                </c:pt>
                <c:pt idx="847">
                  <c:v>0.0096</c:v>
                </c:pt>
                <c:pt idx="848">
                  <c:v>0.0096</c:v>
                </c:pt>
                <c:pt idx="849">
                  <c:v>0.0096</c:v>
                </c:pt>
                <c:pt idx="850">
                  <c:v>0.0096</c:v>
                </c:pt>
                <c:pt idx="851">
                  <c:v>0.0096</c:v>
                </c:pt>
                <c:pt idx="852">
                  <c:v>0.0096</c:v>
                </c:pt>
                <c:pt idx="853">
                  <c:v>0.0096</c:v>
                </c:pt>
                <c:pt idx="854">
                  <c:v>0.0096</c:v>
                </c:pt>
                <c:pt idx="855">
                  <c:v>0.0096</c:v>
                </c:pt>
                <c:pt idx="856">
                  <c:v>0.0096</c:v>
                </c:pt>
                <c:pt idx="857">
                  <c:v>0.0096</c:v>
                </c:pt>
                <c:pt idx="858">
                  <c:v>0.0096</c:v>
                </c:pt>
                <c:pt idx="859">
                  <c:v>0.0096</c:v>
                </c:pt>
                <c:pt idx="860">
                  <c:v>0.0096</c:v>
                </c:pt>
                <c:pt idx="861">
                  <c:v>0.0096</c:v>
                </c:pt>
                <c:pt idx="862">
                  <c:v>0.0096</c:v>
                </c:pt>
                <c:pt idx="863">
                  <c:v>0.0096</c:v>
                </c:pt>
                <c:pt idx="864">
                  <c:v>0.0096</c:v>
                </c:pt>
                <c:pt idx="865">
                  <c:v>0.0096</c:v>
                </c:pt>
                <c:pt idx="866">
                  <c:v>0.0096</c:v>
                </c:pt>
                <c:pt idx="867">
                  <c:v>0.0096</c:v>
                </c:pt>
                <c:pt idx="868">
                  <c:v>0.0096</c:v>
                </c:pt>
                <c:pt idx="869">
                  <c:v>0.0096</c:v>
                </c:pt>
                <c:pt idx="870">
                  <c:v>0.0096</c:v>
                </c:pt>
                <c:pt idx="871">
                  <c:v>0.0096</c:v>
                </c:pt>
                <c:pt idx="872">
                  <c:v>0.0096</c:v>
                </c:pt>
                <c:pt idx="873">
                  <c:v>0.0096</c:v>
                </c:pt>
                <c:pt idx="874">
                  <c:v>0.0096</c:v>
                </c:pt>
                <c:pt idx="875">
                  <c:v>0.0096</c:v>
                </c:pt>
                <c:pt idx="876">
                  <c:v>0.0096</c:v>
                </c:pt>
                <c:pt idx="877">
                  <c:v>0.0096</c:v>
                </c:pt>
                <c:pt idx="878">
                  <c:v>0.0096</c:v>
                </c:pt>
                <c:pt idx="879">
                  <c:v>0.0096</c:v>
                </c:pt>
                <c:pt idx="880">
                  <c:v>0.0096</c:v>
                </c:pt>
                <c:pt idx="881">
                  <c:v>0.0096</c:v>
                </c:pt>
                <c:pt idx="882">
                  <c:v>0.0096</c:v>
                </c:pt>
                <c:pt idx="883">
                  <c:v>0.0096</c:v>
                </c:pt>
                <c:pt idx="884">
                  <c:v>0.0096</c:v>
                </c:pt>
                <c:pt idx="885">
                  <c:v>0.0096</c:v>
                </c:pt>
                <c:pt idx="886">
                  <c:v>0.0096</c:v>
                </c:pt>
                <c:pt idx="887">
                  <c:v>0.0096</c:v>
                </c:pt>
                <c:pt idx="888">
                  <c:v>0.0096</c:v>
                </c:pt>
                <c:pt idx="889">
                  <c:v>0.0096</c:v>
                </c:pt>
                <c:pt idx="890">
                  <c:v>0.0096</c:v>
                </c:pt>
                <c:pt idx="891">
                  <c:v>0.0096</c:v>
                </c:pt>
                <c:pt idx="892">
                  <c:v>0.0096</c:v>
                </c:pt>
                <c:pt idx="893">
                  <c:v>0.0096</c:v>
                </c:pt>
                <c:pt idx="894">
                  <c:v>0.0096</c:v>
                </c:pt>
                <c:pt idx="895">
                  <c:v>0.0096</c:v>
                </c:pt>
                <c:pt idx="896">
                  <c:v>0.0096</c:v>
                </c:pt>
                <c:pt idx="897">
                  <c:v>0.0096</c:v>
                </c:pt>
                <c:pt idx="898">
                  <c:v>0.0096</c:v>
                </c:pt>
                <c:pt idx="899">
                  <c:v>0.0096</c:v>
                </c:pt>
                <c:pt idx="900">
                  <c:v>0.0096</c:v>
                </c:pt>
                <c:pt idx="901">
                  <c:v>0.0096</c:v>
                </c:pt>
                <c:pt idx="902">
                  <c:v>0.0096</c:v>
                </c:pt>
                <c:pt idx="903">
                  <c:v>0.0096</c:v>
                </c:pt>
                <c:pt idx="904">
                  <c:v>0.0096</c:v>
                </c:pt>
                <c:pt idx="905">
                  <c:v>0.0096</c:v>
                </c:pt>
                <c:pt idx="906">
                  <c:v>0.0096</c:v>
                </c:pt>
                <c:pt idx="907">
                  <c:v>0.0096</c:v>
                </c:pt>
                <c:pt idx="908">
                  <c:v>0.0096</c:v>
                </c:pt>
                <c:pt idx="909">
                  <c:v>0.0096</c:v>
                </c:pt>
                <c:pt idx="910">
                  <c:v>0.0096</c:v>
                </c:pt>
                <c:pt idx="911">
                  <c:v>0.0096</c:v>
                </c:pt>
                <c:pt idx="912">
                  <c:v>0.0096</c:v>
                </c:pt>
                <c:pt idx="913">
                  <c:v>0.0096</c:v>
                </c:pt>
                <c:pt idx="914">
                  <c:v>0.0096</c:v>
                </c:pt>
                <c:pt idx="915">
                  <c:v>0.0096</c:v>
                </c:pt>
                <c:pt idx="916">
                  <c:v>0.0096</c:v>
                </c:pt>
                <c:pt idx="917">
                  <c:v>0.0096</c:v>
                </c:pt>
                <c:pt idx="918">
                  <c:v>0.0096</c:v>
                </c:pt>
                <c:pt idx="919">
                  <c:v>0.0096</c:v>
                </c:pt>
                <c:pt idx="920">
                  <c:v>0.0096</c:v>
                </c:pt>
                <c:pt idx="921">
                  <c:v>0.0096</c:v>
                </c:pt>
                <c:pt idx="922">
                  <c:v>0.0096</c:v>
                </c:pt>
                <c:pt idx="923">
                  <c:v>0.0096</c:v>
                </c:pt>
                <c:pt idx="924">
                  <c:v>0.0096</c:v>
                </c:pt>
                <c:pt idx="925">
                  <c:v>0.0096</c:v>
                </c:pt>
                <c:pt idx="926">
                  <c:v>0.0096</c:v>
                </c:pt>
                <c:pt idx="927">
                  <c:v>0.0096</c:v>
                </c:pt>
                <c:pt idx="928">
                  <c:v>0.0096</c:v>
                </c:pt>
                <c:pt idx="929">
                  <c:v>0.0096</c:v>
                </c:pt>
                <c:pt idx="930">
                  <c:v>0.0096</c:v>
                </c:pt>
                <c:pt idx="931">
                  <c:v>0.0096</c:v>
                </c:pt>
                <c:pt idx="932">
                  <c:v>0.0096</c:v>
                </c:pt>
                <c:pt idx="933">
                  <c:v>0.0096</c:v>
                </c:pt>
                <c:pt idx="934">
                  <c:v>0.0096</c:v>
                </c:pt>
                <c:pt idx="935">
                  <c:v>0.0096</c:v>
                </c:pt>
                <c:pt idx="936">
                  <c:v>0.0096</c:v>
                </c:pt>
                <c:pt idx="937">
                  <c:v>0.0096</c:v>
                </c:pt>
                <c:pt idx="938">
                  <c:v>0.0096</c:v>
                </c:pt>
                <c:pt idx="939">
                  <c:v>0.0096</c:v>
                </c:pt>
                <c:pt idx="940">
                  <c:v>0.0096</c:v>
                </c:pt>
                <c:pt idx="941">
                  <c:v>0.0096</c:v>
                </c:pt>
                <c:pt idx="942">
                  <c:v>0.0096</c:v>
                </c:pt>
                <c:pt idx="943">
                  <c:v>0.0096</c:v>
                </c:pt>
                <c:pt idx="944">
                  <c:v>0.0096</c:v>
                </c:pt>
                <c:pt idx="945">
                  <c:v>0.0096</c:v>
                </c:pt>
                <c:pt idx="946">
                  <c:v>0.0096</c:v>
                </c:pt>
                <c:pt idx="947">
                  <c:v>0.0096</c:v>
                </c:pt>
                <c:pt idx="948">
                  <c:v>0.0096</c:v>
                </c:pt>
                <c:pt idx="949">
                  <c:v>0.0096</c:v>
                </c:pt>
                <c:pt idx="950">
                  <c:v>0.0096</c:v>
                </c:pt>
                <c:pt idx="951">
                  <c:v>0.0096</c:v>
                </c:pt>
                <c:pt idx="952">
                  <c:v>0.0096</c:v>
                </c:pt>
                <c:pt idx="953">
                  <c:v>0.0096</c:v>
                </c:pt>
                <c:pt idx="954">
                  <c:v>0.0096</c:v>
                </c:pt>
                <c:pt idx="955">
                  <c:v>0.0096</c:v>
                </c:pt>
                <c:pt idx="956">
                  <c:v>0.0096</c:v>
                </c:pt>
                <c:pt idx="957">
                  <c:v>0.0096</c:v>
                </c:pt>
                <c:pt idx="958">
                  <c:v>0.0096</c:v>
                </c:pt>
                <c:pt idx="959">
                  <c:v>0.0096</c:v>
                </c:pt>
                <c:pt idx="960">
                  <c:v>0.0096</c:v>
                </c:pt>
                <c:pt idx="961">
                  <c:v>0.0096</c:v>
                </c:pt>
                <c:pt idx="962">
                  <c:v>0.0096</c:v>
                </c:pt>
                <c:pt idx="963">
                  <c:v>0.0096</c:v>
                </c:pt>
                <c:pt idx="964">
                  <c:v>0.0096</c:v>
                </c:pt>
                <c:pt idx="965">
                  <c:v>0.0096</c:v>
                </c:pt>
                <c:pt idx="966">
                  <c:v>0.0096</c:v>
                </c:pt>
                <c:pt idx="967">
                  <c:v>0.0096</c:v>
                </c:pt>
                <c:pt idx="968">
                  <c:v>0.0096</c:v>
                </c:pt>
                <c:pt idx="969">
                  <c:v>0.0096</c:v>
                </c:pt>
                <c:pt idx="970">
                  <c:v>0.0096</c:v>
                </c:pt>
                <c:pt idx="971">
                  <c:v>0.0096</c:v>
                </c:pt>
                <c:pt idx="972">
                  <c:v>0.0096</c:v>
                </c:pt>
                <c:pt idx="973">
                  <c:v>0.0096</c:v>
                </c:pt>
                <c:pt idx="974">
                  <c:v>0.0096</c:v>
                </c:pt>
                <c:pt idx="975">
                  <c:v>0.0096</c:v>
                </c:pt>
                <c:pt idx="976">
                  <c:v>0.0096</c:v>
                </c:pt>
                <c:pt idx="977">
                  <c:v>0.0096</c:v>
                </c:pt>
                <c:pt idx="978">
                  <c:v>0.0096</c:v>
                </c:pt>
                <c:pt idx="979">
                  <c:v>0.0096</c:v>
                </c:pt>
                <c:pt idx="980">
                  <c:v>0.0096</c:v>
                </c:pt>
                <c:pt idx="981">
                  <c:v>0.0096</c:v>
                </c:pt>
                <c:pt idx="982">
                  <c:v>0.0096</c:v>
                </c:pt>
                <c:pt idx="983">
                  <c:v>0.0096</c:v>
                </c:pt>
                <c:pt idx="984">
                  <c:v>0.0096</c:v>
                </c:pt>
                <c:pt idx="985">
                  <c:v>0.0096</c:v>
                </c:pt>
                <c:pt idx="986">
                  <c:v>0.0096</c:v>
                </c:pt>
                <c:pt idx="987">
                  <c:v>0.0096</c:v>
                </c:pt>
                <c:pt idx="988">
                  <c:v>0.0096</c:v>
                </c:pt>
                <c:pt idx="989">
                  <c:v>0.0096</c:v>
                </c:pt>
                <c:pt idx="990">
                  <c:v>0.0096</c:v>
                </c:pt>
                <c:pt idx="991">
                  <c:v>0.0096</c:v>
                </c:pt>
                <c:pt idx="992">
                  <c:v>0.0096</c:v>
                </c:pt>
                <c:pt idx="993">
                  <c:v>0.0096</c:v>
                </c:pt>
                <c:pt idx="994">
                  <c:v>0.0096</c:v>
                </c:pt>
                <c:pt idx="995">
                  <c:v>0.0096</c:v>
                </c:pt>
                <c:pt idx="996">
                  <c:v>0.0096</c:v>
                </c:pt>
                <c:pt idx="997">
                  <c:v>0.0096</c:v>
                </c:pt>
                <c:pt idx="998">
                  <c:v>0.0096</c:v>
                </c:pt>
                <c:pt idx="999">
                  <c:v>0.0096</c:v>
                </c:pt>
                <c:pt idx="1000">
                  <c:v>0.0096</c:v>
                </c:pt>
                <c:pt idx="1001">
                  <c:v>0.0096</c:v>
                </c:pt>
                <c:pt idx="1002">
                  <c:v>0.0096</c:v>
                </c:pt>
                <c:pt idx="1003">
                  <c:v>0.0096</c:v>
                </c:pt>
                <c:pt idx="1004">
                  <c:v>0.0096</c:v>
                </c:pt>
                <c:pt idx="1005">
                  <c:v>0.0096</c:v>
                </c:pt>
                <c:pt idx="1006">
                  <c:v>0.0096</c:v>
                </c:pt>
                <c:pt idx="1007">
                  <c:v>0.0096</c:v>
                </c:pt>
                <c:pt idx="1008">
                  <c:v>0.0096</c:v>
                </c:pt>
                <c:pt idx="1009">
                  <c:v>0.0096</c:v>
                </c:pt>
                <c:pt idx="1010">
                  <c:v>0.0096</c:v>
                </c:pt>
                <c:pt idx="1011">
                  <c:v>0.0096</c:v>
                </c:pt>
                <c:pt idx="1012">
                  <c:v>0.0096</c:v>
                </c:pt>
                <c:pt idx="1013">
                  <c:v>0.0096</c:v>
                </c:pt>
                <c:pt idx="1014">
                  <c:v>0.0096</c:v>
                </c:pt>
                <c:pt idx="1015">
                  <c:v>0.0096</c:v>
                </c:pt>
                <c:pt idx="1016">
                  <c:v>0.0096</c:v>
                </c:pt>
                <c:pt idx="1017">
                  <c:v>0.0096</c:v>
                </c:pt>
                <c:pt idx="1018">
                  <c:v>0.0096</c:v>
                </c:pt>
                <c:pt idx="1019">
                  <c:v>0.0096</c:v>
                </c:pt>
                <c:pt idx="1020">
                  <c:v>0.0096</c:v>
                </c:pt>
                <c:pt idx="1021">
                  <c:v>0.0096</c:v>
                </c:pt>
                <c:pt idx="1022">
                  <c:v>0.0096</c:v>
                </c:pt>
                <c:pt idx="1023">
                  <c:v>0.0096</c:v>
                </c:pt>
                <c:pt idx="1024">
                  <c:v>0.0096</c:v>
                </c:pt>
                <c:pt idx="1025">
                  <c:v>0.0096</c:v>
                </c:pt>
                <c:pt idx="1026">
                  <c:v>0.0096</c:v>
                </c:pt>
                <c:pt idx="1027">
                  <c:v>0.0096</c:v>
                </c:pt>
                <c:pt idx="1028">
                  <c:v>0.0096</c:v>
                </c:pt>
                <c:pt idx="1029">
                  <c:v>0.0096</c:v>
                </c:pt>
                <c:pt idx="1030">
                  <c:v>0.0096</c:v>
                </c:pt>
                <c:pt idx="1031">
                  <c:v>0.0096</c:v>
                </c:pt>
                <c:pt idx="1032">
                  <c:v>0.0096</c:v>
                </c:pt>
                <c:pt idx="1033">
                  <c:v>0.0096</c:v>
                </c:pt>
                <c:pt idx="1034">
                  <c:v>0.0096</c:v>
                </c:pt>
                <c:pt idx="1035">
                  <c:v>0.0096</c:v>
                </c:pt>
                <c:pt idx="1036">
                  <c:v>0.0096</c:v>
                </c:pt>
                <c:pt idx="1037">
                  <c:v>0.0096</c:v>
                </c:pt>
                <c:pt idx="1038">
                  <c:v>0.0096</c:v>
                </c:pt>
                <c:pt idx="1039">
                  <c:v>0.0096</c:v>
                </c:pt>
                <c:pt idx="1040">
                  <c:v>0.0096</c:v>
                </c:pt>
                <c:pt idx="1041">
                  <c:v>0.0096</c:v>
                </c:pt>
                <c:pt idx="1042">
                  <c:v>0.0096</c:v>
                </c:pt>
                <c:pt idx="1043">
                  <c:v>0.0096</c:v>
                </c:pt>
                <c:pt idx="1044">
                  <c:v>0.0096</c:v>
                </c:pt>
                <c:pt idx="1045">
                  <c:v>0.0096</c:v>
                </c:pt>
                <c:pt idx="1046">
                  <c:v>0.0096</c:v>
                </c:pt>
                <c:pt idx="1047">
                  <c:v>0.0096</c:v>
                </c:pt>
                <c:pt idx="1048">
                  <c:v>0.0096</c:v>
                </c:pt>
                <c:pt idx="1049">
                  <c:v>0.0096</c:v>
                </c:pt>
                <c:pt idx="1050">
                  <c:v>0.0096</c:v>
                </c:pt>
                <c:pt idx="1051">
                  <c:v>0.0096</c:v>
                </c:pt>
                <c:pt idx="1052">
                  <c:v>0.0096</c:v>
                </c:pt>
                <c:pt idx="1053">
                  <c:v>0.0096</c:v>
                </c:pt>
                <c:pt idx="1054">
                  <c:v>0.0096</c:v>
                </c:pt>
                <c:pt idx="1055">
                  <c:v>0.0096</c:v>
                </c:pt>
                <c:pt idx="1056">
                  <c:v>0.0096</c:v>
                </c:pt>
                <c:pt idx="1057">
                  <c:v>0.0096</c:v>
                </c:pt>
                <c:pt idx="1058">
                  <c:v>0.0096</c:v>
                </c:pt>
                <c:pt idx="1059">
                  <c:v>0.0096</c:v>
                </c:pt>
                <c:pt idx="1060">
                  <c:v>0.0096</c:v>
                </c:pt>
                <c:pt idx="1061">
                  <c:v>0.0096</c:v>
                </c:pt>
                <c:pt idx="1062">
                  <c:v>0.0096</c:v>
                </c:pt>
                <c:pt idx="1063">
                  <c:v>0.0096</c:v>
                </c:pt>
                <c:pt idx="1064">
                  <c:v>0.0096</c:v>
                </c:pt>
                <c:pt idx="1065">
                  <c:v>0.0096</c:v>
                </c:pt>
                <c:pt idx="1066">
                  <c:v>0.0096</c:v>
                </c:pt>
                <c:pt idx="1067">
                  <c:v>0.0096</c:v>
                </c:pt>
                <c:pt idx="1068">
                  <c:v>0.0096</c:v>
                </c:pt>
                <c:pt idx="1069">
                  <c:v>0.0096</c:v>
                </c:pt>
                <c:pt idx="1070">
                  <c:v>0.0096</c:v>
                </c:pt>
                <c:pt idx="1071">
                  <c:v>0.0096</c:v>
                </c:pt>
                <c:pt idx="1072">
                  <c:v>0.0096</c:v>
                </c:pt>
                <c:pt idx="1073">
                  <c:v>0.0096</c:v>
                </c:pt>
                <c:pt idx="1074">
                  <c:v>0.0096</c:v>
                </c:pt>
                <c:pt idx="1075">
                  <c:v>0.0096</c:v>
                </c:pt>
                <c:pt idx="1076">
                  <c:v>0.0096</c:v>
                </c:pt>
                <c:pt idx="1077">
                  <c:v>0.0096</c:v>
                </c:pt>
                <c:pt idx="1078">
                  <c:v>0.0096</c:v>
                </c:pt>
                <c:pt idx="1079">
                  <c:v>0.0096</c:v>
                </c:pt>
                <c:pt idx="1080">
                  <c:v>0.0096</c:v>
                </c:pt>
                <c:pt idx="1081">
                  <c:v>0.0096</c:v>
                </c:pt>
                <c:pt idx="1082">
                  <c:v>0.0096</c:v>
                </c:pt>
                <c:pt idx="1083">
                  <c:v>0.0096</c:v>
                </c:pt>
                <c:pt idx="1084">
                  <c:v>0.0096</c:v>
                </c:pt>
                <c:pt idx="1085">
                  <c:v>0.0096</c:v>
                </c:pt>
                <c:pt idx="1086">
                  <c:v>0.0096</c:v>
                </c:pt>
                <c:pt idx="1087">
                  <c:v>0.0096</c:v>
                </c:pt>
                <c:pt idx="1088">
                  <c:v>0.0096</c:v>
                </c:pt>
                <c:pt idx="1089">
                  <c:v>0.0096</c:v>
                </c:pt>
                <c:pt idx="1090">
                  <c:v>0.0096</c:v>
                </c:pt>
                <c:pt idx="1091">
                  <c:v>0.0096</c:v>
                </c:pt>
                <c:pt idx="1092">
                  <c:v>0.0096</c:v>
                </c:pt>
                <c:pt idx="1093">
                  <c:v>0.0096</c:v>
                </c:pt>
                <c:pt idx="1094">
                  <c:v>0.0096</c:v>
                </c:pt>
                <c:pt idx="1095">
                  <c:v>0.0096</c:v>
                </c:pt>
                <c:pt idx="1096">
                  <c:v>0.0096</c:v>
                </c:pt>
                <c:pt idx="1097">
                  <c:v>0.0096</c:v>
                </c:pt>
                <c:pt idx="1098">
                  <c:v>0.0096</c:v>
                </c:pt>
                <c:pt idx="1099">
                  <c:v>0.0096</c:v>
                </c:pt>
                <c:pt idx="1100">
                  <c:v>0.0096</c:v>
                </c:pt>
                <c:pt idx="1101">
                  <c:v>0.0096</c:v>
                </c:pt>
                <c:pt idx="1102">
                  <c:v>0.0096</c:v>
                </c:pt>
                <c:pt idx="1103">
                  <c:v>0.0096</c:v>
                </c:pt>
                <c:pt idx="1104">
                  <c:v>0.0096</c:v>
                </c:pt>
                <c:pt idx="1105">
                  <c:v>0.0096</c:v>
                </c:pt>
                <c:pt idx="1106">
                  <c:v>0.0096</c:v>
                </c:pt>
                <c:pt idx="1107">
                  <c:v>0.0096</c:v>
                </c:pt>
                <c:pt idx="1108">
                  <c:v>0.0096</c:v>
                </c:pt>
                <c:pt idx="1109">
                  <c:v>0.0096</c:v>
                </c:pt>
                <c:pt idx="1110">
                  <c:v>0.0096</c:v>
                </c:pt>
                <c:pt idx="1111">
                  <c:v>0.0096</c:v>
                </c:pt>
                <c:pt idx="1112">
                  <c:v>0.0096</c:v>
                </c:pt>
                <c:pt idx="1113">
                  <c:v>0.0096</c:v>
                </c:pt>
                <c:pt idx="1114">
                  <c:v>0.0096</c:v>
                </c:pt>
                <c:pt idx="1115">
                  <c:v>0.0096</c:v>
                </c:pt>
                <c:pt idx="1116">
                  <c:v>0.0096</c:v>
                </c:pt>
                <c:pt idx="1117">
                  <c:v>0.0096</c:v>
                </c:pt>
                <c:pt idx="1118">
                  <c:v>0.0096</c:v>
                </c:pt>
                <c:pt idx="1119">
                  <c:v>0.0096</c:v>
                </c:pt>
                <c:pt idx="1120">
                  <c:v>0.0096</c:v>
                </c:pt>
                <c:pt idx="1121">
                  <c:v>0.0096</c:v>
                </c:pt>
                <c:pt idx="1122">
                  <c:v>0.0096</c:v>
                </c:pt>
                <c:pt idx="1123">
                  <c:v>0.0096</c:v>
                </c:pt>
                <c:pt idx="1124">
                  <c:v>0.0096</c:v>
                </c:pt>
                <c:pt idx="1125">
                  <c:v>0.0096</c:v>
                </c:pt>
                <c:pt idx="1126">
                  <c:v>0.0096</c:v>
                </c:pt>
                <c:pt idx="1127">
                  <c:v>0.0096</c:v>
                </c:pt>
                <c:pt idx="1128">
                  <c:v>0.0096</c:v>
                </c:pt>
                <c:pt idx="1129">
                  <c:v>0.0096</c:v>
                </c:pt>
                <c:pt idx="1130">
                  <c:v>0.0096</c:v>
                </c:pt>
                <c:pt idx="1131">
                  <c:v>0.0096</c:v>
                </c:pt>
                <c:pt idx="1132">
                  <c:v>0.0096</c:v>
                </c:pt>
                <c:pt idx="1133">
                  <c:v>0.0096</c:v>
                </c:pt>
                <c:pt idx="1134">
                  <c:v>0.0096</c:v>
                </c:pt>
                <c:pt idx="1135">
                  <c:v>0.0096</c:v>
                </c:pt>
                <c:pt idx="1136">
                  <c:v>0.0096</c:v>
                </c:pt>
                <c:pt idx="1137">
                  <c:v>0.0096</c:v>
                </c:pt>
                <c:pt idx="1138">
                  <c:v>0.0096</c:v>
                </c:pt>
                <c:pt idx="1139">
                  <c:v>0.0096</c:v>
                </c:pt>
                <c:pt idx="1140">
                  <c:v>0.0096</c:v>
                </c:pt>
                <c:pt idx="1141">
                  <c:v>0.0096</c:v>
                </c:pt>
                <c:pt idx="1142">
                  <c:v>0.0096</c:v>
                </c:pt>
                <c:pt idx="1143">
                  <c:v>0.0096</c:v>
                </c:pt>
                <c:pt idx="1144">
                  <c:v>0.0096</c:v>
                </c:pt>
                <c:pt idx="1145">
                  <c:v>0.0096</c:v>
                </c:pt>
                <c:pt idx="1146">
                  <c:v>0.0096</c:v>
                </c:pt>
                <c:pt idx="1147">
                  <c:v>0.0096</c:v>
                </c:pt>
                <c:pt idx="1148">
                  <c:v>0.0096</c:v>
                </c:pt>
                <c:pt idx="1149">
                  <c:v>0.0096</c:v>
                </c:pt>
                <c:pt idx="1150">
                  <c:v>0.0096</c:v>
                </c:pt>
                <c:pt idx="1151">
                  <c:v>0.0096</c:v>
                </c:pt>
                <c:pt idx="1152">
                  <c:v>0.0096</c:v>
                </c:pt>
                <c:pt idx="1153">
                  <c:v>0.0096</c:v>
                </c:pt>
                <c:pt idx="1154">
                  <c:v>0.0096</c:v>
                </c:pt>
                <c:pt idx="1155">
                  <c:v>0.0096</c:v>
                </c:pt>
                <c:pt idx="1156">
                  <c:v>0.0096</c:v>
                </c:pt>
                <c:pt idx="1157">
                  <c:v>0.0096</c:v>
                </c:pt>
                <c:pt idx="1158">
                  <c:v>0.0096</c:v>
                </c:pt>
                <c:pt idx="1159">
                  <c:v>0.0096</c:v>
                </c:pt>
                <c:pt idx="1160">
                  <c:v>0.0096</c:v>
                </c:pt>
                <c:pt idx="1161">
                  <c:v>0.0096</c:v>
                </c:pt>
                <c:pt idx="1162">
                  <c:v>0.0096</c:v>
                </c:pt>
                <c:pt idx="1163">
                  <c:v>0.0096</c:v>
                </c:pt>
                <c:pt idx="1164">
                  <c:v>0.0096</c:v>
                </c:pt>
                <c:pt idx="1165">
                  <c:v>0.0096</c:v>
                </c:pt>
                <c:pt idx="1166">
                  <c:v>0.0096</c:v>
                </c:pt>
                <c:pt idx="1167">
                  <c:v>0.0096</c:v>
                </c:pt>
                <c:pt idx="1168">
                  <c:v>0.0096</c:v>
                </c:pt>
                <c:pt idx="1169">
                  <c:v>0.0096</c:v>
                </c:pt>
                <c:pt idx="1170">
                  <c:v>0.0096</c:v>
                </c:pt>
                <c:pt idx="1171">
                  <c:v>0.0096</c:v>
                </c:pt>
                <c:pt idx="1172">
                  <c:v>0.0096</c:v>
                </c:pt>
                <c:pt idx="1173">
                  <c:v>0.0096</c:v>
                </c:pt>
                <c:pt idx="1174">
                  <c:v>0.0096</c:v>
                </c:pt>
                <c:pt idx="1175">
                  <c:v>0.0096</c:v>
                </c:pt>
                <c:pt idx="1176">
                  <c:v>0.0096</c:v>
                </c:pt>
                <c:pt idx="1177">
                  <c:v>0.0096</c:v>
                </c:pt>
                <c:pt idx="1178">
                  <c:v>0.0096</c:v>
                </c:pt>
                <c:pt idx="1179">
                  <c:v>0.0096</c:v>
                </c:pt>
                <c:pt idx="1180">
                  <c:v>0.0096</c:v>
                </c:pt>
                <c:pt idx="1181">
                  <c:v>0.0096</c:v>
                </c:pt>
                <c:pt idx="1182">
                  <c:v>0.0096</c:v>
                </c:pt>
                <c:pt idx="1183">
                  <c:v>0.0096</c:v>
                </c:pt>
                <c:pt idx="1184">
                  <c:v>0.0096</c:v>
                </c:pt>
                <c:pt idx="1185">
                  <c:v>0.0096</c:v>
                </c:pt>
                <c:pt idx="1186">
                  <c:v>0.0096</c:v>
                </c:pt>
                <c:pt idx="1187">
                  <c:v>0.0096</c:v>
                </c:pt>
                <c:pt idx="1188">
                  <c:v>0.0096</c:v>
                </c:pt>
                <c:pt idx="1189">
                  <c:v>0.0096</c:v>
                </c:pt>
                <c:pt idx="1190">
                  <c:v>0.0096</c:v>
                </c:pt>
                <c:pt idx="1191">
                  <c:v>0.0096</c:v>
                </c:pt>
                <c:pt idx="1192">
                  <c:v>0.0096</c:v>
                </c:pt>
                <c:pt idx="1193">
                  <c:v>0.0096</c:v>
                </c:pt>
                <c:pt idx="1194">
                  <c:v>0.0096</c:v>
                </c:pt>
                <c:pt idx="1195">
                  <c:v>0.0096</c:v>
                </c:pt>
                <c:pt idx="1196">
                  <c:v>0.0096</c:v>
                </c:pt>
                <c:pt idx="1197">
                  <c:v>0.0096</c:v>
                </c:pt>
                <c:pt idx="1198">
                  <c:v>0.0096</c:v>
                </c:pt>
                <c:pt idx="1199">
                  <c:v>0.0096</c:v>
                </c:pt>
                <c:pt idx="1200">
                  <c:v>0.0096</c:v>
                </c:pt>
                <c:pt idx="1201">
                  <c:v>0.0096</c:v>
                </c:pt>
                <c:pt idx="1202">
                  <c:v>0.0096</c:v>
                </c:pt>
                <c:pt idx="1203">
                  <c:v>0.0096</c:v>
                </c:pt>
                <c:pt idx="1204">
                  <c:v>0.0096</c:v>
                </c:pt>
                <c:pt idx="1205">
                  <c:v>0.0096</c:v>
                </c:pt>
                <c:pt idx="1206">
                  <c:v>0.0096</c:v>
                </c:pt>
                <c:pt idx="1207">
                  <c:v>0.0096</c:v>
                </c:pt>
                <c:pt idx="1208">
                  <c:v>0.0096</c:v>
                </c:pt>
                <c:pt idx="1209">
                  <c:v>0.0096</c:v>
                </c:pt>
                <c:pt idx="1210">
                  <c:v>0.0096</c:v>
                </c:pt>
                <c:pt idx="1211">
                  <c:v>0.0096</c:v>
                </c:pt>
                <c:pt idx="1212">
                  <c:v>0.0096</c:v>
                </c:pt>
                <c:pt idx="1213">
                  <c:v>0.0096</c:v>
                </c:pt>
                <c:pt idx="1214">
                  <c:v>0.0096</c:v>
                </c:pt>
                <c:pt idx="1215">
                  <c:v>0.0096</c:v>
                </c:pt>
                <c:pt idx="1216">
                  <c:v>0.0096</c:v>
                </c:pt>
                <c:pt idx="1217">
                  <c:v>0.0096</c:v>
                </c:pt>
                <c:pt idx="1218">
                  <c:v>0.0096</c:v>
                </c:pt>
                <c:pt idx="1219">
                  <c:v>0.0096</c:v>
                </c:pt>
                <c:pt idx="1220">
                  <c:v>0.0096</c:v>
                </c:pt>
                <c:pt idx="1221">
                  <c:v>0.0096</c:v>
                </c:pt>
                <c:pt idx="1222">
                  <c:v>0.0096</c:v>
                </c:pt>
                <c:pt idx="1223">
                  <c:v>0.0096</c:v>
                </c:pt>
                <c:pt idx="1224">
                  <c:v>0.0096</c:v>
                </c:pt>
                <c:pt idx="1225">
                  <c:v>0.0096</c:v>
                </c:pt>
                <c:pt idx="1226">
                  <c:v>0.0096</c:v>
                </c:pt>
                <c:pt idx="1227">
                  <c:v>0.0096</c:v>
                </c:pt>
                <c:pt idx="1228">
                  <c:v>0.0096</c:v>
                </c:pt>
                <c:pt idx="1229">
                  <c:v>0.0096</c:v>
                </c:pt>
                <c:pt idx="1230">
                  <c:v>0.0096</c:v>
                </c:pt>
                <c:pt idx="1231">
                  <c:v>0.0096</c:v>
                </c:pt>
                <c:pt idx="1232">
                  <c:v>0.0096</c:v>
                </c:pt>
                <c:pt idx="1233">
                  <c:v>0.0096</c:v>
                </c:pt>
                <c:pt idx="1234">
                  <c:v>0.0096</c:v>
                </c:pt>
                <c:pt idx="1235">
                  <c:v>0.0096</c:v>
                </c:pt>
                <c:pt idx="1236">
                  <c:v>0.0096</c:v>
                </c:pt>
                <c:pt idx="1237">
                  <c:v>0.0096</c:v>
                </c:pt>
                <c:pt idx="1238">
                  <c:v>0.0096</c:v>
                </c:pt>
                <c:pt idx="1239">
                  <c:v>0.0096</c:v>
                </c:pt>
                <c:pt idx="1240">
                  <c:v>0.0096</c:v>
                </c:pt>
                <c:pt idx="1241">
                  <c:v>0.0096</c:v>
                </c:pt>
                <c:pt idx="1242">
                  <c:v>0.0096</c:v>
                </c:pt>
                <c:pt idx="1243">
                  <c:v>0.0096</c:v>
                </c:pt>
                <c:pt idx="1244">
                  <c:v>0.0096</c:v>
                </c:pt>
                <c:pt idx="1245">
                  <c:v>0.0096</c:v>
                </c:pt>
                <c:pt idx="1246">
                  <c:v>0.0096</c:v>
                </c:pt>
                <c:pt idx="1247">
                  <c:v>0.0096</c:v>
                </c:pt>
                <c:pt idx="1248">
                  <c:v>0.0096</c:v>
                </c:pt>
                <c:pt idx="1249">
                  <c:v>0.0096</c:v>
                </c:pt>
                <c:pt idx="1250">
                  <c:v>0.0096</c:v>
                </c:pt>
                <c:pt idx="1251">
                  <c:v>0.0096</c:v>
                </c:pt>
                <c:pt idx="1252">
                  <c:v>0.0096</c:v>
                </c:pt>
                <c:pt idx="1253">
                  <c:v>0.0096</c:v>
                </c:pt>
                <c:pt idx="1254">
                  <c:v>0.0096</c:v>
                </c:pt>
                <c:pt idx="1255">
                  <c:v>0.0096</c:v>
                </c:pt>
                <c:pt idx="1256">
                  <c:v>0.0096</c:v>
                </c:pt>
                <c:pt idx="1257">
                  <c:v>0.0096</c:v>
                </c:pt>
                <c:pt idx="1258">
                  <c:v>0.0096</c:v>
                </c:pt>
                <c:pt idx="1259">
                  <c:v>0.0096</c:v>
                </c:pt>
                <c:pt idx="1260">
                  <c:v>0.0096</c:v>
                </c:pt>
                <c:pt idx="1261">
                  <c:v>0.0096</c:v>
                </c:pt>
                <c:pt idx="1262">
                  <c:v>0.0096</c:v>
                </c:pt>
                <c:pt idx="1263">
                  <c:v>0.0096</c:v>
                </c:pt>
                <c:pt idx="1264">
                  <c:v>0.0096</c:v>
                </c:pt>
                <c:pt idx="1265">
                  <c:v>0.0096</c:v>
                </c:pt>
                <c:pt idx="1266">
                  <c:v>0.0096</c:v>
                </c:pt>
                <c:pt idx="1267">
                  <c:v>0.0096</c:v>
                </c:pt>
                <c:pt idx="1268">
                  <c:v>0.0096</c:v>
                </c:pt>
                <c:pt idx="1269">
                  <c:v>0.0096</c:v>
                </c:pt>
                <c:pt idx="1270">
                  <c:v>0.0096</c:v>
                </c:pt>
                <c:pt idx="1271">
                  <c:v>0.0096</c:v>
                </c:pt>
                <c:pt idx="1272">
                  <c:v>0.0096</c:v>
                </c:pt>
                <c:pt idx="1273">
                  <c:v>0.0096</c:v>
                </c:pt>
                <c:pt idx="1274">
                  <c:v>0.0096</c:v>
                </c:pt>
                <c:pt idx="1275">
                  <c:v>0.0096</c:v>
                </c:pt>
                <c:pt idx="1276">
                  <c:v>0.0096</c:v>
                </c:pt>
                <c:pt idx="1277">
                  <c:v>0.0096</c:v>
                </c:pt>
                <c:pt idx="1278">
                  <c:v>0.0096</c:v>
                </c:pt>
                <c:pt idx="1279">
                  <c:v>0.0096</c:v>
                </c:pt>
                <c:pt idx="1280">
                  <c:v>0.0096</c:v>
                </c:pt>
                <c:pt idx="1281">
                  <c:v>0.0096</c:v>
                </c:pt>
                <c:pt idx="1282">
                  <c:v>0.0096</c:v>
                </c:pt>
                <c:pt idx="1283">
                  <c:v>0.0096</c:v>
                </c:pt>
                <c:pt idx="1284">
                  <c:v>0.0096</c:v>
                </c:pt>
                <c:pt idx="1285">
                  <c:v>0.0096</c:v>
                </c:pt>
                <c:pt idx="1286">
                  <c:v>0.0096</c:v>
                </c:pt>
                <c:pt idx="1287">
                  <c:v>0.0096</c:v>
                </c:pt>
                <c:pt idx="1288">
                  <c:v>0.0096</c:v>
                </c:pt>
                <c:pt idx="1289">
                  <c:v>0.0096</c:v>
                </c:pt>
                <c:pt idx="1290">
                  <c:v>0.0096</c:v>
                </c:pt>
                <c:pt idx="1291">
                  <c:v>0.0096</c:v>
                </c:pt>
                <c:pt idx="1292">
                  <c:v>0.0096</c:v>
                </c:pt>
                <c:pt idx="1293">
                  <c:v>0.0096</c:v>
                </c:pt>
                <c:pt idx="1294">
                  <c:v>0.0096</c:v>
                </c:pt>
                <c:pt idx="1295">
                  <c:v>0.0096</c:v>
                </c:pt>
                <c:pt idx="1296">
                  <c:v>0.0096</c:v>
                </c:pt>
                <c:pt idx="1297">
                  <c:v>0.0096</c:v>
                </c:pt>
                <c:pt idx="1298">
                  <c:v>0.0096</c:v>
                </c:pt>
                <c:pt idx="1299">
                  <c:v>0.0096</c:v>
                </c:pt>
                <c:pt idx="1300">
                  <c:v>0.0096</c:v>
                </c:pt>
                <c:pt idx="1301">
                  <c:v>0.0096</c:v>
                </c:pt>
                <c:pt idx="1302">
                  <c:v>0.0096</c:v>
                </c:pt>
                <c:pt idx="1303">
                  <c:v>0.0096</c:v>
                </c:pt>
                <c:pt idx="1304">
                  <c:v>0.0096</c:v>
                </c:pt>
                <c:pt idx="1305">
                  <c:v>0.0096</c:v>
                </c:pt>
                <c:pt idx="1306">
                  <c:v>0.0096</c:v>
                </c:pt>
                <c:pt idx="1307">
                  <c:v>0.0096</c:v>
                </c:pt>
                <c:pt idx="1308">
                  <c:v>0.0096</c:v>
                </c:pt>
                <c:pt idx="1309">
                  <c:v>0.0096</c:v>
                </c:pt>
                <c:pt idx="1310">
                  <c:v>0.0096</c:v>
                </c:pt>
                <c:pt idx="1311">
                  <c:v>0.0096</c:v>
                </c:pt>
                <c:pt idx="1312">
                  <c:v>0.0096</c:v>
                </c:pt>
                <c:pt idx="1313">
                  <c:v>0.0096</c:v>
                </c:pt>
                <c:pt idx="1314">
                  <c:v>0.0096</c:v>
                </c:pt>
                <c:pt idx="1315">
                  <c:v>0.0096</c:v>
                </c:pt>
                <c:pt idx="1316">
                  <c:v>0.0096</c:v>
                </c:pt>
                <c:pt idx="1317">
                  <c:v>0.0096</c:v>
                </c:pt>
                <c:pt idx="1318">
                  <c:v>0.0096</c:v>
                </c:pt>
                <c:pt idx="1319">
                  <c:v>0.0096</c:v>
                </c:pt>
                <c:pt idx="1320">
                  <c:v>0.0096</c:v>
                </c:pt>
                <c:pt idx="1321">
                  <c:v>0.0096</c:v>
                </c:pt>
                <c:pt idx="1322">
                  <c:v>0.0096</c:v>
                </c:pt>
                <c:pt idx="1323">
                  <c:v>0.0096</c:v>
                </c:pt>
                <c:pt idx="1324">
                  <c:v>0.0096</c:v>
                </c:pt>
                <c:pt idx="1325">
                  <c:v>0.0096</c:v>
                </c:pt>
                <c:pt idx="1326">
                  <c:v>0.0096</c:v>
                </c:pt>
                <c:pt idx="1327">
                  <c:v>0.0096</c:v>
                </c:pt>
                <c:pt idx="1328">
                  <c:v>0.0096</c:v>
                </c:pt>
                <c:pt idx="1329">
                  <c:v>0.0096</c:v>
                </c:pt>
                <c:pt idx="1330">
                  <c:v>0.0096</c:v>
                </c:pt>
                <c:pt idx="1331">
                  <c:v>0.0096</c:v>
                </c:pt>
                <c:pt idx="1332">
                  <c:v>0.0096</c:v>
                </c:pt>
                <c:pt idx="1333">
                  <c:v>0.0096</c:v>
                </c:pt>
                <c:pt idx="1334">
                  <c:v>0.0096</c:v>
                </c:pt>
                <c:pt idx="1335">
                  <c:v>0.0096</c:v>
                </c:pt>
                <c:pt idx="1336">
                  <c:v>0.0096</c:v>
                </c:pt>
                <c:pt idx="1337">
                  <c:v>0.0096</c:v>
                </c:pt>
                <c:pt idx="1338">
                  <c:v>0.0096</c:v>
                </c:pt>
                <c:pt idx="1339">
                  <c:v>0.0096</c:v>
                </c:pt>
                <c:pt idx="1340">
                  <c:v>0.0096</c:v>
                </c:pt>
                <c:pt idx="1341">
                  <c:v>0.0096</c:v>
                </c:pt>
                <c:pt idx="1342">
                  <c:v>0.0096</c:v>
                </c:pt>
                <c:pt idx="1343">
                  <c:v>0.0096</c:v>
                </c:pt>
                <c:pt idx="1344">
                  <c:v>0.0096</c:v>
                </c:pt>
                <c:pt idx="1345">
                  <c:v>0.0096</c:v>
                </c:pt>
                <c:pt idx="1346">
                  <c:v>0.0096</c:v>
                </c:pt>
                <c:pt idx="1347">
                  <c:v>0.0096</c:v>
                </c:pt>
                <c:pt idx="1348">
                  <c:v>0.0096</c:v>
                </c:pt>
                <c:pt idx="1349">
                  <c:v>0.0096</c:v>
                </c:pt>
                <c:pt idx="1350">
                  <c:v>0.0096</c:v>
                </c:pt>
                <c:pt idx="1351">
                  <c:v>0.0096</c:v>
                </c:pt>
                <c:pt idx="1352">
                  <c:v>0.0096</c:v>
                </c:pt>
                <c:pt idx="1353">
                  <c:v>0.0096</c:v>
                </c:pt>
                <c:pt idx="1354">
                  <c:v>0.0096</c:v>
                </c:pt>
                <c:pt idx="1355">
                  <c:v>0.0096</c:v>
                </c:pt>
                <c:pt idx="1356">
                  <c:v>0.0096</c:v>
                </c:pt>
                <c:pt idx="1357">
                  <c:v>0.0096</c:v>
                </c:pt>
                <c:pt idx="1358">
                  <c:v>0.0096</c:v>
                </c:pt>
                <c:pt idx="1359">
                  <c:v>0.0096</c:v>
                </c:pt>
                <c:pt idx="1360">
                  <c:v>0.0096</c:v>
                </c:pt>
                <c:pt idx="1361">
                  <c:v>0.0096</c:v>
                </c:pt>
                <c:pt idx="1362">
                  <c:v>0.0096</c:v>
                </c:pt>
                <c:pt idx="1363">
                  <c:v>0.0096</c:v>
                </c:pt>
                <c:pt idx="1364">
                  <c:v>0.0096</c:v>
                </c:pt>
                <c:pt idx="1365">
                  <c:v>0.0096</c:v>
                </c:pt>
                <c:pt idx="1366">
                  <c:v>0.0096</c:v>
                </c:pt>
                <c:pt idx="1367">
                  <c:v>0.0096</c:v>
                </c:pt>
                <c:pt idx="1368">
                  <c:v>0.0096</c:v>
                </c:pt>
                <c:pt idx="1369">
                  <c:v>0.0096</c:v>
                </c:pt>
                <c:pt idx="1370">
                  <c:v>0.0096</c:v>
                </c:pt>
                <c:pt idx="1371">
                  <c:v>0.0096</c:v>
                </c:pt>
                <c:pt idx="1372">
                  <c:v>0.0096</c:v>
                </c:pt>
                <c:pt idx="1373">
                  <c:v>0.0096</c:v>
                </c:pt>
                <c:pt idx="1374">
                  <c:v>0.0096</c:v>
                </c:pt>
                <c:pt idx="1375">
                  <c:v>0.0096</c:v>
                </c:pt>
                <c:pt idx="1376">
                  <c:v>0.0096</c:v>
                </c:pt>
                <c:pt idx="1377">
                  <c:v>0.0096</c:v>
                </c:pt>
                <c:pt idx="1378">
                  <c:v>0.0096</c:v>
                </c:pt>
                <c:pt idx="1379">
                  <c:v>0.0096</c:v>
                </c:pt>
                <c:pt idx="1380">
                  <c:v>0.0096</c:v>
                </c:pt>
                <c:pt idx="1381">
                  <c:v>0.0096</c:v>
                </c:pt>
                <c:pt idx="1382">
                  <c:v>0.0096</c:v>
                </c:pt>
                <c:pt idx="1383">
                  <c:v>0.0096</c:v>
                </c:pt>
                <c:pt idx="1384">
                  <c:v>0.0096</c:v>
                </c:pt>
                <c:pt idx="1385">
                  <c:v>0.0096</c:v>
                </c:pt>
                <c:pt idx="1386">
                  <c:v>0.0096</c:v>
                </c:pt>
                <c:pt idx="1387">
                  <c:v>0.0096</c:v>
                </c:pt>
                <c:pt idx="1388">
                  <c:v>0.0096</c:v>
                </c:pt>
                <c:pt idx="1389">
                  <c:v>0.0096</c:v>
                </c:pt>
                <c:pt idx="1390">
                  <c:v>0.0096</c:v>
                </c:pt>
                <c:pt idx="1391">
                  <c:v>0.0096</c:v>
                </c:pt>
                <c:pt idx="1392">
                  <c:v>0.0096</c:v>
                </c:pt>
                <c:pt idx="1393">
                  <c:v>0.0096</c:v>
                </c:pt>
                <c:pt idx="1394">
                  <c:v>0.0096</c:v>
                </c:pt>
                <c:pt idx="1395">
                  <c:v>0.0096</c:v>
                </c:pt>
                <c:pt idx="1396">
                  <c:v>0.0096</c:v>
                </c:pt>
                <c:pt idx="1397">
                  <c:v>0.0096</c:v>
                </c:pt>
                <c:pt idx="1398">
                  <c:v>0.0096</c:v>
                </c:pt>
                <c:pt idx="1399">
                  <c:v>0.0096</c:v>
                </c:pt>
                <c:pt idx="1400">
                  <c:v>0.0096</c:v>
                </c:pt>
                <c:pt idx="1401">
                  <c:v>0.0096</c:v>
                </c:pt>
                <c:pt idx="1402">
                  <c:v>0.0096</c:v>
                </c:pt>
                <c:pt idx="1403">
                  <c:v>0.0096</c:v>
                </c:pt>
                <c:pt idx="1404">
                  <c:v>0.0096</c:v>
                </c:pt>
                <c:pt idx="1405">
                  <c:v>0.0096</c:v>
                </c:pt>
                <c:pt idx="1406">
                  <c:v>0.0096</c:v>
                </c:pt>
                <c:pt idx="1407">
                  <c:v>0.0096</c:v>
                </c:pt>
                <c:pt idx="1408">
                  <c:v>0.0096</c:v>
                </c:pt>
                <c:pt idx="1409">
                  <c:v>0.0096</c:v>
                </c:pt>
                <c:pt idx="1410">
                  <c:v>0.0096</c:v>
                </c:pt>
                <c:pt idx="1411">
                  <c:v>0.0096</c:v>
                </c:pt>
                <c:pt idx="1412">
                  <c:v>0.0096</c:v>
                </c:pt>
                <c:pt idx="1413">
                  <c:v>0.0096</c:v>
                </c:pt>
                <c:pt idx="1414">
                  <c:v>0.0096</c:v>
                </c:pt>
                <c:pt idx="1415">
                  <c:v>0.0096</c:v>
                </c:pt>
                <c:pt idx="1416">
                  <c:v>0.0096</c:v>
                </c:pt>
                <c:pt idx="1417">
                  <c:v>0.0096</c:v>
                </c:pt>
                <c:pt idx="1418">
                  <c:v>0.0096</c:v>
                </c:pt>
                <c:pt idx="1419">
                  <c:v>0.0096</c:v>
                </c:pt>
                <c:pt idx="1420">
                  <c:v>0.0096</c:v>
                </c:pt>
                <c:pt idx="1421">
                  <c:v>0.0096</c:v>
                </c:pt>
                <c:pt idx="1422">
                  <c:v>0.0096</c:v>
                </c:pt>
                <c:pt idx="1423">
                  <c:v>0.0096</c:v>
                </c:pt>
                <c:pt idx="1424">
                  <c:v>0.0096</c:v>
                </c:pt>
                <c:pt idx="1425">
                  <c:v>0.0096</c:v>
                </c:pt>
                <c:pt idx="1426">
                  <c:v>0.0096</c:v>
                </c:pt>
                <c:pt idx="1427">
                  <c:v>0.0096</c:v>
                </c:pt>
                <c:pt idx="1428">
                  <c:v>0.0096</c:v>
                </c:pt>
                <c:pt idx="1429">
                  <c:v>0.0096</c:v>
                </c:pt>
                <c:pt idx="1430">
                  <c:v>0.0096</c:v>
                </c:pt>
                <c:pt idx="1431">
                  <c:v>0.0096</c:v>
                </c:pt>
                <c:pt idx="1432">
                  <c:v>0.0096</c:v>
                </c:pt>
                <c:pt idx="1433">
                  <c:v>0.0096</c:v>
                </c:pt>
                <c:pt idx="1434">
                  <c:v>0.0096</c:v>
                </c:pt>
                <c:pt idx="1435">
                  <c:v>0.0096</c:v>
                </c:pt>
                <c:pt idx="1436">
                  <c:v>0.0096</c:v>
                </c:pt>
                <c:pt idx="1437">
                  <c:v>0.0096</c:v>
                </c:pt>
                <c:pt idx="1438">
                  <c:v>0.0096</c:v>
                </c:pt>
                <c:pt idx="1439">
                  <c:v>0.0096</c:v>
                </c:pt>
                <c:pt idx="1440">
                  <c:v>0.0096</c:v>
                </c:pt>
                <c:pt idx="1441">
                  <c:v>0.0096</c:v>
                </c:pt>
                <c:pt idx="1442">
                  <c:v>0.0096</c:v>
                </c:pt>
                <c:pt idx="1443">
                  <c:v>0.0096</c:v>
                </c:pt>
                <c:pt idx="1444">
                  <c:v>0.0096</c:v>
                </c:pt>
                <c:pt idx="1445">
                  <c:v>0.0096</c:v>
                </c:pt>
                <c:pt idx="1446">
                  <c:v>0.0096</c:v>
                </c:pt>
                <c:pt idx="1447">
                  <c:v>0.0096</c:v>
                </c:pt>
                <c:pt idx="1448">
                  <c:v>0.0096</c:v>
                </c:pt>
                <c:pt idx="1449">
                  <c:v>0.0096</c:v>
                </c:pt>
                <c:pt idx="1450">
                  <c:v>0.0096</c:v>
                </c:pt>
                <c:pt idx="1451">
                  <c:v>0.0096</c:v>
                </c:pt>
                <c:pt idx="1452">
                  <c:v>0.0096</c:v>
                </c:pt>
                <c:pt idx="1453">
                  <c:v>0.0096</c:v>
                </c:pt>
                <c:pt idx="1454">
                  <c:v>0.0096</c:v>
                </c:pt>
                <c:pt idx="1455">
                  <c:v>0.0096</c:v>
                </c:pt>
                <c:pt idx="1456">
                  <c:v>0.0096</c:v>
                </c:pt>
                <c:pt idx="1457">
                  <c:v>0.0096</c:v>
                </c:pt>
                <c:pt idx="1458">
                  <c:v>0.0096</c:v>
                </c:pt>
                <c:pt idx="1459">
                  <c:v>0.0096</c:v>
                </c:pt>
                <c:pt idx="1460">
                  <c:v>0.0096</c:v>
                </c:pt>
                <c:pt idx="1461">
                  <c:v>0.0096</c:v>
                </c:pt>
                <c:pt idx="1462">
                  <c:v>0.0096</c:v>
                </c:pt>
                <c:pt idx="1463">
                  <c:v>0.0096</c:v>
                </c:pt>
                <c:pt idx="1464">
                  <c:v>0.0096</c:v>
                </c:pt>
                <c:pt idx="1465">
                  <c:v>0.0096</c:v>
                </c:pt>
                <c:pt idx="1466">
                  <c:v>0.0096</c:v>
                </c:pt>
                <c:pt idx="1467">
                  <c:v>0.0096</c:v>
                </c:pt>
                <c:pt idx="1468">
                  <c:v>0.0096</c:v>
                </c:pt>
                <c:pt idx="1469">
                  <c:v>0.0096</c:v>
                </c:pt>
                <c:pt idx="1470">
                  <c:v>0.0096</c:v>
                </c:pt>
                <c:pt idx="1471">
                  <c:v>0.0096</c:v>
                </c:pt>
                <c:pt idx="1472">
                  <c:v>0.0096</c:v>
                </c:pt>
                <c:pt idx="1473">
                  <c:v>0.0096</c:v>
                </c:pt>
                <c:pt idx="1474">
                  <c:v>0.0096</c:v>
                </c:pt>
                <c:pt idx="1475">
                  <c:v>0.0096</c:v>
                </c:pt>
                <c:pt idx="1476">
                  <c:v>0.0096</c:v>
                </c:pt>
                <c:pt idx="1477">
                  <c:v>0.0096</c:v>
                </c:pt>
                <c:pt idx="1478">
                  <c:v>0.0096</c:v>
                </c:pt>
                <c:pt idx="1479">
                  <c:v>0.0096</c:v>
                </c:pt>
                <c:pt idx="1480">
                  <c:v>0.0096</c:v>
                </c:pt>
                <c:pt idx="1481">
                  <c:v>0.0096</c:v>
                </c:pt>
                <c:pt idx="1482">
                  <c:v>0.0096</c:v>
                </c:pt>
                <c:pt idx="1483">
                  <c:v>0.0096</c:v>
                </c:pt>
                <c:pt idx="1484">
                  <c:v>0.0096</c:v>
                </c:pt>
                <c:pt idx="1485">
                  <c:v>0.0096</c:v>
                </c:pt>
                <c:pt idx="1486">
                  <c:v>0.0096</c:v>
                </c:pt>
                <c:pt idx="1487">
                  <c:v>0.0096</c:v>
                </c:pt>
                <c:pt idx="1488">
                  <c:v>0.0096</c:v>
                </c:pt>
                <c:pt idx="1489">
                  <c:v>0.0096</c:v>
                </c:pt>
                <c:pt idx="1490">
                  <c:v>0.0096</c:v>
                </c:pt>
                <c:pt idx="1491">
                  <c:v>0.0096</c:v>
                </c:pt>
                <c:pt idx="1492">
                  <c:v>0.0096</c:v>
                </c:pt>
                <c:pt idx="1493">
                  <c:v>0.0096</c:v>
                </c:pt>
                <c:pt idx="1494">
                  <c:v>0.0096</c:v>
                </c:pt>
                <c:pt idx="1495">
                  <c:v>0.0096</c:v>
                </c:pt>
                <c:pt idx="1496">
                  <c:v>0.0096</c:v>
                </c:pt>
                <c:pt idx="1497">
                  <c:v>0.0096</c:v>
                </c:pt>
                <c:pt idx="1498">
                  <c:v>0.0096</c:v>
                </c:pt>
                <c:pt idx="1499">
                  <c:v>0.0096</c:v>
                </c:pt>
                <c:pt idx="1500">
                  <c:v>0.0096</c:v>
                </c:pt>
                <c:pt idx="1501">
                  <c:v>0.0096</c:v>
                </c:pt>
                <c:pt idx="1502">
                  <c:v>0.0096</c:v>
                </c:pt>
                <c:pt idx="1503">
                  <c:v>0.0096</c:v>
                </c:pt>
                <c:pt idx="1504">
                  <c:v>0.0096</c:v>
                </c:pt>
                <c:pt idx="1505">
                  <c:v>0.0096</c:v>
                </c:pt>
                <c:pt idx="1506">
                  <c:v>0.0096</c:v>
                </c:pt>
                <c:pt idx="1507">
                  <c:v>0.0096</c:v>
                </c:pt>
                <c:pt idx="1508">
                  <c:v>0.0096</c:v>
                </c:pt>
                <c:pt idx="1509">
                  <c:v>0.0096</c:v>
                </c:pt>
                <c:pt idx="1510">
                  <c:v>0.0096</c:v>
                </c:pt>
                <c:pt idx="1511">
                  <c:v>0.0096</c:v>
                </c:pt>
                <c:pt idx="1512">
                  <c:v>0.0096</c:v>
                </c:pt>
                <c:pt idx="1513">
                  <c:v>0.0096</c:v>
                </c:pt>
                <c:pt idx="1514">
                  <c:v>0.0096</c:v>
                </c:pt>
                <c:pt idx="1515">
                  <c:v>0.0096</c:v>
                </c:pt>
                <c:pt idx="1516">
                  <c:v>0.0096</c:v>
                </c:pt>
                <c:pt idx="1517">
                  <c:v>0.0096</c:v>
                </c:pt>
                <c:pt idx="1518">
                  <c:v>0.0096</c:v>
                </c:pt>
                <c:pt idx="1519">
                  <c:v>0.0096</c:v>
                </c:pt>
                <c:pt idx="1520">
                  <c:v>0.0096</c:v>
                </c:pt>
                <c:pt idx="1521">
                  <c:v>0.0096</c:v>
                </c:pt>
                <c:pt idx="1522">
                  <c:v>0.0096</c:v>
                </c:pt>
                <c:pt idx="1523">
                  <c:v>0.0096</c:v>
                </c:pt>
                <c:pt idx="1524">
                  <c:v>0.0096</c:v>
                </c:pt>
                <c:pt idx="1525">
                  <c:v>0.0096</c:v>
                </c:pt>
                <c:pt idx="1526">
                  <c:v>0.0096</c:v>
                </c:pt>
                <c:pt idx="1527">
                  <c:v>0.0096</c:v>
                </c:pt>
                <c:pt idx="1528">
                  <c:v>0.0096</c:v>
                </c:pt>
                <c:pt idx="1529">
                  <c:v>0.0096</c:v>
                </c:pt>
                <c:pt idx="1530">
                  <c:v>0.0096</c:v>
                </c:pt>
                <c:pt idx="1531">
                  <c:v>0.0096</c:v>
                </c:pt>
                <c:pt idx="1532">
                  <c:v>0.0096</c:v>
                </c:pt>
                <c:pt idx="1533">
                  <c:v>0.0096</c:v>
                </c:pt>
                <c:pt idx="1534">
                  <c:v>0.0096</c:v>
                </c:pt>
                <c:pt idx="1535">
                  <c:v>0.0096</c:v>
                </c:pt>
                <c:pt idx="1536">
                  <c:v>0.0096</c:v>
                </c:pt>
                <c:pt idx="1537">
                  <c:v>0.0096</c:v>
                </c:pt>
                <c:pt idx="1538">
                  <c:v>0.0096</c:v>
                </c:pt>
                <c:pt idx="1539">
                  <c:v>0.0096</c:v>
                </c:pt>
                <c:pt idx="1540">
                  <c:v>0.0096</c:v>
                </c:pt>
                <c:pt idx="1541">
                  <c:v>0.0096</c:v>
                </c:pt>
                <c:pt idx="1542">
                  <c:v>0.0096</c:v>
                </c:pt>
                <c:pt idx="1543">
                  <c:v>0.0096</c:v>
                </c:pt>
                <c:pt idx="1544">
                  <c:v>0.0096</c:v>
                </c:pt>
                <c:pt idx="1545">
                  <c:v>0.0096</c:v>
                </c:pt>
                <c:pt idx="1546">
                  <c:v>0.0096</c:v>
                </c:pt>
                <c:pt idx="1547">
                  <c:v>0.0096</c:v>
                </c:pt>
                <c:pt idx="1548">
                  <c:v>0.0096</c:v>
                </c:pt>
                <c:pt idx="1549">
                  <c:v>0.0096</c:v>
                </c:pt>
                <c:pt idx="1550">
                  <c:v>0.0096</c:v>
                </c:pt>
                <c:pt idx="1551">
                  <c:v>0.0096</c:v>
                </c:pt>
                <c:pt idx="1552">
                  <c:v>0.0096</c:v>
                </c:pt>
                <c:pt idx="1553">
                  <c:v>0.0096</c:v>
                </c:pt>
                <c:pt idx="1554">
                  <c:v>0.0096</c:v>
                </c:pt>
                <c:pt idx="1555">
                  <c:v>0.0096</c:v>
                </c:pt>
                <c:pt idx="1556">
                  <c:v>0.0096</c:v>
                </c:pt>
                <c:pt idx="1557">
                  <c:v>0.0096</c:v>
                </c:pt>
                <c:pt idx="1558">
                  <c:v>0.0096</c:v>
                </c:pt>
                <c:pt idx="1559">
                  <c:v>0.0096</c:v>
                </c:pt>
                <c:pt idx="1560">
                  <c:v>0.0096</c:v>
                </c:pt>
                <c:pt idx="1561">
                  <c:v>0.0096</c:v>
                </c:pt>
                <c:pt idx="1562">
                  <c:v>0.0096</c:v>
                </c:pt>
                <c:pt idx="1563">
                  <c:v>0.0096</c:v>
                </c:pt>
                <c:pt idx="1564">
                  <c:v>0.0096</c:v>
                </c:pt>
                <c:pt idx="1565">
                  <c:v>0.0096</c:v>
                </c:pt>
                <c:pt idx="1566">
                  <c:v>0.0096</c:v>
                </c:pt>
                <c:pt idx="1567">
                  <c:v>0.0096</c:v>
                </c:pt>
                <c:pt idx="1568">
                  <c:v>0.0096</c:v>
                </c:pt>
                <c:pt idx="1569">
                  <c:v>0.0096</c:v>
                </c:pt>
                <c:pt idx="1570">
                  <c:v>0.0096</c:v>
                </c:pt>
                <c:pt idx="1571">
                  <c:v>0.0096</c:v>
                </c:pt>
                <c:pt idx="1572">
                  <c:v>0.0096</c:v>
                </c:pt>
                <c:pt idx="1573">
                  <c:v>0.0096</c:v>
                </c:pt>
                <c:pt idx="1574">
                  <c:v>0.0096</c:v>
                </c:pt>
                <c:pt idx="1575">
                  <c:v>0.0096</c:v>
                </c:pt>
                <c:pt idx="1576">
                  <c:v>0.0096</c:v>
                </c:pt>
                <c:pt idx="1577">
                  <c:v>0.0096</c:v>
                </c:pt>
                <c:pt idx="1578">
                  <c:v>0.0096</c:v>
                </c:pt>
                <c:pt idx="1579">
                  <c:v>0.0096</c:v>
                </c:pt>
                <c:pt idx="1580">
                  <c:v>0.0096</c:v>
                </c:pt>
                <c:pt idx="1581">
                  <c:v>0.0096</c:v>
                </c:pt>
                <c:pt idx="1582">
                  <c:v>0.0096</c:v>
                </c:pt>
                <c:pt idx="1583">
                  <c:v>0.0096</c:v>
                </c:pt>
                <c:pt idx="1584">
                  <c:v>0.0096</c:v>
                </c:pt>
                <c:pt idx="1585">
                  <c:v>0.0096</c:v>
                </c:pt>
                <c:pt idx="1586">
                  <c:v>0.0096</c:v>
                </c:pt>
                <c:pt idx="1587">
                  <c:v>0.0096</c:v>
                </c:pt>
                <c:pt idx="1588">
                  <c:v>0.0096</c:v>
                </c:pt>
                <c:pt idx="1589">
                  <c:v>0.0096</c:v>
                </c:pt>
                <c:pt idx="1590">
                  <c:v>0.0096</c:v>
                </c:pt>
                <c:pt idx="1591">
                  <c:v>0.0096</c:v>
                </c:pt>
                <c:pt idx="1592">
                  <c:v>0.0096</c:v>
                </c:pt>
                <c:pt idx="1593">
                  <c:v>0.0096</c:v>
                </c:pt>
                <c:pt idx="1594">
                  <c:v>0.0096</c:v>
                </c:pt>
                <c:pt idx="1595">
                  <c:v>0.0096</c:v>
                </c:pt>
                <c:pt idx="1596">
                  <c:v>0.0096</c:v>
                </c:pt>
                <c:pt idx="1597">
                  <c:v>0.0096</c:v>
                </c:pt>
                <c:pt idx="1598">
                  <c:v>0.0096</c:v>
                </c:pt>
                <c:pt idx="1599">
                  <c:v>0.0096</c:v>
                </c:pt>
                <c:pt idx="1600">
                  <c:v>0.0096</c:v>
                </c:pt>
                <c:pt idx="1601">
                  <c:v>0.0096</c:v>
                </c:pt>
                <c:pt idx="1602">
                  <c:v>0.0096</c:v>
                </c:pt>
                <c:pt idx="1603">
                  <c:v>0.0096</c:v>
                </c:pt>
                <c:pt idx="1604">
                  <c:v>0.0096</c:v>
                </c:pt>
                <c:pt idx="1605">
                  <c:v>0.0096</c:v>
                </c:pt>
                <c:pt idx="1606">
                  <c:v>0.0096</c:v>
                </c:pt>
                <c:pt idx="1607">
                  <c:v>0.0096</c:v>
                </c:pt>
                <c:pt idx="1608">
                  <c:v>0.0096</c:v>
                </c:pt>
                <c:pt idx="1609">
                  <c:v>0.0096</c:v>
                </c:pt>
                <c:pt idx="1610">
                  <c:v>0.0096</c:v>
                </c:pt>
                <c:pt idx="1611">
                  <c:v>0.0096</c:v>
                </c:pt>
                <c:pt idx="1612">
                  <c:v>0.0096</c:v>
                </c:pt>
                <c:pt idx="1613">
                  <c:v>0.0096</c:v>
                </c:pt>
                <c:pt idx="1614">
                  <c:v>0.0096</c:v>
                </c:pt>
                <c:pt idx="1615">
                  <c:v>0.0096</c:v>
                </c:pt>
                <c:pt idx="1616">
                  <c:v>0.0096</c:v>
                </c:pt>
                <c:pt idx="1617">
                  <c:v>0.0096</c:v>
                </c:pt>
                <c:pt idx="1618">
                  <c:v>0.0096</c:v>
                </c:pt>
                <c:pt idx="1619">
                  <c:v>0.0096</c:v>
                </c:pt>
                <c:pt idx="1620">
                  <c:v>0.0096</c:v>
                </c:pt>
                <c:pt idx="1621">
                  <c:v>0.0096</c:v>
                </c:pt>
                <c:pt idx="1622">
                  <c:v>0.0096</c:v>
                </c:pt>
                <c:pt idx="1623">
                  <c:v>0.0096</c:v>
                </c:pt>
                <c:pt idx="1624">
                  <c:v>0.0096</c:v>
                </c:pt>
                <c:pt idx="1625">
                  <c:v>0.0096</c:v>
                </c:pt>
                <c:pt idx="1626">
                  <c:v>0.0096</c:v>
                </c:pt>
                <c:pt idx="1627">
                  <c:v>0.0096</c:v>
                </c:pt>
                <c:pt idx="1628">
                  <c:v>0.0096</c:v>
                </c:pt>
                <c:pt idx="1629">
                  <c:v>0.0096</c:v>
                </c:pt>
                <c:pt idx="1630">
                  <c:v>0.0096</c:v>
                </c:pt>
                <c:pt idx="1631">
                  <c:v>0.0096</c:v>
                </c:pt>
                <c:pt idx="1632">
                  <c:v>0.0096</c:v>
                </c:pt>
                <c:pt idx="1633">
                  <c:v>0.0096</c:v>
                </c:pt>
                <c:pt idx="1634">
                  <c:v>0.0096</c:v>
                </c:pt>
                <c:pt idx="1635">
                  <c:v>0.0096</c:v>
                </c:pt>
                <c:pt idx="1636">
                  <c:v>0.0096</c:v>
                </c:pt>
                <c:pt idx="1637">
                  <c:v>0.0096</c:v>
                </c:pt>
                <c:pt idx="1638">
                  <c:v>0.0096</c:v>
                </c:pt>
                <c:pt idx="1639">
                  <c:v>0.0096</c:v>
                </c:pt>
                <c:pt idx="1640">
                  <c:v>0.0096</c:v>
                </c:pt>
                <c:pt idx="1641">
                  <c:v>0.0096</c:v>
                </c:pt>
                <c:pt idx="1642">
                  <c:v>0.0096</c:v>
                </c:pt>
                <c:pt idx="1643">
                  <c:v>0.0096</c:v>
                </c:pt>
                <c:pt idx="1644">
                  <c:v>0.0096</c:v>
                </c:pt>
                <c:pt idx="1645">
                  <c:v>0.0096</c:v>
                </c:pt>
                <c:pt idx="1646">
                  <c:v>0.0096</c:v>
                </c:pt>
                <c:pt idx="1647">
                  <c:v>0.0096</c:v>
                </c:pt>
                <c:pt idx="1648">
                  <c:v>0.0096</c:v>
                </c:pt>
                <c:pt idx="1649">
                  <c:v>0.0096</c:v>
                </c:pt>
                <c:pt idx="1650">
                  <c:v>0.0096</c:v>
                </c:pt>
                <c:pt idx="1651">
                  <c:v>0.0096</c:v>
                </c:pt>
                <c:pt idx="1652">
                  <c:v>0.0096</c:v>
                </c:pt>
                <c:pt idx="1653">
                  <c:v>0.0096</c:v>
                </c:pt>
                <c:pt idx="1654">
                  <c:v>0.0096</c:v>
                </c:pt>
                <c:pt idx="1655">
                  <c:v>0.0096</c:v>
                </c:pt>
                <c:pt idx="1656">
                  <c:v>0.0096</c:v>
                </c:pt>
                <c:pt idx="1657">
                  <c:v>0.0096</c:v>
                </c:pt>
                <c:pt idx="1658">
                  <c:v>0.0096</c:v>
                </c:pt>
                <c:pt idx="1659">
                  <c:v>0.0096</c:v>
                </c:pt>
                <c:pt idx="1660">
                  <c:v>0.0096</c:v>
                </c:pt>
                <c:pt idx="1661">
                  <c:v>0.0096</c:v>
                </c:pt>
                <c:pt idx="1662">
                  <c:v>0.0096</c:v>
                </c:pt>
                <c:pt idx="1663">
                  <c:v>0.0096</c:v>
                </c:pt>
                <c:pt idx="1664">
                  <c:v>0.0096</c:v>
                </c:pt>
                <c:pt idx="1665">
                  <c:v>0.0096</c:v>
                </c:pt>
                <c:pt idx="1666">
                  <c:v>0.0096</c:v>
                </c:pt>
                <c:pt idx="1667">
                  <c:v>0.0096</c:v>
                </c:pt>
                <c:pt idx="1668">
                  <c:v>0.0096</c:v>
                </c:pt>
                <c:pt idx="1669">
                  <c:v>0.0096</c:v>
                </c:pt>
                <c:pt idx="1670">
                  <c:v>0.0096</c:v>
                </c:pt>
                <c:pt idx="1671">
                  <c:v>0.0096</c:v>
                </c:pt>
                <c:pt idx="1672">
                  <c:v>0.0096</c:v>
                </c:pt>
                <c:pt idx="1673">
                  <c:v>0.0096</c:v>
                </c:pt>
                <c:pt idx="1674">
                  <c:v>0.0096</c:v>
                </c:pt>
                <c:pt idx="1675">
                  <c:v>0.0096</c:v>
                </c:pt>
                <c:pt idx="1676">
                  <c:v>0.0096</c:v>
                </c:pt>
                <c:pt idx="1677">
                  <c:v>0.0096</c:v>
                </c:pt>
                <c:pt idx="1678">
                  <c:v>0.0096</c:v>
                </c:pt>
                <c:pt idx="1679">
                  <c:v>0.0096</c:v>
                </c:pt>
                <c:pt idx="1680">
                  <c:v>0.0096</c:v>
                </c:pt>
                <c:pt idx="1681">
                  <c:v>0.0096</c:v>
                </c:pt>
                <c:pt idx="1682">
                  <c:v>0.0096</c:v>
                </c:pt>
                <c:pt idx="1683">
                  <c:v>0.0096</c:v>
                </c:pt>
                <c:pt idx="1684">
                  <c:v>0.0096</c:v>
                </c:pt>
                <c:pt idx="1685">
                  <c:v>0.0096</c:v>
                </c:pt>
                <c:pt idx="1686">
                  <c:v>0.0096</c:v>
                </c:pt>
                <c:pt idx="1687">
                  <c:v>0.0096</c:v>
                </c:pt>
                <c:pt idx="1688">
                  <c:v>0.0096</c:v>
                </c:pt>
                <c:pt idx="1689">
                  <c:v>0.0096</c:v>
                </c:pt>
                <c:pt idx="1690">
                  <c:v>0.0096</c:v>
                </c:pt>
                <c:pt idx="1691">
                  <c:v>0.0096</c:v>
                </c:pt>
                <c:pt idx="1692">
                  <c:v>0.0096</c:v>
                </c:pt>
                <c:pt idx="1693">
                  <c:v>0.0096</c:v>
                </c:pt>
                <c:pt idx="1694">
                  <c:v>0.0096</c:v>
                </c:pt>
                <c:pt idx="1695">
                  <c:v>0.0096</c:v>
                </c:pt>
                <c:pt idx="1696">
                  <c:v>0.0096</c:v>
                </c:pt>
                <c:pt idx="1697">
                  <c:v>0.0096</c:v>
                </c:pt>
                <c:pt idx="1698">
                  <c:v>0.0096</c:v>
                </c:pt>
                <c:pt idx="1699">
                  <c:v>0.0096</c:v>
                </c:pt>
                <c:pt idx="1700">
                  <c:v>0.0096</c:v>
                </c:pt>
                <c:pt idx="1701">
                  <c:v>0.0096</c:v>
                </c:pt>
                <c:pt idx="1702">
                  <c:v>0.0096</c:v>
                </c:pt>
                <c:pt idx="1703">
                  <c:v>0.0096</c:v>
                </c:pt>
                <c:pt idx="1704">
                  <c:v>0.0096</c:v>
                </c:pt>
                <c:pt idx="1705">
                  <c:v>0.0096</c:v>
                </c:pt>
                <c:pt idx="1706">
                  <c:v>0.0096</c:v>
                </c:pt>
                <c:pt idx="1707">
                  <c:v>0.0096</c:v>
                </c:pt>
                <c:pt idx="1708">
                  <c:v>0.0096</c:v>
                </c:pt>
                <c:pt idx="1709">
                  <c:v>0.0096</c:v>
                </c:pt>
                <c:pt idx="1710">
                  <c:v>0.0096</c:v>
                </c:pt>
                <c:pt idx="1711">
                  <c:v>0.0096</c:v>
                </c:pt>
                <c:pt idx="1712">
                  <c:v>0.0096</c:v>
                </c:pt>
                <c:pt idx="1713">
                  <c:v>0.0096</c:v>
                </c:pt>
                <c:pt idx="1714">
                  <c:v>0.0096</c:v>
                </c:pt>
                <c:pt idx="1715">
                  <c:v>0.0096</c:v>
                </c:pt>
                <c:pt idx="1716">
                  <c:v>0.0096</c:v>
                </c:pt>
                <c:pt idx="1717">
                  <c:v>0.0096</c:v>
                </c:pt>
                <c:pt idx="1718">
                  <c:v>0.0096</c:v>
                </c:pt>
                <c:pt idx="1719">
                  <c:v>0.0096</c:v>
                </c:pt>
                <c:pt idx="1720">
                  <c:v>0.0096</c:v>
                </c:pt>
                <c:pt idx="1721">
                  <c:v>0.0096</c:v>
                </c:pt>
                <c:pt idx="1722">
                  <c:v>0.0096</c:v>
                </c:pt>
                <c:pt idx="1723">
                  <c:v>0.0096</c:v>
                </c:pt>
                <c:pt idx="1724">
                  <c:v>0.0096</c:v>
                </c:pt>
                <c:pt idx="1725">
                  <c:v>0.0096</c:v>
                </c:pt>
                <c:pt idx="1726">
                  <c:v>0.0096</c:v>
                </c:pt>
                <c:pt idx="1727">
                  <c:v>0.0096</c:v>
                </c:pt>
                <c:pt idx="1728">
                  <c:v>0.0096</c:v>
                </c:pt>
                <c:pt idx="1729">
                  <c:v>0.0096</c:v>
                </c:pt>
                <c:pt idx="1730">
                  <c:v>0.0096</c:v>
                </c:pt>
                <c:pt idx="1731">
                  <c:v>0.0096</c:v>
                </c:pt>
                <c:pt idx="1732">
                  <c:v>0.0096</c:v>
                </c:pt>
                <c:pt idx="1733">
                  <c:v>0.0096</c:v>
                </c:pt>
                <c:pt idx="1734">
                  <c:v>0.0096</c:v>
                </c:pt>
                <c:pt idx="1735">
                  <c:v>0.0096</c:v>
                </c:pt>
                <c:pt idx="1736">
                  <c:v>0.0096</c:v>
                </c:pt>
                <c:pt idx="1737">
                  <c:v>0.0096</c:v>
                </c:pt>
                <c:pt idx="1738">
                  <c:v>0.0096</c:v>
                </c:pt>
                <c:pt idx="1739">
                  <c:v>0.0096</c:v>
                </c:pt>
                <c:pt idx="1740">
                  <c:v>0.0096</c:v>
                </c:pt>
                <c:pt idx="1741">
                  <c:v>0.0096</c:v>
                </c:pt>
                <c:pt idx="1742">
                  <c:v>0.0096</c:v>
                </c:pt>
                <c:pt idx="1743">
                  <c:v>0.0096</c:v>
                </c:pt>
                <c:pt idx="1744">
                  <c:v>0.0096</c:v>
                </c:pt>
                <c:pt idx="1745">
                  <c:v>0.0096</c:v>
                </c:pt>
                <c:pt idx="1746">
                  <c:v>0.0096</c:v>
                </c:pt>
                <c:pt idx="1747">
                  <c:v>0.0096</c:v>
                </c:pt>
                <c:pt idx="1748">
                  <c:v>0.0096</c:v>
                </c:pt>
                <c:pt idx="1749">
                  <c:v>0.0096</c:v>
                </c:pt>
                <c:pt idx="1750">
                  <c:v>0.0096</c:v>
                </c:pt>
                <c:pt idx="1751">
                  <c:v>0.0096</c:v>
                </c:pt>
                <c:pt idx="1752">
                  <c:v>0.0096</c:v>
                </c:pt>
                <c:pt idx="1753">
                  <c:v>0.0096</c:v>
                </c:pt>
                <c:pt idx="1754">
                  <c:v>0.0096</c:v>
                </c:pt>
                <c:pt idx="1755">
                  <c:v>0.0096</c:v>
                </c:pt>
                <c:pt idx="1756">
                  <c:v>0.0096</c:v>
                </c:pt>
                <c:pt idx="1757">
                  <c:v>0.0096</c:v>
                </c:pt>
                <c:pt idx="1758">
                  <c:v>0.0096</c:v>
                </c:pt>
                <c:pt idx="1759">
                  <c:v>0.0096</c:v>
                </c:pt>
                <c:pt idx="1760">
                  <c:v>0.0096</c:v>
                </c:pt>
                <c:pt idx="1761">
                  <c:v>0.0096</c:v>
                </c:pt>
                <c:pt idx="1762">
                  <c:v>0.0096</c:v>
                </c:pt>
                <c:pt idx="1763">
                  <c:v>0.0096</c:v>
                </c:pt>
                <c:pt idx="1764">
                  <c:v>0.0096</c:v>
                </c:pt>
                <c:pt idx="1765">
                  <c:v>0.0096</c:v>
                </c:pt>
                <c:pt idx="1766">
                  <c:v>0.0096</c:v>
                </c:pt>
                <c:pt idx="1767">
                  <c:v>0.0096</c:v>
                </c:pt>
                <c:pt idx="1768">
                  <c:v>0.0096</c:v>
                </c:pt>
                <c:pt idx="1769">
                  <c:v>0.0096</c:v>
                </c:pt>
                <c:pt idx="1770">
                  <c:v>0.0096</c:v>
                </c:pt>
                <c:pt idx="1771">
                  <c:v>0.0096</c:v>
                </c:pt>
                <c:pt idx="1772">
                  <c:v>0.0096</c:v>
                </c:pt>
                <c:pt idx="1773">
                  <c:v>0.0096</c:v>
                </c:pt>
                <c:pt idx="1774">
                  <c:v>0.0096</c:v>
                </c:pt>
                <c:pt idx="1775">
                  <c:v>0.0096</c:v>
                </c:pt>
                <c:pt idx="1776">
                  <c:v>0.0096</c:v>
                </c:pt>
                <c:pt idx="1777">
                  <c:v>0.0096</c:v>
                </c:pt>
                <c:pt idx="1778">
                  <c:v>0.0096</c:v>
                </c:pt>
                <c:pt idx="1779">
                  <c:v>0.0096</c:v>
                </c:pt>
                <c:pt idx="1780">
                  <c:v>0.0096</c:v>
                </c:pt>
                <c:pt idx="1781">
                  <c:v>0.0096</c:v>
                </c:pt>
                <c:pt idx="1782">
                  <c:v>0.0096</c:v>
                </c:pt>
                <c:pt idx="1783">
                  <c:v>0.0096</c:v>
                </c:pt>
                <c:pt idx="1784">
                  <c:v>0.0096</c:v>
                </c:pt>
                <c:pt idx="1785">
                  <c:v>0.0096</c:v>
                </c:pt>
                <c:pt idx="1786">
                  <c:v>0.0096</c:v>
                </c:pt>
                <c:pt idx="1787">
                  <c:v>0.0096</c:v>
                </c:pt>
                <c:pt idx="1788">
                  <c:v>0.0096</c:v>
                </c:pt>
                <c:pt idx="1789">
                  <c:v>0.0096</c:v>
                </c:pt>
                <c:pt idx="1790">
                  <c:v>0.0096</c:v>
                </c:pt>
                <c:pt idx="1791">
                  <c:v>0.0096</c:v>
                </c:pt>
                <c:pt idx="1792">
                  <c:v>0.0096</c:v>
                </c:pt>
                <c:pt idx="1793">
                  <c:v>0.0096</c:v>
                </c:pt>
                <c:pt idx="1794">
                  <c:v>0.0096</c:v>
                </c:pt>
                <c:pt idx="1795">
                  <c:v>0.0096</c:v>
                </c:pt>
                <c:pt idx="1796">
                  <c:v>0.0096</c:v>
                </c:pt>
                <c:pt idx="1797">
                  <c:v>0.0096</c:v>
                </c:pt>
                <c:pt idx="1798">
                  <c:v>0.0096</c:v>
                </c:pt>
                <c:pt idx="1799">
                  <c:v>0.0096</c:v>
                </c:pt>
                <c:pt idx="1800">
                  <c:v>0.0096</c:v>
                </c:pt>
                <c:pt idx="1801">
                  <c:v>0.0096</c:v>
                </c:pt>
                <c:pt idx="1802">
                  <c:v>0.0096</c:v>
                </c:pt>
                <c:pt idx="1803">
                  <c:v>0.0096</c:v>
                </c:pt>
                <c:pt idx="1804">
                  <c:v>0.0096</c:v>
                </c:pt>
                <c:pt idx="1805">
                  <c:v>0.0096</c:v>
                </c:pt>
                <c:pt idx="1806">
                  <c:v>0.0096</c:v>
                </c:pt>
                <c:pt idx="1807">
                  <c:v>0.0096</c:v>
                </c:pt>
                <c:pt idx="1808">
                  <c:v>0.0096</c:v>
                </c:pt>
                <c:pt idx="1809">
                  <c:v>0.0096</c:v>
                </c:pt>
                <c:pt idx="1810">
                  <c:v>0.0096</c:v>
                </c:pt>
                <c:pt idx="1811">
                  <c:v>0.0096</c:v>
                </c:pt>
                <c:pt idx="1812">
                  <c:v>0.0096</c:v>
                </c:pt>
                <c:pt idx="1813">
                  <c:v>0.0096</c:v>
                </c:pt>
                <c:pt idx="1814">
                  <c:v>0.0096</c:v>
                </c:pt>
                <c:pt idx="1815">
                  <c:v>0.0096</c:v>
                </c:pt>
                <c:pt idx="1816">
                  <c:v>0.0096</c:v>
                </c:pt>
                <c:pt idx="1817">
                  <c:v>0.0096</c:v>
                </c:pt>
                <c:pt idx="1818">
                  <c:v>0.0096</c:v>
                </c:pt>
                <c:pt idx="1819">
                  <c:v>0.0096</c:v>
                </c:pt>
                <c:pt idx="1820">
                  <c:v>0.0096</c:v>
                </c:pt>
                <c:pt idx="1821">
                  <c:v>0.0096</c:v>
                </c:pt>
                <c:pt idx="1822">
                  <c:v>0.0096</c:v>
                </c:pt>
                <c:pt idx="1823">
                  <c:v>0.0096</c:v>
                </c:pt>
                <c:pt idx="1824">
                  <c:v>0.0096</c:v>
                </c:pt>
                <c:pt idx="1825">
                  <c:v>0.0096</c:v>
                </c:pt>
                <c:pt idx="1826">
                  <c:v>0.0096</c:v>
                </c:pt>
                <c:pt idx="1827">
                  <c:v>0.0096</c:v>
                </c:pt>
                <c:pt idx="1828">
                  <c:v>0.0096</c:v>
                </c:pt>
                <c:pt idx="1829">
                  <c:v>0.0096</c:v>
                </c:pt>
                <c:pt idx="1830">
                  <c:v>0.0096</c:v>
                </c:pt>
                <c:pt idx="1831">
                  <c:v>0.0096</c:v>
                </c:pt>
                <c:pt idx="1832">
                  <c:v>0.0096</c:v>
                </c:pt>
                <c:pt idx="1833">
                  <c:v>0.0096</c:v>
                </c:pt>
                <c:pt idx="1834">
                  <c:v>0.0096</c:v>
                </c:pt>
                <c:pt idx="1835">
                  <c:v>0.0096</c:v>
                </c:pt>
                <c:pt idx="1836">
                  <c:v>0.0096</c:v>
                </c:pt>
                <c:pt idx="1837">
                  <c:v>0.0096</c:v>
                </c:pt>
                <c:pt idx="1838">
                  <c:v>0.0096</c:v>
                </c:pt>
                <c:pt idx="1839">
                  <c:v>0.0096</c:v>
                </c:pt>
                <c:pt idx="1840">
                  <c:v>0.0096</c:v>
                </c:pt>
                <c:pt idx="1841">
                  <c:v>0.0096</c:v>
                </c:pt>
                <c:pt idx="1842">
                  <c:v>0.0096</c:v>
                </c:pt>
                <c:pt idx="1843">
                  <c:v>0.0096</c:v>
                </c:pt>
                <c:pt idx="1844">
                  <c:v>0.0096</c:v>
                </c:pt>
                <c:pt idx="1845">
                  <c:v>0.0096</c:v>
                </c:pt>
                <c:pt idx="1846">
                  <c:v>0.0096</c:v>
                </c:pt>
                <c:pt idx="1847">
                  <c:v>0.0096</c:v>
                </c:pt>
                <c:pt idx="1848">
                  <c:v>0.0096</c:v>
                </c:pt>
                <c:pt idx="1849">
                  <c:v>0.0096</c:v>
                </c:pt>
                <c:pt idx="1850">
                  <c:v>0.0096</c:v>
                </c:pt>
                <c:pt idx="1851">
                  <c:v>0.0096</c:v>
                </c:pt>
                <c:pt idx="1852">
                  <c:v>0.0096</c:v>
                </c:pt>
                <c:pt idx="1853">
                  <c:v>0.0096</c:v>
                </c:pt>
                <c:pt idx="1854">
                  <c:v>0.0096</c:v>
                </c:pt>
                <c:pt idx="1855">
                  <c:v>0.0096</c:v>
                </c:pt>
                <c:pt idx="1856">
                  <c:v>0.0096</c:v>
                </c:pt>
                <c:pt idx="1857">
                  <c:v>0.0096</c:v>
                </c:pt>
                <c:pt idx="1858">
                  <c:v>0.0096</c:v>
                </c:pt>
                <c:pt idx="1859">
                  <c:v>0.0096</c:v>
                </c:pt>
                <c:pt idx="1860">
                  <c:v>0.0096</c:v>
                </c:pt>
                <c:pt idx="1861">
                  <c:v>0.0096</c:v>
                </c:pt>
                <c:pt idx="1862">
                  <c:v>0.0096</c:v>
                </c:pt>
                <c:pt idx="1863">
                  <c:v>0.0096</c:v>
                </c:pt>
                <c:pt idx="1864">
                  <c:v>0.0096</c:v>
                </c:pt>
                <c:pt idx="1865">
                  <c:v>0.0096</c:v>
                </c:pt>
                <c:pt idx="1866">
                  <c:v>0.0096</c:v>
                </c:pt>
                <c:pt idx="1867">
                  <c:v>0.0096</c:v>
                </c:pt>
                <c:pt idx="1868">
                  <c:v>0.0096</c:v>
                </c:pt>
                <c:pt idx="1869">
                  <c:v>0.0096</c:v>
                </c:pt>
                <c:pt idx="1870">
                  <c:v>0.0096</c:v>
                </c:pt>
                <c:pt idx="1871">
                  <c:v>0.0096</c:v>
                </c:pt>
                <c:pt idx="1872">
                  <c:v>0.0096</c:v>
                </c:pt>
                <c:pt idx="1873">
                  <c:v>0.0096</c:v>
                </c:pt>
                <c:pt idx="1874">
                  <c:v>0.0096</c:v>
                </c:pt>
                <c:pt idx="1875">
                  <c:v>0.0096</c:v>
                </c:pt>
                <c:pt idx="1876">
                  <c:v>0.0096</c:v>
                </c:pt>
                <c:pt idx="1877">
                  <c:v>0.0096</c:v>
                </c:pt>
                <c:pt idx="1878">
                  <c:v>0.0096</c:v>
                </c:pt>
                <c:pt idx="1879">
                  <c:v>0.0096</c:v>
                </c:pt>
                <c:pt idx="1880">
                  <c:v>0.0096</c:v>
                </c:pt>
                <c:pt idx="1881">
                  <c:v>0.0096</c:v>
                </c:pt>
                <c:pt idx="1882">
                  <c:v>0.0096</c:v>
                </c:pt>
                <c:pt idx="1883">
                  <c:v>0.0096</c:v>
                </c:pt>
                <c:pt idx="1884">
                  <c:v>0.0096</c:v>
                </c:pt>
                <c:pt idx="1885">
                  <c:v>0.0096</c:v>
                </c:pt>
                <c:pt idx="1886">
                  <c:v>0.0096</c:v>
                </c:pt>
                <c:pt idx="1887">
                  <c:v>0.0096</c:v>
                </c:pt>
                <c:pt idx="1888">
                  <c:v>0.0096</c:v>
                </c:pt>
                <c:pt idx="1889">
                  <c:v>0.0096</c:v>
                </c:pt>
                <c:pt idx="1890">
                  <c:v>0.0096</c:v>
                </c:pt>
                <c:pt idx="1891">
                  <c:v>0.0096</c:v>
                </c:pt>
                <c:pt idx="1892">
                  <c:v>0.0096</c:v>
                </c:pt>
                <c:pt idx="1893">
                  <c:v>0.0096</c:v>
                </c:pt>
                <c:pt idx="1894">
                  <c:v>0.0096</c:v>
                </c:pt>
                <c:pt idx="1895">
                  <c:v>0.0096</c:v>
                </c:pt>
                <c:pt idx="1896">
                  <c:v>0.0096</c:v>
                </c:pt>
                <c:pt idx="1897">
                  <c:v>0.0096</c:v>
                </c:pt>
                <c:pt idx="1898">
                  <c:v>0.0096</c:v>
                </c:pt>
                <c:pt idx="1899">
                  <c:v>0.0096</c:v>
                </c:pt>
                <c:pt idx="1900">
                  <c:v>0.0096</c:v>
                </c:pt>
                <c:pt idx="1901">
                  <c:v>0.0096</c:v>
                </c:pt>
                <c:pt idx="1902">
                  <c:v>0.0096</c:v>
                </c:pt>
                <c:pt idx="1903">
                  <c:v>0.0096</c:v>
                </c:pt>
                <c:pt idx="1904">
                  <c:v>0.0096</c:v>
                </c:pt>
                <c:pt idx="1905">
                  <c:v>0.0096</c:v>
                </c:pt>
                <c:pt idx="1906">
                  <c:v>0.0096</c:v>
                </c:pt>
                <c:pt idx="1907">
                  <c:v>0.0096</c:v>
                </c:pt>
                <c:pt idx="1908">
                  <c:v>0.0096</c:v>
                </c:pt>
                <c:pt idx="1909">
                  <c:v>0.0096</c:v>
                </c:pt>
                <c:pt idx="1910">
                  <c:v>0.0096</c:v>
                </c:pt>
                <c:pt idx="1911">
                  <c:v>0.0096</c:v>
                </c:pt>
                <c:pt idx="1912">
                  <c:v>0.0096</c:v>
                </c:pt>
                <c:pt idx="1913">
                  <c:v>0.0096</c:v>
                </c:pt>
                <c:pt idx="1914">
                  <c:v>0.0096</c:v>
                </c:pt>
                <c:pt idx="1915">
                  <c:v>0.0096</c:v>
                </c:pt>
                <c:pt idx="1916">
                  <c:v>0.0096</c:v>
                </c:pt>
                <c:pt idx="1917">
                  <c:v>0.0096</c:v>
                </c:pt>
                <c:pt idx="1918">
                  <c:v>0.0096</c:v>
                </c:pt>
                <c:pt idx="1919">
                  <c:v>0.0096</c:v>
                </c:pt>
                <c:pt idx="1920">
                  <c:v>0.0096</c:v>
                </c:pt>
                <c:pt idx="1921">
                  <c:v>0.0096</c:v>
                </c:pt>
                <c:pt idx="1922">
                  <c:v>0.0096</c:v>
                </c:pt>
                <c:pt idx="1923">
                  <c:v>0.0096</c:v>
                </c:pt>
                <c:pt idx="1924">
                  <c:v>0.0096</c:v>
                </c:pt>
                <c:pt idx="1925">
                  <c:v>0.0096</c:v>
                </c:pt>
                <c:pt idx="1926">
                  <c:v>0.0096</c:v>
                </c:pt>
                <c:pt idx="1927">
                  <c:v>0.0096</c:v>
                </c:pt>
                <c:pt idx="1928">
                  <c:v>0.0096</c:v>
                </c:pt>
                <c:pt idx="1929">
                  <c:v>0.0096</c:v>
                </c:pt>
                <c:pt idx="1930">
                  <c:v>0.0096</c:v>
                </c:pt>
                <c:pt idx="1931">
                  <c:v>0.0096</c:v>
                </c:pt>
                <c:pt idx="1932">
                  <c:v>0.0096</c:v>
                </c:pt>
                <c:pt idx="1933">
                  <c:v>0.0096</c:v>
                </c:pt>
                <c:pt idx="1934">
                  <c:v>0.0096</c:v>
                </c:pt>
                <c:pt idx="1935">
                  <c:v>0.0096</c:v>
                </c:pt>
                <c:pt idx="1936">
                  <c:v>0.0096</c:v>
                </c:pt>
                <c:pt idx="1937">
                  <c:v>0.0096</c:v>
                </c:pt>
                <c:pt idx="1938">
                  <c:v>0.0096</c:v>
                </c:pt>
                <c:pt idx="1939">
                  <c:v>0.0096</c:v>
                </c:pt>
                <c:pt idx="1940">
                  <c:v>0.0096</c:v>
                </c:pt>
                <c:pt idx="1941">
                  <c:v>0.0096</c:v>
                </c:pt>
                <c:pt idx="1942">
                  <c:v>0.0096</c:v>
                </c:pt>
                <c:pt idx="1943">
                  <c:v>0.0096</c:v>
                </c:pt>
                <c:pt idx="1944">
                  <c:v>0.0096</c:v>
                </c:pt>
                <c:pt idx="1945">
                  <c:v>0.0096</c:v>
                </c:pt>
                <c:pt idx="1946">
                  <c:v>0.0096</c:v>
                </c:pt>
                <c:pt idx="1947">
                  <c:v>0.0096</c:v>
                </c:pt>
                <c:pt idx="1948">
                  <c:v>0.0096</c:v>
                </c:pt>
                <c:pt idx="1949">
                  <c:v>0.0096</c:v>
                </c:pt>
                <c:pt idx="1950">
                  <c:v>0.0096</c:v>
                </c:pt>
                <c:pt idx="1951">
                  <c:v>0.0096</c:v>
                </c:pt>
                <c:pt idx="1952">
                  <c:v>0.0096</c:v>
                </c:pt>
                <c:pt idx="1953">
                  <c:v>0.0096</c:v>
                </c:pt>
                <c:pt idx="1954">
                  <c:v>0.0096</c:v>
                </c:pt>
                <c:pt idx="1955">
                  <c:v>0.0096</c:v>
                </c:pt>
                <c:pt idx="1956">
                  <c:v>0.0096</c:v>
                </c:pt>
                <c:pt idx="1957">
                  <c:v>0.0096</c:v>
                </c:pt>
                <c:pt idx="1958">
                  <c:v>0.0096</c:v>
                </c:pt>
                <c:pt idx="1959">
                  <c:v>0.0096</c:v>
                </c:pt>
                <c:pt idx="1960">
                  <c:v>0.0096</c:v>
                </c:pt>
                <c:pt idx="1961">
                  <c:v>0.0096</c:v>
                </c:pt>
                <c:pt idx="1962">
                  <c:v>0.0096</c:v>
                </c:pt>
                <c:pt idx="1963">
                  <c:v>0.0096</c:v>
                </c:pt>
                <c:pt idx="1964">
                  <c:v>0.0096</c:v>
                </c:pt>
                <c:pt idx="1965">
                  <c:v>0.0096</c:v>
                </c:pt>
                <c:pt idx="1966">
                  <c:v>0.0096</c:v>
                </c:pt>
                <c:pt idx="1967">
                  <c:v>0.0096</c:v>
                </c:pt>
                <c:pt idx="1968">
                  <c:v>0.0096</c:v>
                </c:pt>
                <c:pt idx="1969">
                  <c:v>0.0096</c:v>
                </c:pt>
                <c:pt idx="1970">
                  <c:v>0.0096</c:v>
                </c:pt>
                <c:pt idx="1971">
                  <c:v>0.0096</c:v>
                </c:pt>
                <c:pt idx="1972">
                  <c:v>0.0096</c:v>
                </c:pt>
                <c:pt idx="1973">
                  <c:v>0.0096</c:v>
                </c:pt>
                <c:pt idx="1974">
                  <c:v>0.0096</c:v>
                </c:pt>
                <c:pt idx="1975">
                  <c:v>0.0096</c:v>
                </c:pt>
                <c:pt idx="1976">
                  <c:v>0.0096</c:v>
                </c:pt>
                <c:pt idx="1977">
                  <c:v>0.0096</c:v>
                </c:pt>
                <c:pt idx="1978">
                  <c:v>0.0096</c:v>
                </c:pt>
                <c:pt idx="1979">
                  <c:v>0.0096</c:v>
                </c:pt>
                <c:pt idx="1980">
                  <c:v>0.0096</c:v>
                </c:pt>
                <c:pt idx="1981">
                  <c:v>0.0096</c:v>
                </c:pt>
                <c:pt idx="1982">
                  <c:v>0.0096</c:v>
                </c:pt>
                <c:pt idx="1983">
                  <c:v>0.0096</c:v>
                </c:pt>
                <c:pt idx="1984">
                  <c:v>0.0096</c:v>
                </c:pt>
                <c:pt idx="1985">
                  <c:v>0.0096</c:v>
                </c:pt>
                <c:pt idx="1986">
                  <c:v>0.0096</c:v>
                </c:pt>
                <c:pt idx="1987">
                  <c:v>0.0096</c:v>
                </c:pt>
                <c:pt idx="1988">
                  <c:v>0.0096</c:v>
                </c:pt>
                <c:pt idx="1989">
                  <c:v>0.0096</c:v>
                </c:pt>
                <c:pt idx="1990">
                  <c:v>0.0096</c:v>
                </c:pt>
                <c:pt idx="1991">
                  <c:v>0.0096</c:v>
                </c:pt>
                <c:pt idx="1992">
                  <c:v>0.0096</c:v>
                </c:pt>
                <c:pt idx="1993">
                  <c:v>0.0096</c:v>
                </c:pt>
                <c:pt idx="1994">
                  <c:v>0.0096</c:v>
                </c:pt>
                <c:pt idx="1995">
                  <c:v>0.0096</c:v>
                </c:pt>
                <c:pt idx="1996">
                  <c:v>0.0096</c:v>
                </c:pt>
                <c:pt idx="1997">
                  <c:v>0.0096</c:v>
                </c:pt>
                <c:pt idx="1998">
                  <c:v>0.0096</c:v>
                </c:pt>
                <c:pt idx="1999">
                  <c:v>0.0096</c:v>
                </c:pt>
                <c:pt idx="2000">
                  <c:v>0.0096</c:v>
                </c:pt>
                <c:pt idx="2001">
                  <c:v>0.0096</c:v>
                </c:pt>
                <c:pt idx="2002">
                  <c:v>0.0096</c:v>
                </c:pt>
                <c:pt idx="2003">
                  <c:v>0.0096</c:v>
                </c:pt>
                <c:pt idx="2004">
                  <c:v>0.0096</c:v>
                </c:pt>
                <c:pt idx="2005">
                  <c:v>0.0096</c:v>
                </c:pt>
                <c:pt idx="2006">
                  <c:v>0.0096</c:v>
                </c:pt>
                <c:pt idx="2007">
                  <c:v>0.0096</c:v>
                </c:pt>
                <c:pt idx="2008">
                  <c:v>0.0096</c:v>
                </c:pt>
                <c:pt idx="2009">
                  <c:v>0.0096</c:v>
                </c:pt>
                <c:pt idx="2010">
                  <c:v>0.0096</c:v>
                </c:pt>
                <c:pt idx="2011">
                  <c:v>0.0096</c:v>
                </c:pt>
                <c:pt idx="2012">
                  <c:v>0.0096</c:v>
                </c:pt>
                <c:pt idx="2013">
                  <c:v>0.0096</c:v>
                </c:pt>
                <c:pt idx="2014">
                  <c:v>0.0096</c:v>
                </c:pt>
                <c:pt idx="2015">
                  <c:v>0.0096</c:v>
                </c:pt>
                <c:pt idx="2016">
                  <c:v>0.0096</c:v>
                </c:pt>
                <c:pt idx="2017">
                  <c:v>0.0096</c:v>
                </c:pt>
                <c:pt idx="2018">
                  <c:v>0.0096</c:v>
                </c:pt>
                <c:pt idx="2019">
                  <c:v>0.0096</c:v>
                </c:pt>
                <c:pt idx="2020">
                  <c:v>0.0096</c:v>
                </c:pt>
                <c:pt idx="2021">
                  <c:v>0.0096</c:v>
                </c:pt>
                <c:pt idx="2022">
                  <c:v>0.0096</c:v>
                </c:pt>
                <c:pt idx="2023">
                  <c:v>0.0096</c:v>
                </c:pt>
                <c:pt idx="2024">
                  <c:v>0.0096</c:v>
                </c:pt>
                <c:pt idx="2025">
                  <c:v>0.0096</c:v>
                </c:pt>
                <c:pt idx="2026">
                  <c:v>0.0096</c:v>
                </c:pt>
                <c:pt idx="2027">
                  <c:v>0.0096</c:v>
                </c:pt>
                <c:pt idx="2028">
                  <c:v>0.0096</c:v>
                </c:pt>
                <c:pt idx="2029">
                  <c:v>0.0096</c:v>
                </c:pt>
                <c:pt idx="2030">
                  <c:v>0.0096</c:v>
                </c:pt>
                <c:pt idx="2031">
                  <c:v>0.0096</c:v>
                </c:pt>
                <c:pt idx="2032">
                  <c:v>0.0096</c:v>
                </c:pt>
                <c:pt idx="2033">
                  <c:v>0.0096</c:v>
                </c:pt>
                <c:pt idx="2034">
                  <c:v>0.0096</c:v>
                </c:pt>
                <c:pt idx="2035">
                  <c:v>0.0096</c:v>
                </c:pt>
                <c:pt idx="2036">
                  <c:v>0.0096</c:v>
                </c:pt>
                <c:pt idx="2037">
                  <c:v>0.0096</c:v>
                </c:pt>
                <c:pt idx="2038">
                  <c:v>0.0096</c:v>
                </c:pt>
                <c:pt idx="2039">
                  <c:v>0.0096</c:v>
                </c:pt>
                <c:pt idx="2040">
                  <c:v>0.0096</c:v>
                </c:pt>
                <c:pt idx="2041">
                  <c:v>0.0096</c:v>
                </c:pt>
                <c:pt idx="2042">
                  <c:v>0.0096</c:v>
                </c:pt>
                <c:pt idx="2043">
                  <c:v>0.0096</c:v>
                </c:pt>
                <c:pt idx="2044">
                  <c:v>0.0096</c:v>
                </c:pt>
                <c:pt idx="2045">
                  <c:v>0.0096</c:v>
                </c:pt>
                <c:pt idx="2046">
                  <c:v>0.0096</c:v>
                </c:pt>
                <c:pt idx="2047">
                  <c:v>0.0096</c:v>
                </c:pt>
                <c:pt idx="2048">
                  <c:v>0.0096</c:v>
                </c:pt>
                <c:pt idx="2049">
                  <c:v>0.0096</c:v>
                </c:pt>
                <c:pt idx="2050">
                  <c:v>0.0096</c:v>
                </c:pt>
                <c:pt idx="2051">
                  <c:v>0.0096</c:v>
                </c:pt>
                <c:pt idx="2052">
                  <c:v>0.0096</c:v>
                </c:pt>
                <c:pt idx="2053">
                  <c:v>0.0096</c:v>
                </c:pt>
                <c:pt idx="2054">
                  <c:v>0.0096</c:v>
                </c:pt>
                <c:pt idx="2055">
                  <c:v>0.0096</c:v>
                </c:pt>
                <c:pt idx="2056">
                  <c:v>0.0096</c:v>
                </c:pt>
                <c:pt idx="2057">
                  <c:v>0.0096</c:v>
                </c:pt>
                <c:pt idx="2058">
                  <c:v>0.0096</c:v>
                </c:pt>
                <c:pt idx="2059">
                  <c:v>0.0096</c:v>
                </c:pt>
                <c:pt idx="2060">
                  <c:v>0.0096</c:v>
                </c:pt>
                <c:pt idx="2061">
                  <c:v>0.0096</c:v>
                </c:pt>
                <c:pt idx="2062">
                  <c:v>0.0096</c:v>
                </c:pt>
                <c:pt idx="2063">
                  <c:v>0.0096</c:v>
                </c:pt>
                <c:pt idx="2064">
                  <c:v>0.0096</c:v>
                </c:pt>
                <c:pt idx="2065">
                  <c:v>0.0096</c:v>
                </c:pt>
                <c:pt idx="2066">
                  <c:v>0.0096</c:v>
                </c:pt>
                <c:pt idx="2067">
                  <c:v>0.0096</c:v>
                </c:pt>
                <c:pt idx="2068">
                  <c:v>0.0096</c:v>
                </c:pt>
                <c:pt idx="2069">
                  <c:v>0.0096</c:v>
                </c:pt>
                <c:pt idx="2070">
                  <c:v>0.0096</c:v>
                </c:pt>
                <c:pt idx="2071">
                  <c:v>0.0096</c:v>
                </c:pt>
                <c:pt idx="2072">
                  <c:v>0.0096</c:v>
                </c:pt>
                <c:pt idx="2073">
                  <c:v>0.0096</c:v>
                </c:pt>
                <c:pt idx="2074">
                  <c:v>0.0096</c:v>
                </c:pt>
                <c:pt idx="2075">
                  <c:v>0.0096</c:v>
                </c:pt>
                <c:pt idx="2076">
                  <c:v>0.0096</c:v>
                </c:pt>
                <c:pt idx="2077">
                  <c:v>0.0096</c:v>
                </c:pt>
                <c:pt idx="2078">
                  <c:v>0.0096</c:v>
                </c:pt>
                <c:pt idx="2079">
                  <c:v>0.0096</c:v>
                </c:pt>
                <c:pt idx="2080">
                  <c:v>0.0096</c:v>
                </c:pt>
                <c:pt idx="2081">
                  <c:v>0.0096</c:v>
                </c:pt>
                <c:pt idx="2082">
                  <c:v>0.0096</c:v>
                </c:pt>
                <c:pt idx="2083">
                  <c:v>0.0096</c:v>
                </c:pt>
                <c:pt idx="2084">
                  <c:v>0.0096</c:v>
                </c:pt>
                <c:pt idx="2085">
                  <c:v>0.0096</c:v>
                </c:pt>
                <c:pt idx="2086">
                  <c:v>0.0096</c:v>
                </c:pt>
                <c:pt idx="2087">
                  <c:v>0.0096</c:v>
                </c:pt>
                <c:pt idx="2088">
                  <c:v>0.0096</c:v>
                </c:pt>
                <c:pt idx="2089">
                  <c:v>0.0096</c:v>
                </c:pt>
                <c:pt idx="2090">
                  <c:v>0.0096</c:v>
                </c:pt>
                <c:pt idx="2091">
                  <c:v>0.0096</c:v>
                </c:pt>
                <c:pt idx="2092">
                  <c:v>0.0096</c:v>
                </c:pt>
                <c:pt idx="2093">
                  <c:v>0.0096</c:v>
                </c:pt>
                <c:pt idx="2094">
                  <c:v>0.0096</c:v>
                </c:pt>
                <c:pt idx="2095">
                  <c:v>0.0096</c:v>
                </c:pt>
                <c:pt idx="2096">
                  <c:v>0.0096</c:v>
                </c:pt>
                <c:pt idx="2097">
                  <c:v>0.0096</c:v>
                </c:pt>
                <c:pt idx="2098">
                  <c:v>0.0096</c:v>
                </c:pt>
                <c:pt idx="2099">
                  <c:v>0.0096</c:v>
                </c:pt>
                <c:pt idx="2100">
                  <c:v>0.0096</c:v>
                </c:pt>
                <c:pt idx="2101">
                  <c:v>0.0096</c:v>
                </c:pt>
                <c:pt idx="2102">
                  <c:v>0.0096</c:v>
                </c:pt>
                <c:pt idx="2103">
                  <c:v>0.0096</c:v>
                </c:pt>
                <c:pt idx="2104">
                  <c:v>0.0096</c:v>
                </c:pt>
                <c:pt idx="2105">
                  <c:v>0.0096</c:v>
                </c:pt>
                <c:pt idx="2106">
                  <c:v>0.0096</c:v>
                </c:pt>
                <c:pt idx="2107">
                  <c:v>0.0096</c:v>
                </c:pt>
                <c:pt idx="2108">
                  <c:v>0.0096</c:v>
                </c:pt>
                <c:pt idx="2109">
                  <c:v>0.0096</c:v>
                </c:pt>
                <c:pt idx="2110">
                  <c:v>0.0096</c:v>
                </c:pt>
                <c:pt idx="2111">
                  <c:v>0.0096</c:v>
                </c:pt>
                <c:pt idx="2112">
                  <c:v>0.0096</c:v>
                </c:pt>
                <c:pt idx="2113">
                  <c:v>0.0096</c:v>
                </c:pt>
                <c:pt idx="2114">
                  <c:v>0.0096</c:v>
                </c:pt>
                <c:pt idx="2115">
                  <c:v>0.0096</c:v>
                </c:pt>
                <c:pt idx="2116">
                  <c:v>0.0096</c:v>
                </c:pt>
                <c:pt idx="2117">
                  <c:v>0.0096</c:v>
                </c:pt>
                <c:pt idx="2118">
                  <c:v>0.0096</c:v>
                </c:pt>
                <c:pt idx="2119">
                  <c:v>0.0096</c:v>
                </c:pt>
                <c:pt idx="2120">
                  <c:v>0.0096</c:v>
                </c:pt>
                <c:pt idx="2121">
                  <c:v>0.0096</c:v>
                </c:pt>
                <c:pt idx="2122">
                  <c:v>0.0096</c:v>
                </c:pt>
                <c:pt idx="2123">
                  <c:v>0.0096</c:v>
                </c:pt>
                <c:pt idx="2124">
                  <c:v>0.0096</c:v>
                </c:pt>
                <c:pt idx="2125">
                  <c:v>0.0096</c:v>
                </c:pt>
                <c:pt idx="2126">
                  <c:v>0.0096</c:v>
                </c:pt>
                <c:pt idx="2127">
                  <c:v>0.0096</c:v>
                </c:pt>
                <c:pt idx="2128">
                  <c:v>0.0096</c:v>
                </c:pt>
                <c:pt idx="2129">
                  <c:v>0.0096</c:v>
                </c:pt>
                <c:pt idx="2130">
                  <c:v>0.0096</c:v>
                </c:pt>
                <c:pt idx="2131">
                  <c:v>0.0096</c:v>
                </c:pt>
                <c:pt idx="2132">
                  <c:v>0.0096</c:v>
                </c:pt>
                <c:pt idx="2133">
                  <c:v>0.0096</c:v>
                </c:pt>
                <c:pt idx="2134">
                  <c:v>0.0096</c:v>
                </c:pt>
                <c:pt idx="2135">
                  <c:v>0.0096</c:v>
                </c:pt>
                <c:pt idx="2136">
                  <c:v>0.0096</c:v>
                </c:pt>
                <c:pt idx="2137">
                  <c:v>0.0096</c:v>
                </c:pt>
                <c:pt idx="2138">
                  <c:v>0.0096</c:v>
                </c:pt>
                <c:pt idx="2139">
                  <c:v>0.0096</c:v>
                </c:pt>
                <c:pt idx="2140">
                  <c:v>0.0096</c:v>
                </c:pt>
                <c:pt idx="2141">
                  <c:v>0.0096</c:v>
                </c:pt>
                <c:pt idx="2142">
                  <c:v>0.0096</c:v>
                </c:pt>
                <c:pt idx="2143">
                  <c:v>0.0096</c:v>
                </c:pt>
                <c:pt idx="2144">
                  <c:v>0.0096</c:v>
                </c:pt>
                <c:pt idx="2145">
                  <c:v>0.0096</c:v>
                </c:pt>
                <c:pt idx="2146">
                  <c:v>0.0096</c:v>
                </c:pt>
                <c:pt idx="2147">
                  <c:v>0.0096</c:v>
                </c:pt>
                <c:pt idx="2148">
                  <c:v>0.0096</c:v>
                </c:pt>
                <c:pt idx="2149">
                  <c:v>0.0096</c:v>
                </c:pt>
                <c:pt idx="2150">
                  <c:v>0.0096</c:v>
                </c:pt>
                <c:pt idx="2151">
                  <c:v>0.0096</c:v>
                </c:pt>
                <c:pt idx="2152">
                  <c:v>0.0096</c:v>
                </c:pt>
                <c:pt idx="2153">
                  <c:v>0.0096</c:v>
                </c:pt>
                <c:pt idx="2154">
                  <c:v>0.0096</c:v>
                </c:pt>
                <c:pt idx="2155">
                  <c:v>0.0096</c:v>
                </c:pt>
                <c:pt idx="2156">
                  <c:v>0.0096</c:v>
                </c:pt>
                <c:pt idx="2157">
                  <c:v>0.0096</c:v>
                </c:pt>
                <c:pt idx="2158">
                  <c:v>0.0096</c:v>
                </c:pt>
                <c:pt idx="2159">
                  <c:v>0.0096</c:v>
                </c:pt>
                <c:pt idx="2160">
                  <c:v>0.0096</c:v>
                </c:pt>
                <c:pt idx="2161">
                  <c:v>0.0096</c:v>
                </c:pt>
                <c:pt idx="2162">
                  <c:v>0.0096</c:v>
                </c:pt>
                <c:pt idx="2163">
                  <c:v>0.0096</c:v>
                </c:pt>
                <c:pt idx="2164">
                  <c:v>0.0096</c:v>
                </c:pt>
                <c:pt idx="2165">
                  <c:v>0.0096</c:v>
                </c:pt>
                <c:pt idx="2166">
                  <c:v>0.0096</c:v>
                </c:pt>
                <c:pt idx="2167">
                  <c:v>0.0096</c:v>
                </c:pt>
                <c:pt idx="2168">
                  <c:v>0.0096</c:v>
                </c:pt>
                <c:pt idx="2169">
                  <c:v>0.0096</c:v>
                </c:pt>
                <c:pt idx="2170">
                  <c:v>0.0096</c:v>
                </c:pt>
                <c:pt idx="2171">
                  <c:v>0.0096</c:v>
                </c:pt>
                <c:pt idx="2172">
                  <c:v>0.0096</c:v>
                </c:pt>
                <c:pt idx="2173">
                  <c:v>0.0096</c:v>
                </c:pt>
                <c:pt idx="2174">
                  <c:v>0.0096</c:v>
                </c:pt>
                <c:pt idx="2175">
                  <c:v>0.0096</c:v>
                </c:pt>
                <c:pt idx="2176">
                  <c:v>0.0096</c:v>
                </c:pt>
                <c:pt idx="2177">
                  <c:v>0.0096</c:v>
                </c:pt>
                <c:pt idx="2178">
                  <c:v>0.0096</c:v>
                </c:pt>
                <c:pt idx="2179">
                  <c:v>0.0096</c:v>
                </c:pt>
                <c:pt idx="2180">
                  <c:v>0.0096</c:v>
                </c:pt>
                <c:pt idx="2181">
                  <c:v>0.0096</c:v>
                </c:pt>
                <c:pt idx="2182">
                  <c:v>0.0096</c:v>
                </c:pt>
                <c:pt idx="2183">
                  <c:v>0.0096</c:v>
                </c:pt>
                <c:pt idx="2184">
                  <c:v>0.0096</c:v>
                </c:pt>
                <c:pt idx="2185">
                  <c:v>0.0096</c:v>
                </c:pt>
                <c:pt idx="2186">
                  <c:v>0.0096</c:v>
                </c:pt>
                <c:pt idx="2187">
                  <c:v>0.0096</c:v>
                </c:pt>
                <c:pt idx="2188">
                  <c:v>0.0096</c:v>
                </c:pt>
                <c:pt idx="2189">
                  <c:v>0.0096</c:v>
                </c:pt>
                <c:pt idx="2190">
                  <c:v>0.0096</c:v>
                </c:pt>
                <c:pt idx="2191">
                  <c:v>0.0096</c:v>
                </c:pt>
                <c:pt idx="2192">
                  <c:v>0.0096</c:v>
                </c:pt>
                <c:pt idx="2193">
                  <c:v>0.0096</c:v>
                </c:pt>
                <c:pt idx="2194">
                  <c:v>0.0096</c:v>
                </c:pt>
                <c:pt idx="2195">
                  <c:v>0.0096</c:v>
                </c:pt>
                <c:pt idx="2196">
                  <c:v>0.0096</c:v>
                </c:pt>
                <c:pt idx="2197">
                  <c:v>0.0096</c:v>
                </c:pt>
                <c:pt idx="2198">
                  <c:v>0.0096</c:v>
                </c:pt>
                <c:pt idx="2199">
                  <c:v>0.0096</c:v>
                </c:pt>
                <c:pt idx="2200">
                  <c:v>0.0096</c:v>
                </c:pt>
                <c:pt idx="2201">
                  <c:v>0.0096</c:v>
                </c:pt>
                <c:pt idx="2202">
                  <c:v>0.0096</c:v>
                </c:pt>
                <c:pt idx="2203">
                  <c:v>0.0096</c:v>
                </c:pt>
                <c:pt idx="2204">
                  <c:v>0.0096</c:v>
                </c:pt>
                <c:pt idx="2205">
                  <c:v>0.0096</c:v>
                </c:pt>
                <c:pt idx="2206">
                  <c:v>0.0096</c:v>
                </c:pt>
                <c:pt idx="2207">
                  <c:v>0.0096</c:v>
                </c:pt>
                <c:pt idx="2208">
                  <c:v>0.0096</c:v>
                </c:pt>
                <c:pt idx="2209">
                  <c:v>0.0096</c:v>
                </c:pt>
                <c:pt idx="2210">
                  <c:v>0.0096</c:v>
                </c:pt>
                <c:pt idx="2211">
                  <c:v>0.0096</c:v>
                </c:pt>
                <c:pt idx="2212">
                  <c:v>0.0096</c:v>
                </c:pt>
                <c:pt idx="2213">
                  <c:v>0.0096</c:v>
                </c:pt>
                <c:pt idx="2214">
                  <c:v>0.0096</c:v>
                </c:pt>
                <c:pt idx="2215">
                  <c:v>0.0096</c:v>
                </c:pt>
                <c:pt idx="2216">
                  <c:v>0.0096</c:v>
                </c:pt>
                <c:pt idx="2217">
                  <c:v>0.0096</c:v>
                </c:pt>
                <c:pt idx="2218">
                  <c:v>0.0096</c:v>
                </c:pt>
                <c:pt idx="2219">
                  <c:v>0.0096</c:v>
                </c:pt>
                <c:pt idx="2220">
                  <c:v>0.0096</c:v>
                </c:pt>
                <c:pt idx="2221">
                  <c:v>0.0096</c:v>
                </c:pt>
                <c:pt idx="2222">
                  <c:v>0.0096</c:v>
                </c:pt>
                <c:pt idx="2223">
                  <c:v>0.0096</c:v>
                </c:pt>
                <c:pt idx="2224">
                  <c:v>0.0096</c:v>
                </c:pt>
                <c:pt idx="2225">
                  <c:v>0.0096</c:v>
                </c:pt>
                <c:pt idx="2226">
                  <c:v>0.0096</c:v>
                </c:pt>
                <c:pt idx="2227">
                  <c:v>0.0096</c:v>
                </c:pt>
                <c:pt idx="2228">
                  <c:v>0.0096</c:v>
                </c:pt>
                <c:pt idx="2229">
                  <c:v>0.0096</c:v>
                </c:pt>
                <c:pt idx="2230">
                  <c:v>0.0096</c:v>
                </c:pt>
                <c:pt idx="2231">
                  <c:v>0.0096</c:v>
                </c:pt>
                <c:pt idx="2232">
                  <c:v>0.0096</c:v>
                </c:pt>
                <c:pt idx="2233">
                  <c:v>0.0096</c:v>
                </c:pt>
                <c:pt idx="2234">
                  <c:v>0.0096</c:v>
                </c:pt>
                <c:pt idx="2235">
                  <c:v>0.0096</c:v>
                </c:pt>
                <c:pt idx="2236">
                  <c:v>0.0096</c:v>
                </c:pt>
                <c:pt idx="2237">
                  <c:v>0.0096</c:v>
                </c:pt>
                <c:pt idx="2238">
                  <c:v>0.0096</c:v>
                </c:pt>
                <c:pt idx="2239">
                  <c:v>0.0096</c:v>
                </c:pt>
                <c:pt idx="2240">
                  <c:v>0.0096</c:v>
                </c:pt>
                <c:pt idx="2241">
                  <c:v>0.0096</c:v>
                </c:pt>
                <c:pt idx="2242">
                  <c:v>0.0096</c:v>
                </c:pt>
                <c:pt idx="2243">
                  <c:v>0.0096</c:v>
                </c:pt>
                <c:pt idx="2244">
                  <c:v>0.0096</c:v>
                </c:pt>
                <c:pt idx="2245">
                  <c:v>0.0096</c:v>
                </c:pt>
                <c:pt idx="2246">
                  <c:v>0.0096</c:v>
                </c:pt>
                <c:pt idx="2247">
                  <c:v>0.0096</c:v>
                </c:pt>
                <c:pt idx="2248">
                  <c:v>0.0096</c:v>
                </c:pt>
                <c:pt idx="2249">
                  <c:v>0.0096</c:v>
                </c:pt>
                <c:pt idx="2250">
                  <c:v>0.0096</c:v>
                </c:pt>
                <c:pt idx="2251">
                  <c:v>0.0096</c:v>
                </c:pt>
                <c:pt idx="2252">
                  <c:v>0.0096</c:v>
                </c:pt>
                <c:pt idx="2253">
                  <c:v>0.0096</c:v>
                </c:pt>
                <c:pt idx="2254">
                  <c:v>0.0096</c:v>
                </c:pt>
                <c:pt idx="2255">
                  <c:v>0.0096</c:v>
                </c:pt>
                <c:pt idx="2256">
                  <c:v>0.0096</c:v>
                </c:pt>
                <c:pt idx="2257">
                  <c:v>0.0096</c:v>
                </c:pt>
                <c:pt idx="2258">
                  <c:v>0.0096</c:v>
                </c:pt>
                <c:pt idx="2259">
                  <c:v>0.0096</c:v>
                </c:pt>
                <c:pt idx="2260">
                  <c:v>0.0096</c:v>
                </c:pt>
                <c:pt idx="2261">
                  <c:v>0.0096</c:v>
                </c:pt>
                <c:pt idx="2262">
                  <c:v>0.0096</c:v>
                </c:pt>
                <c:pt idx="2263">
                  <c:v>0.0096</c:v>
                </c:pt>
                <c:pt idx="2264">
                  <c:v>0.0096</c:v>
                </c:pt>
                <c:pt idx="2265">
                  <c:v>0.0096</c:v>
                </c:pt>
                <c:pt idx="2266">
                  <c:v>0.0096</c:v>
                </c:pt>
                <c:pt idx="2267">
                  <c:v>0.0096</c:v>
                </c:pt>
                <c:pt idx="2268">
                  <c:v>0.0096</c:v>
                </c:pt>
                <c:pt idx="2269">
                  <c:v>0.0096</c:v>
                </c:pt>
                <c:pt idx="2270">
                  <c:v>0.0096</c:v>
                </c:pt>
                <c:pt idx="2271">
                  <c:v>0.0096</c:v>
                </c:pt>
                <c:pt idx="2272">
                  <c:v>0.0096</c:v>
                </c:pt>
                <c:pt idx="2273">
                  <c:v>0.0096</c:v>
                </c:pt>
                <c:pt idx="2274">
                  <c:v>0.0096</c:v>
                </c:pt>
                <c:pt idx="2275">
                  <c:v>0.0096</c:v>
                </c:pt>
                <c:pt idx="2276">
                  <c:v>0.0096</c:v>
                </c:pt>
                <c:pt idx="2277">
                  <c:v>0.0096</c:v>
                </c:pt>
                <c:pt idx="2278">
                  <c:v>0.0096</c:v>
                </c:pt>
                <c:pt idx="2279">
                  <c:v>0.0096</c:v>
                </c:pt>
                <c:pt idx="2280">
                  <c:v>0.0096</c:v>
                </c:pt>
                <c:pt idx="2281">
                  <c:v>0.0096</c:v>
                </c:pt>
                <c:pt idx="2282">
                  <c:v>0.0096</c:v>
                </c:pt>
                <c:pt idx="2283">
                  <c:v>0.0096</c:v>
                </c:pt>
                <c:pt idx="2284">
                  <c:v>0.0096</c:v>
                </c:pt>
                <c:pt idx="2285">
                  <c:v>0.0096</c:v>
                </c:pt>
                <c:pt idx="2286">
                  <c:v>0.0096</c:v>
                </c:pt>
                <c:pt idx="2287">
                  <c:v>0.0096</c:v>
                </c:pt>
                <c:pt idx="2288">
                  <c:v>0.0096</c:v>
                </c:pt>
                <c:pt idx="2289">
                  <c:v>0.0096</c:v>
                </c:pt>
                <c:pt idx="2290">
                  <c:v>0.0096</c:v>
                </c:pt>
                <c:pt idx="2291">
                  <c:v>0.0096</c:v>
                </c:pt>
                <c:pt idx="2292">
                  <c:v>0.0096</c:v>
                </c:pt>
                <c:pt idx="2293">
                  <c:v>0.0096</c:v>
                </c:pt>
                <c:pt idx="2294">
                  <c:v>0.0096</c:v>
                </c:pt>
                <c:pt idx="2295">
                  <c:v>0.0096</c:v>
                </c:pt>
                <c:pt idx="2296">
                  <c:v>0.0096</c:v>
                </c:pt>
                <c:pt idx="2297">
                  <c:v>0.0096</c:v>
                </c:pt>
                <c:pt idx="2298">
                  <c:v>0.0096</c:v>
                </c:pt>
                <c:pt idx="2299">
                  <c:v>0.0096</c:v>
                </c:pt>
                <c:pt idx="2300">
                  <c:v>0.0096</c:v>
                </c:pt>
                <c:pt idx="2301">
                  <c:v>0.0096</c:v>
                </c:pt>
                <c:pt idx="2302">
                  <c:v>0.0096</c:v>
                </c:pt>
                <c:pt idx="2303">
                  <c:v>0.0096</c:v>
                </c:pt>
                <c:pt idx="2304">
                  <c:v>0.0096</c:v>
                </c:pt>
                <c:pt idx="2305">
                  <c:v>0.0096</c:v>
                </c:pt>
                <c:pt idx="2306">
                  <c:v>0.0096</c:v>
                </c:pt>
                <c:pt idx="2307">
                  <c:v>0.0096</c:v>
                </c:pt>
                <c:pt idx="2308">
                  <c:v>0.0096</c:v>
                </c:pt>
                <c:pt idx="2309">
                  <c:v>0.0096</c:v>
                </c:pt>
                <c:pt idx="2310">
                  <c:v>0.0096</c:v>
                </c:pt>
                <c:pt idx="2311">
                  <c:v>0.0096</c:v>
                </c:pt>
                <c:pt idx="2312">
                  <c:v>0.0096</c:v>
                </c:pt>
                <c:pt idx="2313">
                  <c:v>0.0096</c:v>
                </c:pt>
                <c:pt idx="2314">
                  <c:v>0.0096</c:v>
                </c:pt>
                <c:pt idx="2315">
                  <c:v>0.0096</c:v>
                </c:pt>
                <c:pt idx="2316">
                  <c:v>0.0096</c:v>
                </c:pt>
                <c:pt idx="2317">
                  <c:v>0.0096</c:v>
                </c:pt>
                <c:pt idx="2318">
                  <c:v>0.0096</c:v>
                </c:pt>
                <c:pt idx="2319">
                  <c:v>0.0096</c:v>
                </c:pt>
                <c:pt idx="2320">
                  <c:v>0.0096</c:v>
                </c:pt>
                <c:pt idx="2321">
                  <c:v>0.0096</c:v>
                </c:pt>
                <c:pt idx="2322">
                  <c:v>0.0096</c:v>
                </c:pt>
                <c:pt idx="2323">
                  <c:v>0.0096</c:v>
                </c:pt>
                <c:pt idx="2324">
                  <c:v>0.0096</c:v>
                </c:pt>
                <c:pt idx="2325">
                  <c:v>0.0096</c:v>
                </c:pt>
                <c:pt idx="2326">
                  <c:v>0.0096</c:v>
                </c:pt>
                <c:pt idx="2327">
                  <c:v>0.0096</c:v>
                </c:pt>
                <c:pt idx="2328">
                  <c:v>0.0096</c:v>
                </c:pt>
                <c:pt idx="2329">
                  <c:v>0.0096</c:v>
                </c:pt>
                <c:pt idx="2330">
                  <c:v>0.0096</c:v>
                </c:pt>
                <c:pt idx="2331">
                  <c:v>0.0096</c:v>
                </c:pt>
                <c:pt idx="2332">
                  <c:v>0.0096</c:v>
                </c:pt>
                <c:pt idx="2333">
                  <c:v>0.0096</c:v>
                </c:pt>
                <c:pt idx="2334">
                  <c:v>0.0096</c:v>
                </c:pt>
                <c:pt idx="2335">
                  <c:v>0.0096</c:v>
                </c:pt>
                <c:pt idx="2336">
                  <c:v>0.0096</c:v>
                </c:pt>
                <c:pt idx="2337">
                  <c:v>0.0096</c:v>
                </c:pt>
                <c:pt idx="2338">
                  <c:v>0.0096</c:v>
                </c:pt>
                <c:pt idx="2339">
                  <c:v>0.0096</c:v>
                </c:pt>
                <c:pt idx="2340">
                  <c:v>0.0096</c:v>
                </c:pt>
                <c:pt idx="2341">
                  <c:v>0.0096</c:v>
                </c:pt>
                <c:pt idx="2342">
                  <c:v>0.0096</c:v>
                </c:pt>
                <c:pt idx="2343">
                  <c:v>0.0096</c:v>
                </c:pt>
                <c:pt idx="2344">
                  <c:v>0.0096</c:v>
                </c:pt>
                <c:pt idx="2345">
                  <c:v>0.0096</c:v>
                </c:pt>
                <c:pt idx="2346">
                  <c:v>0.0096</c:v>
                </c:pt>
                <c:pt idx="2347">
                  <c:v>0.0096</c:v>
                </c:pt>
                <c:pt idx="2348">
                  <c:v>0.0096</c:v>
                </c:pt>
                <c:pt idx="2349">
                  <c:v>0.0096</c:v>
                </c:pt>
                <c:pt idx="2350">
                  <c:v>0.0096</c:v>
                </c:pt>
                <c:pt idx="2351">
                  <c:v>0.0096</c:v>
                </c:pt>
                <c:pt idx="2352">
                  <c:v>0.0096</c:v>
                </c:pt>
                <c:pt idx="2353">
                  <c:v>0.0096</c:v>
                </c:pt>
                <c:pt idx="2354">
                  <c:v>0.0096</c:v>
                </c:pt>
                <c:pt idx="2355">
                  <c:v>0.0096</c:v>
                </c:pt>
                <c:pt idx="2356">
                  <c:v>0.0096</c:v>
                </c:pt>
                <c:pt idx="2357">
                  <c:v>0.0096</c:v>
                </c:pt>
                <c:pt idx="2358">
                  <c:v>0.0096</c:v>
                </c:pt>
                <c:pt idx="2359">
                  <c:v>0.0096</c:v>
                </c:pt>
                <c:pt idx="2360">
                  <c:v>0.0096</c:v>
                </c:pt>
                <c:pt idx="2361">
                  <c:v>0.0096</c:v>
                </c:pt>
                <c:pt idx="2362">
                  <c:v>0.0096</c:v>
                </c:pt>
                <c:pt idx="2363">
                  <c:v>0.0096</c:v>
                </c:pt>
                <c:pt idx="2364">
                  <c:v>0.0096</c:v>
                </c:pt>
                <c:pt idx="2365">
                  <c:v>0.0096</c:v>
                </c:pt>
                <c:pt idx="2366">
                  <c:v>0.0096</c:v>
                </c:pt>
                <c:pt idx="2367">
                  <c:v>0.0096</c:v>
                </c:pt>
                <c:pt idx="2368">
                  <c:v>0.0096</c:v>
                </c:pt>
                <c:pt idx="2369">
                  <c:v>0.0096</c:v>
                </c:pt>
                <c:pt idx="2370">
                  <c:v>0.0096</c:v>
                </c:pt>
                <c:pt idx="2371">
                  <c:v>0.0096</c:v>
                </c:pt>
                <c:pt idx="2372">
                  <c:v>0.0096</c:v>
                </c:pt>
                <c:pt idx="2373">
                  <c:v>0.0096</c:v>
                </c:pt>
                <c:pt idx="2374">
                  <c:v>0.0096</c:v>
                </c:pt>
                <c:pt idx="2375">
                  <c:v>0.0096</c:v>
                </c:pt>
                <c:pt idx="2376">
                  <c:v>0.0096</c:v>
                </c:pt>
                <c:pt idx="2377">
                  <c:v>0.0096</c:v>
                </c:pt>
                <c:pt idx="2378">
                  <c:v>0.0096</c:v>
                </c:pt>
                <c:pt idx="2379">
                  <c:v>0.0096</c:v>
                </c:pt>
                <c:pt idx="2380">
                  <c:v>0.0096</c:v>
                </c:pt>
                <c:pt idx="2381">
                  <c:v>0.0096</c:v>
                </c:pt>
                <c:pt idx="2382">
                  <c:v>0.0096</c:v>
                </c:pt>
                <c:pt idx="2383">
                  <c:v>0.0096</c:v>
                </c:pt>
                <c:pt idx="2384">
                  <c:v>0.0096</c:v>
                </c:pt>
                <c:pt idx="2385">
                  <c:v>0.0096</c:v>
                </c:pt>
                <c:pt idx="2386">
                  <c:v>0.0096</c:v>
                </c:pt>
                <c:pt idx="2387">
                  <c:v>0.0096</c:v>
                </c:pt>
                <c:pt idx="2388">
                  <c:v>0.0096</c:v>
                </c:pt>
                <c:pt idx="2389">
                  <c:v>0.0096</c:v>
                </c:pt>
                <c:pt idx="2390">
                  <c:v>0.0096</c:v>
                </c:pt>
                <c:pt idx="2391">
                  <c:v>0.0096</c:v>
                </c:pt>
                <c:pt idx="2392">
                  <c:v>0.0096</c:v>
                </c:pt>
                <c:pt idx="2393">
                  <c:v>0.0096</c:v>
                </c:pt>
                <c:pt idx="2394">
                  <c:v>0.0096</c:v>
                </c:pt>
                <c:pt idx="2395">
                  <c:v>0.0096</c:v>
                </c:pt>
                <c:pt idx="2396">
                  <c:v>0.0096</c:v>
                </c:pt>
                <c:pt idx="2397">
                  <c:v>0.0096</c:v>
                </c:pt>
                <c:pt idx="2398">
                  <c:v>0.0096</c:v>
                </c:pt>
                <c:pt idx="2399">
                  <c:v>0.0096</c:v>
                </c:pt>
                <c:pt idx="2400">
                  <c:v>0.0096</c:v>
                </c:pt>
                <c:pt idx="2401">
                  <c:v>0.0096</c:v>
                </c:pt>
                <c:pt idx="2402">
                  <c:v>0.0096</c:v>
                </c:pt>
                <c:pt idx="2403">
                  <c:v>0.0096</c:v>
                </c:pt>
                <c:pt idx="2404">
                  <c:v>0.0096</c:v>
                </c:pt>
                <c:pt idx="2405">
                  <c:v>0.0096</c:v>
                </c:pt>
                <c:pt idx="2406">
                  <c:v>0.0096</c:v>
                </c:pt>
                <c:pt idx="2407">
                  <c:v>0.0096</c:v>
                </c:pt>
                <c:pt idx="2408">
                  <c:v>0.0096</c:v>
                </c:pt>
                <c:pt idx="2409">
                  <c:v>0.0096</c:v>
                </c:pt>
                <c:pt idx="2410">
                  <c:v>0.0096</c:v>
                </c:pt>
                <c:pt idx="2411">
                  <c:v>0.0096</c:v>
                </c:pt>
                <c:pt idx="2412">
                  <c:v>0.0096</c:v>
                </c:pt>
                <c:pt idx="2413">
                  <c:v>0.0096</c:v>
                </c:pt>
                <c:pt idx="2414">
                  <c:v>0.0096</c:v>
                </c:pt>
                <c:pt idx="2415">
                  <c:v>0.0096</c:v>
                </c:pt>
                <c:pt idx="2416">
                  <c:v>0.0096</c:v>
                </c:pt>
                <c:pt idx="2417">
                  <c:v>0.0096</c:v>
                </c:pt>
                <c:pt idx="2418">
                  <c:v>0.0096</c:v>
                </c:pt>
                <c:pt idx="2419">
                  <c:v>0.0096</c:v>
                </c:pt>
                <c:pt idx="2420">
                  <c:v>0.0096</c:v>
                </c:pt>
                <c:pt idx="2421">
                  <c:v>0.0096</c:v>
                </c:pt>
                <c:pt idx="2422">
                  <c:v>0.0096</c:v>
                </c:pt>
                <c:pt idx="2423">
                  <c:v>0.0096</c:v>
                </c:pt>
                <c:pt idx="2424">
                  <c:v>0.0096</c:v>
                </c:pt>
                <c:pt idx="2425">
                  <c:v>0.0096</c:v>
                </c:pt>
                <c:pt idx="2426">
                  <c:v>0.0096</c:v>
                </c:pt>
                <c:pt idx="2427">
                  <c:v>0.0096</c:v>
                </c:pt>
                <c:pt idx="2428">
                  <c:v>0.0096</c:v>
                </c:pt>
                <c:pt idx="2429">
                  <c:v>0.0096</c:v>
                </c:pt>
                <c:pt idx="2430">
                  <c:v>0.0096</c:v>
                </c:pt>
                <c:pt idx="2431">
                  <c:v>0.0096</c:v>
                </c:pt>
                <c:pt idx="2432">
                  <c:v>0.0096</c:v>
                </c:pt>
                <c:pt idx="2433">
                  <c:v>0.0096</c:v>
                </c:pt>
                <c:pt idx="2434">
                  <c:v>0.0096</c:v>
                </c:pt>
                <c:pt idx="2435">
                  <c:v>0.0096</c:v>
                </c:pt>
                <c:pt idx="2436">
                  <c:v>0.0096</c:v>
                </c:pt>
                <c:pt idx="2437">
                  <c:v>0.0096</c:v>
                </c:pt>
                <c:pt idx="2438">
                  <c:v>0.0096</c:v>
                </c:pt>
                <c:pt idx="2439">
                  <c:v>0.0096</c:v>
                </c:pt>
                <c:pt idx="2440">
                  <c:v>0.0096</c:v>
                </c:pt>
                <c:pt idx="2441">
                  <c:v>0.0096</c:v>
                </c:pt>
                <c:pt idx="2442">
                  <c:v>0.0096</c:v>
                </c:pt>
                <c:pt idx="2443">
                  <c:v>0.0096</c:v>
                </c:pt>
                <c:pt idx="2444">
                  <c:v>0.0096</c:v>
                </c:pt>
                <c:pt idx="2445">
                  <c:v>0.0096</c:v>
                </c:pt>
                <c:pt idx="2446">
                  <c:v>0.0096</c:v>
                </c:pt>
                <c:pt idx="2447">
                  <c:v>0.0096</c:v>
                </c:pt>
                <c:pt idx="2448">
                  <c:v>0.0096</c:v>
                </c:pt>
                <c:pt idx="2449">
                  <c:v>0.0096</c:v>
                </c:pt>
                <c:pt idx="2450">
                  <c:v>0.0096</c:v>
                </c:pt>
                <c:pt idx="2451">
                  <c:v>0.0096</c:v>
                </c:pt>
                <c:pt idx="2452">
                  <c:v>0.0096</c:v>
                </c:pt>
                <c:pt idx="2453">
                  <c:v>0.0096</c:v>
                </c:pt>
                <c:pt idx="2454">
                  <c:v>0.0096</c:v>
                </c:pt>
                <c:pt idx="2455">
                  <c:v>0.0096</c:v>
                </c:pt>
                <c:pt idx="2456">
                  <c:v>0.0096</c:v>
                </c:pt>
                <c:pt idx="2457">
                  <c:v>0.0096</c:v>
                </c:pt>
                <c:pt idx="2458">
                  <c:v>0.0096</c:v>
                </c:pt>
                <c:pt idx="2459">
                  <c:v>0.0096</c:v>
                </c:pt>
                <c:pt idx="2460">
                  <c:v>0.0096</c:v>
                </c:pt>
                <c:pt idx="2461">
                  <c:v>0.0096</c:v>
                </c:pt>
                <c:pt idx="2462">
                  <c:v>0.0096</c:v>
                </c:pt>
                <c:pt idx="2463">
                  <c:v>0.0096</c:v>
                </c:pt>
                <c:pt idx="2464">
                  <c:v>0.0096</c:v>
                </c:pt>
                <c:pt idx="2465">
                  <c:v>0.0096</c:v>
                </c:pt>
                <c:pt idx="2466">
                  <c:v>0.0096</c:v>
                </c:pt>
                <c:pt idx="2467">
                  <c:v>0.0096</c:v>
                </c:pt>
                <c:pt idx="2468">
                  <c:v>0.0096</c:v>
                </c:pt>
                <c:pt idx="2469">
                  <c:v>0.0096</c:v>
                </c:pt>
                <c:pt idx="2470">
                  <c:v>0.0096</c:v>
                </c:pt>
                <c:pt idx="2471">
                  <c:v>0.0096</c:v>
                </c:pt>
                <c:pt idx="2472">
                  <c:v>0.0096</c:v>
                </c:pt>
                <c:pt idx="2473">
                  <c:v>0.0096</c:v>
                </c:pt>
                <c:pt idx="2474">
                  <c:v>0.0096</c:v>
                </c:pt>
                <c:pt idx="2475">
                  <c:v>0.0096</c:v>
                </c:pt>
                <c:pt idx="2476">
                  <c:v>0.0096</c:v>
                </c:pt>
                <c:pt idx="2477">
                  <c:v>0.0096</c:v>
                </c:pt>
                <c:pt idx="2478">
                  <c:v>0.0096</c:v>
                </c:pt>
                <c:pt idx="2479">
                  <c:v>0.0096</c:v>
                </c:pt>
                <c:pt idx="2480">
                  <c:v>0.0096</c:v>
                </c:pt>
                <c:pt idx="2481">
                  <c:v>0.0096</c:v>
                </c:pt>
                <c:pt idx="2482">
                  <c:v>0.0096</c:v>
                </c:pt>
                <c:pt idx="2483">
                  <c:v>0.0096</c:v>
                </c:pt>
                <c:pt idx="2484">
                  <c:v>0.0096</c:v>
                </c:pt>
                <c:pt idx="2485">
                  <c:v>0.0096</c:v>
                </c:pt>
                <c:pt idx="2486">
                  <c:v>0.0096</c:v>
                </c:pt>
                <c:pt idx="2487">
                  <c:v>0.0096</c:v>
                </c:pt>
                <c:pt idx="2488">
                  <c:v>0.0096</c:v>
                </c:pt>
                <c:pt idx="2489">
                  <c:v>0.0096</c:v>
                </c:pt>
                <c:pt idx="2490">
                  <c:v>0.0096</c:v>
                </c:pt>
                <c:pt idx="2491">
                  <c:v>0.0096</c:v>
                </c:pt>
                <c:pt idx="2492">
                  <c:v>0.0096</c:v>
                </c:pt>
                <c:pt idx="2493">
                  <c:v>0.0096</c:v>
                </c:pt>
                <c:pt idx="2494">
                  <c:v>0.0096</c:v>
                </c:pt>
                <c:pt idx="2495">
                  <c:v>0.0096</c:v>
                </c:pt>
                <c:pt idx="2496">
                  <c:v>0.0096</c:v>
                </c:pt>
                <c:pt idx="2497">
                  <c:v>0.0096</c:v>
                </c:pt>
                <c:pt idx="2498">
                  <c:v>0.0096</c:v>
                </c:pt>
                <c:pt idx="2499">
                  <c:v>0.0096</c:v>
                </c:pt>
                <c:pt idx="2500">
                  <c:v>0.0096</c:v>
                </c:pt>
                <c:pt idx="2501">
                  <c:v>0.0096</c:v>
                </c:pt>
                <c:pt idx="2502">
                  <c:v>0.0096</c:v>
                </c:pt>
                <c:pt idx="2503">
                  <c:v>0.0096</c:v>
                </c:pt>
                <c:pt idx="2504">
                  <c:v>0.0096</c:v>
                </c:pt>
                <c:pt idx="2505">
                  <c:v>0.0096</c:v>
                </c:pt>
                <c:pt idx="2506">
                  <c:v>0.0096</c:v>
                </c:pt>
                <c:pt idx="2507">
                  <c:v>0.0096</c:v>
                </c:pt>
                <c:pt idx="2508">
                  <c:v>0.0096</c:v>
                </c:pt>
                <c:pt idx="2509">
                  <c:v>0.0096</c:v>
                </c:pt>
                <c:pt idx="2510">
                  <c:v>0.0096</c:v>
                </c:pt>
                <c:pt idx="2511">
                  <c:v>0.0096</c:v>
                </c:pt>
                <c:pt idx="2512">
                  <c:v>0.0096</c:v>
                </c:pt>
                <c:pt idx="2513">
                  <c:v>0.0096</c:v>
                </c:pt>
                <c:pt idx="2514">
                  <c:v>0.0096</c:v>
                </c:pt>
                <c:pt idx="2515">
                  <c:v>0.0096</c:v>
                </c:pt>
                <c:pt idx="2516">
                  <c:v>0.0096</c:v>
                </c:pt>
                <c:pt idx="2517">
                  <c:v>0.0096</c:v>
                </c:pt>
                <c:pt idx="2518">
                  <c:v>0.0096</c:v>
                </c:pt>
                <c:pt idx="2519">
                  <c:v>0.0096</c:v>
                </c:pt>
                <c:pt idx="2520">
                  <c:v>0.0096</c:v>
                </c:pt>
                <c:pt idx="2521">
                  <c:v>0.0096</c:v>
                </c:pt>
                <c:pt idx="2522">
                  <c:v>0.0096</c:v>
                </c:pt>
                <c:pt idx="2523">
                  <c:v>0.0096</c:v>
                </c:pt>
                <c:pt idx="2524">
                  <c:v>0.0096</c:v>
                </c:pt>
                <c:pt idx="2525">
                  <c:v>0.0096</c:v>
                </c:pt>
                <c:pt idx="2526">
                  <c:v>0.0096</c:v>
                </c:pt>
                <c:pt idx="2527">
                  <c:v>0.0096</c:v>
                </c:pt>
                <c:pt idx="2528">
                  <c:v>0.0096</c:v>
                </c:pt>
                <c:pt idx="2529">
                  <c:v>0.0096</c:v>
                </c:pt>
                <c:pt idx="2530">
                  <c:v>0.0096</c:v>
                </c:pt>
                <c:pt idx="2531">
                  <c:v>0.0096</c:v>
                </c:pt>
                <c:pt idx="2532">
                  <c:v>0.0096</c:v>
                </c:pt>
                <c:pt idx="2533">
                  <c:v>0.0096</c:v>
                </c:pt>
                <c:pt idx="2534">
                  <c:v>0.0096</c:v>
                </c:pt>
                <c:pt idx="2535">
                  <c:v>0.0096</c:v>
                </c:pt>
                <c:pt idx="2536">
                  <c:v>0.0096</c:v>
                </c:pt>
                <c:pt idx="2537">
                  <c:v>0.0096</c:v>
                </c:pt>
                <c:pt idx="2538">
                  <c:v>0.0096</c:v>
                </c:pt>
                <c:pt idx="2539">
                  <c:v>0.0096</c:v>
                </c:pt>
                <c:pt idx="2540">
                  <c:v>0.0096</c:v>
                </c:pt>
                <c:pt idx="2541">
                  <c:v>0.0096</c:v>
                </c:pt>
                <c:pt idx="2542">
                  <c:v>0.0096</c:v>
                </c:pt>
                <c:pt idx="2543">
                  <c:v>0.0096</c:v>
                </c:pt>
                <c:pt idx="2544">
                  <c:v>0.0096</c:v>
                </c:pt>
                <c:pt idx="2545">
                  <c:v>0.0096</c:v>
                </c:pt>
                <c:pt idx="2546">
                  <c:v>0.0096</c:v>
                </c:pt>
                <c:pt idx="2547">
                  <c:v>0.0096</c:v>
                </c:pt>
                <c:pt idx="2548">
                  <c:v>0.0096</c:v>
                </c:pt>
                <c:pt idx="2549">
                  <c:v>0.0096</c:v>
                </c:pt>
                <c:pt idx="2550">
                  <c:v>0.0096</c:v>
                </c:pt>
                <c:pt idx="2551">
                  <c:v>0.0096</c:v>
                </c:pt>
                <c:pt idx="2552">
                  <c:v>0.0096</c:v>
                </c:pt>
                <c:pt idx="2553">
                  <c:v>0.0096</c:v>
                </c:pt>
                <c:pt idx="2554">
                  <c:v>0.0096</c:v>
                </c:pt>
                <c:pt idx="2555">
                  <c:v>0.0096</c:v>
                </c:pt>
                <c:pt idx="2556">
                  <c:v>0.0096</c:v>
                </c:pt>
                <c:pt idx="2557">
                  <c:v>0.0096</c:v>
                </c:pt>
                <c:pt idx="2558">
                  <c:v>0.0096</c:v>
                </c:pt>
                <c:pt idx="2559">
                  <c:v>0.0096</c:v>
                </c:pt>
                <c:pt idx="2560">
                  <c:v>0.0096</c:v>
                </c:pt>
                <c:pt idx="2561">
                  <c:v>0.0096</c:v>
                </c:pt>
                <c:pt idx="2562">
                  <c:v>0.0096</c:v>
                </c:pt>
                <c:pt idx="2563">
                  <c:v>0.0096</c:v>
                </c:pt>
                <c:pt idx="2564">
                  <c:v>0.0096</c:v>
                </c:pt>
                <c:pt idx="2565">
                  <c:v>0.0096</c:v>
                </c:pt>
                <c:pt idx="2566">
                  <c:v>0.0096</c:v>
                </c:pt>
                <c:pt idx="2567">
                  <c:v>0.0096</c:v>
                </c:pt>
                <c:pt idx="2568">
                  <c:v>0.0096</c:v>
                </c:pt>
                <c:pt idx="2569">
                  <c:v>0.0096</c:v>
                </c:pt>
                <c:pt idx="2570">
                  <c:v>0.0096</c:v>
                </c:pt>
                <c:pt idx="2571">
                  <c:v>0.0096</c:v>
                </c:pt>
                <c:pt idx="2572">
                  <c:v>0.0096</c:v>
                </c:pt>
                <c:pt idx="2573">
                  <c:v>0.0096</c:v>
                </c:pt>
                <c:pt idx="2574">
                  <c:v>0.0096</c:v>
                </c:pt>
                <c:pt idx="2575">
                  <c:v>0.0096</c:v>
                </c:pt>
                <c:pt idx="2576">
                  <c:v>0.0096</c:v>
                </c:pt>
                <c:pt idx="2577">
                  <c:v>0.0096</c:v>
                </c:pt>
                <c:pt idx="2578">
                  <c:v>0.0096</c:v>
                </c:pt>
                <c:pt idx="2579">
                  <c:v>0.0096</c:v>
                </c:pt>
                <c:pt idx="2580">
                  <c:v>0.0096</c:v>
                </c:pt>
                <c:pt idx="2581">
                  <c:v>0.0096</c:v>
                </c:pt>
                <c:pt idx="2582">
                  <c:v>0.0096</c:v>
                </c:pt>
                <c:pt idx="2583">
                  <c:v>0.0096</c:v>
                </c:pt>
                <c:pt idx="2584">
                  <c:v>0.0096</c:v>
                </c:pt>
                <c:pt idx="2585">
                  <c:v>0.0096</c:v>
                </c:pt>
                <c:pt idx="2586">
                  <c:v>0.0096</c:v>
                </c:pt>
                <c:pt idx="2587">
                  <c:v>0.0096</c:v>
                </c:pt>
                <c:pt idx="2588">
                  <c:v>0.0096</c:v>
                </c:pt>
                <c:pt idx="2589">
                  <c:v>0.0096</c:v>
                </c:pt>
                <c:pt idx="2590">
                  <c:v>0.0096</c:v>
                </c:pt>
                <c:pt idx="2591">
                  <c:v>0.0096</c:v>
                </c:pt>
                <c:pt idx="2592">
                  <c:v>0.0096</c:v>
                </c:pt>
                <c:pt idx="2593">
                  <c:v>0.0096</c:v>
                </c:pt>
                <c:pt idx="2594">
                  <c:v>0.0096</c:v>
                </c:pt>
                <c:pt idx="2595">
                  <c:v>0.0096</c:v>
                </c:pt>
                <c:pt idx="2596">
                  <c:v>0.0096</c:v>
                </c:pt>
                <c:pt idx="2597">
                  <c:v>0.0096</c:v>
                </c:pt>
                <c:pt idx="2598">
                  <c:v>0.0096</c:v>
                </c:pt>
                <c:pt idx="2599">
                  <c:v>0.0096</c:v>
                </c:pt>
                <c:pt idx="2600">
                  <c:v>0.0096</c:v>
                </c:pt>
                <c:pt idx="2601">
                  <c:v>0.0096</c:v>
                </c:pt>
                <c:pt idx="2602">
                  <c:v>0.0096</c:v>
                </c:pt>
                <c:pt idx="2603">
                  <c:v>0.0096</c:v>
                </c:pt>
                <c:pt idx="2604">
                  <c:v>0.0096</c:v>
                </c:pt>
                <c:pt idx="2605">
                  <c:v>0.0096</c:v>
                </c:pt>
                <c:pt idx="2606">
                  <c:v>0.0096</c:v>
                </c:pt>
                <c:pt idx="2607">
                  <c:v>0.0096</c:v>
                </c:pt>
                <c:pt idx="2608">
                  <c:v>0.0096</c:v>
                </c:pt>
                <c:pt idx="2609">
                  <c:v>0.0096</c:v>
                </c:pt>
                <c:pt idx="2610">
                  <c:v>0.0096</c:v>
                </c:pt>
                <c:pt idx="2611">
                  <c:v>0.0096</c:v>
                </c:pt>
                <c:pt idx="2612">
                  <c:v>0.0096</c:v>
                </c:pt>
                <c:pt idx="2613">
                  <c:v>0.0096</c:v>
                </c:pt>
                <c:pt idx="2614">
                  <c:v>0.0096</c:v>
                </c:pt>
                <c:pt idx="2615">
                  <c:v>0.0096</c:v>
                </c:pt>
                <c:pt idx="2616">
                  <c:v>0.0096</c:v>
                </c:pt>
                <c:pt idx="2617">
                  <c:v>0.0096</c:v>
                </c:pt>
                <c:pt idx="2618">
                  <c:v>0.0096</c:v>
                </c:pt>
                <c:pt idx="2619">
                  <c:v>0.0096</c:v>
                </c:pt>
                <c:pt idx="2620">
                  <c:v>0.0096</c:v>
                </c:pt>
                <c:pt idx="2621">
                  <c:v>0.0096</c:v>
                </c:pt>
                <c:pt idx="2622">
                  <c:v>0.0096</c:v>
                </c:pt>
                <c:pt idx="2623">
                  <c:v>0.0096</c:v>
                </c:pt>
                <c:pt idx="2624">
                  <c:v>0.0096</c:v>
                </c:pt>
                <c:pt idx="2625">
                  <c:v>0.0096</c:v>
                </c:pt>
                <c:pt idx="2626">
                  <c:v>0.0096</c:v>
                </c:pt>
                <c:pt idx="2627">
                  <c:v>0.0096</c:v>
                </c:pt>
                <c:pt idx="2628">
                  <c:v>0.0096</c:v>
                </c:pt>
                <c:pt idx="2629">
                  <c:v>0.0096</c:v>
                </c:pt>
                <c:pt idx="2630">
                  <c:v>0.0096</c:v>
                </c:pt>
                <c:pt idx="2631">
                  <c:v>0.0096</c:v>
                </c:pt>
                <c:pt idx="2632">
                  <c:v>0.0096</c:v>
                </c:pt>
                <c:pt idx="2633">
                  <c:v>0.0096</c:v>
                </c:pt>
                <c:pt idx="2634">
                  <c:v>0.0096</c:v>
                </c:pt>
                <c:pt idx="2635">
                  <c:v>0.0096</c:v>
                </c:pt>
                <c:pt idx="2636">
                  <c:v>0.0096</c:v>
                </c:pt>
                <c:pt idx="2637">
                  <c:v>0.0096</c:v>
                </c:pt>
                <c:pt idx="2638">
                  <c:v>0.0096</c:v>
                </c:pt>
                <c:pt idx="2639">
                  <c:v>0.0096</c:v>
                </c:pt>
                <c:pt idx="2640">
                  <c:v>0.0096</c:v>
                </c:pt>
                <c:pt idx="2641">
                  <c:v>0.0096</c:v>
                </c:pt>
                <c:pt idx="2642">
                  <c:v>0.0096</c:v>
                </c:pt>
                <c:pt idx="2643">
                  <c:v>0.0096</c:v>
                </c:pt>
                <c:pt idx="2644">
                  <c:v>0.0096</c:v>
                </c:pt>
                <c:pt idx="2645">
                  <c:v>0.0096</c:v>
                </c:pt>
                <c:pt idx="2646">
                  <c:v>0.0096</c:v>
                </c:pt>
                <c:pt idx="2647">
                  <c:v>0.0096</c:v>
                </c:pt>
                <c:pt idx="2648">
                  <c:v>0.0096</c:v>
                </c:pt>
                <c:pt idx="2649">
                  <c:v>0.0096</c:v>
                </c:pt>
                <c:pt idx="2650">
                  <c:v>0.0096</c:v>
                </c:pt>
                <c:pt idx="2651">
                  <c:v>0.0096</c:v>
                </c:pt>
                <c:pt idx="2652">
                  <c:v>0.0096</c:v>
                </c:pt>
                <c:pt idx="2653">
                  <c:v>0.0096</c:v>
                </c:pt>
                <c:pt idx="2654">
                  <c:v>0.0096</c:v>
                </c:pt>
                <c:pt idx="2655">
                  <c:v>0.0096</c:v>
                </c:pt>
                <c:pt idx="2656">
                  <c:v>0.0096</c:v>
                </c:pt>
                <c:pt idx="2657">
                  <c:v>0.0096</c:v>
                </c:pt>
                <c:pt idx="2658">
                  <c:v>0.0096</c:v>
                </c:pt>
                <c:pt idx="2659">
                  <c:v>0.0096</c:v>
                </c:pt>
                <c:pt idx="2660">
                  <c:v>0.0096</c:v>
                </c:pt>
                <c:pt idx="2661">
                  <c:v>0.0096</c:v>
                </c:pt>
                <c:pt idx="2662">
                  <c:v>0.0096</c:v>
                </c:pt>
                <c:pt idx="2663">
                  <c:v>0.0096</c:v>
                </c:pt>
                <c:pt idx="2664">
                  <c:v>0.0096</c:v>
                </c:pt>
                <c:pt idx="2665">
                  <c:v>0.0096</c:v>
                </c:pt>
                <c:pt idx="2666">
                  <c:v>0.0096</c:v>
                </c:pt>
                <c:pt idx="2667">
                  <c:v>0.0096</c:v>
                </c:pt>
                <c:pt idx="2668">
                  <c:v>0.0096</c:v>
                </c:pt>
                <c:pt idx="2669">
                  <c:v>0.0096</c:v>
                </c:pt>
                <c:pt idx="2670">
                  <c:v>0.0096</c:v>
                </c:pt>
                <c:pt idx="2671">
                  <c:v>0.0096</c:v>
                </c:pt>
                <c:pt idx="2672">
                  <c:v>0.0096</c:v>
                </c:pt>
                <c:pt idx="2673">
                  <c:v>0.0096</c:v>
                </c:pt>
                <c:pt idx="2674">
                  <c:v>0.0096</c:v>
                </c:pt>
                <c:pt idx="2675">
                  <c:v>0.0096</c:v>
                </c:pt>
                <c:pt idx="2676">
                  <c:v>0.0096</c:v>
                </c:pt>
                <c:pt idx="2677">
                  <c:v>0.0096</c:v>
                </c:pt>
                <c:pt idx="2678">
                  <c:v>0.0096</c:v>
                </c:pt>
                <c:pt idx="2679">
                  <c:v>0.0096</c:v>
                </c:pt>
                <c:pt idx="2680">
                  <c:v>0.0096</c:v>
                </c:pt>
                <c:pt idx="2681">
                  <c:v>0.0096</c:v>
                </c:pt>
                <c:pt idx="2682">
                  <c:v>0.0096</c:v>
                </c:pt>
                <c:pt idx="2683">
                  <c:v>0.0096</c:v>
                </c:pt>
                <c:pt idx="2684">
                  <c:v>0.0096</c:v>
                </c:pt>
                <c:pt idx="2685">
                  <c:v>0.0096</c:v>
                </c:pt>
                <c:pt idx="2686">
                  <c:v>0.0096</c:v>
                </c:pt>
                <c:pt idx="2687">
                  <c:v>0.0096</c:v>
                </c:pt>
                <c:pt idx="2688">
                  <c:v>0.0096</c:v>
                </c:pt>
                <c:pt idx="2689">
                  <c:v>0.0096</c:v>
                </c:pt>
                <c:pt idx="2690">
                  <c:v>0.0096</c:v>
                </c:pt>
                <c:pt idx="2691">
                  <c:v>0.0096</c:v>
                </c:pt>
                <c:pt idx="2692">
                  <c:v>0.0096</c:v>
                </c:pt>
                <c:pt idx="2693">
                  <c:v>0.0096</c:v>
                </c:pt>
                <c:pt idx="2694">
                  <c:v>0.0096</c:v>
                </c:pt>
                <c:pt idx="2695">
                  <c:v>0.0096</c:v>
                </c:pt>
                <c:pt idx="2696">
                  <c:v>0.0096</c:v>
                </c:pt>
                <c:pt idx="2697">
                  <c:v>0.0096</c:v>
                </c:pt>
                <c:pt idx="2698">
                  <c:v>0.0096</c:v>
                </c:pt>
                <c:pt idx="2699">
                  <c:v>0.0096</c:v>
                </c:pt>
                <c:pt idx="2700">
                  <c:v>0.0096</c:v>
                </c:pt>
                <c:pt idx="2701">
                  <c:v>0.0096</c:v>
                </c:pt>
                <c:pt idx="2702">
                  <c:v>0.0096</c:v>
                </c:pt>
                <c:pt idx="2703">
                  <c:v>0.0096</c:v>
                </c:pt>
                <c:pt idx="2704">
                  <c:v>0.0096</c:v>
                </c:pt>
                <c:pt idx="2705">
                  <c:v>0.0096</c:v>
                </c:pt>
                <c:pt idx="2706">
                  <c:v>0.0096</c:v>
                </c:pt>
                <c:pt idx="2707">
                  <c:v>0.0096</c:v>
                </c:pt>
                <c:pt idx="2708">
                  <c:v>0.0096</c:v>
                </c:pt>
                <c:pt idx="2709">
                  <c:v>0.0096</c:v>
                </c:pt>
                <c:pt idx="2710">
                  <c:v>0.0096</c:v>
                </c:pt>
                <c:pt idx="2711">
                  <c:v>0.0096</c:v>
                </c:pt>
                <c:pt idx="2712">
                  <c:v>0.0096</c:v>
                </c:pt>
                <c:pt idx="2713">
                  <c:v>0.0096</c:v>
                </c:pt>
                <c:pt idx="2714">
                  <c:v>0.0096</c:v>
                </c:pt>
                <c:pt idx="2715">
                  <c:v>0.0096</c:v>
                </c:pt>
                <c:pt idx="2716">
                  <c:v>0.0096</c:v>
                </c:pt>
                <c:pt idx="2717">
                  <c:v>0.0096</c:v>
                </c:pt>
                <c:pt idx="2718">
                  <c:v>0.0096</c:v>
                </c:pt>
                <c:pt idx="2719">
                  <c:v>0.0096</c:v>
                </c:pt>
                <c:pt idx="2720">
                  <c:v>0.0096</c:v>
                </c:pt>
                <c:pt idx="2721">
                  <c:v>0.0096</c:v>
                </c:pt>
                <c:pt idx="2722">
                  <c:v>0.0096</c:v>
                </c:pt>
                <c:pt idx="2723">
                  <c:v>0.0096</c:v>
                </c:pt>
                <c:pt idx="2724">
                  <c:v>0.0096</c:v>
                </c:pt>
                <c:pt idx="2725">
                  <c:v>0.0096</c:v>
                </c:pt>
                <c:pt idx="2726">
                  <c:v>0.0096</c:v>
                </c:pt>
                <c:pt idx="2727">
                  <c:v>0.0096</c:v>
                </c:pt>
                <c:pt idx="2728">
                  <c:v>0.0096</c:v>
                </c:pt>
                <c:pt idx="2729">
                  <c:v>0.0096</c:v>
                </c:pt>
                <c:pt idx="2730">
                  <c:v>0.0096</c:v>
                </c:pt>
                <c:pt idx="2731">
                  <c:v>0.0096</c:v>
                </c:pt>
                <c:pt idx="2732">
                  <c:v>0.0096</c:v>
                </c:pt>
                <c:pt idx="2733">
                  <c:v>0.0096</c:v>
                </c:pt>
                <c:pt idx="2734">
                  <c:v>0.0096</c:v>
                </c:pt>
                <c:pt idx="2735">
                  <c:v>0.0096</c:v>
                </c:pt>
                <c:pt idx="2736">
                  <c:v>0.0096</c:v>
                </c:pt>
                <c:pt idx="2737">
                  <c:v>0.0096</c:v>
                </c:pt>
                <c:pt idx="2738">
                  <c:v>0.0096</c:v>
                </c:pt>
                <c:pt idx="2739">
                  <c:v>0.0096</c:v>
                </c:pt>
                <c:pt idx="2740">
                  <c:v>0.0096</c:v>
                </c:pt>
                <c:pt idx="2741">
                  <c:v>0.0096</c:v>
                </c:pt>
                <c:pt idx="2742">
                  <c:v>0.0096</c:v>
                </c:pt>
                <c:pt idx="2743">
                  <c:v>0.0096</c:v>
                </c:pt>
                <c:pt idx="2744">
                  <c:v>0.0096</c:v>
                </c:pt>
                <c:pt idx="2745">
                  <c:v>0.0096</c:v>
                </c:pt>
                <c:pt idx="2746">
                  <c:v>0.0096</c:v>
                </c:pt>
                <c:pt idx="2747">
                  <c:v>0.0096</c:v>
                </c:pt>
                <c:pt idx="2748">
                  <c:v>0.0096</c:v>
                </c:pt>
                <c:pt idx="2749">
                  <c:v>0.0096</c:v>
                </c:pt>
                <c:pt idx="2750">
                  <c:v>0.0096</c:v>
                </c:pt>
                <c:pt idx="2751">
                  <c:v>0.0096</c:v>
                </c:pt>
                <c:pt idx="2752">
                  <c:v>0.0096</c:v>
                </c:pt>
                <c:pt idx="2753">
                  <c:v>0.0096</c:v>
                </c:pt>
                <c:pt idx="2754">
                  <c:v>0.0096</c:v>
                </c:pt>
                <c:pt idx="2755">
                  <c:v>0.0096</c:v>
                </c:pt>
                <c:pt idx="2756">
                  <c:v>0.0096</c:v>
                </c:pt>
                <c:pt idx="2757">
                  <c:v>0.0096</c:v>
                </c:pt>
                <c:pt idx="2758">
                  <c:v>0.0096</c:v>
                </c:pt>
                <c:pt idx="2759">
                  <c:v>0.0096</c:v>
                </c:pt>
                <c:pt idx="2760">
                  <c:v>0.0096</c:v>
                </c:pt>
                <c:pt idx="2761">
                  <c:v>0.0096</c:v>
                </c:pt>
                <c:pt idx="2762">
                  <c:v>0.0096</c:v>
                </c:pt>
                <c:pt idx="2763">
                  <c:v>0.0096</c:v>
                </c:pt>
                <c:pt idx="2764">
                  <c:v>0.0096</c:v>
                </c:pt>
                <c:pt idx="2765">
                  <c:v>0.0096</c:v>
                </c:pt>
                <c:pt idx="2766">
                  <c:v>0.0096</c:v>
                </c:pt>
                <c:pt idx="2767">
                  <c:v>0.0096</c:v>
                </c:pt>
                <c:pt idx="2768">
                  <c:v>0.0096</c:v>
                </c:pt>
                <c:pt idx="2769">
                  <c:v>0.0096</c:v>
                </c:pt>
                <c:pt idx="2770">
                  <c:v>0.0096</c:v>
                </c:pt>
                <c:pt idx="2771">
                  <c:v>0.0096</c:v>
                </c:pt>
                <c:pt idx="2772">
                  <c:v>0.0096</c:v>
                </c:pt>
                <c:pt idx="2773">
                  <c:v>0.0096</c:v>
                </c:pt>
                <c:pt idx="2774">
                  <c:v>0.0096</c:v>
                </c:pt>
                <c:pt idx="2775">
                  <c:v>0.0096</c:v>
                </c:pt>
                <c:pt idx="2776">
                  <c:v>0.0096</c:v>
                </c:pt>
                <c:pt idx="2777">
                  <c:v>0.0096</c:v>
                </c:pt>
                <c:pt idx="2778">
                  <c:v>0.0096</c:v>
                </c:pt>
                <c:pt idx="2779">
                  <c:v>0.0096</c:v>
                </c:pt>
                <c:pt idx="2780">
                  <c:v>0.0096</c:v>
                </c:pt>
                <c:pt idx="2781">
                  <c:v>0.0096</c:v>
                </c:pt>
                <c:pt idx="2782">
                  <c:v>0.0096</c:v>
                </c:pt>
                <c:pt idx="2783">
                  <c:v>0.0096</c:v>
                </c:pt>
                <c:pt idx="2784">
                  <c:v>0.0096</c:v>
                </c:pt>
                <c:pt idx="2785">
                  <c:v>0.0096</c:v>
                </c:pt>
                <c:pt idx="2786">
                  <c:v>0.0096</c:v>
                </c:pt>
                <c:pt idx="2787">
                  <c:v>0.0096</c:v>
                </c:pt>
                <c:pt idx="2788">
                  <c:v>0.0096</c:v>
                </c:pt>
                <c:pt idx="2789">
                  <c:v>0.0096</c:v>
                </c:pt>
                <c:pt idx="2790">
                  <c:v>0.0096</c:v>
                </c:pt>
                <c:pt idx="2791">
                  <c:v>0.0096</c:v>
                </c:pt>
                <c:pt idx="2792">
                  <c:v>0.0096</c:v>
                </c:pt>
                <c:pt idx="2793">
                  <c:v>0.0096</c:v>
                </c:pt>
                <c:pt idx="2794">
                  <c:v>0.0096</c:v>
                </c:pt>
                <c:pt idx="2795">
                  <c:v>0.0096</c:v>
                </c:pt>
                <c:pt idx="2796">
                  <c:v>0.0096</c:v>
                </c:pt>
                <c:pt idx="2797">
                  <c:v>0.0096</c:v>
                </c:pt>
                <c:pt idx="2798">
                  <c:v>0.0096</c:v>
                </c:pt>
                <c:pt idx="2799">
                  <c:v>0.0096</c:v>
                </c:pt>
                <c:pt idx="2800">
                  <c:v>0.0096</c:v>
                </c:pt>
                <c:pt idx="2801">
                  <c:v>0.0096</c:v>
                </c:pt>
                <c:pt idx="2802">
                  <c:v>0.0096</c:v>
                </c:pt>
                <c:pt idx="2803">
                  <c:v>0.0096</c:v>
                </c:pt>
                <c:pt idx="2804">
                  <c:v>0.0096</c:v>
                </c:pt>
                <c:pt idx="2805">
                  <c:v>0.0096</c:v>
                </c:pt>
                <c:pt idx="2806">
                  <c:v>0.0096</c:v>
                </c:pt>
                <c:pt idx="2807">
                  <c:v>0.0096</c:v>
                </c:pt>
                <c:pt idx="2808">
                  <c:v>0.0096</c:v>
                </c:pt>
                <c:pt idx="2809">
                  <c:v>0.0096</c:v>
                </c:pt>
                <c:pt idx="2810">
                  <c:v>0.0096</c:v>
                </c:pt>
                <c:pt idx="2811">
                  <c:v>0.0096</c:v>
                </c:pt>
                <c:pt idx="2812">
                  <c:v>0.0096</c:v>
                </c:pt>
                <c:pt idx="2813">
                  <c:v>0.0096</c:v>
                </c:pt>
                <c:pt idx="2814">
                  <c:v>0.0096</c:v>
                </c:pt>
                <c:pt idx="2815">
                  <c:v>0.0096</c:v>
                </c:pt>
                <c:pt idx="2816">
                  <c:v>0.0096</c:v>
                </c:pt>
                <c:pt idx="2817">
                  <c:v>0.0096</c:v>
                </c:pt>
                <c:pt idx="2818">
                  <c:v>0.0096</c:v>
                </c:pt>
                <c:pt idx="2819">
                  <c:v>0.0096</c:v>
                </c:pt>
                <c:pt idx="2820">
                  <c:v>0.0096</c:v>
                </c:pt>
                <c:pt idx="2821">
                  <c:v>0.0096</c:v>
                </c:pt>
                <c:pt idx="2822">
                  <c:v>0.0096</c:v>
                </c:pt>
                <c:pt idx="2823">
                  <c:v>0.0096</c:v>
                </c:pt>
                <c:pt idx="2824">
                  <c:v>0.0096</c:v>
                </c:pt>
                <c:pt idx="2825">
                  <c:v>0.0096</c:v>
                </c:pt>
                <c:pt idx="2826">
                  <c:v>0.0096</c:v>
                </c:pt>
                <c:pt idx="2827">
                  <c:v>0.0096</c:v>
                </c:pt>
                <c:pt idx="2828">
                  <c:v>0.0096</c:v>
                </c:pt>
                <c:pt idx="2829">
                  <c:v>0.0096</c:v>
                </c:pt>
                <c:pt idx="2830">
                  <c:v>0.0096</c:v>
                </c:pt>
                <c:pt idx="2831">
                  <c:v>0.0096</c:v>
                </c:pt>
                <c:pt idx="2832">
                  <c:v>0.0096</c:v>
                </c:pt>
                <c:pt idx="2833">
                  <c:v>0.0096</c:v>
                </c:pt>
                <c:pt idx="2834">
                  <c:v>0.0096</c:v>
                </c:pt>
                <c:pt idx="2835">
                  <c:v>0.0096</c:v>
                </c:pt>
                <c:pt idx="2836">
                  <c:v>0.0096</c:v>
                </c:pt>
                <c:pt idx="2837">
                  <c:v>0.0096</c:v>
                </c:pt>
                <c:pt idx="2838">
                  <c:v>0.0096</c:v>
                </c:pt>
                <c:pt idx="2839">
                  <c:v>0.0096</c:v>
                </c:pt>
                <c:pt idx="2840">
                  <c:v>0.0096</c:v>
                </c:pt>
                <c:pt idx="2841">
                  <c:v>0.0096</c:v>
                </c:pt>
                <c:pt idx="2842">
                  <c:v>0.0096</c:v>
                </c:pt>
                <c:pt idx="2843">
                  <c:v>0.0096</c:v>
                </c:pt>
                <c:pt idx="2844">
                  <c:v>0.0096</c:v>
                </c:pt>
                <c:pt idx="2845">
                  <c:v>0.0096</c:v>
                </c:pt>
                <c:pt idx="2846">
                  <c:v>0.0096</c:v>
                </c:pt>
                <c:pt idx="2847">
                  <c:v>0.0096</c:v>
                </c:pt>
                <c:pt idx="2848">
                  <c:v>0.0096</c:v>
                </c:pt>
                <c:pt idx="2849">
                  <c:v>0.0096</c:v>
                </c:pt>
                <c:pt idx="2850">
                  <c:v>0.0096</c:v>
                </c:pt>
                <c:pt idx="2851">
                  <c:v>0.0096</c:v>
                </c:pt>
                <c:pt idx="2852">
                  <c:v>0.0096</c:v>
                </c:pt>
                <c:pt idx="2853">
                  <c:v>0.0096</c:v>
                </c:pt>
                <c:pt idx="2854">
                  <c:v>0.0096</c:v>
                </c:pt>
                <c:pt idx="2855">
                  <c:v>0.0096</c:v>
                </c:pt>
                <c:pt idx="2856">
                  <c:v>0.0096</c:v>
                </c:pt>
                <c:pt idx="2857">
                  <c:v>0.0096</c:v>
                </c:pt>
                <c:pt idx="2858">
                  <c:v>0.0096</c:v>
                </c:pt>
                <c:pt idx="2859">
                  <c:v>0.0096</c:v>
                </c:pt>
                <c:pt idx="2860">
                  <c:v>0.0096</c:v>
                </c:pt>
                <c:pt idx="2861">
                  <c:v>0.0096</c:v>
                </c:pt>
                <c:pt idx="2862">
                  <c:v>0.0096</c:v>
                </c:pt>
                <c:pt idx="2863">
                  <c:v>0.0096</c:v>
                </c:pt>
                <c:pt idx="2864">
                  <c:v>0.0096</c:v>
                </c:pt>
                <c:pt idx="2865">
                  <c:v>0.0096</c:v>
                </c:pt>
                <c:pt idx="2866">
                  <c:v>0.0096</c:v>
                </c:pt>
                <c:pt idx="2867">
                  <c:v>0.0096</c:v>
                </c:pt>
                <c:pt idx="2868">
                  <c:v>0.0096</c:v>
                </c:pt>
                <c:pt idx="2869">
                  <c:v>0.0096</c:v>
                </c:pt>
                <c:pt idx="2870">
                  <c:v>0.0096</c:v>
                </c:pt>
                <c:pt idx="2871">
                  <c:v>0.0096</c:v>
                </c:pt>
                <c:pt idx="2872">
                  <c:v>0.0096</c:v>
                </c:pt>
                <c:pt idx="2873">
                  <c:v>0.0096</c:v>
                </c:pt>
                <c:pt idx="2874">
                  <c:v>0.0096</c:v>
                </c:pt>
                <c:pt idx="2875">
                  <c:v>0.0096</c:v>
                </c:pt>
                <c:pt idx="2876">
                  <c:v>0.0096</c:v>
                </c:pt>
                <c:pt idx="2877">
                  <c:v>0.0096</c:v>
                </c:pt>
                <c:pt idx="2878">
                  <c:v>0.0096</c:v>
                </c:pt>
                <c:pt idx="2879">
                  <c:v>0.0096</c:v>
                </c:pt>
                <c:pt idx="2880">
                  <c:v>0.0096</c:v>
                </c:pt>
                <c:pt idx="2881">
                  <c:v>0.0096</c:v>
                </c:pt>
                <c:pt idx="2882">
                  <c:v>0.0096</c:v>
                </c:pt>
                <c:pt idx="2883">
                  <c:v>0.0096</c:v>
                </c:pt>
                <c:pt idx="2884">
                  <c:v>0.0096</c:v>
                </c:pt>
                <c:pt idx="2885">
                  <c:v>0.0096</c:v>
                </c:pt>
                <c:pt idx="2886">
                  <c:v>0.0096</c:v>
                </c:pt>
                <c:pt idx="2887">
                  <c:v>0.0096</c:v>
                </c:pt>
                <c:pt idx="2888">
                  <c:v>0.0096</c:v>
                </c:pt>
                <c:pt idx="2889">
                  <c:v>0.0096</c:v>
                </c:pt>
                <c:pt idx="2890">
                  <c:v>0.0096</c:v>
                </c:pt>
                <c:pt idx="2891">
                  <c:v>0.0096</c:v>
                </c:pt>
                <c:pt idx="2892">
                  <c:v>0.0096</c:v>
                </c:pt>
                <c:pt idx="2893">
                  <c:v>0.0096</c:v>
                </c:pt>
                <c:pt idx="2894">
                  <c:v>0.0096</c:v>
                </c:pt>
                <c:pt idx="2895">
                  <c:v>0.0096</c:v>
                </c:pt>
                <c:pt idx="2896">
                  <c:v>0.0096</c:v>
                </c:pt>
                <c:pt idx="2897">
                  <c:v>0.0096</c:v>
                </c:pt>
                <c:pt idx="2898">
                  <c:v>0.0096</c:v>
                </c:pt>
                <c:pt idx="2899">
                  <c:v>0.0096</c:v>
                </c:pt>
                <c:pt idx="2900">
                  <c:v>0.0096</c:v>
                </c:pt>
                <c:pt idx="2901">
                  <c:v>0.0096</c:v>
                </c:pt>
                <c:pt idx="2902">
                  <c:v>0.0096</c:v>
                </c:pt>
                <c:pt idx="2903">
                  <c:v>0.0096</c:v>
                </c:pt>
                <c:pt idx="2904">
                  <c:v>0.0096</c:v>
                </c:pt>
                <c:pt idx="2905">
                  <c:v>0.0096</c:v>
                </c:pt>
                <c:pt idx="2906">
                  <c:v>0.0096</c:v>
                </c:pt>
                <c:pt idx="2907">
                  <c:v>0.0096</c:v>
                </c:pt>
                <c:pt idx="2908">
                  <c:v>0.0096</c:v>
                </c:pt>
                <c:pt idx="2909">
                  <c:v>0.0096</c:v>
                </c:pt>
                <c:pt idx="2910">
                  <c:v>0.0096</c:v>
                </c:pt>
                <c:pt idx="2911">
                  <c:v>0.0096</c:v>
                </c:pt>
                <c:pt idx="2912">
                  <c:v>0.0096</c:v>
                </c:pt>
                <c:pt idx="2913">
                  <c:v>0.0096</c:v>
                </c:pt>
                <c:pt idx="2914">
                  <c:v>0.0096</c:v>
                </c:pt>
                <c:pt idx="2915">
                  <c:v>0.0096</c:v>
                </c:pt>
                <c:pt idx="2916">
                  <c:v>0.0096</c:v>
                </c:pt>
                <c:pt idx="2917">
                  <c:v>0.0096</c:v>
                </c:pt>
                <c:pt idx="2918">
                  <c:v>0.0096</c:v>
                </c:pt>
                <c:pt idx="2919">
                  <c:v>0.0096</c:v>
                </c:pt>
                <c:pt idx="2920">
                  <c:v>0.0096</c:v>
                </c:pt>
                <c:pt idx="2921">
                  <c:v>0.0096</c:v>
                </c:pt>
                <c:pt idx="2922">
                  <c:v>0.0096</c:v>
                </c:pt>
                <c:pt idx="2923">
                  <c:v>0.0096</c:v>
                </c:pt>
                <c:pt idx="2924">
                  <c:v>0.0096</c:v>
                </c:pt>
                <c:pt idx="2925">
                  <c:v>0.0096</c:v>
                </c:pt>
                <c:pt idx="2926">
                  <c:v>0.0096</c:v>
                </c:pt>
                <c:pt idx="2927">
                  <c:v>0.0096</c:v>
                </c:pt>
                <c:pt idx="2928">
                  <c:v>0.0096</c:v>
                </c:pt>
                <c:pt idx="2929">
                  <c:v>0.0096</c:v>
                </c:pt>
                <c:pt idx="2930">
                  <c:v>0.0096</c:v>
                </c:pt>
                <c:pt idx="2931">
                  <c:v>0.0096</c:v>
                </c:pt>
                <c:pt idx="2932">
                  <c:v>0.0096</c:v>
                </c:pt>
                <c:pt idx="2933">
                  <c:v>0.0096</c:v>
                </c:pt>
                <c:pt idx="2934">
                  <c:v>0.0096</c:v>
                </c:pt>
                <c:pt idx="2935">
                  <c:v>0.0096</c:v>
                </c:pt>
                <c:pt idx="2936">
                  <c:v>0.0096</c:v>
                </c:pt>
                <c:pt idx="2937">
                  <c:v>0.0096</c:v>
                </c:pt>
                <c:pt idx="2938">
                  <c:v>0.0096</c:v>
                </c:pt>
                <c:pt idx="2939">
                  <c:v>0.0096</c:v>
                </c:pt>
                <c:pt idx="2940">
                  <c:v>0.0096</c:v>
                </c:pt>
                <c:pt idx="2941">
                  <c:v>0.0096</c:v>
                </c:pt>
                <c:pt idx="2942">
                  <c:v>0.0096</c:v>
                </c:pt>
                <c:pt idx="2943">
                  <c:v>0.0096</c:v>
                </c:pt>
                <c:pt idx="2944">
                  <c:v>0.0096</c:v>
                </c:pt>
                <c:pt idx="2945">
                  <c:v>0.0096</c:v>
                </c:pt>
                <c:pt idx="2946">
                  <c:v>0.0096</c:v>
                </c:pt>
                <c:pt idx="2947">
                  <c:v>0.0096</c:v>
                </c:pt>
                <c:pt idx="2948">
                  <c:v>0.0096</c:v>
                </c:pt>
                <c:pt idx="2949">
                  <c:v>0.0096</c:v>
                </c:pt>
                <c:pt idx="2950">
                  <c:v>0.0096</c:v>
                </c:pt>
                <c:pt idx="2951">
                  <c:v>0.0096</c:v>
                </c:pt>
                <c:pt idx="2952">
                  <c:v>0.0096</c:v>
                </c:pt>
                <c:pt idx="2953">
                  <c:v>0.0096</c:v>
                </c:pt>
                <c:pt idx="2954">
                  <c:v>0.0096</c:v>
                </c:pt>
                <c:pt idx="2955">
                  <c:v>0.0096</c:v>
                </c:pt>
                <c:pt idx="2956">
                  <c:v>0.0096</c:v>
                </c:pt>
                <c:pt idx="2957">
                  <c:v>0.0096</c:v>
                </c:pt>
                <c:pt idx="2958">
                  <c:v>0.0096</c:v>
                </c:pt>
                <c:pt idx="2959">
                  <c:v>0.0096</c:v>
                </c:pt>
                <c:pt idx="2960">
                  <c:v>0.0096</c:v>
                </c:pt>
                <c:pt idx="2961">
                  <c:v>0.0096</c:v>
                </c:pt>
                <c:pt idx="2962">
                  <c:v>0.0096</c:v>
                </c:pt>
                <c:pt idx="2963">
                  <c:v>0.0096</c:v>
                </c:pt>
                <c:pt idx="2964">
                  <c:v>0.0096</c:v>
                </c:pt>
                <c:pt idx="2965">
                  <c:v>0.0096</c:v>
                </c:pt>
                <c:pt idx="2966">
                  <c:v>0.0096</c:v>
                </c:pt>
                <c:pt idx="2967">
                  <c:v>0.0096</c:v>
                </c:pt>
                <c:pt idx="2968">
                  <c:v>0.0096</c:v>
                </c:pt>
                <c:pt idx="2969">
                  <c:v>0.0096</c:v>
                </c:pt>
                <c:pt idx="2970">
                  <c:v>0.0096</c:v>
                </c:pt>
                <c:pt idx="2971">
                  <c:v>0.0096</c:v>
                </c:pt>
                <c:pt idx="2972">
                  <c:v>0.0096</c:v>
                </c:pt>
                <c:pt idx="2973">
                  <c:v>0.0096</c:v>
                </c:pt>
                <c:pt idx="2974">
                  <c:v>0.0096</c:v>
                </c:pt>
                <c:pt idx="2975">
                  <c:v>0.0096</c:v>
                </c:pt>
                <c:pt idx="2976">
                  <c:v>0.0096</c:v>
                </c:pt>
                <c:pt idx="2977">
                  <c:v>0.0096</c:v>
                </c:pt>
                <c:pt idx="2978">
                  <c:v>0.0096</c:v>
                </c:pt>
                <c:pt idx="2979">
                  <c:v>0.0096</c:v>
                </c:pt>
                <c:pt idx="2980">
                  <c:v>0.0096</c:v>
                </c:pt>
                <c:pt idx="2981">
                  <c:v>0.0096</c:v>
                </c:pt>
                <c:pt idx="2982">
                  <c:v>0.0096</c:v>
                </c:pt>
                <c:pt idx="2983">
                  <c:v>0.0096</c:v>
                </c:pt>
                <c:pt idx="2984">
                  <c:v>0.0096</c:v>
                </c:pt>
                <c:pt idx="2985">
                  <c:v>0.0096</c:v>
                </c:pt>
                <c:pt idx="2986">
                  <c:v>0.0096</c:v>
                </c:pt>
                <c:pt idx="2987">
                  <c:v>0.0096</c:v>
                </c:pt>
                <c:pt idx="2988">
                  <c:v>0.0096</c:v>
                </c:pt>
                <c:pt idx="2989">
                  <c:v>0.0096</c:v>
                </c:pt>
                <c:pt idx="2990">
                  <c:v>0.0096</c:v>
                </c:pt>
                <c:pt idx="2991">
                  <c:v>0.0096</c:v>
                </c:pt>
                <c:pt idx="2992">
                  <c:v>0.0096</c:v>
                </c:pt>
                <c:pt idx="2993">
                  <c:v>0.0096</c:v>
                </c:pt>
                <c:pt idx="2994">
                  <c:v>0.0096</c:v>
                </c:pt>
                <c:pt idx="2995">
                  <c:v>0.0096</c:v>
                </c:pt>
                <c:pt idx="2996">
                  <c:v>0.0096</c:v>
                </c:pt>
                <c:pt idx="2997">
                  <c:v>0.0096</c:v>
                </c:pt>
                <c:pt idx="2998">
                  <c:v>0.0096</c:v>
                </c:pt>
                <c:pt idx="2999">
                  <c:v>0.0096</c:v>
                </c:pt>
                <c:pt idx="3000">
                  <c:v>0.0096</c:v>
                </c:pt>
                <c:pt idx="3001">
                  <c:v>0.0096</c:v>
                </c:pt>
                <c:pt idx="3002">
                  <c:v>0.0096</c:v>
                </c:pt>
                <c:pt idx="3003">
                  <c:v>0.0096</c:v>
                </c:pt>
                <c:pt idx="3004">
                  <c:v>0.0096</c:v>
                </c:pt>
                <c:pt idx="3005">
                  <c:v>0.0096</c:v>
                </c:pt>
                <c:pt idx="3006">
                  <c:v>0.0096</c:v>
                </c:pt>
                <c:pt idx="3007">
                  <c:v>0.0096</c:v>
                </c:pt>
                <c:pt idx="3008">
                  <c:v>0.0096</c:v>
                </c:pt>
                <c:pt idx="3009">
                  <c:v>0.0096</c:v>
                </c:pt>
                <c:pt idx="3010">
                  <c:v>0.0096</c:v>
                </c:pt>
                <c:pt idx="3011">
                  <c:v>0.0096</c:v>
                </c:pt>
                <c:pt idx="3012">
                  <c:v>0.0096</c:v>
                </c:pt>
                <c:pt idx="3013">
                  <c:v>0.0096</c:v>
                </c:pt>
                <c:pt idx="3014">
                  <c:v>0.0096</c:v>
                </c:pt>
                <c:pt idx="3015">
                  <c:v>0.0096</c:v>
                </c:pt>
                <c:pt idx="3016">
                  <c:v>0.0096</c:v>
                </c:pt>
                <c:pt idx="3017">
                  <c:v>0.0096</c:v>
                </c:pt>
                <c:pt idx="3018">
                  <c:v>0.0096</c:v>
                </c:pt>
                <c:pt idx="3019">
                  <c:v>0.0096</c:v>
                </c:pt>
                <c:pt idx="3020">
                  <c:v>0.0096</c:v>
                </c:pt>
                <c:pt idx="3021">
                  <c:v>0.0096</c:v>
                </c:pt>
                <c:pt idx="3022">
                  <c:v>0.0096</c:v>
                </c:pt>
                <c:pt idx="3023">
                  <c:v>0.0096</c:v>
                </c:pt>
                <c:pt idx="3024">
                  <c:v>0.0096</c:v>
                </c:pt>
                <c:pt idx="3025">
                  <c:v>0.0096</c:v>
                </c:pt>
                <c:pt idx="3026">
                  <c:v>0.0096</c:v>
                </c:pt>
                <c:pt idx="3027">
                  <c:v>0.0096</c:v>
                </c:pt>
                <c:pt idx="3028">
                  <c:v>0.0096</c:v>
                </c:pt>
                <c:pt idx="3029">
                  <c:v>0.0096</c:v>
                </c:pt>
                <c:pt idx="3030">
                  <c:v>0.0096</c:v>
                </c:pt>
                <c:pt idx="3031">
                  <c:v>0.0096</c:v>
                </c:pt>
                <c:pt idx="3032">
                  <c:v>0.0096</c:v>
                </c:pt>
                <c:pt idx="3033">
                  <c:v>0.0096</c:v>
                </c:pt>
                <c:pt idx="3034">
                  <c:v>0.0096</c:v>
                </c:pt>
                <c:pt idx="3035">
                  <c:v>0.0096</c:v>
                </c:pt>
                <c:pt idx="3036">
                  <c:v>0.0096</c:v>
                </c:pt>
                <c:pt idx="3037">
                  <c:v>0.0096</c:v>
                </c:pt>
                <c:pt idx="3038">
                  <c:v>0.0096</c:v>
                </c:pt>
                <c:pt idx="3039">
                  <c:v>0.0096</c:v>
                </c:pt>
                <c:pt idx="3040">
                  <c:v>0.0096</c:v>
                </c:pt>
                <c:pt idx="3041">
                  <c:v>0.0096</c:v>
                </c:pt>
                <c:pt idx="3042">
                  <c:v>0.0096</c:v>
                </c:pt>
                <c:pt idx="3043">
                  <c:v>0.0096</c:v>
                </c:pt>
                <c:pt idx="3044">
                  <c:v>0.0096</c:v>
                </c:pt>
                <c:pt idx="3045">
                  <c:v>0.0096</c:v>
                </c:pt>
                <c:pt idx="3046">
                  <c:v>0.0096</c:v>
                </c:pt>
                <c:pt idx="3047">
                  <c:v>0.0096</c:v>
                </c:pt>
                <c:pt idx="3048">
                  <c:v>0.0096</c:v>
                </c:pt>
                <c:pt idx="3049">
                  <c:v>0.0096</c:v>
                </c:pt>
                <c:pt idx="3050">
                  <c:v>0.0096</c:v>
                </c:pt>
                <c:pt idx="3051">
                  <c:v>0.0096</c:v>
                </c:pt>
                <c:pt idx="3052">
                  <c:v>0.0096</c:v>
                </c:pt>
                <c:pt idx="3053">
                  <c:v>0.0096</c:v>
                </c:pt>
                <c:pt idx="3054">
                  <c:v>0.0096</c:v>
                </c:pt>
                <c:pt idx="3055">
                  <c:v>0.0096</c:v>
                </c:pt>
                <c:pt idx="3056">
                  <c:v>0.0096</c:v>
                </c:pt>
                <c:pt idx="3057">
                  <c:v>0.0096</c:v>
                </c:pt>
                <c:pt idx="3058">
                  <c:v>0.0096</c:v>
                </c:pt>
                <c:pt idx="3059">
                  <c:v>0.0096</c:v>
                </c:pt>
                <c:pt idx="3060">
                  <c:v>0.0096</c:v>
                </c:pt>
                <c:pt idx="3061">
                  <c:v>0.0096</c:v>
                </c:pt>
                <c:pt idx="3062">
                  <c:v>0.0096</c:v>
                </c:pt>
                <c:pt idx="3063">
                  <c:v>0.0096</c:v>
                </c:pt>
                <c:pt idx="3064">
                  <c:v>0.0096</c:v>
                </c:pt>
                <c:pt idx="3065">
                  <c:v>0.0096</c:v>
                </c:pt>
                <c:pt idx="3066">
                  <c:v>0.0096</c:v>
                </c:pt>
                <c:pt idx="3067">
                  <c:v>0.0096</c:v>
                </c:pt>
                <c:pt idx="3068">
                  <c:v>0.0096</c:v>
                </c:pt>
                <c:pt idx="3069">
                  <c:v>0.0096</c:v>
                </c:pt>
                <c:pt idx="3070">
                  <c:v>0.0096</c:v>
                </c:pt>
                <c:pt idx="3071">
                  <c:v>0.0096</c:v>
                </c:pt>
                <c:pt idx="3072">
                  <c:v>0.0096</c:v>
                </c:pt>
                <c:pt idx="3073">
                  <c:v>0.0096</c:v>
                </c:pt>
                <c:pt idx="3074">
                  <c:v>0.0096</c:v>
                </c:pt>
                <c:pt idx="3075">
                  <c:v>0.0096</c:v>
                </c:pt>
                <c:pt idx="3076">
                  <c:v>0.0096</c:v>
                </c:pt>
                <c:pt idx="3077">
                  <c:v>0.0096</c:v>
                </c:pt>
                <c:pt idx="3078">
                  <c:v>0.0096</c:v>
                </c:pt>
                <c:pt idx="3079">
                  <c:v>0.0096</c:v>
                </c:pt>
                <c:pt idx="3080">
                  <c:v>0.0096</c:v>
                </c:pt>
                <c:pt idx="3081">
                  <c:v>0.0096</c:v>
                </c:pt>
                <c:pt idx="3082">
                  <c:v>0.0096</c:v>
                </c:pt>
                <c:pt idx="3083">
                  <c:v>0.0096</c:v>
                </c:pt>
                <c:pt idx="3084">
                  <c:v>0.0096</c:v>
                </c:pt>
                <c:pt idx="3085">
                  <c:v>0.0096</c:v>
                </c:pt>
                <c:pt idx="3086">
                  <c:v>0.0096</c:v>
                </c:pt>
                <c:pt idx="3087">
                  <c:v>0.0096</c:v>
                </c:pt>
                <c:pt idx="3088">
                  <c:v>0.0096</c:v>
                </c:pt>
                <c:pt idx="3089">
                  <c:v>0.0096</c:v>
                </c:pt>
                <c:pt idx="3090">
                  <c:v>0.0096</c:v>
                </c:pt>
                <c:pt idx="3091">
                  <c:v>0.0096</c:v>
                </c:pt>
                <c:pt idx="3092">
                  <c:v>0.0096</c:v>
                </c:pt>
                <c:pt idx="3093">
                  <c:v>0.0096</c:v>
                </c:pt>
                <c:pt idx="3094">
                  <c:v>0.0096</c:v>
                </c:pt>
                <c:pt idx="3095">
                  <c:v>0.0096</c:v>
                </c:pt>
                <c:pt idx="3096">
                  <c:v>0.0096</c:v>
                </c:pt>
                <c:pt idx="3097">
                  <c:v>0.0096</c:v>
                </c:pt>
                <c:pt idx="3098">
                  <c:v>0.0096</c:v>
                </c:pt>
                <c:pt idx="3099">
                  <c:v>0.0096</c:v>
                </c:pt>
                <c:pt idx="3100">
                  <c:v>0.0096</c:v>
                </c:pt>
                <c:pt idx="3101">
                  <c:v>0.0096</c:v>
                </c:pt>
                <c:pt idx="3102">
                  <c:v>0.0096</c:v>
                </c:pt>
                <c:pt idx="3103">
                  <c:v>0.0096</c:v>
                </c:pt>
                <c:pt idx="3104">
                  <c:v>0.0096</c:v>
                </c:pt>
                <c:pt idx="3105">
                  <c:v>0.0096</c:v>
                </c:pt>
                <c:pt idx="3106">
                  <c:v>0.0096</c:v>
                </c:pt>
                <c:pt idx="3107">
                  <c:v>0.0096</c:v>
                </c:pt>
                <c:pt idx="3108">
                  <c:v>0.0096</c:v>
                </c:pt>
                <c:pt idx="3109">
                  <c:v>0.0096</c:v>
                </c:pt>
                <c:pt idx="3110">
                  <c:v>0.0096</c:v>
                </c:pt>
                <c:pt idx="3111">
                  <c:v>0.0096</c:v>
                </c:pt>
                <c:pt idx="3112">
                  <c:v>0.0096</c:v>
                </c:pt>
                <c:pt idx="3113">
                  <c:v>0.0096</c:v>
                </c:pt>
                <c:pt idx="3114">
                  <c:v>0.0096</c:v>
                </c:pt>
                <c:pt idx="3115">
                  <c:v>0.0096</c:v>
                </c:pt>
                <c:pt idx="3116">
                  <c:v>0.0096</c:v>
                </c:pt>
                <c:pt idx="3117">
                  <c:v>0.0096</c:v>
                </c:pt>
                <c:pt idx="3118">
                  <c:v>0.0096</c:v>
                </c:pt>
                <c:pt idx="3119">
                  <c:v>0.0096</c:v>
                </c:pt>
                <c:pt idx="3120">
                  <c:v>0.0096</c:v>
                </c:pt>
                <c:pt idx="3121">
                  <c:v>0.0096</c:v>
                </c:pt>
                <c:pt idx="3122">
                  <c:v>0.0096</c:v>
                </c:pt>
                <c:pt idx="3123">
                  <c:v>0.0096</c:v>
                </c:pt>
                <c:pt idx="3124">
                  <c:v>0.0096</c:v>
                </c:pt>
                <c:pt idx="3125">
                  <c:v>0.0096</c:v>
                </c:pt>
                <c:pt idx="3126">
                  <c:v>0.0096</c:v>
                </c:pt>
                <c:pt idx="3127">
                  <c:v>0.0096</c:v>
                </c:pt>
                <c:pt idx="3128">
                  <c:v>0.0096</c:v>
                </c:pt>
                <c:pt idx="3129">
                  <c:v>0.0096</c:v>
                </c:pt>
                <c:pt idx="3130">
                  <c:v>0.0096</c:v>
                </c:pt>
                <c:pt idx="3131">
                  <c:v>0.0096</c:v>
                </c:pt>
                <c:pt idx="3132">
                  <c:v>0.0096</c:v>
                </c:pt>
                <c:pt idx="3133">
                  <c:v>0.0096</c:v>
                </c:pt>
                <c:pt idx="3134">
                  <c:v>0.0096</c:v>
                </c:pt>
                <c:pt idx="3135">
                  <c:v>0.0096</c:v>
                </c:pt>
                <c:pt idx="3136">
                  <c:v>0.0096</c:v>
                </c:pt>
                <c:pt idx="3137">
                  <c:v>0.0096</c:v>
                </c:pt>
                <c:pt idx="3138">
                  <c:v>0.0096</c:v>
                </c:pt>
                <c:pt idx="3139">
                  <c:v>0.0096</c:v>
                </c:pt>
                <c:pt idx="3140">
                  <c:v>0.0096</c:v>
                </c:pt>
                <c:pt idx="3141">
                  <c:v>0.0096</c:v>
                </c:pt>
                <c:pt idx="3142">
                  <c:v>0.0096</c:v>
                </c:pt>
                <c:pt idx="3143">
                  <c:v>0.0096</c:v>
                </c:pt>
                <c:pt idx="3144">
                  <c:v>0.0096</c:v>
                </c:pt>
                <c:pt idx="3145">
                  <c:v>0.0096</c:v>
                </c:pt>
                <c:pt idx="3146">
                  <c:v>0.0096</c:v>
                </c:pt>
                <c:pt idx="3147">
                  <c:v>0.0096</c:v>
                </c:pt>
                <c:pt idx="3148">
                  <c:v>0.0096</c:v>
                </c:pt>
                <c:pt idx="3149">
                  <c:v>0.0096</c:v>
                </c:pt>
                <c:pt idx="3150">
                  <c:v>0.0096</c:v>
                </c:pt>
                <c:pt idx="3151">
                  <c:v>0.0096</c:v>
                </c:pt>
                <c:pt idx="3152">
                  <c:v>0.0096</c:v>
                </c:pt>
                <c:pt idx="3153">
                  <c:v>0.0096</c:v>
                </c:pt>
                <c:pt idx="3154">
                  <c:v>0.0096</c:v>
                </c:pt>
                <c:pt idx="3155">
                  <c:v>0.0096</c:v>
                </c:pt>
                <c:pt idx="3156">
                  <c:v>0.0096</c:v>
                </c:pt>
                <c:pt idx="3157">
                  <c:v>0.0096</c:v>
                </c:pt>
                <c:pt idx="3158">
                  <c:v>0.0096</c:v>
                </c:pt>
                <c:pt idx="3159">
                  <c:v>0.0096</c:v>
                </c:pt>
                <c:pt idx="3160">
                  <c:v>0.0096</c:v>
                </c:pt>
                <c:pt idx="3161">
                  <c:v>0.0096</c:v>
                </c:pt>
                <c:pt idx="3162">
                  <c:v>0.0096</c:v>
                </c:pt>
                <c:pt idx="3163">
                  <c:v>0.0096</c:v>
                </c:pt>
                <c:pt idx="3164">
                  <c:v>0.0096</c:v>
                </c:pt>
                <c:pt idx="3165">
                  <c:v>0.0096</c:v>
                </c:pt>
                <c:pt idx="3166">
                  <c:v>0.0096</c:v>
                </c:pt>
                <c:pt idx="3167">
                  <c:v>0.0096</c:v>
                </c:pt>
                <c:pt idx="3168">
                  <c:v>0.0096</c:v>
                </c:pt>
                <c:pt idx="3169">
                  <c:v>0.0096</c:v>
                </c:pt>
                <c:pt idx="3170">
                  <c:v>0.0096</c:v>
                </c:pt>
                <c:pt idx="3171">
                  <c:v>0.0096</c:v>
                </c:pt>
                <c:pt idx="3172">
                  <c:v>0.0096</c:v>
                </c:pt>
                <c:pt idx="3173">
                  <c:v>0.0096</c:v>
                </c:pt>
                <c:pt idx="3174">
                  <c:v>0.0096</c:v>
                </c:pt>
                <c:pt idx="3175">
                  <c:v>0.0096</c:v>
                </c:pt>
                <c:pt idx="3176">
                  <c:v>0.0096</c:v>
                </c:pt>
                <c:pt idx="3177">
                  <c:v>0.0096</c:v>
                </c:pt>
                <c:pt idx="3178">
                  <c:v>0.0096</c:v>
                </c:pt>
                <c:pt idx="3179">
                  <c:v>0.0096</c:v>
                </c:pt>
                <c:pt idx="3180">
                  <c:v>0.0096</c:v>
                </c:pt>
                <c:pt idx="3181">
                  <c:v>0.0096</c:v>
                </c:pt>
                <c:pt idx="3182">
                  <c:v>0.0096</c:v>
                </c:pt>
                <c:pt idx="3183">
                  <c:v>0.0096</c:v>
                </c:pt>
                <c:pt idx="3184">
                  <c:v>0.0096</c:v>
                </c:pt>
                <c:pt idx="3185">
                  <c:v>0.0096</c:v>
                </c:pt>
                <c:pt idx="3186">
                  <c:v>0.0096</c:v>
                </c:pt>
                <c:pt idx="3187">
                  <c:v>0.0096</c:v>
                </c:pt>
                <c:pt idx="3188">
                  <c:v>0.0096</c:v>
                </c:pt>
                <c:pt idx="3189">
                  <c:v>0.0096</c:v>
                </c:pt>
                <c:pt idx="3190">
                  <c:v>0.0096</c:v>
                </c:pt>
                <c:pt idx="3191">
                  <c:v>0.0096</c:v>
                </c:pt>
                <c:pt idx="3192">
                  <c:v>0.0096</c:v>
                </c:pt>
                <c:pt idx="3193">
                  <c:v>0.0096</c:v>
                </c:pt>
                <c:pt idx="3194">
                  <c:v>0.0096</c:v>
                </c:pt>
                <c:pt idx="3195">
                  <c:v>0.0096</c:v>
                </c:pt>
                <c:pt idx="3196">
                  <c:v>0.0096</c:v>
                </c:pt>
                <c:pt idx="3197">
                  <c:v>0.0096</c:v>
                </c:pt>
                <c:pt idx="3198">
                  <c:v>0.0096</c:v>
                </c:pt>
                <c:pt idx="3199">
                  <c:v>0.0096</c:v>
                </c:pt>
                <c:pt idx="3200">
                  <c:v>0.0096</c:v>
                </c:pt>
                <c:pt idx="3201">
                  <c:v>0.0096</c:v>
                </c:pt>
                <c:pt idx="3202">
                  <c:v>0.0096</c:v>
                </c:pt>
                <c:pt idx="3203">
                  <c:v>0.0096</c:v>
                </c:pt>
                <c:pt idx="3204">
                  <c:v>0.0096</c:v>
                </c:pt>
                <c:pt idx="3205">
                  <c:v>0.0096</c:v>
                </c:pt>
                <c:pt idx="3206">
                  <c:v>0.0096</c:v>
                </c:pt>
                <c:pt idx="3207">
                  <c:v>0.0096</c:v>
                </c:pt>
                <c:pt idx="3208">
                  <c:v>0.0096</c:v>
                </c:pt>
                <c:pt idx="3209">
                  <c:v>0.0096</c:v>
                </c:pt>
                <c:pt idx="3210">
                  <c:v>0.0096</c:v>
                </c:pt>
                <c:pt idx="3211">
                  <c:v>0.0096</c:v>
                </c:pt>
                <c:pt idx="3212">
                  <c:v>0.0096</c:v>
                </c:pt>
                <c:pt idx="3213">
                  <c:v>0.0096</c:v>
                </c:pt>
                <c:pt idx="3214">
                  <c:v>0.0096</c:v>
                </c:pt>
                <c:pt idx="3215">
                  <c:v>0.0096</c:v>
                </c:pt>
                <c:pt idx="3216">
                  <c:v>0.0096</c:v>
                </c:pt>
                <c:pt idx="3217">
                  <c:v>0.0096</c:v>
                </c:pt>
                <c:pt idx="3218">
                  <c:v>0.0096</c:v>
                </c:pt>
                <c:pt idx="3219">
                  <c:v>0.0096</c:v>
                </c:pt>
                <c:pt idx="3220">
                  <c:v>0.0096</c:v>
                </c:pt>
                <c:pt idx="3221">
                  <c:v>0.0096</c:v>
                </c:pt>
                <c:pt idx="3222">
                  <c:v>0.0096</c:v>
                </c:pt>
                <c:pt idx="3223">
                  <c:v>0.0096</c:v>
                </c:pt>
                <c:pt idx="3224">
                  <c:v>0.0096</c:v>
                </c:pt>
                <c:pt idx="3225">
                  <c:v>0.0096</c:v>
                </c:pt>
                <c:pt idx="3226">
                  <c:v>0.0096</c:v>
                </c:pt>
                <c:pt idx="3227">
                  <c:v>0.0096</c:v>
                </c:pt>
                <c:pt idx="3228">
                  <c:v>0.0096</c:v>
                </c:pt>
                <c:pt idx="3229">
                  <c:v>0.0096</c:v>
                </c:pt>
                <c:pt idx="3230">
                  <c:v>0.0096</c:v>
                </c:pt>
                <c:pt idx="3231">
                  <c:v>0.0096</c:v>
                </c:pt>
                <c:pt idx="3232">
                  <c:v>0.0096</c:v>
                </c:pt>
                <c:pt idx="3233">
                  <c:v>0.0096</c:v>
                </c:pt>
                <c:pt idx="3234">
                  <c:v>0.0096</c:v>
                </c:pt>
                <c:pt idx="3235">
                  <c:v>0.0096</c:v>
                </c:pt>
                <c:pt idx="3236">
                  <c:v>0.0096</c:v>
                </c:pt>
                <c:pt idx="3237">
                  <c:v>0.0096</c:v>
                </c:pt>
                <c:pt idx="3238">
                  <c:v>0.0096</c:v>
                </c:pt>
                <c:pt idx="3239">
                  <c:v>0.0096</c:v>
                </c:pt>
                <c:pt idx="3240">
                  <c:v>0.0096</c:v>
                </c:pt>
                <c:pt idx="3241">
                  <c:v>0.0096</c:v>
                </c:pt>
                <c:pt idx="3242">
                  <c:v>0.0096</c:v>
                </c:pt>
                <c:pt idx="3243">
                  <c:v>0.0096</c:v>
                </c:pt>
                <c:pt idx="3244">
                  <c:v>0.0096</c:v>
                </c:pt>
                <c:pt idx="3245">
                  <c:v>0.0096</c:v>
                </c:pt>
                <c:pt idx="3246">
                  <c:v>0.0096</c:v>
                </c:pt>
                <c:pt idx="3247">
                  <c:v>0.0096</c:v>
                </c:pt>
                <c:pt idx="3248">
                  <c:v>0.0096</c:v>
                </c:pt>
                <c:pt idx="3249">
                  <c:v>0.0096</c:v>
                </c:pt>
                <c:pt idx="3250">
                  <c:v>0.0096</c:v>
                </c:pt>
                <c:pt idx="3251">
                  <c:v>0.0096</c:v>
                </c:pt>
                <c:pt idx="3252">
                  <c:v>0.0096</c:v>
                </c:pt>
                <c:pt idx="3253">
                  <c:v>0.0096</c:v>
                </c:pt>
                <c:pt idx="3254">
                  <c:v>0.0096</c:v>
                </c:pt>
                <c:pt idx="3255">
                  <c:v>0.0096</c:v>
                </c:pt>
                <c:pt idx="3256">
                  <c:v>0.0096</c:v>
                </c:pt>
                <c:pt idx="3257">
                  <c:v>0.0096</c:v>
                </c:pt>
                <c:pt idx="3258">
                  <c:v>0.0096</c:v>
                </c:pt>
                <c:pt idx="3259">
                  <c:v>0.0096</c:v>
                </c:pt>
                <c:pt idx="3260">
                  <c:v>0.0096</c:v>
                </c:pt>
                <c:pt idx="3261">
                  <c:v>0.0096</c:v>
                </c:pt>
                <c:pt idx="3262">
                  <c:v>0.0096</c:v>
                </c:pt>
                <c:pt idx="3263">
                  <c:v>0.0096</c:v>
                </c:pt>
                <c:pt idx="3264">
                  <c:v>0.0096</c:v>
                </c:pt>
                <c:pt idx="3265">
                  <c:v>0.0096</c:v>
                </c:pt>
                <c:pt idx="3266">
                  <c:v>0.0096</c:v>
                </c:pt>
                <c:pt idx="3267">
                  <c:v>0.0096</c:v>
                </c:pt>
                <c:pt idx="3268">
                  <c:v>0.0096</c:v>
                </c:pt>
                <c:pt idx="3269">
                  <c:v>0.0096</c:v>
                </c:pt>
                <c:pt idx="3270">
                  <c:v>0.0096</c:v>
                </c:pt>
                <c:pt idx="3271">
                  <c:v>0.0096</c:v>
                </c:pt>
                <c:pt idx="3272">
                  <c:v>0.0096</c:v>
                </c:pt>
                <c:pt idx="3273">
                  <c:v>0.0096</c:v>
                </c:pt>
                <c:pt idx="3274">
                  <c:v>0.0096</c:v>
                </c:pt>
                <c:pt idx="3275">
                  <c:v>0.0096</c:v>
                </c:pt>
                <c:pt idx="3276">
                  <c:v>0.0096</c:v>
                </c:pt>
                <c:pt idx="3277">
                  <c:v>0.0096</c:v>
                </c:pt>
                <c:pt idx="3278">
                  <c:v>0.0096</c:v>
                </c:pt>
                <c:pt idx="3279">
                  <c:v>0.0096</c:v>
                </c:pt>
                <c:pt idx="3280">
                  <c:v>0.0096</c:v>
                </c:pt>
                <c:pt idx="3281">
                  <c:v>0.0096</c:v>
                </c:pt>
                <c:pt idx="3282">
                  <c:v>0.0096</c:v>
                </c:pt>
                <c:pt idx="3283">
                  <c:v>0.0096</c:v>
                </c:pt>
                <c:pt idx="3284">
                  <c:v>0.0096</c:v>
                </c:pt>
                <c:pt idx="3285">
                  <c:v>0.0096</c:v>
                </c:pt>
                <c:pt idx="3286">
                  <c:v>0.0096</c:v>
                </c:pt>
                <c:pt idx="3287">
                  <c:v>0.0096</c:v>
                </c:pt>
                <c:pt idx="3288">
                  <c:v>0.0096</c:v>
                </c:pt>
                <c:pt idx="3289">
                  <c:v>0.0096</c:v>
                </c:pt>
                <c:pt idx="3290">
                  <c:v>0.0096</c:v>
                </c:pt>
                <c:pt idx="3291">
                  <c:v>0.0096</c:v>
                </c:pt>
                <c:pt idx="3292">
                  <c:v>0.0096</c:v>
                </c:pt>
                <c:pt idx="3293">
                  <c:v>0.0096</c:v>
                </c:pt>
                <c:pt idx="3294">
                  <c:v>0.0096</c:v>
                </c:pt>
                <c:pt idx="3295">
                  <c:v>0.0096</c:v>
                </c:pt>
                <c:pt idx="3296">
                  <c:v>0.0096</c:v>
                </c:pt>
                <c:pt idx="3297">
                  <c:v>0.0096</c:v>
                </c:pt>
                <c:pt idx="3298">
                  <c:v>0.0096</c:v>
                </c:pt>
                <c:pt idx="3299">
                  <c:v>0.0096</c:v>
                </c:pt>
                <c:pt idx="3300">
                  <c:v>0.0096</c:v>
                </c:pt>
                <c:pt idx="3301">
                  <c:v>0.0096</c:v>
                </c:pt>
                <c:pt idx="3302">
                  <c:v>0.0096</c:v>
                </c:pt>
                <c:pt idx="3303">
                  <c:v>0.0096</c:v>
                </c:pt>
                <c:pt idx="3304">
                  <c:v>0.0096</c:v>
                </c:pt>
                <c:pt idx="3305">
                  <c:v>0.0096</c:v>
                </c:pt>
                <c:pt idx="3306">
                  <c:v>0.0096</c:v>
                </c:pt>
                <c:pt idx="3307">
                  <c:v>0.0096</c:v>
                </c:pt>
                <c:pt idx="3308">
                  <c:v>0.0096</c:v>
                </c:pt>
                <c:pt idx="3309">
                  <c:v>0.0096</c:v>
                </c:pt>
                <c:pt idx="3310">
                  <c:v>0.0096</c:v>
                </c:pt>
                <c:pt idx="3311">
                  <c:v>0.0096</c:v>
                </c:pt>
                <c:pt idx="3312">
                  <c:v>0.0096</c:v>
                </c:pt>
                <c:pt idx="3313">
                  <c:v>0.0096</c:v>
                </c:pt>
                <c:pt idx="3314">
                  <c:v>0.0096</c:v>
                </c:pt>
                <c:pt idx="3315">
                  <c:v>0.0096</c:v>
                </c:pt>
                <c:pt idx="3316">
                  <c:v>0.0096</c:v>
                </c:pt>
                <c:pt idx="3317">
                  <c:v>0.0096</c:v>
                </c:pt>
                <c:pt idx="3318">
                  <c:v>0.0096</c:v>
                </c:pt>
                <c:pt idx="3319">
                  <c:v>0.0096</c:v>
                </c:pt>
                <c:pt idx="3320">
                  <c:v>0.0096</c:v>
                </c:pt>
                <c:pt idx="3321">
                  <c:v>0.0096</c:v>
                </c:pt>
                <c:pt idx="3322">
                  <c:v>0.0096</c:v>
                </c:pt>
                <c:pt idx="3323">
                  <c:v>0.0096</c:v>
                </c:pt>
                <c:pt idx="3324">
                  <c:v>0.0096</c:v>
                </c:pt>
                <c:pt idx="3325">
                  <c:v>0.0096</c:v>
                </c:pt>
                <c:pt idx="3326">
                  <c:v>0.0096</c:v>
                </c:pt>
                <c:pt idx="3327">
                  <c:v>0.0096</c:v>
                </c:pt>
                <c:pt idx="3328">
                  <c:v>0.0096</c:v>
                </c:pt>
                <c:pt idx="3329">
                  <c:v>0.0096</c:v>
                </c:pt>
                <c:pt idx="3330">
                  <c:v>0.0096</c:v>
                </c:pt>
                <c:pt idx="3331">
                  <c:v>0.0096</c:v>
                </c:pt>
                <c:pt idx="3332">
                  <c:v>0.0096</c:v>
                </c:pt>
                <c:pt idx="3333">
                  <c:v>0.0096</c:v>
                </c:pt>
                <c:pt idx="3334">
                  <c:v>0.0096</c:v>
                </c:pt>
                <c:pt idx="3335">
                  <c:v>0.0096</c:v>
                </c:pt>
                <c:pt idx="3336">
                  <c:v>0.0096</c:v>
                </c:pt>
                <c:pt idx="3337">
                  <c:v>0.0096</c:v>
                </c:pt>
                <c:pt idx="3338">
                  <c:v>0.0096</c:v>
                </c:pt>
                <c:pt idx="3339">
                  <c:v>0.0096</c:v>
                </c:pt>
                <c:pt idx="3340">
                  <c:v>0.0096</c:v>
                </c:pt>
                <c:pt idx="3341">
                  <c:v>0.0096</c:v>
                </c:pt>
                <c:pt idx="3342">
                  <c:v>0.0096</c:v>
                </c:pt>
                <c:pt idx="3343">
                  <c:v>0.0096</c:v>
                </c:pt>
                <c:pt idx="3344">
                  <c:v>0.0096</c:v>
                </c:pt>
                <c:pt idx="3345">
                  <c:v>0.0096</c:v>
                </c:pt>
                <c:pt idx="3346">
                  <c:v>0.0096</c:v>
                </c:pt>
                <c:pt idx="3347">
                  <c:v>0.0096</c:v>
                </c:pt>
                <c:pt idx="3348">
                  <c:v>0.0096</c:v>
                </c:pt>
                <c:pt idx="3349">
                  <c:v>0.0096</c:v>
                </c:pt>
                <c:pt idx="3350">
                  <c:v>0.0096</c:v>
                </c:pt>
                <c:pt idx="3351">
                  <c:v>0.0096</c:v>
                </c:pt>
                <c:pt idx="3352">
                  <c:v>0.0096</c:v>
                </c:pt>
                <c:pt idx="3353">
                  <c:v>0.0096</c:v>
                </c:pt>
                <c:pt idx="3354">
                  <c:v>0.0096</c:v>
                </c:pt>
                <c:pt idx="3355">
                  <c:v>0.0096</c:v>
                </c:pt>
                <c:pt idx="3356">
                  <c:v>0.0096</c:v>
                </c:pt>
                <c:pt idx="3357">
                  <c:v>0.0096</c:v>
                </c:pt>
                <c:pt idx="3358">
                  <c:v>0.0096</c:v>
                </c:pt>
                <c:pt idx="3359">
                  <c:v>0.0096</c:v>
                </c:pt>
                <c:pt idx="3360">
                  <c:v>0.0096</c:v>
                </c:pt>
                <c:pt idx="3361">
                  <c:v>0.0096</c:v>
                </c:pt>
                <c:pt idx="3362">
                  <c:v>0.0096</c:v>
                </c:pt>
                <c:pt idx="3363">
                  <c:v>0.0096</c:v>
                </c:pt>
                <c:pt idx="3364">
                  <c:v>0.0096</c:v>
                </c:pt>
                <c:pt idx="3365">
                  <c:v>0.0096</c:v>
                </c:pt>
                <c:pt idx="3366">
                  <c:v>0.0096</c:v>
                </c:pt>
                <c:pt idx="3367">
                  <c:v>0.0096</c:v>
                </c:pt>
                <c:pt idx="3368">
                  <c:v>0.0096</c:v>
                </c:pt>
                <c:pt idx="3369">
                  <c:v>0.0096</c:v>
                </c:pt>
                <c:pt idx="3370">
                  <c:v>0.0096</c:v>
                </c:pt>
                <c:pt idx="3371">
                  <c:v>0.0096</c:v>
                </c:pt>
                <c:pt idx="3372">
                  <c:v>0.0096</c:v>
                </c:pt>
                <c:pt idx="3373">
                  <c:v>0.0096</c:v>
                </c:pt>
                <c:pt idx="3374">
                  <c:v>0.0096</c:v>
                </c:pt>
                <c:pt idx="3375">
                  <c:v>0.0096</c:v>
                </c:pt>
                <c:pt idx="3376">
                  <c:v>0.0096</c:v>
                </c:pt>
                <c:pt idx="3377">
                  <c:v>0.0096</c:v>
                </c:pt>
                <c:pt idx="3378">
                  <c:v>0.0096</c:v>
                </c:pt>
                <c:pt idx="3379">
                  <c:v>0.0096</c:v>
                </c:pt>
                <c:pt idx="3380">
                  <c:v>0.0096</c:v>
                </c:pt>
                <c:pt idx="3381">
                  <c:v>0.0096</c:v>
                </c:pt>
                <c:pt idx="3382">
                  <c:v>0.0096</c:v>
                </c:pt>
                <c:pt idx="3383">
                  <c:v>0.0096</c:v>
                </c:pt>
                <c:pt idx="3384">
                  <c:v>0.0096</c:v>
                </c:pt>
                <c:pt idx="3385">
                  <c:v>0.0096</c:v>
                </c:pt>
                <c:pt idx="3386">
                  <c:v>0.0096</c:v>
                </c:pt>
                <c:pt idx="3387">
                  <c:v>0.0096</c:v>
                </c:pt>
                <c:pt idx="3388">
                  <c:v>0.0096</c:v>
                </c:pt>
                <c:pt idx="3389">
                  <c:v>0.0096</c:v>
                </c:pt>
                <c:pt idx="3390">
                  <c:v>0.0096</c:v>
                </c:pt>
                <c:pt idx="3391">
                  <c:v>0.0096</c:v>
                </c:pt>
                <c:pt idx="3392">
                  <c:v>0.0096</c:v>
                </c:pt>
                <c:pt idx="3393">
                  <c:v>0.0096</c:v>
                </c:pt>
                <c:pt idx="3394">
                  <c:v>0.0096</c:v>
                </c:pt>
                <c:pt idx="3395">
                  <c:v>0.0096</c:v>
                </c:pt>
                <c:pt idx="3396">
                  <c:v>0.0096</c:v>
                </c:pt>
                <c:pt idx="3397">
                  <c:v>0.0096</c:v>
                </c:pt>
                <c:pt idx="3398">
                  <c:v>0.0096</c:v>
                </c:pt>
                <c:pt idx="3399">
                  <c:v>0.0096</c:v>
                </c:pt>
                <c:pt idx="3400">
                  <c:v>0.0096</c:v>
                </c:pt>
                <c:pt idx="3401">
                  <c:v>0.0096</c:v>
                </c:pt>
                <c:pt idx="3402">
                  <c:v>0.0096</c:v>
                </c:pt>
                <c:pt idx="3403">
                  <c:v>0.0096</c:v>
                </c:pt>
                <c:pt idx="3404">
                  <c:v>0.0096</c:v>
                </c:pt>
                <c:pt idx="3405">
                  <c:v>0.0096</c:v>
                </c:pt>
                <c:pt idx="3406">
                  <c:v>0.0096</c:v>
                </c:pt>
                <c:pt idx="3407">
                  <c:v>0.0096</c:v>
                </c:pt>
                <c:pt idx="3408">
                  <c:v>0.0096</c:v>
                </c:pt>
                <c:pt idx="3409">
                  <c:v>0.0096</c:v>
                </c:pt>
                <c:pt idx="3410">
                  <c:v>0.0096</c:v>
                </c:pt>
                <c:pt idx="3411">
                  <c:v>0.0096</c:v>
                </c:pt>
                <c:pt idx="3412">
                  <c:v>0.0096</c:v>
                </c:pt>
                <c:pt idx="3413">
                  <c:v>0.0096</c:v>
                </c:pt>
                <c:pt idx="3414">
                  <c:v>0.0096</c:v>
                </c:pt>
                <c:pt idx="3415">
                  <c:v>0.0096</c:v>
                </c:pt>
                <c:pt idx="3416">
                  <c:v>0.0096</c:v>
                </c:pt>
                <c:pt idx="3417">
                  <c:v>0.0096</c:v>
                </c:pt>
                <c:pt idx="3418">
                  <c:v>0.0096</c:v>
                </c:pt>
                <c:pt idx="3419">
                  <c:v>0.0096</c:v>
                </c:pt>
                <c:pt idx="3420">
                  <c:v>0.0096</c:v>
                </c:pt>
                <c:pt idx="3421">
                  <c:v>0.0096</c:v>
                </c:pt>
                <c:pt idx="3422">
                  <c:v>0.0096</c:v>
                </c:pt>
                <c:pt idx="3423">
                  <c:v>0.0096</c:v>
                </c:pt>
                <c:pt idx="3424">
                  <c:v>0.0096</c:v>
                </c:pt>
                <c:pt idx="3425">
                  <c:v>0.0096</c:v>
                </c:pt>
                <c:pt idx="3426">
                  <c:v>0.0096</c:v>
                </c:pt>
                <c:pt idx="3427">
                  <c:v>0.0096</c:v>
                </c:pt>
                <c:pt idx="3428">
                  <c:v>0.0096</c:v>
                </c:pt>
                <c:pt idx="3429">
                  <c:v>0.0096</c:v>
                </c:pt>
                <c:pt idx="3430">
                  <c:v>0.0096</c:v>
                </c:pt>
                <c:pt idx="3431">
                  <c:v>0.0096</c:v>
                </c:pt>
                <c:pt idx="3432">
                  <c:v>0.0096</c:v>
                </c:pt>
                <c:pt idx="3433">
                  <c:v>0.0096</c:v>
                </c:pt>
                <c:pt idx="3434">
                  <c:v>0.0096</c:v>
                </c:pt>
                <c:pt idx="3435">
                  <c:v>0.0096</c:v>
                </c:pt>
                <c:pt idx="3436">
                  <c:v>0.0096</c:v>
                </c:pt>
                <c:pt idx="3437">
                  <c:v>0.0096</c:v>
                </c:pt>
                <c:pt idx="3438">
                  <c:v>0.0096</c:v>
                </c:pt>
                <c:pt idx="3439">
                  <c:v>0.0096</c:v>
                </c:pt>
                <c:pt idx="3440">
                  <c:v>0.0096</c:v>
                </c:pt>
                <c:pt idx="3441">
                  <c:v>0.0096</c:v>
                </c:pt>
                <c:pt idx="3442">
                  <c:v>0.0096</c:v>
                </c:pt>
                <c:pt idx="3443">
                  <c:v>0.0096</c:v>
                </c:pt>
                <c:pt idx="3444">
                  <c:v>0.0096</c:v>
                </c:pt>
                <c:pt idx="3445">
                  <c:v>0.0096</c:v>
                </c:pt>
                <c:pt idx="3446">
                  <c:v>0.0096</c:v>
                </c:pt>
                <c:pt idx="3447">
                  <c:v>0.0096</c:v>
                </c:pt>
                <c:pt idx="3448">
                  <c:v>0.0096</c:v>
                </c:pt>
                <c:pt idx="3449">
                  <c:v>0.0096</c:v>
                </c:pt>
                <c:pt idx="3450">
                  <c:v>0.0096</c:v>
                </c:pt>
                <c:pt idx="3451">
                  <c:v>0.0096</c:v>
                </c:pt>
                <c:pt idx="3452">
                  <c:v>0.0096</c:v>
                </c:pt>
                <c:pt idx="3453">
                  <c:v>0.0096</c:v>
                </c:pt>
                <c:pt idx="3454">
                  <c:v>0.0096</c:v>
                </c:pt>
                <c:pt idx="3455">
                  <c:v>0.0096</c:v>
                </c:pt>
                <c:pt idx="3456">
                  <c:v>0.0096</c:v>
                </c:pt>
                <c:pt idx="3457">
                  <c:v>0.0096</c:v>
                </c:pt>
                <c:pt idx="3458">
                  <c:v>0.0096</c:v>
                </c:pt>
                <c:pt idx="3459">
                  <c:v>0.0096</c:v>
                </c:pt>
                <c:pt idx="3460">
                  <c:v>0.0096</c:v>
                </c:pt>
                <c:pt idx="3461">
                  <c:v>0.0096</c:v>
                </c:pt>
                <c:pt idx="3462">
                  <c:v>0.0096</c:v>
                </c:pt>
                <c:pt idx="3463">
                  <c:v>0.0096</c:v>
                </c:pt>
                <c:pt idx="3464">
                  <c:v>0.0096</c:v>
                </c:pt>
                <c:pt idx="3465">
                  <c:v>0.0096</c:v>
                </c:pt>
                <c:pt idx="3466">
                  <c:v>0.0096</c:v>
                </c:pt>
                <c:pt idx="3467">
                  <c:v>0.0096</c:v>
                </c:pt>
                <c:pt idx="3468">
                  <c:v>0.0096</c:v>
                </c:pt>
                <c:pt idx="3469">
                  <c:v>0.0096</c:v>
                </c:pt>
                <c:pt idx="3470">
                  <c:v>0.0096</c:v>
                </c:pt>
                <c:pt idx="3471">
                  <c:v>0.0096</c:v>
                </c:pt>
                <c:pt idx="3472">
                  <c:v>0.0096</c:v>
                </c:pt>
                <c:pt idx="3473">
                  <c:v>0.0096</c:v>
                </c:pt>
                <c:pt idx="3474">
                  <c:v>0.0096</c:v>
                </c:pt>
                <c:pt idx="3475">
                  <c:v>0.0096</c:v>
                </c:pt>
                <c:pt idx="3476">
                  <c:v>0.0096</c:v>
                </c:pt>
                <c:pt idx="3477">
                  <c:v>0.0096</c:v>
                </c:pt>
                <c:pt idx="3478">
                  <c:v>0.0096</c:v>
                </c:pt>
                <c:pt idx="3479">
                  <c:v>0.0096</c:v>
                </c:pt>
                <c:pt idx="3480">
                  <c:v>0.0096</c:v>
                </c:pt>
                <c:pt idx="3481">
                  <c:v>0.0096</c:v>
                </c:pt>
                <c:pt idx="3482">
                  <c:v>0.0096</c:v>
                </c:pt>
                <c:pt idx="3483">
                  <c:v>0.0096</c:v>
                </c:pt>
                <c:pt idx="3484">
                  <c:v>0.0096</c:v>
                </c:pt>
                <c:pt idx="3485">
                  <c:v>0.0096</c:v>
                </c:pt>
                <c:pt idx="3486">
                  <c:v>0.0096</c:v>
                </c:pt>
                <c:pt idx="3487">
                  <c:v>0.0096</c:v>
                </c:pt>
                <c:pt idx="3488">
                  <c:v>0.0096</c:v>
                </c:pt>
                <c:pt idx="3489">
                  <c:v>0.0096</c:v>
                </c:pt>
                <c:pt idx="3490">
                  <c:v>0.0096</c:v>
                </c:pt>
                <c:pt idx="3491">
                  <c:v>0.0096</c:v>
                </c:pt>
                <c:pt idx="3492">
                  <c:v>0.0096</c:v>
                </c:pt>
                <c:pt idx="3493">
                  <c:v>0.0096</c:v>
                </c:pt>
                <c:pt idx="3494">
                  <c:v>0.0096</c:v>
                </c:pt>
                <c:pt idx="3495">
                  <c:v>0.0096</c:v>
                </c:pt>
                <c:pt idx="3496">
                  <c:v>0.0096</c:v>
                </c:pt>
                <c:pt idx="3497">
                  <c:v>0.0096</c:v>
                </c:pt>
                <c:pt idx="3498">
                  <c:v>0.0096</c:v>
                </c:pt>
                <c:pt idx="3499">
                  <c:v>0.0096</c:v>
                </c:pt>
                <c:pt idx="3500">
                  <c:v>0.0096</c:v>
                </c:pt>
                <c:pt idx="3501">
                  <c:v>0.0096</c:v>
                </c:pt>
                <c:pt idx="3502">
                  <c:v>0.0096</c:v>
                </c:pt>
                <c:pt idx="3503">
                  <c:v>0.0096</c:v>
                </c:pt>
                <c:pt idx="3504">
                  <c:v>0.0096</c:v>
                </c:pt>
                <c:pt idx="3505">
                  <c:v>0.0096</c:v>
                </c:pt>
                <c:pt idx="3506">
                  <c:v>0.0096</c:v>
                </c:pt>
                <c:pt idx="3507">
                  <c:v>0.0096</c:v>
                </c:pt>
                <c:pt idx="3508">
                  <c:v>0.0096</c:v>
                </c:pt>
                <c:pt idx="3509">
                  <c:v>0.0096</c:v>
                </c:pt>
                <c:pt idx="3510">
                  <c:v>0.0096</c:v>
                </c:pt>
                <c:pt idx="3511">
                  <c:v>0.0096</c:v>
                </c:pt>
                <c:pt idx="3512">
                  <c:v>0.0096</c:v>
                </c:pt>
                <c:pt idx="3513">
                  <c:v>0.0096</c:v>
                </c:pt>
                <c:pt idx="3514">
                  <c:v>0.0096</c:v>
                </c:pt>
                <c:pt idx="3515">
                  <c:v>0.0096</c:v>
                </c:pt>
                <c:pt idx="3516">
                  <c:v>0.0096</c:v>
                </c:pt>
                <c:pt idx="3517">
                  <c:v>0.0096</c:v>
                </c:pt>
                <c:pt idx="3518">
                  <c:v>0.0096</c:v>
                </c:pt>
                <c:pt idx="3519">
                  <c:v>0.0096</c:v>
                </c:pt>
                <c:pt idx="3520">
                  <c:v>0.0096</c:v>
                </c:pt>
                <c:pt idx="3521">
                  <c:v>0.0096</c:v>
                </c:pt>
                <c:pt idx="3522">
                  <c:v>0.0096</c:v>
                </c:pt>
                <c:pt idx="3523">
                  <c:v>0.0096</c:v>
                </c:pt>
                <c:pt idx="3524">
                  <c:v>0.0096</c:v>
                </c:pt>
                <c:pt idx="3525">
                  <c:v>0.0096</c:v>
                </c:pt>
                <c:pt idx="3526">
                  <c:v>0.0096</c:v>
                </c:pt>
                <c:pt idx="3527">
                  <c:v>0.0096</c:v>
                </c:pt>
                <c:pt idx="3528">
                  <c:v>0.0096</c:v>
                </c:pt>
                <c:pt idx="3529">
                  <c:v>0.0096</c:v>
                </c:pt>
                <c:pt idx="3530">
                  <c:v>0.0096</c:v>
                </c:pt>
                <c:pt idx="3531">
                  <c:v>0.0096</c:v>
                </c:pt>
                <c:pt idx="3532">
                  <c:v>0.0096</c:v>
                </c:pt>
                <c:pt idx="3533">
                  <c:v>0.0096</c:v>
                </c:pt>
                <c:pt idx="3534">
                  <c:v>0.0096</c:v>
                </c:pt>
                <c:pt idx="3535">
                  <c:v>0.0096</c:v>
                </c:pt>
                <c:pt idx="3536">
                  <c:v>0.0096</c:v>
                </c:pt>
                <c:pt idx="3537">
                  <c:v>0.0096</c:v>
                </c:pt>
                <c:pt idx="3538">
                  <c:v>0.0096</c:v>
                </c:pt>
                <c:pt idx="3539">
                  <c:v>0.0096</c:v>
                </c:pt>
                <c:pt idx="3540">
                  <c:v>0.0096</c:v>
                </c:pt>
                <c:pt idx="3541">
                  <c:v>0.0096</c:v>
                </c:pt>
                <c:pt idx="3542">
                  <c:v>0.0096</c:v>
                </c:pt>
                <c:pt idx="3543">
                  <c:v>0.0096</c:v>
                </c:pt>
                <c:pt idx="3544">
                  <c:v>0.0096</c:v>
                </c:pt>
                <c:pt idx="3545">
                  <c:v>0.0096</c:v>
                </c:pt>
                <c:pt idx="3546">
                  <c:v>0.0096</c:v>
                </c:pt>
                <c:pt idx="3547">
                  <c:v>0.0096</c:v>
                </c:pt>
                <c:pt idx="3548">
                  <c:v>0.0096</c:v>
                </c:pt>
                <c:pt idx="3549">
                  <c:v>0.0096</c:v>
                </c:pt>
                <c:pt idx="3550">
                  <c:v>0.0096</c:v>
                </c:pt>
                <c:pt idx="3551">
                  <c:v>0.0096</c:v>
                </c:pt>
                <c:pt idx="3552">
                  <c:v>0.0096</c:v>
                </c:pt>
                <c:pt idx="3553">
                  <c:v>0.0096</c:v>
                </c:pt>
                <c:pt idx="3554">
                  <c:v>0.0096</c:v>
                </c:pt>
                <c:pt idx="3555">
                  <c:v>0.0096</c:v>
                </c:pt>
                <c:pt idx="3556">
                  <c:v>0.0096</c:v>
                </c:pt>
                <c:pt idx="3557">
                  <c:v>0.0096</c:v>
                </c:pt>
                <c:pt idx="3558">
                  <c:v>0.0096</c:v>
                </c:pt>
                <c:pt idx="3559">
                  <c:v>0.0096</c:v>
                </c:pt>
                <c:pt idx="3560">
                  <c:v>0.0096</c:v>
                </c:pt>
                <c:pt idx="3561">
                  <c:v>0.0096</c:v>
                </c:pt>
                <c:pt idx="3562">
                  <c:v>0.0096</c:v>
                </c:pt>
                <c:pt idx="3563">
                  <c:v>0.0096</c:v>
                </c:pt>
                <c:pt idx="3564">
                  <c:v>0.0096</c:v>
                </c:pt>
                <c:pt idx="3565">
                  <c:v>0.0096</c:v>
                </c:pt>
                <c:pt idx="3566">
                  <c:v>0.0096</c:v>
                </c:pt>
                <c:pt idx="3567">
                  <c:v>0.0096</c:v>
                </c:pt>
                <c:pt idx="3568">
                  <c:v>0.0096</c:v>
                </c:pt>
                <c:pt idx="3569">
                  <c:v>0.0096</c:v>
                </c:pt>
                <c:pt idx="3570">
                  <c:v>0.0096</c:v>
                </c:pt>
                <c:pt idx="3571">
                  <c:v>0.0096</c:v>
                </c:pt>
                <c:pt idx="3572">
                  <c:v>0.0096</c:v>
                </c:pt>
                <c:pt idx="3573">
                  <c:v>0.0096</c:v>
                </c:pt>
                <c:pt idx="3574">
                  <c:v>0.0096</c:v>
                </c:pt>
                <c:pt idx="3575">
                  <c:v>0.0096</c:v>
                </c:pt>
                <c:pt idx="3576">
                  <c:v>0.0096</c:v>
                </c:pt>
                <c:pt idx="3577">
                  <c:v>0.0096</c:v>
                </c:pt>
                <c:pt idx="3578">
                  <c:v>0.0096</c:v>
                </c:pt>
                <c:pt idx="3579">
                  <c:v>0.0096</c:v>
                </c:pt>
                <c:pt idx="3580">
                  <c:v>0.0096</c:v>
                </c:pt>
                <c:pt idx="3581">
                  <c:v>0.0096</c:v>
                </c:pt>
                <c:pt idx="3582">
                  <c:v>0.0096</c:v>
                </c:pt>
                <c:pt idx="3583">
                  <c:v>0.0096</c:v>
                </c:pt>
                <c:pt idx="3584">
                  <c:v>0.0096</c:v>
                </c:pt>
                <c:pt idx="3585">
                  <c:v>0.0096</c:v>
                </c:pt>
                <c:pt idx="3586">
                  <c:v>0.0096</c:v>
                </c:pt>
                <c:pt idx="3587">
                  <c:v>0.0096</c:v>
                </c:pt>
                <c:pt idx="3588">
                  <c:v>0.0096</c:v>
                </c:pt>
                <c:pt idx="3589">
                  <c:v>0.0096</c:v>
                </c:pt>
                <c:pt idx="3590">
                  <c:v>0.0096</c:v>
                </c:pt>
                <c:pt idx="3591">
                  <c:v>0.0096</c:v>
                </c:pt>
                <c:pt idx="3592">
                  <c:v>0.0096</c:v>
                </c:pt>
                <c:pt idx="3593">
                  <c:v>0.0096</c:v>
                </c:pt>
                <c:pt idx="3594">
                  <c:v>0.0096</c:v>
                </c:pt>
                <c:pt idx="3595">
                  <c:v>0.0096</c:v>
                </c:pt>
                <c:pt idx="3596">
                  <c:v>0.0096</c:v>
                </c:pt>
                <c:pt idx="3597">
                  <c:v>0.0096</c:v>
                </c:pt>
                <c:pt idx="3598">
                  <c:v>0.0096</c:v>
                </c:pt>
                <c:pt idx="3599">
                  <c:v>0.0096</c:v>
                </c:pt>
                <c:pt idx="3600">
                  <c:v>0.0096</c:v>
                </c:pt>
                <c:pt idx="3601">
                  <c:v>0.0096</c:v>
                </c:pt>
                <c:pt idx="3602">
                  <c:v>0.0096</c:v>
                </c:pt>
                <c:pt idx="3603">
                  <c:v>0.0096</c:v>
                </c:pt>
                <c:pt idx="3604">
                  <c:v>0.0096</c:v>
                </c:pt>
                <c:pt idx="3605">
                  <c:v>0.0096</c:v>
                </c:pt>
                <c:pt idx="3606">
                  <c:v>0.0096</c:v>
                </c:pt>
                <c:pt idx="3607">
                  <c:v>0.0096</c:v>
                </c:pt>
                <c:pt idx="3608">
                  <c:v>0.0096</c:v>
                </c:pt>
                <c:pt idx="3609">
                  <c:v>0.0096</c:v>
                </c:pt>
                <c:pt idx="3610">
                  <c:v>0.0096</c:v>
                </c:pt>
                <c:pt idx="3611">
                  <c:v>0.0096</c:v>
                </c:pt>
                <c:pt idx="3612">
                  <c:v>0.0096</c:v>
                </c:pt>
                <c:pt idx="3613">
                  <c:v>0.0096</c:v>
                </c:pt>
                <c:pt idx="3614">
                  <c:v>0.0096</c:v>
                </c:pt>
                <c:pt idx="3615">
                  <c:v>0.0096</c:v>
                </c:pt>
                <c:pt idx="3616">
                  <c:v>0.0096</c:v>
                </c:pt>
                <c:pt idx="3617">
                  <c:v>0.0096</c:v>
                </c:pt>
                <c:pt idx="3618">
                  <c:v>0.0096</c:v>
                </c:pt>
                <c:pt idx="3619">
                  <c:v>0.0096</c:v>
                </c:pt>
                <c:pt idx="3620">
                  <c:v>0.0096</c:v>
                </c:pt>
                <c:pt idx="3621">
                  <c:v>0.0096</c:v>
                </c:pt>
                <c:pt idx="3622">
                  <c:v>0.0096</c:v>
                </c:pt>
                <c:pt idx="3623">
                  <c:v>0.0096</c:v>
                </c:pt>
                <c:pt idx="3624">
                  <c:v>0.0096</c:v>
                </c:pt>
                <c:pt idx="3625">
                  <c:v>0.0096</c:v>
                </c:pt>
                <c:pt idx="3626">
                  <c:v>0.0096</c:v>
                </c:pt>
                <c:pt idx="3627">
                  <c:v>0.0096</c:v>
                </c:pt>
                <c:pt idx="3628">
                  <c:v>0.0096</c:v>
                </c:pt>
                <c:pt idx="3629">
                  <c:v>0.0096</c:v>
                </c:pt>
                <c:pt idx="3630">
                  <c:v>0.0096</c:v>
                </c:pt>
                <c:pt idx="3631">
                  <c:v>0.0096</c:v>
                </c:pt>
                <c:pt idx="3632">
                  <c:v>0.0096</c:v>
                </c:pt>
                <c:pt idx="3633">
                  <c:v>0.0096</c:v>
                </c:pt>
                <c:pt idx="3634">
                  <c:v>0.0096</c:v>
                </c:pt>
                <c:pt idx="3635">
                  <c:v>0.0096</c:v>
                </c:pt>
                <c:pt idx="3636">
                  <c:v>0.0096</c:v>
                </c:pt>
                <c:pt idx="3637">
                  <c:v>0.0096</c:v>
                </c:pt>
                <c:pt idx="3638">
                  <c:v>0.0096</c:v>
                </c:pt>
                <c:pt idx="3639">
                  <c:v>0.0096</c:v>
                </c:pt>
                <c:pt idx="3640">
                  <c:v>0.0096</c:v>
                </c:pt>
                <c:pt idx="3641">
                  <c:v>0.0096</c:v>
                </c:pt>
                <c:pt idx="3642">
                  <c:v>0.0096</c:v>
                </c:pt>
                <c:pt idx="3643">
                  <c:v>0.0096</c:v>
                </c:pt>
                <c:pt idx="3644">
                  <c:v>0.0096</c:v>
                </c:pt>
                <c:pt idx="3645">
                  <c:v>0.0096</c:v>
                </c:pt>
                <c:pt idx="3646">
                  <c:v>0.0096</c:v>
                </c:pt>
                <c:pt idx="3647">
                  <c:v>0.0096</c:v>
                </c:pt>
                <c:pt idx="3648">
                  <c:v>0.0096</c:v>
                </c:pt>
                <c:pt idx="3649">
                  <c:v>0.0096</c:v>
                </c:pt>
                <c:pt idx="3650">
                  <c:v>0.0096</c:v>
                </c:pt>
                <c:pt idx="3651">
                  <c:v>0.0096</c:v>
                </c:pt>
                <c:pt idx="3652">
                  <c:v>0.0096</c:v>
                </c:pt>
                <c:pt idx="3653">
                  <c:v>0.0096</c:v>
                </c:pt>
                <c:pt idx="3654">
                  <c:v>0.0096</c:v>
                </c:pt>
                <c:pt idx="3655">
                  <c:v>0.0096</c:v>
                </c:pt>
                <c:pt idx="3656">
                  <c:v>0.0096</c:v>
                </c:pt>
                <c:pt idx="3657">
                  <c:v>0.0096</c:v>
                </c:pt>
                <c:pt idx="3658">
                  <c:v>0.0096</c:v>
                </c:pt>
                <c:pt idx="3659">
                  <c:v>0.0096</c:v>
                </c:pt>
                <c:pt idx="3660">
                  <c:v>0.0096</c:v>
                </c:pt>
                <c:pt idx="3661">
                  <c:v>0.0096</c:v>
                </c:pt>
                <c:pt idx="3662">
                  <c:v>0.0096</c:v>
                </c:pt>
                <c:pt idx="3663">
                  <c:v>0.0096</c:v>
                </c:pt>
                <c:pt idx="3664">
                  <c:v>0.0096</c:v>
                </c:pt>
                <c:pt idx="3665">
                  <c:v>0.0096</c:v>
                </c:pt>
                <c:pt idx="3666">
                  <c:v>0.0096</c:v>
                </c:pt>
                <c:pt idx="3667">
                  <c:v>0.0096</c:v>
                </c:pt>
                <c:pt idx="3668">
                  <c:v>0.0096</c:v>
                </c:pt>
                <c:pt idx="3669">
                  <c:v>0.0096</c:v>
                </c:pt>
                <c:pt idx="3670">
                  <c:v>0.0096</c:v>
                </c:pt>
                <c:pt idx="3671">
                  <c:v>0.0096</c:v>
                </c:pt>
                <c:pt idx="3672">
                  <c:v>0.0096</c:v>
                </c:pt>
                <c:pt idx="3673">
                  <c:v>0.0096</c:v>
                </c:pt>
                <c:pt idx="3674">
                  <c:v>0.0096</c:v>
                </c:pt>
                <c:pt idx="3675">
                  <c:v>0.0096</c:v>
                </c:pt>
                <c:pt idx="3676">
                  <c:v>0.0096</c:v>
                </c:pt>
                <c:pt idx="3677">
                  <c:v>0.0096</c:v>
                </c:pt>
                <c:pt idx="3678">
                  <c:v>0.0096</c:v>
                </c:pt>
                <c:pt idx="3679">
                  <c:v>0.0096</c:v>
                </c:pt>
                <c:pt idx="3680">
                  <c:v>0.0096</c:v>
                </c:pt>
                <c:pt idx="3681">
                  <c:v>0.0096</c:v>
                </c:pt>
                <c:pt idx="3682">
                  <c:v>0.0096</c:v>
                </c:pt>
                <c:pt idx="3683">
                  <c:v>0.0096</c:v>
                </c:pt>
                <c:pt idx="3684">
                  <c:v>0.0096</c:v>
                </c:pt>
                <c:pt idx="3685">
                  <c:v>0.0096</c:v>
                </c:pt>
                <c:pt idx="3686">
                  <c:v>0.0096</c:v>
                </c:pt>
                <c:pt idx="3687">
                  <c:v>0.0096</c:v>
                </c:pt>
                <c:pt idx="3688">
                  <c:v>0.0096</c:v>
                </c:pt>
                <c:pt idx="3689">
                  <c:v>0.0096</c:v>
                </c:pt>
                <c:pt idx="3690">
                  <c:v>0.0096</c:v>
                </c:pt>
                <c:pt idx="3691">
                  <c:v>0.0096</c:v>
                </c:pt>
                <c:pt idx="3692">
                  <c:v>0.0096</c:v>
                </c:pt>
                <c:pt idx="3693">
                  <c:v>0.0096</c:v>
                </c:pt>
                <c:pt idx="3694">
                  <c:v>0.0096</c:v>
                </c:pt>
                <c:pt idx="3695">
                  <c:v>0.0096</c:v>
                </c:pt>
                <c:pt idx="3696">
                  <c:v>0.0096</c:v>
                </c:pt>
                <c:pt idx="3697">
                  <c:v>0.0096</c:v>
                </c:pt>
                <c:pt idx="3698">
                  <c:v>0.0096</c:v>
                </c:pt>
                <c:pt idx="3699">
                  <c:v>0.0096</c:v>
                </c:pt>
                <c:pt idx="3700">
                  <c:v>0.0096</c:v>
                </c:pt>
                <c:pt idx="3701">
                  <c:v>0.0096</c:v>
                </c:pt>
                <c:pt idx="3702">
                  <c:v>0.0096</c:v>
                </c:pt>
                <c:pt idx="3703">
                  <c:v>0.0096</c:v>
                </c:pt>
                <c:pt idx="3704">
                  <c:v>0.0096</c:v>
                </c:pt>
                <c:pt idx="3705">
                  <c:v>0.0096</c:v>
                </c:pt>
                <c:pt idx="3706">
                  <c:v>0.0096</c:v>
                </c:pt>
                <c:pt idx="3707">
                  <c:v>0.0096</c:v>
                </c:pt>
                <c:pt idx="3708">
                  <c:v>0.0096</c:v>
                </c:pt>
                <c:pt idx="3709">
                  <c:v>0.0096</c:v>
                </c:pt>
                <c:pt idx="3710">
                  <c:v>0.0096</c:v>
                </c:pt>
                <c:pt idx="3711">
                  <c:v>0.0096</c:v>
                </c:pt>
                <c:pt idx="3712">
                  <c:v>0.0096</c:v>
                </c:pt>
                <c:pt idx="3713">
                  <c:v>0.0096</c:v>
                </c:pt>
                <c:pt idx="3714">
                  <c:v>0.0096</c:v>
                </c:pt>
                <c:pt idx="3715">
                  <c:v>0.0096</c:v>
                </c:pt>
                <c:pt idx="3716">
                  <c:v>0.0096</c:v>
                </c:pt>
                <c:pt idx="3717">
                  <c:v>0.0096</c:v>
                </c:pt>
                <c:pt idx="3718">
                  <c:v>0.0096</c:v>
                </c:pt>
                <c:pt idx="3719">
                  <c:v>0.0096</c:v>
                </c:pt>
                <c:pt idx="3720">
                  <c:v>0.0096</c:v>
                </c:pt>
                <c:pt idx="3721">
                  <c:v>0.0096</c:v>
                </c:pt>
                <c:pt idx="3722">
                  <c:v>0.0096</c:v>
                </c:pt>
                <c:pt idx="3723">
                  <c:v>0.0096</c:v>
                </c:pt>
                <c:pt idx="3724">
                  <c:v>0.0096</c:v>
                </c:pt>
                <c:pt idx="3725">
                  <c:v>0.0096</c:v>
                </c:pt>
                <c:pt idx="3726">
                  <c:v>0.0096</c:v>
                </c:pt>
                <c:pt idx="3727">
                  <c:v>0.0096</c:v>
                </c:pt>
                <c:pt idx="3728">
                  <c:v>0.0096</c:v>
                </c:pt>
                <c:pt idx="3729">
                  <c:v>0.0096</c:v>
                </c:pt>
                <c:pt idx="3730">
                  <c:v>0.0096</c:v>
                </c:pt>
                <c:pt idx="3731">
                  <c:v>0.0096</c:v>
                </c:pt>
                <c:pt idx="3732">
                  <c:v>0.0096</c:v>
                </c:pt>
                <c:pt idx="3733">
                  <c:v>0.0096</c:v>
                </c:pt>
                <c:pt idx="3734">
                  <c:v>0.0096</c:v>
                </c:pt>
                <c:pt idx="3735">
                  <c:v>0.0096</c:v>
                </c:pt>
                <c:pt idx="3736">
                  <c:v>0.0096</c:v>
                </c:pt>
                <c:pt idx="3737">
                  <c:v>0.0096</c:v>
                </c:pt>
                <c:pt idx="3738">
                  <c:v>0.0096</c:v>
                </c:pt>
                <c:pt idx="3739">
                  <c:v>0.0096</c:v>
                </c:pt>
                <c:pt idx="3740">
                  <c:v>0.0096</c:v>
                </c:pt>
                <c:pt idx="3741">
                  <c:v>0.0096</c:v>
                </c:pt>
                <c:pt idx="3742">
                  <c:v>0.0096</c:v>
                </c:pt>
                <c:pt idx="3743">
                  <c:v>0.0096</c:v>
                </c:pt>
                <c:pt idx="3744">
                  <c:v>0.0096</c:v>
                </c:pt>
                <c:pt idx="3745">
                  <c:v>0.0096</c:v>
                </c:pt>
                <c:pt idx="3746">
                  <c:v>0.0096</c:v>
                </c:pt>
                <c:pt idx="3747">
                  <c:v>0.0096</c:v>
                </c:pt>
                <c:pt idx="3748">
                  <c:v>0.0096</c:v>
                </c:pt>
                <c:pt idx="3749">
                  <c:v>0.0096</c:v>
                </c:pt>
                <c:pt idx="3750">
                  <c:v>0.0096</c:v>
                </c:pt>
                <c:pt idx="3751">
                  <c:v>0.0096</c:v>
                </c:pt>
                <c:pt idx="3752">
                  <c:v>0.0096</c:v>
                </c:pt>
                <c:pt idx="3753">
                  <c:v>0.0096</c:v>
                </c:pt>
                <c:pt idx="3754">
                  <c:v>0.0096</c:v>
                </c:pt>
                <c:pt idx="3755">
                  <c:v>0.0096</c:v>
                </c:pt>
                <c:pt idx="3756">
                  <c:v>0.0096</c:v>
                </c:pt>
                <c:pt idx="3757">
                  <c:v>0.0096</c:v>
                </c:pt>
                <c:pt idx="3758">
                  <c:v>0.0096</c:v>
                </c:pt>
                <c:pt idx="3759">
                  <c:v>0.0096</c:v>
                </c:pt>
                <c:pt idx="3760">
                  <c:v>0.0096</c:v>
                </c:pt>
                <c:pt idx="3761">
                  <c:v>0.0096</c:v>
                </c:pt>
                <c:pt idx="3762">
                  <c:v>0.0096</c:v>
                </c:pt>
                <c:pt idx="3763">
                  <c:v>0.0096</c:v>
                </c:pt>
                <c:pt idx="3764">
                  <c:v>0.0096</c:v>
                </c:pt>
                <c:pt idx="3765">
                  <c:v>0.0096</c:v>
                </c:pt>
                <c:pt idx="3766">
                  <c:v>0.0096</c:v>
                </c:pt>
                <c:pt idx="3767">
                  <c:v>0.0096</c:v>
                </c:pt>
                <c:pt idx="3768">
                  <c:v>0.0096</c:v>
                </c:pt>
                <c:pt idx="3769">
                  <c:v>0.0096</c:v>
                </c:pt>
                <c:pt idx="3770">
                  <c:v>0.0096</c:v>
                </c:pt>
                <c:pt idx="3771">
                  <c:v>0.0096</c:v>
                </c:pt>
                <c:pt idx="3772">
                  <c:v>0.0096</c:v>
                </c:pt>
                <c:pt idx="3773">
                  <c:v>0.0096</c:v>
                </c:pt>
                <c:pt idx="3774">
                  <c:v>0.0096</c:v>
                </c:pt>
                <c:pt idx="3775">
                  <c:v>0.0096</c:v>
                </c:pt>
                <c:pt idx="3776">
                  <c:v>0.0096</c:v>
                </c:pt>
                <c:pt idx="3777">
                  <c:v>0.0096</c:v>
                </c:pt>
                <c:pt idx="3778">
                  <c:v>0.0096</c:v>
                </c:pt>
                <c:pt idx="3779">
                  <c:v>0.0096</c:v>
                </c:pt>
                <c:pt idx="3780">
                  <c:v>0.0096</c:v>
                </c:pt>
                <c:pt idx="3781">
                  <c:v>0.0096</c:v>
                </c:pt>
                <c:pt idx="3782">
                  <c:v>0.0096</c:v>
                </c:pt>
                <c:pt idx="3783">
                  <c:v>0.0096</c:v>
                </c:pt>
                <c:pt idx="3784">
                  <c:v>0.0096</c:v>
                </c:pt>
                <c:pt idx="3785">
                  <c:v>0.0096</c:v>
                </c:pt>
                <c:pt idx="3786">
                  <c:v>0.0096</c:v>
                </c:pt>
                <c:pt idx="3787">
                  <c:v>0.0096</c:v>
                </c:pt>
                <c:pt idx="3788">
                  <c:v>0.0096</c:v>
                </c:pt>
                <c:pt idx="3789">
                  <c:v>0.0096</c:v>
                </c:pt>
                <c:pt idx="3790">
                  <c:v>0.0096</c:v>
                </c:pt>
                <c:pt idx="3791">
                  <c:v>0.0096</c:v>
                </c:pt>
                <c:pt idx="3792">
                  <c:v>0.0096</c:v>
                </c:pt>
                <c:pt idx="3793">
                  <c:v>0.0096</c:v>
                </c:pt>
                <c:pt idx="3794">
                  <c:v>0.0096</c:v>
                </c:pt>
                <c:pt idx="3795">
                  <c:v>0.0096</c:v>
                </c:pt>
                <c:pt idx="3796">
                  <c:v>0.0096</c:v>
                </c:pt>
                <c:pt idx="3797">
                  <c:v>0.0096</c:v>
                </c:pt>
                <c:pt idx="3798">
                  <c:v>0.0096</c:v>
                </c:pt>
                <c:pt idx="3799">
                  <c:v>0.0096</c:v>
                </c:pt>
                <c:pt idx="3800">
                  <c:v>0.0096</c:v>
                </c:pt>
                <c:pt idx="3801">
                  <c:v>0.0096</c:v>
                </c:pt>
                <c:pt idx="3802">
                  <c:v>0.0096</c:v>
                </c:pt>
                <c:pt idx="3803">
                  <c:v>0.0096</c:v>
                </c:pt>
                <c:pt idx="3804">
                  <c:v>0.0096</c:v>
                </c:pt>
                <c:pt idx="3805">
                  <c:v>0.0096</c:v>
                </c:pt>
                <c:pt idx="3806">
                  <c:v>0.0096</c:v>
                </c:pt>
                <c:pt idx="3807">
                  <c:v>0.0096</c:v>
                </c:pt>
                <c:pt idx="3808">
                  <c:v>0.0096</c:v>
                </c:pt>
                <c:pt idx="3809">
                  <c:v>0.0096</c:v>
                </c:pt>
                <c:pt idx="3810">
                  <c:v>0.0096</c:v>
                </c:pt>
                <c:pt idx="3811">
                  <c:v>0.0096</c:v>
                </c:pt>
                <c:pt idx="3812">
                  <c:v>0.0096</c:v>
                </c:pt>
                <c:pt idx="3813">
                  <c:v>0.0096</c:v>
                </c:pt>
                <c:pt idx="3814">
                  <c:v>0.0096</c:v>
                </c:pt>
                <c:pt idx="3815">
                  <c:v>0.0096</c:v>
                </c:pt>
                <c:pt idx="3816">
                  <c:v>0.0096</c:v>
                </c:pt>
                <c:pt idx="3817">
                  <c:v>0.0096</c:v>
                </c:pt>
                <c:pt idx="3818">
                  <c:v>0.0096</c:v>
                </c:pt>
                <c:pt idx="3819">
                  <c:v>0.0096</c:v>
                </c:pt>
                <c:pt idx="3820">
                  <c:v>0.0096</c:v>
                </c:pt>
                <c:pt idx="3821">
                  <c:v>0.0096</c:v>
                </c:pt>
                <c:pt idx="3822">
                  <c:v>0.0096</c:v>
                </c:pt>
                <c:pt idx="3823">
                  <c:v>0.0096</c:v>
                </c:pt>
                <c:pt idx="3824">
                  <c:v>0.0096</c:v>
                </c:pt>
                <c:pt idx="3825">
                  <c:v>0.0096</c:v>
                </c:pt>
                <c:pt idx="3826">
                  <c:v>0.0096</c:v>
                </c:pt>
                <c:pt idx="3827">
                  <c:v>0.0096</c:v>
                </c:pt>
                <c:pt idx="3828">
                  <c:v>0.0096</c:v>
                </c:pt>
                <c:pt idx="3829">
                  <c:v>0.0096</c:v>
                </c:pt>
                <c:pt idx="3830">
                  <c:v>0.0096</c:v>
                </c:pt>
                <c:pt idx="3831">
                  <c:v>0.0096</c:v>
                </c:pt>
                <c:pt idx="3832">
                  <c:v>0.0096</c:v>
                </c:pt>
                <c:pt idx="3833">
                  <c:v>0.0096</c:v>
                </c:pt>
                <c:pt idx="3834">
                  <c:v>0.0096</c:v>
                </c:pt>
                <c:pt idx="3835">
                  <c:v>0.0096</c:v>
                </c:pt>
                <c:pt idx="3836">
                  <c:v>0.0096</c:v>
                </c:pt>
                <c:pt idx="3837">
                  <c:v>0.0096</c:v>
                </c:pt>
                <c:pt idx="3838">
                  <c:v>0.0096</c:v>
                </c:pt>
                <c:pt idx="3839">
                  <c:v>0.0096</c:v>
                </c:pt>
                <c:pt idx="3840">
                  <c:v>0.0096</c:v>
                </c:pt>
                <c:pt idx="3841">
                  <c:v>0.0096</c:v>
                </c:pt>
                <c:pt idx="3842">
                  <c:v>0.0096</c:v>
                </c:pt>
                <c:pt idx="3843">
                  <c:v>0.0096</c:v>
                </c:pt>
                <c:pt idx="3844">
                  <c:v>0.0096</c:v>
                </c:pt>
                <c:pt idx="3845">
                  <c:v>0.0096</c:v>
                </c:pt>
                <c:pt idx="3846">
                  <c:v>0.0096</c:v>
                </c:pt>
                <c:pt idx="3847">
                  <c:v>0.0096</c:v>
                </c:pt>
                <c:pt idx="3848">
                  <c:v>0.0096</c:v>
                </c:pt>
                <c:pt idx="3849">
                  <c:v>0.0096</c:v>
                </c:pt>
                <c:pt idx="3850">
                  <c:v>0.0096</c:v>
                </c:pt>
                <c:pt idx="3851">
                  <c:v>0.0096</c:v>
                </c:pt>
                <c:pt idx="3852">
                  <c:v>0.0096</c:v>
                </c:pt>
                <c:pt idx="3853">
                  <c:v>0.0096</c:v>
                </c:pt>
                <c:pt idx="3854">
                  <c:v>0.0096</c:v>
                </c:pt>
                <c:pt idx="3855">
                  <c:v>0.0096</c:v>
                </c:pt>
                <c:pt idx="3856">
                  <c:v>0.0096</c:v>
                </c:pt>
                <c:pt idx="3857">
                  <c:v>0.0096</c:v>
                </c:pt>
                <c:pt idx="3858">
                  <c:v>0.0096</c:v>
                </c:pt>
                <c:pt idx="3859">
                  <c:v>0.0096</c:v>
                </c:pt>
                <c:pt idx="3860">
                  <c:v>0.0096</c:v>
                </c:pt>
                <c:pt idx="3861">
                  <c:v>0.0096</c:v>
                </c:pt>
                <c:pt idx="3862">
                  <c:v>0.0096</c:v>
                </c:pt>
                <c:pt idx="3863">
                  <c:v>0.0096</c:v>
                </c:pt>
                <c:pt idx="3864">
                  <c:v>0.0096</c:v>
                </c:pt>
                <c:pt idx="3865">
                  <c:v>0.0096</c:v>
                </c:pt>
                <c:pt idx="3866">
                  <c:v>0.0096</c:v>
                </c:pt>
                <c:pt idx="3867">
                  <c:v>0.0096</c:v>
                </c:pt>
                <c:pt idx="3868">
                  <c:v>0.0096</c:v>
                </c:pt>
                <c:pt idx="3869">
                  <c:v>0.0096</c:v>
                </c:pt>
                <c:pt idx="3870">
                  <c:v>0.0096</c:v>
                </c:pt>
                <c:pt idx="3871">
                  <c:v>0.0096</c:v>
                </c:pt>
                <c:pt idx="3872">
                  <c:v>0.0096</c:v>
                </c:pt>
                <c:pt idx="3873">
                  <c:v>0.0096</c:v>
                </c:pt>
                <c:pt idx="3874">
                  <c:v>0.0096</c:v>
                </c:pt>
                <c:pt idx="3875">
                  <c:v>0.0096</c:v>
                </c:pt>
                <c:pt idx="3876">
                  <c:v>0.0096</c:v>
                </c:pt>
                <c:pt idx="3877">
                  <c:v>0.0096</c:v>
                </c:pt>
                <c:pt idx="3878">
                  <c:v>0.0096</c:v>
                </c:pt>
                <c:pt idx="3879">
                  <c:v>0.0096</c:v>
                </c:pt>
                <c:pt idx="3880">
                  <c:v>0.0096</c:v>
                </c:pt>
                <c:pt idx="3881">
                  <c:v>0.0096</c:v>
                </c:pt>
                <c:pt idx="3882">
                  <c:v>0.0096</c:v>
                </c:pt>
                <c:pt idx="3883">
                  <c:v>0.0096</c:v>
                </c:pt>
                <c:pt idx="3884">
                  <c:v>0.0096</c:v>
                </c:pt>
                <c:pt idx="3885">
                  <c:v>0.0096</c:v>
                </c:pt>
                <c:pt idx="3886">
                  <c:v>0.0096</c:v>
                </c:pt>
                <c:pt idx="3887">
                  <c:v>0.0096</c:v>
                </c:pt>
                <c:pt idx="3888">
                  <c:v>0.0096</c:v>
                </c:pt>
                <c:pt idx="3889">
                  <c:v>0.0096</c:v>
                </c:pt>
                <c:pt idx="3890">
                  <c:v>0.0096</c:v>
                </c:pt>
                <c:pt idx="3891">
                  <c:v>0.0096</c:v>
                </c:pt>
                <c:pt idx="3892">
                  <c:v>0.0096</c:v>
                </c:pt>
                <c:pt idx="3893">
                  <c:v>0.0096</c:v>
                </c:pt>
                <c:pt idx="3894">
                  <c:v>0.0096</c:v>
                </c:pt>
                <c:pt idx="3895">
                  <c:v>0.0096</c:v>
                </c:pt>
                <c:pt idx="3896">
                  <c:v>0.0096</c:v>
                </c:pt>
                <c:pt idx="3897">
                  <c:v>0.0096</c:v>
                </c:pt>
                <c:pt idx="3898">
                  <c:v>0.0096</c:v>
                </c:pt>
                <c:pt idx="3899">
                  <c:v>0.0096</c:v>
                </c:pt>
                <c:pt idx="3900">
                  <c:v>0.0096</c:v>
                </c:pt>
                <c:pt idx="3901">
                  <c:v>0.0096</c:v>
                </c:pt>
                <c:pt idx="3902">
                  <c:v>0.0096</c:v>
                </c:pt>
                <c:pt idx="3903">
                  <c:v>0.0096</c:v>
                </c:pt>
                <c:pt idx="3904">
                  <c:v>0.0096</c:v>
                </c:pt>
                <c:pt idx="3905">
                  <c:v>0.0096</c:v>
                </c:pt>
                <c:pt idx="3906">
                  <c:v>0.0096</c:v>
                </c:pt>
                <c:pt idx="3907">
                  <c:v>0.0096</c:v>
                </c:pt>
                <c:pt idx="3908">
                  <c:v>0.0096</c:v>
                </c:pt>
                <c:pt idx="3909">
                  <c:v>0.0096</c:v>
                </c:pt>
                <c:pt idx="3910">
                  <c:v>0.0096</c:v>
                </c:pt>
                <c:pt idx="3911">
                  <c:v>0.0096</c:v>
                </c:pt>
                <c:pt idx="3912">
                  <c:v>0.0096</c:v>
                </c:pt>
                <c:pt idx="3913">
                  <c:v>0.0096</c:v>
                </c:pt>
                <c:pt idx="3914">
                  <c:v>0.0096</c:v>
                </c:pt>
                <c:pt idx="3915">
                  <c:v>0.0096</c:v>
                </c:pt>
                <c:pt idx="3916">
                  <c:v>0.0096</c:v>
                </c:pt>
                <c:pt idx="3917">
                  <c:v>0.0096</c:v>
                </c:pt>
                <c:pt idx="3918">
                  <c:v>0.0096</c:v>
                </c:pt>
                <c:pt idx="3919">
                  <c:v>0.0096</c:v>
                </c:pt>
                <c:pt idx="3920">
                  <c:v>0.0096</c:v>
                </c:pt>
                <c:pt idx="3921">
                  <c:v>0.0096</c:v>
                </c:pt>
                <c:pt idx="3922">
                  <c:v>0.0096</c:v>
                </c:pt>
                <c:pt idx="3923">
                  <c:v>0.0096</c:v>
                </c:pt>
                <c:pt idx="3924">
                  <c:v>0.0096</c:v>
                </c:pt>
                <c:pt idx="3925">
                  <c:v>0.0096</c:v>
                </c:pt>
                <c:pt idx="3926">
                  <c:v>0.0096</c:v>
                </c:pt>
                <c:pt idx="3927">
                  <c:v>0.0096</c:v>
                </c:pt>
                <c:pt idx="3928">
                  <c:v>0.0096</c:v>
                </c:pt>
                <c:pt idx="3929">
                  <c:v>0.0096</c:v>
                </c:pt>
                <c:pt idx="3930">
                  <c:v>0.0096</c:v>
                </c:pt>
                <c:pt idx="3931">
                  <c:v>0.0096</c:v>
                </c:pt>
                <c:pt idx="3932">
                  <c:v>0.0096</c:v>
                </c:pt>
                <c:pt idx="3933">
                  <c:v>0.0096</c:v>
                </c:pt>
                <c:pt idx="3934">
                  <c:v>0.0096</c:v>
                </c:pt>
                <c:pt idx="3935">
                  <c:v>0.0096</c:v>
                </c:pt>
                <c:pt idx="3936">
                  <c:v>0.0096</c:v>
                </c:pt>
                <c:pt idx="3937">
                  <c:v>0.0096</c:v>
                </c:pt>
                <c:pt idx="3938">
                  <c:v>0.0096</c:v>
                </c:pt>
                <c:pt idx="3939">
                  <c:v>0.0096</c:v>
                </c:pt>
                <c:pt idx="3940">
                  <c:v>0.0096</c:v>
                </c:pt>
                <c:pt idx="3941">
                  <c:v>0.0096</c:v>
                </c:pt>
                <c:pt idx="3942">
                  <c:v>0.0096</c:v>
                </c:pt>
                <c:pt idx="3943">
                  <c:v>0.0096</c:v>
                </c:pt>
                <c:pt idx="3944">
                  <c:v>0.0096</c:v>
                </c:pt>
                <c:pt idx="3945">
                  <c:v>0.0096</c:v>
                </c:pt>
                <c:pt idx="3946">
                  <c:v>0.0096</c:v>
                </c:pt>
                <c:pt idx="3947">
                  <c:v>0.0096</c:v>
                </c:pt>
                <c:pt idx="3948">
                  <c:v>0.0096</c:v>
                </c:pt>
                <c:pt idx="3949">
                  <c:v>0.0096</c:v>
                </c:pt>
                <c:pt idx="3950">
                  <c:v>0.0096</c:v>
                </c:pt>
                <c:pt idx="3951">
                  <c:v>0.0096</c:v>
                </c:pt>
                <c:pt idx="3952">
                  <c:v>0.0096</c:v>
                </c:pt>
                <c:pt idx="3953">
                  <c:v>0.0096</c:v>
                </c:pt>
                <c:pt idx="3954">
                  <c:v>0.0096</c:v>
                </c:pt>
                <c:pt idx="3955">
                  <c:v>0.0096</c:v>
                </c:pt>
                <c:pt idx="3956">
                  <c:v>0.0096</c:v>
                </c:pt>
                <c:pt idx="3957">
                  <c:v>0.0096</c:v>
                </c:pt>
                <c:pt idx="3958">
                  <c:v>0.0096</c:v>
                </c:pt>
                <c:pt idx="3959">
                  <c:v>0.0096</c:v>
                </c:pt>
                <c:pt idx="3960">
                  <c:v>0.0096</c:v>
                </c:pt>
                <c:pt idx="3961">
                  <c:v>0.0096</c:v>
                </c:pt>
                <c:pt idx="3962">
                  <c:v>0.0096</c:v>
                </c:pt>
                <c:pt idx="3963">
                  <c:v>0.0096</c:v>
                </c:pt>
                <c:pt idx="3964">
                  <c:v>0.0096</c:v>
                </c:pt>
                <c:pt idx="3965">
                  <c:v>0.0096</c:v>
                </c:pt>
                <c:pt idx="3966">
                  <c:v>0.0096</c:v>
                </c:pt>
                <c:pt idx="3967">
                  <c:v>0.0096</c:v>
                </c:pt>
                <c:pt idx="3968">
                  <c:v>0.0096</c:v>
                </c:pt>
                <c:pt idx="3969">
                  <c:v>0.0096</c:v>
                </c:pt>
                <c:pt idx="3970">
                  <c:v>0.0096</c:v>
                </c:pt>
                <c:pt idx="3971">
                  <c:v>0.0096</c:v>
                </c:pt>
                <c:pt idx="3972">
                  <c:v>0.0096</c:v>
                </c:pt>
                <c:pt idx="3973">
                  <c:v>0.0096</c:v>
                </c:pt>
                <c:pt idx="3974">
                  <c:v>0.0096</c:v>
                </c:pt>
                <c:pt idx="3975">
                  <c:v>0.0096</c:v>
                </c:pt>
                <c:pt idx="3976">
                  <c:v>0.0096</c:v>
                </c:pt>
                <c:pt idx="3977">
                  <c:v>0.0096</c:v>
                </c:pt>
                <c:pt idx="3978">
                  <c:v>0.0096</c:v>
                </c:pt>
                <c:pt idx="3979">
                  <c:v>0.0096</c:v>
                </c:pt>
                <c:pt idx="3980">
                  <c:v>0.0096</c:v>
                </c:pt>
                <c:pt idx="3981">
                  <c:v>0.0096</c:v>
                </c:pt>
                <c:pt idx="3982">
                  <c:v>0.0096</c:v>
                </c:pt>
                <c:pt idx="3983">
                  <c:v>0.0096</c:v>
                </c:pt>
                <c:pt idx="3984">
                  <c:v>0.0096</c:v>
                </c:pt>
                <c:pt idx="3985">
                  <c:v>0.0096</c:v>
                </c:pt>
                <c:pt idx="3986">
                  <c:v>0.0096</c:v>
                </c:pt>
                <c:pt idx="3987">
                  <c:v>0.0096</c:v>
                </c:pt>
                <c:pt idx="3988">
                  <c:v>0.0096</c:v>
                </c:pt>
                <c:pt idx="3989">
                  <c:v>0.0096</c:v>
                </c:pt>
                <c:pt idx="3990">
                  <c:v>0.0096</c:v>
                </c:pt>
                <c:pt idx="3991">
                  <c:v>0.0096</c:v>
                </c:pt>
                <c:pt idx="3992">
                  <c:v>0.0096</c:v>
                </c:pt>
                <c:pt idx="3993">
                  <c:v>0.0096</c:v>
                </c:pt>
                <c:pt idx="3994">
                  <c:v>0.0096</c:v>
                </c:pt>
                <c:pt idx="3995">
                  <c:v>0.0096</c:v>
                </c:pt>
                <c:pt idx="3996">
                  <c:v>0.0096</c:v>
                </c:pt>
                <c:pt idx="3997">
                  <c:v>0.0096</c:v>
                </c:pt>
                <c:pt idx="3998">
                  <c:v>0.0096</c:v>
                </c:pt>
                <c:pt idx="3999">
                  <c:v>0.0096</c:v>
                </c:pt>
                <c:pt idx="4000">
                  <c:v>0.0096</c:v>
                </c:pt>
                <c:pt idx="4001">
                  <c:v>0.0096</c:v>
                </c:pt>
                <c:pt idx="4002">
                  <c:v>0.0096</c:v>
                </c:pt>
                <c:pt idx="4003">
                  <c:v>0.0096</c:v>
                </c:pt>
                <c:pt idx="4004">
                  <c:v>0.0096</c:v>
                </c:pt>
                <c:pt idx="4005">
                  <c:v>0.0096</c:v>
                </c:pt>
                <c:pt idx="4006">
                  <c:v>0.0096</c:v>
                </c:pt>
                <c:pt idx="4007">
                  <c:v>0.0096</c:v>
                </c:pt>
                <c:pt idx="4008">
                  <c:v>0.0096</c:v>
                </c:pt>
                <c:pt idx="4009">
                  <c:v>0.0096</c:v>
                </c:pt>
                <c:pt idx="4010">
                  <c:v>0.0096</c:v>
                </c:pt>
                <c:pt idx="4011">
                  <c:v>0.0096</c:v>
                </c:pt>
                <c:pt idx="4012">
                  <c:v>0.0096</c:v>
                </c:pt>
                <c:pt idx="4013">
                  <c:v>0.0096</c:v>
                </c:pt>
                <c:pt idx="4014">
                  <c:v>0.0096</c:v>
                </c:pt>
                <c:pt idx="4015">
                  <c:v>0.0096</c:v>
                </c:pt>
                <c:pt idx="4016">
                  <c:v>0.0096</c:v>
                </c:pt>
                <c:pt idx="4017">
                  <c:v>0.0096</c:v>
                </c:pt>
                <c:pt idx="4018">
                  <c:v>0.0096</c:v>
                </c:pt>
                <c:pt idx="4019">
                  <c:v>0.0096</c:v>
                </c:pt>
                <c:pt idx="4020">
                  <c:v>0.0096</c:v>
                </c:pt>
                <c:pt idx="4021">
                  <c:v>0.0096</c:v>
                </c:pt>
                <c:pt idx="4022">
                  <c:v>0.0096</c:v>
                </c:pt>
                <c:pt idx="4023">
                  <c:v>0.0096</c:v>
                </c:pt>
                <c:pt idx="4024">
                  <c:v>0.0096</c:v>
                </c:pt>
                <c:pt idx="4025">
                  <c:v>0.0096</c:v>
                </c:pt>
                <c:pt idx="4026">
                  <c:v>0.0096</c:v>
                </c:pt>
                <c:pt idx="4027">
                  <c:v>0.0096</c:v>
                </c:pt>
                <c:pt idx="4028">
                  <c:v>0.0096</c:v>
                </c:pt>
                <c:pt idx="4029">
                  <c:v>0.0096</c:v>
                </c:pt>
                <c:pt idx="4030">
                  <c:v>0.0096</c:v>
                </c:pt>
                <c:pt idx="4031">
                  <c:v>0.0096</c:v>
                </c:pt>
                <c:pt idx="4032">
                  <c:v>0.0096</c:v>
                </c:pt>
                <c:pt idx="4033">
                  <c:v>0.0096</c:v>
                </c:pt>
                <c:pt idx="4034">
                  <c:v>0.0096</c:v>
                </c:pt>
                <c:pt idx="4035">
                  <c:v>0.0096</c:v>
                </c:pt>
                <c:pt idx="4036">
                  <c:v>0.0096</c:v>
                </c:pt>
                <c:pt idx="4037">
                  <c:v>0.0096</c:v>
                </c:pt>
                <c:pt idx="4038">
                  <c:v>0.0096</c:v>
                </c:pt>
                <c:pt idx="4039">
                  <c:v>0.0096</c:v>
                </c:pt>
                <c:pt idx="4040">
                  <c:v>0.0096</c:v>
                </c:pt>
                <c:pt idx="4041">
                  <c:v>0.0096</c:v>
                </c:pt>
                <c:pt idx="4042">
                  <c:v>0.0096</c:v>
                </c:pt>
                <c:pt idx="4043">
                  <c:v>0.0096</c:v>
                </c:pt>
                <c:pt idx="4044">
                  <c:v>0.0096</c:v>
                </c:pt>
                <c:pt idx="4045">
                  <c:v>0.0096</c:v>
                </c:pt>
                <c:pt idx="4046">
                  <c:v>0.0096</c:v>
                </c:pt>
                <c:pt idx="4047">
                  <c:v>0.0096</c:v>
                </c:pt>
                <c:pt idx="4048">
                  <c:v>0.0096</c:v>
                </c:pt>
                <c:pt idx="4049">
                  <c:v>0.0096</c:v>
                </c:pt>
                <c:pt idx="4050">
                  <c:v>0.0096</c:v>
                </c:pt>
                <c:pt idx="4051">
                  <c:v>0.0096</c:v>
                </c:pt>
                <c:pt idx="4052">
                  <c:v>0.0096</c:v>
                </c:pt>
                <c:pt idx="4053">
                  <c:v>0.0096</c:v>
                </c:pt>
                <c:pt idx="4054">
                  <c:v>0.0096</c:v>
                </c:pt>
                <c:pt idx="4055">
                  <c:v>0.0096</c:v>
                </c:pt>
                <c:pt idx="4056">
                  <c:v>0.0096</c:v>
                </c:pt>
                <c:pt idx="4057">
                  <c:v>0.0096</c:v>
                </c:pt>
                <c:pt idx="4058">
                  <c:v>0.0096</c:v>
                </c:pt>
                <c:pt idx="4059">
                  <c:v>0.0096</c:v>
                </c:pt>
                <c:pt idx="4060">
                  <c:v>0.0096</c:v>
                </c:pt>
                <c:pt idx="4061">
                  <c:v>0.0096</c:v>
                </c:pt>
                <c:pt idx="4062">
                  <c:v>0.0096</c:v>
                </c:pt>
                <c:pt idx="4063">
                  <c:v>0.0096</c:v>
                </c:pt>
                <c:pt idx="4064">
                  <c:v>0.0096</c:v>
                </c:pt>
                <c:pt idx="4065">
                  <c:v>0.0096</c:v>
                </c:pt>
                <c:pt idx="4066">
                  <c:v>0.0096</c:v>
                </c:pt>
                <c:pt idx="4067">
                  <c:v>0.0096</c:v>
                </c:pt>
                <c:pt idx="4068">
                  <c:v>0.0096</c:v>
                </c:pt>
                <c:pt idx="4069">
                  <c:v>0.0096</c:v>
                </c:pt>
                <c:pt idx="4070">
                  <c:v>0.0096</c:v>
                </c:pt>
                <c:pt idx="4071">
                  <c:v>0.0096</c:v>
                </c:pt>
                <c:pt idx="4072">
                  <c:v>0.0096</c:v>
                </c:pt>
                <c:pt idx="4073">
                  <c:v>0.0096</c:v>
                </c:pt>
                <c:pt idx="4074">
                  <c:v>0.0096</c:v>
                </c:pt>
                <c:pt idx="4075">
                  <c:v>0.0096</c:v>
                </c:pt>
                <c:pt idx="4076">
                  <c:v>0.0096</c:v>
                </c:pt>
                <c:pt idx="4077">
                  <c:v>0.0096</c:v>
                </c:pt>
                <c:pt idx="4078">
                  <c:v>0.0096</c:v>
                </c:pt>
                <c:pt idx="4079">
                  <c:v>0.0096</c:v>
                </c:pt>
                <c:pt idx="4080">
                  <c:v>0.0096</c:v>
                </c:pt>
                <c:pt idx="4081">
                  <c:v>0.0096</c:v>
                </c:pt>
                <c:pt idx="4082">
                  <c:v>0.0096</c:v>
                </c:pt>
                <c:pt idx="4083">
                  <c:v>0.0096</c:v>
                </c:pt>
                <c:pt idx="4084">
                  <c:v>0.0096</c:v>
                </c:pt>
                <c:pt idx="4085">
                  <c:v>0.0096</c:v>
                </c:pt>
                <c:pt idx="4086">
                  <c:v>0.0096</c:v>
                </c:pt>
                <c:pt idx="4087">
                  <c:v>0.0096</c:v>
                </c:pt>
                <c:pt idx="4088">
                  <c:v>0.0096</c:v>
                </c:pt>
                <c:pt idx="4089">
                  <c:v>0.0096</c:v>
                </c:pt>
                <c:pt idx="4090">
                  <c:v>0.0096</c:v>
                </c:pt>
                <c:pt idx="4091">
                  <c:v>0.0096</c:v>
                </c:pt>
                <c:pt idx="4092">
                  <c:v>0.0096</c:v>
                </c:pt>
                <c:pt idx="4093">
                  <c:v>0.0096</c:v>
                </c:pt>
                <c:pt idx="4094">
                  <c:v>0.0096</c:v>
                </c:pt>
                <c:pt idx="4095">
                  <c:v>0.0096</c:v>
                </c:pt>
                <c:pt idx="4096">
                  <c:v>0.0096</c:v>
                </c:pt>
                <c:pt idx="4097">
                  <c:v>0.0096</c:v>
                </c:pt>
                <c:pt idx="4098">
                  <c:v>0.0096</c:v>
                </c:pt>
                <c:pt idx="4099">
                  <c:v>0.0096</c:v>
                </c:pt>
                <c:pt idx="4100">
                  <c:v>0.0096</c:v>
                </c:pt>
                <c:pt idx="4101">
                  <c:v>0.0096</c:v>
                </c:pt>
                <c:pt idx="4102">
                  <c:v>0.0096</c:v>
                </c:pt>
                <c:pt idx="4103">
                  <c:v>0.0096</c:v>
                </c:pt>
                <c:pt idx="4104">
                  <c:v>0.0096</c:v>
                </c:pt>
                <c:pt idx="4105">
                  <c:v>0.0096</c:v>
                </c:pt>
                <c:pt idx="4106">
                  <c:v>0.0096</c:v>
                </c:pt>
                <c:pt idx="4107">
                  <c:v>0.0096</c:v>
                </c:pt>
                <c:pt idx="4108">
                  <c:v>0.0096</c:v>
                </c:pt>
                <c:pt idx="4109">
                  <c:v>0.0096</c:v>
                </c:pt>
                <c:pt idx="4110">
                  <c:v>0.0096</c:v>
                </c:pt>
                <c:pt idx="4111">
                  <c:v>0.0096</c:v>
                </c:pt>
                <c:pt idx="4112">
                  <c:v>0.0096</c:v>
                </c:pt>
                <c:pt idx="4113">
                  <c:v>0.0096</c:v>
                </c:pt>
                <c:pt idx="4114">
                  <c:v>0.0096</c:v>
                </c:pt>
                <c:pt idx="4115">
                  <c:v>0.0096</c:v>
                </c:pt>
                <c:pt idx="4116">
                  <c:v>0.0096</c:v>
                </c:pt>
                <c:pt idx="4117">
                  <c:v>0.0096</c:v>
                </c:pt>
                <c:pt idx="4118">
                  <c:v>0.0096</c:v>
                </c:pt>
                <c:pt idx="4119">
                  <c:v>0.0096</c:v>
                </c:pt>
                <c:pt idx="4120">
                  <c:v>0.0096</c:v>
                </c:pt>
                <c:pt idx="4121">
                  <c:v>0.0096</c:v>
                </c:pt>
                <c:pt idx="4122">
                  <c:v>0.0096</c:v>
                </c:pt>
                <c:pt idx="4123">
                  <c:v>0.0096</c:v>
                </c:pt>
                <c:pt idx="4124">
                  <c:v>0.0096</c:v>
                </c:pt>
                <c:pt idx="4125">
                  <c:v>0.0096</c:v>
                </c:pt>
                <c:pt idx="4126">
                  <c:v>0.0096</c:v>
                </c:pt>
                <c:pt idx="4127">
                  <c:v>0.0096</c:v>
                </c:pt>
                <c:pt idx="4128">
                  <c:v>0.0096</c:v>
                </c:pt>
                <c:pt idx="4129">
                  <c:v>0.0096</c:v>
                </c:pt>
                <c:pt idx="4130">
                  <c:v>0.0096</c:v>
                </c:pt>
                <c:pt idx="4131">
                  <c:v>0.0096</c:v>
                </c:pt>
                <c:pt idx="4132">
                  <c:v>0.0096</c:v>
                </c:pt>
                <c:pt idx="4133">
                  <c:v>0.0096</c:v>
                </c:pt>
                <c:pt idx="4134">
                  <c:v>0.0096</c:v>
                </c:pt>
                <c:pt idx="4135">
                  <c:v>0.0096</c:v>
                </c:pt>
                <c:pt idx="4136">
                  <c:v>0.0096</c:v>
                </c:pt>
                <c:pt idx="4137">
                  <c:v>0.0096</c:v>
                </c:pt>
                <c:pt idx="4138">
                  <c:v>0.0096</c:v>
                </c:pt>
                <c:pt idx="4139">
                  <c:v>0.0096</c:v>
                </c:pt>
                <c:pt idx="4140">
                  <c:v>0.0096</c:v>
                </c:pt>
                <c:pt idx="4141">
                  <c:v>0.0096</c:v>
                </c:pt>
                <c:pt idx="4142">
                  <c:v>0.0096</c:v>
                </c:pt>
                <c:pt idx="4143">
                  <c:v>0.0096</c:v>
                </c:pt>
                <c:pt idx="4144">
                  <c:v>0.0096</c:v>
                </c:pt>
                <c:pt idx="4145">
                  <c:v>0.0096</c:v>
                </c:pt>
                <c:pt idx="4146">
                  <c:v>0.0096</c:v>
                </c:pt>
                <c:pt idx="4147">
                  <c:v>0.0096</c:v>
                </c:pt>
                <c:pt idx="4148">
                  <c:v>0.0096</c:v>
                </c:pt>
                <c:pt idx="4149">
                  <c:v>0.0096</c:v>
                </c:pt>
                <c:pt idx="4150">
                  <c:v>0.0096</c:v>
                </c:pt>
                <c:pt idx="4151">
                  <c:v>0.0096</c:v>
                </c:pt>
                <c:pt idx="4152">
                  <c:v>0.0096</c:v>
                </c:pt>
                <c:pt idx="4153">
                  <c:v>0.0096</c:v>
                </c:pt>
                <c:pt idx="4154">
                  <c:v>0.0096</c:v>
                </c:pt>
                <c:pt idx="4155">
                  <c:v>0.0096</c:v>
                </c:pt>
                <c:pt idx="4156">
                  <c:v>0.0096</c:v>
                </c:pt>
                <c:pt idx="4157">
                  <c:v>0.0096</c:v>
                </c:pt>
                <c:pt idx="4158">
                  <c:v>0.0096</c:v>
                </c:pt>
                <c:pt idx="4159">
                  <c:v>0.0096</c:v>
                </c:pt>
                <c:pt idx="4160">
                  <c:v>0.0096</c:v>
                </c:pt>
                <c:pt idx="4161">
                  <c:v>0.0096</c:v>
                </c:pt>
                <c:pt idx="4162">
                  <c:v>0.0096</c:v>
                </c:pt>
                <c:pt idx="4163">
                  <c:v>0.0096</c:v>
                </c:pt>
                <c:pt idx="4164">
                  <c:v>0.0096</c:v>
                </c:pt>
                <c:pt idx="4165">
                  <c:v>0.0096</c:v>
                </c:pt>
                <c:pt idx="4166">
                  <c:v>0.0096</c:v>
                </c:pt>
                <c:pt idx="4167">
                  <c:v>0.0096</c:v>
                </c:pt>
                <c:pt idx="4168">
                  <c:v>0.0096</c:v>
                </c:pt>
                <c:pt idx="4169">
                  <c:v>0.0096</c:v>
                </c:pt>
                <c:pt idx="4170">
                  <c:v>0.0096</c:v>
                </c:pt>
                <c:pt idx="4171">
                  <c:v>0.0096</c:v>
                </c:pt>
                <c:pt idx="4172">
                  <c:v>0.0096</c:v>
                </c:pt>
                <c:pt idx="4173">
                  <c:v>0.0096</c:v>
                </c:pt>
                <c:pt idx="4174">
                  <c:v>0.0096</c:v>
                </c:pt>
                <c:pt idx="4175">
                  <c:v>0.0096</c:v>
                </c:pt>
                <c:pt idx="4176">
                  <c:v>0.0096</c:v>
                </c:pt>
                <c:pt idx="4177">
                  <c:v>0.0096</c:v>
                </c:pt>
                <c:pt idx="4178">
                  <c:v>0.0096</c:v>
                </c:pt>
                <c:pt idx="4179">
                  <c:v>0.0096</c:v>
                </c:pt>
                <c:pt idx="4180">
                  <c:v>0.0096</c:v>
                </c:pt>
                <c:pt idx="4181">
                  <c:v>0.0096</c:v>
                </c:pt>
                <c:pt idx="4182">
                  <c:v>0.0096</c:v>
                </c:pt>
                <c:pt idx="4183">
                  <c:v>0.0096</c:v>
                </c:pt>
                <c:pt idx="4184">
                  <c:v>0.0096</c:v>
                </c:pt>
                <c:pt idx="4185">
                  <c:v>0.0096</c:v>
                </c:pt>
                <c:pt idx="4186">
                  <c:v>0.0096</c:v>
                </c:pt>
                <c:pt idx="4187">
                  <c:v>0.0096</c:v>
                </c:pt>
                <c:pt idx="4188">
                  <c:v>0.0096</c:v>
                </c:pt>
                <c:pt idx="4189">
                  <c:v>0.0096</c:v>
                </c:pt>
                <c:pt idx="4190">
                  <c:v>0.0096</c:v>
                </c:pt>
                <c:pt idx="4191">
                  <c:v>0.0096</c:v>
                </c:pt>
                <c:pt idx="4192">
                  <c:v>0.0096</c:v>
                </c:pt>
                <c:pt idx="4193">
                  <c:v>0.0096</c:v>
                </c:pt>
                <c:pt idx="4194">
                  <c:v>0.0096</c:v>
                </c:pt>
                <c:pt idx="4195">
                  <c:v>0.0096</c:v>
                </c:pt>
                <c:pt idx="4196">
                  <c:v>0.0096</c:v>
                </c:pt>
                <c:pt idx="4197">
                  <c:v>0.0096</c:v>
                </c:pt>
                <c:pt idx="4198">
                  <c:v>0.0096</c:v>
                </c:pt>
                <c:pt idx="4199">
                  <c:v>0.0096</c:v>
                </c:pt>
                <c:pt idx="4200">
                  <c:v>0.0096</c:v>
                </c:pt>
                <c:pt idx="4201">
                  <c:v>0.0096</c:v>
                </c:pt>
                <c:pt idx="4202">
                  <c:v>0.0096</c:v>
                </c:pt>
                <c:pt idx="4203">
                  <c:v>0.0096</c:v>
                </c:pt>
                <c:pt idx="4204">
                  <c:v>0.0096</c:v>
                </c:pt>
                <c:pt idx="4205">
                  <c:v>0.0096</c:v>
                </c:pt>
                <c:pt idx="4206">
                  <c:v>0.0096</c:v>
                </c:pt>
                <c:pt idx="4207">
                  <c:v>0.0096</c:v>
                </c:pt>
                <c:pt idx="4208">
                  <c:v>0.0096</c:v>
                </c:pt>
                <c:pt idx="4209">
                  <c:v>0.0096</c:v>
                </c:pt>
                <c:pt idx="4210">
                  <c:v>0.0096</c:v>
                </c:pt>
                <c:pt idx="4211">
                  <c:v>0.0096</c:v>
                </c:pt>
                <c:pt idx="4212">
                  <c:v>0.0096</c:v>
                </c:pt>
                <c:pt idx="4213">
                  <c:v>0.0096</c:v>
                </c:pt>
                <c:pt idx="4214">
                  <c:v>0.0096</c:v>
                </c:pt>
                <c:pt idx="4215">
                  <c:v>0.0096</c:v>
                </c:pt>
                <c:pt idx="4216">
                  <c:v>0.0096</c:v>
                </c:pt>
                <c:pt idx="4217">
                  <c:v>0.0096</c:v>
                </c:pt>
                <c:pt idx="4218">
                  <c:v>0.0096</c:v>
                </c:pt>
                <c:pt idx="4219">
                  <c:v>0.0096</c:v>
                </c:pt>
                <c:pt idx="4220">
                  <c:v>0.0096</c:v>
                </c:pt>
                <c:pt idx="4221">
                  <c:v>0.0096</c:v>
                </c:pt>
                <c:pt idx="4222">
                  <c:v>0.0096</c:v>
                </c:pt>
                <c:pt idx="4223">
                  <c:v>0.0096</c:v>
                </c:pt>
                <c:pt idx="4224">
                  <c:v>0.0096</c:v>
                </c:pt>
                <c:pt idx="4225">
                  <c:v>0.0096</c:v>
                </c:pt>
                <c:pt idx="4226">
                  <c:v>0.0096</c:v>
                </c:pt>
                <c:pt idx="4227">
                  <c:v>0.0096</c:v>
                </c:pt>
                <c:pt idx="4228">
                  <c:v>0.0096</c:v>
                </c:pt>
                <c:pt idx="4229">
                  <c:v>0.0096</c:v>
                </c:pt>
                <c:pt idx="4230">
                  <c:v>0.0096</c:v>
                </c:pt>
                <c:pt idx="4231">
                  <c:v>0.0096</c:v>
                </c:pt>
                <c:pt idx="4232">
                  <c:v>0.0096</c:v>
                </c:pt>
                <c:pt idx="4233">
                  <c:v>0.0096</c:v>
                </c:pt>
                <c:pt idx="4234">
                  <c:v>0.0096</c:v>
                </c:pt>
                <c:pt idx="4235">
                  <c:v>0.0096</c:v>
                </c:pt>
                <c:pt idx="4236">
                  <c:v>0.0096</c:v>
                </c:pt>
                <c:pt idx="4237">
                  <c:v>0.0096</c:v>
                </c:pt>
                <c:pt idx="4238">
                  <c:v>0.0096</c:v>
                </c:pt>
                <c:pt idx="4239">
                  <c:v>0.0096</c:v>
                </c:pt>
                <c:pt idx="4240">
                  <c:v>0.0096</c:v>
                </c:pt>
                <c:pt idx="4241">
                  <c:v>0.0096</c:v>
                </c:pt>
                <c:pt idx="4242">
                  <c:v>0.0096</c:v>
                </c:pt>
                <c:pt idx="4243">
                  <c:v>0.0096</c:v>
                </c:pt>
                <c:pt idx="4244">
                  <c:v>0.0096</c:v>
                </c:pt>
                <c:pt idx="4245">
                  <c:v>0.0096</c:v>
                </c:pt>
                <c:pt idx="4246">
                  <c:v>0.0096</c:v>
                </c:pt>
                <c:pt idx="4247">
                  <c:v>0.0096</c:v>
                </c:pt>
                <c:pt idx="4248">
                  <c:v>0.0096</c:v>
                </c:pt>
                <c:pt idx="4249">
                  <c:v>0.0096</c:v>
                </c:pt>
                <c:pt idx="4250">
                  <c:v>0.0096</c:v>
                </c:pt>
                <c:pt idx="4251">
                  <c:v>0.0096</c:v>
                </c:pt>
                <c:pt idx="4252">
                  <c:v>0.0096</c:v>
                </c:pt>
                <c:pt idx="4253">
                  <c:v>0.0096</c:v>
                </c:pt>
                <c:pt idx="4254">
                  <c:v>0.0096</c:v>
                </c:pt>
                <c:pt idx="4255">
                  <c:v>0.0096</c:v>
                </c:pt>
                <c:pt idx="4256">
                  <c:v>0.0096</c:v>
                </c:pt>
                <c:pt idx="4257">
                  <c:v>0.0096</c:v>
                </c:pt>
                <c:pt idx="4258">
                  <c:v>0.0096</c:v>
                </c:pt>
                <c:pt idx="4259">
                  <c:v>0.0096</c:v>
                </c:pt>
                <c:pt idx="4260">
                  <c:v>0.0096</c:v>
                </c:pt>
                <c:pt idx="4261">
                  <c:v>0.0096</c:v>
                </c:pt>
                <c:pt idx="4262">
                  <c:v>0.0096</c:v>
                </c:pt>
                <c:pt idx="4263">
                  <c:v>0.0096</c:v>
                </c:pt>
                <c:pt idx="4264">
                  <c:v>0.0096</c:v>
                </c:pt>
                <c:pt idx="4265">
                  <c:v>0.0096</c:v>
                </c:pt>
                <c:pt idx="4266">
                  <c:v>0.0096</c:v>
                </c:pt>
                <c:pt idx="4267">
                  <c:v>0.0096</c:v>
                </c:pt>
                <c:pt idx="4268">
                  <c:v>0.0096</c:v>
                </c:pt>
                <c:pt idx="4269">
                  <c:v>0.0096</c:v>
                </c:pt>
                <c:pt idx="4270">
                  <c:v>0.0096</c:v>
                </c:pt>
                <c:pt idx="4271">
                  <c:v>0.0096</c:v>
                </c:pt>
                <c:pt idx="4272">
                  <c:v>0.0096</c:v>
                </c:pt>
                <c:pt idx="4273">
                  <c:v>0.0096</c:v>
                </c:pt>
                <c:pt idx="4274">
                  <c:v>0.0096</c:v>
                </c:pt>
                <c:pt idx="4275">
                  <c:v>0.0096</c:v>
                </c:pt>
                <c:pt idx="4276">
                  <c:v>0.0096</c:v>
                </c:pt>
                <c:pt idx="4277">
                  <c:v>0.0096</c:v>
                </c:pt>
                <c:pt idx="4278">
                  <c:v>0.0096</c:v>
                </c:pt>
                <c:pt idx="4279">
                  <c:v>0.0096</c:v>
                </c:pt>
                <c:pt idx="4280">
                  <c:v>0.0096</c:v>
                </c:pt>
                <c:pt idx="4281">
                  <c:v>0.0096</c:v>
                </c:pt>
                <c:pt idx="4282">
                  <c:v>0.0096</c:v>
                </c:pt>
                <c:pt idx="4283">
                  <c:v>0.0096</c:v>
                </c:pt>
                <c:pt idx="4284">
                  <c:v>0.0096</c:v>
                </c:pt>
                <c:pt idx="4285">
                  <c:v>0.0096</c:v>
                </c:pt>
                <c:pt idx="4286">
                  <c:v>0.0096</c:v>
                </c:pt>
                <c:pt idx="4287">
                  <c:v>0.0096</c:v>
                </c:pt>
                <c:pt idx="4288">
                  <c:v>0.0096</c:v>
                </c:pt>
                <c:pt idx="4289">
                  <c:v>0.0096</c:v>
                </c:pt>
                <c:pt idx="4290">
                  <c:v>0.0096</c:v>
                </c:pt>
                <c:pt idx="4291">
                  <c:v>0.0096</c:v>
                </c:pt>
                <c:pt idx="4292">
                  <c:v>0.0096</c:v>
                </c:pt>
                <c:pt idx="4293">
                  <c:v>0.0096</c:v>
                </c:pt>
                <c:pt idx="4294">
                  <c:v>0.0096</c:v>
                </c:pt>
                <c:pt idx="4295">
                  <c:v>0.0096</c:v>
                </c:pt>
                <c:pt idx="4296">
                  <c:v>0.0096</c:v>
                </c:pt>
                <c:pt idx="4297">
                  <c:v>0.0096</c:v>
                </c:pt>
                <c:pt idx="4298">
                  <c:v>0.0096</c:v>
                </c:pt>
                <c:pt idx="4299">
                  <c:v>0.0096</c:v>
                </c:pt>
                <c:pt idx="4300">
                  <c:v>0.0096</c:v>
                </c:pt>
                <c:pt idx="4301">
                  <c:v>0.0096</c:v>
                </c:pt>
                <c:pt idx="4302">
                  <c:v>0.0096</c:v>
                </c:pt>
                <c:pt idx="4303">
                  <c:v>0.0096</c:v>
                </c:pt>
                <c:pt idx="4304">
                  <c:v>0.0096</c:v>
                </c:pt>
                <c:pt idx="4305">
                  <c:v>0.0096</c:v>
                </c:pt>
                <c:pt idx="4306">
                  <c:v>0.0096</c:v>
                </c:pt>
                <c:pt idx="4307">
                  <c:v>0.0096</c:v>
                </c:pt>
                <c:pt idx="4308">
                  <c:v>0.0096</c:v>
                </c:pt>
                <c:pt idx="4309">
                  <c:v>0.0096</c:v>
                </c:pt>
                <c:pt idx="4310">
                  <c:v>0.0096</c:v>
                </c:pt>
                <c:pt idx="4311">
                  <c:v>0.0096</c:v>
                </c:pt>
                <c:pt idx="4312">
                  <c:v>0.0096</c:v>
                </c:pt>
                <c:pt idx="4313">
                  <c:v>0.0096</c:v>
                </c:pt>
                <c:pt idx="4314">
                  <c:v>0.0096</c:v>
                </c:pt>
                <c:pt idx="4315">
                  <c:v>0.0096</c:v>
                </c:pt>
                <c:pt idx="4316">
                  <c:v>0.0096</c:v>
                </c:pt>
                <c:pt idx="4317">
                  <c:v>0.0096</c:v>
                </c:pt>
                <c:pt idx="4318">
                  <c:v>0.0096</c:v>
                </c:pt>
                <c:pt idx="4319">
                  <c:v>0.0096</c:v>
                </c:pt>
                <c:pt idx="4320">
                  <c:v>0.0096</c:v>
                </c:pt>
                <c:pt idx="4321">
                  <c:v>0.0096</c:v>
                </c:pt>
                <c:pt idx="4322">
                  <c:v>0.0096</c:v>
                </c:pt>
                <c:pt idx="4323">
                  <c:v>0.0096</c:v>
                </c:pt>
                <c:pt idx="4324">
                  <c:v>0.0096</c:v>
                </c:pt>
                <c:pt idx="4325">
                  <c:v>0.0096</c:v>
                </c:pt>
                <c:pt idx="4326">
                  <c:v>0.0096</c:v>
                </c:pt>
                <c:pt idx="4327">
                  <c:v>0.0096</c:v>
                </c:pt>
                <c:pt idx="4328">
                  <c:v>0.0096</c:v>
                </c:pt>
                <c:pt idx="4329">
                  <c:v>0.0096</c:v>
                </c:pt>
                <c:pt idx="4330">
                  <c:v>0.0096</c:v>
                </c:pt>
                <c:pt idx="4331">
                  <c:v>0.0096</c:v>
                </c:pt>
                <c:pt idx="4332">
                  <c:v>0.0096</c:v>
                </c:pt>
                <c:pt idx="4333">
                  <c:v>0.0096</c:v>
                </c:pt>
                <c:pt idx="4334">
                  <c:v>0.0096</c:v>
                </c:pt>
                <c:pt idx="4335">
                  <c:v>0.0096</c:v>
                </c:pt>
                <c:pt idx="4336">
                  <c:v>0.0096</c:v>
                </c:pt>
                <c:pt idx="4337">
                  <c:v>0.0096</c:v>
                </c:pt>
                <c:pt idx="4338">
                  <c:v>0.0096</c:v>
                </c:pt>
                <c:pt idx="4339">
                  <c:v>0.0096</c:v>
                </c:pt>
                <c:pt idx="4340">
                  <c:v>0.0096</c:v>
                </c:pt>
                <c:pt idx="4341">
                  <c:v>0.0096</c:v>
                </c:pt>
                <c:pt idx="4342">
                  <c:v>0.0096</c:v>
                </c:pt>
                <c:pt idx="4343">
                  <c:v>0.0096</c:v>
                </c:pt>
                <c:pt idx="4344">
                  <c:v>0.0096</c:v>
                </c:pt>
                <c:pt idx="4345">
                  <c:v>0.0096</c:v>
                </c:pt>
                <c:pt idx="4346">
                  <c:v>0.0096</c:v>
                </c:pt>
                <c:pt idx="4347">
                  <c:v>0.0096</c:v>
                </c:pt>
                <c:pt idx="4348">
                  <c:v>0.0096</c:v>
                </c:pt>
                <c:pt idx="4349">
                  <c:v>0.0096</c:v>
                </c:pt>
                <c:pt idx="4350">
                  <c:v>0.0096</c:v>
                </c:pt>
                <c:pt idx="4351">
                  <c:v>0.0096</c:v>
                </c:pt>
                <c:pt idx="4352">
                  <c:v>0.0096</c:v>
                </c:pt>
                <c:pt idx="4353">
                  <c:v>0.0096</c:v>
                </c:pt>
                <c:pt idx="4354">
                  <c:v>0.0096</c:v>
                </c:pt>
                <c:pt idx="4355">
                  <c:v>0.0096</c:v>
                </c:pt>
                <c:pt idx="4356">
                  <c:v>0.0096</c:v>
                </c:pt>
                <c:pt idx="4357">
                  <c:v>0.0096</c:v>
                </c:pt>
                <c:pt idx="4358">
                  <c:v>0.0096</c:v>
                </c:pt>
                <c:pt idx="4359">
                  <c:v>0.0096</c:v>
                </c:pt>
                <c:pt idx="4360">
                  <c:v>0.0096</c:v>
                </c:pt>
                <c:pt idx="4361">
                  <c:v>0.0096</c:v>
                </c:pt>
                <c:pt idx="4362">
                  <c:v>0.0096</c:v>
                </c:pt>
                <c:pt idx="4363">
                  <c:v>0.0096</c:v>
                </c:pt>
                <c:pt idx="4364">
                  <c:v>0.0096</c:v>
                </c:pt>
                <c:pt idx="4365">
                  <c:v>0.0096</c:v>
                </c:pt>
                <c:pt idx="4366">
                  <c:v>0.0096</c:v>
                </c:pt>
                <c:pt idx="4367">
                  <c:v>0.0096</c:v>
                </c:pt>
                <c:pt idx="4368">
                  <c:v>0.0096</c:v>
                </c:pt>
                <c:pt idx="4369">
                  <c:v>0.0096</c:v>
                </c:pt>
                <c:pt idx="4370">
                  <c:v>0.0096</c:v>
                </c:pt>
                <c:pt idx="4371">
                  <c:v>0.0096</c:v>
                </c:pt>
                <c:pt idx="4372">
                  <c:v>0.0096</c:v>
                </c:pt>
                <c:pt idx="4373">
                  <c:v>0.0096</c:v>
                </c:pt>
                <c:pt idx="4374">
                  <c:v>0.0096</c:v>
                </c:pt>
                <c:pt idx="4375">
                  <c:v>0.0096</c:v>
                </c:pt>
                <c:pt idx="4376">
                  <c:v>0.0096</c:v>
                </c:pt>
                <c:pt idx="4377">
                  <c:v>0.0096</c:v>
                </c:pt>
                <c:pt idx="4378">
                  <c:v>0.0096</c:v>
                </c:pt>
                <c:pt idx="4379">
                  <c:v>0.0096</c:v>
                </c:pt>
                <c:pt idx="4380">
                  <c:v>0.0096</c:v>
                </c:pt>
                <c:pt idx="4381">
                  <c:v>0.0096</c:v>
                </c:pt>
                <c:pt idx="4382">
                  <c:v>0.0096</c:v>
                </c:pt>
                <c:pt idx="4383">
                  <c:v>0.0096</c:v>
                </c:pt>
                <c:pt idx="4384">
                  <c:v>0.0096</c:v>
                </c:pt>
                <c:pt idx="4385">
                  <c:v>0.0096</c:v>
                </c:pt>
                <c:pt idx="4386">
                  <c:v>0.0096</c:v>
                </c:pt>
                <c:pt idx="4387">
                  <c:v>0.0096</c:v>
                </c:pt>
                <c:pt idx="4388">
                  <c:v>0.0096</c:v>
                </c:pt>
                <c:pt idx="4389">
                  <c:v>0.0096</c:v>
                </c:pt>
                <c:pt idx="4390">
                  <c:v>0.0096</c:v>
                </c:pt>
                <c:pt idx="4391">
                  <c:v>0.0096</c:v>
                </c:pt>
                <c:pt idx="4392">
                  <c:v>0.0096</c:v>
                </c:pt>
                <c:pt idx="4393">
                  <c:v>0.0096</c:v>
                </c:pt>
                <c:pt idx="4394">
                  <c:v>0.0096</c:v>
                </c:pt>
                <c:pt idx="4395">
                  <c:v>0.0096</c:v>
                </c:pt>
                <c:pt idx="4396">
                  <c:v>0.0096</c:v>
                </c:pt>
                <c:pt idx="4397">
                  <c:v>0.0096</c:v>
                </c:pt>
                <c:pt idx="4398">
                  <c:v>0.0096</c:v>
                </c:pt>
                <c:pt idx="4399">
                  <c:v>0.0096</c:v>
                </c:pt>
                <c:pt idx="4400">
                  <c:v>0.0096</c:v>
                </c:pt>
                <c:pt idx="4401">
                  <c:v>0.0096</c:v>
                </c:pt>
                <c:pt idx="4402">
                  <c:v>0.0096</c:v>
                </c:pt>
                <c:pt idx="4403">
                  <c:v>0.0096</c:v>
                </c:pt>
                <c:pt idx="4404">
                  <c:v>0.0096</c:v>
                </c:pt>
                <c:pt idx="4405">
                  <c:v>0.0096</c:v>
                </c:pt>
                <c:pt idx="4406">
                  <c:v>0.0096</c:v>
                </c:pt>
                <c:pt idx="4407">
                  <c:v>0.0096</c:v>
                </c:pt>
                <c:pt idx="4408">
                  <c:v>0.0096</c:v>
                </c:pt>
                <c:pt idx="4409">
                  <c:v>0.0096</c:v>
                </c:pt>
                <c:pt idx="4410">
                  <c:v>0.0096</c:v>
                </c:pt>
                <c:pt idx="4411">
                  <c:v>0.0096</c:v>
                </c:pt>
                <c:pt idx="4412">
                  <c:v>0.0096</c:v>
                </c:pt>
                <c:pt idx="4413">
                  <c:v>0.0096</c:v>
                </c:pt>
                <c:pt idx="4414">
                  <c:v>0.0096</c:v>
                </c:pt>
                <c:pt idx="4415">
                  <c:v>0.0096</c:v>
                </c:pt>
                <c:pt idx="4416">
                  <c:v>0.0096</c:v>
                </c:pt>
                <c:pt idx="4417">
                  <c:v>0.0096</c:v>
                </c:pt>
                <c:pt idx="4418">
                  <c:v>0.0096</c:v>
                </c:pt>
                <c:pt idx="4419">
                  <c:v>0.0096</c:v>
                </c:pt>
                <c:pt idx="4420">
                  <c:v>0.0096</c:v>
                </c:pt>
                <c:pt idx="4421">
                  <c:v>0.0096</c:v>
                </c:pt>
                <c:pt idx="4422">
                  <c:v>0.0096</c:v>
                </c:pt>
                <c:pt idx="4423">
                  <c:v>0.0096</c:v>
                </c:pt>
                <c:pt idx="4424">
                  <c:v>0.0096</c:v>
                </c:pt>
                <c:pt idx="4425">
                  <c:v>0.0096</c:v>
                </c:pt>
                <c:pt idx="4426">
                  <c:v>0.0096</c:v>
                </c:pt>
                <c:pt idx="4427">
                  <c:v>0.0096</c:v>
                </c:pt>
                <c:pt idx="4428">
                  <c:v>0.0096</c:v>
                </c:pt>
                <c:pt idx="4429">
                  <c:v>0.0096</c:v>
                </c:pt>
                <c:pt idx="4430">
                  <c:v>0.0096</c:v>
                </c:pt>
                <c:pt idx="4431">
                  <c:v>0.0096</c:v>
                </c:pt>
                <c:pt idx="4432">
                  <c:v>0.0096</c:v>
                </c:pt>
                <c:pt idx="4433">
                  <c:v>0.0096</c:v>
                </c:pt>
                <c:pt idx="4434">
                  <c:v>0.0096</c:v>
                </c:pt>
                <c:pt idx="4435">
                  <c:v>0.0096</c:v>
                </c:pt>
                <c:pt idx="4436">
                  <c:v>0.0096</c:v>
                </c:pt>
                <c:pt idx="4437">
                  <c:v>0.0096</c:v>
                </c:pt>
                <c:pt idx="4438">
                  <c:v>0.0096</c:v>
                </c:pt>
                <c:pt idx="4439">
                  <c:v>0.0096</c:v>
                </c:pt>
                <c:pt idx="4440">
                  <c:v>0.0096</c:v>
                </c:pt>
                <c:pt idx="4441">
                  <c:v>0.0096</c:v>
                </c:pt>
                <c:pt idx="4442">
                  <c:v>0.0096</c:v>
                </c:pt>
                <c:pt idx="4443">
                  <c:v>0.0096</c:v>
                </c:pt>
                <c:pt idx="4444">
                  <c:v>0.0096</c:v>
                </c:pt>
                <c:pt idx="4445">
                  <c:v>0.0096</c:v>
                </c:pt>
                <c:pt idx="4446">
                  <c:v>0.0096</c:v>
                </c:pt>
                <c:pt idx="4447">
                  <c:v>0.0096</c:v>
                </c:pt>
                <c:pt idx="4448">
                  <c:v>0.0096</c:v>
                </c:pt>
                <c:pt idx="4449">
                  <c:v>0.0096</c:v>
                </c:pt>
                <c:pt idx="4450">
                  <c:v>0.0096</c:v>
                </c:pt>
                <c:pt idx="4451">
                  <c:v>0.0096</c:v>
                </c:pt>
                <c:pt idx="4452">
                  <c:v>0.0096</c:v>
                </c:pt>
                <c:pt idx="4453">
                  <c:v>0.0096</c:v>
                </c:pt>
                <c:pt idx="4454">
                  <c:v>0.0096</c:v>
                </c:pt>
                <c:pt idx="4455">
                  <c:v>0.0096</c:v>
                </c:pt>
                <c:pt idx="4456">
                  <c:v>0.0096</c:v>
                </c:pt>
                <c:pt idx="4457">
                  <c:v>0.0096</c:v>
                </c:pt>
                <c:pt idx="4458">
                  <c:v>0.0096</c:v>
                </c:pt>
                <c:pt idx="4459">
                  <c:v>0.0096</c:v>
                </c:pt>
                <c:pt idx="4460">
                  <c:v>0.0096</c:v>
                </c:pt>
                <c:pt idx="4461">
                  <c:v>0.0096</c:v>
                </c:pt>
                <c:pt idx="4462">
                  <c:v>0.0096</c:v>
                </c:pt>
                <c:pt idx="4463">
                  <c:v>0.0096</c:v>
                </c:pt>
                <c:pt idx="4464">
                  <c:v>0.0096</c:v>
                </c:pt>
                <c:pt idx="4465">
                  <c:v>0.0096</c:v>
                </c:pt>
                <c:pt idx="4466">
                  <c:v>0.0096</c:v>
                </c:pt>
                <c:pt idx="4467">
                  <c:v>0.0096</c:v>
                </c:pt>
                <c:pt idx="4468">
                  <c:v>0.0096</c:v>
                </c:pt>
                <c:pt idx="4469">
                  <c:v>0.0096</c:v>
                </c:pt>
                <c:pt idx="4470">
                  <c:v>0.0096</c:v>
                </c:pt>
                <c:pt idx="4471">
                  <c:v>0.0096</c:v>
                </c:pt>
                <c:pt idx="4472">
                  <c:v>0.0096</c:v>
                </c:pt>
                <c:pt idx="4473">
                  <c:v>0.0096</c:v>
                </c:pt>
                <c:pt idx="4474">
                  <c:v>0.0096</c:v>
                </c:pt>
                <c:pt idx="4475">
                  <c:v>0.0096</c:v>
                </c:pt>
                <c:pt idx="4476">
                  <c:v>0.0096</c:v>
                </c:pt>
                <c:pt idx="4477">
                  <c:v>0.0096</c:v>
                </c:pt>
                <c:pt idx="4478">
                  <c:v>0.0096</c:v>
                </c:pt>
                <c:pt idx="4479">
                  <c:v>0.0096</c:v>
                </c:pt>
                <c:pt idx="4480">
                  <c:v>0.0096</c:v>
                </c:pt>
                <c:pt idx="4481">
                  <c:v>0.0096</c:v>
                </c:pt>
                <c:pt idx="4482">
                  <c:v>0.0096</c:v>
                </c:pt>
                <c:pt idx="4483">
                  <c:v>0.0096</c:v>
                </c:pt>
                <c:pt idx="4484">
                  <c:v>0.0096</c:v>
                </c:pt>
                <c:pt idx="4485">
                  <c:v>0.0096</c:v>
                </c:pt>
                <c:pt idx="4486">
                  <c:v>0.0096</c:v>
                </c:pt>
                <c:pt idx="4487">
                  <c:v>0.0096</c:v>
                </c:pt>
                <c:pt idx="4488">
                  <c:v>0.0096</c:v>
                </c:pt>
                <c:pt idx="4489">
                  <c:v>0.0096</c:v>
                </c:pt>
                <c:pt idx="4490">
                  <c:v>0.0096</c:v>
                </c:pt>
                <c:pt idx="4491">
                  <c:v>0.0096</c:v>
                </c:pt>
                <c:pt idx="4492">
                  <c:v>0.0096</c:v>
                </c:pt>
                <c:pt idx="4493">
                  <c:v>0.0096</c:v>
                </c:pt>
                <c:pt idx="4494">
                  <c:v>0.0096</c:v>
                </c:pt>
                <c:pt idx="4495">
                  <c:v>0.0096</c:v>
                </c:pt>
                <c:pt idx="4496">
                  <c:v>0.0096</c:v>
                </c:pt>
                <c:pt idx="4497">
                  <c:v>0.0096</c:v>
                </c:pt>
                <c:pt idx="4498">
                  <c:v>0.0096</c:v>
                </c:pt>
                <c:pt idx="4499">
                  <c:v>0.0096</c:v>
                </c:pt>
                <c:pt idx="4500">
                  <c:v>0.0096</c:v>
                </c:pt>
                <c:pt idx="4501">
                  <c:v>0.0096</c:v>
                </c:pt>
                <c:pt idx="4502">
                  <c:v>0.0096</c:v>
                </c:pt>
                <c:pt idx="4503">
                  <c:v>0.0096</c:v>
                </c:pt>
                <c:pt idx="4504">
                  <c:v>0.0096</c:v>
                </c:pt>
                <c:pt idx="4505">
                  <c:v>0.0096</c:v>
                </c:pt>
                <c:pt idx="4506">
                  <c:v>0.0096</c:v>
                </c:pt>
                <c:pt idx="4507">
                  <c:v>0.0096</c:v>
                </c:pt>
                <c:pt idx="4508">
                  <c:v>0.0096</c:v>
                </c:pt>
                <c:pt idx="4509">
                  <c:v>0.0096</c:v>
                </c:pt>
                <c:pt idx="4510">
                  <c:v>0.0096</c:v>
                </c:pt>
                <c:pt idx="4511">
                  <c:v>0.0096</c:v>
                </c:pt>
                <c:pt idx="4512">
                  <c:v>0.0096</c:v>
                </c:pt>
                <c:pt idx="4513">
                  <c:v>0.0096</c:v>
                </c:pt>
                <c:pt idx="4514">
                  <c:v>0.0096</c:v>
                </c:pt>
                <c:pt idx="4515">
                  <c:v>0.0096</c:v>
                </c:pt>
                <c:pt idx="4516">
                  <c:v>0.0096</c:v>
                </c:pt>
                <c:pt idx="4517">
                  <c:v>0.0096</c:v>
                </c:pt>
                <c:pt idx="4518">
                  <c:v>0.0096</c:v>
                </c:pt>
                <c:pt idx="4519">
                  <c:v>0.0096</c:v>
                </c:pt>
                <c:pt idx="4520">
                  <c:v>0.0096</c:v>
                </c:pt>
                <c:pt idx="4521">
                  <c:v>0.0096</c:v>
                </c:pt>
                <c:pt idx="4522">
                  <c:v>0.0096</c:v>
                </c:pt>
                <c:pt idx="4523">
                  <c:v>0.0096</c:v>
                </c:pt>
                <c:pt idx="4524">
                  <c:v>0.0096</c:v>
                </c:pt>
                <c:pt idx="4525">
                  <c:v>0.0096</c:v>
                </c:pt>
                <c:pt idx="4526">
                  <c:v>0.0096</c:v>
                </c:pt>
                <c:pt idx="4527">
                  <c:v>0.0096</c:v>
                </c:pt>
                <c:pt idx="4528">
                  <c:v>0.0096</c:v>
                </c:pt>
                <c:pt idx="4529">
                  <c:v>0.0096</c:v>
                </c:pt>
                <c:pt idx="4530">
                  <c:v>0.0096</c:v>
                </c:pt>
                <c:pt idx="4531">
                  <c:v>0.0096</c:v>
                </c:pt>
                <c:pt idx="4532">
                  <c:v>0.0096</c:v>
                </c:pt>
                <c:pt idx="4533">
                  <c:v>0.0096</c:v>
                </c:pt>
                <c:pt idx="4534">
                  <c:v>0.0096</c:v>
                </c:pt>
                <c:pt idx="4535">
                  <c:v>0.0096</c:v>
                </c:pt>
                <c:pt idx="4536">
                  <c:v>0.0096</c:v>
                </c:pt>
                <c:pt idx="4537">
                  <c:v>0.0096</c:v>
                </c:pt>
                <c:pt idx="4538">
                  <c:v>0.0096</c:v>
                </c:pt>
                <c:pt idx="4539">
                  <c:v>0.0096</c:v>
                </c:pt>
                <c:pt idx="4540">
                  <c:v>0.0096</c:v>
                </c:pt>
                <c:pt idx="4541">
                  <c:v>0.0096</c:v>
                </c:pt>
                <c:pt idx="4542">
                  <c:v>0.0096</c:v>
                </c:pt>
                <c:pt idx="4543">
                  <c:v>0.0096</c:v>
                </c:pt>
                <c:pt idx="4544">
                  <c:v>0.0096</c:v>
                </c:pt>
                <c:pt idx="4545">
                  <c:v>0.0096</c:v>
                </c:pt>
                <c:pt idx="4546">
                  <c:v>0.0096</c:v>
                </c:pt>
                <c:pt idx="4547">
                  <c:v>0.0096</c:v>
                </c:pt>
                <c:pt idx="4548">
                  <c:v>0.0096</c:v>
                </c:pt>
                <c:pt idx="4549">
                  <c:v>0.0096</c:v>
                </c:pt>
                <c:pt idx="4550">
                  <c:v>0.0096</c:v>
                </c:pt>
                <c:pt idx="4551">
                  <c:v>0.0096</c:v>
                </c:pt>
                <c:pt idx="4552">
                  <c:v>0.0096</c:v>
                </c:pt>
                <c:pt idx="4553">
                  <c:v>0.0096</c:v>
                </c:pt>
                <c:pt idx="4554">
                  <c:v>0.0096</c:v>
                </c:pt>
                <c:pt idx="4555">
                  <c:v>0.0096</c:v>
                </c:pt>
                <c:pt idx="4556">
                  <c:v>0.0096</c:v>
                </c:pt>
                <c:pt idx="4557">
                  <c:v>0.0096</c:v>
                </c:pt>
                <c:pt idx="4558">
                  <c:v>0.0096</c:v>
                </c:pt>
                <c:pt idx="4559">
                  <c:v>0.0096</c:v>
                </c:pt>
                <c:pt idx="4560">
                  <c:v>0.0096</c:v>
                </c:pt>
                <c:pt idx="4561">
                  <c:v>0.0096</c:v>
                </c:pt>
                <c:pt idx="4562">
                  <c:v>0.0096</c:v>
                </c:pt>
                <c:pt idx="4563">
                  <c:v>0.0096</c:v>
                </c:pt>
                <c:pt idx="4564">
                  <c:v>0.0096</c:v>
                </c:pt>
                <c:pt idx="4565">
                  <c:v>0.0096</c:v>
                </c:pt>
                <c:pt idx="4566">
                  <c:v>0.0096</c:v>
                </c:pt>
                <c:pt idx="4567">
                  <c:v>0.0096</c:v>
                </c:pt>
                <c:pt idx="4568">
                  <c:v>0.0096</c:v>
                </c:pt>
                <c:pt idx="4569">
                  <c:v>0.0096</c:v>
                </c:pt>
                <c:pt idx="4570">
                  <c:v>0.0096</c:v>
                </c:pt>
                <c:pt idx="4571">
                  <c:v>0.0096</c:v>
                </c:pt>
                <c:pt idx="4572">
                  <c:v>0.0096</c:v>
                </c:pt>
                <c:pt idx="4573">
                  <c:v>0.0096</c:v>
                </c:pt>
                <c:pt idx="4574">
                  <c:v>0.0096</c:v>
                </c:pt>
                <c:pt idx="4575">
                  <c:v>0.0096</c:v>
                </c:pt>
                <c:pt idx="4576">
                  <c:v>0.0096</c:v>
                </c:pt>
                <c:pt idx="4577">
                  <c:v>0.0096</c:v>
                </c:pt>
                <c:pt idx="4578">
                  <c:v>0.0096</c:v>
                </c:pt>
                <c:pt idx="4579">
                  <c:v>0.0096</c:v>
                </c:pt>
                <c:pt idx="4580">
                  <c:v>0.0096</c:v>
                </c:pt>
                <c:pt idx="4581">
                  <c:v>0.0096</c:v>
                </c:pt>
                <c:pt idx="4582">
                  <c:v>0.0096</c:v>
                </c:pt>
                <c:pt idx="4583">
                  <c:v>0.0096</c:v>
                </c:pt>
                <c:pt idx="4584">
                  <c:v>0.0096</c:v>
                </c:pt>
                <c:pt idx="4585">
                  <c:v>0.0096</c:v>
                </c:pt>
                <c:pt idx="4586">
                  <c:v>0.0096</c:v>
                </c:pt>
                <c:pt idx="4587">
                  <c:v>0.0096</c:v>
                </c:pt>
                <c:pt idx="4588">
                  <c:v>0.0096</c:v>
                </c:pt>
                <c:pt idx="4589">
                  <c:v>0.0096</c:v>
                </c:pt>
                <c:pt idx="4590">
                  <c:v>0.0096</c:v>
                </c:pt>
                <c:pt idx="4591">
                  <c:v>0.0096</c:v>
                </c:pt>
                <c:pt idx="4592">
                  <c:v>0.0096</c:v>
                </c:pt>
                <c:pt idx="4593">
                  <c:v>0.0096</c:v>
                </c:pt>
                <c:pt idx="4594">
                  <c:v>0.0096</c:v>
                </c:pt>
                <c:pt idx="4595">
                  <c:v>0.0096</c:v>
                </c:pt>
                <c:pt idx="4596">
                  <c:v>0.0096</c:v>
                </c:pt>
                <c:pt idx="4597">
                  <c:v>0.0096</c:v>
                </c:pt>
                <c:pt idx="4598">
                  <c:v>0.0096</c:v>
                </c:pt>
                <c:pt idx="4599">
                  <c:v>0.0096</c:v>
                </c:pt>
                <c:pt idx="4600">
                  <c:v>0.0096</c:v>
                </c:pt>
                <c:pt idx="4601">
                  <c:v>0.0096</c:v>
                </c:pt>
                <c:pt idx="4602">
                  <c:v>0.0096</c:v>
                </c:pt>
                <c:pt idx="4603">
                  <c:v>0.0096</c:v>
                </c:pt>
                <c:pt idx="4604">
                  <c:v>0.0096</c:v>
                </c:pt>
                <c:pt idx="4605">
                  <c:v>0.0096</c:v>
                </c:pt>
                <c:pt idx="4606">
                  <c:v>0.0096</c:v>
                </c:pt>
                <c:pt idx="4607">
                  <c:v>0.0096</c:v>
                </c:pt>
                <c:pt idx="4608">
                  <c:v>0.0096</c:v>
                </c:pt>
                <c:pt idx="4609">
                  <c:v>0.0096</c:v>
                </c:pt>
                <c:pt idx="4610">
                  <c:v>0.0096</c:v>
                </c:pt>
                <c:pt idx="4611">
                  <c:v>0.0096</c:v>
                </c:pt>
                <c:pt idx="4612">
                  <c:v>0.0096</c:v>
                </c:pt>
                <c:pt idx="4613">
                  <c:v>0.0096</c:v>
                </c:pt>
                <c:pt idx="4614">
                  <c:v>0.0096</c:v>
                </c:pt>
                <c:pt idx="4615">
                  <c:v>0.0096</c:v>
                </c:pt>
                <c:pt idx="4616">
                  <c:v>0.0096</c:v>
                </c:pt>
                <c:pt idx="4617">
                  <c:v>0.0096</c:v>
                </c:pt>
                <c:pt idx="4618">
                  <c:v>0.0096</c:v>
                </c:pt>
                <c:pt idx="4619">
                  <c:v>0.0096</c:v>
                </c:pt>
                <c:pt idx="4620">
                  <c:v>0.0096</c:v>
                </c:pt>
                <c:pt idx="4621">
                  <c:v>0.0096</c:v>
                </c:pt>
                <c:pt idx="4622">
                  <c:v>0.0096</c:v>
                </c:pt>
                <c:pt idx="4623">
                  <c:v>0.0096</c:v>
                </c:pt>
                <c:pt idx="4624">
                  <c:v>0.0096</c:v>
                </c:pt>
                <c:pt idx="4625">
                  <c:v>0.0096</c:v>
                </c:pt>
                <c:pt idx="4626">
                  <c:v>0.0096</c:v>
                </c:pt>
                <c:pt idx="4627">
                  <c:v>0.0096</c:v>
                </c:pt>
                <c:pt idx="4628">
                  <c:v>0.0096</c:v>
                </c:pt>
                <c:pt idx="4629">
                  <c:v>0.0096</c:v>
                </c:pt>
                <c:pt idx="4630">
                  <c:v>0.0096</c:v>
                </c:pt>
                <c:pt idx="4631">
                  <c:v>0.0096</c:v>
                </c:pt>
                <c:pt idx="4632">
                  <c:v>0.0096</c:v>
                </c:pt>
                <c:pt idx="4633">
                  <c:v>0.0096</c:v>
                </c:pt>
                <c:pt idx="4634">
                  <c:v>0.0096</c:v>
                </c:pt>
                <c:pt idx="4635">
                  <c:v>0.0096</c:v>
                </c:pt>
                <c:pt idx="4636">
                  <c:v>0.0096</c:v>
                </c:pt>
                <c:pt idx="4637">
                  <c:v>0.0096</c:v>
                </c:pt>
                <c:pt idx="4638">
                  <c:v>0.0096</c:v>
                </c:pt>
                <c:pt idx="4639">
                  <c:v>0.0096</c:v>
                </c:pt>
                <c:pt idx="4640">
                  <c:v>0.0096</c:v>
                </c:pt>
                <c:pt idx="4641">
                  <c:v>0.0096</c:v>
                </c:pt>
                <c:pt idx="4642">
                  <c:v>0.0096</c:v>
                </c:pt>
                <c:pt idx="4643">
                  <c:v>0.0096</c:v>
                </c:pt>
                <c:pt idx="4644">
                  <c:v>0.0096</c:v>
                </c:pt>
                <c:pt idx="4645">
                  <c:v>0.0096</c:v>
                </c:pt>
                <c:pt idx="4646">
                  <c:v>0.0096</c:v>
                </c:pt>
                <c:pt idx="4647">
                  <c:v>0.0096</c:v>
                </c:pt>
                <c:pt idx="4648">
                  <c:v>0.0096</c:v>
                </c:pt>
                <c:pt idx="4649">
                  <c:v>0.0096</c:v>
                </c:pt>
                <c:pt idx="4650">
                  <c:v>0.0096</c:v>
                </c:pt>
                <c:pt idx="4651">
                  <c:v>0.0096</c:v>
                </c:pt>
                <c:pt idx="4652">
                  <c:v>0.0096</c:v>
                </c:pt>
                <c:pt idx="4653">
                  <c:v>0.0096</c:v>
                </c:pt>
                <c:pt idx="4654">
                  <c:v>0.0096</c:v>
                </c:pt>
                <c:pt idx="4655">
                  <c:v>0.0096</c:v>
                </c:pt>
                <c:pt idx="4656">
                  <c:v>0.0096</c:v>
                </c:pt>
                <c:pt idx="4657">
                  <c:v>0.0096</c:v>
                </c:pt>
                <c:pt idx="4658">
                  <c:v>0.0096</c:v>
                </c:pt>
                <c:pt idx="4659">
                  <c:v>0.0096</c:v>
                </c:pt>
                <c:pt idx="4660">
                  <c:v>0.0096</c:v>
                </c:pt>
                <c:pt idx="4661">
                  <c:v>0.0096</c:v>
                </c:pt>
                <c:pt idx="4662">
                  <c:v>0.0096</c:v>
                </c:pt>
                <c:pt idx="4663">
                  <c:v>0.0096</c:v>
                </c:pt>
                <c:pt idx="4664">
                  <c:v>0.0096</c:v>
                </c:pt>
                <c:pt idx="4665">
                  <c:v>0.0096</c:v>
                </c:pt>
                <c:pt idx="4666">
                  <c:v>0.0096</c:v>
                </c:pt>
                <c:pt idx="4667">
                  <c:v>0.0096</c:v>
                </c:pt>
                <c:pt idx="4668">
                  <c:v>0.0096</c:v>
                </c:pt>
                <c:pt idx="4669">
                  <c:v>0.0096</c:v>
                </c:pt>
                <c:pt idx="4670">
                  <c:v>0.0096</c:v>
                </c:pt>
                <c:pt idx="4671">
                  <c:v>0.0096</c:v>
                </c:pt>
                <c:pt idx="4672">
                  <c:v>0.0096</c:v>
                </c:pt>
                <c:pt idx="4673">
                  <c:v>0.0096</c:v>
                </c:pt>
                <c:pt idx="4674">
                  <c:v>0.0096</c:v>
                </c:pt>
                <c:pt idx="4675">
                  <c:v>0.0096</c:v>
                </c:pt>
                <c:pt idx="4676">
                  <c:v>0.0096</c:v>
                </c:pt>
                <c:pt idx="4677">
                  <c:v>0.0096</c:v>
                </c:pt>
                <c:pt idx="4678">
                  <c:v>0.0096</c:v>
                </c:pt>
                <c:pt idx="4679">
                  <c:v>0.0096</c:v>
                </c:pt>
                <c:pt idx="4680">
                  <c:v>0.0096</c:v>
                </c:pt>
                <c:pt idx="4681">
                  <c:v>0.0096</c:v>
                </c:pt>
                <c:pt idx="4682">
                  <c:v>0.0096</c:v>
                </c:pt>
                <c:pt idx="4683">
                  <c:v>0.0096</c:v>
                </c:pt>
                <c:pt idx="4684">
                  <c:v>0.0096</c:v>
                </c:pt>
                <c:pt idx="4685">
                  <c:v>0.0096</c:v>
                </c:pt>
                <c:pt idx="4686">
                  <c:v>0.0096</c:v>
                </c:pt>
                <c:pt idx="4687">
                  <c:v>0.0096</c:v>
                </c:pt>
                <c:pt idx="4688">
                  <c:v>0.0096</c:v>
                </c:pt>
                <c:pt idx="4689">
                  <c:v>0.0096</c:v>
                </c:pt>
                <c:pt idx="4690">
                  <c:v>0.0096</c:v>
                </c:pt>
                <c:pt idx="4691">
                  <c:v>0.0096</c:v>
                </c:pt>
                <c:pt idx="4692">
                  <c:v>0.0096</c:v>
                </c:pt>
                <c:pt idx="4693">
                  <c:v>0.0096</c:v>
                </c:pt>
                <c:pt idx="4694">
                  <c:v>0.0096</c:v>
                </c:pt>
                <c:pt idx="4695">
                  <c:v>0.0096</c:v>
                </c:pt>
                <c:pt idx="4696">
                  <c:v>0.0096</c:v>
                </c:pt>
                <c:pt idx="4697">
                  <c:v>0.0096</c:v>
                </c:pt>
                <c:pt idx="4698">
                  <c:v>0.0096</c:v>
                </c:pt>
                <c:pt idx="4699">
                  <c:v>0.0096</c:v>
                </c:pt>
                <c:pt idx="4700">
                  <c:v>0.0096</c:v>
                </c:pt>
                <c:pt idx="4701">
                  <c:v>0.0096</c:v>
                </c:pt>
                <c:pt idx="4702">
                  <c:v>0.0096</c:v>
                </c:pt>
                <c:pt idx="4703">
                  <c:v>0.0096</c:v>
                </c:pt>
                <c:pt idx="4704">
                  <c:v>0.0096</c:v>
                </c:pt>
                <c:pt idx="4705">
                  <c:v>0.0096</c:v>
                </c:pt>
                <c:pt idx="4706">
                  <c:v>0.0096</c:v>
                </c:pt>
                <c:pt idx="4707">
                  <c:v>0.0096</c:v>
                </c:pt>
                <c:pt idx="4708">
                  <c:v>0.0096</c:v>
                </c:pt>
                <c:pt idx="4709">
                  <c:v>0.0096</c:v>
                </c:pt>
                <c:pt idx="4710">
                  <c:v>0.0096</c:v>
                </c:pt>
                <c:pt idx="4711">
                  <c:v>0.0096</c:v>
                </c:pt>
                <c:pt idx="4712">
                  <c:v>0.0096</c:v>
                </c:pt>
                <c:pt idx="4713">
                  <c:v>0.0096</c:v>
                </c:pt>
                <c:pt idx="4714">
                  <c:v>0.0096</c:v>
                </c:pt>
                <c:pt idx="4715">
                  <c:v>0.0096</c:v>
                </c:pt>
                <c:pt idx="4716">
                  <c:v>0.0096</c:v>
                </c:pt>
                <c:pt idx="4717">
                  <c:v>0.0096</c:v>
                </c:pt>
                <c:pt idx="4718">
                  <c:v>0.0096</c:v>
                </c:pt>
                <c:pt idx="4719">
                  <c:v>0.0096</c:v>
                </c:pt>
                <c:pt idx="4720">
                  <c:v>0.0096</c:v>
                </c:pt>
                <c:pt idx="4721">
                  <c:v>0.0096</c:v>
                </c:pt>
                <c:pt idx="4722">
                  <c:v>0.0096</c:v>
                </c:pt>
                <c:pt idx="4723">
                  <c:v>0.0096</c:v>
                </c:pt>
                <c:pt idx="4724">
                  <c:v>0.0096</c:v>
                </c:pt>
                <c:pt idx="4725">
                  <c:v>0.0096</c:v>
                </c:pt>
                <c:pt idx="4726">
                  <c:v>0.0096</c:v>
                </c:pt>
                <c:pt idx="4727">
                  <c:v>0.0096</c:v>
                </c:pt>
                <c:pt idx="4728">
                  <c:v>0.0096</c:v>
                </c:pt>
                <c:pt idx="4729">
                  <c:v>0.0096</c:v>
                </c:pt>
                <c:pt idx="4730">
                  <c:v>0.0096</c:v>
                </c:pt>
                <c:pt idx="4731">
                  <c:v>0.0096</c:v>
                </c:pt>
                <c:pt idx="4732">
                  <c:v>0.0096</c:v>
                </c:pt>
                <c:pt idx="4733">
                  <c:v>0.0096</c:v>
                </c:pt>
                <c:pt idx="4734">
                  <c:v>0.0096</c:v>
                </c:pt>
                <c:pt idx="4735">
                  <c:v>0.0096</c:v>
                </c:pt>
                <c:pt idx="4736">
                  <c:v>0.0096</c:v>
                </c:pt>
                <c:pt idx="4737">
                  <c:v>0.0096</c:v>
                </c:pt>
                <c:pt idx="4738">
                  <c:v>0.0096</c:v>
                </c:pt>
                <c:pt idx="4739">
                  <c:v>0.0096</c:v>
                </c:pt>
                <c:pt idx="4740">
                  <c:v>0.0096</c:v>
                </c:pt>
                <c:pt idx="4741">
                  <c:v>0.0096</c:v>
                </c:pt>
                <c:pt idx="4742">
                  <c:v>0.0096</c:v>
                </c:pt>
                <c:pt idx="4743">
                  <c:v>0.0096</c:v>
                </c:pt>
                <c:pt idx="4744">
                  <c:v>0.0096</c:v>
                </c:pt>
                <c:pt idx="4745">
                  <c:v>0.0096</c:v>
                </c:pt>
                <c:pt idx="4746">
                  <c:v>0.0096</c:v>
                </c:pt>
                <c:pt idx="4747">
                  <c:v>0.0096</c:v>
                </c:pt>
                <c:pt idx="4748">
                  <c:v>0.0096</c:v>
                </c:pt>
                <c:pt idx="4749">
                  <c:v>0.0096</c:v>
                </c:pt>
                <c:pt idx="4750">
                  <c:v>0.0096</c:v>
                </c:pt>
                <c:pt idx="4751">
                  <c:v>0.0096</c:v>
                </c:pt>
                <c:pt idx="4752">
                  <c:v>0.0096</c:v>
                </c:pt>
                <c:pt idx="4753">
                  <c:v>0.0096</c:v>
                </c:pt>
                <c:pt idx="4754">
                  <c:v>0.0096</c:v>
                </c:pt>
                <c:pt idx="4755">
                  <c:v>0.0096</c:v>
                </c:pt>
                <c:pt idx="4756">
                  <c:v>0.0096</c:v>
                </c:pt>
                <c:pt idx="4757">
                  <c:v>0.0096</c:v>
                </c:pt>
                <c:pt idx="4758">
                  <c:v>0.0096</c:v>
                </c:pt>
                <c:pt idx="4759">
                  <c:v>0.0096</c:v>
                </c:pt>
                <c:pt idx="4760">
                  <c:v>0.0096</c:v>
                </c:pt>
                <c:pt idx="4761">
                  <c:v>0.0096</c:v>
                </c:pt>
                <c:pt idx="4762">
                  <c:v>0.0096</c:v>
                </c:pt>
                <c:pt idx="4763">
                  <c:v>0.0096</c:v>
                </c:pt>
                <c:pt idx="4764">
                  <c:v>0.0096</c:v>
                </c:pt>
                <c:pt idx="4765">
                  <c:v>0.0096</c:v>
                </c:pt>
                <c:pt idx="4766">
                  <c:v>0.0096</c:v>
                </c:pt>
                <c:pt idx="4767">
                  <c:v>0.0096</c:v>
                </c:pt>
                <c:pt idx="4768">
                  <c:v>0.0096</c:v>
                </c:pt>
                <c:pt idx="4769">
                  <c:v>0.0096</c:v>
                </c:pt>
                <c:pt idx="4770">
                  <c:v>0.0096</c:v>
                </c:pt>
                <c:pt idx="4771">
                  <c:v>0.0096</c:v>
                </c:pt>
                <c:pt idx="4772">
                  <c:v>0.0096</c:v>
                </c:pt>
                <c:pt idx="4773">
                  <c:v>0.0096</c:v>
                </c:pt>
                <c:pt idx="4774">
                  <c:v>0.0096</c:v>
                </c:pt>
                <c:pt idx="4775">
                  <c:v>0.0096</c:v>
                </c:pt>
                <c:pt idx="4776">
                  <c:v>0.0096</c:v>
                </c:pt>
                <c:pt idx="4777">
                  <c:v>0.0096</c:v>
                </c:pt>
                <c:pt idx="4778">
                  <c:v>0.0096</c:v>
                </c:pt>
                <c:pt idx="4779">
                  <c:v>0.0096</c:v>
                </c:pt>
                <c:pt idx="4780">
                  <c:v>0.0096</c:v>
                </c:pt>
                <c:pt idx="4781">
                  <c:v>0.0096</c:v>
                </c:pt>
                <c:pt idx="4782">
                  <c:v>0.0096</c:v>
                </c:pt>
                <c:pt idx="4783">
                  <c:v>0.0096</c:v>
                </c:pt>
                <c:pt idx="4784">
                  <c:v>0.0096</c:v>
                </c:pt>
                <c:pt idx="4785">
                  <c:v>0.0096</c:v>
                </c:pt>
                <c:pt idx="4786">
                  <c:v>0.0096</c:v>
                </c:pt>
                <c:pt idx="4787">
                  <c:v>0.0096</c:v>
                </c:pt>
                <c:pt idx="4788">
                  <c:v>0.0096</c:v>
                </c:pt>
                <c:pt idx="4789">
                  <c:v>0.0096</c:v>
                </c:pt>
                <c:pt idx="4790">
                  <c:v>0.0096</c:v>
                </c:pt>
                <c:pt idx="4791">
                  <c:v>0.0096</c:v>
                </c:pt>
                <c:pt idx="4792">
                  <c:v>0.0096</c:v>
                </c:pt>
                <c:pt idx="4793">
                  <c:v>0.0096</c:v>
                </c:pt>
                <c:pt idx="4794">
                  <c:v>0.0096</c:v>
                </c:pt>
                <c:pt idx="4795">
                  <c:v>0.0096</c:v>
                </c:pt>
                <c:pt idx="4796">
                  <c:v>0.0096</c:v>
                </c:pt>
                <c:pt idx="4797">
                  <c:v>0.0096</c:v>
                </c:pt>
                <c:pt idx="4798">
                  <c:v>0.0096</c:v>
                </c:pt>
                <c:pt idx="4799">
                  <c:v>0.0096</c:v>
                </c:pt>
                <c:pt idx="4800">
                  <c:v>0.0096</c:v>
                </c:pt>
                <c:pt idx="4801">
                  <c:v>0.0096</c:v>
                </c:pt>
                <c:pt idx="4802">
                  <c:v>0.0096</c:v>
                </c:pt>
                <c:pt idx="4803">
                  <c:v>0.0096</c:v>
                </c:pt>
                <c:pt idx="4804">
                  <c:v>0.0096</c:v>
                </c:pt>
                <c:pt idx="4805">
                  <c:v>0.0096</c:v>
                </c:pt>
                <c:pt idx="4806">
                  <c:v>0.0096</c:v>
                </c:pt>
                <c:pt idx="4807">
                  <c:v>0.0096</c:v>
                </c:pt>
                <c:pt idx="4808">
                  <c:v>0.0096</c:v>
                </c:pt>
                <c:pt idx="4809">
                  <c:v>0.0096</c:v>
                </c:pt>
                <c:pt idx="4810">
                  <c:v>0.0096</c:v>
                </c:pt>
                <c:pt idx="4811">
                  <c:v>0.0096</c:v>
                </c:pt>
                <c:pt idx="4812">
                  <c:v>0.0096</c:v>
                </c:pt>
                <c:pt idx="4813">
                  <c:v>0.0096</c:v>
                </c:pt>
                <c:pt idx="4814">
                  <c:v>0.0096</c:v>
                </c:pt>
                <c:pt idx="4815">
                  <c:v>0.0096</c:v>
                </c:pt>
                <c:pt idx="4816">
                  <c:v>0.0096</c:v>
                </c:pt>
                <c:pt idx="4817">
                  <c:v>0.0096</c:v>
                </c:pt>
                <c:pt idx="4818">
                  <c:v>0.0096</c:v>
                </c:pt>
                <c:pt idx="4819">
                  <c:v>0.0096</c:v>
                </c:pt>
                <c:pt idx="4820">
                  <c:v>0.0096</c:v>
                </c:pt>
                <c:pt idx="4821">
                  <c:v>0.0096</c:v>
                </c:pt>
                <c:pt idx="4822">
                  <c:v>0.0096</c:v>
                </c:pt>
                <c:pt idx="4823">
                  <c:v>0.0096</c:v>
                </c:pt>
                <c:pt idx="4824">
                  <c:v>0.0096</c:v>
                </c:pt>
                <c:pt idx="4825">
                  <c:v>0.0096</c:v>
                </c:pt>
                <c:pt idx="4826">
                  <c:v>0.0096</c:v>
                </c:pt>
                <c:pt idx="4827">
                  <c:v>0.0096</c:v>
                </c:pt>
                <c:pt idx="4828">
                  <c:v>0.0096</c:v>
                </c:pt>
                <c:pt idx="4829">
                  <c:v>0.0096</c:v>
                </c:pt>
                <c:pt idx="4830">
                  <c:v>0.0096</c:v>
                </c:pt>
                <c:pt idx="4831">
                  <c:v>0.0096</c:v>
                </c:pt>
                <c:pt idx="4832">
                  <c:v>0.0096</c:v>
                </c:pt>
                <c:pt idx="4833">
                  <c:v>0.0096</c:v>
                </c:pt>
                <c:pt idx="4834">
                  <c:v>0.0096</c:v>
                </c:pt>
                <c:pt idx="4835">
                  <c:v>0.0096</c:v>
                </c:pt>
                <c:pt idx="4836">
                  <c:v>0.0096</c:v>
                </c:pt>
                <c:pt idx="4837">
                  <c:v>0.0096</c:v>
                </c:pt>
                <c:pt idx="4838">
                  <c:v>0.0096</c:v>
                </c:pt>
                <c:pt idx="4839">
                  <c:v>0.0096</c:v>
                </c:pt>
                <c:pt idx="4840">
                  <c:v>0.0096</c:v>
                </c:pt>
                <c:pt idx="4841">
                  <c:v>0.0096</c:v>
                </c:pt>
                <c:pt idx="4842">
                  <c:v>0.0096</c:v>
                </c:pt>
                <c:pt idx="4843">
                  <c:v>0.0096</c:v>
                </c:pt>
                <c:pt idx="4844">
                  <c:v>0.0096</c:v>
                </c:pt>
                <c:pt idx="4845">
                  <c:v>0.0096</c:v>
                </c:pt>
                <c:pt idx="4846">
                  <c:v>0.0096</c:v>
                </c:pt>
                <c:pt idx="4847">
                  <c:v>0.0096</c:v>
                </c:pt>
                <c:pt idx="4848">
                  <c:v>0.0096</c:v>
                </c:pt>
                <c:pt idx="4849">
                  <c:v>0.0096</c:v>
                </c:pt>
                <c:pt idx="4850">
                  <c:v>0.0096</c:v>
                </c:pt>
                <c:pt idx="4851">
                  <c:v>0.0096</c:v>
                </c:pt>
                <c:pt idx="4852">
                  <c:v>0.0096</c:v>
                </c:pt>
                <c:pt idx="4853">
                  <c:v>0.0096</c:v>
                </c:pt>
                <c:pt idx="4854">
                  <c:v>0.0096</c:v>
                </c:pt>
                <c:pt idx="4855">
                  <c:v>0.0096</c:v>
                </c:pt>
                <c:pt idx="4856">
                  <c:v>0.0096</c:v>
                </c:pt>
                <c:pt idx="4857">
                  <c:v>0.0096</c:v>
                </c:pt>
                <c:pt idx="4858">
                  <c:v>0.0096</c:v>
                </c:pt>
                <c:pt idx="4859">
                  <c:v>0.0096</c:v>
                </c:pt>
                <c:pt idx="4860">
                  <c:v>0.0096</c:v>
                </c:pt>
                <c:pt idx="4861">
                  <c:v>0.0096</c:v>
                </c:pt>
                <c:pt idx="4862">
                  <c:v>0.0096</c:v>
                </c:pt>
                <c:pt idx="4863">
                  <c:v>0.0096</c:v>
                </c:pt>
                <c:pt idx="4864">
                  <c:v>0.0096</c:v>
                </c:pt>
                <c:pt idx="4865">
                  <c:v>0.0096</c:v>
                </c:pt>
                <c:pt idx="4866">
                  <c:v>0.0096</c:v>
                </c:pt>
                <c:pt idx="4867">
                  <c:v>0.0096</c:v>
                </c:pt>
                <c:pt idx="4868">
                  <c:v>0.0096</c:v>
                </c:pt>
                <c:pt idx="4869">
                  <c:v>0.0096</c:v>
                </c:pt>
                <c:pt idx="4870">
                  <c:v>0.0096</c:v>
                </c:pt>
                <c:pt idx="4871">
                  <c:v>0.0096</c:v>
                </c:pt>
                <c:pt idx="4872">
                  <c:v>0.0096</c:v>
                </c:pt>
                <c:pt idx="4873">
                  <c:v>0.0096</c:v>
                </c:pt>
                <c:pt idx="4874">
                  <c:v>0.0096</c:v>
                </c:pt>
                <c:pt idx="4875">
                  <c:v>0.0096</c:v>
                </c:pt>
                <c:pt idx="4876">
                  <c:v>0.0096</c:v>
                </c:pt>
                <c:pt idx="4877">
                  <c:v>0.0096</c:v>
                </c:pt>
                <c:pt idx="4878">
                  <c:v>0.0096</c:v>
                </c:pt>
                <c:pt idx="4879">
                  <c:v>0.0096</c:v>
                </c:pt>
                <c:pt idx="4880">
                  <c:v>0.0096</c:v>
                </c:pt>
                <c:pt idx="4881">
                  <c:v>0.0096</c:v>
                </c:pt>
                <c:pt idx="4882">
                  <c:v>0.0096</c:v>
                </c:pt>
                <c:pt idx="4883">
                  <c:v>0.0096</c:v>
                </c:pt>
                <c:pt idx="4884">
                  <c:v>0.0096</c:v>
                </c:pt>
                <c:pt idx="4885">
                  <c:v>0.0096</c:v>
                </c:pt>
                <c:pt idx="4886">
                  <c:v>0.0096</c:v>
                </c:pt>
                <c:pt idx="4887">
                  <c:v>0.0096</c:v>
                </c:pt>
                <c:pt idx="4888">
                  <c:v>0.0096</c:v>
                </c:pt>
                <c:pt idx="4889">
                  <c:v>0.0096</c:v>
                </c:pt>
                <c:pt idx="4890">
                  <c:v>0.0096</c:v>
                </c:pt>
                <c:pt idx="4891">
                  <c:v>0.0096</c:v>
                </c:pt>
                <c:pt idx="4892">
                  <c:v>0.0096</c:v>
                </c:pt>
                <c:pt idx="4893">
                  <c:v>0.0096</c:v>
                </c:pt>
                <c:pt idx="4894">
                  <c:v>0.0096</c:v>
                </c:pt>
                <c:pt idx="4895">
                  <c:v>0.0096</c:v>
                </c:pt>
                <c:pt idx="4896">
                  <c:v>0.0096</c:v>
                </c:pt>
                <c:pt idx="4897">
                  <c:v>0.0096</c:v>
                </c:pt>
                <c:pt idx="4898">
                  <c:v>0.0096</c:v>
                </c:pt>
                <c:pt idx="4899">
                  <c:v>0.0096</c:v>
                </c:pt>
                <c:pt idx="4900">
                  <c:v>0.0096</c:v>
                </c:pt>
                <c:pt idx="4901">
                  <c:v>0.0096</c:v>
                </c:pt>
                <c:pt idx="4902">
                  <c:v>0.0096</c:v>
                </c:pt>
                <c:pt idx="4903">
                  <c:v>0.0096</c:v>
                </c:pt>
                <c:pt idx="4904">
                  <c:v>0.0096</c:v>
                </c:pt>
                <c:pt idx="4905">
                  <c:v>0.0096</c:v>
                </c:pt>
                <c:pt idx="4906">
                  <c:v>0.0096</c:v>
                </c:pt>
                <c:pt idx="4907">
                  <c:v>0.0096</c:v>
                </c:pt>
                <c:pt idx="4908">
                  <c:v>0.0096</c:v>
                </c:pt>
                <c:pt idx="4909">
                  <c:v>0.0096</c:v>
                </c:pt>
                <c:pt idx="4910">
                  <c:v>0.0096</c:v>
                </c:pt>
                <c:pt idx="4911">
                  <c:v>0.0096</c:v>
                </c:pt>
                <c:pt idx="4912">
                  <c:v>0.0096</c:v>
                </c:pt>
                <c:pt idx="4913">
                  <c:v>0.0096</c:v>
                </c:pt>
                <c:pt idx="4914">
                  <c:v>0.0096</c:v>
                </c:pt>
                <c:pt idx="4915">
                  <c:v>0.0096</c:v>
                </c:pt>
                <c:pt idx="4916">
                  <c:v>0.0096</c:v>
                </c:pt>
                <c:pt idx="4917">
                  <c:v>0.0096</c:v>
                </c:pt>
                <c:pt idx="4918">
                  <c:v>0.0096</c:v>
                </c:pt>
                <c:pt idx="4919">
                  <c:v>0.0096</c:v>
                </c:pt>
                <c:pt idx="4920">
                  <c:v>0.0096</c:v>
                </c:pt>
                <c:pt idx="4921">
                  <c:v>0.0096</c:v>
                </c:pt>
                <c:pt idx="4922">
                  <c:v>0.0096</c:v>
                </c:pt>
                <c:pt idx="4923">
                  <c:v>0.0096</c:v>
                </c:pt>
                <c:pt idx="4924">
                  <c:v>0.0096</c:v>
                </c:pt>
                <c:pt idx="4925">
                  <c:v>0.0096</c:v>
                </c:pt>
                <c:pt idx="4926">
                  <c:v>0.0096</c:v>
                </c:pt>
                <c:pt idx="4927">
                  <c:v>0.0096</c:v>
                </c:pt>
                <c:pt idx="4928">
                  <c:v>0.0096</c:v>
                </c:pt>
                <c:pt idx="4929">
                  <c:v>0.0096</c:v>
                </c:pt>
                <c:pt idx="4930">
                  <c:v>0.0096</c:v>
                </c:pt>
                <c:pt idx="4931">
                  <c:v>0.0096</c:v>
                </c:pt>
                <c:pt idx="4932">
                  <c:v>0.0096</c:v>
                </c:pt>
                <c:pt idx="4933">
                  <c:v>0.0096</c:v>
                </c:pt>
                <c:pt idx="4934">
                  <c:v>0.0096</c:v>
                </c:pt>
                <c:pt idx="4935">
                  <c:v>0.0096</c:v>
                </c:pt>
                <c:pt idx="4936">
                  <c:v>0.0096</c:v>
                </c:pt>
                <c:pt idx="4937">
                  <c:v>0.0096</c:v>
                </c:pt>
                <c:pt idx="4938">
                  <c:v>0.0096</c:v>
                </c:pt>
                <c:pt idx="4939">
                  <c:v>0.0096</c:v>
                </c:pt>
                <c:pt idx="4940">
                  <c:v>0.0096</c:v>
                </c:pt>
                <c:pt idx="4941">
                  <c:v>0.0096</c:v>
                </c:pt>
                <c:pt idx="4942">
                  <c:v>0.0096</c:v>
                </c:pt>
                <c:pt idx="4943">
                  <c:v>0.0096</c:v>
                </c:pt>
                <c:pt idx="4944">
                  <c:v>0.0096</c:v>
                </c:pt>
                <c:pt idx="4945">
                  <c:v>0.0096</c:v>
                </c:pt>
                <c:pt idx="4946">
                  <c:v>0.0096</c:v>
                </c:pt>
                <c:pt idx="4947">
                  <c:v>0.0096</c:v>
                </c:pt>
                <c:pt idx="4948">
                  <c:v>0.0096</c:v>
                </c:pt>
                <c:pt idx="4949">
                  <c:v>0.0096</c:v>
                </c:pt>
                <c:pt idx="4950">
                  <c:v>0.0096</c:v>
                </c:pt>
                <c:pt idx="4951">
                  <c:v>0.0096</c:v>
                </c:pt>
                <c:pt idx="4952">
                  <c:v>0.0096</c:v>
                </c:pt>
                <c:pt idx="4953">
                  <c:v>0.0096</c:v>
                </c:pt>
                <c:pt idx="4954">
                  <c:v>0.0096</c:v>
                </c:pt>
                <c:pt idx="4955">
                  <c:v>0.0096</c:v>
                </c:pt>
                <c:pt idx="4956">
                  <c:v>0.0096</c:v>
                </c:pt>
                <c:pt idx="4957">
                  <c:v>0.0096</c:v>
                </c:pt>
                <c:pt idx="4958">
                  <c:v>0.0096</c:v>
                </c:pt>
                <c:pt idx="4959">
                  <c:v>0.0096</c:v>
                </c:pt>
                <c:pt idx="4960">
                  <c:v>0.0096</c:v>
                </c:pt>
                <c:pt idx="4961">
                  <c:v>0.0096</c:v>
                </c:pt>
                <c:pt idx="4962">
                  <c:v>0.0096</c:v>
                </c:pt>
                <c:pt idx="4963">
                  <c:v>0.0096</c:v>
                </c:pt>
                <c:pt idx="4964">
                  <c:v>0.0096</c:v>
                </c:pt>
                <c:pt idx="4965">
                  <c:v>0.0096</c:v>
                </c:pt>
                <c:pt idx="4966">
                  <c:v>0.0096</c:v>
                </c:pt>
                <c:pt idx="4967">
                  <c:v>0.0096</c:v>
                </c:pt>
                <c:pt idx="4968">
                  <c:v>0.0096</c:v>
                </c:pt>
                <c:pt idx="4969">
                  <c:v>0.0096</c:v>
                </c:pt>
                <c:pt idx="4970">
                  <c:v>0.0096</c:v>
                </c:pt>
                <c:pt idx="4971">
                  <c:v>0.0096</c:v>
                </c:pt>
                <c:pt idx="4972">
                  <c:v>0.0096</c:v>
                </c:pt>
                <c:pt idx="4973">
                  <c:v>0.0096</c:v>
                </c:pt>
                <c:pt idx="4974">
                  <c:v>0.0096</c:v>
                </c:pt>
                <c:pt idx="4975">
                  <c:v>0.0096</c:v>
                </c:pt>
                <c:pt idx="4976">
                  <c:v>0.0096</c:v>
                </c:pt>
                <c:pt idx="4977">
                  <c:v>0.0096</c:v>
                </c:pt>
                <c:pt idx="4978">
                  <c:v>0.0096</c:v>
                </c:pt>
                <c:pt idx="4979">
                  <c:v>0.0096</c:v>
                </c:pt>
                <c:pt idx="4980">
                  <c:v>0.0096</c:v>
                </c:pt>
                <c:pt idx="4981">
                  <c:v>0.0096</c:v>
                </c:pt>
                <c:pt idx="4982">
                  <c:v>0.0096</c:v>
                </c:pt>
                <c:pt idx="4983">
                  <c:v>0.0096</c:v>
                </c:pt>
                <c:pt idx="4984">
                  <c:v>0.0096</c:v>
                </c:pt>
                <c:pt idx="4985">
                  <c:v>0.0096</c:v>
                </c:pt>
                <c:pt idx="4986">
                  <c:v>0.0096</c:v>
                </c:pt>
                <c:pt idx="4987">
                  <c:v>0.0096</c:v>
                </c:pt>
                <c:pt idx="4988">
                  <c:v>0.0096</c:v>
                </c:pt>
                <c:pt idx="4989">
                  <c:v>0.0096</c:v>
                </c:pt>
                <c:pt idx="4990">
                  <c:v>0.0096</c:v>
                </c:pt>
                <c:pt idx="4991">
                  <c:v>0.0096</c:v>
                </c:pt>
                <c:pt idx="4992">
                  <c:v>0.0096</c:v>
                </c:pt>
                <c:pt idx="4993">
                  <c:v>0.0096</c:v>
                </c:pt>
                <c:pt idx="4994">
                  <c:v>0.0096</c:v>
                </c:pt>
                <c:pt idx="4995">
                  <c:v>0.0096</c:v>
                </c:pt>
                <c:pt idx="4996">
                  <c:v>0.0096</c:v>
                </c:pt>
                <c:pt idx="4997">
                  <c:v>0.0096</c:v>
                </c:pt>
                <c:pt idx="4998">
                  <c:v>0.0096</c:v>
                </c:pt>
                <c:pt idx="4999">
                  <c:v>0.0096</c:v>
                </c:pt>
                <c:pt idx="5000">
                  <c:v>0.0096</c:v>
                </c:pt>
                <c:pt idx="5001">
                  <c:v>0.0096</c:v>
                </c:pt>
                <c:pt idx="5002">
                  <c:v>0.0096</c:v>
                </c:pt>
                <c:pt idx="5003">
                  <c:v>0.0096</c:v>
                </c:pt>
                <c:pt idx="5004">
                  <c:v>0.0096</c:v>
                </c:pt>
                <c:pt idx="5005">
                  <c:v>0.0096</c:v>
                </c:pt>
                <c:pt idx="5006">
                  <c:v>0.0096</c:v>
                </c:pt>
                <c:pt idx="5007">
                  <c:v>0.0096</c:v>
                </c:pt>
                <c:pt idx="5008">
                  <c:v>0.0096</c:v>
                </c:pt>
                <c:pt idx="5009">
                  <c:v>0.0096</c:v>
                </c:pt>
                <c:pt idx="5010">
                  <c:v>0.0096</c:v>
                </c:pt>
                <c:pt idx="5011">
                  <c:v>0.0096</c:v>
                </c:pt>
                <c:pt idx="5012">
                  <c:v>0.0096</c:v>
                </c:pt>
                <c:pt idx="5013">
                  <c:v>0.0096</c:v>
                </c:pt>
                <c:pt idx="5014">
                  <c:v>0.0096</c:v>
                </c:pt>
                <c:pt idx="5015">
                  <c:v>0.0096</c:v>
                </c:pt>
                <c:pt idx="5016">
                  <c:v>0.0096</c:v>
                </c:pt>
                <c:pt idx="5017">
                  <c:v>0.0096</c:v>
                </c:pt>
                <c:pt idx="5018">
                  <c:v>0.0096</c:v>
                </c:pt>
                <c:pt idx="5019">
                  <c:v>0.0096</c:v>
                </c:pt>
                <c:pt idx="5020">
                  <c:v>0.0096</c:v>
                </c:pt>
                <c:pt idx="5021">
                  <c:v>0.0096</c:v>
                </c:pt>
                <c:pt idx="5022">
                  <c:v>0.0096</c:v>
                </c:pt>
                <c:pt idx="5023">
                  <c:v>0.0096</c:v>
                </c:pt>
                <c:pt idx="5024">
                  <c:v>0.0096</c:v>
                </c:pt>
                <c:pt idx="5025">
                  <c:v>0.0096</c:v>
                </c:pt>
                <c:pt idx="5026">
                  <c:v>0.0096</c:v>
                </c:pt>
                <c:pt idx="5027">
                  <c:v>0.0096</c:v>
                </c:pt>
                <c:pt idx="5028">
                  <c:v>0.0096</c:v>
                </c:pt>
                <c:pt idx="5029">
                  <c:v>0.0096</c:v>
                </c:pt>
                <c:pt idx="5030">
                  <c:v>0.0096</c:v>
                </c:pt>
                <c:pt idx="5031">
                  <c:v>0.0096</c:v>
                </c:pt>
                <c:pt idx="5032">
                  <c:v>0.0096</c:v>
                </c:pt>
                <c:pt idx="5033">
                  <c:v>0.0096</c:v>
                </c:pt>
                <c:pt idx="5034">
                  <c:v>0.0096</c:v>
                </c:pt>
                <c:pt idx="5035">
                  <c:v>0.0096</c:v>
                </c:pt>
                <c:pt idx="5036">
                  <c:v>0.0096</c:v>
                </c:pt>
                <c:pt idx="5037">
                  <c:v>0.0096</c:v>
                </c:pt>
                <c:pt idx="5038">
                  <c:v>0.0096</c:v>
                </c:pt>
                <c:pt idx="5039">
                  <c:v>0.0096</c:v>
                </c:pt>
                <c:pt idx="5040">
                  <c:v>0.0096</c:v>
                </c:pt>
                <c:pt idx="5041">
                  <c:v>0.0096</c:v>
                </c:pt>
                <c:pt idx="5042">
                  <c:v>0.0096</c:v>
                </c:pt>
                <c:pt idx="5043">
                  <c:v>0.0096</c:v>
                </c:pt>
                <c:pt idx="5044">
                  <c:v>0.0096</c:v>
                </c:pt>
                <c:pt idx="5045">
                  <c:v>0.0096</c:v>
                </c:pt>
                <c:pt idx="5046">
                  <c:v>0.0096</c:v>
                </c:pt>
                <c:pt idx="5047">
                  <c:v>0.0096</c:v>
                </c:pt>
                <c:pt idx="5048">
                  <c:v>0.0096</c:v>
                </c:pt>
                <c:pt idx="5049">
                  <c:v>0.0096</c:v>
                </c:pt>
                <c:pt idx="5050">
                  <c:v>0.0096</c:v>
                </c:pt>
                <c:pt idx="5051">
                  <c:v>0.0096</c:v>
                </c:pt>
                <c:pt idx="5052">
                  <c:v>0.0096</c:v>
                </c:pt>
                <c:pt idx="5053">
                  <c:v>0.0096</c:v>
                </c:pt>
                <c:pt idx="5054">
                  <c:v>0.0096</c:v>
                </c:pt>
                <c:pt idx="5055">
                  <c:v>0.0096</c:v>
                </c:pt>
                <c:pt idx="5056">
                  <c:v>0.0096</c:v>
                </c:pt>
                <c:pt idx="5057">
                  <c:v>0.0096</c:v>
                </c:pt>
                <c:pt idx="5058">
                  <c:v>0.0096</c:v>
                </c:pt>
                <c:pt idx="5059">
                  <c:v>0.0096</c:v>
                </c:pt>
                <c:pt idx="5060">
                  <c:v>0.0096</c:v>
                </c:pt>
                <c:pt idx="5061">
                  <c:v>0.0096</c:v>
                </c:pt>
                <c:pt idx="5062">
                  <c:v>0.0096</c:v>
                </c:pt>
                <c:pt idx="5063">
                  <c:v>0.0096</c:v>
                </c:pt>
                <c:pt idx="5064">
                  <c:v>0.0096</c:v>
                </c:pt>
                <c:pt idx="5065">
                  <c:v>0.0096</c:v>
                </c:pt>
                <c:pt idx="5066">
                  <c:v>0.0096</c:v>
                </c:pt>
                <c:pt idx="5067">
                  <c:v>0.0096</c:v>
                </c:pt>
                <c:pt idx="5068">
                  <c:v>0.0096</c:v>
                </c:pt>
                <c:pt idx="5069">
                  <c:v>0.0096</c:v>
                </c:pt>
                <c:pt idx="5070">
                  <c:v>0.0096</c:v>
                </c:pt>
                <c:pt idx="5071">
                  <c:v>0.0096</c:v>
                </c:pt>
                <c:pt idx="5072">
                  <c:v>0.0096</c:v>
                </c:pt>
                <c:pt idx="5073">
                  <c:v>0.0096</c:v>
                </c:pt>
                <c:pt idx="5074">
                  <c:v>0.0096</c:v>
                </c:pt>
                <c:pt idx="5075">
                  <c:v>0.0096</c:v>
                </c:pt>
                <c:pt idx="5076">
                  <c:v>0.0096</c:v>
                </c:pt>
                <c:pt idx="5077">
                  <c:v>0.0096</c:v>
                </c:pt>
                <c:pt idx="5078">
                  <c:v>0.0096</c:v>
                </c:pt>
                <c:pt idx="5079">
                  <c:v>0.0096</c:v>
                </c:pt>
                <c:pt idx="5080">
                  <c:v>0.0096</c:v>
                </c:pt>
                <c:pt idx="5081">
                  <c:v>0.0096</c:v>
                </c:pt>
                <c:pt idx="5082">
                  <c:v>0.0096</c:v>
                </c:pt>
                <c:pt idx="5083">
                  <c:v>0.0096</c:v>
                </c:pt>
                <c:pt idx="5084">
                  <c:v>0.0096</c:v>
                </c:pt>
                <c:pt idx="5085">
                  <c:v>0.0096</c:v>
                </c:pt>
                <c:pt idx="5086">
                  <c:v>0.0096</c:v>
                </c:pt>
                <c:pt idx="5087">
                  <c:v>0.0096</c:v>
                </c:pt>
                <c:pt idx="5088">
                  <c:v>0.0096</c:v>
                </c:pt>
                <c:pt idx="5089">
                  <c:v>0.0096</c:v>
                </c:pt>
                <c:pt idx="5090">
                  <c:v>0.0096</c:v>
                </c:pt>
                <c:pt idx="5091">
                  <c:v>0.0096</c:v>
                </c:pt>
                <c:pt idx="5092">
                  <c:v>0.0096</c:v>
                </c:pt>
                <c:pt idx="5093">
                  <c:v>0.0096</c:v>
                </c:pt>
                <c:pt idx="5094">
                  <c:v>0.0096</c:v>
                </c:pt>
                <c:pt idx="5095">
                  <c:v>0.0096</c:v>
                </c:pt>
                <c:pt idx="5096">
                  <c:v>0.0096</c:v>
                </c:pt>
                <c:pt idx="5097">
                  <c:v>0.0096</c:v>
                </c:pt>
                <c:pt idx="5098">
                  <c:v>0.0096</c:v>
                </c:pt>
                <c:pt idx="5099">
                  <c:v>0.0096</c:v>
                </c:pt>
                <c:pt idx="5100">
                  <c:v>0.0096</c:v>
                </c:pt>
                <c:pt idx="5101">
                  <c:v>0.0096</c:v>
                </c:pt>
                <c:pt idx="5102">
                  <c:v>0.0096</c:v>
                </c:pt>
                <c:pt idx="5103">
                  <c:v>0.0096</c:v>
                </c:pt>
                <c:pt idx="5104">
                  <c:v>0.0096</c:v>
                </c:pt>
                <c:pt idx="5105">
                  <c:v>0.0096</c:v>
                </c:pt>
                <c:pt idx="5106">
                  <c:v>0.0096</c:v>
                </c:pt>
                <c:pt idx="5107">
                  <c:v>0.0096</c:v>
                </c:pt>
                <c:pt idx="5108">
                  <c:v>0.0096</c:v>
                </c:pt>
                <c:pt idx="5109">
                  <c:v>0.0096</c:v>
                </c:pt>
                <c:pt idx="5110">
                  <c:v>0.0096</c:v>
                </c:pt>
                <c:pt idx="5111">
                  <c:v>0.0096</c:v>
                </c:pt>
                <c:pt idx="5112">
                  <c:v>0.0096</c:v>
                </c:pt>
                <c:pt idx="5113">
                  <c:v>0.0096</c:v>
                </c:pt>
                <c:pt idx="5114">
                  <c:v>0.0096</c:v>
                </c:pt>
                <c:pt idx="5115">
                  <c:v>0.0096</c:v>
                </c:pt>
                <c:pt idx="5116">
                  <c:v>0.0096</c:v>
                </c:pt>
                <c:pt idx="5117">
                  <c:v>0.0096</c:v>
                </c:pt>
                <c:pt idx="5118">
                  <c:v>0.0096</c:v>
                </c:pt>
                <c:pt idx="5119">
                  <c:v>0.0096</c:v>
                </c:pt>
                <c:pt idx="5120">
                  <c:v>0.0096</c:v>
                </c:pt>
                <c:pt idx="5121">
                  <c:v>0.0096</c:v>
                </c:pt>
                <c:pt idx="5122">
                  <c:v>0.0096</c:v>
                </c:pt>
                <c:pt idx="5123">
                  <c:v>0.0096</c:v>
                </c:pt>
                <c:pt idx="5124">
                  <c:v>0.0096</c:v>
                </c:pt>
                <c:pt idx="5125">
                  <c:v>0.0096</c:v>
                </c:pt>
                <c:pt idx="5126">
                  <c:v>0.0096</c:v>
                </c:pt>
                <c:pt idx="5127">
                  <c:v>0.0096</c:v>
                </c:pt>
                <c:pt idx="5128">
                  <c:v>0.0096</c:v>
                </c:pt>
                <c:pt idx="5129">
                  <c:v>0.0096</c:v>
                </c:pt>
                <c:pt idx="5130">
                  <c:v>0.0096</c:v>
                </c:pt>
                <c:pt idx="5131">
                  <c:v>0.0096</c:v>
                </c:pt>
                <c:pt idx="5132">
                  <c:v>0.0096</c:v>
                </c:pt>
                <c:pt idx="5133">
                  <c:v>0.0096</c:v>
                </c:pt>
                <c:pt idx="5134">
                  <c:v>0.0096</c:v>
                </c:pt>
                <c:pt idx="5135">
                  <c:v>0.0096</c:v>
                </c:pt>
                <c:pt idx="5136">
                  <c:v>0.0096</c:v>
                </c:pt>
                <c:pt idx="5137">
                  <c:v>0.0096</c:v>
                </c:pt>
                <c:pt idx="5138">
                  <c:v>0.0096</c:v>
                </c:pt>
                <c:pt idx="5139">
                  <c:v>0.0096</c:v>
                </c:pt>
                <c:pt idx="5140">
                  <c:v>0.0096</c:v>
                </c:pt>
                <c:pt idx="5141">
                  <c:v>0.0096</c:v>
                </c:pt>
                <c:pt idx="5142">
                  <c:v>0.0096</c:v>
                </c:pt>
                <c:pt idx="5143">
                  <c:v>0.0096</c:v>
                </c:pt>
                <c:pt idx="5144">
                  <c:v>0.0096</c:v>
                </c:pt>
                <c:pt idx="5145">
                  <c:v>0.0096</c:v>
                </c:pt>
                <c:pt idx="5146">
                  <c:v>0.0096</c:v>
                </c:pt>
                <c:pt idx="5147">
                  <c:v>0.0096</c:v>
                </c:pt>
                <c:pt idx="5148">
                  <c:v>0.0096</c:v>
                </c:pt>
                <c:pt idx="5149">
                  <c:v>0.0096</c:v>
                </c:pt>
                <c:pt idx="5150">
                  <c:v>0.0096</c:v>
                </c:pt>
                <c:pt idx="5151">
                  <c:v>0.0096</c:v>
                </c:pt>
                <c:pt idx="5152">
                  <c:v>0.0096</c:v>
                </c:pt>
                <c:pt idx="5153">
                  <c:v>0.0096</c:v>
                </c:pt>
                <c:pt idx="5154">
                  <c:v>0.0096</c:v>
                </c:pt>
                <c:pt idx="5155">
                  <c:v>0.0096</c:v>
                </c:pt>
                <c:pt idx="5156">
                  <c:v>0.0096</c:v>
                </c:pt>
                <c:pt idx="5157">
                  <c:v>0.0096</c:v>
                </c:pt>
                <c:pt idx="5158">
                  <c:v>0.0096</c:v>
                </c:pt>
                <c:pt idx="5159">
                  <c:v>0.0096</c:v>
                </c:pt>
                <c:pt idx="5160">
                  <c:v>0.0096</c:v>
                </c:pt>
                <c:pt idx="5161">
                  <c:v>0.0096</c:v>
                </c:pt>
                <c:pt idx="5162">
                  <c:v>0.0096</c:v>
                </c:pt>
                <c:pt idx="5163">
                  <c:v>0.0096</c:v>
                </c:pt>
                <c:pt idx="5164">
                  <c:v>0.0096</c:v>
                </c:pt>
                <c:pt idx="5165">
                  <c:v>0.0096</c:v>
                </c:pt>
                <c:pt idx="5166">
                  <c:v>0.0096</c:v>
                </c:pt>
                <c:pt idx="5167">
                  <c:v>0.0096</c:v>
                </c:pt>
                <c:pt idx="5168">
                  <c:v>0.0096</c:v>
                </c:pt>
                <c:pt idx="5169">
                  <c:v>0.0096</c:v>
                </c:pt>
                <c:pt idx="5170">
                  <c:v>0.0096</c:v>
                </c:pt>
                <c:pt idx="5171">
                  <c:v>0.0096</c:v>
                </c:pt>
                <c:pt idx="5172">
                  <c:v>0.0096</c:v>
                </c:pt>
                <c:pt idx="5173">
                  <c:v>0.0096</c:v>
                </c:pt>
                <c:pt idx="5174">
                  <c:v>0.0096</c:v>
                </c:pt>
                <c:pt idx="5175">
                  <c:v>0.0096</c:v>
                </c:pt>
                <c:pt idx="5176">
                  <c:v>0.0096</c:v>
                </c:pt>
                <c:pt idx="5177">
                  <c:v>0.0096</c:v>
                </c:pt>
                <c:pt idx="5178">
                  <c:v>0.0096</c:v>
                </c:pt>
                <c:pt idx="5179">
                  <c:v>0.0096</c:v>
                </c:pt>
                <c:pt idx="5180">
                  <c:v>0.0096</c:v>
                </c:pt>
                <c:pt idx="5181">
                  <c:v>0.0096</c:v>
                </c:pt>
                <c:pt idx="5182">
                  <c:v>0.0096</c:v>
                </c:pt>
                <c:pt idx="5183">
                  <c:v>0.0096</c:v>
                </c:pt>
                <c:pt idx="5184">
                  <c:v>0.0096</c:v>
                </c:pt>
                <c:pt idx="5185">
                  <c:v>0.0096</c:v>
                </c:pt>
                <c:pt idx="5186">
                  <c:v>0.0096</c:v>
                </c:pt>
                <c:pt idx="5187">
                  <c:v>0.0096</c:v>
                </c:pt>
                <c:pt idx="5188">
                  <c:v>0.0096</c:v>
                </c:pt>
                <c:pt idx="5189">
                  <c:v>0.0096</c:v>
                </c:pt>
                <c:pt idx="5190">
                  <c:v>0.0096</c:v>
                </c:pt>
                <c:pt idx="5191">
                  <c:v>0.0096</c:v>
                </c:pt>
                <c:pt idx="5192">
                  <c:v>0.0096</c:v>
                </c:pt>
                <c:pt idx="5193">
                  <c:v>0.0096</c:v>
                </c:pt>
                <c:pt idx="5194">
                  <c:v>0.0096</c:v>
                </c:pt>
                <c:pt idx="5195">
                  <c:v>0.0096</c:v>
                </c:pt>
                <c:pt idx="5196">
                  <c:v>0.0096</c:v>
                </c:pt>
                <c:pt idx="5197">
                  <c:v>0.0096</c:v>
                </c:pt>
                <c:pt idx="5198">
                  <c:v>0.0096</c:v>
                </c:pt>
                <c:pt idx="5199">
                  <c:v>0.0096</c:v>
                </c:pt>
                <c:pt idx="5200">
                  <c:v>0.0096</c:v>
                </c:pt>
                <c:pt idx="5201">
                  <c:v>0.0096</c:v>
                </c:pt>
                <c:pt idx="5202">
                  <c:v>0.0096</c:v>
                </c:pt>
                <c:pt idx="5203">
                  <c:v>0.0096</c:v>
                </c:pt>
                <c:pt idx="5204">
                  <c:v>0.0096</c:v>
                </c:pt>
                <c:pt idx="5205">
                  <c:v>0.0096</c:v>
                </c:pt>
                <c:pt idx="5206">
                  <c:v>0.0096</c:v>
                </c:pt>
                <c:pt idx="5207">
                  <c:v>0.0096</c:v>
                </c:pt>
                <c:pt idx="5208">
                  <c:v>0.0096</c:v>
                </c:pt>
                <c:pt idx="5209">
                  <c:v>0.0096</c:v>
                </c:pt>
                <c:pt idx="5210">
                  <c:v>0.0096</c:v>
                </c:pt>
                <c:pt idx="5211">
                  <c:v>0.0096</c:v>
                </c:pt>
                <c:pt idx="5212">
                  <c:v>0.0096</c:v>
                </c:pt>
                <c:pt idx="5213">
                  <c:v>0.0096</c:v>
                </c:pt>
                <c:pt idx="5214">
                  <c:v>0.0096</c:v>
                </c:pt>
                <c:pt idx="5215">
                  <c:v>0.0096</c:v>
                </c:pt>
                <c:pt idx="5216">
                  <c:v>0.0096</c:v>
                </c:pt>
                <c:pt idx="5217">
                  <c:v>0.0096</c:v>
                </c:pt>
                <c:pt idx="5218">
                  <c:v>0.0096</c:v>
                </c:pt>
                <c:pt idx="5219">
                  <c:v>0.0096</c:v>
                </c:pt>
                <c:pt idx="5220">
                  <c:v>0.0096</c:v>
                </c:pt>
                <c:pt idx="5221">
                  <c:v>0.0096</c:v>
                </c:pt>
                <c:pt idx="5222">
                  <c:v>0.0096</c:v>
                </c:pt>
                <c:pt idx="5223">
                  <c:v>0.0096</c:v>
                </c:pt>
                <c:pt idx="5224">
                  <c:v>0.0096</c:v>
                </c:pt>
                <c:pt idx="5225">
                  <c:v>0.0096</c:v>
                </c:pt>
                <c:pt idx="5226">
                  <c:v>0.0096</c:v>
                </c:pt>
                <c:pt idx="5227">
                  <c:v>0.0096</c:v>
                </c:pt>
                <c:pt idx="5228">
                  <c:v>0.0096</c:v>
                </c:pt>
                <c:pt idx="5229">
                  <c:v>0.0096</c:v>
                </c:pt>
                <c:pt idx="5230">
                  <c:v>0.0096</c:v>
                </c:pt>
                <c:pt idx="5231">
                  <c:v>0.0096</c:v>
                </c:pt>
                <c:pt idx="5232">
                  <c:v>0.0096</c:v>
                </c:pt>
                <c:pt idx="5233">
                  <c:v>0.0096</c:v>
                </c:pt>
                <c:pt idx="5234">
                  <c:v>0.0096</c:v>
                </c:pt>
                <c:pt idx="5235">
                  <c:v>0.0096</c:v>
                </c:pt>
                <c:pt idx="5236">
                  <c:v>0.0096</c:v>
                </c:pt>
                <c:pt idx="5237">
                  <c:v>0.0096</c:v>
                </c:pt>
                <c:pt idx="5238">
                  <c:v>0.0096</c:v>
                </c:pt>
                <c:pt idx="5239">
                  <c:v>0.0096</c:v>
                </c:pt>
                <c:pt idx="5240">
                  <c:v>0.0096</c:v>
                </c:pt>
                <c:pt idx="5241">
                  <c:v>0.0096</c:v>
                </c:pt>
                <c:pt idx="5242">
                  <c:v>0.0096</c:v>
                </c:pt>
                <c:pt idx="5243">
                  <c:v>0.0096</c:v>
                </c:pt>
                <c:pt idx="5244">
                  <c:v>0.0096</c:v>
                </c:pt>
                <c:pt idx="5245">
                  <c:v>0.0096</c:v>
                </c:pt>
                <c:pt idx="5246">
                  <c:v>0.0096</c:v>
                </c:pt>
                <c:pt idx="5247">
                  <c:v>0.0096</c:v>
                </c:pt>
                <c:pt idx="5248">
                  <c:v>0.0096</c:v>
                </c:pt>
                <c:pt idx="5249">
                  <c:v>0.0096</c:v>
                </c:pt>
                <c:pt idx="5250">
                  <c:v>0.0096</c:v>
                </c:pt>
                <c:pt idx="5251">
                  <c:v>0.0096</c:v>
                </c:pt>
                <c:pt idx="5252">
                  <c:v>0.0096</c:v>
                </c:pt>
                <c:pt idx="5253">
                  <c:v>0.0096</c:v>
                </c:pt>
                <c:pt idx="5254">
                  <c:v>0.0096</c:v>
                </c:pt>
                <c:pt idx="5255">
                  <c:v>0.0096</c:v>
                </c:pt>
                <c:pt idx="5256">
                  <c:v>0.0096</c:v>
                </c:pt>
                <c:pt idx="5257">
                  <c:v>0.0096</c:v>
                </c:pt>
                <c:pt idx="5258">
                  <c:v>0.0096</c:v>
                </c:pt>
                <c:pt idx="5259">
                  <c:v>0.0096</c:v>
                </c:pt>
                <c:pt idx="5260">
                  <c:v>0.0096</c:v>
                </c:pt>
                <c:pt idx="5261">
                  <c:v>0.0096</c:v>
                </c:pt>
                <c:pt idx="5262">
                  <c:v>0.0096</c:v>
                </c:pt>
                <c:pt idx="5263">
                  <c:v>0.0096</c:v>
                </c:pt>
                <c:pt idx="5264">
                  <c:v>0.0096</c:v>
                </c:pt>
                <c:pt idx="5265">
                  <c:v>0.0096</c:v>
                </c:pt>
                <c:pt idx="5266">
                  <c:v>0.0096</c:v>
                </c:pt>
                <c:pt idx="5267">
                  <c:v>0.0096</c:v>
                </c:pt>
                <c:pt idx="5268">
                  <c:v>0.0096</c:v>
                </c:pt>
                <c:pt idx="5269">
                  <c:v>0.0096</c:v>
                </c:pt>
                <c:pt idx="5270">
                  <c:v>0.0096</c:v>
                </c:pt>
                <c:pt idx="5271">
                  <c:v>0.0096</c:v>
                </c:pt>
                <c:pt idx="5272">
                  <c:v>0.0096</c:v>
                </c:pt>
                <c:pt idx="5273">
                  <c:v>0.0096</c:v>
                </c:pt>
                <c:pt idx="5274">
                  <c:v>0.0096</c:v>
                </c:pt>
                <c:pt idx="5275">
                  <c:v>0.0096</c:v>
                </c:pt>
                <c:pt idx="5276">
                  <c:v>0.0096</c:v>
                </c:pt>
                <c:pt idx="5277">
                  <c:v>0.0096</c:v>
                </c:pt>
                <c:pt idx="5278">
                  <c:v>0.0096</c:v>
                </c:pt>
                <c:pt idx="5279">
                  <c:v>0.0096</c:v>
                </c:pt>
                <c:pt idx="5280">
                  <c:v>0.0096</c:v>
                </c:pt>
                <c:pt idx="5281">
                  <c:v>0.0096</c:v>
                </c:pt>
                <c:pt idx="5282">
                  <c:v>0.0096</c:v>
                </c:pt>
                <c:pt idx="5283">
                  <c:v>0.0096</c:v>
                </c:pt>
                <c:pt idx="5284">
                  <c:v>0.0096</c:v>
                </c:pt>
                <c:pt idx="5285">
                  <c:v>0.0096</c:v>
                </c:pt>
                <c:pt idx="5286">
                  <c:v>0.0096</c:v>
                </c:pt>
                <c:pt idx="5287">
                  <c:v>0.0096</c:v>
                </c:pt>
                <c:pt idx="5288">
                  <c:v>0.0096</c:v>
                </c:pt>
                <c:pt idx="5289">
                  <c:v>0.0096</c:v>
                </c:pt>
                <c:pt idx="5290">
                  <c:v>0.0096</c:v>
                </c:pt>
                <c:pt idx="5291">
                  <c:v>0.0096</c:v>
                </c:pt>
                <c:pt idx="5292">
                  <c:v>0.0096</c:v>
                </c:pt>
                <c:pt idx="5293">
                  <c:v>0.0096</c:v>
                </c:pt>
                <c:pt idx="5294">
                  <c:v>0.0096</c:v>
                </c:pt>
                <c:pt idx="5295">
                  <c:v>0.0096</c:v>
                </c:pt>
                <c:pt idx="5296">
                  <c:v>0.0096</c:v>
                </c:pt>
                <c:pt idx="5297">
                  <c:v>0.0096</c:v>
                </c:pt>
                <c:pt idx="5298">
                  <c:v>0.0096</c:v>
                </c:pt>
                <c:pt idx="5299">
                  <c:v>0.0096</c:v>
                </c:pt>
                <c:pt idx="5300">
                  <c:v>0.0096</c:v>
                </c:pt>
                <c:pt idx="5301">
                  <c:v>0.0096</c:v>
                </c:pt>
                <c:pt idx="5302">
                  <c:v>0.0096</c:v>
                </c:pt>
                <c:pt idx="5303">
                  <c:v>0.0096</c:v>
                </c:pt>
                <c:pt idx="5304">
                  <c:v>0.0096</c:v>
                </c:pt>
                <c:pt idx="5305">
                  <c:v>0.0096</c:v>
                </c:pt>
                <c:pt idx="5306">
                  <c:v>0.0096</c:v>
                </c:pt>
                <c:pt idx="5307">
                  <c:v>0.0096</c:v>
                </c:pt>
                <c:pt idx="5308">
                  <c:v>0.0096</c:v>
                </c:pt>
                <c:pt idx="5309">
                  <c:v>0.0096</c:v>
                </c:pt>
                <c:pt idx="5310">
                  <c:v>0.0096</c:v>
                </c:pt>
                <c:pt idx="5311">
                  <c:v>0.0096</c:v>
                </c:pt>
                <c:pt idx="5312">
                  <c:v>0.0096</c:v>
                </c:pt>
                <c:pt idx="5313">
                  <c:v>0.0096</c:v>
                </c:pt>
                <c:pt idx="5314">
                  <c:v>0.0096</c:v>
                </c:pt>
                <c:pt idx="5315">
                  <c:v>0.0096</c:v>
                </c:pt>
                <c:pt idx="5316">
                  <c:v>0.0096</c:v>
                </c:pt>
                <c:pt idx="5317">
                  <c:v>0.0096</c:v>
                </c:pt>
                <c:pt idx="5318">
                  <c:v>0.0096</c:v>
                </c:pt>
                <c:pt idx="5319">
                  <c:v>0.0096</c:v>
                </c:pt>
                <c:pt idx="5320">
                  <c:v>0.0096</c:v>
                </c:pt>
                <c:pt idx="5321">
                  <c:v>0.0096</c:v>
                </c:pt>
                <c:pt idx="5322">
                  <c:v>0.0096</c:v>
                </c:pt>
                <c:pt idx="5323">
                  <c:v>0.0096</c:v>
                </c:pt>
                <c:pt idx="5324">
                  <c:v>0.0096</c:v>
                </c:pt>
                <c:pt idx="5325">
                  <c:v>0.0096</c:v>
                </c:pt>
                <c:pt idx="5326">
                  <c:v>0.0096</c:v>
                </c:pt>
                <c:pt idx="5327">
                  <c:v>0.0096</c:v>
                </c:pt>
                <c:pt idx="5328">
                  <c:v>0.0096</c:v>
                </c:pt>
                <c:pt idx="5329">
                  <c:v>0.0096</c:v>
                </c:pt>
                <c:pt idx="5330">
                  <c:v>0.0096</c:v>
                </c:pt>
                <c:pt idx="5331">
                  <c:v>0.0096</c:v>
                </c:pt>
                <c:pt idx="5332">
                  <c:v>0.0096</c:v>
                </c:pt>
                <c:pt idx="5333">
                  <c:v>0.0096</c:v>
                </c:pt>
                <c:pt idx="5334">
                  <c:v>0.0096</c:v>
                </c:pt>
                <c:pt idx="5335">
                  <c:v>0.0096</c:v>
                </c:pt>
                <c:pt idx="5336">
                  <c:v>0.0096</c:v>
                </c:pt>
                <c:pt idx="5337">
                  <c:v>0.0096</c:v>
                </c:pt>
                <c:pt idx="5338">
                  <c:v>0.0096</c:v>
                </c:pt>
                <c:pt idx="5339">
                  <c:v>0.0096</c:v>
                </c:pt>
                <c:pt idx="5340">
                  <c:v>0.0096</c:v>
                </c:pt>
                <c:pt idx="5341">
                  <c:v>0.0096</c:v>
                </c:pt>
                <c:pt idx="5342">
                  <c:v>0.0096</c:v>
                </c:pt>
                <c:pt idx="5343">
                  <c:v>0.0096</c:v>
                </c:pt>
                <c:pt idx="5344">
                  <c:v>0.0096</c:v>
                </c:pt>
                <c:pt idx="5345">
                  <c:v>0.0096</c:v>
                </c:pt>
                <c:pt idx="5346">
                  <c:v>0.0096</c:v>
                </c:pt>
                <c:pt idx="5347">
                  <c:v>0.0096</c:v>
                </c:pt>
                <c:pt idx="5348">
                  <c:v>0.0096</c:v>
                </c:pt>
                <c:pt idx="5349">
                  <c:v>0.0096</c:v>
                </c:pt>
                <c:pt idx="5350">
                  <c:v>0.0096</c:v>
                </c:pt>
                <c:pt idx="5351">
                  <c:v>0.0096</c:v>
                </c:pt>
                <c:pt idx="5352">
                  <c:v>0.0096</c:v>
                </c:pt>
                <c:pt idx="5353">
                  <c:v>0.0096</c:v>
                </c:pt>
                <c:pt idx="5354">
                  <c:v>0.0096</c:v>
                </c:pt>
                <c:pt idx="5355">
                  <c:v>0.0096</c:v>
                </c:pt>
                <c:pt idx="5356">
                  <c:v>0.0096</c:v>
                </c:pt>
                <c:pt idx="5357">
                  <c:v>0.0096</c:v>
                </c:pt>
                <c:pt idx="5358">
                  <c:v>0.0096</c:v>
                </c:pt>
                <c:pt idx="5359">
                  <c:v>0.0096</c:v>
                </c:pt>
                <c:pt idx="5360">
                  <c:v>0.0096</c:v>
                </c:pt>
                <c:pt idx="5361">
                  <c:v>0.0096</c:v>
                </c:pt>
                <c:pt idx="5362">
                  <c:v>0.0096</c:v>
                </c:pt>
                <c:pt idx="5363">
                  <c:v>0.0096</c:v>
                </c:pt>
                <c:pt idx="5364">
                  <c:v>0.0096</c:v>
                </c:pt>
                <c:pt idx="5365">
                  <c:v>0.0096</c:v>
                </c:pt>
                <c:pt idx="5366">
                  <c:v>0.0096</c:v>
                </c:pt>
                <c:pt idx="5367">
                  <c:v>0.0096</c:v>
                </c:pt>
                <c:pt idx="5368">
                  <c:v>0.0096</c:v>
                </c:pt>
                <c:pt idx="5369">
                  <c:v>0.0096</c:v>
                </c:pt>
                <c:pt idx="5370">
                  <c:v>0.0096</c:v>
                </c:pt>
                <c:pt idx="5371">
                  <c:v>0.0096</c:v>
                </c:pt>
                <c:pt idx="5372">
                  <c:v>0.0096</c:v>
                </c:pt>
                <c:pt idx="5373">
                  <c:v>0.0096</c:v>
                </c:pt>
                <c:pt idx="5374">
                  <c:v>0.0096</c:v>
                </c:pt>
                <c:pt idx="5375">
                  <c:v>0.0096</c:v>
                </c:pt>
                <c:pt idx="5376">
                  <c:v>0.0096</c:v>
                </c:pt>
                <c:pt idx="5377">
                  <c:v>0.0096</c:v>
                </c:pt>
                <c:pt idx="5378">
                  <c:v>0.0096</c:v>
                </c:pt>
                <c:pt idx="5379">
                  <c:v>0.0096</c:v>
                </c:pt>
                <c:pt idx="5380">
                  <c:v>0.0096</c:v>
                </c:pt>
                <c:pt idx="5381">
                  <c:v>0.0096</c:v>
                </c:pt>
                <c:pt idx="5382">
                  <c:v>0.0096</c:v>
                </c:pt>
                <c:pt idx="5383">
                  <c:v>0.0096</c:v>
                </c:pt>
                <c:pt idx="5384">
                  <c:v>0.0096</c:v>
                </c:pt>
                <c:pt idx="5385">
                  <c:v>0.0096</c:v>
                </c:pt>
                <c:pt idx="5386">
                  <c:v>0.0096</c:v>
                </c:pt>
                <c:pt idx="5387">
                  <c:v>0.0096</c:v>
                </c:pt>
                <c:pt idx="5388">
                  <c:v>0.0096</c:v>
                </c:pt>
                <c:pt idx="5389">
                  <c:v>0.0096</c:v>
                </c:pt>
                <c:pt idx="5390">
                  <c:v>0.0096</c:v>
                </c:pt>
                <c:pt idx="5391">
                  <c:v>0.0096</c:v>
                </c:pt>
                <c:pt idx="5392">
                  <c:v>0.0096</c:v>
                </c:pt>
                <c:pt idx="5393">
                  <c:v>0.0096</c:v>
                </c:pt>
                <c:pt idx="5394">
                  <c:v>0.0096</c:v>
                </c:pt>
                <c:pt idx="5395">
                  <c:v>0.0096</c:v>
                </c:pt>
                <c:pt idx="5396">
                  <c:v>0.0096</c:v>
                </c:pt>
                <c:pt idx="5397">
                  <c:v>0.0096</c:v>
                </c:pt>
                <c:pt idx="5398">
                  <c:v>0.0096</c:v>
                </c:pt>
                <c:pt idx="5399">
                  <c:v>0.0096</c:v>
                </c:pt>
                <c:pt idx="5400">
                  <c:v>0.0096</c:v>
                </c:pt>
                <c:pt idx="5401">
                  <c:v>0.0096</c:v>
                </c:pt>
                <c:pt idx="5402">
                  <c:v>0.0096</c:v>
                </c:pt>
                <c:pt idx="5403">
                  <c:v>0.0096</c:v>
                </c:pt>
                <c:pt idx="5404">
                  <c:v>0.0096</c:v>
                </c:pt>
                <c:pt idx="5405">
                  <c:v>0.0096</c:v>
                </c:pt>
                <c:pt idx="5406">
                  <c:v>0.0096</c:v>
                </c:pt>
                <c:pt idx="5407">
                  <c:v>0.0096</c:v>
                </c:pt>
                <c:pt idx="5408">
                  <c:v>0.0096</c:v>
                </c:pt>
                <c:pt idx="5409">
                  <c:v>0.0096</c:v>
                </c:pt>
                <c:pt idx="5410">
                  <c:v>0.0096</c:v>
                </c:pt>
                <c:pt idx="5411">
                  <c:v>0.0096</c:v>
                </c:pt>
                <c:pt idx="5412">
                  <c:v>0.0096</c:v>
                </c:pt>
                <c:pt idx="5413">
                  <c:v>0.0096</c:v>
                </c:pt>
                <c:pt idx="5414">
                  <c:v>0.0096</c:v>
                </c:pt>
                <c:pt idx="5415">
                  <c:v>0.0096</c:v>
                </c:pt>
                <c:pt idx="5416">
                  <c:v>0.0096</c:v>
                </c:pt>
                <c:pt idx="5417">
                  <c:v>0.0096</c:v>
                </c:pt>
                <c:pt idx="5418">
                  <c:v>0.0096</c:v>
                </c:pt>
                <c:pt idx="5419">
                  <c:v>0.0096</c:v>
                </c:pt>
                <c:pt idx="5420">
                  <c:v>0.0096</c:v>
                </c:pt>
                <c:pt idx="5421">
                  <c:v>0.0096</c:v>
                </c:pt>
                <c:pt idx="5422">
                  <c:v>0.0096</c:v>
                </c:pt>
                <c:pt idx="5423">
                  <c:v>0.0096</c:v>
                </c:pt>
                <c:pt idx="5424">
                  <c:v>0.0096</c:v>
                </c:pt>
                <c:pt idx="5425">
                  <c:v>0.0096</c:v>
                </c:pt>
                <c:pt idx="5426">
                  <c:v>0.0096</c:v>
                </c:pt>
                <c:pt idx="5427">
                  <c:v>0.0096</c:v>
                </c:pt>
                <c:pt idx="5428">
                  <c:v>0.0096</c:v>
                </c:pt>
                <c:pt idx="5429">
                  <c:v>0.0096</c:v>
                </c:pt>
                <c:pt idx="5430">
                  <c:v>0.0096</c:v>
                </c:pt>
                <c:pt idx="5431">
                  <c:v>0.0096</c:v>
                </c:pt>
                <c:pt idx="5432">
                  <c:v>0.0096</c:v>
                </c:pt>
                <c:pt idx="5433">
                  <c:v>0.0096</c:v>
                </c:pt>
                <c:pt idx="5434">
                  <c:v>0.0096</c:v>
                </c:pt>
                <c:pt idx="5435">
                  <c:v>0.0096</c:v>
                </c:pt>
                <c:pt idx="5436">
                  <c:v>0.0096</c:v>
                </c:pt>
                <c:pt idx="5437">
                  <c:v>0.0096</c:v>
                </c:pt>
                <c:pt idx="5438">
                  <c:v>0.0096</c:v>
                </c:pt>
                <c:pt idx="5439">
                  <c:v>0.0096</c:v>
                </c:pt>
                <c:pt idx="5440">
                  <c:v>0.0096</c:v>
                </c:pt>
                <c:pt idx="5441">
                  <c:v>0.0096</c:v>
                </c:pt>
                <c:pt idx="5442">
                  <c:v>0.0096</c:v>
                </c:pt>
                <c:pt idx="5443">
                  <c:v>0.0096</c:v>
                </c:pt>
                <c:pt idx="5444">
                  <c:v>0.0096</c:v>
                </c:pt>
                <c:pt idx="5445">
                  <c:v>0.0096</c:v>
                </c:pt>
                <c:pt idx="5446">
                  <c:v>0.0096</c:v>
                </c:pt>
                <c:pt idx="5447">
                  <c:v>0.0096</c:v>
                </c:pt>
                <c:pt idx="5448">
                  <c:v>0.0096</c:v>
                </c:pt>
                <c:pt idx="5449">
                  <c:v>0.0096</c:v>
                </c:pt>
                <c:pt idx="5450">
                  <c:v>0.0096</c:v>
                </c:pt>
                <c:pt idx="5451">
                  <c:v>0.0096</c:v>
                </c:pt>
                <c:pt idx="5452">
                  <c:v>0.0096</c:v>
                </c:pt>
                <c:pt idx="5453">
                  <c:v>0.0096</c:v>
                </c:pt>
                <c:pt idx="5454">
                  <c:v>0.0096</c:v>
                </c:pt>
                <c:pt idx="5455">
                  <c:v>0.0096</c:v>
                </c:pt>
                <c:pt idx="5456">
                  <c:v>0.0096</c:v>
                </c:pt>
                <c:pt idx="5457">
                  <c:v>0.0096</c:v>
                </c:pt>
                <c:pt idx="5458">
                  <c:v>0.0096</c:v>
                </c:pt>
                <c:pt idx="5459">
                  <c:v>0.0096</c:v>
                </c:pt>
                <c:pt idx="5460">
                  <c:v>0.0096</c:v>
                </c:pt>
                <c:pt idx="5461">
                  <c:v>0.0096</c:v>
                </c:pt>
                <c:pt idx="5462">
                  <c:v>0.0096</c:v>
                </c:pt>
                <c:pt idx="5463">
                  <c:v>0.0096</c:v>
                </c:pt>
                <c:pt idx="5464">
                  <c:v>0.0096</c:v>
                </c:pt>
                <c:pt idx="5465">
                  <c:v>0.0096</c:v>
                </c:pt>
                <c:pt idx="5466">
                  <c:v>0.0096</c:v>
                </c:pt>
                <c:pt idx="5467">
                  <c:v>0.0096</c:v>
                </c:pt>
                <c:pt idx="5468">
                  <c:v>0.0096</c:v>
                </c:pt>
                <c:pt idx="5469">
                  <c:v>0.0096</c:v>
                </c:pt>
                <c:pt idx="5470">
                  <c:v>0.0096</c:v>
                </c:pt>
                <c:pt idx="5471">
                  <c:v>0.0096</c:v>
                </c:pt>
                <c:pt idx="5472">
                  <c:v>0.0096</c:v>
                </c:pt>
                <c:pt idx="5473">
                  <c:v>0.0096</c:v>
                </c:pt>
                <c:pt idx="5474">
                  <c:v>0.0096</c:v>
                </c:pt>
                <c:pt idx="5475">
                  <c:v>0.0096</c:v>
                </c:pt>
                <c:pt idx="5476">
                  <c:v>0.0096</c:v>
                </c:pt>
                <c:pt idx="5477">
                  <c:v>0.0096</c:v>
                </c:pt>
                <c:pt idx="5478">
                  <c:v>0.0096</c:v>
                </c:pt>
                <c:pt idx="5479">
                  <c:v>0.0096</c:v>
                </c:pt>
                <c:pt idx="5480">
                  <c:v>0.0096</c:v>
                </c:pt>
                <c:pt idx="5481">
                  <c:v>0.0096</c:v>
                </c:pt>
                <c:pt idx="5482">
                  <c:v>0.0096</c:v>
                </c:pt>
                <c:pt idx="5483">
                  <c:v>0.0096</c:v>
                </c:pt>
                <c:pt idx="5484">
                  <c:v>0.0096</c:v>
                </c:pt>
                <c:pt idx="5485">
                  <c:v>0.0096</c:v>
                </c:pt>
                <c:pt idx="5486">
                  <c:v>0.0096</c:v>
                </c:pt>
                <c:pt idx="5487">
                  <c:v>0.0096</c:v>
                </c:pt>
                <c:pt idx="5488">
                  <c:v>0.0096</c:v>
                </c:pt>
                <c:pt idx="5489">
                  <c:v>0.0096</c:v>
                </c:pt>
                <c:pt idx="5490">
                  <c:v>0.0096</c:v>
                </c:pt>
                <c:pt idx="5491">
                  <c:v>0.0096</c:v>
                </c:pt>
                <c:pt idx="5492">
                  <c:v>0.0096</c:v>
                </c:pt>
                <c:pt idx="5493">
                  <c:v>0.0096</c:v>
                </c:pt>
                <c:pt idx="5494">
                  <c:v>0.0096</c:v>
                </c:pt>
                <c:pt idx="5495">
                  <c:v>0.0096</c:v>
                </c:pt>
                <c:pt idx="5496">
                  <c:v>0.0096</c:v>
                </c:pt>
                <c:pt idx="5497">
                  <c:v>0.0096</c:v>
                </c:pt>
                <c:pt idx="5498">
                  <c:v>0.0096</c:v>
                </c:pt>
                <c:pt idx="5499">
                  <c:v>0.0096</c:v>
                </c:pt>
                <c:pt idx="5500">
                  <c:v>0.0096</c:v>
                </c:pt>
                <c:pt idx="5501">
                  <c:v>0.0096</c:v>
                </c:pt>
                <c:pt idx="5502">
                  <c:v>0.0096</c:v>
                </c:pt>
                <c:pt idx="5503">
                  <c:v>0.0096</c:v>
                </c:pt>
                <c:pt idx="5504">
                  <c:v>0.0096</c:v>
                </c:pt>
                <c:pt idx="5505">
                  <c:v>0.0096</c:v>
                </c:pt>
                <c:pt idx="5506">
                  <c:v>0.0096</c:v>
                </c:pt>
                <c:pt idx="5507">
                  <c:v>0.0096</c:v>
                </c:pt>
                <c:pt idx="5508">
                  <c:v>0.0096</c:v>
                </c:pt>
                <c:pt idx="5509">
                  <c:v>0.0096</c:v>
                </c:pt>
                <c:pt idx="5510">
                  <c:v>0.0096</c:v>
                </c:pt>
                <c:pt idx="5511">
                  <c:v>0.0096</c:v>
                </c:pt>
                <c:pt idx="5512">
                  <c:v>0.0096</c:v>
                </c:pt>
                <c:pt idx="5513">
                  <c:v>0.0096</c:v>
                </c:pt>
                <c:pt idx="5514">
                  <c:v>0.0096</c:v>
                </c:pt>
                <c:pt idx="5515">
                  <c:v>0.0096</c:v>
                </c:pt>
                <c:pt idx="5516">
                  <c:v>0.0096</c:v>
                </c:pt>
                <c:pt idx="5517">
                  <c:v>0.0096</c:v>
                </c:pt>
                <c:pt idx="5518">
                  <c:v>0.0096</c:v>
                </c:pt>
                <c:pt idx="5519">
                  <c:v>0.0096</c:v>
                </c:pt>
                <c:pt idx="5520">
                  <c:v>0.0096</c:v>
                </c:pt>
                <c:pt idx="5521">
                  <c:v>0.0096</c:v>
                </c:pt>
                <c:pt idx="5522">
                  <c:v>0.0096</c:v>
                </c:pt>
                <c:pt idx="5523">
                  <c:v>0.0096</c:v>
                </c:pt>
                <c:pt idx="5524">
                  <c:v>0.0096</c:v>
                </c:pt>
                <c:pt idx="5525">
                  <c:v>0.0096</c:v>
                </c:pt>
                <c:pt idx="5526">
                  <c:v>0.0096</c:v>
                </c:pt>
                <c:pt idx="5527">
                  <c:v>0.0096</c:v>
                </c:pt>
                <c:pt idx="5528">
                  <c:v>0.0096</c:v>
                </c:pt>
                <c:pt idx="5529">
                  <c:v>0.0096</c:v>
                </c:pt>
                <c:pt idx="5530">
                  <c:v>0.0096</c:v>
                </c:pt>
                <c:pt idx="5531">
                  <c:v>0.0096</c:v>
                </c:pt>
                <c:pt idx="5532">
                  <c:v>0.0096</c:v>
                </c:pt>
                <c:pt idx="5533">
                  <c:v>0.0096</c:v>
                </c:pt>
                <c:pt idx="5534">
                  <c:v>0.0096</c:v>
                </c:pt>
                <c:pt idx="5535">
                  <c:v>0.0096</c:v>
                </c:pt>
                <c:pt idx="5536">
                  <c:v>0.0096</c:v>
                </c:pt>
                <c:pt idx="5537">
                  <c:v>0.0096</c:v>
                </c:pt>
                <c:pt idx="5538">
                  <c:v>0.0096</c:v>
                </c:pt>
                <c:pt idx="5539">
                  <c:v>0.0096</c:v>
                </c:pt>
                <c:pt idx="5540">
                  <c:v>0.0096</c:v>
                </c:pt>
                <c:pt idx="5541">
                  <c:v>0.0096</c:v>
                </c:pt>
                <c:pt idx="5542">
                  <c:v>0.0096</c:v>
                </c:pt>
                <c:pt idx="5543">
                  <c:v>0.0096</c:v>
                </c:pt>
                <c:pt idx="5544">
                  <c:v>0.0096</c:v>
                </c:pt>
                <c:pt idx="5545">
                  <c:v>0.0096</c:v>
                </c:pt>
                <c:pt idx="5546">
                  <c:v>0.0096</c:v>
                </c:pt>
                <c:pt idx="5547">
                  <c:v>0.0096</c:v>
                </c:pt>
                <c:pt idx="5548">
                  <c:v>0.0096</c:v>
                </c:pt>
                <c:pt idx="5549">
                  <c:v>0.0096</c:v>
                </c:pt>
                <c:pt idx="5550">
                  <c:v>0.0096</c:v>
                </c:pt>
                <c:pt idx="5551">
                  <c:v>0.0096</c:v>
                </c:pt>
                <c:pt idx="5552">
                  <c:v>0.0096</c:v>
                </c:pt>
                <c:pt idx="5553">
                  <c:v>0.0096</c:v>
                </c:pt>
                <c:pt idx="5554">
                  <c:v>0.0096</c:v>
                </c:pt>
                <c:pt idx="5555">
                  <c:v>0.0096</c:v>
                </c:pt>
                <c:pt idx="5556">
                  <c:v>0.0096</c:v>
                </c:pt>
                <c:pt idx="5557">
                  <c:v>0.0096</c:v>
                </c:pt>
                <c:pt idx="5558">
                  <c:v>0.0096</c:v>
                </c:pt>
                <c:pt idx="5559">
                  <c:v>0.0096</c:v>
                </c:pt>
                <c:pt idx="5560">
                  <c:v>0.0096</c:v>
                </c:pt>
                <c:pt idx="5561">
                  <c:v>0.0096</c:v>
                </c:pt>
                <c:pt idx="5562">
                  <c:v>0.0096</c:v>
                </c:pt>
                <c:pt idx="5563">
                  <c:v>0.0096</c:v>
                </c:pt>
                <c:pt idx="5564">
                  <c:v>0.0096</c:v>
                </c:pt>
                <c:pt idx="5565">
                  <c:v>0.0096</c:v>
                </c:pt>
                <c:pt idx="5566">
                  <c:v>0.0096</c:v>
                </c:pt>
                <c:pt idx="5567">
                  <c:v>0.0096</c:v>
                </c:pt>
                <c:pt idx="5568">
                  <c:v>0.0096</c:v>
                </c:pt>
                <c:pt idx="5569">
                  <c:v>0.0096</c:v>
                </c:pt>
                <c:pt idx="5570">
                  <c:v>0.0096</c:v>
                </c:pt>
                <c:pt idx="5571">
                  <c:v>0.0096</c:v>
                </c:pt>
                <c:pt idx="5572">
                  <c:v>0.0096</c:v>
                </c:pt>
                <c:pt idx="5573">
                  <c:v>0.0096</c:v>
                </c:pt>
                <c:pt idx="5574">
                  <c:v>0.0096</c:v>
                </c:pt>
                <c:pt idx="5575">
                  <c:v>0.0096</c:v>
                </c:pt>
                <c:pt idx="5576">
                  <c:v>0.0096</c:v>
                </c:pt>
                <c:pt idx="5577">
                  <c:v>0.0096</c:v>
                </c:pt>
                <c:pt idx="5578">
                  <c:v>0.0096</c:v>
                </c:pt>
                <c:pt idx="5579">
                  <c:v>0.0096</c:v>
                </c:pt>
                <c:pt idx="5580">
                  <c:v>0.0096</c:v>
                </c:pt>
                <c:pt idx="5581">
                  <c:v>0.0096</c:v>
                </c:pt>
                <c:pt idx="5582">
                  <c:v>0.0096</c:v>
                </c:pt>
                <c:pt idx="5583">
                  <c:v>0.0096</c:v>
                </c:pt>
                <c:pt idx="5584">
                  <c:v>0.0096</c:v>
                </c:pt>
                <c:pt idx="5585">
                  <c:v>0.0096</c:v>
                </c:pt>
                <c:pt idx="5586">
                  <c:v>0.0096</c:v>
                </c:pt>
                <c:pt idx="5587">
                  <c:v>0.0096</c:v>
                </c:pt>
                <c:pt idx="5588">
                  <c:v>0.0096</c:v>
                </c:pt>
                <c:pt idx="5589">
                  <c:v>0.0096</c:v>
                </c:pt>
                <c:pt idx="5590">
                  <c:v>0.0096</c:v>
                </c:pt>
                <c:pt idx="5591">
                  <c:v>0.0096</c:v>
                </c:pt>
                <c:pt idx="5592">
                  <c:v>0.0096</c:v>
                </c:pt>
                <c:pt idx="5593">
                  <c:v>0.0096</c:v>
                </c:pt>
                <c:pt idx="5594">
                  <c:v>0.0096</c:v>
                </c:pt>
                <c:pt idx="5595">
                  <c:v>0.0096</c:v>
                </c:pt>
                <c:pt idx="5596">
                  <c:v>0.0096</c:v>
                </c:pt>
                <c:pt idx="5597">
                  <c:v>0.0096</c:v>
                </c:pt>
                <c:pt idx="5598">
                  <c:v>0.0096</c:v>
                </c:pt>
                <c:pt idx="5599">
                  <c:v>0.0096</c:v>
                </c:pt>
                <c:pt idx="5600">
                  <c:v>0.0096</c:v>
                </c:pt>
                <c:pt idx="5601">
                  <c:v>0.0096</c:v>
                </c:pt>
                <c:pt idx="5602">
                  <c:v>0.0096</c:v>
                </c:pt>
                <c:pt idx="5603">
                  <c:v>0.0096</c:v>
                </c:pt>
                <c:pt idx="5604">
                  <c:v>0.0096</c:v>
                </c:pt>
                <c:pt idx="5605">
                  <c:v>0.0096</c:v>
                </c:pt>
                <c:pt idx="5606">
                  <c:v>0.0096</c:v>
                </c:pt>
                <c:pt idx="5607">
                  <c:v>0.0096</c:v>
                </c:pt>
                <c:pt idx="5608">
                  <c:v>0.0096</c:v>
                </c:pt>
                <c:pt idx="5609">
                  <c:v>0.0096</c:v>
                </c:pt>
                <c:pt idx="5610">
                  <c:v>0.0096</c:v>
                </c:pt>
                <c:pt idx="5611">
                  <c:v>0.0096</c:v>
                </c:pt>
                <c:pt idx="5612">
                  <c:v>0.0096</c:v>
                </c:pt>
                <c:pt idx="5613">
                  <c:v>0.0096</c:v>
                </c:pt>
                <c:pt idx="5614">
                  <c:v>0.0096</c:v>
                </c:pt>
                <c:pt idx="5615">
                  <c:v>0.0096</c:v>
                </c:pt>
                <c:pt idx="5616">
                  <c:v>0.0096</c:v>
                </c:pt>
                <c:pt idx="5617">
                  <c:v>0.0096</c:v>
                </c:pt>
                <c:pt idx="5618">
                  <c:v>0.0096</c:v>
                </c:pt>
                <c:pt idx="5619">
                  <c:v>0.0096</c:v>
                </c:pt>
                <c:pt idx="5620">
                  <c:v>0.0096</c:v>
                </c:pt>
                <c:pt idx="5621">
                  <c:v>0.0096</c:v>
                </c:pt>
                <c:pt idx="5622">
                  <c:v>0.0096</c:v>
                </c:pt>
                <c:pt idx="5623">
                  <c:v>0.0096</c:v>
                </c:pt>
                <c:pt idx="5624">
                  <c:v>0.0096</c:v>
                </c:pt>
                <c:pt idx="5625">
                  <c:v>0.0096</c:v>
                </c:pt>
                <c:pt idx="5626">
                  <c:v>0.0096</c:v>
                </c:pt>
                <c:pt idx="5627">
                  <c:v>0.0096</c:v>
                </c:pt>
                <c:pt idx="5628">
                  <c:v>0.0096</c:v>
                </c:pt>
                <c:pt idx="5629">
                  <c:v>0.0096</c:v>
                </c:pt>
                <c:pt idx="5630">
                  <c:v>0.0096</c:v>
                </c:pt>
                <c:pt idx="5631">
                  <c:v>0.0096</c:v>
                </c:pt>
                <c:pt idx="5632">
                  <c:v>0.0096</c:v>
                </c:pt>
                <c:pt idx="5633">
                  <c:v>0.0096</c:v>
                </c:pt>
                <c:pt idx="5634">
                  <c:v>0.0096</c:v>
                </c:pt>
                <c:pt idx="5635">
                  <c:v>0.0096</c:v>
                </c:pt>
                <c:pt idx="5636">
                  <c:v>0.0096</c:v>
                </c:pt>
                <c:pt idx="5637">
                  <c:v>0.0096</c:v>
                </c:pt>
                <c:pt idx="5638">
                  <c:v>0.0096</c:v>
                </c:pt>
                <c:pt idx="5639">
                  <c:v>0.0096</c:v>
                </c:pt>
                <c:pt idx="5640">
                  <c:v>0.0096</c:v>
                </c:pt>
                <c:pt idx="5641">
                  <c:v>0.0096</c:v>
                </c:pt>
                <c:pt idx="5642">
                  <c:v>0.0096</c:v>
                </c:pt>
                <c:pt idx="5643">
                  <c:v>0.0096</c:v>
                </c:pt>
                <c:pt idx="5644">
                  <c:v>0.0096</c:v>
                </c:pt>
                <c:pt idx="5645">
                  <c:v>0.0096</c:v>
                </c:pt>
                <c:pt idx="5646">
                  <c:v>0.0096</c:v>
                </c:pt>
                <c:pt idx="5647">
                  <c:v>0.0096</c:v>
                </c:pt>
                <c:pt idx="5648">
                  <c:v>0.0096</c:v>
                </c:pt>
                <c:pt idx="5649">
                  <c:v>0.0096</c:v>
                </c:pt>
                <c:pt idx="5650">
                  <c:v>0.0096</c:v>
                </c:pt>
                <c:pt idx="5651">
                  <c:v>0.0096</c:v>
                </c:pt>
                <c:pt idx="5652">
                  <c:v>0.0096</c:v>
                </c:pt>
                <c:pt idx="5653">
                  <c:v>0.0096</c:v>
                </c:pt>
                <c:pt idx="5654">
                  <c:v>0.0096</c:v>
                </c:pt>
                <c:pt idx="5655">
                  <c:v>0.0096</c:v>
                </c:pt>
                <c:pt idx="5656">
                  <c:v>0.0096</c:v>
                </c:pt>
                <c:pt idx="5657">
                  <c:v>0.0096</c:v>
                </c:pt>
                <c:pt idx="5658">
                  <c:v>0.0096</c:v>
                </c:pt>
                <c:pt idx="5659">
                  <c:v>0.0096</c:v>
                </c:pt>
                <c:pt idx="5660">
                  <c:v>0.0096</c:v>
                </c:pt>
                <c:pt idx="5661">
                  <c:v>0.0096</c:v>
                </c:pt>
                <c:pt idx="5662">
                  <c:v>0.0096</c:v>
                </c:pt>
                <c:pt idx="5663">
                  <c:v>0.0096</c:v>
                </c:pt>
                <c:pt idx="5664">
                  <c:v>0.0096</c:v>
                </c:pt>
                <c:pt idx="5665">
                  <c:v>0.0096</c:v>
                </c:pt>
                <c:pt idx="5666">
                  <c:v>0.0096</c:v>
                </c:pt>
                <c:pt idx="5667">
                  <c:v>0.0096</c:v>
                </c:pt>
                <c:pt idx="5668">
                  <c:v>0.0096</c:v>
                </c:pt>
                <c:pt idx="5669">
                  <c:v>0.0096</c:v>
                </c:pt>
                <c:pt idx="5670">
                  <c:v>0.0096</c:v>
                </c:pt>
                <c:pt idx="5671">
                  <c:v>0.0096</c:v>
                </c:pt>
                <c:pt idx="5672">
                  <c:v>0.0096</c:v>
                </c:pt>
                <c:pt idx="5673">
                  <c:v>0.0096</c:v>
                </c:pt>
                <c:pt idx="5674">
                  <c:v>0.0096</c:v>
                </c:pt>
                <c:pt idx="5675">
                  <c:v>0.0096</c:v>
                </c:pt>
                <c:pt idx="5676">
                  <c:v>0.0096</c:v>
                </c:pt>
                <c:pt idx="5677">
                  <c:v>0.0096</c:v>
                </c:pt>
                <c:pt idx="5678">
                  <c:v>0.0096</c:v>
                </c:pt>
                <c:pt idx="5679">
                  <c:v>0.0096</c:v>
                </c:pt>
                <c:pt idx="5680">
                  <c:v>0.0096</c:v>
                </c:pt>
                <c:pt idx="5681">
                  <c:v>0.0096</c:v>
                </c:pt>
                <c:pt idx="5682">
                  <c:v>0.0096</c:v>
                </c:pt>
                <c:pt idx="5683">
                  <c:v>0.0096</c:v>
                </c:pt>
                <c:pt idx="5684">
                  <c:v>0.0096</c:v>
                </c:pt>
                <c:pt idx="5685">
                  <c:v>0.0096</c:v>
                </c:pt>
                <c:pt idx="5686">
                  <c:v>0.0096</c:v>
                </c:pt>
                <c:pt idx="5687">
                  <c:v>0.0096</c:v>
                </c:pt>
                <c:pt idx="5688">
                  <c:v>0.0096</c:v>
                </c:pt>
                <c:pt idx="5689">
                  <c:v>0.0096</c:v>
                </c:pt>
                <c:pt idx="5690">
                  <c:v>0.0096</c:v>
                </c:pt>
                <c:pt idx="5691">
                  <c:v>0.0096</c:v>
                </c:pt>
                <c:pt idx="5692">
                  <c:v>0.0096</c:v>
                </c:pt>
                <c:pt idx="5693">
                  <c:v>0.0096</c:v>
                </c:pt>
                <c:pt idx="5694">
                  <c:v>0.0096</c:v>
                </c:pt>
                <c:pt idx="5695">
                  <c:v>0.0096</c:v>
                </c:pt>
                <c:pt idx="5696">
                  <c:v>0.0096</c:v>
                </c:pt>
                <c:pt idx="5697">
                  <c:v>0.0096</c:v>
                </c:pt>
                <c:pt idx="5698">
                  <c:v>0.0096</c:v>
                </c:pt>
                <c:pt idx="5699">
                  <c:v>0.0096</c:v>
                </c:pt>
                <c:pt idx="5700">
                  <c:v>0.0096</c:v>
                </c:pt>
                <c:pt idx="5701">
                  <c:v>0.0096</c:v>
                </c:pt>
                <c:pt idx="5702">
                  <c:v>0.0096</c:v>
                </c:pt>
                <c:pt idx="5703">
                  <c:v>0.0096</c:v>
                </c:pt>
                <c:pt idx="5704">
                  <c:v>0.0096</c:v>
                </c:pt>
                <c:pt idx="5705">
                  <c:v>0.0096</c:v>
                </c:pt>
                <c:pt idx="5706">
                  <c:v>0.0096</c:v>
                </c:pt>
                <c:pt idx="5707">
                  <c:v>0.0096</c:v>
                </c:pt>
                <c:pt idx="5708">
                  <c:v>0.0096</c:v>
                </c:pt>
                <c:pt idx="5709">
                  <c:v>0.0096</c:v>
                </c:pt>
                <c:pt idx="5710">
                  <c:v>0.0096</c:v>
                </c:pt>
                <c:pt idx="5711">
                  <c:v>0.0096</c:v>
                </c:pt>
                <c:pt idx="5712">
                  <c:v>0.0096</c:v>
                </c:pt>
                <c:pt idx="5713">
                  <c:v>0.0096</c:v>
                </c:pt>
                <c:pt idx="5714">
                  <c:v>0.0096</c:v>
                </c:pt>
                <c:pt idx="5715">
                  <c:v>0.0096</c:v>
                </c:pt>
                <c:pt idx="5716">
                  <c:v>0.0096</c:v>
                </c:pt>
                <c:pt idx="5717">
                  <c:v>0.0096</c:v>
                </c:pt>
                <c:pt idx="5718">
                  <c:v>0.0096</c:v>
                </c:pt>
                <c:pt idx="5719">
                  <c:v>0.0096</c:v>
                </c:pt>
                <c:pt idx="5720">
                  <c:v>0.0096</c:v>
                </c:pt>
                <c:pt idx="5721">
                  <c:v>0.0096</c:v>
                </c:pt>
                <c:pt idx="5722">
                  <c:v>0.0096</c:v>
                </c:pt>
                <c:pt idx="5723">
                  <c:v>0.0096</c:v>
                </c:pt>
                <c:pt idx="5724">
                  <c:v>0.0096</c:v>
                </c:pt>
                <c:pt idx="5725">
                  <c:v>0.0096</c:v>
                </c:pt>
                <c:pt idx="5726">
                  <c:v>0.0096</c:v>
                </c:pt>
                <c:pt idx="5727">
                  <c:v>0.0096</c:v>
                </c:pt>
                <c:pt idx="5728">
                  <c:v>0.0096</c:v>
                </c:pt>
                <c:pt idx="5729">
                  <c:v>0.0096</c:v>
                </c:pt>
                <c:pt idx="5730">
                  <c:v>0.0096</c:v>
                </c:pt>
                <c:pt idx="5731">
                  <c:v>0.0096</c:v>
                </c:pt>
                <c:pt idx="5732">
                  <c:v>0.0096</c:v>
                </c:pt>
                <c:pt idx="5733">
                  <c:v>0.0096</c:v>
                </c:pt>
                <c:pt idx="5734">
                  <c:v>0.0096</c:v>
                </c:pt>
                <c:pt idx="5735">
                  <c:v>0.0096</c:v>
                </c:pt>
                <c:pt idx="5736">
                  <c:v>0.0096</c:v>
                </c:pt>
                <c:pt idx="5737">
                  <c:v>0.0096</c:v>
                </c:pt>
                <c:pt idx="5738">
                  <c:v>0.0096</c:v>
                </c:pt>
                <c:pt idx="5739">
                  <c:v>0.0096</c:v>
                </c:pt>
                <c:pt idx="5740">
                  <c:v>0.0096</c:v>
                </c:pt>
                <c:pt idx="5741">
                  <c:v>0.0096</c:v>
                </c:pt>
                <c:pt idx="5742">
                  <c:v>0.0096</c:v>
                </c:pt>
                <c:pt idx="5743">
                  <c:v>0.0096</c:v>
                </c:pt>
                <c:pt idx="5744">
                  <c:v>0.0096</c:v>
                </c:pt>
                <c:pt idx="5745">
                  <c:v>0.0096</c:v>
                </c:pt>
                <c:pt idx="5746">
                  <c:v>0.0096</c:v>
                </c:pt>
                <c:pt idx="5747">
                  <c:v>0.0096</c:v>
                </c:pt>
                <c:pt idx="5748">
                  <c:v>0.0096</c:v>
                </c:pt>
                <c:pt idx="5749">
                  <c:v>0.0096</c:v>
                </c:pt>
                <c:pt idx="5750">
                  <c:v>0.0096</c:v>
                </c:pt>
                <c:pt idx="5751">
                  <c:v>0.0096</c:v>
                </c:pt>
                <c:pt idx="5752">
                  <c:v>0.0096</c:v>
                </c:pt>
                <c:pt idx="5753">
                  <c:v>0.0096</c:v>
                </c:pt>
                <c:pt idx="5754">
                  <c:v>0.0096</c:v>
                </c:pt>
                <c:pt idx="5755">
                  <c:v>0.0096</c:v>
                </c:pt>
                <c:pt idx="5756">
                  <c:v>0.0096</c:v>
                </c:pt>
                <c:pt idx="5757">
                  <c:v>0.0096</c:v>
                </c:pt>
                <c:pt idx="5758">
                  <c:v>0.0096</c:v>
                </c:pt>
                <c:pt idx="5759">
                  <c:v>0.0096</c:v>
                </c:pt>
                <c:pt idx="5760">
                  <c:v>0.0096</c:v>
                </c:pt>
                <c:pt idx="5761">
                  <c:v>0.0096</c:v>
                </c:pt>
                <c:pt idx="5762">
                  <c:v>0.0096</c:v>
                </c:pt>
                <c:pt idx="5763">
                  <c:v>0.0096</c:v>
                </c:pt>
                <c:pt idx="5764">
                  <c:v>0.0096</c:v>
                </c:pt>
                <c:pt idx="5765">
                  <c:v>0.0096</c:v>
                </c:pt>
                <c:pt idx="5766">
                  <c:v>0.0096</c:v>
                </c:pt>
                <c:pt idx="5767">
                  <c:v>0.0096</c:v>
                </c:pt>
                <c:pt idx="5768">
                  <c:v>0.0096</c:v>
                </c:pt>
                <c:pt idx="5769">
                  <c:v>0.0096</c:v>
                </c:pt>
                <c:pt idx="5770">
                  <c:v>0.0096</c:v>
                </c:pt>
                <c:pt idx="5771">
                  <c:v>0.0096</c:v>
                </c:pt>
                <c:pt idx="5772">
                  <c:v>0.0096</c:v>
                </c:pt>
                <c:pt idx="5773">
                  <c:v>0.0096</c:v>
                </c:pt>
                <c:pt idx="5774">
                  <c:v>0.0096</c:v>
                </c:pt>
                <c:pt idx="5775">
                  <c:v>0.0096</c:v>
                </c:pt>
                <c:pt idx="5776">
                  <c:v>0.0096</c:v>
                </c:pt>
                <c:pt idx="5777">
                  <c:v>0.0096</c:v>
                </c:pt>
                <c:pt idx="5778">
                  <c:v>0.0096</c:v>
                </c:pt>
                <c:pt idx="5779">
                  <c:v>0.0096</c:v>
                </c:pt>
                <c:pt idx="5780">
                  <c:v>0.0096</c:v>
                </c:pt>
                <c:pt idx="5781">
                  <c:v>0.0096</c:v>
                </c:pt>
                <c:pt idx="5782">
                  <c:v>0.0096</c:v>
                </c:pt>
                <c:pt idx="5783">
                  <c:v>0.0096</c:v>
                </c:pt>
                <c:pt idx="5784">
                  <c:v>0.0096</c:v>
                </c:pt>
                <c:pt idx="5785">
                  <c:v>0.0096</c:v>
                </c:pt>
                <c:pt idx="5786">
                  <c:v>0.0096</c:v>
                </c:pt>
                <c:pt idx="5787">
                  <c:v>0.0096</c:v>
                </c:pt>
                <c:pt idx="5788">
                  <c:v>0.0096</c:v>
                </c:pt>
                <c:pt idx="5789">
                  <c:v>0.0096</c:v>
                </c:pt>
                <c:pt idx="5790">
                  <c:v>0.0096</c:v>
                </c:pt>
                <c:pt idx="5791">
                  <c:v>0.0096</c:v>
                </c:pt>
                <c:pt idx="5792">
                  <c:v>0.0096</c:v>
                </c:pt>
                <c:pt idx="5793">
                  <c:v>0.0096</c:v>
                </c:pt>
                <c:pt idx="5794">
                  <c:v>0.0096</c:v>
                </c:pt>
                <c:pt idx="5795">
                  <c:v>0.0096</c:v>
                </c:pt>
                <c:pt idx="5796">
                  <c:v>0.0096</c:v>
                </c:pt>
                <c:pt idx="5797">
                  <c:v>0.0096</c:v>
                </c:pt>
                <c:pt idx="5798">
                  <c:v>0.0096</c:v>
                </c:pt>
                <c:pt idx="5799">
                  <c:v>0.0096</c:v>
                </c:pt>
                <c:pt idx="5800">
                  <c:v>0.0096</c:v>
                </c:pt>
                <c:pt idx="5801">
                  <c:v>0.0096</c:v>
                </c:pt>
                <c:pt idx="5802">
                  <c:v>0.0096</c:v>
                </c:pt>
                <c:pt idx="5803">
                  <c:v>0.0096</c:v>
                </c:pt>
                <c:pt idx="5804">
                  <c:v>0.0096</c:v>
                </c:pt>
                <c:pt idx="5805">
                  <c:v>0.0096</c:v>
                </c:pt>
                <c:pt idx="5806">
                  <c:v>0.0096</c:v>
                </c:pt>
                <c:pt idx="5807">
                  <c:v>0.0096</c:v>
                </c:pt>
                <c:pt idx="5808">
                  <c:v>0.0096</c:v>
                </c:pt>
                <c:pt idx="5809">
                  <c:v>0.0096</c:v>
                </c:pt>
                <c:pt idx="5810">
                  <c:v>0.0096</c:v>
                </c:pt>
                <c:pt idx="5811">
                  <c:v>0.0096</c:v>
                </c:pt>
                <c:pt idx="5812">
                  <c:v>0.0096</c:v>
                </c:pt>
                <c:pt idx="5813">
                  <c:v>0.0096</c:v>
                </c:pt>
                <c:pt idx="5814">
                  <c:v>0.0096</c:v>
                </c:pt>
                <c:pt idx="5815">
                  <c:v>0.0096</c:v>
                </c:pt>
                <c:pt idx="5816">
                  <c:v>0.0096</c:v>
                </c:pt>
                <c:pt idx="5817">
                  <c:v>0.0096</c:v>
                </c:pt>
                <c:pt idx="5818">
                  <c:v>0.0096</c:v>
                </c:pt>
                <c:pt idx="5819">
                  <c:v>0.0096</c:v>
                </c:pt>
                <c:pt idx="5820">
                  <c:v>0.0096</c:v>
                </c:pt>
                <c:pt idx="5821">
                  <c:v>0.0096</c:v>
                </c:pt>
                <c:pt idx="5822">
                  <c:v>0.0096</c:v>
                </c:pt>
                <c:pt idx="5823">
                  <c:v>0.0096</c:v>
                </c:pt>
                <c:pt idx="5824">
                  <c:v>0.0096</c:v>
                </c:pt>
                <c:pt idx="5825">
                  <c:v>0.0096</c:v>
                </c:pt>
                <c:pt idx="5826">
                  <c:v>0.0096</c:v>
                </c:pt>
                <c:pt idx="5827">
                  <c:v>0.0096</c:v>
                </c:pt>
                <c:pt idx="5828">
                  <c:v>0.0096</c:v>
                </c:pt>
                <c:pt idx="5829">
                  <c:v>0.0096</c:v>
                </c:pt>
                <c:pt idx="5830">
                  <c:v>0.0096</c:v>
                </c:pt>
                <c:pt idx="5831">
                  <c:v>0.0096</c:v>
                </c:pt>
                <c:pt idx="5832">
                  <c:v>0.0096</c:v>
                </c:pt>
                <c:pt idx="5833">
                  <c:v>0.0096</c:v>
                </c:pt>
                <c:pt idx="5834">
                  <c:v>0.0096</c:v>
                </c:pt>
                <c:pt idx="5835">
                  <c:v>0.0096</c:v>
                </c:pt>
                <c:pt idx="5836">
                  <c:v>0.0096</c:v>
                </c:pt>
                <c:pt idx="5837">
                  <c:v>0.0096</c:v>
                </c:pt>
                <c:pt idx="5838">
                  <c:v>0.0096</c:v>
                </c:pt>
                <c:pt idx="5839">
                  <c:v>0.0096</c:v>
                </c:pt>
                <c:pt idx="5840">
                  <c:v>0.0096</c:v>
                </c:pt>
                <c:pt idx="5841">
                  <c:v>0.0096</c:v>
                </c:pt>
                <c:pt idx="5842">
                  <c:v>0.0096</c:v>
                </c:pt>
                <c:pt idx="5843">
                  <c:v>0.0096</c:v>
                </c:pt>
                <c:pt idx="5844">
                  <c:v>0.0096</c:v>
                </c:pt>
                <c:pt idx="5845">
                  <c:v>0.0096</c:v>
                </c:pt>
                <c:pt idx="5846">
                  <c:v>0.0096</c:v>
                </c:pt>
                <c:pt idx="5847">
                  <c:v>0.0096</c:v>
                </c:pt>
                <c:pt idx="5848">
                  <c:v>0.0096</c:v>
                </c:pt>
                <c:pt idx="5849">
                  <c:v>0.0096</c:v>
                </c:pt>
                <c:pt idx="5850">
                  <c:v>0.0096</c:v>
                </c:pt>
                <c:pt idx="5851">
                  <c:v>0.0096</c:v>
                </c:pt>
                <c:pt idx="5852">
                  <c:v>0.0096</c:v>
                </c:pt>
                <c:pt idx="5853">
                  <c:v>0.0096</c:v>
                </c:pt>
                <c:pt idx="5854">
                  <c:v>0.0096</c:v>
                </c:pt>
                <c:pt idx="5855">
                  <c:v>0.0096</c:v>
                </c:pt>
                <c:pt idx="5856">
                  <c:v>0.0096</c:v>
                </c:pt>
                <c:pt idx="5857">
                  <c:v>0.0096</c:v>
                </c:pt>
                <c:pt idx="5858">
                  <c:v>0.0096</c:v>
                </c:pt>
                <c:pt idx="5859">
                  <c:v>0.0096</c:v>
                </c:pt>
                <c:pt idx="5860">
                  <c:v>0.0096</c:v>
                </c:pt>
                <c:pt idx="5861">
                  <c:v>0.0096</c:v>
                </c:pt>
                <c:pt idx="5862">
                  <c:v>0.0096</c:v>
                </c:pt>
                <c:pt idx="5863">
                  <c:v>0.0096</c:v>
                </c:pt>
                <c:pt idx="5864">
                  <c:v>0.0096</c:v>
                </c:pt>
                <c:pt idx="5865">
                  <c:v>0.0096</c:v>
                </c:pt>
                <c:pt idx="5866">
                  <c:v>0.0096</c:v>
                </c:pt>
                <c:pt idx="5867">
                  <c:v>0.0096</c:v>
                </c:pt>
                <c:pt idx="5868">
                  <c:v>0.0096</c:v>
                </c:pt>
                <c:pt idx="5869">
                  <c:v>0.0096</c:v>
                </c:pt>
                <c:pt idx="5870">
                  <c:v>0.0096</c:v>
                </c:pt>
                <c:pt idx="5871">
                  <c:v>0.0096</c:v>
                </c:pt>
                <c:pt idx="5872">
                  <c:v>0.0096</c:v>
                </c:pt>
                <c:pt idx="5873">
                  <c:v>0.0096</c:v>
                </c:pt>
                <c:pt idx="5874">
                  <c:v>0.0096</c:v>
                </c:pt>
                <c:pt idx="5875">
                  <c:v>0.0096</c:v>
                </c:pt>
                <c:pt idx="5876">
                  <c:v>0.0096</c:v>
                </c:pt>
                <c:pt idx="5877">
                  <c:v>0.0096</c:v>
                </c:pt>
                <c:pt idx="5878">
                  <c:v>0.0096</c:v>
                </c:pt>
                <c:pt idx="5879">
                  <c:v>0.0096</c:v>
                </c:pt>
                <c:pt idx="5880">
                  <c:v>0.0096</c:v>
                </c:pt>
                <c:pt idx="5881">
                  <c:v>0.0096</c:v>
                </c:pt>
                <c:pt idx="5882">
                  <c:v>0.0096</c:v>
                </c:pt>
                <c:pt idx="5883">
                  <c:v>0.0096</c:v>
                </c:pt>
                <c:pt idx="5884">
                  <c:v>0.0096</c:v>
                </c:pt>
                <c:pt idx="5885">
                  <c:v>0.0096</c:v>
                </c:pt>
                <c:pt idx="5886">
                  <c:v>0.0096</c:v>
                </c:pt>
                <c:pt idx="5887">
                  <c:v>0.0096</c:v>
                </c:pt>
                <c:pt idx="5888">
                  <c:v>0.0096</c:v>
                </c:pt>
                <c:pt idx="5889">
                  <c:v>0.0096</c:v>
                </c:pt>
                <c:pt idx="5890">
                  <c:v>0.0096</c:v>
                </c:pt>
                <c:pt idx="5891">
                  <c:v>0.0096</c:v>
                </c:pt>
                <c:pt idx="5892">
                  <c:v>0.0096</c:v>
                </c:pt>
                <c:pt idx="5893">
                  <c:v>0.0096</c:v>
                </c:pt>
                <c:pt idx="5894">
                  <c:v>0.0096</c:v>
                </c:pt>
                <c:pt idx="5895">
                  <c:v>0.0096</c:v>
                </c:pt>
                <c:pt idx="5896">
                  <c:v>0.0096</c:v>
                </c:pt>
                <c:pt idx="5897">
                  <c:v>0.0096</c:v>
                </c:pt>
                <c:pt idx="5898">
                  <c:v>0.0096</c:v>
                </c:pt>
                <c:pt idx="5899">
                  <c:v>0.0096</c:v>
                </c:pt>
                <c:pt idx="5900">
                  <c:v>0.0096</c:v>
                </c:pt>
                <c:pt idx="5901">
                  <c:v>0.0096</c:v>
                </c:pt>
                <c:pt idx="5902">
                  <c:v>0.0096</c:v>
                </c:pt>
                <c:pt idx="5903">
                  <c:v>0.0096</c:v>
                </c:pt>
                <c:pt idx="5904">
                  <c:v>0.0096</c:v>
                </c:pt>
                <c:pt idx="5905">
                  <c:v>0.0096</c:v>
                </c:pt>
                <c:pt idx="5906">
                  <c:v>0.0096</c:v>
                </c:pt>
                <c:pt idx="5907">
                  <c:v>0.0096</c:v>
                </c:pt>
                <c:pt idx="5908">
                  <c:v>0.0096</c:v>
                </c:pt>
                <c:pt idx="5909">
                  <c:v>0.0096</c:v>
                </c:pt>
                <c:pt idx="5910">
                  <c:v>0.0096</c:v>
                </c:pt>
                <c:pt idx="5911">
                  <c:v>0.0096</c:v>
                </c:pt>
                <c:pt idx="5912">
                  <c:v>0.0096</c:v>
                </c:pt>
                <c:pt idx="5913">
                  <c:v>0.0096</c:v>
                </c:pt>
                <c:pt idx="5914">
                  <c:v>0.0096</c:v>
                </c:pt>
                <c:pt idx="5915">
                  <c:v>0.0096</c:v>
                </c:pt>
                <c:pt idx="5916">
                  <c:v>0.0096</c:v>
                </c:pt>
                <c:pt idx="5917">
                  <c:v>0.0096</c:v>
                </c:pt>
                <c:pt idx="5918">
                  <c:v>0.0096</c:v>
                </c:pt>
                <c:pt idx="5919">
                  <c:v>0.0096</c:v>
                </c:pt>
                <c:pt idx="5920">
                  <c:v>0.0096</c:v>
                </c:pt>
                <c:pt idx="5921">
                  <c:v>0.0096</c:v>
                </c:pt>
                <c:pt idx="5922">
                  <c:v>0.0096</c:v>
                </c:pt>
                <c:pt idx="5923">
                  <c:v>0.0096</c:v>
                </c:pt>
                <c:pt idx="5924">
                  <c:v>0.0096</c:v>
                </c:pt>
                <c:pt idx="5925">
                  <c:v>0.0096</c:v>
                </c:pt>
                <c:pt idx="5926">
                  <c:v>0.0096</c:v>
                </c:pt>
                <c:pt idx="5927">
                  <c:v>0.0096</c:v>
                </c:pt>
                <c:pt idx="5928">
                  <c:v>0.0096</c:v>
                </c:pt>
                <c:pt idx="5929">
                  <c:v>0.0096</c:v>
                </c:pt>
                <c:pt idx="5930">
                  <c:v>0.0096</c:v>
                </c:pt>
                <c:pt idx="5931">
                  <c:v>0.0096</c:v>
                </c:pt>
                <c:pt idx="5932">
                  <c:v>0.0096</c:v>
                </c:pt>
                <c:pt idx="5933">
                  <c:v>0.0096</c:v>
                </c:pt>
                <c:pt idx="5934">
                  <c:v>0.0096</c:v>
                </c:pt>
                <c:pt idx="5935">
                  <c:v>0.0096</c:v>
                </c:pt>
                <c:pt idx="5936">
                  <c:v>0.0096</c:v>
                </c:pt>
                <c:pt idx="5937">
                  <c:v>0.0096</c:v>
                </c:pt>
                <c:pt idx="5938">
                  <c:v>0.0096</c:v>
                </c:pt>
                <c:pt idx="5939">
                  <c:v>0.0096</c:v>
                </c:pt>
                <c:pt idx="5940">
                  <c:v>0.0096</c:v>
                </c:pt>
                <c:pt idx="5941">
                  <c:v>0.0096</c:v>
                </c:pt>
                <c:pt idx="5942">
                  <c:v>0.0096</c:v>
                </c:pt>
                <c:pt idx="5943">
                  <c:v>0.0096</c:v>
                </c:pt>
                <c:pt idx="5944">
                  <c:v>0.0096</c:v>
                </c:pt>
                <c:pt idx="5945">
                  <c:v>0.0096</c:v>
                </c:pt>
                <c:pt idx="5946">
                  <c:v>0.0096</c:v>
                </c:pt>
                <c:pt idx="5947">
                  <c:v>0.0096</c:v>
                </c:pt>
                <c:pt idx="5948">
                  <c:v>0.0096</c:v>
                </c:pt>
                <c:pt idx="5949">
                  <c:v>0.0096</c:v>
                </c:pt>
                <c:pt idx="5950">
                  <c:v>0.0096</c:v>
                </c:pt>
                <c:pt idx="5951">
                  <c:v>0.0096</c:v>
                </c:pt>
                <c:pt idx="5952">
                  <c:v>0.0096</c:v>
                </c:pt>
                <c:pt idx="5953">
                  <c:v>0.0096</c:v>
                </c:pt>
                <c:pt idx="5954">
                  <c:v>0.0096</c:v>
                </c:pt>
                <c:pt idx="5955">
                  <c:v>0.0096</c:v>
                </c:pt>
                <c:pt idx="5956">
                  <c:v>0.0096</c:v>
                </c:pt>
                <c:pt idx="5957">
                  <c:v>0.0096</c:v>
                </c:pt>
                <c:pt idx="5958">
                  <c:v>0.0096</c:v>
                </c:pt>
                <c:pt idx="5959">
                  <c:v>0.0096</c:v>
                </c:pt>
                <c:pt idx="5960">
                  <c:v>0.0096</c:v>
                </c:pt>
                <c:pt idx="5961">
                  <c:v>0.0096</c:v>
                </c:pt>
                <c:pt idx="5962">
                  <c:v>0.0096</c:v>
                </c:pt>
                <c:pt idx="5963">
                  <c:v>0.0096</c:v>
                </c:pt>
                <c:pt idx="5964">
                  <c:v>0.0096</c:v>
                </c:pt>
                <c:pt idx="5965">
                  <c:v>0.0096</c:v>
                </c:pt>
                <c:pt idx="5966">
                  <c:v>0.0096</c:v>
                </c:pt>
                <c:pt idx="5967">
                  <c:v>0.0096</c:v>
                </c:pt>
                <c:pt idx="5968">
                  <c:v>0.0096</c:v>
                </c:pt>
                <c:pt idx="5969">
                  <c:v>0.0096</c:v>
                </c:pt>
                <c:pt idx="5970">
                  <c:v>0.0096</c:v>
                </c:pt>
                <c:pt idx="5971">
                  <c:v>0.0096</c:v>
                </c:pt>
                <c:pt idx="5972">
                  <c:v>0.0096</c:v>
                </c:pt>
                <c:pt idx="5973">
                  <c:v>0.0096</c:v>
                </c:pt>
                <c:pt idx="5974">
                  <c:v>0.0096</c:v>
                </c:pt>
                <c:pt idx="5975">
                  <c:v>0.0096</c:v>
                </c:pt>
                <c:pt idx="5976">
                  <c:v>0.0096</c:v>
                </c:pt>
                <c:pt idx="5977">
                  <c:v>0.0096</c:v>
                </c:pt>
                <c:pt idx="5978">
                  <c:v>0.0096</c:v>
                </c:pt>
                <c:pt idx="5979">
                  <c:v>0.0096</c:v>
                </c:pt>
                <c:pt idx="5980">
                  <c:v>0.0096</c:v>
                </c:pt>
                <c:pt idx="5981">
                  <c:v>0.0096</c:v>
                </c:pt>
                <c:pt idx="5982">
                  <c:v>0.0096</c:v>
                </c:pt>
                <c:pt idx="5983">
                  <c:v>0.0096</c:v>
                </c:pt>
                <c:pt idx="5984">
                  <c:v>0.0096</c:v>
                </c:pt>
                <c:pt idx="5985">
                  <c:v>0.0096</c:v>
                </c:pt>
                <c:pt idx="5986">
                  <c:v>0.0096</c:v>
                </c:pt>
                <c:pt idx="5987">
                  <c:v>0.0096</c:v>
                </c:pt>
                <c:pt idx="5988">
                  <c:v>0.0096</c:v>
                </c:pt>
                <c:pt idx="5989">
                  <c:v>0.0096</c:v>
                </c:pt>
                <c:pt idx="5990">
                  <c:v>0.0096</c:v>
                </c:pt>
                <c:pt idx="5991">
                  <c:v>0.0096</c:v>
                </c:pt>
                <c:pt idx="5992">
                  <c:v>0.0096</c:v>
                </c:pt>
                <c:pt idx="5993">
                  <c:v>0.0096</c:v>
                </c:pt>
                <c:pt idx="5994">
                  <c:v>0.0096</c:v>
                </c:pt>
                <c:pt idx="5995">
                  <c:v>0.0096</c:v>
                </c:pt>
                <c:pt idx="5996">
                  <c:v>0.0096</c:v>
                </c:pt>
                <c:pt idx="5997">
                  <c:v>0.0096</c:v>
                </c:pt>
                <c:pt idx="5998">
                  <c:v>0.0096</c:v>
                </c:pt>
                <c:pt idx="5999">
                  <c:v>0.0096</c:v>
                </c:pt>
                <c:pt idx="6000">
                  <c:v>0.0096</c:v>
                </c:pt>
                <c:pt idx="6001">
                  <c:v>0.0096</c:v>
                </c:pt>
                <c:pt idx="6002">
                  <c:v>0.0096</c:v>
                </c:pt>
                <c:pt idx="6003">
                  <c:v>0.0096</c:v>
                </c:pt>
                <c:pt idx="6004">
                  <c:v>0.0096</c:v>
                </c:pt>
                <c:pt idx="6005">
                  <c:v>0.0096</c:v>
                </c:pt>
                <c:pt idx="6006">
                  <c:v>0.0096</c:v>
                </c:pt>
                <c:pt idx="6007">
                  <c:v>0.0096</c:v>
                </c:pt>
                <c:pt idx="6008">
                  <c:v>0.0096</c:v>
                </c:pt>
                <c:pt idx="6009">
                  <c:v>0.0096</c:v>
                </c:pt>
                <c:pt idx="6010">
                  <c:v>0.0096</c:v>
                </c:pt>
                <c:pt idx="6011">
                  <c:v>0.0096</c:v>
                </c:pt>
                <c:pt idx="6012">
                  <c:v>0.0096</c:v>
                </c:pt>
                <c:pt idx="6013">
                  <c:v>0.0096</c:v>
                </c:pt>
                <c:pt idx="6014">
                  <c:v>0.0096</c:v>
                </c:pt>
                <c:pt idx="6015">
                  <c:v>0.0096</c:v>
                </c:pt>
                <c:pt idx="6016">
                  <c:v>0.0096</c:v>
                </c:pt>
                <c:pt idx="6017">
                  <c:v>0.0096</c:v>
                </c:pt>
                <c:pt idx="6018">
                  <c:v>0.0096</c:v>
                </c:pt>
                <c:pt idx="6019">
                  <c:v>0.0096</c:v>
                </c:pt>
                <c:pt idx="6020">
                  <c:v>0.0096</c:v>
                </c:pt>
                <c:pt idx="6021">
                  <c:v>0.0096</c:v>
                </c:pt>
                <c:pt idx="6022">
                  <c:v>0.0096</c:v>
                </c:pt>
                <c:pt idx="6023">
                  <c:v>0.0096</c:v>
                </c:pt>
                <c:pt idx="6024">
                  <c:v>0.0096</c:v>
                </c:pt>
                <c:pt idx="6025">
                  <c:v>0.0096</c:v>
                </c:pt>
                <c:pt idx="6026">
                  <c:v>0.0096</c:v>
                </c:pt>
                <c:pt idx="6027">
                  <c:v>0.0096</c:v>
                </c:pt>
                <c:pt idx="6028">
                  <c:v>0.0096</c:v>
                </c:pt>
                <c:pt idx="6029">
                  <c:v>0.0096</c:v>
                </c:pt>
                <c:pt idx="6030">
                  <c:v>0.0096</c:v>
                </c:pt>
                <c:pt idx="6031">
                  <c:v>0.0096</c:v>
                </c:pt>
                <c:pt idx="6032">
                  <c:v>0.0096</c:v>
                </c:pt>
                <c:pt idx="6033">
                  <c:v>0.0096</c:v>
                </c:pt>
                <c:pt idx="6034">
                  <c:v>0.0096</c:v>
                </c:pt>
                <c:pt idx="6035">
                  <c:v>0.0096</c:v>
                </c:pt>
                <c:pt idx="6036">
                  <c:v>0.0096</c:v>
                </c:pt>
                <c:pt idx="6037">
                  <c:v>0.0096</c:v>
                </c:pt>
                <c:pt idx="6038">
                  <c:v>0.0096</c:v>
                </c:pt>
                <c:pt idx="6039">
                  <c:v>0.0096</c:v>
                </c:pt>
                <c:pt idx="6040">
                  <c:v>0.0096</c:v>
                </c:pt>
                <c:pt idx="6041">
                  <c:v>0.0096</c:v>
                </c:pt>
                <c:pt idx="6042">
                  <c:v>0.0096</c:v>
                </c:pt>
                <c:pt idx="6043">
                  <c:v>0.0096</c:v>
                </c:pt>
                <c:pt idx="6044">
                  <c:v>0.0096</c:v>
                </c:pt>
                <c:pt idx="6045">
                  <c:v>0.0096</c:v>
                </c:pt>
                <c:pt idx="6046">
                  <c:v>0.0096</c:v>
                </c:pt>
                <c:pt idx="6047">
                  <c:v>0.0096</c:v>
                </c:pt>
                <c:pt idx="6048">
                  <c:v>0.0096</c:v>
                </c:pt>
                <c:pt idx="6049">
                  <c:v>0.0096</c:v>
                </c:pt>
                <c:pt idx="6050">
                  <c:v>0.0096</c:v>
                </c:pt>
                <c:pt idx="6051">
                  <c:v>0.0096</c:v>
                </c:pt>
                <c:pt idx="6052">
                  <c:v>0.0096</c:v>
                </c:pt>
                <c:pt idx="6053">
                  <c:v>0.0096</c:v>
                </c:pt>
                <c:pt idx="6054">
                  <c:v>0.0096</c:v>
                </c:pt>
                <c:pt idx="6055">
                  <c:v>0.0096</c:v>
                </c:pt>
                <c:pt idx="6056">
                  <c:v>0.0096</c:v>
                </c:pt>
                <c:pt idx="6057">
                  <c:v>0.0096</c:v>
                </c:pt>
                <c:pt idx="6058">
                  <c:v>0.0096</c:v>
                </c:pt>
                <c:pt idx="6059">
                  <c:v>0.0096</c:v>
                </c:pt>
                <c:pt idx="6060">
                  <c:v>0.0096</c:v>
                </c:pt>
                <c:pt idx="6061">
                  <c:v>0.0096</c:v>
                </c:pt>
                <c:pt idx="6062">
                  <c:v>0.0096</c:v>
                </c:pt>
                <c:pt idx="6063">
                  <c:v>0.0096</c:v>
                </c:pt>
                <c:pt idx="6064">
                  <c:v>0.0096</c:v>
                </c:pt>
                <c:pt idx="6065">
                  <c:v>0.0096</c:v>
                </c:pt>
                <c:pt idx="6066">
                  <c:v>0.0096</c:v>
                </c:pt>
                <c:pt idx="6067">
                  <c:v>0.0096</c:v>
                </c:pt>
                <c:pt idx="6068">
                  <c:v>0.0096</c:v>
                </c:pt>
                <c:pt idx="6069">
                  <c:v>0.0096</c:v>
                </c:pt>
                <c:pt idx="6070">
                  <c:v>0.0096</c:v>
                </c:pt>
                <c:pt idx="6071">
                  <c:v>0.0096</c:v>
                </c:pt>
                <c:pt idx="6072">
                  <c:v>0.0096</c:v>
                </c:pt>
                <c:pt idx="6073">
                  <c:v>0.0096</c:v>
                </c:pt>
                <c:pt idx="6074">
                  <c:v>0.0096</c:v>
                </c:pt>
                <c:pt idx="6075">
                  <c:v>0.0096</c:v>
                </c:pt>
                <c:pt idx="6076">
                  <c:v>0.0096</c:v>
                </c:pt>
                <c:pt idx="6077">
                  <c:v>0.0096</c:v>
                </c:pt>
                <c:pt idx="6078">
                  <c:v>0.0096</c:v>
                </c:pt>
                <c:pt idx="6079">
                  <c:v>0.0096</c:v>
                </c:pt>
                <c:pt idx="6080">
                  <c:v>0.0096</c:v>
                </c:pt>
                <c:pt idx="6081">
                  <c:v>0.0096</c:v>
                </c:pt>
                <c:pt idx="6082">
                  <c:v>0.0096</c:v>
                </c:pt>
                <c:pt idx="6083">
                  <c:v>0.0096</c:v>
                </c:pt>
                <c:pt idx="6084">
                  <c:v>0.0096</c:v>
                </c:pt>
                <c:pt idx="6085">
                  <c:v>0.0096</c:v>
                </c:pt>
                <c:pt idx="6086">
                  <c:v>0.0096</c:v>
                </c:pt>
                <c:pt idx="6087">
                  <c:v>0.0096</c:v>
                </c:pt>
                <c:pt idx="6088">
                  <c:v>0.0096</c:v>
                </c:pt>
                <c:pt idx="6089">
                  <c:v>0.0096</c:v>
                </c:pt>
                <c:pt idx="6090">
                  <c:v>0.0096</c:v>
                </c:pt>
                <c:pt idx="6091">
                  <c:v>0.0096</c:v>
                </c:pt>
                <c:pt idx="6092">
                  <c:v>0.0096</c:v>
                </c:pt>
                <c:pt idx="6093">
                  <c:v>0.0096</c:v>
                </c:pt>
                <c:pt idx="6094">
                  <c:v>0.0096</c:v>
                </c:pt>
                <c:pt idx="6095">
                  <c:v>0.0096</c:v>
                </c:pt>
                <c:pt idx="6096">
                  <c:v>0.0096</c:v>
                </c:pt>
                <c:pt idx="6097">
                  <c:v>0.0096</c:v>
                </c:pt>
                <c:pt idx="6098">
                  <c:v>0.0096</c:v>
                </c:pt>
                <c:pt idx="6099">
                  <c:v>0.0096</c:v>
                </c:pt>
                <c:pt idx="6100">
                  <c:v>0.0096</c:v>
                </c:pt>
                <c:pt idx="6101">
                  <c:v>0.0096</c:v>
                </c:pt>
                <c:pt idx="6102">
                  <c:v>0.0096</c:v>
                </c:pt>
                <c:pt idx="6103">
                  <c:v>0.0096</c:v>
                </c:pt>
                <c:pt idx="6104">
                  <c:v>0.0096</c:v>
                </c:pt>
                <c:pt idx="6105">
                  <c:v>0.0096</c:v>
                </c:pt>
                <c:pt idx="6106">
                  <c:v>0.0096</c:v>
                </c:pt>
                <c:pt idx="6107">
                  <c:v>0.0096</c:v>
                </c:pt>
                <c:pt idx="6108">
                  <c:v>0.0096</c:v>
                </c:pt>
                <c:pt idx="6109">
                  <c:v>0.0096</c:v>
                </c:pt>
                <c:pt idx="6110">
                  <c:v>0.0096</c:v>
                </c:pt>
                <c:pt idx="6111">
                  <c:v>0.0096</c:v>
                </c:pt>
                <c:pt idx="6112">
                  <c:v>0.0096</c:v>
                </c:pt>
                <c:pt idx="6113">
                  <c:v>0.0096</c:v>
                </c:pt>
                <c:pt idx="6114">
                  <c:v>0.0096</c:v>
                </c:pt>
                <c:pt idx="6115">
                  <c:v>0.0096</c:v>
                </c:pt>
                <c:pt idx="6116">
                  <c:v>0.0096</c:v>
                </c:pt>
                <c:pt idx="6117">
                  <c:v>0.0096</c:v>
                </c:pt>
                <c:pt idx="6118">
                  <c:v>0.0096</c:v>
                </c:pt>
                <c:pt idx="6119">
                  <c:v>0.0096</c:v>
                </c:pt>
                <c:pt idx="6120">
                  <c:v>0.0096</c:v>
                </c:pt>
                <c:pt idx="6121">
                  <c:v>0.0096</c:v>
                </c:pt>
                <c:pt idx="6122">
                  <c:v>0.0096</c:v>
                </c:pt>
                <c:pt idx="6123">
                  <c:v>0.0096</c:v>
                </c:pt>
                <c:pt idx="6124">
                  <c:v>0.0096</c:v>
                </c:pt>
                <c:pt idx="6125">
                  <c:v>0.0096</c:v>
                </c:pt>
                <c:pt idx="6126">
                  <c:v>0.0096</c:v>
                </c:pt>
                <c:pt idx="6127">
                  <c:v>0.0096</c:v>
                </c:pt>
                <c:pt idx="6128">
                  <c:v>0.0096</c:v>
                </c:pt>
                <c:pt idx="6129">
                  <c:v>0.0096</c:v>
                </c:pt>
                <c:pt idx="6130">
                  <c:v>0.0096</c:v>
                </c:pt>
                <c:pt idx="6131">
                  <c:v>0.0096</c:v>
                </c:pt>
                <c:pt idx="6132">
                  <c:v>0.0096</c:v>
                </c:pt>
                <c:pt idx="6133">
                  <c:v>0.0096</c:v>
                </c:pt>
                <c:pt idx="6134">
                  <c:v>0.0096</c:v>
                </c:pt>
                <c:pt idx="6135">
                  <c:v>0.0096</c:v>
                </c:pt>
                <c:pt idx="6136">
                  <c:v>0.0096</c:v>
                </c:pt>
                <c:pt idx="6137">
                  <c:v>0.0096</c:v>
                </c:pt>
                <c:pt idx="6138">
                  <c:v>0.0096</c:v>
                </c:pt>
                <c:pt idx="6139">
                  <c:v>0.0096</c:v>
                </c:pt>
                <c:pt idx="6140">
                  <c:v>0.0096</c:v>
                </c:pt>
                <c:pt idx="6141">
                  <c:v>0.0096</c:v>
                </c:pt>
                <c:pt idx="6142">
                  <c:v>0.0096</c:v>
                </c:pt>
                <c:pt idx="6143">
                  <c:v>0.0096</c:v>
                </c:pt>
                <c:pt idx="6144">
                  <c:v>0.0096</c:v>
                </c:pt>
                <c:pt idx="6145">
                  <c:v>0.0096</c:v>
                </c:pt>
                <c:pt idx="6146">
                  <c:v>0.0096</c:v>
                </c:pt>
                <c:pt idx="6147">
                  <c:v>0.0096</c:v>
                </c:pt>
                <c:pt idx="6148">
                  <c:v>0.0096</c:v>
                </c:pt>
                <c:pt idx="6149">
                  <c:v>0.0096</c:v>
                </c:pt>
                <c:pt idx="6150">
                  <c:v>0.0096</c:v>
                </c:pt>
                <c:pt idx="6151">
                  <c:v>0.0096</c:v>
                </c:pt>
                <c:pt idx="6152">
                  <c:v>0.0096</c:v>
                </c:pt>
                <c:pt idx="6153">
                  <c:v>0.0096</c:v>
                </c:pt>
                <c:pt idx="6154">
                  <c:v>0.0096</c:v>
                </c:pt>
                <c:pt idx="6155">
                  <c:v>0.0096</c:v>
                </c:pt>
                <c:pt idx="6156">
                  <c:v>0.0096</c:v>
                </c:pt>
                <c:pt idx="6157">
                  <c:v>0.0096</c:v>
                </c:pt>
                <c:pt idx="6158">
                  <c:v>0.0096</c:v>
                </c:pt>
                <c:pt idx="6159">
                  <c:v>0.0096</c:v>
                </c:pt>
                <c:pt idx="6160">
                  <c:v>0.0096</c:v>
                </c:pt>
                <c:pt idx="6161">
                  <c:v>0.0096</c:v>
                </c:pt>
                <c:pt idx="6162">
                  <c:v>0.0096</c:v>
                </c:pt>
                <c:pt idx="6163">
                  <c:v>0.0096</c:v>
                </c:pt>
                <c:pt idx="6164">
                  <c:v>0.0096</c:v>
                </c:pt>
                <c:pt idx="6165">
                  <c:v>0.0096</c:v>
                </c:pt>
                <c:pt idx="6166">
                  <c:v>0.0096</c:v>
                </c:pt>
                <c:pt idx="6167">
                  <c:v>0.0096</c:v>
                </c:pt>
                <c:pt idx="6168">
                  <c:v>0.0096</c:v>
                </c:pt>
                <c:pt idx="6169">
                  <c:v>0.0096</c:v>
                </c:pt>
                <c:pt idx="6170">
                  <c:v>0.0096</c:v>
                </c:pt>
                <c:pt idx="6171">
                  <c:v>0.0096</c:v>
                </c:pt>
                <c:pt idx="6172">
                  <c:v>0.0096</c:v>
                </c:pt>
                <c:pt idx="6173">
                  <c:v>0.0096</c:v>
                </c:pt>
                <c:pt idx="6174">
                  <c:v>0.0096</c:v>
                </c:pt>
                <c:pt idx="6175">
                  <c:v>0.0096</c:v>
                </c:pt>
                <c:pt idx="6176">
                  <c:v>0.0096</c:v>
                </c:pt>
                <c:pt idx="6177">
                  <c:v>0.0096</c:v>
                </c:pt>
                <c:pt idx="6178">
                  <c:v>0.0096</c:v>
                </c:pt>
                <c:pt idx="6179">
                  <c:v>0.0096</c:v>
                </c:pt>
                <c:pt idx="6180">
                  <c:v>0.0096</c:v>
                </c:pt>
                <c:pt idx="6181">
                  <c:v>0.0096</c:v>
                </c:pt>
                <c:pt idx="6182">
                  <c:v>0.0096</c:v>
                </c:pt>
                <c:pt idx="6183">
                  <c:v>0.0096</c:v>
                </c:pt>
                <c:pt idx="6184">
                  <c:v>0.0096</c:v>
                </c:pt>
                <c:pt idx="6185">
                  <c:v>0.0096</c:v>
                </c:pt>
                <c:pt idx="6186">
                  <c:v>0.0096</c:v>
                </c:pt>
                <c:pt idx="6187">
                  <c:v>0.0096</c:v>
                </c:pt>
                <c:pt idx="6188">
                  <c:v>0.0096</c:v>
                </c:pt>
                <c:pt idx="6189">
                  <c:v>0.0096</c:v>
                </c:pt>
                <c:pt idx="6190">
                  <c:v>0.0096</c:v>
                </c:pt>
                <c:pt idx="6191">
                  <c:v>0.0096</c:v>
                </c:pt>
                <c:pt idx="6192">
                  <c:v>0.0096</c:v>
                </c:pt>
                <c:pt idx="6193">
                  <c:v>0.0096</c:v>
                </c:pt>
                <c:pt idx="6194">
                  <c:v>0.0096</c:v>
                </c:pt>
                <c:pt idx="6195">
                  <c:v>0.0096</c:v>
                </c:pt>
                <c:pt idx="6196">
                  <c:v>0.0096</c:v>
                </c:pt>
                <c:pt idx="6197">
                  <c:v>0.0096</c:v>
                </c:pt>
                <c:pt idx="6198">
                  <c:v>0.0096</c:v>
                </c:pt>
                <c:pt idx="6199">
                  <c:v>0.0096</c:v>
                </c:pt>
                <c:pt idx="6200">
                  <c:v>0.0096</c:v>
                </c:pt>
                <c:pt idx="6201">
                  <c:v>0.0096</c:v>
                </c:pt>
                <c:pt idx="6202">
                  <c:v>0.0096</c:v>
                </c:pt>
                <c:pt idx="6203">
                  <c:v>0.0096</c:v>
                </c:pt>
                <c:pt idx="6204">
                  <c:v>0.0096</c:v>
                </c:pt>
                <c:pt idx="6205">
                  <c:v>0.0096</c:v>
                </c:pt>
                <c:pt idx="6206">
                  <c:v>0.0096</c:v>
                </c:pt>
                <c:pt idx="6207">
                  <c:v>0.0096</c:v>
                </c:pt>
                <c:pt idx="6208">
                  <c:v>0.0096</c:v>
                </c:pt>
                <c:pt idx="6209">
                  <c:v>0.0096</c:v>
                </c:pt>
                <c:pt idx="6210">
                  <c:v>0.0096</c:v>
                </c:pt>
                <c:pt idx="6211">
                  <c:v>0.0096</c:v>
                </c:pt>
                <c:pt idx="6212">
                  <c:v>0.0096</c:v>
                </c:pt>
                <c:pt idx="6213">
                  <c:v>0.0096</c:v>
                </c:pt>
                <c:pt idx="6214">
                  <c:v>0.0096</c:v>
                </c:pt>
                <c:pt idx="6215">
                  <c:v>0.0096</c:v>
                </c:pt>
                <c:pt idx="6216">
                  <c:v>0.0096</c:v>
                </c:pt>
                <c:pt idx="6217">
                  <c:v>0.0096</c:v>
                </c:pt>
                <c:pt idx="6218">
                  <c:v>0.0096</c:v>
                </c:pt>
                <c:pt idx="6219">
                  <c:v>0.0096</c:v>
                </c:pt>
                <c:pt idx="6220">
                  <c:v>0.0096</c:v>
                </c:pt>
                <c:pt idx="6221">
                  <c:v>0.0096</c:v>
                </c:pt>
                <c:pt idx="6222">
                  <c:v>0.0096</c:v>
                </c:pt>
                <c:pt idx="6223">
                  <c:v>0.0096</c:v>
                </c:pt>
                <c:pt idx="6224">
                  <c:v>0.0096</c:v>
                </c:pt>
                <c:pt idx="6225">
                  <c:v>0.0096</c:v>
                </c:pt>
                <c:pt idx="6226">
                  <c:v>0.0096</c:v>
                </c:pt>
                <c:pt idx="6227">
                  <c:v>0.0096</c:v>
                </c:pt>
                <c:pt idx="6228">
                  <c:v>0.0096</c:v>
                </c:pt>
                <c:pt idx="6229">
                  <c:v>0.0096</c:v>
                </c:pt>
                <c:pt idx="6230">
                  <c:v>0.0096</c:v>
                </c:pt>
                <c:pt idx="6231">
                  <c:v>0.0096</c:v>
                </c:pt>
                <c:pt idx="6232">
                  <c:v>0.0096</c:v>
                </c:pt>
                <c:pt idx="6233">
                  <c:v>0.0096</c:v>
                </c:pt>
                <c:pt idx="6234">
                  <c:v>0.0096</c:v>
                </c:pt>
                <c:pt idx="6235">
                  <c:v>0.0096</c:v>
                </c:pt>
                <c:pt idx="6236">
                  <c:v>0.0096</c:v>
                </c:pt>
                <c:pt idx="6237">
                  <c:v>0.0096</c:v>
                </c:pt>
                <c:pt idx="6238">
                  <c:v>0.0096</c:v>
                </c:pt>
                <c:pt idx="6239">
                  <c:v>0.0096</c:v>
                </c:pt>
                <c:pt idx="6240">
                  <c:v>0.0096</c:v>
                </c:pt>
                <c:pt idx="6241">
                  <c:v>0.0096</c:v>
                </c:pt>
                <c:pt idx="6242">
                  <c:v>0.0096</c:v>
                </c:pt>
                <c:pt idx="6243">
                  <c:v>0.0096</c:v>
                </c:pt>
                <c:pt idx="6244">
                  <c:v>0.0096</c:v>
                </c:pt>
                <c:pt idx="6245">
                  <c:v>0.0096</c:v>
                </c:pt>
                <c:pt idx="6246">
                  <c:v>0.0096</c:v>
                </c:pt>
                <c:pt idx="6247">
                  <c:v>0.0096</c:v>
                </c:pt>
                <c:pt idx="6248">
                  <c:v>0.0096</c:v>
                </c:pt>
                <c:pt idx="6249">
                  <c:v>0.0096</c:v>
                </c:pt>
                <c:pt idx="6250">
                  <c:v>0.0096</c:v>
                </c:pt>
                <c:pt idx="6251">
                  <c:v>0.0096</c:v>
                </c:pt>
                <c:pt idx="6252">
                  <c:v>0.0096</c:v>
                </c:pt>
                <c:pt idx="6253">
                  <c:v>0.0096</c:v>
                </c:pt>
                <c:pt idx="6254">
                  <c:v>0.0096</c:v>
                </c:pt>
                <c:pt idx="6255">
                  <c:v>0.0096</c:v>
                </c:pt>
                <c:pt idx="6256">
                  <c:v>0.0096</c:v>
                </c:pt>
                <c:pt idx="6257">
                  <c:v>0.0096</c:v>
                </c:pt>
                <c:pt idx="6258">
                  <c:v>0.0096</c:v>
                </c:pt>
                <c:pt idx="6259">
                  <c:v>0.0096</c:v>
                </c:pt>
                <c:pt idx="6260">
                  <c:v>0.0096</c:v>
                </c:pt>
                <c:pt idx="6261">
                  <c:v>0.0096</c:v>
                </c:pt>
                <c:pt idx="6262">
                  <c:v>0.0096</c:v>
                </c:pt>
                <c:pt idx="6263">
                  <c:v>0.0096</c:v>
                </c:pt>
                <c:pt idx="6264">
                  <c:v>0.0096</c:v>
                </c:pt>
                <c:pt idx="6265">
                  <c:v>0.0096</c:v>
                </c:pt>
                <c:pt idx="6266">
                  <c:v>0.0096</c:v>
                </c:pt>
                <c:pt idx="6267">
                  <c:v>0.0096</c:v>
                </c:pt>
                <c:pt idx="6268">
                  <c:v>0.0096</c:v>
                </c:pt>
                <c:pt idx="6269">
                  <c:v>0.0096</c:v>
                </c:pt>
                <c:pt idx="6270">
                  <c:v>0.0096</c:v>
                </c:pt>
                <c:pt idx="6271">
                  <c:v>0.0096</c:v>
                </c:pt>
                <c:pt idx="6272">
                  <c:v>0.0096</c:v>
                </c:pt>
                <c:pt idx="6273">
                  <c:v>0.0096</c:v>
                </c:pt>
                <c:pt idx="6274">
                  <c:v>0.0096</c:v>
                </c:pt>
                <c:pt idx="6275">
                  <c:v>0.0096</c:v>
                </c:pt>
                <c:pt idx="6276">
                  <c:v>0.0096</c:v>
                </c:pt>
                <c:pt idx="6277">
                  <c:v>0.0096</c:v>
                </c:pt>
                <c:pt idx="6278">
                  <c:v>0.0096</c:v>
                </c:pt>
                <c:pt idx="6279">
                  <c:v>0.0096</c:v>
                </c:pt>
                <c:pt idx="6280">
                  <c:v>0.0096</c:v>
                </c:pt>
                <c:pt idx="6281">
                  <c:v>0.0096</c:v>
                </c:pt>
                <c:pt idx="6282">
                  <c:v>0.0096</c:v>
                </c:pt>
                <c:pt idx="6283">
                  <c:v>0.0096</c:v>
                </c:pt>
                <c:pt idx="6284">
                  <c:v>0.0096</c:v>
                </c:pt>
                <c:pt idx="6285">
                  <c:v>0.0096</c:v>
                </c:pt>
                <c:pt idx="6286">
                  <c:v>0.0096</c:v>
                </c:pt>
                <c:pt idx="6287">
                  <c:v>0.0096</c:v>
                </c:pt>
                <c:pt idx="6288">
                  <c:v>0.0096</c:v>
                </c:pt>
                <c:pt idx="6289">
                  <c:v>0.0096</c:v>
                </c:pt>
                <c:pt idx="6290">
                  <c:v>0.0096</c:v>
                </c:pt>
                <c:pt idx="6291">
                  <c:v>0.0096</c:v>
                </c:pt>
                <c:pt idx="6292">
                  <c:v>0.0096</c:v>
                </c:pt>
                <c:pt idx="6293">
                  <c:v>0.0096</c:v>
                </c:pt>
                <c:pt idx="6294">
                  <c:v>0.0096</c:v>
                </c:pt>
                <c:pt idx="6295">
                  <c:v>0.0096</c:v>
                </c:pt>
                <c:pt idx="6296">
                  <c:v>0.0096</c:v>
                </c:pt>
                <c:pt idx="6297">
                  <c:v>0.0096</c:v>
                </c:pt>
                <c:pt idx="6298">
                  <c:v>0.0096</c:v>
                </c:pt>
                <c:pt idx="6299">
                  <c:v>0.0096</c:v>
                </c:pt>
                <c:pt idx="6300">
                  <c:v>0.0096</c:v>
                </c:pt>
                <c:pt idx="6301">
                  <c:v>0.0096</c:v>
                </c:pt>
                <c:pt idx="6302">
                  <c:v>0.0096</c:v>
                </c:pt>
                <c:pt idx="6303">
                  <c:v>0.0096</c:v>
                </c:pt>
                <c:pt idx="6304">
                  <c:v>0.0096</c:v>
                </c:pt>
                <c:pt idx="6305">
                  <c:v>0.0096</c:v>
                </c:pt>
                <c:pt idx="6306">
                  <c:v>0.0096</c:v>
                </c:pt>
                <c:pt idx="6307">
                  <c:v>0.0096</c:v>
                </c:pt>
                <c:pt idx="6308">
                  <c:v>0.0096</c:v>
                </c:pt>
                <c:pt idx="6309">
                  <c:v>0.0096</c:v>
                </c:pt>
                <c:pt idx="6310">
                  <c:v>0.0096</c:v>
                </c:pt>
                <c:pt idx="6311">
                  <c:v>0.0096</c:v>
                </c:pt>
                <c:pt idx="6312">
                  <c:v>0.0096</c:v>
                </c:pt>
                <c:pt idx="6313">
                  <c:v>0.0096</c:v>
                </c:pt>
                <c:pt idx="6314">
                  <c:v>0.0096</c:v>
                </c:pt>
                <c:pt idx="6315">
                  <c:v>0.0096</c:v>
                </c:pt>
                <c:pt idx="6316">
                  <c:v>0.0096</c:v>
                </c:pt>
                <c:pt idx="6317">
                  <c:v>0.0096</c:v>
                </c:pt>
                <c:pt idx="6318">
                  <c:v>0.0096</c:v>
                </c:pt>
                <c:pt idx="6319">
                  <c:v>0.0096</c:v>
                </c:pt>
                <c:pt idx="6320">
                  <c:v>0.0096</c:v>
                </c:pt>
                <c:pt idx="6321">
                  <c:v>0.0096</c:v>
                </c:pt>
                <c:pt idx="6322">
                  <c:v>0.0096</c:v>
                </c:pt>
                <c:pt idx="6323">
                  <c:v>0.0096</c:v>
                </c:pt>
                <c:pt idx="6324">
                  <c:v>0.0096</c:v>
                </c:pt>
                <c:pt idx="6325">
                  <c:v>0.0096</c:v>
                </c:pt>
                <c:pt idx="6326">
                  <c:v>0.0096</c:v>
                </c:pt>
                <c:pt idx="6327">
                  <c:v>0.0096</c:v>
                </c:pt>
                <c:pt idx="6328">
                  <c:v>0.0096</c:v>
                </c:pt>
                <c:pt idx="6329">
                  <c:v>0.0096</c:v>
                </c:pt>
                <c:pt idx="6330">
                  <c:v>0.0096</c:v>
                </c:pt>
                <c:pt idx="6331">
                  <c:v>0.0096</c:v>
                </c:pt>
                <c:pt idx="6332">
                  <c:v>0.0096</c:v>
                </c:pt>
                <c:pt idx="6333">
                  <c:v>0.0096</c:v>
                </c:pt>
                <c:pt idx="6334">
                  <c:v>0.0096</c:v>
                </c:pt>
                <c:pt idx="6335">
                  <c:v>0.0096</c:v>
                </c:pt>
                <c:pt idx="6336">
                  <c:v>0.0096</c:v>
                </c:pt>
                <c:pt idx="6337">
                  <c:v>0.0096</c:v>
                </c:pt>
                <c:pt idx="6338">
                  <c:v>0.0096</c:v>
                </c:pt>
                <c:pt idx="6339">
                  <c:v>0.0096</c:v>
                </c:pt>
                <c:pt idx="6340">
                  <c:v>0.0096</c:v>
                </c:pt>
                <c:pt idx="6341">
                  <c:v>0.0096</c:v>
                </c:pt>
                <c:pt idx="6342">
                  <c:v>0.0096</c:v>
                </c:pt>
                <c:pt idx="6343">
                  <c:v>0.0096</c:v>
                </c:pt>
                <c:pt idx="6344">
                  <c:v>0.0096</c:v>
                </c:pt>
                <c:pt idx="6345">
                  <c:v>0.0096</c:v>
                </c:pt>
                <c:pt idx="6346">
                  <c:v>0.0096</c:v>
                </c:pt>
                <c:pt idx="6347">
                  <c:v>0.0096</c:v>
                </c:pt>
                <c:pt idx="6348">
                  <c:v>0.0096</c:v>
                </c:pt>
                <c:pt idx="6349">
                  <c:v>0.0096</c:v>
                </c:pt>
                <c:pt idx="6350">
                  <c:v>0.0096</c:v>
                </c:pt>
                <c:pt idx="6351">
                  <c:v>0.0096</c:v>
                </c:pt>
                <c:pt idx="6352">
                  <c:v>0.0096</c:v>
                </c:pt>
                <c:pt idx="6353">
                  <c:v>0.0096</c:v>
                </c:pt>
                <c:pt idx="6354">
                  <c:v>0.0096</c:v>
                </c:pt>
                <c:pt idx="6355">
                  <c:v>0.0096</c:v>
                </c:pt>
                <c:pt idx="6356">
                  <c:v>0.0096</c:v>
                </c:pt>
                <c:pt idx="6357">
                  <c:v>0.0096</c:v>
                </c:pt>
                <c:pt idx="6358">
                  <c:v>0.0096</c:v>
                </c:pt>
                <c:pt idx="6359">
                  <c:v>0.0096</c:v>
                </c:pt>
                <c:pt idx="6360">
                  <c:v>0.0096</c:v>
                </c:pt>
                <c:pt idx="6361">
                  <c:v>0.0096</c:v>
                </c:pt>
                <c:pt idx="6362">
                  <c:v>0.0096</c:v>
                </c:pt>
                <c:pt idx="6363">
                  <c:v>0.0096</c:v>
                </c:pt>
                <c:pt idx="6364">
                  <c:v>0.0096</c:v>
                </c:pt>
                <c:pt idx="6365">
                  <c:v>0.0096</c:v>
                </c:pt>
                <c:pt idx="6366">
                  <c:v>0.0096</c:v>
                </c:pt>
                <c:pt idx="6367">
                  <c:v>0.0096</c:v>
                </c:pt>
                <c:pt idx="6368">
                  <c:v>0.0096</c:v>
                </c:pt>
                <c:pt idx="6369">
                  <c:v>0.0096</c:v>
                </c:pt>
                <c:pt idx="6370">
                  <c:v>0.0096</c:v>
                </c:pt>
                <c:pt idx="6371">
                  <c:v>0.0096</c:v>
                </c:pt>
                <c:pt idx="6372">
                  <c:v>0.0096</c:v>
                </c:pt>
                <c:pt idx="6373">
                  <c:v>0.0096</c:v>
                </c:pt>
                <c:pt idx="6374">
                  <c:v>0.0096</c:v>
                </c:pt>
                <c:pt idx="6375">
                  <c:v>0.0096</c:v>
                </c:pt>
                <c:pt idx="6376">
                  <c:v>0.0096</c:v>
                </c:pt>
                <c:pt idx="6377">
                  <c:v>0.0096</c:v>
                </c:pt>
                <c:pt idx="6378">
                  <c:v>0.0096</c:v>
                </c:pt>
                <c:pt idx="6379">
                  <c:v>0.0096</c:v>
                </c:pt>
                <c:pt idx="6380">
                  <c:v>0.0096</c:v>
                </c:pt>
                <c:pt idx="6381">
                  <c:v>0.0096</c:v>
                </c:pt>
                <c:pt idx="6382">
                  <c:v>0.0096</c:v>
                </c:pt>
                <c:pt idx="6383">
                  <c:v>0.0096</c:v>
                </c:pt>
                <c:pt idx="6384">
                  <c:v>0.0096</c:v>
                </c:pt>
                <c:pt idx="6385">
                  <c:v>0.0096</c:v>
                </c:pt>
                <c:pt idx="6386">
                  <c:v>0.0096</c:v>
                </c:pt>
                <c:pt idx="6387">
                  <c:v>0.0096</c:v>
                </c:pt>
                <c:pt idx="6388">
                  <c:v>0.0096</c:v>
                </c:pt>
                <c:pt idx="6389">
                  <c:v>0.0096</c:v>
                </c:pt>
                <c:pt idx="6390">
                  <c:v>0.0096</c:v>
                </c:pt>
                <c:pt idx="6391">
                  <c:v>0.0096</c:v>
                </c:pt>
                <c:pt idx="6392">
                  <c:v>0.0096</c:v>
                </c:pt>
                <c:pt idx="6393">
                  <c:v>0.0096</c:v>
                </c:pt>
                <c:pt idx="6394">
                  <c:v>0.0096</c:v>
                </c:pt>
                <c:pt idx="6395">
                  <c:v>0.0096</c:v>
                </c:pt>
                <c:pt idx="6396">
                  <c:v>0.0096</c:v>
                </c:pt>
                <c:pt idx="6397">
                  <c:v>0.0096</c:v>
                </c:pt>
                <c:pt idx="6398">
                  <c:v>0.0096</c:v>
                </c:pt>
                <c:pt idx="6399">
                  <c:v>0.0096</c:v>
                </c:pt>
                <c:pt idx="6400">
                  <c:v>0.0096</c:v>
                </c:pt>
                <c:pt idx="6401">
                  <c:v>0.0096</c:v>
                </c:pt>
                <c:pt idx="6402">
                  <c:v>0.0096</c:v>
                </c:pt>
                <c:pt idx="6403">
                  <c:v>0.0096</c:v>
                </c:pt>
                <c:pt idx="6404">
                  <c:v>0.0096</c:v>
                </c:pt>
                <c:pt idx="6405">
                  <c:v>0.0096</c:v>
                </c:pt>
                <c:pt idx="6406">
                  <c:v>0.0096</c:v>
                </c:pt>
                <c:pt idx="6407">
                  <c:v>0.0096</c:v>
                </c:pt>
                <c:pt idx="6408">
                  <c:v>0.0096</c:v>
                </c:pt>
                <c:pt idx="6409">
                  <c:v>0.0096</c:v>
                </c:pt>
                <c:pt idx="6410">
                  <c:v>0.0096</c:v>
                </c:pt>
                <c:pt idx="6411">
                  <c:v>0.0096</c:v>
                </c:pt>
                <c:pt idx="6412">
                  <c:v>0.0096</c:v>
                </c:pt>
                <c:pt idx="6413">
                  <c:v>0.0096</c:v>
                </c:pt>
                <c:pt idx="6414">
                  <c:v>0.0096</c:v>
                </c:pt>
                <c:pt idx="6415">
                  <c:v>0.0096</c:v>
                </c:pt>
                <c:pt idx="6416">
                  <c:v>0.0096</c:v>
                </c:pt>
                <c:pt idx="6417">
                  <c:v>0.0096</c:v>
                </c:pt>
                <c:pt idx="6418">
                  <c:v>0.0096</c:v>
                </c:pt>
                <c:pt idx="6419">
                  <c:v>0.0096</c:v>
                </c:pt>
                <c:pt idx="6420">
                  <c:v>0.0096</c:v>
                </c:pt>
                <c:pt idx="6421">
                  <c:v>0.0096</c:v>
                </c:pt>
                <c:pt idx="6422">
                  <c:v>0.0096</c:v>
                </c:pt>
                <c:pt idx="6423">
                  <c:v>0.0096</c:v>
                </c:pt>
                <c:pt idx="6424">
                  <c:v>0.0096</c:v>
                </c:pt>
                <c:pt idx="6425">
                  <c:v>0.0096</c:v>
                </c:pt>
                <c:pt idx="6426">
                  <c:v>0.0096</c:v>
                </c:pt>
                <c:pt idx="6427">
                  <c:v>0.0096</c:v>
                </c:pt>
                <c:pt idx="6428">
                  <c:v>0.0096</c:v>
                </c:pt>
                <c:pt idx="6429">
                  <c:v>0.0096</c:v>
                </c:pt>
                <c:pt idx="6430">
                  <c:v>0.0096</c:v>
                </c:pt>
                <c:pt idx="6431">
                  <c:v>0.0096</c:v>
                </c:pt>
                <c:pt idx="6432">
                  <c:v>0.0096</c:v>
                </c:pt>
                <c:pt idx="6433">
                  <c:v>0.0096</c:v>
                </c:pt>
                <c:pt idx="6434">
                  <c:v>0.0096</c:v>
                </c:pt>
                <c:pt idx="6435">
                  <c:v>0.0096</c:v>
                </c:pt>
                <c:pt idx="6436">
                  <c:v>0.0096</c:v>
                </c:pt>
                <c:pt idx="6437">
                  <c:v>0.0096</c:v>
                </c:pt>
                <c:pt idx="6438">
                  <c:v>0.0096</c:v>
                </c:pt>
                <c:pt idx="6439">
                  <c:v>0.0096</c:v>
                </c:pt>
                <c:pt idx="6440">
                  <c:v>0.0096</c:v>
                </c:pt>
                <c:pt idx="6441">
                  <c:v>0.0096</c:v>
                </c:pt>
                <c:pt idx="6442">
                  <c:v>0.0096</c:v>
                </c:pt>
                <c:pt idx="6443">
                  <c:v>0.0096</c:v>
                </c:pt>
                <c:pt idx="6444">
                  <c:v>0.0096</c:v>
                </c:pt>
                <c:pt idx="6445">
                  <c:v>0.0096</c:v>
                </c:pt>
                <c:pt idx="6446">
                  <c:v>0.0096</c:v>
                </c:pt>
                <c:pt idx="6447">
                  <c:v>0.0096</c:v>
                </c:pt>
                <c:pt idx="6448">
                  <c:v>0.0096</c:v>
                </c:pt>
                <c:pt idx="6449">
                  <c:v>0.0096</c:v>
                </c:pt>
                <c:pt idx="6450">
                  <c:v>0.0096</c:v>
                </c:pt>
                <c:pt idx="6451">
                  <c:v>0.0096</c:v>
                </c:pt>
                <c:pt idx="6452">
                  <c:v>0.0096</c:v>
                </c:pt>
                <c:pt idx="6453">
                  <c:v>0.0096</c:v>
                </c:pt>
                <c:pt idx="6454">
                  <c:v>0.0096</c:v>
                </c:pt>
                <c:pt idx="6455">
                  <c:v>0.0096</c:v>
                </c:pt>
                <c:pt idx="6456">
                  <c:v>0.0096</c:v>
                </c:pt>
                <c:pt idx="6457">
                  <c:v>0.0096</c:v>
                </c:pt>
                <c:pt idx="6458">
                  <c:v>0.0096</c:v>
                </c:pt>
                <c:pt idx="6459">
                  <c:v>0.0096</c:v>
                </c:pt>
                <c:pt idx="6460">
                  <c:v>0.0096</c:v>
                </c:pt>
                <c:pt idx="6461">
                  <c:v>0.0096</c:v>
                </c:pt>
                <c:pt idx="6462">
                  <c:v>0.0096</c:v>
                </c:pt>
                <c:pt idx="6463">
                  <c:v>0.0096</c:v>
                </c:pt>
                <c:pt idx="6464">
                  <c:v>0.0096</c:v>
                </c:pt>
                <c:pt idx="6465">
                  <c:v>0.0096</c:v>
                </c:pt>
                <c:pt idx="6466">
                  <c:v>0.0096</c:v>
                </c:pt>
                <c:pt idx="6467">
                  <c:v>0.0096</c:v>
                </c:pt>
                <c:pt idx="6468">
                  <c:v>0.0096</c:v>
                </c:pt>
                <c:pt idx="6469">
                  <c:v>0.0096</c:v>
                </c:pt>
                <c:pt idx="6470">
                  <c:v>0.0096</c:v>
                </c:pt>
                <c:pt idx="6471">
                  <c:v>0.0096</c:v>
                </c:pt>
                <c:pt idx="6472">
                  <c:v>0.0096</c:v>
                </c:pt>
                <c:pt idx="6473">
                  <c:v>0.0096</c:v>
                </c:pt>
                <c:pt idx="6474">
                  <c:v>0.0096</c:v>
                </c:pt>
                <c:pt idx="6475">
                  <c:v>0.0096</c:v>
                </c:pt>
                <c:pt idx="6476">
                  <c:v>0.0096</c:v>
                </c:pt>
                <c:pt idx="6477">
                  <c:v>0.0096</c:v>
                </c:pt>
                <c:pt idx="6478">
                  <c:v>0.0096</c:v>
                </c:pt>
                <c:pt idx="6479">
                  <c:v>0.0096</c:v>
                </c:pt>
                <c:pt idx="6480">
                  <c:v>0.0096</c:v>
                </c:pt>
                <c:pt idx="6481">
                  <c:v>0.0096</c:v>
                </c:pt>
                <c:pt idx="6482">
                  <c:v>0.0096</c:v>
                </c:pt>
                <c:pt idx="6483">
                  <c:v>0.0096</c:v>
                </c:pt>
                <c:pt idx="6484">
                  <c:v>0.0096</c:v>
                </c:pt>
                <c:pt idx="6485">
                  <c:v>0.0096</c:v>
                </c:pt>
                <c:pt idx="6486">
                  <c:v>0.0096</c:v>
                </c:pt>
                <c:pt idx="6487">
                  <c:v>0.0096</c:v>
                </c:pt>
                <c:pt idx="6488">
                  <c:v>0.0096</c:v>
                </c:pt>
                <c:pt idx="6489">
                  <c:v>0.0096</c:v>
                </c:pt>
                <c:pt idx="6490">
                  <c:v>0.0096</c:v>
                </c:pt>
                <c:pt idx="6491">
                  <c:v>0.0096</c:v>
                </c:pt>
                <c:pt idx="6492">
                  <c:v>0.0096</c:v>
                </c:pt>
                <c:pt idx="6493">
                  <c:v>0.0096</c:v>
                </c:pt>
                <c:pt idx="6494">
                  <c:v>0.0096</c:v>
                </c:pt>
                <c:pt idx="6495">
                  <c:v>0.0096</c:v>
                </c:pt>
                <c:pt idx="6496">
                  <c:v>0.0096</c:v>
                </c:pt>
                <c:pt idx="6497">
                  <c:v>0.0096</c:v>
                </c:pt>
                <c:pt idx="6498">
                  <c:v>0.0096</c:v>
                </c:pt>
                <c:pt idx="6499">
                  <c:v>0.0096</c:v>
                </c:pt>
                <c:pt idx="6500">
                  <c:v>0.0096</c:v>
                </c:pt>
                <c:pt idx="6501">
                  <c:v>0.0096</c:v>
                </c:pt>
                <c:pt idx="6502">
                  <c:v>0.0096</c:v>
                </c:pt>
                <c:pt idx="6503">
                  <c:v>0.0096</c:v>
                </c:pt>
                <c:pt idx="6504">
                  <c:v>0.0096</c:v>
                </c:pt>
                <c:pt idx="6505">
                  <c:v>0.0096</c:v>
                </c:pt>
                <c:pt idx="6506">
                  <c:v>0.0096</c:v>
                </c:pt>
                <c:pt idx="6507">
                  <c:v>0.0096</c:v>
                </c:pt>
                <c:pt idx="6508">
                  <c:v>0.0096</c:v>
                </c:pt>
                <c:pt idx="6509">
                  <c:v>0.0096</c:v>
                </c:pt>
                <c:pt idx="6510">
                  <c:v>0.0096</c:v>
                </c:pt>
                <c:pt idx="6511">
                  <c:v>0.0096</c:v>
                </c:pt>
                <c:pt idx="6512">
                  <c:v>0.0096</c:v>
                </c:pt>
                <c:pt idx="6513">
                  <c:v>0.0096</c:v>
                </c:pt>
                <c:pt idx="6514">
                  <c:v>0.0096</c:v>
                </c:pt>
                <c:pt idx="6515">
                  <c:v>0.0096</c:v>
                </c:pt>
                <c:pt idx="6516">
                  <c:v>0.0096</c:v>
                </c:pt>
                <c:pt idx="6517">
                  <c:v>0.0096</c:v>
                </c:pt>
                <c:pt idx="6518">
                  <c:v>0.0096</c:v>
                </c:pt>
                <c:pt idx="6519">
                  <c:v>0.0096</c:v>
                </c:pt>
                <c:pt idx="6520">
                  <c:v>0.0096</c:v>
                </c:pt>
                <c:pt idx="6521">
                  <c:v>0.0096</c:v>
                </c:pt>
                <c:pt idx="6522">
                  <c:v>0.0096</c:v>
                </c:pt>
                <c:pt idx="6523">
                  <c:v>0.0096</c:v>
                </c:pt>
                <c:pt idx="6524">
                  <c:v>0.0096</c:v>
                </c:pt>
                <c:pt idx="6525">
                  <c:v>0.0096</c:v>
                </c:pt>
                <c:pt idx="6526">
                  <c:v>0.0096</c:v>
                </c:pt>
                <c:pt idx="6527">
                  <c:v>0.0096</c:v>
                </c:pt>
                <c:pt idx="6528">
                  <c:v>0.0096</c:v>
                </c:pt>
                <c:pt idx="6529">
                  <c:v>0.0096</c:v>
                </c:pt>
                <c:pt idx="6530">
                  <c:v>0.0096</c:v>
                </c:pt>
                <c:pt idx="6531">
                  <c:v>0.0096</c:v>
                </c:pt>
                <c:pt idx="6532">
                  <c:v>0.0096</c:v>
                </c:pt>
                <c:pt idx="6533">
                  <c:v>0.0096</c:v>
                </c:pt>
                <c:pt idx="6534">
                  <c:v>0.0096</c:v>
                </c:pt>
                <c:pt idx="6535">
                  <c:v>0.0096</c:v>
                </c:pt>
                <c:pt idx="6536">
                  <c:v>0.0096</c:v>
                </c:pt>
                <c:pt idx="6537">
                  <c:v>0.0096</c:v>
                </c:pt>
                <c:pt idx="6538">
                  <c:v>0.0096</c:v>
                </c:pt>
                <c:pt idx="6539">
                  <c:v>0.0096</c:v>
                </c:pt>
                <c:pt idx="6540">
                  <c:v>0.0096</c:v>
                </c:pt>
                <c:pt idx="6541">
                  <c:v>0.0096</c:v>
                </c:pt>
                <c:pt idx="6542">
                  <c:v>0.0096</c:v>
                </c:pt>
                <c:pt idx="6543">
                  <c:v>0.0096</c:v>
                </c:pt>
                <c:pt idx="6544">
                  <c:v>0.0096</c:v>
                </c:pt>
                <c:pt idx="6545">
                  <c:v>0.0096</c:v>
                </c:pt>
                <c:pt idx="6546">
                  <c:v>0.0096</c:v>
                </c:pt>
                <c:pt idx="6547">
                  <c:v>0.0096</c:v>
                </c:pt>
                <c:pt idx="6548">
                  <c:v>0.0096</c:v>
                </c:pt>
                <c:pt idx="6549">
                  <c:v>0.0096</c:v>
                </c:pt>
                <c:pt idx="6550">
                  <c:v>0.0096</c:v>
                </c:pt>
                <c:pt idx="6551">
                  <c:v>0.0096</c:v>
                </c:pt>
                <c:pt idx="6552">
                  <c:v>0.0096</c:v>
                </c:pt>
                <c:pt idx="6553">
                  <c:v>0.0096</c:v>
                </c:pt>
                <c:pt idx="6554">
                  <c:v>0.0096</c:v>
                </c:pt>
                <c:pt idx="6555">
                  <c:v>0.0096</c:v>
                </c:pt>
                <c:pt idx="6556">
                  <c:v>0.0096</c:v>
                </c:pt>
                <c:pt idx="6557">
                  <c:v>0.0096</c:v>
                </c:pt>
                <c:pt idx="6558">
                  <c:v>0.0096</c:v>
                </c:pt>
                <c:pt idx="6559">
                  <c:v>0.0096</c:v>
                </c:pt>
                <c:pt idx="6560">
                  <c:v>0.0096</c:v>
                </c:pt>
                <c:pt idx="6561">
                  <c:v>0.0096</c:v>
                </c:pt>
                <c:pt idx="6562">
                  <c:v>0.0096</c:v>
                </c:pt>
                <c:pt idx="6563">
                  <c:v>0.0096</c:v>
                </c:pt>
                <c:pt idx="6564">
                  <c:v>0.0096</c:v>
                </c:pt>
                <c:pt idx="6565">
                  <c:v>0.0096</c:v>
                </c:pt>
                <c:pt idx="6566">
                  <c:v>0.0096</c:v>
                </c:pt>
                <c:pt idx="6567">
                  <c:v>0.0096</c:v>
                </c:pt>
                <c:pt idx="6568">
                  <c:v>0.0096</c:v>
                </c:pt>
                <c:pt idx="6569">
                  <c:v>0.0096</c:v>
                </c:pt>
                <c:pt idx="6570">
                  <c:v>0.0096</c:v>
                </c:pt>
                <c:pt idx="6571">
                  <c:v>0.0096</c:v>
                </c:pt>
                <c:pt idx="6572">
                  <c:v>0.0096</c:v>
                </c:pt>
                <c:pt idx="6573">
                  <c:v>0.0096</c:v>
                </c:pt>
                <c:pt idx="6574">
                  <c:v>0.0096</c:v>
                </c:pt>
                <c:pt idx="6575">
                  <c:v>0.0096</c:v>
                </c:pt>
                <c:pt idx="6576">
                  <c:v>0.0096</c:v>
                </c:pt>
                <c:pt idx="6577">
                  <c:v>0.0096</c:v>
                </c:pt>
                <c:pt idx="6578">
                  <c:v>0.0096</c:v>
                </c:pt>
                <c:pt idx="6579">
                  <c:v>0.0096</c:v>
                </c:pt>
                <c:pt idx="6580">
                  <c:v>0.0096</c:v>
                </c:pt>
                <c:pt idx="6581">
                  <c:v>0.0096</c:v>
                </c:pt>
                <c:pt idx="6582">
                  <c:v>0.0096</c:v>
                </c:pt>
                <c:pt idx="6583">
                  <c:v>0.0096</c:v>
                </c:pt>
                <c:pt idx="6584">
                  <c:v>0.0096</c:v>
                </c:pt>
                <c:pt idx="6585">
                  <c:v>0.0096</c:v>
                </c:pt>
                <c:pt idx="6586">
                  <c:v>0.0096</c:v>
                </c:pt>
                <c:pt idx="6587">
                  <c:v>0.0096</c:v>
                </c:pt>
                <c:pt idx="6588">
                  <c:v>0.0096</c:v>
                </c:pt>
                <c:pt idx="6589">
                  <c:v>0.0096</c:v>
                </c:pt>
                <c:pt idx="6590">
                  <c:v>0.0096</c:v>
                </c:pt>
                <c:pt idx="6591">
                  <c:v>0.0096</c:v>
                </c:pt>
                <c:pt idx="6592">
                  <c:v>0.0096</c:v>
                </c:pt>
                <c:pt idx="6593">
                  <c:v>0.0096</c:v>
                </c:pt>
                <c:pt idx="6594">
                  <c:v>0.0096</c:v>
                </c:pt>
                <c:pt idx="6595">
                  <c:v>0.0096</c:v>
                </c:pt>
                <c:pt idx="6596">
                  <c:v>0.0096</c:v>
                </c:pt>
                <c:pt idx="6597">
                  <c:v>0.0096</c:v>
                </c:pt>
                <c:pt idx="6598">
                  <c:v>0.0096</c:v>
                </c:pt>
                <c:pt idx="6599">
                  <c:v>0.0096</c:v>
                </c:pt>
                <c:pt idx="6600">
                  <c:v>0.0096</c:v>
                </c:pt>
                <c:pt idx="6601">
                  <c:v>0.0096</c:v>
                </c:pt>
                <c:pt idx="6602">
                  <c:v>0.0096</c:v>
                </c:pt>
                <c:pt idx="6603">
                  <c:v>0.0096</c:v>
                </c:pt>
                <c:pt idx="6604">
                  <c:v>0.0096</c:v>
                </c:pt>
                <c:pt idx="6605">
                  <c:v>0.0096</c:v>
                </c:pt>
                <c:pt idx="6606">
                  <c:v>0.0096</c:v>
                </c:pt>
                <c:pt idx="6607">
                  <c:v>0.0096</c:v>
                </c:pt>
                <c:pt idx="6608">
                  <c:v>0.0096</c:v>
                </c:pt>
                <c:pt idx="6609">
                  <c:v>0.0096</c:v>
                </c:pt>
                <c:pt idx="6610">
                  <c:v>0.0096</c:v>
                </c:pt>
                <c:pt idx="6611">
                  <c:v>0.0096</c:v>
                </c:pt>
                <c:pt idx="6612">
                  <c:v>0.0096</c:v>
                </c:pt>
                <c:pt idx="6613">
                  <c:v>0.0096</c:v>
                </c:pt>
                <c:pt idx="6614">
                  <c:v>0.0096</c:v>
                </c:pt>
                <c:pt idx="6615">
                  <c:v>0.0096</c:v>
                </c:pt>
                <c:pt idx="6616">
                  <c:v>0.0096</c:v>
                </c:pt>
                <c:pt idx="6617">
                  <c:v>0.0096</c:v>
                </c:pt>
                <c:pt idx="6618">
                  <c:v>0.0096</c:v>
                </c:pt>
                <c:pt idx="6619">
                  <c:v>0.0096</c:v>
                </c:pt>
                <c:pt idx="6620">
                  <c:v>0.0096</c:v>
                </c:pt>
                <c:pt idx="6621">
                  <c:v>0.0096</c:v>
                </c:pt>
                <c:pt idx="6622">
                  <c:v>0.0096</c:v>
                </c:pt>
                <c:pt idx="6623">
                  <c:v>0.0096</c:v>
                </c:pt>
                <c:pt idx="6624">
                  <c:v>0.0096</c:v>
                </c:pt>
                <c:pt idx="6625">
                  <c:v>0.0096</c:v>
                </c:pt>
                <c:pt idx="6626">
                  <c:v>0.0096</c:v>
                </c:pt>
                <c:pt idx="6627">
                  <c:v>0.0096</c:v>
                </c:pt>
                <c:pt idx="6628">
                  <c:v>0.0096</c:v>
                </c:pt>
                <c:pt idx="6629">
                  <c:v>0.0096</c:v>
                </c:pt>
                <c:pt idx="6630">
                  <c:v>0.0096</c:v>
                </c:pt>
                <c:pt idx="6631">
                  <c:v>0.0096</c:v>
                </c:pt>
                <c:pt idx="6632">
                  <c:v>0.0096</c:v>
                </c:pt>
                <c:pt idx="6633">
                  <c:v>0.0096</c:v>
                </c:pt>
                <c:pt idx="6634">
                  <c:v>0.0096</c:v>
                </c:pt>
                <c:pt idx="6635">
                  <c:v>0.0096</c:v>
                </c:pt>
                <c:pt idx="6636">
                  <c:v>0.0096</c:v>
                </c:pt>
                <c:pt idx="6637">
                  <c:v>0.0096</c:v>
                </c:pt>
                <c:pt idx="6638">
                  <c:v>0.0096</c:v>
                </c:pt>
                <c:pt idx="6639">
                  <c:v>0.0096</c:v>
                </c:pt>
                <c:pt idx="6640">
                  <c:v>0.0096</c:v>
                </c:pt>
                <c:pt idx="6641">
                  <c:v>0.0096</c:v>
                </c:pt>
                <c:pt idx="6642">
                  <c:v>0.0096</c:v>
                </c:pt>
                <c:pt idx="6643">
                  <c:v>0.0096</c:v>
                </c:pt>
                <c:pt idx="6644">
                  <c:v>0.0096</c:v>
                </c:pt>
                <c:pt idx="6645">
                  <c:v>0.0096</c:v>
                </c:pt>
                <c:pt idx="6646">
                  <c:v>0.0096</c:v>
                </c:pt>
                <c:pt idx="6647">
                  <c:v>0.0096</c:v>
                </c:pt>
                <c:pt idx="6648">
                  <c:v>0.0096</c:v>
                </c:pt>
                <c:pt idx="6649">
                  <c:v>0.0096</c:v>
                </c:pt>
                <c:pt idx="6650">
                  <c:v>0.0096</c:v>
                </c:pt>
                <c:pt idx="6651">
                  <c:v>0.0096</c:v>
                </c:pt>
                <c:pt idx="6652">
                  <c:v>0.0096</c:v>
                </c:pt>
                <c:pt idx="6653">
                  <c:v>0.0096</c:v>
                </c:pt>
                <c:pt idx="6654">
                  <c:v>0.0096</c:v>
                </c:pt>
                <c:pt idx="6655">
                  <c:v>0.0096</c:v>
                </c:pt>
                <c:pt idx="6656">
                  <c:v>0.0096</c:v>
                </c:pt>
                <c:pt idx="6657">
                  <c:v>0.0096</c:v>
                </c:pt>
                <c:pt idx="6658">
                  <c:v>0.0096</c:v>
                </c:pt>
                <c:pt idx="6659">
                  <c:v>0.0096</c:v>
                </c:pt>
                <c:pt idx="6660">
                  <c:v>0.0096</c:v>
                </c:pt>
                <c:pt idx="6661">
                  <c:v>0.0096</c:v>
                </c:pt>
                <c:pt idx="6662">
                  <c:v>0.0096</c:v>
                </c:pt>
                <c:pt idx="6663">
                  <c:v>0.0096</c:v>
                </c:pt>
                <c:pt idx="6664">
                  <c:v>0.0096</c:v>
                </c:pt>
                <c:pt idx="6665">
                  <c:v>0.0096</c:v>
                </c:pt>
                <c:pt idx="6666">
                  <c:v>0.0096</c:v>
                </c:pt>
                <c:pt idx="6667">
                  <c:v>0.0096</c:v>
                </c:pt>
                <c:pt idx="6668">
                  <c:v>0.0096</c:v>
                </c:pt>
                <c:pt idx="6669">
                  <c:v>0.0096</c:v>
                </c:pt>
                <c:pt idx="6670">
                  <c:v>0.0096</c:v>
                </c:pt>
                <c:pt idx="6671">
                  <c:v>0.0096</c:v>
                </c:pt>
                <c:pt idx="6672">
                  <c:v>0.0096</c:v>
                </c:pt>
                <c:pt idx="6673">
                  <c:v>0.0096</c:v>
                </c:pt>
                <c:pt idx="6674">
                  <c:v>0.0096</c:v>
                </c:pt>
                <c:pt idx="6675">
                  <c:v>0.0096</c:v>
                </c:pt>
                <c:pt idx="6676">
                  <c:v>0.0096</c:v>
                </c:pt>
                <c:pt idx="6677">
                  <c:v>0.0096</c:v>
                </c:pt>
                <c:pt idx="6678">
                  <c:v>0.0096</c:v>
                </c:pt>
                <c:pt idx="6679">
                  <c:v>0.0096</c:v>
                </c:pt>
                <c:pt idx="6680">
                  <c:v>0.0096</c:v>
                </c:pt>
                <c:pt idx="6681">
                  <c:v>0.0096</c:v>
                </c:pt>
                <c:pt idx="6682">
                  <c:v>0.0096</c:v>
                </c:pt>
                <c:pt idx="6683">
                  <c:v>0.0096</c:v>
                </c:pt>
                <c:pt idx="6684">
                  <c:v>0.0096</c:v>
                </c:pt>
                <c:pt idx="6685">
                  <c:v>0.0096</c:v>
                </c:pt>
                <c:pt idx="6686">
                  <c:v>0.0096</c:v>
                </c:pt>
                <c:pt idx="6687">
                  <c:v>0.0096</c:v>
                </c:pt>
                <c:pt idx="6688">
                  <c:v>0.0096</c:v>
                </c:pt>
                <c:pt idx="6689">
                  <c:v>0.0096</c:v>
                </c:pt>
                <c:pt idx="6690">
                  <c:v>0.0096</c:v>
                </c:pt>
                <c:pt idx="6691">
                  <c:v>0.0096</c:v>
                </c:pt>
                <c:pt idx="6692">
                  <c:v>0.0096</c:v>
                </c:pt>
                <c:pt idx="6693">
                  <c:v>0.0096</c:v>
                </c:pt>
                <c:pt idx="6694">
                  <c:v>0.0096</c:v>
                </c:pt>
                <c:pt idx="6695">
                  <c:v>0.0096</c:v>
                </c:pt>
                <c:pt idx="6696">
                  <c:v>0.0096</c:v>
                </c:pt>
                <c:pt idx="6697">
                  <c:v>0.0096</c:v>
                </c:pt>
                <c:pt idx="6698">
                  <c:v>0.0096</c:v>
                </c:pt>
                <c:pt idx="6699">
                  <c:v>0.0096</c:v>
                </c:pt>
                <c:pt idx="6700">
                  <c:v>0.0096</c:v>
                </c:pt>
                <c:pt idx="6701">
                  <c:v>0.0096</c:v>
                </c:pt>
                <c:pt idx="6702">
                  <c:v>0.0096</c:v>
                </c:pt>
                <c:pt idx="6703">
                  <c:v>0.0096</c:v>
                </c:pt>
                <c:pt idx="6704">
                  <c:v>0.0096</c:v>
                </c:pt>
                <c:pt idx="6705">
                  <c:v>0.0096</c:v>
                </c:pt>
                <c:pt idx="6706">
                  <c:v>0.0096</c:v>
                </c:pt>
                <c:pt idx="6707">
                  <c:v>0.0096</c:v>
                </c:pt>
                <c:pt idx="6708">
                  <c:v>0.0096</c:v>
                </c:pt>
                <c:pt idx="6709">
                  <c:v>0.0096</c:v>
                </c:pt>
                <c:pt idx="6710">
                  <c:v>0.0096</c:v>
                </c:pt>
                <c:pt idx="6711">
                  <c:v>0.0096</c:v>
                </c:pt>
                <c:pt idx="6712">
                  <c:v>0.0096</c:v>
                </c:pt>
                <c:pt idx="6713">
                  <c:v>0.0096</c:v>
                </c:pt>
                <c:pt idx="6714">
                  <c:v>0.0096</c:v>
                </c:pt>
                <c:pt idx="6715">
                  <c:v>0.0096</c:v>
                </c:pt>
                <c:pt idx="6716">
                  <c:v>0.0096</c:v>
                </c:pt>
                <c:pt idx="6717">
                  <c:v>0.0096</c:v>
                </c:pt>
                <c:pt idx="6718">
                  <c:v>0.0096</c:v>
                </c:pt>
                <c:pt idx="6719">
                  <c:v>0.0096</c:v>
                </c:pt>
                <c:pt idx="6720">
                  <c:v>0.0096</c:v>
                </c:pt>
                <c:pt idx="6721">
                  <c:v>0.0096</c:v>
                </c:pt>
                <c:pt idx="6722">
                  <c:v>0.0096</c:v>
                </c:pt>
                <c:pt idx="6723">
                  <c:v>0.0096</c:v>
                </c:pt>
                <c:pt idx="6724">
                  <c:v>0.0096</c:v>
                </c:pt>
                <c:pt idx="6725">
                  <c:v>0.0096</c:v>
                </c:pt>
                <c:pt idx="6726">
                  <c:v>0.0096</c:v>
                </c:pt>
                <c:pt idx="6727">
                  <c:v>0.0096</c:v>
                </c:pt>
                <c:pt idx="6728">
                  <c:v>0.0096</c:v>
                </c:pt>
                <c:pt idx="6729">
                  <c:v>0.0096</c:v>
                </c:pt>
                <c:pt idx="6730">
                  <c:v>0.0096</c:v>
                </c:pt>
                <c:pt idx="6731">
                  <c:v>0.0096</c:v>
                </c:pt>
                <c:pt idx="6732">
                  <c:v>0.0096</c:v>
                </c:pt>
                <c:pt idx="6733">
                  <c:v>0.0096</c:v>
                </c:pt>
                <c:pt idx="6734">
                  <c:v>0.0096</c:v>
                </c:pt>
                <c:pt idx="6735">
                  <c:v>0.0096</c:v>
                </c:pt>
                <c:pt idx="6736">
                  <c:v>0.0096</c:v>
                </c:pt>
                <c:pt idx="6737">
                  <c:v>0.0096</c:v>
                </c:pt>
                <c:pt idx="6738">
                  <c:v>0.0096</c:v>
                </c:pt>
                <c:pt idx="6739">
                  <c:v>0.0096</c:v>
                </c:pt>
                <c:pt idx="6740">
                  <c:v>0.0096</c:v>
                </c:pt>
                <c:pt idx="6741">
                  <c:v>0.0096</c:v>
                </c:pt>
                <c:pt idx="6742">
                  <c:v>0.0096</c:v>
                </c:pt>
                <c:pt idx="6743">
                  <c:v>0.0096</c:v>
                </c:pt>
                <c:pt idx="6744">
                  <c:v>0.0096</c:v>
                </c:pt>
                <c:pt idx="6745">
                  <c:v>0.0096</c:v>
                </c:pt>
                <c:pt idx="6746">
                  <c:v>0.0096</c:v>
                </c:pt>
                <c:pt idx="6747">
                  <c:v>0.0096</c:v>
                </c:pt>
                <c:pt idx="6748">
                  <c:v>0.0096</c:v>
                </c:pt>
                <c:pt idx="6749">
                  <c:v>0.0096</c:v>
                </c:pt>
                <c:pt idx="6750">
                  <c:v>0.0096</c:v>
                </c:pt>
                <c:pt idx="6751">
                  <c:v>0.0096</c:v>
                </c:pt>
                <c:pt idx="6752">
                  <c:v>0.0096</c:v>
                </c:pt>
                <c:pt idx="6753">
                  <c:v>0.0096</c:v>
                </c:pt>
                <c:pt idx="6754">
                  <c:v>0.0096</c:v>
                </c:pt>
                <c:pt idx="6755">
                  <c:v>0.0096</c:v>
                </c:pt>
                <c:pt idx="6756">
                  <c:v>0.0096</c:v>
                </c:pt>
                <c:pt idx="6757">
                  <c:v>0.0096</c:v>
                </c:pt>
                <c:pt idx="6758">
                  <c:v>0.0096</c:v>
                </c:pt>
                <c:pt idx="6759">
                  <c:v>0.0096</c:v>
                </c:pt>
                <c:pt idx="6760">
                  <c:v>0.0096</c:v>
                </c:pt>
                <c:pt idx="6761">
                  <c:v>0.0096</c:v>
                </c:pt>
                <c:pt idx="6762">
                  <c:v>0.0096</c:v>
                </c:pt>
                <c:pt idx="6763">
                  <c:v>0.0096</c:v>
                </c:pt>
                <c:pt idx="6764">
                  <c:v>0.0096</c:v>
                </c:pt>
                <c:pt idx="6765">
                  <c:v>0.0096</c:v>
                </c:pt>
                <c:pt idx="6766">
                  <c:v>0.0096</c:v>
                </c:pt>
                <c:pt idx="6767">
                  <c:v>0.0096</c:v>
                </c:pt>
                <c:pt idx="6768">
                  <c:v>0.0096</c:v>
                </c:pt>
                <c:pt idx="6769">
                  <c:v>0.0096</c:v>
                </c:pt>
                <c:pt idx="6770">
                  <c:v>0.0096</c:v>
                </c:pt>
                <c:pt idx="6771">
                  <c:v>0.0096</c:v>
                </c:pt>
                <c:pt idx="6772">
                  <c:v>0.0096</c:v>
                </c:pt>
                <c:pt idx="6773">
                  <c:v>0.0096</c:v>
                </c:pt>
                <c:pt idx="6774">
                  <c:v>0.0096</c:v>
                </c:pt>
                <c:pt idx="6775">
                  <c:v>0.0096</c:v>
                </c:pt>
                <c:pt idx="6776">
                  <c:v>0.0096</c:v>
                </c:pt>
                <c:pt idx="6777">
                  <c:v>0.0096</c:v>
                </c:pt>
                <c:pt idx="6778">
                  <c:v>0.0096</c:v>
                </c:pt>
                <c:pt idx="6779">
                  <c:v>0.0096</c:v>
                </c:pt>
                <c:pt idx="6780">
                  <c:v>0.0096</c:v>
                </c:pt>
                <c:pt idx="6781">
                  <c:v>0.0096</c:v>
                </c:pt>
                <c:pt idx="6782">
                  <c:v>0.0096</c:v>
                </c:pt>
                <c:pt idx="6783">
                  <c:v>0.0096</c:v>
                </c:pt>
                <c:pt idx="6784">
                  <c:v>0.0096</c:v>
                </c:pt>
                <c:pt idx="6785">
                  <c:v>0.0096</c:v>
                </c:pt>
                <c:pt idx="6786">
                  <c:v>0.0096</c:v>
                </c:pt>
                <c:pt idx="6787">
                  <c:v>0.0096</c:v>
                </c:pt>
                <c:pt idx="6788">
                  <c:v>0.0096</c:v>
                </c:pt>
                <c:pt idx="6789">
                  <c:v>0.0096</c:v>
                </c:pt>
                <c:pt idx="6790">
                  <c:v>0.0096</c:v>
                </c:pt>
                <c:pt idx="6791">
                  <c:v>0.0096</c:v>
                </c:pt>
                <c:pt idx="6792">
                  <c:v>0.0096</c:v>
                </c:pt>
                <c:pt idx="6793">
                  <c:v>0.0096</c:v>
                </c:pt>
                <c:pt idx="6794">
                  <c:v>0.0096</c:v>
                </c:pt>
                <c:pt idx="6795">
                  <c:v>0.0096</c:v>
                </c:pt>
                <c:pt idx="6796">
                  <c:v>0.0096</c:v>
                </c:pt>
                <c:pt idx="6797">
                  <c:v>0.0096</c:v>
                </c:pt>
                <c:pt idx="6798">
                  <c:v>0.0096</c:v>
                </c:pt>
                <c:pt idx="6799">
                  <c:v>0.0096</c:v>
                </c:pt>
                <c:pt idx="6800">
                  <c:v>0.0096</c:v>
                </c:pt>
                <c:pt idx="6801">
                  <c:v>0.0096</c:v>
                </c:pt>
                <c:pt idx="6802">
                  <c:v>0.0096</c:v>
                </c:pt>
                <c:pt idx="6803">
                  <c:v>0.0096</c:v>
                </c:pt>
                <c:pt idx="6804">
                  <c:v>0.0096</c:v>
                </c:pt>
                <c:pt idx="6805">
                  <c:v>0.0096</c:v>
                </c:pt>
                <c:pt idx="6806">
                  <c:v>0.0096</c:v>
                </c:pt>
                <c:pt idx="6807">
                  <c:v>0.0096</c:v>
                </c:pt>
                <c:pt idx="6808">
                  <c:v>0.0096</c:v>
                </c:pt>
                <c:pt idx="6809">
                  <c:v>0.0096</c:v>
                </c:pt>
                <c:pt idx="6810">
                  <c:v>0.0096</c:v>
                </c:pt>
                <c:pt idx="6811">
                  <c:v>0.0096</c:v>
                </c:pt>
                <c:pt idx="6812">
                  <c:v>0.0096</c:v>
                </c:pt>
                <c:pt idx="6813">
                  <c:v>0.0096</c:v>
                </c:pt>
                <c:pt idx="6814">
                  <c:v>0.0096</c:v>
                </c:pt>
                <c:pt idx="6815">
                  <c:v>0.0096</c:v>
                </c:pt>
                <c:pt idx="6816">
                  <c:v>0.0096</c:v>
                </c:pt>
                <c:pt idx="6817">
                  <c:v>0.0096</c:v>
                </c:pt>
                <c:pt idx="6818">
                  <c:v>0.0096</c:v>
                </c:pt>
                <c:pt idx="6819">
                  <c:v>0.0096</c:v>
                </c:pt>
                <c:pt idx="6820">
                  <c:v>0.0096</c:v>
                </c:pt>
                <c:pt idx="6821">
                  <c:v>0.0096</c:v>
                </c:pt>
                <c:pt idx="6822">
                  <c:v>0.0096</c:v>
                </c:pt>
                <c:pt idx="6823">
                  <c:v>0.0096</c:v>
                </c:pt>
                <c:pt idx="6824">
                  <c:v>0.0096</c:v>
                </c:pt>
                <c:pt idx="6825">
                  <c:v>0.0096</c:v>
                </c:pt>
                <c:pt idx="6826">
                  <c:v>0.0096</c:v>
                </c:pt>
                <c:pt idx="6827">
                  <c:v>0.0096</c:v>
                </c:pt>
                <c:pt idx="6828">
                  <c:v>0.0096</c:v>
                </c:pt>
                <c:pt idx="6829">
                  <c:v>0.0096</c:v>
                </c:pt>
                <c:pt idx="6830">
                  <c:v>0.0096</c:v>
                </c:pt>
                <c:pt idx="6831">
                  <c:v>0.0096</c:v>
                </c:pt>
                <c:pt idx="6832">
                  <c:v>0.0096</c:v>
                </c:pt>
                <c:pt idx="6833">
                  <c:v>0.0096</c:v>
                </c:pt>
                <c:pt idx="6834">
                  <c:v>0.0096</c:v>
                </c:pt>
                <c:pt idx="6835">
                  <c:v>0.0096</c:v>
                </c:pt>
                <c:pt idx="6836">
                  <c:v>0.0096</c:v>
                </c:pt>
                <c:pt idx="6837">
                  <c:v>0.0096</c:v>
                </c:pt>
                <c:pt idx="6838">
                  <c:v>0.0096</c:v>
                </c:pt>
                <c:pt idx="6839">
                  <c:v>0.0096</c:v>
                </c:pt>
                <c:pt idx="6840">
                  <c:v>0.0096</c:v>
                </c:pt>
                <c:pt idx="6841">
                  <c:v>0.0096</c:v>
                </c:pt>
                <c:pt idx="6842">
                  <c:v>0.0096</c:v>
                </c:pt>
                <c:pt idx="6843">
                  <c:v>0.0096</c:v>
                </c:pt>
                <c:pt idx="6844">
                  <c:v>0.0096</c:v>
                </c:pt>
                <c:pt idx="6845">
                  <c:v>0.0096</c:v>
                </c:pt>
                <c:pt idx="6846">
                  <c:v>0.0096</c:v>
                </c:pt>
                <c:pt idx="6847">
                  <c:v>0.0096</c:v>
                </c:pt>
                <c:pt idx="6848">
                  <c:v>0.0096</c:v>
                </c:pt>
                <c:pt idx="6849">
                  <c:v>0.0096</c:v>
                </c:pt>
                <c:pt idx="6850">
                  <c:v>0.0096</c:v>
                </c:pt>
                <c:pt idx="6851">
                  <c:v>0.0096</c:v>
                </c:pt>
                <c:pt idx="6852">
                  <c:v>0.0096</c:v>
                </c:pt>
                <c:pt idx="6853">
                  <c:v>0.0096</c:v>
                </c:pt>
                <c:pt idx="6854">
                  <c:v>0.0096</c:v>
                </c:pt>
                <c:pt idx="6855">
                  <c:v>0.0096</c:v>
                </c:pt>
                <c:pt idx="6856">
                  <c:v>0.0096</c:v>
                </c:pt>
                <c:pt idx="6857">
                  <c:v>0.0096</c:v>
                </c:pt>
                <c:pt idx="6858">
                  <c:v>0.0096</c:v>
                </c:pt>
                <c:pt idx="6859">
                  <c:v>0.0096</c:v>
                </c:pt>
                <c:pt idx="6860">
                  <c:v>0.0096</c:v>
                </c:pt>
                <c:pt idx="6861">
                  <c:v>0.0096</c:v>
                </c:pt>
                <c:pt idx="6862">
                  <c:v>0.0096</c:v>
                </c:pt>
                <c:pt idx="6863">
                  <c:v>0.0096</c:v>
                </c:pt>
                <c:pt idx="6864">
                  <c:v>0.0096</c:v>
                </c:pt>
                <c:pt idx="6865">
                  <c:v>0.0096</c:v>
                </c:pt>
                <c:pt idx="6866">
                  <c:v>0.0096</c:v>
                </c:pt>
                <c:pt idx="6867">
                  <c:v>0.0096</c:v>
                </c:pt>
                <c:pt idx="6868">
                  <c:v>0.0096</c:v>
                </c:pt>
                <c:pt idx="6869">
                  <c:v>0.0096</c:v>
                </c:pt>
                <c:pt idx="6870">
                  <c:v>0.0096</c:v>
                </c:pt>
                <c:pt idx="6871">
                  <c:v>0.0096</c:v>
                </c:pt>
                <c:pt idx="6872">
                  <c:v>0.0096</c:v>
                </c:pt>
                <c:pt idx="6873">
                  <c:v>0.0096</c:v>
                </c:pt>
                <c:pt idx="6874">
                  <c:v>0.0096</c:v>
                </c:pt>
                <c:pt idx="6875">
                  <c:v>0.0096</c:v>
                </c:pt>
                <c:pt idx="6876">
                  <c:v>0.0096</c:v>
                </c:pt>
                <c:pt idx="6877">
                  <c:v>0.0096</c:v>
                </c:pt>
                <c:pt idx="6878">
                  <c:v>0.0096</c:v>
                </c:pt>
                <c:pt idx="6879">
                  <c:v>0.0096</c:v>
                </c:pt>
                <c:pt idx="6880">
                  <c:v>0.0096</c:v>
                </c:pt>
                <c:pt idx="6881">
                  <c:v>0.0096</c:v>
                </c:pt>
                <c:pt idx="6882">
                  <c:v>0.0096</c:v>
                </c:pt>
                <c:pt idx="6883">
                  <c:v>0.0096</c:v>
                </c:pt>
                <c:pt idx="6884">
                  <c:v>0.0096</c:v>
                </c:pt>
                <c:pt idx="6885">
                  <c:v>0.0096</c:v>
                </c:pt>
                <c:pt idx="6886">
                  <c:v>0.0096</c:v>
                </c:pt>
                <c:pt idx="6887">
                  <c:v>0.0096</c:v>
                </c:pt>
                <c:pt idx="6888">
                  <c:v>0.0096</c:v>
                </c:pt>
                <c:pt idx="6889">
                  <c:v>0.0096</c:v>
                </c:pt>
                <c:pt idx="6890">
                  <c:v>0.0096</c:v>
                </c:pt>
                <c:pt idx="6891">
                  <c:v>0.0096</c:v>
                </c:pt>
                <c:pt idx="6892">
                  <c:v>0.0096</c:v>
                </c:pt>
                <c:pt idx="6893">
                  <c:v>0.0096</c:v>
                </c:pt>
                <c:pt idx="6894">
                  <c:v>0.0096</c:v>
                </c:pt>
                <c:pt idx="6895">
                  <c:v>0.0096</c:v>
                </c:pt>
                <c:pt idx="6896">
                  <c:v>0.0096</c:v>
                </c:pt>
                <c:pt idx="6897">
                  <c:v>0.0096</c:v>
                </c:pt>
                <c:pt idx="6898">
                  <c:v>0.0096</c:v>
                </c:pt>
                <c:pt idx="6899">
                  <c:v>0.0096</c:v>
                </c:pt>
                <c:pt idx="6900">
                  <c:v>0.0096</c:v>
                </c:pt>
                <c:pt idx="6901">
                  <c:v>0.0096</c:v>
                </c:pt>
                <c:pt idx="6902">
                  <c:v>0.0096</c:v>
                </c:pt>
                <c:pt idx="6903">
                  <c:v>0.0096</c:v>
                </c:pt>
                <c:pt idx="6904">
                  <c:v>0.0096</c:v>
                </c:pt>
                <c:pt idx="6905">
                  <c:v>0.0096</c:v>
                </c:pt>
                <c:pt idx="6906">
                  <c:v>0.0096</c:v>
                </c:pt>
                <c:pt idx="6907">
                  <c:v>0.0096</c:v>
                </c:pt>
                <c:pt idx="6908">
                  <c:v>0.0096</c:v>
                </c:pt>
                <c:pt idx="6909">
                  <c:v>0.0096</c:v>
                </c:pt>
                <c:pt idx="6910">
                  <c:v>0.0096</c:v>
                </c:pt>
                <c:pt idx="6911">
                  <c:v>0.0096</c:v>
                </c:pt>
                <c:pt idx="6912">
                  <c:v>0.0096</c:v>
                </c:pt>
                <c:pt idx="6913">
                  <c:v>0.0096</c:v>
                </c:pt>
                <c:pt idx="6914">
                  <c:v>0.0096</c:v>
                </c:pt>
                <c:pt idx="6915">
                  <c:v>0.0096</c:v>
                </c:pt>
                <c:pt idx="6916">
                  <c:v>0.0096</c:v>
                </c:pt>
                <c:pt idx="6917">
                  <c:v>0.0096</c:v>
                </c:pt>
                <c:pt idx="6918">
                  <c:v>0.0096</c:v>
                </c:pt>
                <c:pt idx="6919">
                  <c:v>0.0096</c:v>
                </c:pt>
                <c:pt idx="6920">
                  <c:v>0.0096</c:v>
                </c:pt>
                <c:pt idx="6921">
                  <c:v>0.0096</c:v>
                </c:pt>
                <c:pt idx="6922">
                  <c:v>0.0096</c:v>
                </c:pt>
                <c:pt idx="6923">
                  <c:v>0.0096</c:v>
                </c:pt>
                <c:pt idx="6924">
                  <c:v>0.0096</c:v>
                </c:pt>
                <c:pt idx="6925">
                  <c:v>0.0096</c:v>
                </c:pt>
                <c:pt idx="6926">
                  <c:v>0.0096</c:v>
                </c:pt>
                <c:pt idx="6927">
                  <c:v>0.0096</c:v>
                </c:pt>
                <c:pt idx="6928">
                  <c:v>0.0096</c:v>
                </c:pt>
                <c:pt idx="6929">
                  <c:v>0.0096</c:v>
                </c:pt>
                <c:pt idx="6930">
                  <c:v>0.0096</c:v>
                </c:pt>
                <c:pt idx="6931">
                  <c:v>0.0096</c:v>
                </c:pt>
                <c:pt idx="6932">
                  <c:v>0.0096</c:v>
                </c:pt>
                <c:pt idx="6933">
                  <c:v>0.0096</c:v>
                </c:pt>
                <c:pt idx="6934">
                  <c:v>0.0096</c:v>
                </c:pt>
                <c:pt idx="6935">
                  <c:v>0.0096</c:v>
                </c:pt>
                <c:pt idx="6936">
                  <c:v>0.0096</c:v>
                </c:pt>
                <c:pt idx="6937">
                  <c:v>0.0096</c:v>
                </c:pt>
                <c:pt idx="6938">
                  <c:v>0.0096</c:v>
                </c:pt>
                <c:pt idx="6939">
                  <c:v>0.0096</c:v>
                </c:pt>
                <c:pt idx="6940">
                  <c:v>0.0096</c:v>
                </c:pt>
                <c:pt idx="6941">
                  <c:v>0.0096</c:v>
                </c:pt>
                <c:pt idx="6942">
                  <c:v>0.0096</c:v>
                </c:pt>
                <c:pt idx="6943">
                  <c:v>0.0096</c:v>
                </c:pt>
                <c:pt idx="6944">
                  <c:v>0.0096</c:v>
                </c:pt>
                <c:pt idx="6945">
                  <c:v>0.0096</c:v>
                </c:pt>
                <c:pt idx="6946">
                  <c:v>0.0096</c:v>
                </c:pt>
                <c:pt idx="6947">
                  <c:v>0.0096</c:v>
                </c:pt>
                <c:pt idx="6948">
                  <c:v>0.0096</c:v>
                </c:pt>
                <c:pt idx="6949">
                  <c:v>0.0096</c:v>
                </c:pt>
                <c:pt idx="6950">
                  <c:v>0.0096</c:v>
                </c:pt>
                <c:pt idx="6951">
                  <c:v>0.0096</c:v>
                </c:pt>
                <c:pt idx="6952">
                  <c:v>0.0096</c:v>
                </c:pt>
                <c:pt idx="6953">
                  <c:v>0.0096</c:v>
                </c:pt>
                <c:pt idx="6954">
                  <c:v>0.0096</c:v>
                </c:pt>
                <c:pt idx="6955">
                  <c:v>0.0096</c:v>
                </c:pt>
                <c:pt idx="6956">
                  <c:v>0.0096</c:v>
                </c:pt>
                <c:pt idx="6957">
                  <c:v>0.0096</c:v>
                </c:pt>
                <c:pt idx="6958">
                  <c:v>0.0096</c:v>
                </c:pt>
                <c:pt idx="6959">
                  <c:v>0.0096</c:v>
                </c:pt>
                <c:pt idx="6960">
                  <c:v>0.0096</c:v>
                </c:pt>
                <c:pt idx="6961">
                  <c:v>0.0096</c:v>
                </c:pt>
                <c:pt idx="6962">
                  <c:v>0.0096</c:v>
                </c:pt>
                <c:pt idx="6963">
                  <c:v>0.0096</c:v>
                </c:pt>
                <c:pt idx="6964">
                  <c:v>0.0096</c:v>
                </c:pt>
                <c:pt idx="6965">
                  <c:v>0.0096</c:v>
                </c:pt>
                <c:pt idx="6966">
                  <c:v>0.0096</c:v>
                </c:pt>
                <c:pt idx="6967">
                  <c:v>0.0096</c:v>
                </c:pt>
                <c:pt idx="6968">
                  <c:v>0.0096</c:v>
                </c:pt>
                <c:pt idx="6969">
                  <c:v>0.0096</c:v>
                </c:pt>
                <c:pt idx="6970">
                  <c:v>0.0096</c:v>
                </c:pt>
                <c:pt idx="6971">
                  <c:v>0.0096</c:v>
                </c:pt>
                <c:pt idx="6972">
                  <c:v>0.0096</c:v>
                </c:pt>
                <c:pt idx="6973">
                  <c:v>0.0096</c:v>
                </c:pt>
                <c:pt idx="6974">
                  <c:v>0.0096</c:v>
                </c:pt>
                <c:pt idx="6975">
                  <c:v>0.0096</c:v>
                </c:pt>
                <c:pt idx="6976">
                  <c:v>0.0096</c:v>
                </c:pt>
                <c:pt idx="6977">
                  <c:v>0.0096</c:v>
                </c:pt>
                <c:pt idx="6978">
                  <c:v>0.0096</c:v>
                </c:pt>
                <c:pt idx="6979">
                  <c:v>0.0096</c:v>
                </c:pt>
                <c:pt idx="6980">
                  <c:v>0.0096</c:v>
                </c:pt>
                <c:pt idx="6981">
                  <c:v>0.0096</c:v>
                </c:pt>
                <c:pt idx="6982">
                  <c:v>0.0096</c:v>
                </c:pt>
                <c:pt idx="6983">
                  <c:v>0.0096</c:v>
                </c:pt>
                <c:pt idx="6984">
                  <c:v>0.0096</c:v>
                </c:pt>
                <c:pt idx="6985">
                  <c:v>0.0096</c:v>
                </c:pt>
                <c:pt idx="6986">
                  <c:v>0.0096</c:v>
                </c:pt>
                <c:pt idx="6987">
                  <c:v>0.0096</c:v>
                </c:pt>
                <c:pt idx="6988">
                  <c:v>0.0096</c:v>
                </c:pt>
                <c:pt idx="6989">
                  <c:v>0.0096</c:v>
                </c:pt>
                <c:pt idx="6990">
                  <c:v>0.0096</c:v>
                </c:pt>
                <c:pt idx="6991">
                  <c:v>0.0096</c:v>
                </c:pt>
                <c:pt idx="6992">
                  <c:v>0.0096</c:v>
                </c:pt>
                <c:pt idx="6993">
                  <c:v>0.0096</c:v>
                </c:pt>
                <c:pt idx="6994">
                  <c:v>0.0096</c:v>
                </c:pt>
                <c:pt idx="6995">
                  <c:v>0.0096</c:v>
                </c:pt>
                <c:pt idx="6996">
                  <c:v>0.0096</c:v>
                </c:pt>
                <c:pt idx="6997">
                  <c:v>0.0096</c:v>
                </c:pt>
                <c:pt idx="6998">
                  <c:v>0.0096</c:v>
                </c:pt>
                <c:pt idx="6999">
                  <c:v>0.0096</c:v>
                </c:pt>
                <c:pt idx="7000">
                  <c:v>0.0096</c:v>
                </c:pt>
                <c:pt idx="7001">
                  <c:v>0.0096</c:v>
                </c:pt>
                <c:pt idx="7002">
                  <c:v>0.0096</c:v>
                </c:pt>
                <c:pt idx="7003">
                  <c:v>0.0096</c:v>
                </c:pt>
                <c:pt idx="7004">
                  <c:v>0.0096</c:v>
                </c:pt>
                <c:pt idx="7005">
                  <c:v>0.0096</c:v>
                </c:pt>
                <c:pt idx="7006">
                  <c:v>0.0096</c:v>
                </c:pt>
                <c:pt idx="7007">
                  <c:v>0.0096</c:v>
                </c:pt>
                <c:pt idx="7008">
                  <c:v>0.0096</c:v>
                </c:pt>
                <c:pt idx="7009">
                  <c:v>0.0096</c:v>
                </c:pt>
                <c:pt idx="7010">
                  <c:v>0.0096</c:v>
                </c:pt>
                <c:pt idx="7011">
                  <c:v>0.0096</c:v>
                </c:pt>
                <c:pt idx="7012">
                  <c:v>0.0096</c:v>
                </c:pt>
                <c:pt idx="7013">
                  <c:v>0.0096</c:v>
                </c:pt>
                <c:pt idx="7014">
                  <c:v>0.0096</c:v>
                </c:pt>
                <c:pt idx="7015">
                  <c:v>0.0096</c:v>
                </c:pt>
                <c:pt idx="7016">
                  <c:v>0.0096</c:v>
                </c:pt>
                <c:pt idx="7017">
                  <c:v>0.0096</c:v>
                </c:pt>
                <c:pt idx="7018">
                  <c:v>0.0096</c:v>
                </c:pt>
                <c:pt idx="7019">
                  <c:v>0.0096</c:v>
                </c:pt>
                <c:pt idx="7020">
                  <c:v>0.0096</c:v>
                </c:pt>
                <c:pt idx="7021">
                  <c:v>0.0096</c:v>
                </c:pt>
                <c:pt idx="7022">
                  <c:v>0.0096</c:v>
                </c:pt>
                <c:pt idx="7023">
                  <c:v>0.0096</c:v>
                </c:pt>
                <c:pt idx="7024">
                  <c:v>0.0096</c:v>
                </c:pt>
                <c:pt idx="7025">
                  <c:v>0.0096</c:v>
                </c:pt>
                <c:pt idx="7026">
                  <c:v>0.0096</c:v>
                </c:pt>
                <c:pt idx="7027">
                  <c:v>0.0096</c:v>
                </c:pt>
                <c:pt idx="7028">
                  <c:v>0.0096</c:v>
                </c:pt>
                <c:pt idx="7029">
                  <c:v>0.0096</c:v>
                </c:pt>
                <c:pt idx="7030">
                  <c:v>0.0096</c:v>
                </c:pt>
                <c:pt idx="7031">
                  <c:v>0.0096</c:v>
                </c:pt>
                <c:pt idx="7032">
                  <c:v>0.0096</c:v>
                </c:pt>
                <c:pt idx="7033">
                  <c:v>0.0096</c:v>
                </c:pt>
                <c:pt idx="7034">
                  <c:v>0.0096</c:v>
                </c:pt>
                <c:pt idx="7035">
                  <c:v>0.0096</c:v>
                </c:pt>
                <c:pt idx="7036">
                  <c:v>0.0096</c:v>
                </c:pt>
                <c:pt idx="7037">
                  <c:v>0.0096</c:v>
                </c:pt>
                <c:pt idx="7038">
                  <c:v>0.0096</c:v>
                </c:pt>
                <c:pt idx="7039">
                  <c:v>0.0096</c:v>
                </c:pt>
                <c:pt idx="7040">
                  <c:v>0.0096</c:v>
                </c:pt>
                <c:pt idx="7041">
                  <c:v>0.0096</c:v>
                </c:pt>
                <c:pt idx="7042">
                  <c:v>0.0096</c:v>
                </c:pt>
                <c:pt idx="7043">
                  <c:v>0.0096</c:v>
                </c:pt>
                <c:pt idx="7044">
                  <c:v>0.0096</c:v>
                </c:pt>
                <c:pt idx="7045">
                  <c:v>0.0096</c:v>
                </c:pt>
                <c:pt idx="7046">
                  <c:v>0.0096</c:v>
                </c:pt>
                <c:pt idx="7047">
                  <c:v>0.0096</c:v>
                </c:pt>
                <c:pt idx="7048">
                  <c:v>0.0096</c:v>
                </c:pt>
                <c:pt idx="7049">
                  <c:v>0.0096</c:v>
                </c:pt>
                <c:pt idx="7050">
                  <c:v>0.0096</c:v>
                </c:pt>
                <c:pt idx="7051">
                  <c:v>0.0096</c:v>
                </c:pt>
                <c:pt idx="7052">
                  <c:v>0.0096</c:v>
                </c:pt>
                <c:pt idx="7053">
                  <c:v>0.0096</c:v>
                </c:pt>
                <c:pt idx="7054">
                  <c:v>0.0096</c:v>
                </c:pt>
                <c:pt idx="7055">
                  <c:v>0.0096</c:v>
                </c:pt>
                <c:pt idx="7056">
                  <c:v>0.0096</c:v>
                </c:pt>
                <c:pt idx="7057">
                  <c:v>0.0096</c:v>
                </c:pt>
                <c:pt idx="7058">
                  <c:v>0.0096</c:v>
                </c:pt>
                <c:pt idx="7059">
                  <c:v>0.0096</c:v>
                </c:pt>
                <c:pt idx="7060">
                  <c:v>0.0096</c:v>
                </c:pt>
                <c:pt idx="7061">
                  <c:v>0.0096</c:v>
                </c:pt>
                <c:pt idx="7062">
                  <c:v>0.0096</c:v>
                </c:pt>
                <c:pt idx="7063">
                  <c:v>0.0096</c:v>
                </c:pt>
                <c:pt idx="7064">
                  <c:v>0.0096</c:v>
                </c:pt>
                <c:pt idx="7065">
                  <c:v>0.0096</c:v>
                </c:pt>
                <c:pt idx="7066">
                  <c:v>0.0096</c:v>
                </c:pt>
                <c:pt idx="7067">
                  <c:v>0.0096</c:v>
                </c:pt>
                <c:pt idx="7068">
                  <c:v>0.0096</c:v>
                </c:pt>
                <c:pt idx="7069">
                  <c:v>0.0096</c:v>
                </c:pt>
                <c:pt idx="7070">
                  <c:v>0.0096</c:v>
                </c:pt>
                <c:pt idx="7071">
                  <c:v>0.0096</c:v>
                </c:pt>
                <c:pt idx="7072">
                  <c:v>0.0096</c:v>
                </c:pt>
                <c:pt idx="7073">
                  <c:v>0.0096</c:v>
                </c:pt>
                <c:pt idx="7074">
                  <c:v>0.0096</c:v>
                </c:pt>
                <c:pt idx="7075">
                  <c:v>0.0096</c:v>
                </c:pt>
                <c:pt idx="7076">
                  <c:v>0.0096</c:v>
                </c:pt>
                <c:pt idx="7077">
                  <c:v>0.0096</c:v>
                </c:pt>
                <c:pt idx="7078">
                  <c:v>0.0096</c:v>
                </c:pt>
                <c:pt idx="7079">
                  <c:v>0.0096</c:v>
                </c:pt>
                <c:pt idx="7080">
                  <c:v>0.0096</c:v>
                </c:pt>
                <c:pt idx="7081">
                  <c:v>0.0096</c:v>
                </c:pt>
                <c:pt idx="7082">
                  <c:v>0.0096</c:v>
                </c:pt>
                <c:pt idx="7083">
                  <c:v>0.0096</c:v>
                </c:pt>
                <c:pt idx="7084">
                  <c:v>0.0096</c:v>
                </c:pt>
                <c:pt idx="7085">
                  <c:v>0.0096</c:v>
                </c:pt>
                <c:pt idx="7086">
                  <c:v>0.0096</c:v>
                </c:pt>
                <c:pt idx="7087">
                  <c:v>0.0096</c:v>
                </c:pt>
                <c:pt idx="7088">
                  <c:v>0.0096</c:v>
                </c:pt>
                <c:pt idx="7089">
                  <c:v>0.0096</c:v>
                </c:pt>
                <c:pt idx="7090">
                  <c:v>0.0096</c:v>
                </c:pt>
                <c:pt idx="7091">
                  <c:v>0.0096</c:v>
                </c:pt>
                <c:pt idx="7092">
                  <c:v>0.0096</c:v>
                </c:pt>
                <c:pt idx="7093">
                  <c:v>0.0096</c:v>
                </c:pt>
                <c:pt idx="7094">
                  <c:v>0.0096</c:v>
                </c:pt>
                <c:pt idx="7095">
                  <c:v>0.0096</c:v>
                </c:pt>
                <c:pt idx="7096">
                  <c:v>0.0096</c:v>
                </c:pt>
                <c:pt idx="7097">
                  <c:v>0.0096</c:v>
                </c:pt>
                <c:pt idx="7098">
                  <c:v>0.0096</c:v>
                </c:pt>
                <c:pt idx="7099">
                  <c:v>0.0096</c:v>
                </c:pt>
                <c:pt idx="7100">
                  <c:v>0.0096</c:v>
                </c:pt>
                <c:pt idx="7101">
                  <c:v>0.0096</c:v>
                </c:pt>
                <c:pt idx="7102">
                  <c:v>0.0096</c:v>
                </c:pt>
                <c:pt idx="7103">
                  <c:v>0.0096</c:v>
                </c:pt>
                <c:pt idx="7104">
                  <c:v>0.0096</c:v>
                </c:pt>
                <c:pt idx="7105">
                  <c:v>0.0096</c:v>
                </c:pt>
                <c:pt idx="7106">
                  <c:v>0.0096</c:v>
                </c:pt>
                <c:pt idx="7107">
                  <c:v>0.0096</c:v>
                </c:pt>
                <c:pt idx="7108">
                  <c:v>0.0096</c:v>
                </c:pt>
                <c:pt idx="7109">
                  <c:v>0.0096</c:v>
                </c:pt>
                <c:pt idx="7110">
                  <c:v>0.0096</c:v>
                </c:pt>
                <c:pt idx="7111">
                  <c:v>0.0096</c:v>
                </c:pt>
                <c:pt idx="7112">
                  <c:v>0.0096</c:v>
                </c:pt>
                <c:pt idx="7113">
                  <c:v>0.0096</c:v>
                </c:pt>
                <c:pt idx="7114">
                  <c:v>0.0096</c:v>
                </c:pt>
                <c:pt idx="7115">
                  <c:v>0.0096</c:v>
                </c:pt>
                <c:pt idx="7116">
                  <c:v>0.0096</c:v>
                </c:pt>
                <c:pt idx="7117">
                  <c:v>0.0096</c:v>
                </c:pt>
                <c:pt idx="7118">
                  <c:v>0.0096</c:v>
                </c:pt>
                <c:pt idx="7119">
                  <c:v>0.0096</c:v>
                </c:pt>
                <c:pt idx="7120">
                  <c:v>0.0096</c:v>
                </c:pt>
                <c:pt idx="7121">
                  <c:v>0.0096</c:v>
                </c:pt>
                <c:pt idx="7122">
                  <c:v>0.0096</c:v>
                </c:pt>
                <c:pt idx="7123">
                  <c:v>0.0096</c:v>
                </c:pt>
                <c:pt idx="7124">
                  <c:v>0.0096</c:v>
                </c:pt>
                <c:pt idx="7125">
                  <c:v>0.0096</c:v>
                </c:pt>
                <c:pt idx="7126">
                  <c:v>0.0096</c:v>
                </c:pt>
                <c:pt idx="7127">
                  <c:v>0.0096</c:v>
                </c:pt>
                <c:pt idx="7128">
                  <c:v>0.0096</c:v>
                </c:pt>
                <c:pt idx="7129">
                  <c:v>0.0096</c:v>
                </c:pt>
                <c:pt idx="7130">
                  <c:v>0.0096</c:v>
                </c:pt>
                <c:pt idx="7131">
                  <c:v>0.0096</c:v>
                </c:pt>
                <c:pt idx="7132">
                  <c:v>0.0096</c:v>
                </c:pt>
                <c:pt idx="7133">
                  <c:v>0.0096</c:v>
                </c:pt>
                <c:pt idx="7134">
                  <c:v>0.0096</c:v>
                </c:pt>
                <c:pt idx="7135">
                  <c:v>0.0096</c:v>
                </c:pt>
                <c:pt idx="7136">
                  <c:v>0.0096</c:v>
                </c:pt>
                <c:pt idx="7137">
                  <c:v>0.0096</c:v>
                </c:pt>
                <c:pt idx="7138">
                  <c:v>0.0096</c:v>
                </c:pt>
                <c:pt idx="7139">
                  <c:v>0.0096</c:v>
                </c:pt>
                <c:pt idx="7140">
                  <c:v>0.0096</c:v>
                </c:pt>
                <c:pt idx="7141">
                  <c:v>0.0096</c:v>
                </c:pt>
                <c:pt idx="7142">
                  <c:v>0.0096</c:v>
                </c:pt>
                <c:pt idx="7143">
                  <c:v>0.0096</c:v>
                </c:pt>
                <c:pt idx="7144">
                  <c:v>0.0096</c:v>
                </c:pt>
                <c:pt idx="7145">
                  <c:v>0.0096</c:v>
                </c:pt>
                <c:pt idx="7146">
                  <c:v>0.0096</c:v>
                </c:pt>
                <c:pt idx="7147">
                  <c:v>0.0096</c:v>
                </c:pt>
                <c:pt idx="7148">
                  <c:v>0.0096</c:v>
                </c:pt>
                <c:pt idx="7149">
                  <c:v>0.0096</c:v>
                </c:pt>
                <c:pt idx="7150">
                  <c:v>0.0096</c:v>
                </c:pt>
                <c:pt idx="7151">
                  <c:v>0.0096</c:v>
                </c:pt>
                <c:pt idx="7152">
                  <c:v>0.0096</c:v>
                </c:pt>
                <c:pt idx="7153">
                  <c:v>0.0096</c:v>
                </c:pt>
                <c:pt idx="7154">
                  <c:v>0.0096</c:v>
                </c:pt>
                <c:pt idx="7155">
                  <c:v>0.0096</c:v>
                </c:pt>
                <c:pt idx="7156">
                  <c:v>0.0096</c:v>
                </c:pt>
                <c:pt idx="7157">
                  <c:v>0.0096</c:v>
                </c:pt>
                <c:pt idx="7158">
                  <c:v>0.0096</c:v>
                </c:pt>
                <c:pt idx="7159">
                  <c:v>0.0096</c:v>
                </c:pt>
                <c:pt idx="7160">
                  <c:v>0.0096</c:v>
                </c:pt>
                <c:pt idx="7161">
                  <c:v>0.0096</c:v>
                </c:pt>
                <c:pt idx="7162">
                  <c:v>0.0096</c:v>
                </c:pt>
                <c:pt idx="7163">
                  <c:v>0.0096</c:v>
                </c:pt>
                <c:pt idx="7164">
                  <c:v>0.0096</c:v>
                </c:pt>
                <c:pt idx="7165">
                  <c:v>0.0096</c:v>
                </c:pt>
                <c:pt idx="7166">
                  <c:v>0.0096</c:v>
                </c:pt>
                <c:pt idx="7167">
                  <c:v>0.0096</c:v>
                </c:pt>
                <c:pt idx="7168">
                  <c:v>0.0096</c:v>
                </c:pt>
                <c:pt idx="7169">
                  <c:v>0.0096</c:v>
                </c:pt>
                <c:pt idx="7170">
                  <c:v>0.0096</c:v>
                </c:pt>
                <c:pt idx="7171">
                  <c:v>0.0096</c:v>
                </c:pt>
                <c:pt idx="7172">
                  <c:v>0.0096</c:v>
                </c:pt>
                <c:pt idx="7173">
                  <c:v>0.0096</c:v>
                </c:pt>
                <c:pt idx="7174">
                  <c:v>0.0096</c:v>
                </c:pt>
                <c:pt idx="7175">
                  <c:v>0.0096</c:v>
                </c:pt>
                <c:pt idx="7176">
                  <c:v>0.0096</c:v>
                </c:pt>
                <c:pt idx="7177">
                  <c:v>0.0096</c:v>
                </c:pt>
                <c:pt idx="7178">
                  <c:v>0.0096</c:v>
                </c:pt>
                <c:pt idx="7179">
                  <c:v>0.0096</c:v>
                </c:pt>
                <c:pt idx="7180">
                  <c:v>0.0096</c:v>
                </c:pt>
                <c:pt idx="7181">
                  <c:v>0.0096</c:v>
                </c:pt>
                <c:pt idx="7182">
                  <c:v>0.0096</c:v>
                </c:pt>
                <c:pt idx="7183">
                  <c:v>0.0096</c:v>
                </c:pt>
                <c:pt idx="7184">
                  <c:v>0.0096</c:v>
                </c:pt>
                <c:pt idx="7185">
                  <c:v>0.0096</c:v>
                </c:pt>
                <c:pt idx="7186">
                  <c:v>0.0096</c:v>
                </c:pt>
                <c:pt idx="7187">
                  <c:v>0.0096</c:v>
                </c:pt>
                <c:pt idx="7188">
                  <c:v>0.0096</c:v>
                </c:pt>
                <c:pt idx="7189">
                  <c:v>0.0096</c:v>
                </c:pt>
                <c:pt idx="7190">
                  <c:v>0.0096</c:v>
                </c:pt>
                <c:pt idx="7191">
                  <c:v>0.0096</c:v>
                </c:pt>
                <c:pt idx="7192">
                  <c:v>0.0096</c:v>
                </c:pt>
                <c:pt idx="7193">
                  <c:v>0.0096</c:v>
                </c:pt>
                <c:pt idx="7194">
                  <c:v>0.0096</c:v>
                </c:pt>
                <c:pt idx="7195">
                  <c:v>0.0096</c:v>
                </c:pt>
                <c:pt idx="7196">
                  <c:v>0.0096</c:v>
                </c:pt>
                <c:pt idx="7197">
                  <c:v>0.0096</c:v>
                </c:pt>
                <c:pt idx="7198">
                  <c:v>0.0096</c:v>
                </c:pt>
                <c:pt idx="7199">
                  <c:v>0.0096</c:v>
                </c:pt>
                <c:pt idx="7200">
                  <c:v>0.0096</c:v>
                </c:pt>
                <c:pt idx="7201">
                  <c:v>0.0096</c:v>
                </c:pt>
                <c:pt idx="7202">
                  <c:v>0.0096</c:v>
                </c:pt>
                <c:pt idx="7203">
                  <c:v>0.0096</c:v>
                </c:pt>
                <c:pt idx="7204">
                  <c:v>0.0096</c:v>
                </c:pt>
                <c:pt idx="7205">
                  <c:v>0.0096</c:v>
                </c:pt>
                <c:pt idx="7206">
                  <c:v>0.0096</c:v>
                </c:pt>
                <c:pt idx="7207">
                  <c:v>0.0096</c:v>
                </c:pt>
                <c:pt idx="7208">
                  <c:v>0.0096</c:v>
                </c:pt>
                <c:pt idx="7209">
                  <c:v>0.0096</c:v>
                </c:pt>
                <c:pt idx="7210">
                  <c:v>0.0096</c:v>
                </c:pt>
                <c:pt idx="7211">
                  <c:v>0.0096</c:v>
                </c:pt>
                <c:pt idx="7212">
                  <c:v>0.0096</c:v>
                </c:pt>
                <c:pt idx="7213">
                  <c:v>0.0096</c:v>
                </c:pt>
                <c:pt idx="7214">
                  <c:v>0.0096</c:v>
                </c:pt>
                <c:pt idx="7215">
                  <c:v>0.0096</c:v>
                </c:pt>
                <c:pt idx="7216">
                  <c:v>0.0096</c:v>
                </c:pt>
                <c:pt idx="7217">
                  <c:v>0.0096</c:v>
                </c:pt>
                <c:pt idx="7218">
                  <c:v>0.0096</c:v>
                </c:pt>
                <c:pt idx="7219">
                  <c:v>0.0096</c:v>
                </c:pt>
                <c:pt idx="7220">
                  <c:v>0.0096</c:v>
                </c:pt>
                <c:pt idx="7221">
                  <c:v>0.0096</c:v>
                </c:pt>
                <c:pt idx="7222">
                  <c:v>0.0096</c:v>
                </c:pt>
                <c:pt idx="7223">
                  <c:v>0.0096</c:v>
                </c:pt>
                <c:pt idx="7224">
                  <c:v>0.0096</c:v>
                </c:pt>
                <c:pt idx="7225">
                  <c:v>0.0096</c:v>
                </c:pt>
                <c:pt idx="7226">
                  <c:v>0.0096</c:v>
                </c:pt>
                <c:pt idx="7227">
                  <c:v>0.0096</c:v>
                </c:pt>
                <c:pt idx="7228">
                  <c:v>0.0096</c:v>
                </c:pt>
                <c:pt idx="7229">
                  <c:v>0.0096</c:v>
                </c:pt>
                <c:pt idx="7230">
                  <c:v>0.0096</c:v>
                </c:pt>
                <c:pt idx="7231">
                  <c:v>0.0096</c:v>
                </c:pt>
                <c:pt idx="7232">
                  <c:v>0.0096</c:v>
                </c:pt>
                <c:pt idx="7233">
                  <c:v>0.0096</c:v>
                </c:pt>
                <c:pt idx="7234">
                  <c:v>0.0096</c:v>
                </c:pt>
                <c:pt idx="7235">
                  <c:v>0.0096</c:v>
                </c:pt>
                <c:pt idx="7236">
                  <c:v>0.0096</c:v>
                </c:pt>
                <c:pt idx="7237">
                  <c:v>0.0096</c:v>
                </c:pt>
                <c:pt idx="7238">
                  <c:v>0.0096</c:v>
                </c:pt>
                <c:pt idx="7239">
                  <c:v>0.0096</c:v>
                </c:pt>
                <c:pt idx="7240">
                  <c:v>0.0096</c:v>
                </c:pt>
                <c:pt idx="7241">
                  <c:v>0.0096</c:v>
                </c:pt>
                <c:pt idx="7242">
                  <c:v>0.0096</c:v>
                </c:pt>
                <c:pt idx="7243">
                  <c:v>0.0096</c:v>
                </c:pt>
                <c:pt idx="7244">
                  <c:v>0.0096</c:v>
                </c:pt>
                <c:pt idx="7245">
                  <c:v>0.0096</c:v>
                </c:pt>
                <c:pt idx="7246">
                  <c:v>0.0096</c:v>
                </c:pt>
                <c:pt idx="7247">
                  <c:v>0.0096</c:v>
                </c:pt>
                <c:pt idx="7248">
                  <c:v>0.0096</c:v>
                </c:pt>
                <c:pt idx="7249">
                  <c:v>0.0096</c:v>
                </c:pt>
                <c:pt idx="7250">
                  <c:v>0.0096</c:v>
                </c:pt>
                <c:pt idx="7251">
                  <c:v>0.0096</c:v>
                </c:pt>
                <c:pt idx="7252">
                  <c:v>0.0096</c:v>
                </c:pt>
                <c:pt idx="7253">
                  <c:v>0.0096</c:v>
                </c:pt>
                <c:pt idx="7254">
                  <c:v>0.0096</c:v>
                </c:pt>
                <c:pt idx="7255">
                  <c:v>0.0096</c:v>
                </c:pt>
                <c:pt idx="7256">
                  <c:v>0.0096</c:v>
                </c:pt>
                <c:pt idx="7257">
                  <c:v>0.0096</c:v>
                </c:pt>
                <c:pt idx="7258">
                  <c:v>0.0096</c:v>
                </c:pt>
                <c:pt idx="7259">
                  <c:v>0.0096</c:v>
                </c:pt>
                <c:pt idx="7260">
                  <c:v>0.0096</c:v>
                </c:pt>
                <c:pt idx="7261">
                  <c:v>0.0096</c:v>
                </c:pt>
                <c:pt idx="7262">
                  <c:v>0.0096</c:v>
                </c:pt>
                <c:pt idx="7263">
                  <c:v>0.0096</c:v>
                </c:pt>
                <c:pt idx="7264">
                  <c:v>0.0096</c:v>
                </c:pt>
                <c:pt idx="7265">
                  <c:v>0.0096</c:v>
                </c:pt>
                <c:pt idx="7266">
                  <c:v>0.0096</c:v>
                </c:pt>
                <c:pt idx="7267">
                  <c:v>0.0096</c:v>
                </c:pt>
                <c:pt idx="7268">
                  <c:v>0.0096</c:v>
                </c:pt>
                <c:pt idx="7269">
                  <c:v>0.0096</c:v>
                </c:pt>
                <c:pt idx="7270">
                  <c:v>0.0096</c:v>
                </c:pt>
                <c:pt idx="7271">
                  <c:v>0.0096</c:v>
                </c:pt>
                <c:pt idx="7272">
                  <c:v>0.0096</c:v>
                </c:pt>
                <c:pt idx="7273">
                  <c:v>0.0096</c:v>
                </c:pt>
                <c:pt idx="7274">
                  <c:v>0.0096</c:v>
                </c:pt>
                <c:pt idx="7275">
                  <c:v>0.0096</c:v>
                </c:pt>
                <c:pt idx="7276">
                  <c:v>0.0096</c:v>
                </c:pt>
                <c:pt idx="7277">
                  <c:v>0.0096</c:v>
                </c:pt>
                <c:pt idx="7278">
                  <c:v>0.0096</c:v>
                </c:pt>
                <c:pt idx="7279">
                  <c:v>0.0096</c:v>
                </c:pt>
                <c:pt idx="7280">
                  <c:v>0.0096</c:v>
                </c:pt>
                <c:pt idx="7281">
                  <c:v>0.0096</c:v>
                </c:pt>
                <c:pt idx="7282">
                  <c:v>0.0096</c:v>
                </c:pt>
                <c:pt idx="7283">
                  <c:v>0.0096</c:v>
                </c:pt>
                <c:pt idx="7284">
                  <c:v>0.0096</c:v>
                </c:pt>
                <c:pt idx="7285">
                  <c:v>0.0096</c:v>
                </c:pt>
                <c:pt idx="7286">
                  <c:v>0.0096</c:v>
                </c:pt>
                <c:pt idx="7287">
                  <c:v>0.0096</c:v>
                </c:pt>
                <c:pt idx="7288">
                  <c:v>0.0096</c:v>
                </c:pt>
                <c:pt idx="7289">
                  <c:v>0.0096</c:v>
                </c:pt>
                <c:pt idx="7290">
                  <c:v>0.0096</c:v>
                </c:pt>
                <c:pt idx="7291">
                  <c:v>0.0096</c:v>
                </c:pt>
                <c:pt idx="7292">
                  <c:v>0.0096</c:v>
                </c:pt>
                <c:pt idx="7293">
                  <c:v>0.0096</c:v>
                </c:pt>
                <c:pt idx="7294">
                  <c:v>0.0096</c:v>
                </c:pt>
                <c:pt idx="7295">
                  <c:v>0.0096</c:v>
                </c:pt>
                <c:pt idx="7296">
                  <c:v>0.0096</c:v>
                </c:pt>
                <c:pt idx="7297">
                  <c:v>0.0096</c:v>
                </c:pt>
                <c:pt idx="7298">
                  <c:v>0.0096</c:v>
                </c:pt>
                <c:pt idx="7299">
                  <c:v>0.0096</c:v>
                </c:pt>
                <c:pt idx="7300">
                  <c:v>0.0096</c:v>
                </c:pt>
                <c:pt idx="7301">
                  <c:v>0.0096</c:v>
                </c:pt>
                <c:pt idx="7302">
                  <c:v>0.0096</c:v>
                </c:pt>
                <c:pt idx="7303">
                  <c:v>0.0096</c:v>
                </c:pt>
                <c:pt idx="7304">
                  <c:v>0.0096</c:v>
                </c:pt>
                <c:pt idx="7305">
                  <c:v>0.0096</c:v>
                </c:pt>
                <c:pt idx="7306">
                  <c:v>0.0096</c:v>
                </c:pt>
                <c:pt idx="7307">
                  <c:v>0.0096</c:v>
                </c:pt>
                <c:pt idx="7308">
                  <c:v>0.0096</c:v>
                </c:pt>
                <c:pt idx="7309">
                  <c:v>0.0096</c:v>
                </c:pt>
                <c:pt idx="7310">
                  <c:v>0.0096</c:v>
                </c:pt>
                <c:pt idx="7311">
                  <c:v>0.0096</c:v>
                </c:pt>
                <c:pt idx="7312">
                  <c:v>0.0096</c:v>
                </c:pt>
                <c:pt idx="7313">
                  <c:v>0.0096</c:v>
                </c:pt>
                <c:pt idx="7314">
                  <c:v>0.0096</c:v>
                </c:pt>
                <c:pt idx="7315">
                  <c:v>0.0096</c:v>
                </c:pt>
                <c:pt idx="7316">
                  <c:v>0.0096</c:v>
                </c:pt>
                <c:pt idx="7317">
                  <c:v>0.0096</c:v>
                </c:pt>
                <c:pt idx="7318">
                  <c:v>0.0096</c:v>
                </c:pt>
                <c:pt idx="7319">
                  <c:v>0.0096</c:v>
                </c:pt>
                <c:pt idx="7320">
                  <c:v>0.0096</c:v>
                </c:pt>
                <c:pt idx="7321">
                  <c:v>0.0096</c:v>
                </c:pt>
                <c:pt idx="7322">
                  <c:v>0.0096</c:v>
                </c:pt>
                <c:pt idx="7323">
                  <c:v>0.0096</c:v>
                </c:pt>
                <c:pt idx="7324">
                  <c:v>0.0096</c:v>
                </c:pt>
                <c:pt idx="7325">
                  <c:v>0.0096</c:v>
                </c:pt>
                <c:pt idx="7326">
                  <c:v>0.0096</c:v>
                </c:pt>
                <c:pt idx="7327">
                  <c:v>0.0096</c:v>
                </c:pt>
                <c:pt idx="7328">
                  <c:v>0.0096</c:v>
                </c:pt>
                <c:pt idx="7329">
                  <c:v>0.0096</c:v>
                </c:pt>
                <c:pt idx="7330">
                  <c:v>0.0096</c:v>
                </c:pt>
                <c:pt idx="7331">
                  <c:v>0.0096</c:v>
                </c:pt>
                <c:pt idx="7332">
                  <c:v>0.0096</c:v>
                </c:pt>
                <c:pt idx="7333">
                  <c:v>0.0096</c:v>
                </c:pt>
                <c:pt idx="7334">
                  <c:v>0.0096</c:v>
                </c:pt>
                <c:pt idx="7335">
                  <c:v>0.0096</c:v>
                </c:pt>
                <c:pt idx="7336">
                  <c:v>0.0096</c:v>
                </c:pt>
                <c:pt idx="7337">
                  <c:v>0.0096</c:v>
                </c:pt>
                <c:pt idx="7338">
                  <c:v>0.0096</c:v>
                </c:pt>
                <c:pt idx="7339">
                  <c:v>0.0096</c:v>
                </c:pt>
                <c:pt idx="7340">
                  <c:v>0.0096</c:v>
                </c:pt>
                <c:pt idx="7341">
                  <c:v>0.0096</c:v>
                </c:pt>
                <c:pt idx="7342">
                  <c:v>0.0096</c:v>
                </c:pt>
                <c:pt idx="7343">
                  <c:v>0.0096</c:v>
                </c:pt>
                <c:pt idx="7344">
                  <c:v>0.0096</c:v>
                </c:pt>
                <c:pt idx="7345">
                  <c:v>0.0096</c:v>
                </c:pt>
                <c:pt idx="7346">
                  <c:v>0.0096</c:v>
                </c:pt>
                <c:pt idx="7347">
                  <c:v>0.0096</c:v>
                </c:pt>
                <c:pt idx="7348">
                  <c:v>0.0096</c:v>
                </c:pt>
                <c:pt idx="7349">
                  <c:v>0.0096</c:v>
                </c:pt>
                <c:pt idx="7350">
                  <c:v>0.0096</c:v>
                </c:pt>
                <c:pt idx="7351">
                  <c:v>0.0096</c:v>
                </c:pt>
                <c:pt idx="7352">
                  <c:v>0.0096</c:v>
                </c:pt>
                <c:pt idx="7353">
                  <c:v>0.0096</c:v>
                </c:pt>
                <c:pt idx="7354">
                  <c:v>0.0096</c:v>
                </c:pt>
                <c:pt idx="7355">
                  <c:v>0.0096</c:v>
                </c:pt>
                <c:pt idx="7356">
                  <c:v>0.0096</c:v>
                </c:pt>
                <c:pt idx="7357">
                  <c:v>0.0096</c:v>
                </c:pt>
                <c:pt idx="7358">
                  <c:v>0.0096</c:v>
                </c:pt>
                <c:pt idx="7359">
                  <c:v>0.0096</c:v>
                </c:pt>
                <c:pt idx="7360">
                  <c:v>0.0096</c:v>
                </c:pt>
                <c:pt idx="7361">
                  <c:v>0.0096</c:v>
                </c:pt>
                <c:pt idx="7362">
                  <c:v>0.0096</c:v>
                </c:pt>
                <c:pt idx="7363">
                  <c:v>0.0096</c:v>
                </c:pt>
                <c:pt idx="7364">
                  <c:v>0.0096</c:v>
                </c:pt>
                <c:pt idx="7365">
                  <c:v>0.0096</c:v>
                </c:pt>
                <c:pt idx="7366">
                  <c:v>0.0096</c:v>
                </c:pt>
                <c:pt idx="7367">
                  <c:v>0.0096</c:v>
                </c:pt>
                <c:pt idx="7368">
                  <c:v>0.0096</c:v>
                </c:pt>
                <c:pt idx="7369">
                  <c:v>0.0096</c:v>
                </c:pt>
                <c:pt idx="7370">
                  <c:v>0.0096</c:v>
                </c:pt>
                <c:pt idx="7371">
                  <c:v>0.0096</c:v>
                </c:pt>
                <c:pt idx="7372">
                  <c:v>0.0096</c:v>
                </c:pt>
                <c:pt idx="7373">
                  <c:v>0.0096</c:v>
                </c:pt>
                <c:pt idx="7374">
                  <c:v>0.0096</c:v>
                </c:pt>
                <c:pt idx="7375">
                  <c:v>0.0096</c:v>
                </c:pt>
                <c:pt idx="7376">
                  <c:v>0.0096</c:v>
                </c:pt>
                <c:pt idx="7377">
                  <c:v>0.0096</c:v>
                </c:pt>
                <c:pt idx="7378">
                  <c:v>0.0096</c:v>
                </c:pt>
                <c:pt idx="7379">
                  <c:v>0.0096</c:v>
                </c:pt>
                <c:pt idx="7380">
                  <c:v>0.0096</c:v>
                </c:pt>
                <c:pt idx="7381">
                  <c:v>0.0096</c:v>
                </c:pt>
                <c:pt idx="7382">
                  <c:v>0.0096</c:v>
                </c:pt>
                <c:pt idx="7383">
                  <c:v>0.0096</c:v>
                </c:pt>
                <c:pt idx="7384">
                  <c:v>0.0096</c:v>
                </c:pt>
                <c:pt idx="7385">
                  <c:v>0.0096</c:v>
                </c:pt>
                <c:pt idx="7386">
                  <c:v>0.0096</c:v>
                </c:pt>
                <c:pt idx="7387">
                  <c:v>0.0096</c:v>
                </c:pt>
                <c:pt idx="7388">
                  <c:v>0.0096</c:v>
                </c:pt>
                <c:pt idx="7389">
                  <c:v>0.0096</c:v>
                </c:pt>
                <c:pt idx="7390">
                  <c:v>0.0096</c:v>
                </c:pt>
                <c:pt idx="7391">
                  <c:v>0.0096</c:v>
                </c:pt>
                <c:pt idx="7392">
                  <c:v>0.0096</c:v>
                </c:pt>
                <c:pt idx="7393">
                  <c:v>0.0096</c:v>
                </c:pt>
                <c:pt idx="7394">
                  <c:v>0.0096</c:v>
                </c:pt>
                <c:pt idx="7395">
                  <c:v>0.0096</c:v>
                </c:pt>
                <c:pt idx="7396">
                  <c:v>0.0096</c:v>
                </c:pt>
                <c:pt idx="7397">
                  <c:v>0.0096</c:v>
                </c:pt>
                <c:pt idx="7398">
                  <c:v>0.0096</c:v>
                </c:pt>
                <c:pt idx="7399">
                  <c:v>0.0096</c:v>
                </c:pt>
                <c:pt idx="7400">
                  <c:v>0.0096</c:v>
                </c:pt>
                <c:pt idx="7401">
                  <c:v>0.0096</c:v>
                </c:pt>
                <c:pt idx="7402">
                  <c:v>0.0096</c:v>
                </c:pt>
                <c:pt idx="7403">
                  <c:v>0.0096</c:v>
                </c:pt>
                <c:pt idx="7404">
                  <c:v>0.0096</c:v>
                </c:pt>
                <c:pt idx="7405">
                  <c:v>0.0096</c:v>
                </c:pt>
                <c:pt idx="7406">
                  <c:v>0.0096</c:v>
                </c:pt>
                <c:pt idx="7407">
                  <c:v>0.0096</c:v>
                </c:pt>
                <c:pt idx="7408">
                  <c:v>0.0096</c:v>
                </c:pt>
                <c:pt idx="7409">
                  <c:v>0.0096</c:v>
                </c:pt>
                <c:pt idx="7410">
                  <c:v>0.0096</c:v>
                </c:pt>
                <c:pt idx="7411">
                  <c:v>0.0096</c:v>
                </c:pt>
                <c:pt idx="7412">
                  <c:v>0.0096</c:v>
                </c:pt>
                <c:pt idx="7413">
                  <c:v>0.0096</c:v>
                </c:pt>
                <c:pt idx="7414">
                  <c:v>0.0096</c:v>
                </c:pt>
                <c:pt idx="7415">
                  <c:v>0.0096</c:v>
                </c:pt>
                <c:pt idx="7416">
                  <c:v>0.0096</c:v>
                </c:pt>
                <c:pt idx="7417">
                  <c:v>0.0096</c:v>
                </c:pt>
                <c:pt idx="7418">
                  <c:v>0.0096</c:v>
                </c:pt>
                <c:pt idx="7419">
                  <c:v>0.0096</c:v>
                </c:pt>
                <c:pt idx="7420">
                  <c:v>0.0096</c:v>
                </c:pt>
                <c:pt idx="7421">
                  <c:v>0.0096</c:v>
                </c:pt>
                <c:pt idx="7422">
                  <c:v>0.0096</c:v>
                </c:pt>
                <c:pt idx="7423">
                  <c:v>0.0096</c:v>
                </c:pt>
                <c:pt idx="7424">
                  <c:v>0.0096</c:v>
                </c:pt>
                <c:pt idx="7425">
                  <c:v>0.0096</c:v>
                </c:pt>
                <c:pt idx="7426">
                  <c:v>0.0096</c:v>
                </c:pt>
                <c:pt idx="7427">
                  <c:v>0.0096</c:v>
                </c:pt>
                <c:pt idx="7428">
                  <c:v>0.0096</c:v>
                </c:pt>
                <c:pt idx="7429">
                  <c:v>0.0096</c:v>
                </c:pt>
                <c:pt idx="7430">
                  <c:v>0.0096</c:v>
                </c:pt>
                <c:pt idx="7431">
                  <c:v>0.0096</c:v>
                </c:pt>
                <c:pt idx="7432">
                  <c:v>0.0096</c:v>
                </c:pt>
                <c:pt idx="7433">
                  <c:v>0.0096</c:v>
                </c:pt>
                <c:pt idx="7434">
                  <c:v>0.0096</c:v>
                </c:pt>
                <c:pt idx="7435">
                  <c:v>0.0096</c:v>
                </c:pt>
                <c:pt idx="7436">
                  <c:v>0.0096</c:v>
                </c:pt>
                <c:pt idx="7437">
                  <c:v>0.0096</c:v>
                </c:pt>
                <c:pt idx="7438">
                  <c:v>0.0096</c:v>
                </c:pt>
                <c:pt idx="7439">
                  <c:v>0.0096</c:v>
                </c:pt>
                <c:pt idx="7440">
                  <c:v>0.0096</c:v>
                </c:pt>
                <c:pt idx="7441">
                  <c:v>0.0096</c:v>
                </c:pt>
                <c:pt idx="7442">
                  <c:v>0.0096</c:v>
                </c:pt>
                <c:pt idx="7443">
                  <c:v>0.0096</c:v>
                </c:pt>
                <c:pt idx="7444">
                  <c:v>0.0096</c:v>
                </c:pt>
                <c:pt idx="7445">
                  <c:v>0.0096</c:v>
                </c:pt>
                <c:pt idx="7446">
                  <c:v>0.0096</c:v>
                </c:pt>
                <c:pt idx="7447">
                  <c:v>0.0096</c:v>
                </c:pt>
                <c:pt idx="7448">
                  <c:v>0.0096</c:v>
                </c:pt>
                <c:pt idx="7449">
                  <c:v>0.0096</c:v>
                </c:pt>
                <c:pt idx="7450">
                  <c:v>0.0096</c:v>
                </c:pt>
                <c:pt idx="7451">
                  <c:v>0.0096</c:v>
                </c:pt>
                <c:pt idx="7452">
                  <c:v>0.0096</c:v>
                </c:pt>
                <c:pt idx="7453">
                  <c:v>0.0096</c:v>
                </c:pt>
                <c:pt idx="7454">
                  <c:v>0.0096</c:v>
                </c:pt>
                <c:pt idx="7455">
                  <c:v>0.0096</c:v>
                </c:pt>
                <c:pt idx="7456">
                  <c:v>0.0096</c:v>
                </c:pt>
                <c:pt idx="7457">
                  <c:v>0.0096</c:v>
                </c:pt>
                <c:pt idx="7458">
                  <c:v>0.0096</c:v>
                </c:pt>
                <c:pt idx="7459">
                  <c:v>0.0096</c:v>
                </c:pt>
                <c:pt idx="7460">
                  <c:v>0.0096</c:v>
                </c:pt>
                <c:pt idx="7461">
                  <c:v>0.0096</c:v>
                </c:pt>
                <c:pt idx="7462">
                  <c:v>0.0096</c:v>
                </c:pt>
                <c:pt idx="7463">
                  <c:v>0.0096</c:v>
                </c:pt>
                <c:pt idx="7464">
                  <c:v>0.0096</c:v>
                </c:pt>
                <c:pt idx="7465">
                  <c:v>0.0096</c:v>
                </c:pt>
                <c:pt idx="7466">
                  <c:v>0.0096</c:v>
                </c:pt>
                <c:pt idx="7467">
                  <c:v>0.0096</c:v>
                </c:pt>
                <c:pt idx="7468">
                  <c:v>0.0096</c:v>
                </c:pt>
                <c:pt idx="7469">
                  <c:v>0.0096</c:v>
                </c:pt>
                <c:pt idx="7470">
                  <c:v>0.0096</c:v>
                </c:pt>
                <c:pt idx="7471">
                  <c:v>0.0096</c:v>
                </c:pt>
                <c:pt idx="7472">
                  <c:v>0.0096</c:v>
                </c:pt>
                <c:pt idx="7473">
                  <c:v>0.0096</c:v>
                </c:pt>
                <c:pt idx="7474">
                  <c:v>0.0096</c:v>
                </c:pt>
                <c:pt idx="7475">
                  <c:v>0.0096</c:v>
                </c:pt>
                <c:pt idx="7476">
                  <c:v>0.0096</c:v>
                </c:pt>
                <c:pt idx="7477">
                  <c:v>0.0096</c:v>
                </c:pt>
                <c:pt idx="7478">
                  <c:v>0.0096</c:v>
                </c:pt>
                <c:pt idx="7479">
                  <c:v>0.0096</c:v>
                </c:pt>
                <c:pt idx="7480">
                  <c:v>0.0096</c:v>
                </c:pt>
                <c:pt idx="7481">
                  <c:v>0.0096</c:v>
                </c:pt>
                <c:pt idx="7482">
                  <c:v>0.0096</c:v>
                </c:pt>
                <c:pt idx="7483">
                  <c:v>0.0096</c:v>
                </c:pt>
                <c:pt idx="7484">
                  <c:v>0.0096</c:v>
                </c:pt>
                <c:pt idx="7485">
                  <c:v>0.0096</c:v>
                </c:pt>
                <c:pt idx="7486">
                  <c:v>0.0096</c:v>
                </c:pt>
                <c:pt idx="7487">
                  <c:v>0.0096</c:v>
                </c:pt>
                <c:pt idx="7488">
                  <c:v>0.0096</c:v>
                </c:pt>
                <c:pt idx="7489">
                  <c:v>0.0096</c:v>
                </c:pt>
                <c:pt idx="7490">
                  <c:v>0.0096</c:v>
                </c:pt>
                <c:pt idx="7491">
                  <c:v>0.0096</c:v>
                </c:pt>
                <c:pt idx="7492">
                  <c:v>0.0096</c:v>
                </c:pt>
                <c:pt idx="7493">
                  <c:v>0.0096</c:v>
                </c:pt>
                <c:pt idx="7494">
                  <c:v>0.0096</c:v>
                </c:pt>
                <c:pt idx="7495">
                  <c:v>0.0096</c:v>
                </c:pt>
                <c:pt idx="7496">
                  <c:v>0.0096</c:v>
                </c:pt>
                <c:pt idx="7497">
                  <c:v>0.0096</c:v>
                </c:pt>
                <c:pt idx="7498">
                  <c:v>0.0096</c:v>
                </c:pt>
                <c:pt idx="7499">
                  <c:v>0.0096</c:v>
                </c:pt>
                <c:pt idx="7500">
                  <c:v>0.0096</c:v>
                </c:pt>
                <c:pt idx="7501">
                  <c:v>0.0096</c:v>
                </c:pt>
                <c:pt idx="7502">
                  <c:v>0.0096</c:v>
                </c:pt>
                <c:pt idx="7503">
                  <c:v>0.0096</c:v>
                </c:pt>
                <c:pt idx="7504">
                  <c:v>0.0096</c:v>
                </c:pt>
                <c:pt idx="7505">
                  <c:v>0.0096</c:v>
                </c:pt>
                <c:pt idx="7506">
                  <c:v>0.0096</c:v>
                </c:pt>
                <c:pt idx="7507">
                  <c:v>0.0096</c:v>
                </c:pt>
                <c:pt idx="7508">
                  <c:v>0.0096</c:v>
                </c:pt>
                <c:pt idx="7509">
                  <c:v>0.0096</c:v>
                </c:pt>
                <c:pt idx="7510">
                  <c:v>0.0096</c:v>
                </c:pt>
                <c:pt idx="7511">
                  <c:v>0.0096</c:v>
                </c:pt>
                <c:pt idx="7512">
                  <c:v>0.0096</c:v>
                </c:pt>
                <c:pt idx="7513">
                  <c:v>0.0096</c:v>
                </c:pt>
                <c:pt idx="7514">
                  <c:v>0.0096</c:v>
                </c:pt>
                <c:pt idx="7515">
                  <c:v>0.0096</c:v>
                </c:pt>
                <c:pt idx="7516">
                  <c:v>0.0096</c:v>
                </c:pt>
                <c:pt idx="7517">
                  <c:v>0.0096</c:v>
                </c:pt>
                <c:pt idx="7518">
                  <c:v>0.0096</c:v>
                </c:pt>
                <c:pt idx="7519">
                  <c:v>0.0096</c:v>
                </c:pt>
                <c:pt idx="7520">
                  <c:v>0.0096</c:v>
                </c:pt>
                <c:pt idx="7521">
                  <c:v>0.0096</c:v>
                </c:pt>
                <c:pt idx="7522">
                  <c:v>0.0096</c:v>
                </c:pt>
                <c:pt idx="7523">
                  <c:v>0.0096</c:v>
                </c:pt>
                <c:pt idx="7524">
                  <c:v>0.0096</c:v>
                </c:pt>
                <c:pt idx="7525">
                  <c:v>0.0096</c:v>
                </c:pt>
                <c:pt idx="7526">
                  <c:v>0.0096</c:v>
                </c:pt>
                <c:pt idx="7527">
                  <c:v>0.0096</c:v>
                </c:pt>
                <c:pt idx="7528">
                  <c:v>0.0096</c:v>
                </c:pt>
                <c:pt idx="7529">
                  <c:v>0.0096</c:v>
                </c:pt>
                <c:pt idx="7530">
                  <c:v>0.0096</c:v>
                </c:pt>
                <c:pt idx="7531">
                  <c:v>0.0096</c:v>
                </c:pt>
                <c:pt idx="7532">
                  <c:v>0.0096</c:v>
                </c:pt>
                <c:pt idx="7533">
                  <c:v>0.0096</c:v>
                </c:pt>
                <c:pt idx="7534">
                  <c:v>0.0096</c:v>
                </c:pt>
                <c:pt idx="7535">
                  <c:v>0.0096</c:v>
                </c:pt>
                <c:pt idx="7536">
                  <c:v>0.0096</c:v>
                </c:pt>
                <c:pt idx="7537">
                  <c:v>0.0096</c:v>
                </c:pt>
                <c:pt idx="7538">
                  <c:v>0.0096</c:v>
                </c:pt>
                <c:pt idx="7539">
                  <c:v>0.0096</c:v>
                </c:pt>
                <c:pt idx="7540">
                  <c:v>0.0096</c:v>
                </c:pt>
                <c:pt idx="7541">
                  <c:v>0.0096</c:v>
                </c:pt>
                <c:pt idx="7542">
                  <c:v>0.0096</c:v>
                </c:pt>
                <c:pt idx="7543">
                  <c:v>0.0096</c:v>
                </c:pt>
                <c:pt idx="7544">
                  <c:v>0.0096</c:v>
                </c:pt>
                <c:pt idx="7545">
                  <c:v>0.0096</c:v>
                </c:pt>
                <c:pt idx="7546">
                  <c:v>0.0096</c:v>
                </c:pt>
                <c:pt idx="7547">
                  <c:v>0.0096</c:v>
                </c:pt>
                <c:pt idx="7548">
                  <c:v>0.0096</c:v>
                </c:pt>
                <c:pt idx="7549">
                  <c:v>0.0096</c:v>
                </c:pt>
                <c:pt idx="7550">
                  <c:v>0.0096</c:v>
                </c:pt>
                <c:pt idx="7551">
                  <c:v>0.0096</c:v>
                </c:pt>
                <c:pt idx="7552">
                  <c:v>0.0096</c:v>
                </c:pt>
                <c:pt idx="7553">
                  <c:v>0.0096</c:v>
                </c:pt>
                <c:pt idx="7554">
                  <c:v>0.0096</c:v>
                </c:pt>
                <c:pt idx="7555">
                  <c:v>0.0096</c:v>
                </c:pt>
                <c:pt idx="7556">
                  <c:v>0.0096</c:v>
                </c:pt>
                <c:pt idx="7557">
                  <c:v>0.0096</c:v>
                </c:pt>
                <c:pt idx="7558">
                  <c:v>0.0096</c:v>
                </c:pt>
                <c:pt idx="7559">
                  <c:v>0.0096</c:v>
                </c:pt>
                <c:pt idx="7560">
                  <c:v>0.0096</c:v>
                </c:pt>
                <c:pt idx="7561">
                  <c:v>0.0096</c:v>
                </c:pt>
                <c:pt idx="7562">
                  <c:v>0.0096</c:v>
                </c:pt>
                <c:pt idx="7563">
                  <c:v>0.0096</c:v>
                </c:pt>
                <c:pt idx="7564">
                  <c:v>0.0096</c:v>
                </c:pt>
                <c:pt idx="7565">
                  <c:v>0.0096</c:v>
                </c:pt>
                <c:pt idx="7566">
                  <c:v>0.0096</c:v>
                </c:pt>
                <c:pt idx="7567">
                  <c:v>0.0096</c:v>
                </c:pt>
                <c:pt idx="7568">
                  <c:v>0.0096</c:v>
                </c:pt>
                <c:pt idx="7569">
                  <c:v>0.0096</c:v>
                </c:pt>
                <c:pt idx="7570">
                  <c:v>0.0096</c:v>
                </c:pt>
                <c:pt idx="7571">
                  <c:v>0.0096</c:v>
                </c:pt>
                <c:pt idx="7572">
                  <c:v>0.0096</c:v>
                </c:pt>
                <c:pt idx="7573">
                  <c:v>0.0096</c:v>
                </c:pt>
                <c:pt idx="7574">
                  <c:v>0.0096</c:v>
                </c:pt>
                <c:pt idx="7575">
                  <c:v>0.0096</c:v>
                </c:pt>
                <c:pt idx="7576">
                  <c:v>0.0096</c:v>
                </c:pt>
                <c:pt idx="7577">
                  <c:v>0.0096</c:v>
                </c:pt>
                <c:pt idx="7578">
                  <c:v>0.0096</c:v>
                </c:pt>
                <c:pt idx="7579">
                  <c:v>0.0096</c:v>
                </c:pt>
                <c:pt idx="7580">
                  <c:v>0.0096</c:v>
                </c:pt>
                <c:pt idx="7581">
                  <c:v>0.0096</c:v>
                </c:pt>
                <c:pt idx="7582">
                  <c:v>0.0096</c:v>
                </c:pt>
                <c:pt idx="7583">
                  <c:v>0.0096</c:v>
                </c:pt>
                <c:pt idx="7584">
                  <c:v>0.0096</c:v>
                </c:pt>
                <c:pt idx="7585">
                  <c:v>0.0096</c:v>
                </c:pt>
                <c:pt idx="7586">
                  <c:v>0.0096</c:v>
                </c:pt>
                <c:pt idx="7587">
                  <c:v>0.0096</c:v>
                </c:pt>
                <c:pt idx="7588">
                  <c:v>0.0096</c:v>
                </c:pt>
                <c:pt idx="7589">
                  <c:v>0.0096</c:v>
                </c:pt>
                <c:pt idx="7590">
                  <c:v>0.0096</c:v>
                </c:pt>
                <c:pt idx="7591">
                  <c:v>0.0096</c:v>
                </c:pt>
                <c:pt idx="7592">
                  <c:v>0.0096</c:v>
                </c:pt>
                <c:pt idx="7593">
                  <c:v>0.0096</c:v>
                </c:pt>
                <c:pt idx="7594">
                  <c:v>0.0096</c:v>
                </c:pt>
                <c:pt idx="7595">
                  <c:v>0.0096</c:v>
                </c:pt>
                <c:pt idx="7596">
                  <c:v>0.0096</c:v>
                </c:pt>
                <c:pt idx="7597">
                  <c:v>0.0096</c:v>
                </c:pt>
                <c:pt idx="7598">
                  <c:v>0.0096</c:v>
                </c:pt>
                <c:pt idx="7599">
                  <c:v>0.0096</c:v>
                </c:pt>
                <c:pt idx="7600">
                  <c:v>0.0096</c:v>
                </c:pt>
                <c:pt idx="7601">
                  <c:v>0.0096</c:v>
                </c:pt>
                <c:pt idx="7602">
                  <c:v>0.0096</c:v>
                </c:pt>
                <c:pt idx="7603">
                  <c:v>0.0096</c:v>
                </c:pt>
                <c:pt idx="7604">
                  <c:v>0.0096</c:v>
                </c:pt>
                <c:pt idx="7605">
                  <c:v>0.0096</c:v>
                </c:pt>
                <c:pt idx="7606">
                  <c:v>0.0096</c:v>
                </c:pt>
                <c:pt idx="7607">
                  <c:v>0.0096</c:v>
                </c:pt>
                <c:pt idx="7608">
                  <c:v>0.0096</c:v>
                </c:pt>
                <c:pt idx="7609">
                  <c:v>0.0096</c:v>
                </c:pt>
                <c:pt idx="7610">
                  <c:v>0.0096</c:v>
                </c:pt>
                <c:pt idx="7611">
                  <c:v>0.0096</c:v>
                </c:pt>
                <c:pt idx="7612">
                  <c:v>0.0096</c:v>
                </c:pt>
                <c:pt idx="7613">
                  <c:v>0.0096</c:v>
                </c:pt>
                <c:pt idx="7614">
                  <c:v>0.0096</c:v>
                </c:pt>
                <c:pt idx="7615">
                  <c:v>0.0096</c:v>
                </c:pt>
                <c:pt idx="7616">
                  <c:v>0.0096</c:v>
                </c:pt>
                <c:pt idx="7617">
                  <c:v>0.0096</c:v>
                </c:pt>
                <c:pt idx="7618">
                  <c:v>0.0096</c:v>
                </c:pt>
                <c:pt idx="7619">
                  <c:v>0.0096</c:v>
                </c:pt>
                <c:pt idx="7620">
                  <c:v>0.0096</c:v>
                </c:pt>
                <c:pt idx="7621">
                  <c:v>0.0096</c:v>
                </c:pt>
                <c:pt idx="7622">
                  <c:v>0.0096</c:v>
                </c:pt>
                <c:pt idx="7623">
                  <c:v>0.0096</c:v>
                </c:pt>
                <c:pt idx="7624">
                  <c:v>0.0096</c:v>
                </c:pt>
                <c:pt idx="7625">
                  <c:v>0.0096</c:v>
                </c:pt>
                <c:pt idx="7626">
                  <c:v>0.0096</c:v>
                </c:pt>
                <c:pt idx="7627">
                  <c:v>0.0096</c:v>
                </c:pt>
                <c:pt idx="7628">
                  <c:v>0.0096</c:v>
                </c:pt>
                <c:pt idx="7629">
                  <c:v>0.0096</c:v>
                </c:pt>
                <c:pt idx="7630">
                  <c:v>0.0096</c:v>
                </c:pt>
                <c:pt idx="7631">
                  <c:v>0.0096</c:v>
                </c:pt>
                <c:pt idx="7632">
                  <c:v>0.0096</c:v>
                </c:pt>
                <c:pt idx="7633">
                  <c:v>0.0096</c:v>
                </c:pt>
                <c:pt idx="7634">
                  <c:v>0.0096</c:v>
                </c:pt>
                <c:pt idx="7635">
                  <c:v>0.0096</c:v>
                </c:pt>
                <c:pt idx="7636">
                  <c:v>0.0096</c:v>
                </c:pt>
                <c:pt idx="7637">
                  <c:v>0.0096</c:v>
                </c:pt>
                <c:pt idx="7638">
                  <c:v>0.0096</c:v>
                </c:pt>
                <c:pt idx="7639">
                  <c:v>0.0096</c:v>
                </c:pt>
                <c:pt idx="7640">
                  <c:v>0.0096</c:v>
                </c:pt>
                <c:pt idx="7641">
                  <c:v>0.0096</c:v>
                </c:pt>
                <c:pt idx="7642">
                  <c:v>0.0096</c:v>
                </c:pt>
                <c:pt idx="7643">
                  <c:v>0.0096</c:v>
                </c:pt>
                <c:pt idx="7644">
                  <c:v>0.0096</c:v>
                </c:pt>
                <c:pt idx="7645">
                  <c:v>0.0096</c:v>
                </c:pt>
                <c:pt idx="7646">
                  <c:v>0.0096</c:v>
                </c:pt>
                <c:pt idx="7647">
                  <c:v>0.0096</c:v>
                </c:pt>
                <c:pt idx="7648">
                  <c:v>0.0096</c:v>
                </c:pt>
                <c:pt idx="7649">
                  <c:v>0.0096</c:v>
                </c:pt>
                <c:pt idx="7650">
                  <c:v>0.0096</c:v>
                </c:pt>
                <c:pt idx="7651">
                  <c:v>0.0096</c:v>
                </c:pt>
                <c:pt idx="7652">
                  <c:v>0.0096</c:v>
                </c:pt>
                <c:pt idx="7653">
                  <c:v>0.0096</c:v>
                </c:pt>
                <c:pt idx="7654">
                  <c:v>0.0096</c:v>
                </c:pt>
                <c:pt idx="7655">
                  <c:v>0.0096</c:v>
                </c:pt>
                <c:pt idx="7656">
                  <c:v>0.0096</c:v>
                </c:pt>
                <c:pt idx="7657">
                  <c:v>0.0096</c:v>
                </c:pt>
                <c:pt idx="7658">
                  <c:v>0.0096</c:v>
                </c:pt>
                <c:pt idx="7659">
                  <c:v>0.0096</c:v>
                </c:pt>
                <c:pt idx="7660">
                  <c:v>0.0096</c:v>
                </c:pt>
                <c:pt idx="7661">
                  <c:v>0.0096</c:v>
                </c:pt>
                <c:pt idx="7662">
                  <c:v>0.0096</c:v>
                </c:pt>
                <c:pt idx="7663">
                  <c:v>0.0096</c:v>
                </c:pt>
                <c:pt idx="7664">
                  <c:v>0.0096</c:v>
                </c:pt>
                <c:pt idx="7665">
                  <c:v>0.0096</c:v>
                </c:pt>
                <c:pt idx="7666">
                  <c:v>0.0096</c:v>
                </c:pt>
                <c:pt idx="7667">
                  <c:v>0.0096</c:v>
                </c:pt>
                <c:pt idx="7668">
                  <c:v>0.0096</c:v>
                </c:pt>
                <c:pt idx="7669">
                  <c:v>0.0096</c:v>
                </c:pt>
                <c:pt idx="7670">
                  <c:v>0.0096</c:v>
                </c:pt>
                <c:pt idx="7671">
                  <c:v>0.0096</c:v>
                </c:pt>
                <c:pt idx="7672">
                  <c:v>0.0096</c:v>
                </c:pt>
                <c:pt idx="7673">
                  <c:v>0.0096</c:v>
                </c:pt>
                <c:pt idx="7674">
                  <c:v>0.0096</c:v>
                </c:pt>
                <c:pt idx="7675">
                  <c:v>0.0096</c:v>
                </c:pt>
                <c:pt idx="7676">
                  <c:v>0.0096</c:v>
                </c:pt>
                <c:pt idx="7677">
                  <c:v>0.0096</c:v>
                </c:pt>
                <c:pt idx="7678">
                  <c:v>0.0096</c:v>
                </c:pt>
                <c:pt idx="7679">
                  <c:v>0.0096</c:v>
                </c:pt>
                <c:pt idx="7680">
                  <c:v>0.0096</c:v>
                </c:pt>
                <c:pt idx="7681">
                  <c:v>0.0096</c:v>
                </c:pt>
                <c:pt idx="7682">
                  <c:v>0.0096</c:v>
                </c:pt>
                <c:pt idx="7683">
                  <c:v>0.0096</c:v>
                </c:pt>
                <c:pt idx="7684">
                  <c:v>0.0096</c:v>
                </c:pt>
                <c:pt idx="7685">
                  <c:v>0.0096</c:v>
                </c:pt>
                <c:pt idx="7686">
                  <c:v>0.0096</c:v>
                </c:pt>
                <c:pt idx="7687">
                  <c:v>0.0096</c:v>
                </c:pt>
                <c:pt idx="7688">
                  <c:v>0.0096</c:v>
                </c:pt>
                <c:pt idx="7689">
                  <c:v>0.0096</c:v>
                </c:pt>
                <c:pt idx="7690">
                  <c:v>0.0096</c:v>
                </c:pt>
                <c:pt idx="7691">
                  <c:v>0.0096</c:v>
                </c:pt>
                <c:pt idx="7692">
                  <c:v>0.0096</c:v>
                </c:pt>
                <c:pt idx="7693">
                  <c:v>0.0096</c:v>
                </c:pt>
                <c:pt idx="7694">
                  <c:v>0.0096</c:v>
                </c:pt>
                <c:pt idx="7695">
                  <c:v>0.0096</c:v>
                </c:pt>
                <c:pt idx="7696">
                  <c:v>0.0096</c:v>
                </c:pt>
                <c:pt idx="7697">
                  <c:v>0.0096</c:v>
                </c:pt>
                <c:pt idx="7698">
                  <c:v>0.0096</c:v>
                </c:pt>
                <c:pt idx="7699">
                  <c:v>0.0096</c:v>
                </c:pt>
                <c:pt idx="7700">
                  <c:v>0.0096</c:v>
                </c:pt>
                <c:pt idx="7701">
                  <c:v>0.0096</c:v>
                </c:pt>
                <c:pt idx="7702">
                  <c:v>0.0096</c:v>
                </c:pt>
                <c:pt idx="7703">
                  <c:v>0.0096</c:v>
                </c:pt>
                <c:pt idx="7704">
                  <c:v>0.0096</c:v>
                </c:pt>
                <c:pt idx="7705">
                  <c:v>0.0096</c:v>
                </c:pt>
                <c:pt idx="7706">
                  <c:v>0.0096</c:v>
                </c:pt>
                <c:pt idx="7707">
                  <c:v>0.0096</c:v>
                </c:pt>
                <c:pt idx="7708">
                  <c:v>0.0096</c:v>
                </c:pt>
                <c:pt idx="7709">
                  <c:v>0.0096</c:v>
                </c:pt>
                <c:pt idx="7710">
                  <c:v>0.0096</c:v>
                </c:pt>
                <c:pt idx="7711">
                  <c:v>0.0096</c:v>
                </c:pt>
                <c:pt idx="7712">
                  <c:v>0.0096</c:v>
                </c:pt>
                <c:pt idx="7713">
                  <c:v>0.0096</c:v>
                </c:pt>
                <c:pt idx="7714">
                  <c:v>0.0096</c:v>
                </c:pt>
                <c:pt idx="7715">
                  <c:v>0.0096</c:v>
                </c:pt>
                <c:pt idx="7716">
                  <c:v>0.0096</c:v>
                </c:pt>
                <c:pt idx="7717">
                  <c:v>0.0096</c:v>
                </c:pt>
                <c:pt idx="7718">
                  <c:v>0.0096</c:v>
                </c:pt>
                <c:pt idx="7719">
                  <c:v>0.0096</c:v>
                </c:pt>
                <c:pt idx="7720">
                  <c:v>0.0096</c:v>
                </c:pt>
                <c:pt idx="7721">
                  <c:v>0.0096</c:v>
                </c:pt>
                <c:pt idx="7722">
                  <c:v>0.0096</c:v>
                </c:pt>
                <c:pt idx="7723">
                  <c:v>0.0096</c:v>
                </c:pt>
                <c:pt idx="7724">
                  <c:v>0.0096</c:v>
                </c:pt>
                <c:pt idx="7725">
                  <c:v>0.0096</c:v>
                </c:pt>
                <c:pt idx="7726">
                  <c:v>0.0096</c:v>
                </c:pt>
                <c:pt idx="7727">
                  <c:v>0.0096</c:v>
                </c:pt>
                <c:pt idx="7728">
                  <c:v>0.0096</c:v>
                </c:pt>
                <c:pt idx="7729">
                  <c:v>0.0096</c:v>
                </c:pt>
                <c:pt idx="7730">
                  <c:v>0.0096</c:v>
                </c:pt>
                <c:pt idx="7731">
                  <c:v>0.0096</c:v>
                </c:pt>
                <c:pt idx="7732">
                  <c:v>0.0096</c:v>
                </c:pt>
                <c:pt idx="7733">
                  <c:v>0.0096</c:v>
                </c:pt>
                <c:pt idx="7734">
                  <c:v>0.0096</c:v>
                </c:pt>
                <c:pt idx="7735">
                  <c:v>0.0096</c:v>
                </c:pt>
                <c:pt idx="7736">
                  <c:v>0.0096</c:v>
                </c:pt>
                <c:pt idx="7737">
                  <c:v>0.0096</c:v>
                </c:pt>
                <c:pt idx="7738">
                  <c:v>0.0096</c:v>
                </c:pt>
                <c:pt idx="7739">
                  <c:v>0.0096</c:v>
                </c:pt>
                <c:pt idx="7740">
                  <c:v>0.0096</c:v>
                </c:pt>
                <c:pt idx="7741">
                  <c:v>0.0096</c:v>
                </c:pt>
                <c:pt idx="7742">
                  <c:v>0.0096</c:v>
                </c:pt>
                <c:pt idx="7743">
                  <c:v>0.0096</c:v>
                </c:pt>
                <c:pt idx="7744">
                  <c:v>0.0096</c:v>
                </c:pt>
                <c:pt idx="7745">
                  <c:v>0.0096</c:v>
                </c:pt>
                <c:pt idx="7746">
                  <c:v>0.0096</c:v>
                </c:pt>
                <c:pt idx="7747">
                  <c:v>0.0096</c:v>
                </c:pt>
                <c:pt idx="7748">
                  <c:v>0.0096</c:v>
                </c:pt>
                <c:pt idx="7749">
                  <c:v>0.0096</c:v>
                </c:pt>
                <c:pt idx="7750">
                  <c:v>0.0096</c:v>
                </c:pt>
                <c:pt idx="7751">
                  <c:v>0.0096</c:v>
                </c:pt>
                <c:pt idx="7752">
                  <c:v>0.0096</c:v>
                </c:pt>
                <c:pt idx="7753">
                  <c:v>0.0096</c:v>
                </c:pt>
                <c:pt idx="7754">
                  <c:v>0.0096</c:v>
                </c:pt>
                <c:pt idx="7755">
                  <c:v>0.0096</c:v>
                </c:pt>
                <c:pt idx="7756">
                  <c:v>0.0096</c:v>
                </c:pt>
                <c:pt idx="7757">
                  <c:v>0.0096</c:v>
                </c:pt>
                <c:pt idx="7758">
                  <c:v>0.0096</c:v>
                </c:pt>
                <c:pt idx="7759">
                  <c:v>0.0096</c:v>
                </c:pt>
                <c:pt idx="7760">
                  <c:v>0.0096</c:v>
                </c:pt>
                <c:pt idx="7761">
                  <c:v>0.0096</c:v>
                </c:pt>
                <c:pt idx="7762">
                  <c:v>0.0096</c:v>
                </c:pt>
                <c:pt idx="7763">
                  <c:v>0.0096</c:v>
                </c:pt>
                <c:pt idx="7764">
                  <c:v>0.0096</c:v>
                </c:pt>
                <c:pt idx="7765">
                  <c:v>0.0096</c:v>
                </c:pt>
                <c:pt idx="7766">
                  <c:v>0.0096</c:v>
                </c:pt>
                <c:pt idx="7767">
                  <c:v>0.0096</c:v>
                </c:pt>
                <c:pt idx="7768">
                  <c:v>0.0096</c:v>
                </c:pt>
                <c:pt idx="7769">
                  <c:v>0.0096</c:v>
                </c:pt>
                <c:pt idx="7770">
                  <c:v>0.0096</c:v>
                </c:pt>
                <c:pt idx="7771">
                  <c:v>0.0096</c:v>
                </c:pt>
                <c:pt idx="7772">
                  <c:v>0.0096</c:v>
                </c:pt>
                <c:pt idx="7773">
                  <c:v>0.0096</c:v>
                </c:pt>
                <c:pt idx="7774">
                  <c:v>0.0096</c:v>
                </c:pt>
                <c:pt idx="7775">
                  <c:v>0.0096</c:v>
                </c:pt>
                <c:pt idx="7776">
                  <c:v>0.0096</c:v>
                </c:pt>
                <c:pt idx="7777">
                  <c:v>0.0096</c:v>
                </c:pt>
                <c:pt idx="7778">
                  <c:v>0.0096</c:v>
                </c:pt>
                <c:pt idx="7779">
                  <c:v>0.0096</c:v>
                </c:pt>
                <c:pt idx="7780">
                  <c:v>0.0096</c:v>
                </c:pt>
                <c:pt idx="7781">
                  <c:v>0.0096</c:v>
                </c:pt>
                <c:pt idx="7782">
                  <c:v>0.0096</c:v>
                </c:pt>
                <c:pt idx="7783">
                  <c:v>0.0096</c:v>
                </c:pt>
                <c:pt idx="7784">
                  <c:v>0.0096</c:v>
                </c:pt>
                <c:pt idx="7785">
                  <c:v>0.0096</c:v>
                </c:pt>
                <c:pt idx="7786">
                  <c:v>0.0096</c:v>
                </c:pt>
                <c:pt idx="7787">
                  <c:v>0.0096</c:v>
                </c:pt>
                <c:pt idx="7788">
                  <c:v>0.0096</c:v>
                </c:pt>
                <c:pt idx="7789">
                  <c:v>0.0096</c:v>
                </c:pt>
                <c:pt idx="7790">
                  <c:v>0.0096</c:v>
                </c:pt>
                <c:pt idx="7791">
                  <c:v>0.0096</c:v>
                </c:pt>
                <c:pt idx="7792">
                  <c:v>0.0096</c:v>
                </c:pt>
                <c:pt idx="7793">
                  <c:v>0.0096</c:v>
                </c:pt>
                <c:pt idx="7794">
                  <c:v>0.0096</c:v>
                </c:pt>
                <c:pt idx="7795">
                  <c:v>0.0096</c:v>
                </c:pt>
                <c:pt idx="7796">
                  <c:v>0.0096</c:v>
                </c:pt>
                <c:pt idx="7797">
                  <c:v>0.0096</c:v>
                </c:pt>
                <c:pt idx="7798">
                  <c:v>0.0096</c:v>
                </c:pt>
                <c:pt idx="7799">
                  <c:v>0.0096</c:v>
                </c:pt>
                <c:pt idx="7800">
                  <c:v>0.0096</c:v>
                </c:pt>
                <c:pt idx="7801">
                  <c:v>0.0096</c:v>
                </c:pt>
                <c:pt idx="7802">
                  <c:v>0.0096</c:v>
                </c:pt>
                <c:pt idx="7803">
                  <c:v>0.0096</c:v>
                </c:pt>
                <c:pt idx="7804">
                  <c:v>0.0096</c:v>
                </c:pt>
                <c:pt idx="7805">
                  <c:v>0.0096</c:v>
                </c:pt>
                <c:pt idx="7806">
                  <c:v>0.0096</c:v>
                </c:pt>
                <c:pt idx="7807">
                  <c:v>0.0096</c:v>
                </c:pt>
                <c:pt idx="7808">
                  <c:v>0.0096</c:v>
                </c:pt>
                <c:pt idx="7809">
                  <c:v>0.0096</c:v>
                </c:pt>
                <c:pt idx="7810">
                  <c:v>0.0096</c:v>
                </c:pt>
                <c:pt idx="7811">
                  <c:v>0.0096</c:v>
                </c:pt>
                <c:pt idx="7812">
                  <c:v>0.0096</c:v>
                </c:pt>
                <c:pt idx="7813">
                  <c:v>0.0096</c:v>
                </c:pt>
                <c:pt idx="7814">
                  <c:v>0.0096</c:v>
                </c:pt>
                <c:pt idx="7815">
                  <c:v>0.0096</c:v>
                </c:pt>
                <c:pt idx="7816">
                  <c:v>0.0096</c:v>
                </c:pt>
                <c:pt idx="7817">
                  <c:v>0.0096</c:v>
                </c:pt>
                <c:pt idx="7818">
                  <c:v>0.0096</c:v>
                </c:pt>
                <c:pt idx="7819">
                  <c:v>0.0096</c:v>
                </c:pt>
                <c:pt idx="7820">
                  <c:v>0.0096</c:v>
                </c:pt>
                <c:pt idx="7821">
                  <c:v>0.0096</c:v>
                </c:pt>
                <c:pt idx="7822">
                  <c:v>0.0096</c:v>
                </c:pt>
                <c:pt idx="7823">
                  <c:v>0.0096</c:v>
                </c:pt>
                <c:pt idx="7824">
                  <c:v>0.0096</c:v>
                </c:pt>
                <c:pt idx="7825">
                  <c:v>0.0096</c:v>
                </c:pt>
                <c:pt idx="7826">
                  <c:v>0.0096</c:v>
                </c:pt>
                <c:pt idx="7827">
                  <c:v>0.0096</c:v>
                </c:pt>
                <c:pt idx="7828">
                  <c:v>0.0096</c:v>
                </c:pt>
                <c:pt idx="7829">
                  <c:v>0.0096</c:v>
                </c:pt>
                <c:pt idx="7830">
                  <c:v>0.0096</c:v>
                </c:pt>
                <c:pt idx="7831">
                  <c:v>0.0096</c:v>
                </c:pt>
                <c:pt idx="7832">
                  <c:v>0.0096</c:v>
                </c:pt>
                <c:pt idx="7833">
                  <c:v>0.0096</c:v>
                </c:pt>
                <c:pt idx="7834">
                  <c:v>0.0096</c:v>
                </c:pt>
                <c:pt idx="7835">
                  <c:v>0.0096</c:v>
                </c:pt>
                <c:pt idx="7836">
                  <c:v>0.0096</c:v>
                </c:pt>
                <c:pt idx="7837">
                  <c:v>0.0096</c:v>
                </c:pt>
                <c:pt idx="7838">
                  <c:v>0.0096</c:v>
                </c:pt>
                <c:pt idx="7839">
                  <c:v>0.0096</c:v>
                </c:pt>
                <c:pt idx="7840">
                  <c:v>0.0096</c:v>
                </c:pt>
                <c:pt idx="7841">
                  <c:v>0.0096</c:v>
                </c:pt>
                <c:pt idx="7842">
                  <c:v>0.0096</c:v>
                </c:pt>
                <c:pt idx="7843">
                  <c:v>0.0096</c:v>
                </c:pt>
                <c:pt idx="7844">
                  <c:v>0.0096</c:v>
                </c:pt>
                <c:pt idx="7845">
                  <c:v>0.0096</c:v>
                </c:pt>
                <c:pt idx="7846">
                  <c:v>0.0096</c:v>
                </c:pt>
                <c:pt idx="7847">
                  <c:v>0.0096</c:v>
                </c:pt>
                <c:pt idx="7848">
                  <c:v>0.0096</c:v>
                </c:pt>
                <c:pt idx="7849">
                  <c:v>0.0096</c:v>
                </c:pt>
                <c:pt idx="7850">
                  <c:v>0.0096</c:v>
                </c:pt>
                <c:pt idx="7851">
                  <c:v>0.0096</c:v>
                </c:pt>
                <c:pt idx="7852">
                  <c:v>0.0096</c:v>
                </c:pt>
                <c:pt idx="7853">
                  <c:v>0.0096</c:v>
                </c:pt>
                <c:pt idx="7854">
                  <c:v>0.0096</c:v>
                </c:pt>
                <c:pt idx="7855">
                  <c:v>0.0096</c:v>
                </c:pt>
                <c:pt idx="7856">
                  <c:v>0.0096</c:v>
                </c:pt>
                <c:pt idx="7857">
                  <c:v>0.0096</c:v>
                </c:pt>
                <c:pt idx="7858">
                  <c:v>0.0096</c:v>
                </c:pt>
                <c:pt idx="7859">
                  <c:v>0.0096</c:v>
                </c:pt>
                <c:pt idx="7860">
                  <c:v>0.0096</c:v>
                </c:pt>
                <c:pt idx="7861">
                  <c:v>0.0096</c:v>
                </c:pt>
                <c:pt idx="7862">
                  <c:v>0.0096</c:v>
                </c:pt>
                <c:pt idx="7863">
                  <c:v>0.0096</c:v>
                </c:pt>
                <c:pt idx="7864">
                  <c:v>0.0096</c:v>
                </c:pt>
                <c:pt idx="7865">
                  <c:v>0.0096</c:v>
                </c:pt>
                <c:pt idx="7866">
                  <c:v>0.0096</c:v>
                </c:pt>
                <c:pt idx="7867">
                  <c:v>0.0096</c:v>
                </c:pt>
                <c:pt idx="7868">
                  <c:v>0.0096</c:v>
                </c:pt>
                <c:pt idx="7869">
                  <c:v>0.0096</c:v>
                </c:pt>
                <c:pt idx="7870">
                  <c:v>0.0096</c:v>
                </c:pt>
                <c:pt idx="7871">
                  <c:v>0.0096</c:v>
                </c:pt>
                <c:pt idx="7872">
                  <c:v>0.0096</c:v>
                </c:pt>
                <c:pt idx="7873">
                  <c:v>0.0096</c:v>
                </c:pt>
                <c:pt idx="7874">
                  <c:v>0.0096</c:v>
                </c:pt>
                <c:pt idx="7875">
                  <c:v>0.0096</c:v>
                </c:pt>
                <c:pt idx="7876">
                  <c:v>0.0096</c:v>
                </c:pt>
                <c:pt idx="7877">
                  <c:v>0.0096</c:v>
                </c:pt>
                <c:pt idx="7878">
                  <c:v>0.0096</c:v>
                </c:pt>
                <c:pt idx="7879">
                  <c:v>0.0096</c:v>
                </c:pt>
                <c:pt idx="7880">
                  <c:v>0.0096</c:v>
                </c:pt>
                <c:pt idx="7881">
                  <c:v>0.0096</c:v>
                </c:pt>
                <c:pt idx="7882">
                  <c:v>0.0096</c:v>
                </c:pt>
                <c:pt idx="7883">
                  <c:v>0.0096</c:v>
                </c:pt>
                <c:pt idx="7884">
                  <c:v>0.0096</c:v>
                </c:pt>
                <c:pt idx="7885">
                  <c:v>0.0096</c:v>
                </c:pt>
                <c:pt idx="7886">
                  <c:v>0.0096</c:v>
                </c:pt>
                <c:pt idx="7887">
                  <c:v>0.0096</c:v>
                </c:pt>
                <c:pt idx="7888">
                  <c:v>0.0096</c:v>
                </c:pt>
                <c:pt idx="7889">
                  <c:v>0.0096</c:v>
                </c:pt>
                <c:pt idx="7890">
                  <c:v>0.0096</c:v>
                </c:pt>
                <c:pt idx="7891">
                  <c:v>0.0096</c:v>
                </c:pt>
                <c:pt idx="7892">
                  <c:v>0.0096</c:v>
                </c:pt>
                <c:pt idx="7893">
                  <c:v>0.0096</c:v>
                </c:pt>
                <c:pt idx="7894">
                  <c:v>0.0096</c:v>
                </c:pt>
                <c:pt idx="7895">
                  <c:v>0.0096</c:v>
                </c:pt>
                <c:pt idx="7896">
                  <c:v>0.0096</c:v>
                </c:pt>
                <c:pt idx="7897">
                  <c:v>0.0096</c:v>
                </c:pt>
                <c:pt idx="7898">
                  <c:v>0.0096</c:v>
                </c:pt>
                <c:pt idx="7899">
                  <c:v>0.0096</c:v>
                </c:pt>
                <c:pt idx="7900">
                  <c:v>0.0096</c:v>
                </c:pt>
                <c:pt idx="7901">
                  <c:v>0.0096</c:v>
                </c:pt>
                <c:pt idx="7902">
                  <c:v>0.0096</c:v>
                </c:pt>
                <c:pt idx="7903">
                  <c:v>0.0096</c:v>
                </c:pt>
                <c:pt idx="7904">
                  <c:v>0.0096</c:v>
                </c:pt>
                <c:pt idx="7905">
                  <c:v>0.0096</c:v>
                </c:pt>
                <c:pt idx="7906">
                  <c:v>0.0096</c:v>
                </c:pt>
                <c:pt idx="7907">
                  <c:v>0.0096</c:v>
                </c:pt>
                <c:pt idx="7908">
                  <c:v>0.0096</c:v>
                </c:pt>
                <c:pt idx="7909">
                  <c:v>0.0096</c:v>
                </c:pt>
                <c:pt idx="7910">
                  <c:v>0.0096</c:v>
                </c:pt>
                <c:pt idx="7911">
                  <c:v>0.0096</c:v>
                </c:pt>
                <c:pt idx="7912">
                  <c:v>0.0096</c:v>
                </c:pt>
                <c:pt idx="7913">
                  <c:v>0.0096</c:v>
                </c:pt>
                <c:pt idx="7914">
                  <c:v>0.0096</c:v>
                </c:pt>
                <c:pt idx="7915">
                  <c:v>0.0096</c:v>
                </c:pt>
                <c:pt idx="7916">
                  <c:v>0.0096</c:v>
                </c:pt>
                <c:pt idx="7917">
                  <c:v>0.0096</c:v>
                </c:pt>
                <c:pt idx="7918">
                  <c:v>0.0096</c:v>
                </c:pt>
                <c:pt idx="7919">
                  <c:v>0.0096</c:v>
                </c:pt>
                <c:pt idx="7920">
                  <c:v>0.0096</c:v>
                </c:pt>
                <c:pt idx="7921">
                  <c:v>0.0096</c:v>
                </c:pt>
                <c:pt idx="7922">
                  <c:v>0.0096</c:v>
                </c:pt>
                <c:pt idx="7923">
                  <c:v>0.0096</c:v>
                </c:pt>
                <c:pt idx="7924">
                  <c:v>0.0096</c:v>
                </c:pt>
                <c:pt idx="7925">
                  <c:v>0.0096</c:v>
                </c:pt>
                <c:pt idx="7926">
                  <c:v>0.0096</c:v>
                </c:pt>
                <c:pt idx="7927">
                  <c:v>0.0096</c:v>
                </c:pt>
                <c:pt idx="7928">
                  <c:v>0.0096</c:v>
                </c:pt>
                <c:pt idx="7929">
                  <c:v>0.0096</c:v>
                </c:pt>
                <c:pt idx="7930">
                  <c:v>0.0096</c:v>
                </c:pt>
                <c:pt idx="7931">
                  <c:v>0.0096</c:v>
                </c:pt>
                <c:pt idx="7932">
                  <c:v>0.0096</c:v>
                </c:pt>
                <c:pt idx="7933">
                  <c:v>0.0096</c:v>
                </c:pt>
                <c:pt idx="7934">
                  <c:v>0.0096</c:v>
                </c:pt>
                <c:pt idx="7935">
                  <c:v>0.0096</c:v>
                </c:pt>
                <c:pt idx="7936">
                  <c:v>0.0096</c:v>
                </c:pt>
                <c:pt idx="7937">
                  <c:v>0.0096</c:v>
                </c:pt>
                <c:pt idx="7938">
                  <c:v>0.0096</c:v>
                </c:pt>
                <c:pt idx="7939">
                  <c:v>0.0096</c:v>
                </c:pt>
                <c:pt idx="7940">
                  <c:v>0.0096</c:v>
                </c:pt>
                <c:pt idx="7941">
                  <c:v>0.0096</c:v>
                </c:pt>
                <c:pt idx="7942">
                  <c:v>0.0096</c:v>
                </c:pt>
                <c:pt idx="7943">
                  <c:v>0.0096</c:v>
                </c:pt>
                <c:pt idx="7944">
                  <c:v>0.0096</c:v>
                </c:pt>
                <c:pt idx="7945">
                  <c:v>0.0096</c:v>
                </c:pt>
                <c:pt idx="7946">
                  <c:v>0.0096</c:v>
                </c:pt>
                <c:pt idx="7947">
                  <c:v>0.0096</c:v>
                </c:pt>
                <c:pt idx="7948">
                  <c:v>0.0096</c:v>
                </c:pt>
                <c:pt idx="7949">
                  <c:v>0.0096</c:v>
                </c:pt>
                <c:pt idx="7950">
                  <c:v>0.0096</c:v>
                </c:pt>
                <c:pt idx="7951">
                  <c:v>0.0096</c:v>
                </c:pt>
                <c:pt idx="7952">
                  <c:v>0.0096</c:v>
                </c:pt>
                <c:pt idx="7953">
                  <c:v>0.0096</c:v>
                </c:pt>
                <c:pt idx="7954">
                  <c:v>0.0096</c:v>
                </c:pt>
                <c:pt idx="7955">
                  <c:v>0.0096</c:v>
                </c:pt>
                <c:pt idx="7956">
                  <c:v>0.0096</c:v>
                </c:pt>
                <c:pt idx="7957">
                  <c:v>0.0096</c:v>
                </c:pt>
                <c:pt idx="7958">
                  <c:v>0.0096</c:v>
                </c:pt>
                <c:pt idx="7959">
                  <c:v>0.0096</c:v>
                </c:pt>
                <c:pt idx="7960">
                  <c:v>0.0096</c:v>
                </c:pt>
                <c:pt idx="7961">
                  <c:v>0.0096</c:v>
                </c:pt>
                <c:pt idx="7962">
                  <c:v>0.0096</c:v>
                </c:pt>
                <c:pt idx="7963">
                  <c:v>0.0096</c:v>
                </c:pt>
                <c:pt idx="7964">
                  <c:v>0.0096</c:v>
                </c:pt>
                <c:pt idx="7965">
                  <c:v>0.0096</c:v>
                </c:pt>
                <c:pt idx="7966">
                  <c:v>0.0096</c:v>
                </c:pt>
                <c:pt idx="7967">
                  <c:v>0.0096</c:v>
                </c:pt>
                <c:pt idx="7968">
                  <c:v>0.0096</c:v>
                </c:pt>
                <c:pt idx="7969">
                  <c:v>0.0096</c:v>
                </c:pt>
                <c:pt idx="7970">
                  <c:v>0.0096</c:v>
                </c:pt>
                <c:pt idx="7971">
                  <c:v>0.0096</c:v>
                </c:pt>
                <c:pt idx="7972">
                  <c:v>0.0096</c:v>
                </c:pt>
                <c:pt idx="7973">
                  <c:v>0.0096</c:v>
                </c:pt>
                <c:pt idx="7974">
                  <c:v>0.0096</c:v>
                </c:pt>
                <c:pt idx="7975">
                  <c:v>0.0096</c:v>
                </c:pt>
                <c:pt idx="7976">
                  <c:v>0.0096</c:v>
                </c:pt>
                <c:pt idx="7977">
                  <c:v>0.0096</c:v>
                </c:pt>
                <c:pt idx="7978">
                  <c:v>0.0096</c:v>
                </c:pt>
                <c:pt idx="7979">
                  <c:v>0.0096</c:v>
                </c:pt>
                <c:pt idx="7980">
                  <c:v>0.0096</c:v>
                </c:pt>
                <c:pt idx="7981">
                  <c:v>0.0096</c:v>
                </c:pt>
                <c:pt idx="7982">
                  <c:v>0.0096</c:v>
                </c:pt>
                <c:pt idx="7983">
                  <c:v>0.0096</c:v>
                </c:pt>
                <c:pt idx="7984">
                  <c:v>0.0096</c:v>
                </c:pt>
                <c:pt idx="7985">
                  <c:v>0.0096</c:v>
                </c:pt>
                <c:pt idx="7986">
                  <c:v>0.0096</c:v>
                </c:pt>
                <c:pt idx="7987">
                  <c:v>0.0096</c:v>
                </c:pt>
                <c:pt idx="7988">
                  <c:v>0.0096</c:v>
                </c:pt>
                <c:pt idx="7989">
                  <c:v>0.0096</c:v>
                </c:pt>
                <c:pt idx="7990">
                  <c:v>0.0096</c:v>
                </c:pt>
                <c:pt idx="7991">
                  <c:v>0.0096</c:v>
                </c:pt>
                <c:pt idx="7992">
                  <c:v>0.0096</c:v>
                </c:pt>
                <c:pt idx="7993">
                  <c:v>0.0096</c:v>
                </c:pt>
                <c:pt idx="7994">
                  <c:v>0.0096</c:v>
                </c:pt>
                <c:pt idx="7995">
                  <c:v>0.0096</c:v>
                </c:pt>
                <c:pt idx="7996">
                  <c:v>0.0096</c:v>
                </c:pt>
                <c:pt idx="7997">
                  <c:v>0.0096</c:v>
                </c:pt>
                <c:pt idx="7998">
                  <c:v>0.0096</c:v>
                </c:pt>
                <c:pt idx="7999">
                  <c:v>0.0096</c:v>
                </c:pt>
                <c:pt idx="8000">
                  <c:v>0.0096</c:v>
                </c:pt>
                <c:pt idx="8001">
                  <c:v>0.0096</c:v>
                </c:pt>
                <c:pt idx="8002">
                  <c:v>0.0096</c:v>
                </c:pt>
                <c:pt idx="8003">
                  <c:v>0.0096</c:v>
                </c:pt>
                <c:pt idx="8004">
                  <c:v>0.0096</c:v>
                </c:pt>
                <c:pt idx="8005">
                  <c:v>0.0096</c:v>
                </c:pt>
                <c:pt idx="8006">
                  <c:v>0.0096</c:v>
                </c:pt>
                <c:pt idx="8007">
                  <c:v>0.0096</c:v>
                </c:pt>
                <c:pt idx="8008">
                  <c:v>0.0096</c:v>
                </c:pt>
                <c:pt idx="8009">
                  <c:v>0.0096</c:v>
                </c:pt>
                <c:pt idx="8010">
                  <c:v>0.0096</c:v>
                </c:pt>
                <c:pt idx="8011">
                  <c:v>0.0096</c:v>
                </c:pt>
                <c:pt idx="8012">
                  <c:v>0.0096</c:v>
                </c:pt>
                <c:pt idx="8013">
                  <c:v>0.0096</c:v>
                </c:pt>
                <c:pt idx="8014">
                  <c:v>0.0096</c:v>
                </c:pt>
                <c:pt idx="8015">
                  <c:v>0.0096</c:v>
                </c:pt>
                <c:pt idx="8016">
                  <c:v>0.0096</c:v>
                </c:pt>
                <c:pt idx="8017">
                  <c:v>0.0096</c:v>
                </c:pt>
                <c:pt idx="8018">
                  <c:v>0.0096</c:v>
                </c:pt>
                <c:pt idx="8019">
                  <c:v>0.0096</c:v>
                </c:pt>
                <c:pt idx="8020">
                  <c:v>0.0096</c:v>
                </c:pt>
                <c:pt idx="8021">
                  <c:v>0.0096</c:v>
                </c:pt>
                <c:pt idx="8022">
                  <c:v>0.0096</c:v>
                </c:pt>
                <c:pt idx="8023">
                  <c:v>0.0096</c:v>
                </c:pt>
                <c:pt idx="8024">
                  <c:v>0.0096</c:v>
                </c:pt>
                <c:pt idx="8025">
                  <c:v>0.0096</c:v>
                </c:pt>
                <c:pt idx="8026">
                  <c:v>0.0096</c:v>
                </c:pt>
                <c:pt idx="8027">
                  <c:v>0.0096</c:v>
                </c:pt>
                <c:pt idx="8028">
                  <c:v>0.0096</c:v>
                </c:pt>
                <c:pt idx="8029">
                  <c:v>0.0096</c:v>
                </c:pt>
                <c:pt idx="8030">
                  <c:v>0.0096</c:v>
                </c:pt>
                <c:pt idx="8031">
                  <c:v>0.0096</c:v>
                </c:pt>
                <c:pt idx="8032">
                  <c:v>0.0096</c:v>
                </c:pt>
                <c:pt idx="8033">
                  <c:v>0.0096</c:v>
                </c:pt>
                <c:pt idx="8034">
                  <c:v>0.0096</c:v>
                </c:pt>
                <c:pt idx="8035">
                  <c:v>0.0096</c:v>
                </c:pt>
                <c:pt idx="8036">
                  <c:v>0.0096</c:v>
                </c:pt>
                <c:pt idx="8037">
                  <c:v>0.0096</c:v>
                </c:pt>
                <c:pt idx="8038">
                  <c:v>0.0096</c:v>
                </c:pt>
                <c:pt idx="8039">
                  <c:v>0.0096</c:v>
                </c:pt>
                <c:pt idx="8040">
                  <c:v>0.0096</c:v>
                </c:pt>
                <c:pt idx="8041">
                  <c:v>0.0096</c:v>
                </c:pt>
                <c:pt idx="8042">
                  <c:v>0.0096</c:v>
                </c:pt>
                <c:pt idx="8043">
                  <c:v>0.0096</c:v>
                </c:pt>
                <c:pt idx="8044">
                  <c:v>0.0096</c:v>
                </c:pt>
                <c:pt idx="8045">
                  <c:v>0.0096</c:v>
                </c:pt>
                <c:pt idx="8046">
                  <c:v>0.0096</c:v>
                </c:pt>
                <c:pt idx="8047">
                  <c:v>0.0096</c:v>
                </c:pt>
                <c:pt idx="8048">
                  <c:v>0.0096</c:v>
                </c:pt>
                <c:pt idx="8049">
                  <c:v>0.0096</c:v>
                </c:pt>
                <c:pt idx="8050">
                  <c:v>0.0096</c:v>
                </c:pt>
                <c:pt idx="8051">
                  <c:v>0.0096</c:v>
                </c:pt>
                <c:pt idx="8052">
                  <c:v>0.0096</c:v>
                </c:pt>
                <c:pt idx="8053">
                  <c:v>0.0096</c:v>
                </c:pt>
                <c:pt idx="8054">
                  <c:v>0.0096</c:v>
                </c:pt>
                <c:pt idx="8055">
                  <c:v>0.0096</c:v>
                </c:pt>
                <c:pt idx="8056">
                  <c:v>0.0096</c:v>
                </c:pt>
                <c:pt idx="8057">
                  <c:v>0.0096</c:v>
                </c:pt>
                <c:pt idx="8058">
                  <c:v>0.0096</c:v>
                </c:pt>
                <c:pt idx="8059">
                  <c:v>0.0096</c:v>
                </c:pt>
                <c:pt idx="8060">
                  <c:v>0.0096</c:v>
                </c:pt>
                <c:pt idx="8061">
                  <c:v>0.0096</c:v>
                </c:pt>
                <c:pt idx="8062">
                  <c:v>0.0096</c:v>
                </c:pt>
                <c:pt idx="8063">
                  <c:v>0.0096</c:v>
                </c:pt>
                <c:pt idx="8064">
                  <c:v>0.0096</c:v>
                </c:pt>
                <c:pt idx="8065">
                  <c:v>0.0096</c:v>
                </c:pt>
                <c:pt idx="8066">
                  <c:v>0.0096</c:v>
                </c:pt>
                <c:pt idx="8067">
                  <c:v>0.0096</c:v>
                </c:pt>
                <c:pt idx="8068">
                  <c:v>0.0096</c:v>
                </c:pt>
                <c:pt idx="8069">
                  <c:v>0.0096</c:v>
                </c:pt>
                <c:pt idx="8070">
                  <c:v>0.0096</c:v>
                </c:pt>
                <c:pt idx="8071">
                  <c:v>0.0096</c:v>
                </c:pt>
                <c:pt idx="8072">
                  <c:v>0.0096</c:v>
                </c:pt>
                <c:pt idx="8073">
                  <c:v>0.0096</c:v>
                </c:pt>
                <c:pt idx="8074">
                  <c:v>0.0096</c:v>
                </c:pt>
                <c:pt idx="8075">
                  <c:v>0.0096</c:v>
                </c:pt>
                <c:pt idx="8076">
                  <c:v>0.0096</c:v>
                </c:pt>
                <c:pt idx="8077">
                  <c:v>0.0096</c:v>
                </c:pt>
                <c:pt idx="8078">
                  <c:v>0.0096</c:v>
                </c:pt>
                <c:pt idx="8079">
                  <c:v>0.0096</c:v>
                </c:pt>
                <c:pt idx="8080">
                  <c:v>0.0096</c:v>
                </c:pt>
                <c:pt idx="8081">
                  <c:v>0.0096</c:v>
                </c:pt>
                <c:pt idx="8082">
                  <c:v>0.0096</c:v>
                </c:pt>
                <c:pt idx="8083">
                  <c:v>0.0096</c:v>
                </c:pt>
                <c:pt idx="8084">
                  <c:v>0.0096</c:v>
                </c:pt>
                <c:pt idx="8085">
                  <c:v>0.0096</c:v>
                </c:pt>
                <c:pt idx="8086">
                  <c:v>0.0096</c:v>
                </c:pt>
                <c:pt idx="8087">
                  <c:v>0.0096</c:v>
                </c:pt>
                <c:pt idx="8088">
                  <c:v>0.0096</c:v>
                </c:pt>
                <c:pt idx="8089">
                  <c:v>0.0096</c:v>
                </c:pt>
                <c:pt idx="8090">
                  <c:v>0.0096</c:v>
                </c:pt>
                <c:pt idx="8091">
                  <c:v>0.0096</c:v>
                </c:pt>
                <c:pt idx="8092">
                  <c:v>0.0096</c:v>
                </c:pt>
                <c:pt idx="8093">
                  <c:v>0.0096</c:v>
                </c:pt>
                <c:pt idx="8094">
                  <c:v>0.0096</c:v>
                </c:pt>
                <c:pt idx="8095">
                  <c:v>0.0096</c:v>
                </c:pt>
                <c:pt idx="8096">
                  <c:v>0.0096</c:v>
                </c:pt>
                <c:pt idx="8097">
                  <c:v>0.0096</c:v>
                </c:pt>
                <c:pt idx="8098">
                  <c:v>0.0096</c:v>
                </c:pt>
                <c:pt idx="8099">
                  <c:v>0.0096</c:v>
                </c:pt>
                <c:pt idx="8100">
                  <c:v>0.0096</c:v>
                </c:pt>
                <c:pt idx="8101">
                  <c:v>0.0096</c:v>
                </c:pt>
                <c:pt idx="8102">
                  <c:v>0.0096</c:v>
                </c:pt>
                <c:pt idx="8103">
                  <c:v>0.0096</c:v>
                </c:pt>
                <c:pt idx="8104">
                  <c:v>0.0096</c:v>
                </c:pt>
                <c:pt idx="8105">
                  <c:v>0.0096</c:v>
                </c:pt>
                <c:pt idx="8106">
                  <c:v>0.0096</c:v>
                </c:pt>
                <c:pt idx="8107">
                  <c:v>0.0096</c:v>
                </c:pt>
                <c:pt idx="8108">
                  <c:v>0.0096</c:v>
                </c:pt>
                <c:pt idx="8109">
                  <c:v>0.0096</c:v>
                </c:pt>
                <c:pt idx="8110">
                  <c:v>0.0096</c:v>
                </c:pt>
                <c:pt idx="8111">
                  <c:v>0.0096</c:v>
                </c:pt>
                <c:pt idx="8112">
                  <c:v>0.0096</c:v>
                </c:pt>
                <c:pt idx="8113">
                  <c:v>0.0096</c:v>
                </c:pt>
                <c:pt idx="8114">
                  <c:v>0.0096</c:v>
                </c:pt>
                <c:pt idx="8115">
                  <c:v>0.0096</c:v>
                </c:pt>
                <c:pt idx="8116">
                  <c:v>0.0096</c:v>
                </c:pt>
                <c:pt idx="8117">
                  <c:v>0.0096</c:v>
                </c:pt>
                <c:pt idx="8118">
                  <c:v>0.0096</c:v>
                </c:pt>
                <c:pt idx="8119">
                  <c:v>0.0096</c:v>
                </c:pt>
                <c:pt idx="8120">
                  <c:v>0.0096</c:v>
                </c:pt>
                <c:pt idx="8121">
                  <c:v>0.0096</c:v>
                </c:pt>
                <c:pt idx="8122">
                  <c:v>0.0096</c:v>
                </c:pt>
                <c:pt idx="8123">
                  <c:v>0.0096</c:v>
                </c:pt>
                <c:pt idx="8124">
                  <c:v>0.0096</c:v>
                </c:pt>
                <c:pt idx="8125">
                  <c:v>0.0096</c:v>
                </c:pt>
                <c:pt idx="8126">
                  <c:v>0.0096</c:v>
                </c:pt>
                <c:pt idx="8127">
                  <c:v>0.0096</c:v>
                </c:pt>
                <c:pt idx="8128">
                  <c:v>0.0096</c:v>
                </c:pt>
                <c:pt idx="8129">
                  <c:v>0.0096</c:v>
                </c:pt>
                <c:pt idx="8130">
                  <c:v>0.0096</c:v>
                </c:pt>
                <c:pt idx="8131">
                  <c:v>0.0096</c:v>
                </c:pt>
                <c:pt idx="8132">
                  <c:v>0.0096</c:v>
                </c:pt>
                <c:pt idx="8133">
                  <c:v>0.0096</c:v>
                </c:pt>
                <c:pt idx="8134">
                  <c:v>0.0096</c:v>
                </c:pt>
                <c:pt idx="8135">
                  <c:v>0.0096</c:v>
                </c:pt>
                <c:pt idx="8136">
                  <c:v>0.0096</c:v>
                </c:pt>
                <c:pt idx="8137">
                  <c:v>0.0096</c:v>
                </c:pt>
                <c:pt idx="8138">
                  <c:v>0.0096</c:v>
                </c:pt>
                <c:pt idx="8139">
                  <c:v>0.0096</c:v>
                </c:pt>
                <c:pt idx="8140">
                  <c:v>0.0096</c:v>
                </c:pt>
                <c:pt idx="8141">
                  <c:v>0.0096</c:v>
                </c:pt>
                <c:pt idx="8142">
                  <c:v>0.0096</c:v>
                </c:pt>
                <c:pt idx="8143">
                  <c:v>0.0096</c:v>
                </c:pt>
                <c:pt idx="8144">
                  <c:v>0.0096</c:v>
                </c:pt>
                <c:pt idx="8145">
                  <c:v>0.0096</c:v>
                </c:pt>
                <c:pt idx="8146">
                  <c:v>0.0096</c:v>
                </c:pt>
                <c:pt idx="8147">
                  <c:v>0.0096</c:v>
                </c:pt>
                <c:pt idx="8148">
                  <c:v>0.0096</c:v>
                </c:pt>
                <c:pt idx="8149">
                  <c:v>0.0096</c:v>
                </c:pt>
                <c:pt idx="8150">
                  <c:v>0.0096</c:v>
                </c:pt>
                <c:pt idx="8151">
                  <c:v>0.0096</c:v>
                </c:pt>
                <c:pt idx="8152">
                  <c:v>0.0096</c:v>
                </c:pt>
                <c:pt idx="8153">
                  <c:v>0.0096</c:v>
                </c:pt>
                <c:pt idx="8154">
                  <c:v>0.0096</c:v>
                </c:pt>
                <c:pt idx="8155">
                  <c:v>0.0096</c:v>
                </c:pt>
                <c:pt idx="8156">
                  <c:v>0.0096</c:v>
                </c:pt>
                <c:pt idx="8157">
                  <c:v>0.0096</c:v>
                </c:pt>
                <c:pt idx="8158">
                  <c:v>0.0096</c:v>
                </c:pt>
                <c:pt idx="8159">
                  <c:v>0.0096</c:v>
                </c:pt>
                <c:pt idx="8160">
                  <c:v>0.0096</c:v>
                </c:pt>
                <c:pt idx="8161">
                  <c:v>0.0096</c:v>
                </c:pt>
                <c:pt idx="8162">
                  <c:v>0.0096</c:v>
                </c:pt>
                <c:pt idx="8163">
                  <c:v>0.0096</c:v>
                </c:pt>
                <c:pt idx="8164">
                  <c:v>0.0096</c:v>
                </c:pt>
                <c:pt idx="8165">
                  <c:v>0.0096</c:v>
                </c:pt>
                <c:pt idx="8166">
                  <c:v>0.0096</c:v>
                </c:pt>
                <c:pt idx="8167">
                  <c:v>0.0096</c:v>
                </c:pt>
                <c:pt idx="8168">
                  <c:v>0.0096</c:v>
                </c:pt>
                <c:pt idx="8169">
                  <c:v>0.0096</c:v>
                </c:pt>
                <c:pt idx="8170">
                  <c:v>0.0096</c:v>
                </c:pt>
                <c:pt idx="8171">
                  <c:v>0.0096</c:v>
                </c:pt>
                <c:pt idx="8172">
                  <c:v>0.0096</c:v>
                </c:pt>
                <c:pt idx="8173">
                  <c:v>0.0096</c:v>
                </c:pt>
                <c:pt idx="8174">
                  <c:v>0.0096</c:v>
                </c:pt>
                <c:pt idx="8175">
                  <c:v>0.0096</c:v>
                </c:pt>
                <c:pt idx="8176">
                  <c:v>0.0096</c:v>
                </c:pt>
                <c:pt idx="8177">
                  <c:v>0.0096</c:v>
                </c:pt>
                <c:pt idx="8178">
                  <c:v>0.0096</c:v>
                </c:pt>
                <c:pt idx="8179">
                  <c:v>0.0096</c:v>
                </c:pt>
                <c:pt idx="8180">
                  <c:v>0.0096</c:v>
                </c:pt>
                <c:pt idx="8181">
                  <c:v>0.0096</c:v>
                </c:pt>
                <c:pt idx="8182">
                  <c:v>0.0096</c:v>
                </c:pt>
                <c:pt idx="8183">
                  <c:v>0.0096</c:v>
                </c:pt>
                <c:pt idx="8184">
                  <c:v>0.0096</c:v>
                </c:pt>
                <c:pt idx="8185">
                  <c:v>0.0096</c:v>
                </c:pt>
                <c:pt idx="8186">
                  <c:v>0.0096</c:v>
                </c:pt>
                <c:pt idx="8187">
                  <c:v>0.0096</c:v>
                </c:pt>
                <c:pt idx="8188">
                  <c:v>0.0096</c:v>
                </c:pt>
                <c:pt idx="8189">
                  <c:v>0.0096</c:v>
                </c:pt>
                <c:pt idx="8190">
                  <c:v>0.0096</c:v>
                </c:pt>
                <c:pt idx="8191">
                  <c:v>0.0096</c:v>
                </c:pt>
                <c:pt idx="8192">
                  <c:v>0.0096</c:v>
                </c:pt>
                <c:pt idx="8193">
                  <c:v>0.0096</c:v>
                </c:pt>
                <c:pt idx="8194">
                  <c:v>0.0096</c:v>
                </c:pt>
                <c:pt idx="8195">
                  <c:v>0.0096</c:v>
                </c:pt>
                <c:pt idx="8196">
                  <c:v>0.0096</c:v>
                </c:pt>
                <c:pt idx="8197">
                  <c:v>0.0096</c:v>
                </c:pt>
                <c:pt idx="8198">
                  <c:v>0.0096</c:v>
                </c:pt>
                <c:pt idx="8199">
                  <c:v>0.0096</c:v>
                </c:pt>
                <c:pt idx="8200">
                  <c:v>0.0096</c:v>
                </c:pt>
                <c:pt idx="8201">
                  <c:v>0.0096</c:v>
                </c:pt>
                <c:pt idx="8202">
                  <c:v>0.0096</c:v>
                </c:pt>
                <c:pt idx="8203">
                  <c:v>0.0096</c:v>
                </c:pt>
                <c:pt idx="8204">
                  <c:v>0.0096</c:v>
                </c:pt>
                <c:pt idx="8205">
                  <c:v>0.0096</c:v>
                </c:pt>
                <c:pt idx="8206">
                  <c:v>0.0096</c:v>
                </c:pt>
                <c:pt idx="8207">
                  <c:v>0.0096</c:v>
                </c:pt>
                <c:pt idx="8208">
                  <c:v>0.0096</c:v>
                </c:pt>
                <c:pt idx="8209">
                  <c:v>0.0096</c:v>
                </c:pt>
                <c:pt idx="8210">
                  <c:v>0.0096</c:v>
                </c:pt>
                <c:pt idx="8211">
                  <c:v>0.0096</c:v>
                </c:pt>
                <c:pt idx="8212">
                  <c:v>0.0096</c:v>
                </c:pt>
                <c:pt idx="8213">
                  <c:v>0.0096</c:v>
                </c:pt>
                <c:pt idx="8214">
                  <c:v>0.0096</c:v>
                </c:pt>
                <c:pt idx="8215">
                  <c:v>0.0096</c:v>
                </c:pt>
                <c:pt idx="8216">
                  <c:v>0.0096</c:v>
                </c:pt>
                <c:pt idx="8217">
                  <c:v>0.0096</c:v>
                </c:pt>
                <c:pt idx="8218">
                  <c:v>0.0096</c:v>
                </c:pt>
                <c:pt idx="8219">
                  <c:v>0.0096</c:v>
                </c:pt>
                <c:pt idx="8220">
                  <c:v>0.0096</c:v>
                </c:pt>
                <c:pt idx="8221">
                  <c:v>0.0096</c:v>
                </c:pt>
                <c:pt idx="8222">
                  <c:v>0.0096</c:v>
                </c:pt>
                <c:pt idx="8223">
                  <c:v>0.0096</c:v>
                </c:pt>
                <c:pt idx="8224">
                  <c:v>0.0096</c:v>
                </c:pt>
                <c:pt idx="8225">
                  <c:v>0.0096</c:v>
                </c:pt>
                <c:pt idx="8226">
                  <c:v>0.0096</c:v>
                </c:pt>
                <c:pt idx="8227">
                  <c:v>0.0096</c:v>
                </c:pt>
                <c:pt idx="8228">
                  <c:v>0.0096</c:v>
                </c:pt>
                <c:pt idx="8229">
                  <c:v>0.0096</c:v>
                </c:pt>
                <c:pt idx="8230">
                  <c:v>0.0096</c:v>
                </c:pt>
                <c:pt idx="8231">
                  <c:v>0.0096</c:v>
                </c:pt>
                <c:pt idx="8232">
                  <c:v>0.0096</c:v>
                </c:pt>
                <c:pt idx="8233">
                  <c:v>0.0096</c:v>
                </c:pt>
                <c:pt idx="8234">
                  <c:v>0.0096</c:v>
                </c:pt>
                <c:pt idx="8235">
                  <c:v>0.0096</c:v>
                </c:pt>
                <c:pt idx="8236">
                  <c:v>0.0096</c:v>
                </c:pt>
                <c:pt idx="8237">
                  <c:v>0.0096</c:v>
                </c:pt>
                <c:pt idx="8238">
                  <c:v>0.0096</c:v>
                </c:pt>
                <c:pt idx="8239">
                  <c:v>0.0096</c:v>
                </c:pt>
                <c:pt idx="8240">
                  <c:v>0.0096</c:v>
                </c:pt>
                <c:pt idx="8241">
                  <c:v>0.0096</c:v>
                </c:pt>
                <c:pt idx="8242">
                  <c:v>0.0096</c:v>
                </c:pt>
                <c:pt idx="8243">
                  <c:v>0.0096</c:v>
                </c:pt>
                <c:pt idx="8244">
                  <c:v>0.0096</c:v>
                </c:pt>
                <c:pt idx="8245">
                  <c:v>0.0096</c:v>
                </c:pt>
                <c:pt idx="8246">
                  <c:v>0.0096</c:v>
                </c:pt>
                <c:pt idx="8247">
                  <c:v>0.0096</c:v>
                </c:pt>
                <c:pt idx="8248">
                  <c:v>0.0096</c:v>
                </c:pt>
                <c:pt idx="8249">
                  <c:v>0.0096</c:v>
                </c:pt>
                <c:pt idx="8250">
                  <c:v>0.0096</c:v>
                </c:pt>
                <c:pt idx="8251">
                  <c:v>0.0096</c:v>
                </c:pt>
                <c:pt idx="8252">
                  <c:v>0.0096</c:v>
                </c:pt>
                <c:pt idx="8253">
                  <c:v>0.0096</c:v>
                </c:pt>
                <c:pt idx="8254">
                  <c:v>0.0096</c:v>
                </c:pt>
                <c:pt idx="8255">
                  <c:v>0.0096</c:v>
                </c:pt>
                <c:pt idx="8256">
                  <c:v>0.0096</c:v>
                </c:pt>
                <c:pt idx="8257">
                  <c:v>0.0096</c:v>
                </c:pt>
                <c:pt idx="8258">
                  <c:v>0.0096</c:v>
                </c:pt>
                <c:pt idx="8259">
                  <c:v>0.0096</c:v>
                </c:pt>
                <c:pt idx="8260">
                  <c:v>0.0096</c:v>
                </c:pt>
                <c:pt idx="8261">
                  <c:v>0.0096</c:v>
                </c:pt>
                <c:pt idx="8262">
                  <c:v>0.0096</c:v>
                </c:pt>
                <c:pt idx="8263">
                  <c:v>0.0096</c:v>
                </c:pt>
                <c:pt idx="8264">
                  <c:v>0.0096</c:v>
                </c:pt>
                <c:pt idx="8265">
                  <c:v>0.0096</c:v>
                </c:pt>
                <c:pt idx="8266">
                  <c:v>0.0096</c:v>
                </c:pt>
                <c:pt idx="8267">
                  <c:v>0.0096</c:v>
                </c:pt>
                <c:pt idx="8268">
                  <c:v>0.0096</c:v>
                </c:pt>
                <c:pt idx="8269">
                  <c:v>0.0096</c:v>
                </c:pt>
                <c:pt idx="8270">
                  <c:v>0.0096</c:v>
                </c:pt>
                <c:pt idx="8271">
                  <c:v>0.0096</c:v>
                </c:pt>
                <c:pt idx="8272">
                  <c:v>0.0096</c:v>
                </c:pt>
                <c:pt idx="8273">
                  <c:v>0.0096</c:v>
                </c:pt>
                <c:pt idx="8274">
                  <c:v>0.0096</c:v>
                </c:pt>
                <c:pt idx="8275">
                  <c:v>0.0096</c:v>
                </c:pt>
                <c:pt idx="8276">
                  <c:v>0.0096</c:v>
                </c:pt>
                <c:pt idx="8277">
                  <c:v>0.0096</c:v>
                </c:pt>
                <c:pt idx="8278">
                  <c:v>0.0096</c:v>
                </c:pt>
                <c:pt idx="8279">
                  <c:v>0.0096</c:v>
                </c:pt>
                <c:pt idx="8280">
                  <c:v>0.0096</c:v>
                </c:pt>
                <c:pt idx="8281">
                  <c:v>0.0096</c:v>
                </c:pt>
                <c:pt idx="8282">
                  <c:v>0.0096</c:v>
                </c:pt>
                <c:pt idx="8283">
                  <c:v>0.0096</c:v>
                </c:pt>
                <c:pt idx="8284">
                  <c:v>0.0096</c:v>
                </c:pt>
                <c:pt idx="8285">
                  <c:v>0.0096</c:v>
                </c:pt>
                <c:pt idx="8286">
                  <c:v>0.0096</c:v>
                </c:pt>
                <c:pt idx="8287">
                  <c:v>0.0096</c:v>
                </c:pt>
                <c:pt idx="8288">
                  <c:v>0.0096</c:v>
                </c:pt>
                <c:pt idx="8289">
                  <c:v>0.0096</c:v>
                </c:pt>
                <c:pt idx="8290">
                  <c:v>0.0096</c:v>
                </c:pt>
                <c:pt idx="8291">
                  <c:v>0.0096</c:v>
                </c:pt>
                <c:pt idx="8292">
                  <c:v>0.0096</c:v>
                </c:pt>
                <c:pt idx="8293">
                  <c:v>0.0096</c:v>
                </c:pt>
                <c:pt idx="8294">
                  <c:v>0.0096</c:v>
                </c:pt>
                <c:pt idx="8295">
                  <c:v>0.0096</c:v>
                </c:pt>
                <c:pt idx="8296">
                  <c:v>0.0096</c:v>
                </c:pt>
                <c:pt idx="8297">
                  <c:v>0.0096</c:v>
                </c:pt>
                <c:pt idx="8298">
                  <c:v>0.0096</c:v>
                </c:pt>
                <c:pt idx="8299">
                  <c:v>0.0096</c:v>
                </c:pt>
                <c:pt idx="8300">
                  <c:v>0.0096</c:v>
                </c:pt>
                <c:pt idx="8301">
                  <c:v>0.0096</c:v>
                </c:pt>
                <c:pt idx="8302">
                  <c:v>0.0096</c:v>
                </c:pt>
                <c:pt idx="8303">
                  <c:v>0.0096</c:v>
                </c:pt>
                <c:pt idx="8304">
                  <c:v>0.0096</c:v>
                </c:pt>
                <c:pt idx="8305">
                  <c:v>0.0096</c:v>
                </c:pt>
                <c:pt idx="8306">
                  <c:v>0.0096</c:v>
                </c:pt>
                <c:pt idx="8307">
                  <c:v>0.0096</c:v>
                </c:pt>
                <c:pt idx="8308">
                  <c:v>0.0096</c:v>
                </c:pt>
                <c:pt idx="8309">
                  <c:v>0.0096</c:v>
                </c:pt>
                <c:pt idx="8310">
                  <c:v>0.0096</c:v>
                </c:pt>
                <c:pt idx="8311">
                  <c:v>0.0096</c:v>
                </c:pt>
                <c:pt idx="8312">
                  <c:v>0.0096</c:v>
                </c:pt>
                <c:pt idx="8313">
                  <c:v>0.0096</c:v>
                </c:pt>
                <c:pt idx="8314">
                  <c:v>0.0096</c:v>
                </c:pt>
                <c:pt idx="8315">
                  <c:v>0.0096</c:v>
                </c:pt>
                <c:pt idx="8316">
                  <c:v>0.0096</c:v>
                </c:pt>
                <c:pt idx="8317">
                  <c:v>0.0096</c:v>
                </c:pt>
                <c:pt idx="8318">
                  <c:v>0.0096</c:v>
                </c:pt>
                <c:pt idx="8319">
                  <c:v>0.0096</c:v>
                </c:pt>
                <c:pt idx="8320">
                  <c:v>0.0096</c:v>
                </c:pt>
                <c:pt idx="8321">
                  <c:v>0.0096</c:v>
                </c:pt>
                <c:pt idx="8322">
                  <c:v>0.0096</c:v>
                </c:pt>
                <c:pt idx="8323">
                  <c:v>0.0096</c:v>
                </c:pt>
                <c:pt idx="8324">
                  <c:v>0.0096</c:v>
                </c:pt>
                <c:pt idx="8325">
                  <c:v>0.0096</c:v>
                </c:pt>
                <c:pt idx="8326">
                  <c:v>0.0096</c:v>
                </c:pt>
                <c:pt idx="8327">
                  <c:v>0.0096</c:v>
                </c:pt>
                <c:pt idx="8328">
                  <c:v>0.0096</c:v>
                </c:pt>
                <c:pt idx="8329">
                  <c:v>0.0096</c:v>
                </c:pt>
                <c:pt idx="8330">
                  <c:v>0.0096</c:v>
                </c:pt>
                <c:pt idx="8331">
                  <c:v>0.0096</c:v>
                </c:pt>
                <c:pt idx="8332">
                  <c:v>0.0096</c:v>
                </c:pt>
                <c:pt idx="8333">
                  <c:v>0.0096</c:v>
                </c:pt>
                <c:pt idx="8334">
                  <c:v>0.0096</c:v>
                </c:pt>
                <c:pt idx="8335">
                  <c:v>0.0096</c:v>
                </c:pt>
                <c:pt idx="8336">
                  <c:v>0.0096</c:v>
                </c:pt>
                <c:pt idx="8337">
                  <c:v>0.0096</c:v>
                </c:pt>
                <c:pt idx="8338">
                  <c:v>0.0096</c:v>
                </c:pt>
                <c:pt idx="8339">
                  <c:v>0.0096</c:v>
                </c:pt>
                <c:pt idx="8340">
                  <c:v>0.0096</c:v>
                </c:pt>
                <c:pt idx="8341">
                  <c:v>0.0096</c:v>
                </c:pt>
                <c:pt idx="8342">
                  <c:v>0.0096</c:v>
                </c:pt>
                <c:pt idx="8343">
                  <c:v>0.0096</c:v>
                </c:pt>
                <c:pt idx="8344">
                  <c:v>0.0096</c:v>
                </c:pt>
                <c:pt idx="8345">
                  <c:v>0.0096</c:v>
                </c:pt>
                <c:pt idx="8346">
                  <c:v>0.0096</c:v>
                </c:pt>
                <c:pt idx="8347">
                  <c:v>0.0096</c:v>
                </c:pt>
                <c:pt idx="8348">
                  <c:v>0.0096</c:v>
                </c:pt>
                <c:pt idx="8349">
                  <c:v>0.0096</c:v>
                </c:pt>
                <c:pt idx="8350">
                  <c:v>0.0096</c:v>
                </c:pt>
                <c:pt idx="8351">
                  <c:v>0.0096</c:v>
                </c:pt>
                <c:pt idx="8352">
                  <c:v>0.0096</c:v>
                </c:pt>
                <c:pt idx="8353">
                  <c:v>0.0096</c:v>
                </c:pt>
                <c:pt idx="8354">
                  <c:v>0.0096</c:v>
                </c:pt>
                <c:pt idx="8355">
                  <c:v>0.0096</c:v>
                </c:pt>
                <c:pt idx="8356">
                  <c:v>0.0096</c:v>
                </c:pt>
                <c:pt idx="8357">
                  <c:v>0.0096</c:v>
                </c:pt>
                <c:pt idx="8358">
                  <c:v>0.0096</c:v>
                </c:pt>
                <c:pt idx="8359">
                  <c:v>0.0096</c:v>
                </c:pt>
                <c:pt idx="8360">
                  <c:v>0.0096</c:v>
                </c:pt>
                <c:pt idx="8361">
                  <c:v>0.0096</c:v>
                </c:pt>
                <c:pt idx="8362">
                  <c:v>0.0096</c:v>
                </c:pt>
                <c:pt idx="8363">
                  <c:v>0.0096</c:v>
                </c:pt>
                <c:pt idx="8364">
                  <c:v>0.0096</c:v>
                </c:pt>
                <c:pt idx="8365">
                  <c:v>0.0096</c:v>
                </c:pt>
                <c:pt idx="8366">
                  <c:v>0.0096</c:v>
                </c:pt>
                <c:pt idx="8367">
                  <c:v>0.0096</c:v>
                </c:pt>
                <c:pt idx="8368">
                  <c:v>0.0096</c:v>
                </c:pt>
                <c:pt idx="8369">
                  <c:v>0.0096</c:v>
                </c:pt>
                <c:pt idx="8370">
                  <c:v>0.0096</c:v>
                </c:pt>
                <c:pt idx="8371">
                  <c:v>0.0096</c:v>
                </c:pt>
                <c:pt idx="8372">
                  <c:v>0.0096</c:v>
                </c:pt>
                <c:pt idx="8373">
                  <c:v>0.0096</c:v>
                </c:pt>
                <c:pt idx="8374">
                  <c:v>0.0096</c:v>
                </c:pt>
                <c:pt idx="8375">
                  <c:v>0.0096</c:v>
                </c:pt>
                <c:pt idx="8376">
                  <c:v>0.0096</c:v>
                </c:pt>
                <c:pt idx="8377">
                  <c:v>0.0096</c:v>
                </c:pt>
                <c:pt idx="8378">
                  <c:v>0.0096</c:v>
                </c:pt>
                <c:pt idx="8379">
                  <c:v>0.0096</c:v>
                </c:pt>
                <c:pt idx="8380">
                  <c:v>0.0096</c:v>
                </c:pt>
                <c:pt idx="8381">
                  <c:v>0.0096</c:v>
                </c:pt>
                <c:pt idx="8382">
                  <c:v>0.0096</c:v>
                </c:pt>
                <c:pt idx="8383">
                  <c:v>0.0096</c:v>
                </c:pt>
                <c:pt idx="8384">
                  <c:v>0.0096</c:v>
                </c:pt>
                <c:pt idx="8385">
                  <c:v>0.0096</c:v>
                </c:pt>
                <c:pt idx="8386">
                  <c:v>0.0096</c:v>
                </c:pt>
                <c:pt idx="8387">
                  <c:v>0.0096</c:v>
                </c:pt>
                <c:pt idx="8388">
                  <c:v>0.0096</c:v>
                </c:pt>
                <c:pt idx="8389">
                  <c:v>0.0096</c:v>
                </c:pt>
                <c:pt idx="8390">
                  <c:v>0.0096</c:v>
                </c:pt>
                <c:pt idx="8391">
                  <c:v>0.0096</c:v>
                </c:pt>
                <c:pt idx="8392">
                  <c:v>0.0096</c:v>
                </c:pt>
                <c:pt idx="8393">
                  <c:v>0.0096</c:v>
                </c:pt>
                <c:pt idx="8394">
                  <c:v>0.0096</c:v>
                </c:pt>
                <c:pt idx="8395">
                  <c:v>0.0096</c:v>
                </c:pt>
                <c:pt idx="8396">
                  <c:v>0.0096</c:v>
                </c:pt>
                <c:pt idx="8397">
                  <c:v>0.0096</c:v>
                </c:pt>
                <c:pt idx="8398">
                  <c:v>0.0096</c:v>
                </c:pt>
                <c:pt idx="8399">
                  <c:v>0.0096</c:v>
                </c:pt>
                <c:pt idx="8400">
                  <c:v>0.0096</c:v>
                </c:pt>
                <c:pt idx="8401">
                  <c:v>0.0096</c:v>
                </c:pt>
                <c:pt idx="8402">
                  <c:v>0.0096</c:v>
                </c:pt>
                <c:pt idx="8403">
                  <c:v>0.0096</c:v>
                </c:pt>
                <c:pt idx="8404">
                  <c:v>0.0096</c:v>
                </c:pt>
                <c:pt idx="8405">
                  <c:v>0.0096</c:v>
                </c:pt>
                <c:pt idx="8406">
                  <c:v>0.0096</c:v>
                </c:pt>
                <c:pt idx="8407">
                  <c:v>0.0096</c:v>
                </c:pt>
                <c:pt idx="8408">
                  <c:v>0.0096</c:v>
                </c:pt>
                <c:pt idx="8409">
                  <c:v>0.0096</c:v>
                </c:pt>
                <c:pt idx="8410">
                  <c:v>0.0096</c:v>
                </c:pt>
                <c:pt idx="8411">
                  <c:v>0.0096</c:v>
                </c:pt>
                <c:pt idx="8412">
                  <c:v>0.0096</c:v>
                </c:pt>
                <c:pt idx="8413">
                  <c:v>0.0096</c:v>
                </c:pt>
                <c:pt idx="8414">
                  <c:v>0.0096</c:v>
                </c:pt>
                <c:pt idx="8415">
                  <c:v>0.0096</c:v>
                </c:pt>
                <c:pt idx="8416">
                  <c:v>0.0096</c:v>
                </c:pt>
                <c:pt idx="8417">
                  <c:v>0.0096</c:v>
                </c:pt>
                <c:pt idx="8418">
                  <c:v>0.0096</c:v>
                </c:pt>
                <c:pt idx="8419">
                  <c:v>0.0096</c:v>
                </c:pt>
                <c:pt idx="8420">
                  <c:v>0.0096</c:v>
                </c:pt>
                <c:pt idx="8421">
                  <c:v>0.0096</c:v>
                </c:pt>
                <c:pt idx="8422">
                  <c:v>0.0096</c:v>
                </c:pt>
                <c:pt idx="8423">
                  <c:v>0.0096</c:v>
                </c:pt>
                <c:pt idx="8424">
                  <c:v>0.0096</c:v>
                </c:pt>
                <c:pt idx="8425">
                  <c:v>0.0096</c:v>
                </c:pt>
                <c:pt idx="8426">
                  <c:v>0.0096</c:v>
                </c:pt>
                <c:pt idx="8427">
                  <c:v>0.0096</c:v>
                </c:pt>
                <c:pt idx="8428">
                  <c:v>0.0096</c:v>
                </c:pt>
                <c:pt idx="8429">
                  <c:v>0.0096</c:v>
                </c:pt>
                <c:pt idx="8430">
                  <c:v>0.0096</c:v>
                </c:pt>
                <c:pt idx="8431">
                  <c:v>0.0096</c:v>
                </c:pt>
                <c:pt idx="8432">
                  <c:v>0.0096</c:v>
                </c:pt>
                <c:pt idx="8433">
                  <c:v>0.0096</c:v>
                </c:pt>
                <c:pt idx="8434">
                  <c:v>0.0096</c:v>
                </c:pt>
                <c:pt idx="8435">
                  <c:v>0.0096</c:v>
                </c:pt>
                <c:pt idx="8436">
                  <c:v>0.0096</c:v>
                </c:pt>
                <c:pt idx="8437">
                  <c:v>0.0096</c:v>
                </c:pt>
                <c:pt idx="8438">
                  <c:v>0.0096</c:v>
                </c:pt>
                <c:pt idx="8439">
                  <c:v>0.0096</c:v>
                </c:pt>
                <c:pt idx="8440">
                  <c:v>0.0096</c:v>
                </c:pt>
                <c:pt idx="8441">
                  <c:v>0.0096</c:v>
                </c:pt>
                <c:pt idx="8442">
                  <c:v>0.0096</c:v>
                </c:pt>
                <c:pt idx="8443">
                  <c:v>0.0096</c:v>
                </c:pt>
                <c:pt idx="8444">
                  <c:v>0.0096</c:v>
                </c:pt>
                <c:pt idx="8445">
                  <c:v>0.0096</c:v>
                </c:pt>
                <c:pt idx="8446">
                  <c:v>0.0096</c:v>
                </c:pt>
                <c:pt idx="8447">
                  <c:v>0.0096</c:v>
                </c:pt>
                <c:pt idx="8448">
                  <c:v>0.0096</c:v>
                </c:pt>
                <c:pt idx="8449">
                  <c:v>0.0096</c:v>
                </c:pt>
                <c:pt idx="8450">
                  <c:v>0.0096</c:v>
                </c:pt>
                <c:pt idx="8451">
                  <c:v>0.0096</c:v>
                </c:pt>
                <c:pt idx="8452">
                  <c:v>0.0096</c:v>
                </c:pt>
                <c:pt idx="8453">
                  <c:v>0.0096</c:v>
                </c:pt>
                <c:pt idx="8454">
                  <c:v>0.0096</c:v>
                </c:pt>
                <c:pt idx="8455">
                  <c:v>0.0096</c:v>
                </c:pt>
                <c:pt idx="8456">
                  <c:v>0.0096</c:v>
                </c:pt>
                <c:pt idx="8457">
                  <c:v>0.0096</c:v>
                </c:pt>
                <c:pt idx="8458">
                  <c:v>0.0096</c:v>
                </c:pt>
                <c:pt idx="8459">
                  <c:v>0.0096</c:v>
                </c:pt>
                <c:pt idx="8460">
                  <c:v>0.0096</c:v>
                </c:pt>
                <c:pt idx="8461">
                  <c:v>0.0096</c:v>
                </c:pt>
                <c:pt idx="8462">
                  <c:v>0.0096</c:v>
                </c:pt>
                <c:pt idx="8463">
                  <c:v>0.0096</c:v>
                </c:pt>
                <c:pt idx="8464">
                  <c:v>0.0096</c:v>
                </c:pt>
                <c:pt idx="8465">
                  <c:v>0.0096</c:v>
                </c:pt>
                <c:pt idx="8466">
                  <c:v>0.0096</c:v>
                </c:pt>
                <c:pt idx="8467">
                  <c:v>0.0096</c:v>
                </c:pt>
                <c:pt idx="8468">
                  <c:v>0.0096</c:v>
                </c:pt>
                <c:pt idx="8469">
                  <c:v>0.0096</c:v>
                </c:pt>
                <c:pt idx="8470">
                  <c:v>0.0096</c:v>
                </c:pt>
                <c:pt idx="8471">
                  <c:v>0.0096</c:v>
                </c:pt>
                <c:pt idx="8472">
                  <c:v>0.0096</c:v>
                </c:pt>
                <c:pt idx="8473">
                  <c:v>0.0096</c:v>
                </c:pt>
                <c:pt idx="8474">
                  <c:v>0.0096</c:v>
                </c:pt>
                <c:pt idx="8475">
                  <c:v>0.0096</c:v>
                </c:pt>
                <c:pt idx="8476">
                  <c:v>0.0096</c:v>
                </c:pt>
                <c:pt idx="8477">
                  <c:v>0.0096</c:v>
                </c:pt>
                <c:pt idx="8478">
                  <c:v>0.0096</c:v>
                </c:pt>
                <c:pt idx="8479">
                  <c:v>0.0096</c:v>
                </c:pt>
                <c:pt idx="8480">
                  <c:v>0.0096</c:v>
                </c:pt>
                <c:pt idx="8481">
                  <c:v>0.0096</c:v>
                </c:pt>
                <c:pt idx="8482">
                  <c:v>0.0096</c:v>
                </c:pt>
                <c:pt idx="8483">
                  <c:v>0.0096</c:v>
                </c:pt>
                <c:pt idx="8484">
                  <c:v>0.0096</c:v>
                </c:pt>
                <c:pt idx="8485">
                  <c:v>0.0096</c:v>
                </c:pt>
                <c:pt idx="8486">
                  <c:v>0.0096</c:v>
                </c:pt>
                <c:pt idx="8487">
                  <c:v>0.0096</c:v>
                </c:pt>
                <c:pt idx="8488">
                  <c:v>0.0096</c:v>
                </c:pt>
                <c:pt idx="8489">
                  <c:v>0.0096</c:v>
                </c:pt>
                <c:pt idx="8490">
                  <c:v>0.0096</c:v>
                </c:pt>
                <c:pt idx="8491">
                  <c:v>0.0096</c:v>
                </c:pt>
                <c:pt idx="8492">
                  <c:v>0.0096</c:v>
                </c:pt>
                <c:pt idx="8493">
                  <c:v>0.0096</c:v>
                </c:pt>
                <c:pt idx="8494">
                  <c:v>0.0096</c:v>
                </c:pt>
                <c:pt idx="8495">
                  <c:v>0.0096</c:v>
                </c:pt>
                <c:pt idx="8496">
                  <c:v>0.0096</c:v>
                </c:pt>
                <c:pt idx="8497">
                  <c:v>0.0096</c:v>
                </c:pt>
                <c:pt idx="8498">
                  <c:v>0.0096</c:v>
                </c:pt>
                <c:pt idx="8499">
                  <c:v>0.0096</c:v>
                </c:pt>
                <c:pt idx="8500">
                  <c:v>0.0096</c:v>
                </c:pt>
                <c:pt idx="8501">
                  <c:v>0.0096</c:v>
                </c:pt>
                <c:pt idx="8502">
                  <c:v>0.0096</c:v>
                </c:pt>
                <c:pt idx="8503">
                  <c:v>0.0096</c:v>
                </c:pt>
                <c:pt idx="8504">
                  <c:v>0.0096</c:v>
                </c:pt>
                <c:pt idx="8505">
                  <c:v>0.0096</c:v>
                </c:pt>
                <c:pt idx="8506">
                  <c:v>0.0096</c:v>
                </c:pt>
                <c:pt idx="8507">
                  <c:v>0.0096</c:v>
                </c:pt>
                <c:pt idx="8508">
                  <c:v>0.0096</c:v>
                </c:pt>
                <c:pt idx="8509">
                  <c:v>0.0096</c:v>
                </c:pt>
                <c:pt idx="8510">
                  <c:v>0.0096</c:v>
                </c:pt>
                <c:pt idx="8511">
                  <c:v>0.0096</c:v>
                </c:pt>
                <c:pt idx="8512">
                  <c:v>0.0096</c:v>
                </c:pt>
                <c:pt idx="8513">
                  <c:v>0.0096</c:v>
                </c:pt>
                <c:pt idx="8514">
                  <c:v>0.0096</c:v>
                </c:pt>
                <c:pt idx="8515">
                  <c:v>0.0096</c:v>
                </c:pt>
                <c:pt idx="8516">
                  <c:v>0.0096</c:v>
                </c:pt>
                <c:pt idx="8517">
                  <c:v>0.0096</c:v>
                </c:pt>
                <c:pt idx="8518">
                  <c:v>0.0096</c:v>
                </c:pt>
                <c:pt idx="8519">
                  <c:v>0.0096</c:v>
                </c:pt>
                <c:pt idx="8520">
                  <c:v>0.0096</c:v>
                </c:pt>
                <c:pt idx="8521">
                  <c:v>0.0096</c:v>
                </c:pt>
                <c:pt idx="8522">
                  <c:v>0.0096</c:v>
                </c:pt>
                <c:pt idx="8523">
                  <c:v>0.0096</c:v>
                </c:pt>
                <c:pt idx="8524">
                  <c:v>0.0096</c:v>
                </c:pt>
                <c:pt idx="8525">
                  <c:v>0.0096</c:v>
                </c:pt>
                <c:pt idx="8526">
                  <c:v>0.0096</c:v>
                </c:pt>
                <c:pt idx="8527">
                  <c:v>0.0096</c:v>
                </c:pt>
                <c:pt idx="8528">
                  <c:v>0.0096</c:v>
                </c:pt>
                <c:pt idx="8529">
                  <c:v>0.0096</c:v>
                </c:pt>
                <c:pt idx="8530">
                  <c:v>0.0096</c:v>
                </c:pt>
                <c:pt idx="8531">
                  <c:v>0.0096</c:v>
                </c:pt>
                <c:pt idx="8532">
                  <c:v>0.0096</c:v>
                </c:pt>
                <c:pt idx="8533">
                  <c:v>0.0096</c:v>
                </c:pt>
                <c:pt idx="8534">
                  <c:v>0.0096</c:v>
                </c:pt>
                <c:pt idx="8535">
                  <c:v>0.0096</c:v>
                </c:pt>
                <c:pt idx="8536">
                  <c:v>0.0096</c:v>
                </c:pt>
                <c:pt idx="8537">
                  <c:v>0.0096</c:v>
                </c:pt>
                <c:pt idx="8538">
                  <c:v>0.0096</c:v>
                </c:pt>
                <c:pt idx="8539">
                  <c:v>0.0096</c:v>
                </c:pt>
                <c:pt idx="8540">
                  <c:v>0.0096</c:v>
                </c:pt>
                <c:pt idx="8541">
                  <c:v>0.0096</c:v>
                </c:pt>
                <c:pt idx="8542">
                  <c:v>0.0096</c:v>
                </c:pt>
                <c:pt idx="8543">
                  <c:v>0.0096</c:v>
                </c:pt>
                <c:pt idx="8544">
                  <c:v>0.0096</c:v>
                </c:pt>
                <c:pt idx="8545">
                  <c:v>0.0096</c:v>
                </c:pt>
                <c:pt idx="8546">
                  <c:v>0.0096</c:v>
                </c:pt>
                <c:pt idx="8547">
                  <c:v>0.0096</c:v>
                </c:pt>
                <c:pt idx="8548">
                  <c:v>0.0096</c:v>
                </c:pt>
                <c:pt idx="8549">
                  <c:v>0.0096</c:v>
                </c:pt>
                <c:pt idx="8550">
                  <c:v>0.0096</c:v>
                </c:pt>
                <c:pt idx="8551">
                  <c:v>0.0096</c:v>
                </c:pt>
                <c:pt idx="8552">
                  <c:v>0.0096</c:v>
                </c:pt>
                <c:pt idx="8553">
                  <c:v>0.0096</c:v>
                </c:pt>
                <c:pt idx="8554">
                  <c:v>0.0096</c:v>
                </c:pt>
                <c:pt idx="8555">
                  <c:v>0.0096</c:v>
                </c:pt>
                <c:pt idx="8556">
                  <c:v>0.0096</c:v>
                </c:pt>
                <c:pt idx="8557">
                  <c:v>0.0096</c:v>
                </c:pt>
                <c:pt idx="8558">
                  <c:v>0.0096</c:v>
                </c:pt>
                <c:pt idx="8559">
                  <c:v>0.0096</c:v>
                </c:pt>
                <c:pt idx="8560">
                  <c:v>0.0096</c:v>
                </c:pt>
                <c:pt idx="8561">
                  <c:v>0.0096</c:v>
                </c:pt>
                <c:pt idx="8562">
                  <c:v>0.0096</c:v>
                </c:pt>
                <c:pt idx="8563">
                  <c:v>0.0096</c:v>
                </c:pt>
                <c:pt idx="8564">
                  <c:v>0.0096</c:v>
                </c:pt>
                <c:pt idx="8565">
                  <c:v>0.0096</c:v>
                </c:pt>
                <c:pt idx="8566">
                  <c:v>0.0096</c:v>
                </c:pt>
                <c:pt idx="8567">
                  <c:v>0.0096</c:v>
                </c:pt>
                <c:pt idx="8568">
                  <c:v>0.0096</c:v>
                </c:pt>
                <c:pt idx="8569">
                  <c:v>0.0096</c:v>
                </c:pt>
                <c:pt idx="8570">
                  <c:v>0.0096</c:v>
                </c:pt>
                <c:pt idx="8571">
                  <c:v>0.0096</c:v>
                </c:pt>
                <c:pt idx="8572">
                  <c:v>0.0096</c:v>
                </c:pt>
                <c:pt idx="8573">
                  <c:v>0.0096</c:v>
                </c:pt>
                <c:pt idx="8574">
                  <c:v>0.0096</c:v>
                </c:pt>
                <c:pt idx="8575">
                  <c:v>0.0096</c:v>
                </c:pt>
                <c:pt idx="8576">
                  <c:v>0.0096</c:v>
                </c:pt>
                <c:pt idx="8577">
                  <c:v>0.0096</c:v>
                </c:pt>
                <c:pt idx="8578">
                  <c:v>0.0096</c:v>
                </c:pt>
                <c:pt idx="8579">
                  <c:v>0.0096</c:v>
                </c:pt>
                <c:pt idx="8580">
                  <c:v>0.0096</c:v>
                </c:pt>
                <c:pt idx="8581">
                  <c:v>0.0096</c:v>
                </c:pt>
                <c:pt idx="8582">
                  <c:v>0.0096</c:v>
                </c:pt>
                <c:pt idx="8583">
                  <c:v>0.0096</c:v>
                </c:pt>
                <c:pt idx="8584">
                  <c:v>0.0096</c:v>
                </c:pt>
                <c:pt idx="8585">
                  <c:v>0.0096</c:v>
                </c:pt>
                <c:pt idx="8586">
                  <c:v>0.0096</c:v>
                </c:pt>
                <c:pt idx="8587">
                  <c:v>0.0096</c:v>
                </c:pt>
                <c:pt idx="8588">
                  <c:v>0.0096</c:v>
                </c:pt>
                <c:pt idx="8589">
                  <c:v>0.0096</c:v>
                </c:pt>
                <c:pt idx="8590">
                  <c:v>0.0096</c:v>
                </c:pt>
                <c:pt idx="8591">
                  <c:v>0.0096</c:v>
                </c:pt>
                <c:pt idx="8592">
                  <c:v>0.0096</c:v>
                </c:pt>
                <c:pt idx="8593">
                  <c:v>0.0096</c:v>
                </c:pt>
                <c:pt idx="8594">
                  <c:v>0.0096</c:v>
                </c:pt>
                <c:pt idx="8595">
                  <c:v>0.0096</c:v>
                </c:pt>
                <c:pt idx="8596">
                  <c:v>0.0096</c:v>
                </c:pt>
                <c:pt idx="8597">
                  <c:v>0.0096</c:v>
                </c:pt>
                <c:pt idx="8598">
                  <c:v>0.0096</c:v>
                </c:pt>
                <c:pt idx="8599">
                  <c:v>0.0096</c:v>
                </c:pt>
                <c:pt idx="8600">
                  <c:v>0.0096</c:v>
                </c:pt>
                <c:pt idx="8601">
                  <c:v>0.0096</c:v>
                </c:pt>
                <c:pt idx="8602">
                  <c:v>0.0096</c:v>
                </c:pt>
                <c:pt idx="8603">
                  <c:v>0.0096</c:v>
                </c:pt>
                <c:pt idx="8604">
                  <c:v>0.0096</c:v>
                </c:pt>
                <c:pt idx="8605">
                  <c:v>0.0096</c:v>
                </c:pt>
                <c:pt idx="8606">
                  <c:v>0.0096</c:v>
                </c:pt>
                <c:pt idx="8607">
                  <c:v>0.0096</c:v>
                </c:pt>
                <c:pt idx="8608">
                  <c:v>0.0096</c:v>
                </c:pt>
                <c:pt idx="8609">
                  <c:v>0.0096</c:v>
                </c:pt>
                <c:pt idx="8610">
                  <c:v>0.0096</c:v>
                </c:pt>
                <c:pt idx="8611">
                  <c:v>0.0096</c:v>
                </c:pt>
                <c:pt idx="8612">
                  <c:v>0.0096</c:v>
                </c:pt>
                <c:pt idx="8613">
                  <c:v>0.0096</c:v>
                </c:pt>
                <c:pt idx="8614">
                  <c:v>0.0096</c:v>
                </c:pt>
                <c:pt idx="8615">
                  <c:v>0.0096</c:v>
                </c:pt>
                <c:pt idx="8616">
                  <c:v>0.0096</c:v>
                </c:pt>
                <c:pt idx="8617">
                  <c:v>0.0096</c:v>
                </c:pt>
                <c:pt idx="8618">
                  <c:v>0.0096</c:v>
                </c:pt>
                <c:pt idx="8619">
                  <c:v>0.0096</c:v>
                </c:pt>
                <c:pt idx="8620">
                  <c:v>0.0096</c:v>
                </c:pt>
                <c:pt idx="8621">
                  <c:v>0.0096</c:v>
                </c:pt>
                <c:pt idx="8622">
                  <c:v>0.0096</c:v>
                </c:pt>
                <c:pt idx="8623">
                  <c:v>0.0096</c:v>
                </c:pt>
                <c:pt idx="8624">
                  <c:v>0.0096</c:v>
                </c:pt>
                <c:pt idx="8625">
                  <c:v>0.0096</c:v>
                </c:pt>
                <c:pt idx="8626">
                  <c:v>0.0096</c:v>
                </c:pt>
                <c:pt idx="8627">
                  <c:v>0.0096</c:v>
                </c:pt>
                <c:pt idx="8628">
                  <c:v>0.0096</c:v>
                </c:pt>
                <c:pt idx="8629">
                  <c:v>0.0096</c:v>
                </c:pt>
                <c:pt idx="8630">
                  <c:v>0.0096</c:v>
                </c:pt>
                <c:pt idx="8631">
                  <c:v>0.0096</c:v>
                </c:pt>
                <c:pt idx="8632">
                  <c:v>0.0096</c:v>
                </c:pt>
                <c:pt idx="8633">
                  <c:v>0.0096</c:v>
                </c:pt>
                <c:pt idx="8634">
                  <c:v>0.0096</c:v>
                </c:pt>
                <c:pt idx="8635">
                  <c:v>0.0096</c:v>
                </c:pt>
                <c:pt idx="8636">
                  <c:v>0.0096</c:v>
                </c:pt>
                <c:pt idx="8637">
                  <c:v>0.0096</c:v>
                </c:pt>
                <c:pt idx="8638">
                  <c:v>0.0096</c:v>
                </c:pt>
                <c:pt idx="8639">
                  <c:v>0.0096</c:v>
                </c:pt>
                <c:pt idx="8640">
                  <c:v>0.0096</c:v>
                </c:pt>
                <c:pt idx="8641">
                  <c:v>0.0096</c:v>
                </c:pt>
                <c:pt idx="8642">
                  <c:v>0.0096</c:v>
                </c:pt>
                <c:pt idx="8643">
                  <c:v>0.0096</c:v>
                </c:pt>
                <c:pt idx="8644">
                  <c:v>0.0096</c:v>
                </c:pt>
                <c:pt idx="8645">
                  <c:v>0.0096</c:v>
                </c:pt>
                <c:pt idx="8646">
                  <c:v>0.0096</c:v>
                </c:pt>
                <c:pt idx="8647">
                  <c:v>0.0096</c:v>
                </c:pt>
                <c:pt idx="8648">
                  <c:v>0.0096</c:v>
                </c:pt>
                <c:pt idx="8649">
                  <c:v>0.0096</c:v>
                </c:pt>
                <c:pt idx="8650">
                  <c:v>0.0096</c:v>
                </c:pt>
                <c:pt idx="8651">
                  <c:v>0.0096</c:v>
                </c:pt>
                <c:pt idx="8652">
                  <c:v>0.0096</c:v>
                </c:pt>
                <c:pt idx="8653">
                  <c:v>0.0096</c:v>
                </c:pt>
                <c:pt idx="8654">
                  <c:v>0.0096</c:v>
                </c:pt>
                <c:pt idx="8655">
                  <c:v>0.0096</c:v>
                </c:pt>
                <c:pt idx="8656">
                  <c:v>0.0096</c:v>
                </c:pt>
                <c:pt idx="8657">
                  <c:v>0.0096</c:v>
                </c:pt>
                <c:pt idx="8658">
                  <c:v>0.0096</c:v>
                </c:pt>
                <c:pt idx="8659">
                  <c:v>0.0096</c:v>
                </c:pt>
                <c:pt idx="8660">
                  <c:v>0.0096</c:v>
                </c:pt>
                <c:pt idx="8661">
                  <c:v>0.0096</c:v>
                </c:pt>
                <c:pt idx="8662">
                  <c:v>0.0096</c:v>
                </c:pt>
                <c:pt idx="8663">
                  <c:v>0.0096</c:v>
                </c:pt>
                <c:pt idx="8664">
                  <c:v>0.0096</c:v>
                </c:pt>
                <c:pt idx="8665">
                  <c:v>0.0096</c:v>
                </c:pt>
                <c:pt idx="8666">
                  <c:v>0.0096</c:v>
                </c:pt>
                <c:pt idx="8667">
                  <c:v>0.0096</c:v>
                </c:pt>
                <c:pt idx="8668">
                  <c:v>0.0096</c:v>
                </c:pt>
                <c:pt idx="8669">
                  <c:v>0.0096</c:v>
                </c:pt>
                <c:pt idx="8670">
                  <c:v>0.0096</c:v>
                </c:pt>
                <c:pt idx="8671">
                  <c:v>0.0096</c:v>
                </c:pt>
                <c:pt idx="8672">
                  <c:v>0.0096</c:v>
                </c:pt>
                <c:pt idx="8673">
                  <c:v>0.0096</c:v>
                </c:pt>
                <c:pt idx="8674">
                  <c:v>0.0096</c:v>
                </c:pt>
                <c:pt idx="8675">
                  <c:v>0.0096</c:v>
                </c:pt>
                <c:pt idx="8676">
                  <c:v>0.0096</c:v>
                </c:pt>
                <c:pt idx="8677">
                  <c:v>0.0096</c:v>
                </c:pt>
                <c:pt idx="8678">
                  <c:v>0.0096</c:v>
                </c:pt>
                <c:pt idx="8679">
                  <c:v>0.0096</c:v>
                </c:pt>
                <c:pt idx="8680">
                  <c:v>0.0096</c:v>
                </c:pt>
                <c:pt idx="8681">
                  <c:v>0.0096</c:v>
                </c:pt>
                <c:pt idx="8682">
                  <c:v>0.0096</c:v>
                </c:pt>
                <c:pt idx="8683">
                  <c:v>0.0096</c:v>
                </c:pt>
                <c:pt idx="8684">
                  <c:v>0.0096</c:v>
                </c:pt>
                <c:pt idx="8685">
                  <c:v>0.0096</c:v>
                </c:pt>
                <c:pt idx="8686">
                  <c:v>0.0096</c:v>
                </c:pt>
                <c:pt idx="8687">
                  <c:v>0.0096</c:v>
                </c:pt>
                <c:pt idx="8688">
                  <c:v>0.0096</c:v>
                </c:pt>
                <c:pt idx="8689">
                  <c:v>0.0096</c:v>
                </c:pt>
                <c:pt idx="8690">
                  <c:v>0.0096</c:v>
                </c:pt>
                <c:pt idx="8691">
                  <c:v>0.0096</c:v>
                </c:pt>
                <c:pt idx="8692">
                  <c:v>0.0096</c:v>
                </c:pt>
                <c:pt idx="8693">
                  <c:v>0.0096</c:v>
                </c:pt>
                <c:pt idx="8694">
                  <c:v>0.0096</c:v>
                </c:pt>
                <c:pt idx="8695">
                  <c:v>0.0096</c:v>
                </c:pt>
                <c:pt idx="8696">
                  <c:v>0.0096</c:v>
                </c:pt>
                <c:pt idx="8697">
                  <c:v>0.0096</c:v>
                </c:pt>
                <c:pt idx="8698">
                  <c:v>0.0096</c:v>
                </c:pt>
                <c:pt idx="8699">
                  <c:v>0.0096</c:v>
                </c:pt>
                <c:pt idx="8700">
                  <c:v>0.0096</c:v>
                </c:pt>
                <c:pt idx="8701">
                  <c:v>0.0096</c:v>
                </c:pt>
                <c:pt idx="8702">
                  <c:v>0.0096</c:v>
                </c:pt>
                <c:pt idx="8703">
                  <c:v>0.0096</c:v>
                </c:pt>
                <c:pt idx="8704">
                  <c:v>0.0096</c:v>
                </c:pt>
                <c:pt idx="8705">
                  <c:v>0.0096</c:v>
                </c:pt>
                <c:pt idx="8706">
                  <c:v>0.0096</c:v>
                </c:pt>
                <c:pt idx="8707">
                  <c:v>0.0096</c:v>
                </c:pt>
                <c:pt idx="8708">
                  <c:v>0.0096</c:v>
                </c:pt>
                <c:pt idx="8709">
                  <c:v>0.0096</c:v>
                </c:pt>
                <c:pt idx="8710">
                  <c:v>0.0096</c:v>
                </c:pt>
                <c:pt idx="8711">
                  <c:v>0.0096</c:v>
                </c:pt>
                <c:pt idx="8712">
                  <c:v>0.0096</c:v>
                </c:pt>
                <c:pt idx="8713">
                  <c:v>0.0096</c:v>
                </c:pt>
                <c:pt idx="8714">
                  <c:v>0.0096</c:v>
                </c:pt>
                <c:pt idx="8715">
                  <c:v>0.0096</c:v>
                </c:pt>
                <c:pt idx="8716">
                  <c:v>0.0096</c:v>
                </c:pt>
                <c:pt idx="8717">
                  <c:v>0.0096</c:v>
                </c:pt>
                <c:pt idx="8718">
                  <c:v>0.0096</c:v>
                </c:pt>
                <c:pt idx="8719">
                  <c:v>0.0096</c:v>
                </c:pt>
                <c:pt idx="8720">
                  <c:v>0.0096</c:v>
                </c:pt>
                <c:pt idx="8721">
                  <c:v>0.0096</c:v>
                </c:pt>
                <c:pt idx="8722">
                  <c:v>0.0096</c:v>
                </c:pt>
                <c:pt idx="8723">
                  <c:v>0.0096</c:v>
                </c:pt>
                <c:pt idx="8724">
                  <c:v>0.0096</c:v>
                </c:pt>
                <c:pt idx="8725">
                  <c:v>0.0096</c:v>
                </c:pt>
                <c:pt idx="8726">
                  <c:v>0.0096</c:v>
                </c:pt>
                <c:pt idx="8727">
                  <c:v>0.0096</c:v>
                </c:pt>
                <c:pt idx="8728">
                  <c:v>0.0096</c:v>
                </c:pt>
                <c:pt idx="8729">
                  <c:v>0.0096</c:v>
                </c:pt>
                <c:pt idx="8730">
                  <c:v>0.0096</c:v>
                </c:pt>
                <c:pt idx="8731">
                  <c:v>0.0096</c:v>
                </c:pt>
                <c:pt idx="8732">
                  <c:v>0.0096</c:v>
                </c:pt>
                <c:pt idx="8733">
                  <c:v>0.0096</c:v>
                </c:pt>
                <c:pt idx="8734">
                  <c:v>0.0096</c:v>
                </c:pt>
                <c:pt idx="8735">
                  <c:v>0.0096</c:v>
                </c:pt>
                <c:pt idx="8736">
                  <c:v>0.0096</c:v>
                </c:pt>
                <c:pt idx="8737">
                  <c:v>0.0096</c:v>
                </c:pt>
                <c:pt idx="8738">
                  <c:v>0.0096</c:v>
                </c:pt>
                <c:pt idx="8739">
                  <c:v>0.0096</c:v>
                </c:pt>
                <c:pt idx="8740">
                  <c:v>0.0096</c:v>
                </c:pt>
                <c:pt idx="8741">
                  <c:v>0.0096</c:v>
                </c:pt>
                <c:pt idx="8742">
                  <c:v>0.0096</c:v>
                </c:pt>
                <c:pt idx="8743">
                  <c:v>0.0096</c:v>
                </c:pt>
                <c:pt idx="8744">
                  <c:v>0.0096</c:v>
                </c:pt>
                <c:pt idx="8745">
                  <c:v>0.0096</c:v>
                </c:pt>
                <c:pt idx="8746">
                  <c:v>0.0096</c:v>
                </c:pt>
                <c:pt idx="8747">
                  <c:v>0.0096</c:v>
                </c:pt>
                <c:pt idx="8748">
                  <c:v>0.0096</c:v>
                </c:pt>
                <c:pt idx="8749">
                  <c:v>0.0096</c:v>
                </c:pt>
                <c:pt idx="8750">
                  <c:v>0.0096</c:v>
                </c:pt>
                <c:pt idx="8751">
                  <c:v>0.0096</c:v>
                </c:pt>
                <c:pt idx="8752">
                  <c:v>0.0096</c:v>
                </c:pt>
                <c:pt idx="8753">
                  <c:v>0.0096</c:v>
                </c:pt>
                <c:pt idx="8754">
                  <c:v>0.0096</c:v>
                </c:pt>
                <c:pt idx="8755">
                  <c:v>0.0096</c:v>
                </c:pt>
                <c:pt idx="8756">
                  <c:v>0.0096</c:v>
                </c:pt>
                <c:pt idx="8757">
                  <c:v>0.0096</c:v>
                </c:pt>
                <c:pt idx="8758">
                  <c:v>0.0096</c:v>
                </c:pt>
                <c:pt idx="8759">
                  <c:v>0.0096</c:v>
                </c:pt>
                <c:pt idx="8760">
                  <c:v>0.0096</c:v>
                </c:pt>
                <c:pt idx="8761">
                  <c:v>0.0096</c:v>
                </c:pt>
                <c:pt idx="8762">
                  <c:v>0.0096</c:v>
                </c:pt>
                <c:pt idx="8763">
                  <c:v>0.0096</c:v>
                </c:pt>
                <c:pt idx="8764">
                  <c:v>0.0096</c:v>
                </c:pt>
                <c:pt idx="8765">
                  <c:v>0.0096</c:v>
                </c:pt>
                <c:pt idx="8766">
                  <c:v>0.0096</c:v>
                </c:pt>
                <c:pt idx="8767">
                  <c:v>0.0096</c:v>
                </c:pt>
                <c:pt idx="8768">
                  <c:v>0.0096</c:v>
                </c:pt>
                <c:pt idx="8769">
                  <c:v>0.0096</c:v>
                </c:pt>
                <c:pt idx="8770">
                  <c:v>0.0096</c:v>
                </c:pt>
                <c:pt idx="8771">
                  <c:v>0.0096</c:v>
                </c:pt>
                <c:pt idx="8772">
                  <c:v>0.0096</c:v>
                </c:pt>
                <c:pt idx="8773">
                  <c:v>0.0096</c:v>
                </c:pt>
                <c:pt idx="8774">
                  <c:v>0.0096</c:v>
                </c:pt>
                <c:pt idx="8775">
                  <c:v>0.0096</c:v>
                </c:pt>
                <c:pt idx="8776">
                  <c:v>0.0096</c:v>
                </c:pt>
                <c:pt idx="8777">
                  <c:v>0.0096</c:v>
                </c:pt>
                <c:pt idx="8778">
                  <c:v>0.0096</c:v>
                </c:pt>
                <c:pt idx="8779">
                  <c:v>0.0096</c:v>
                </c:pt>
                <c:pt idx="8780">
                  <c:v>0.0096</c:v>
                </c:pt>
                <c:pt idx="8781">
                  <c:v>0.0096</c:v>
                </c:pt>
                <c:pt idx="8782">
                  <c:v>0.0096</c:v>
                </c:pt>
                <c:pt idx="8783">
                  <c:v>0.0096</c:v>
                </c:pt>
                <c:pt idx="8784">
                  <c:v>0.0096</c:v>
                </c:pt>
                <c:pt idx="8785">
                  <c:v>0.0096</c:v>
                </c:pt>
                <c:pt idx="8786">
                  <c:v>0.0096</c:v>
                </c:pt>
                <c:pt idx="8787">
                  <c:v>0.0096</c:v>
                </c:pt>
                <c:pt idx="8788">
                  <c:v>0.0096</c:v>
                </c:pt>
                <c:pt idx="8789">
                  <c:v>0.0096</c:v>
                </c:pt>
                <c:pt idx="8790">
                  <c:v>0.0096</c:v>
                </c:pt>
                <c:pt idx="8791">
                  <c:v>0.0096</c:v>
                </c:pt>
                <c:pt idx="8792">
                  <c:v>0.0096</c:v>
                </c:pt>
                <c:pt idx="8793">
                  <c:v>0.0096</c:v>
                </c:pt>
                <c:pt idx="8794">
                  <c:v>0.0096</c:v>
                </c:pt>
                <c:pt idx="8795">
                  <c:v>0.0096</c:v>
                </c:pt>
                <c:pt idx="8796">
                  <c:v>0.0096</c:v>
                </c:pt>
                <c:pt idx="8797">
                  <c:v>0.0096</c:v>
                </c:pt>
                <c:pt idx="8798">
                  <c:v>0.0096</c:v>
                </c:pt>
                <c:pt idx="8799">
                  <c:v>0.0096</c:v>
                </c:pt>
                <c:pt idx="8800">
                  <c:v>0.0096</c:v>
                </c:pt>
                <c:pt idx="8801">
                  <c:v>0.0096</c:v>
                </c:pt>
                <c:pt idx="8802">
                  <c:v>0.0096</c:v>
                </c:pt>
                <c:pt idx="8803">
                  <c:v>0.0096</c:v>
                </c:pt>
                <c:pt idx="8804">
                  <c:v>0.0096</c:v>
                </c:pt>
                <c:pt idx="8805">
                  <c:v>0.0096</c:v>
                </c:pt>
                <c:pt idx="8806">
                  <c:v>0.0096</c:v>
                </c:pt>
                <c:pt idx="8807">
                  <c:v>0.0096</c:v>
                </c:pt>
                <c:pt idx="8808">
                  <c:v>0.0096</c:v>
                </c:pt>
                <c:pt idx="8809">
                  <c:v>0.0096</c:v>
                </c:pt>
                <c:pt idx="8810">
                  <c:v>0.0096</c:v>
                </c:pt>
                <c:pt idx="8811">
                  <c:v>0.0096</c:v>
                </c:pt>
                <c:pt idx="8812">
                  <c:v>0.0096</c:v>
                </c:pt>
                <c:pt idx="8813">
                  <c:v>0.0096</c:v>
                </c:pt>
                <c:pt idx="8814">
                  <c:v>0.0096</c:v>
                </c:pt>
                <c:pt idx="8815">
                  <c:v>0.0096</c:v>
                </c:pt>
                <c:pt idx="8816">
                  <c:v>0.0096</c:v>
                </c:pt>
                <c:pt idx="8817">
                  <c:v>0.0096</c:v>
                </c:pt>
                <c:pt idx="8818">
                  <c:v>0.0096</c:v>
                </c:pt>
                <c:pt idx="8819">
                  <c:v>0.0096</c:v>
                </c:pt>
                <c:pt idx="8820">
                  <c:v>0.0096</c:v>
                </c:pt>
                <c:pt idx="8821">
                  <c:v>0.0096</c:v>
                </c:pt>
                <c:pt idx="8822">
                  <c:v>0.0096</c:v>
                </c:pt>
                <c:pt idx="8823">
                  <c:v>0.0096</c:v>
                </c:pt>
                <c:pt idx="8824">
                  <c:v>0.0096</c:v>
                </c:pt>
                <c:pt idx="8825">
                  <c:v>0.0096</c:v>
                </c:pt>
                <c:pt idx="8826">
                  <c:v>0.0096</c:v>
                </c:pt>
                <c:pt idx="8827">
                  <c:v>0.0096</c:v>
                </c:pt>
                <c:pt idx="8828">
                  <c:v>0.0096</c:v>
                </c:pt>
                <c:pt idx="8829">
                  <c:v>0.0096</c:v>
                </c:pt>
                <c:pt idx="8830">
                  <c:v>0.0096</c:v>
                </c:pt>
                <c:pt idx="8831">
                  <c:v>0.0096</c:v>
                </c:pt>
                <c:pt idx="8832">
                  <c:v>0.0096</c:v>
                </c:pt>
                <c:pt idx="8833">
                  <c:v>0.0096</c:v>
                </c:pt>
                <c:pt idx="8834">
                  <c:v>0.0096</c:v>
                </c:pt>
                <c:pt idx="8835">
                  <c:v>0.0096</c:v>
                </c:pt>
                <c:pt idx="8836">
                  <c:v>0.0096</c:v>
                </c:pt>
                <c:pt idx="8837">
                  <c:v>0.0096</c:v>
                </c:pt>
                <c:pt idx="8838">
                  <c:v>0.0096</c:v>
                </c:pt>
                <c:pt idx="8839">
                  <c:v>0.0096</c:v>
                </c:pt>
                <c:pt idx="8840">
                  <c:v>0.0096</c:v>
                </c:pt>
                <c:pt idx="8841">
                  <c:v>0.0096</c:v>
                </c:pt>
                <c:pt idx="8842">
                  <c:v>0.0096</c:v>
                </c:pt>
                <c:pt idx="8843">
                  <c:v>0.0096</c:v>
                </c:pt>
                <c:pt idx="8844">
                  <c:v>0.0096</c:v>
                </c:pt>
                <c:pt idx="8845">
                  <c:v>0.0096</c:v>
                </c:pt>
                <c:pt idx="8846">
                  <c:v>0.0096</c:v>
                </c:pt>
                <c:pt idx="8847">
                  <c:v>0.0096</c:v>
                </c:pt>
                <c:pt idx="8848">
                  <c:v>0.0096</c:v>
                </c:pt>
                <c:pt idx="8849">
                  <c:v>0.0096</c:v>
                </c:pt>
                <c:pt idx="8850">
                  <c:v>0.0096</c:v>
                </c:pt>
                <c:pt idx="8851">
                  <c:v>0.0096</c:v>
                </c:pt>
                <c:pt idx="8852">
                  <c:v>0.0096</c:v>
                </c:pt>
                <c:pt idx="8853">
                  <c:v>0.0096</c:v>
                </c:pt>
                <c:pt idx="8854">
                  <c:v>0.0096</c:v>
                </c:pt>
                <c:pt idx="8855">
                  <c:v>0.0096</c:v>
                </c:pt>
                <c:pt idx="8856">
                  <c:v>0.0096</c:v>
                </c:pt>
                <c:pt idx="8857">
                  <c:v>0.0096</c:v>
                </c:pt>
                <c:pt idx="8858">
                  <c:v>0.0096</c:v>
                </c:pt>
                <c:pt idx="8859">
                  <c:v>0.0096</c:v>
                </c:pt>
                <c:pt idx="8860">
                  <c:v>0.0096</c:v>
                </c:pt>
                <c:pt idx="8861">
                  <c:v>0.0096</c:v>
                </c:pt>
                <c:pt idx="8862">
                  <c:v>0.0096</c:v>
                </c:pt>
                <c:pt idx="8863">
                  <c:v>0.0096</c:v>
                </c:pt>
                <c:pt idx="8864">
                  <c:v>0.0096</c:v>
                </c:pt>
                <c:pt idx="8865">
                  <c:v>0.0096</c:v>
                </c:pt>
                <c:pt idx="8866">
                  <c:v>0.0096</c:v>
                </c:pt>
                <c:pt idx="8867">
                  <c:v>0.0096</c:v>
                </c:pt>
                <c:pt idx="8868">
                  <c:v>0.0096</c:v>
                </c:pt>
                <c:pt idx="8869">
                  <c:v>0.0096</c:v>
                </c:pt>
                <c:pt idx="8870">
                  <c:v>0.0096</c:v>
                </c:pt>
                <c:pt idx="8871">
                  <c:v>0.0096</c:v>
                </c:pt>
                <c:pt idx="8872">
                  <c:v>0.0096</c:v>
                </c:pt>
                <c:pt idx="8873">
                  <c:v>0.0096</c:v>
                </c:pt>
                <c:pt idx="8874">
                  <c:v>0.0096</c:v>
                </c:pt>
                <c:pt idx="8875">
                  <c:v>0.0096</c:v>
                </c:pt>
                <c:pt idx="8876">
                  <c:v>0.0096</c:v>
                </c:pt>
                <c:pt idx="8877">
                  <c:v>0.0096</c:v>
                </c:pt>
                <c:pt idx="8878">
                  <c:v>0.0096</c:v>
                </c:pt>
                <c:pt idx="8879">
                  <c:v>0.0096</c:v>
                </c:pt>
                <c:pt idx="8880">
                  <c:v>0.0096</c:v>
                </c:pt>
                <c:pt idx="8881">
                  <c:v>0.0096</c:v>
                </c:pt>
                <c:pt idx="8882">
                  <c:v>0.0096</c:v>
                </c:pt>
                <c:pt idx="8883">
                  <c:v>0.0096</c:v>
                </c:pt>
                <c:pt idx="8884">
                  <c:v>0.0096</c:v>
                </c:pt>
                <c:pt idx="8885">
                  <c:v>0.0096</c:v>
                </c:pt>
                <c:pt idx="8886">
                  <c:v>0.0096</c:v>
                </c:pt>
                <c:pt idx="8887">
                  <c:v>0.0096</c:v>
                </c:pt>
                <c:pt idx="8888">
                  <c:v>0.0096</c:v>
                </c:pt>
                <c:pt idx="8889">
                  <c:v>0.0096</c:v>
                </c:pt>
                <c:pt idx="8890">
                  <c:v>0.0096</c:v>
                </c:pt>
                <c:pt idx="8891">
                  <c:v>0.0096</c:v>
                </c:pt>
                <c:pt idx="8892">
                  <c:v>0.0096</c:v>
                </c:pt>
                <c:pt idx="8893">
                  <c:v>0.0096</c:v>
                </c:pt>
                <c:pt idx="8894">
                  <c:v>0.0096</c:v>
                </c:pt>
                <c:pt idx="8895">
                  <c:v>0.0096</c:v>
                </c:pt>
                <c:pt idx="8896">
                  <c:v>0.0096</c:v>
                </c:pt>
                <c:pt idx="8897">
                  <c:v>0.0096</c:v>
                </c:pt>
                <c:pt idx="8898">
                  <c:v>0.0096</c:v>
                </c:pt>
                <c:pt idx="8899">
                  <c:v>0.0096</c:v>
                </c:pt>
                <c:pt idx="8900">
                  <c:v>0.0096</c:v>
                </c:pt>
                <c:pt idx="8901">
                  <c:v>0.0096</c:v>
                </c:pt>
                <c:pt idx="8902">
                  <c:v>0.0096</c:v>
                </c:pt>
                <c:pt idx="8903">
                  <c:v>0.0096</c:v>
                </c:pt>
                <c:pt idx="8904">
                  <c:v>0.0096</c:v>
                </c:pt>
                <c:pt idx="8905">
                  <c:v>0.0096</c:v>
                </c:pt>
                <c:pt idx="8906">
                  <c:v>0.0096</c:v>
                </c:pt>
                <c:pt idx="8907">
                  <c:v>0.0096</c:v>
                </c:pt>
                <c:pt idx="8908">
                  <c:v>0.0096</c:v>
                </c:pt>
                <c:pt idx="8909">
                  <c:v>0.0096</c:v>
                </c:pt>
                <c:pt idx="8910">
                  <c:v>0.0096</c:v>
                </c:pt>
                <c:pt idx="8911">
                  <c:v>0.0096</c:v>
                </c:pt>
                <c:pt idx="8912">
                  <c:v>0.0096</c:v>
                </c:pt>
                <c:pt idx="8913">
                  <c:v>0.0096</c:v>
                </c:pt>
                <c:pt idx="8914">
                  <c:v>0.0096</c:v>
                </c:pt>
                <c:pt idx="8915">
                  <c:v>0.0096</c:v>
                </c:pt>
                <c:pt idx="8916">
                  <c:v>0.0096</c:v>
                </c:pt>
                <c:pt idx="8917">
                  <c:v>0.0096</c:v>
                </c:pt>
                <c:pt idx="8918">
                  <c:v>0.0096</c:v>
                </c:pt>
                <c:pt idx="8919">
                  <c:v>0.0096</c:v>
                </c:pt>
                <c:pt idx="8920">
                  <c:v>0.0096</c:v>
                </c:pt>
                <c:pt idx="8921">
                  <c:v>0.0096</c:v>
                </c:pt>
                <c:pt idx="8922">
                  <c:v>0.0096</c:v>
                </c:pt>
                <c:pt idx="8923">
                  <c:v>0.0096</c:v>
                </c:pt>
                <c:pt idx="8924">
                  <c:v>0.0096</c:v>
                </c:pt>
                <c:pt idx="8925">
                  <c:v>0.0096</c:v>
                </c:pt>
                <c:pt idx="8926">
                  <c:v>0.0096</c:v>
                </c:pt>
                <c:pt idx="8927">
                  <c:v>0.0096</c:v>
                </c:pt>
                <c:pt idx="8928">
                  <c:v>0.0096</c:v>
                </c:pt>
                <c:pt idx="8929">
                  <c:v>0.0096</c:v>
                </c:pt>
                <c:pt idx="8930">
                  <c:v>0.0096</c:v>
                </c:pt>
                <c:pt idx="8931">
                  <c:v>0.0096</c:v>
                </c:pt>
                <c:pt idx="8932">
                  <c:v>0.0096</c:v>
                </c:pt>
                <c:pt idx="8933">
                  <c:v>0.0096</c:v>
                </c:pt>
                <c:pt idx="8934">
                  <c:v>0.0096</c:v>
                </c:pt>
                <c:pt idx="8935">
                  <c:v>0.0096</c:v>
                </c:pt>
                <c:pt idx="8936">
                  <c:v>0.0096</c:v>
                </c:pt>
                <c:pt idx="8937">
                  <c:v>0.0096</c:v>
                </c:pt>
                <c:pt idx="8938">
                  <c:v>0.0096</c:v>
                </c:pt>
                <c:pt idx="8939">
                  <c:v>0.0096</c:v>
                </c:pt>
                <c:pt idx="8940">
                  <c:v>0.0096</c:v>
                </c:pt>
                <c:pt idx="8941">
                  <c:v>0.0096</c:v>
                </c:pt>
                <c:pt idx="8942">
                  <c:v>0.0096</c:v>
                </c:pt>
                <c:pt idx="8943">
                  <c:v>0.0096</c:v>
                </c:pt>
                <c:pt idx="8944">
                  <c:v>0.0096</c:v>
                </c:pt>
                <c:pt idx="8945">
                  <c:v>0.0096</c:v>
                </c:pt>
                <c:pt idx="8946">
                  <c:v>0.0096</c:v>
                </c:pt>
                <c:pt idx="8947">
                  <c:v>0.0096</c:v>
                </c:pt>
                <c:pt idx="8948">
                  <c:v>0.0096</c:v>
                </c:pt>
                <c:pt idx="8949">
                  <c:v>0.0096</c:v>
                </c:pt>
                <c:pt idx="8950">
                  <c:v>0.0096</c:v>
                </c:pt>
                <c:pt idx="8951">
                  <c:v>0.0096</c:v>
                </c:pt>
                <c:pt idx="8952">
                  <c:v>0.0096</c:v>
                </c:pt>
                <c:pt idx="8953">
                  <c:v>0.0096</c:v>
                </c:pt>
                <c:pt idx="8954">
                  <c:v>0.0096</c:v>
                </c:pt>
                <c:pt idx="8955">
                  <c:v>0.0096</c:v>
                </c:pt>
                <c:pt idx="8956">
                  <c:v>0.0096</c:v>
                </c:pt>
                <c:pt idx="8957">
                  <c:v>0.0096</c:v>
                </c:pt>
                <c:pt idx="8958">
                  <c:v>0.0096</c:v>
                </c:pt>
                <c:pt idx="8959">
                  <c:v>0.0096</c:v>
                </c:pt>
                <c:pt idx="8960">
                  <c:v>0.0096</c:v>
                </c:pt>
                <c:pt idx="8961">
                  <c:v>0.0096</c:v>
                </c:pt>
                <c:pt idx="8962">
                  <c:v>0.0096</c:v>
                </c:pt>
                <c:pt idx="8963">
                  <c:v>0.0096</c:v>
                </c:pt>
                <c:pt idx="8964">
                  <c:v>0.0096</c:v>
                </c:pt>
                <c:pt idx="8965">
                  <c:v>0.0096</c:v>
                </c:pt>
                <c:pt idx="8966">
                  <c:v>0.0096</c:v>
                </c:pt>
                <c:pt idx="8967">
                  <c:v>0.0096</c:v>
                </c:pt>
                <c:pt idx="8968">
                  <c:v>0.0096</c:v>
                </c:pt>
                <c:pt idx="8969">
                  <c:v>0.0096</c:v>
                </c:pt>
                <c:pt idx="8970">
                  <c:v>0.0096</c:v>
                </c:pt>
                <c:pt idx="8971">
                  <c:v>0.0096</c:v>
                </c:pt>
                <c:pt idx="8972">
                  <c:v>0.0096</c:v>
                </c:pt>
                <c:pt idx="8973">
                  <c:v>0.0096</c:v>
                </c:pt>
                <c:pt idx="8974">
                  <c:v>0.0096</c:v>
                </c:pt>
                <c:pt idx="8975">
                  <c:v>0.0096</c:v>
                </c:pt>
                <c:pt idx="8976">
                  <c:v>0.0096</c:v>
                </c:pt>
                <c:pt idx="8977">
                  <c:v>0.0096</c:v>
                </c:pt>
                <c:pt idx="8978">
                  <c:v>0.0096</c:v>
                </c:pt>
                <c:pt idx="8979">
                  <c:v>0.0096</c:v>
                </c:pt>
                <c:pt idx="8980">
                  <c:v>0.0096</c:v>
                </c:pt>
                <c:pt idx="8981">
                  <c:v>0.0096</c:v>
                </c:pt>
                <c:pt idx="8982">
                  <c:v>0.0096</c:v>
                </c:pt>
                <c:pt idx="8983">
                  <c:v>0.0096</c:v>
                </c:pt>
                <c:pt idx="8984">
                  <c:v>0.0096</c:v>
                </c:pt>
                <c:pt idx="8985">
                  <c:v>0.0096</c:v>
                </c:pt>
                <c:pt idx="8986">
                  <c:v>0.0096</c:v>
                </c:pt>
                <c:pt idx="8987">
                  <c:v>0.0096</c:v>
                </c:pt>
                <c:pt idx="8988">
                  <c:v>0.0096</c:v>
                </c:pt>
                <c:pt idx="8989">
                  <c:v>0.0096</c:v>
                </c:pt>
                <c:pt idx="8990">
                  <c:v>0.0096</c:v>
                </c:pt>
                <c:pt idx="8991">
                  <c:v>0.0096</c:v>
                </c:pt>
                <c:pt idx="8992">
                  <c:v>0.0096</c:v>
                </c:pt>
                <c:pt idx="8993">
                  <c:v>0.0096</c:v>
                </c:pt>
                <c:pt idx="8994">
                  <c:v>0.0096</c:v>
                </c:pt>
                <c:pt idx="8995">
                  <c:v>0.0096</c:v>
                </c:pt>
                <c:pt idx="8996">
                  <c:v>0.0096</c:v>
                </c:pt>
                <c:pt idx="8997">
                  <c:v>0.0096</c:v>
                </c:pt>
                <c:pt idx="8998">
                  <c:v>0.0096</c:v>
                </c:pt>
                <c:pt idx="8999">
                  <c:v>0.0096</c:v>
                </c:pt>
                <c:pt idx="9000">
                  <c:v>0.0096</c:v>
                </c:pt>
                <c:pt idx="9001">
                  <c:v>0.0096</c:v>
                </c:pt>
                <c:pt idx="9002">
                  <c:v>0.0096</c:v>
                </c:pt>
                <c:pt idx="9003">
                  <c:v>0.0096</c:v>
                </c:pt>
                <c:pt idx="9004">
                  <c:v>0.0096</c:v>
                </c:pt>
                <c:pt idx="9005">
                  <c:v>0.0096</c:v>
                </c:pt>
                <c:pt idx="9006">
                  <c:v>0.0096</c:v>
                </c:pt>
                <c:pt idx="9007">
                  <c:v>0.0096</c:v>
                </c:pt>
                <c:pt idx="9008">
                  <c:v>0.0096</c:v>
                </c:pt>
                <c:pt idx="9009">
                  <c:v>0.0096</c:v>
                </c:pt>
                <c:pt idx="9010">
                  <c:v>0.0096</c:v>
                </c:pt>
                <c:pt idx="9011">
                  <c:v>0.0096</c:v>
                </c:pt>
                <c:pt idx="9012">
                  <c:v>0.0096</c:v>
                </c:pt>
                <c:pt idx="9013">
                  <c:v>0.0096</c:v>
                </c:pt>
                <c:pt idx="9014">
                  <c:v>0.0096</c:v>
                </c:pt>
                <c:pt idx="9015">
                  <c:v>0.0096</c:v>
                </c:pt>
                <c:pt idx="9016">
                  <c:v>0.0096</c:v>
                </c:pt>
                <c:pt idx="9017">
                  <c:v>0.0096</c:v>
                </c:pt>
                <c:pt idx="9018">
                  <c:v>0.0096</c:v>
                </c:pt>
                <c:pt idx="9019">
                  <c:v>0.0096</c:v>
                </c:pt>
                <c:pt idx="9020">
                  <c:v>0.0096</c:v>
                </c:pt>
                <c:pt idx="9021">
                  <c:v>0.0096</c:v>
                </c:pt>
                <c:pt idx="9022">
                  <c:v>0.0096</c:v>
                </c:pt>
                <c:pt idx="9023">
                  <c:v>0.0096</c:v>
                </c:pt>
                <c:pt idx="9024">
                  <c:v>0.0096</c:v>
                </c:pt>
                <c:pt idx="9025">
                  <c:v>0.0096</c:v>
                </c:pt>
                <c:pt idx="9026">
                  <c:v>0.0096</c:v>
                </c:pt>
                <c:pt idx="9027">
                  <c:v>0.0096</c:v>
                </c:pt>
                <c:pt idx="9028">
                  <c:v>0.0096</c:v>
                </c:pt>
                <c:pt idx="9029">
                  <c:v>0.0096</c:v>
                </c:pt>
                <c:pt idx="9030">
                  <c:v>0.0096</c:v>
                </c:pt>
                <c:pt idx="9031">
                  <c:v>0.0096</c:v>
                </c:pt>
                <c:pt idx="9032">
                  <c:v>0.0096</c:v>
                </c:pt>
                <c:pt idx="9033">
                  <c:v>0.0096</c:v>
                </c:pt>
                <c:pt idx="9034">
                  <c:v>0.0096</c:v>
                </c:pt>
                <c:pt idx="9035">
                  <c:v>0.0096</c:v>
                </c:pt>
                <c:pt idx="9036">
                  <c:v>0.0096</c:v>
                </c:pt>
                <c:pt idx="9037">
                  <c:v>0.0096</c:v>
                </c:pt>
                <c:pt idx="9038">
                  <c:v>0.0096</c:v>
                </c:pt>
                <c:pt idx="9039">
                  <c:v>0.0096</c:v>
                </c:pt>
                <c:pt idx="9040">
                  <c:v>0.0096</c:v>
                </c:pt>
                <c:pt idx="9041">
                  <c:v>0.0096</c:v>
                </c:pt>
                <c:pt idx="9042">
                  <c:v>0.0096</c:v>
                </c:pt>
                <c:pt idx="9043">
                  <c:v>0.0096</c:v>
                </c:pt>
                <c:pt idx="9044">
                  <c:v>0.0096</c:v>
                </c:pt>
                <c:pt idx="9045">
                  <c:v>0.0096</c:v>
                </c:pt>
                <c:pt idx="9046">
                  <c:v>0.0096</c:v>
                </c:pt>
                <c:pt idx="9047">
                  <c:v>0.0096</c:v>
                </c:pt>
                <c:pt idx="9048">
                  <c:v>0.0096</c:v>
                </c:pt>
                <c:pt idx="9049">
                  <c:v>0.0096</c:v>
                </c:pt>
                <c:pt idx="9050">
                  <c:v>0.0096</c:v>
                </c:pt>
                <c:pt idx="9051">
                  <c:v>0.0096</c:v>
                </c:pt>
                <c:pt idx="9052">
                  <c:v>0.0096</c:v>
                </c:pt>
                <c:pt idx="9053">
                  <c:v>0.0096</c:v>
                </c:pt>
                <c:pt idx="9054">
                  <c:v>0.0096</c:v>
                </c:pt>
                <c:pt idx="9055">
                  <c:v>0.0096</c:v>
                </c:pt>
                <c:pt idx="9056">
                  <c:v>0.0096</c:v>
                </c:pt>
                <c:pt idx="9057">
                  <c:v>0.0096</c:v>
                </c:pt>
                <c:pt idx="9058">
                  <c:v>0.0096</c:v>
                </c:pt>
                <c:pt idx="9059">
                  <c:v>0.0096</c:v>
                </c:pt>
                <c:pt idx="9060">
                  <c:v>0.0096</c:v>
                </c:pt>
                <c:pt idx="9061">
                  <c:v>0.0096</c:v>
                </c:pt>
                <c:pt idx="9062">
                  <c:v>0.0096</c:v>
                </c:pt>
                <c:pt idx="9063">
                  <c:v>0.0096</c:v>
                </c:pt>
                <c:pt idx="9064">
                  <c:v>0.0096</c:v>
                </c:pt>
                <c:pt idx="9065">
                  <c:v>0.0096</c:v>
                </c:pt>
                <c:pt idx="9066">
                  <c:v>0.0096</c:v>
                </c:pt>
                <c:pt idx="9067">
                  <c:v>0.0096</c:v>
                </c:pt>
                <c:pt idx="9068">
                  <c:v>0.0096</c:v>
                </c:pt>
                <c:pt idx="9069">
                  <c:v>0.0096</c:v>
                </c:pt>
                <c:pt idx="9070">
                  <c:v>0.0096</c:v>
                </c:pt>
                <c:pt idx="9071">
                  <c:v>0.0096</c:v>
                </c:pt>
                <c:pt idx="9072">
                  <c:v>0.0096</c:v>
                </c:pt>
                <c:pt idx="9073">
                  <c:v>0.0096</c:v>
                </c:pt>
                <c:pt idx="9074">
                  <c:v>0.0096</c:v>
                </c:pt>
                <c:pt idx="9075">
                  <c:v>0.0096</c:v>
                </c:pt>
                <c:pt idx="9076">
                  <c:v>0.0096</c:v>
                </c:pt>
                <c:pt idx="9077">
                  <c:v>0.0096</c:v>
                </c:pt>
                <c:pt idx="9078">
                  <c:v>0.0096</c:v>
                </c:pt>
                <c:pt idx="9079">
                  <c:v>0.0096</c:v>
                </c:pt>
                <c:pt idx="9080">
                  <c:v>0.0096</c:v>
                </c:pt>
                <c:pt idx="9081">
                  <c:v>0.0096</c:v>
                </c:pt>
                <c:pt idx="9082">
                  <c:v>0.0096</c:v>
                </c:pt>
                <c:pt idx="9083">
                  <c:v>0.0096</c:v>
                </c:pt>
                <c:pt idx="9084">
                  <c:v>0.0096</c:v>
                </c:pt>
                <c:pt idx="9085">
                  <c:v>0.0096</c:v>
                </c:pt>
                <c:pt idx="9086">
                  <c:v>0.0096</c:v>
                </c:pt>
                <c:pt idx="9087">
                  <c:v>0.0096</c:v>
                </c:pt>
                <c:pt idx="9088">
                  <c:v>0.0096</c:v>
                </c:pt>
                <c:pt idx="9089">
                  <c:v>0.0096</c:v>
                </c:pt>
                <c:pt idx="9090">
                  <c:v>0.0096</c:v>
                </c:pt>
                <c:pt idx="9091">
                  <c:v>0.0096</c:v>
                </c:pt>
                <c:pt idx="9092">
                  <c:v>0.0096</c:v>
                </c:pt>
                <c:pt idx="9093">
                  <c:v>0.0096</c:v>
                </c:pt>
                <c:pt idx="9094">
                  <c:v>0.0096</c:v>
                </c:pt>
                <c:pt idx="9095">
                  <c:v>0.0096</c:v>
                </c:pt>
                <c:pt idx="9096">
                  <c:v>0.0096</c:v>
                </c:pt>
                <c:pt idx="9097">
                  <c:v>0.0096</c:v>
                </c:pt>
                <c:pt idx="9098">
                  <c:v>0.0096</c:v>
                </c:pt>
                <c:pt idx="9099">
                  <c:v>0.0096</c:v>
                </c:pt>
                <c:pt idx="9100">
                  <c:v>0.0096</c:v>
                </c:pt>
                <c:pt idx="9101">
                  <c:v>0.0096</c:v>
                </c:pt>
                <c:pt idx="9102">
                  <c:v>0.0096</c:v>
                </c:pt>
                <c:pt idx="9103">
                  <c:v>0.0096</c:v>
                </c:pt>
                <c:pt idx="9104">
                  <c:v>0.0096</c:v>
                </c:pt>
                <c:pt idx="9105">
                  <c:v>0.0096</c:v>
                </c:pt>
                <c:pt idx="9106">
                  <c:v>0.0096</c:v>
                </c:pt>
                <c:pt idx="9107">
                  <c:v>0.0096</c:v>
                </c:pt>
                <c:pt idx="9108">
                  <c:v>0.0096</c:v>
                </c:pt>
                <c:pt idx="9109">
                  <c:v>0.0096</c:v>
                </c:pt>
                <c:pt idx="9110">
                  <c:v>0.0096</c:v>
                </c:pt>
                <c:pt idx="9111">
                  <c:v>0.0096</c:v>
                </c:pt>
                <c:pt idx="9112">
                  <c:v>0.0096</c:v>
                </c:pt>
                <c:pt idx="9113">
                  <c:v>0.0096</c:v>
                </c:pt>
                <c:pt idx="9114">
                  <c:v>0.0096</c:v>
                </c:pt>
                <c:pt idx="9115">
                  <c:v>0.0096</c:v>
                </c:pt>
                <c:pt idx="9116">
                  <c:v>0.0096</c:v>
                </c:pt>
                <c:pt idx="9117">
                  <c:v>0.0096</c:v>
                </c:pt>
                <c:pt idx="9118">
                  <c:v>0.0096</c:v>
                </c:pt>
                <c:pt idx="9119">
                  <c:v>0.0096</c:v>
                </c:pt>
                <c:pt idx="9120">
                  <c:v>0.0096</c:v>
                </c:pt>
                <c:pt idx="9121">
                  <c:v>0.0096</c:v>
                </c:pt>
                <c:pt idx="9122">
                  <c:v>0.0096</c:v>
                </c:pt>
                <c:pt idx="9123">
                  <c:v>0.0096</c:v>
                </c:pt>
                <c:pt idx="9124">
                  <c:v>0.0096</c:v>
                </c:pt>
                <c:pt idx="9125">
                  <c:v>0.0096</c:v>
                </c:pt>
                <c:pt idx="9126">
                  <c:v>0.0096</c:v>
                </c:pt>
                <c:pt idx="9127">
                  <c:v>0.0096</c:v>
                </c:pt>
                <c:pt idx="9128">
                  <c:v>0.0096</c:v>
                </c:pt>
                <c:pt idx="9129">
                  <c:v>0.0096</c:v>
                </c:pt>
                <c:pt idx="9130">
                  <c:v>0.0096</c:v>
                </c:pt>
                <c:pt idx="9131">
                  <c:v>0.0096</c:v>
                </c:pt>
                <c:pt idx="9132">
                  <c:v>0.0096</c:v>
                </c:pt>
                <c:pt idx="9133">
                  <c:v>0.0096</c:v>
                </c:pt>
                <c:pt idx="9134">
                  <c:v>0.0096</c:v>
                </c:pt>
                <c:pt idx="9135">
                  <c:v>0.0096</c:v>
                </c:pt>
                <c:pt idx="9136">
                  <c:v>0.0096</c:v>
                </c:pt>
                <c:pt idx="9137">
                  <c:v>0.0096</c:v>
                </c:pt>
                <c:pt idx="9138">
                  <c:v>0.0096</c:v>
                </c:pt>
                <c:pt idx="9139">
                  <c:v>0.0096</c:v>
                </c:pt>
                <c:pt idx="9140">
                  <c:v>0.0096</c:v>
                </c:pt>
                <c:pt idx="9141">
                  <c:v>0.0096</c:v>
                </c:pt>
                <c:pt idx="9142">
                  <c:v>0.0096</c:v>
                </c:pt>
                <c:pt idx="9143">
                  <c:v>0.0096</c:v>
                </c:pt>
                <c:pt idx="9144">
                  <c:v>0.0096</c:v>
                </c:pt>
                <c:pt idx="9145">
                  <c:v>0.0096</c:v>
                </c:pt>
                <c:pt idx="9146">
                  <c:v>0.0096</c:v>
                </c:pt>
                <c:pt idx="9147">
                  <c:v>0.0096</c:v>
                </c:pt>
                <c:pt idx="9148">
                  <c:v>0.0096</c:v>
                </c:pt>
                <c:pt idx="9149">
                  <c:v>0.0096</c:v>
                </c:pt>
                <c:pt idx="9150">
                  <c:v>0.0096</c:v>
                </c:pt>
                <c:pt idx="9151">
                  <c:v>0.0096</c:v>
                </c:pt>
                <c:pt idx="9152">
                  <c:v>0.0096</c:v>
                </c:pt>
                <c:pt idx="9153">
                  <c:v>0.0096</c:v>
                </c:pt>
                <c:pt idx="9154">
                  <c:v>0.0096</c:v>
                </c:pt>
                <c:pt idx="9155">
                  <c:v>0.0096</c:v>
                </c:pt>
                <c:pt idx="9156">
                  <c:v>0.0096</c:v>
                </c:pt>
                <c:pt idx="9157">
                  <c:v>0.0096</c:v>
                </c:pt>
                <c:pt idx="9158">
                  <c:v>0.0096</c:v>
                </c:pt>
                <c:pt idx="9159">
                  <c:v>0.0096</c:v>
                </c:pt>
                <c:pt idx="9160">
                  <c:v>0.0096</c:v>
                </c:pt>
                <c:pt idx="9161">
                  <c:v>0.0096</c:v>
                </c:pt>
                <c:pt idx="9162">
                  <c:v>0.0096</c:v>
                </c:pt>
                <c:pt idx="9163">
                  <c:v>0.0096</c:v>
                </c:pt>
                <c:pt idx="9164">
                  <c:v>0.0096</c:v>
                </c:pt>
                <c:pt idx="9165">
                  <c:v>0.0096</c:v>
                </c:pt>
                <c:pt idx="9166">
                  <c:v>0.0096</c:v>
                </c:pt>
                <c:pt idx="9167">
                  <c:v>0.0096</c:v>
                </c:pt>
                <c:pt idx="9168">
                  <c:v>0.0096</c:v>
                </c:pt>
                <c:pt idx="9169">
                  <c:v>0.0096</c:v>
                </c:pt>
                <c:pt idx="9170">
                  <c:v>0.0096</c:v>
                </c:pt>
                <c:pt idx="9171">
                  <c:v>0.0096</c:v>
                </c:pt>
                <c:pt idx="9172">
                  <c:v>0.0096</c:v>
                </c:pt>
                <c:pt idx="9173">
                  <c:v>0.0096</c:v>
                </c:pt>
                <c:pt idx="9174">
                  <c:v>0.0096</c:v>
                </c:pt>
                <c:pt idx="9175">
                  <c:v>0.0096</c:v>
                </c:pt>
                <c:pt idx="9176">
                  <c:v>0.0096</c:v>
                </c:pt>
                <c:pt idx="9177">
                  <c:v>0.0096</c:v>
                </c:pt>
                <c:pt idx="9178">
                  <c:v>0.0096</c:v>
                </c:pt>
                <c:pt idx="9179">
                  <c:v>0.0096</c:v>
                </c:pt>
                <c:pt idx="9180">
                  <c:v>0.0096</c:v>
                </c:pt>
                <c:pt idx="9181">
                  <c:v>0.0096</c:v>
                </c:pt>
                <c:pt idx="9182">
                  <c:v>0.0096</c:v>
                </c:pt>
                <c:pt idx="9183">
                  <c:v>0.0096</c:v>
                </c:pt>
                <c:pt idx="9184">
                  <c:v>0.0096</c:v>
                </c:pt>
                <c:pt idx="9185">
                  <c:v>0.0096</c:v>
                </c:pt>
                <c:pt idx="9186">
                  <c:v>0.0096</c:v>
                </c:pt>
                <c:pt idx="9187">
                  <c:v>0.0096</c:v>
                </c:pt>
                <c:pt idx="9188">
                  <c:v>0.0096</c:v>
                </c:pt>
                <c:pt idx="9189">
                  <c:v>0.0096</c:v>
                </c:pt>
                <c:pt idx="9190">
                  <c:v>0.0096</c:v>
                </c:pt>
                <c:pt idx="9191">
                  <c:v>0.0096</c:v>
                </c:pt>
                <c:pt idx="9192">
                  <c:v>0.0096</c:v>
                </c:pt>
                <c:pt idx="9193">
                  <c:v>0.0096</c:v>
                </c:pt>
                <c:pt idx="9194">
                  <c:v>0.0096</c:v>
                </c:pt>
                <c:pt idx="9195">
                  <c:v>0.0096</c:v>
                </c:pt>
                <c:pt idx="9196">
                  <c:v>0.0096</c:v>
                </c:pt>
                <c:pt idx="9197">
                  <c:v>0.0096</c:v>
                </c:pt>
                <c:pt idx="9198">
                  <c:v>0.0096</c:v>
                </c:pt>
                <c:pt idx="9199">
                  <c:v>0.0096</c:v>
                </c:pt>
                <c:pt idx="9200">
                  <c:v>0.0096</c:v>
                </c:pt>
                <c:pt idx="9201">
                  <c:v>0.0096</c:v>
                </c:pt>
                <c:pt idx="9202">
                  <c:v>0.0096</c:v>
                </c:pt>
                <c:pt idx="9203">
                  <c:v>0.0096</c:v>
                </c:pt>
                <c:pt idx="9204">
                  <c:v>0.0096</c:v>
                </c:pt>
                <c:pt idx="9205">
                  <c:v>0.0096</c:v>
                </c:pt>
                <c:pt idx="9206">
                  <c:v>0.0096</c:v>
                </c:pt>
                <c:pt idx="9207">
                  <c:v>0.0096</c:v>
                </c:pt>
                <c:pt idx="9208">
                  <c:v>0.0096</c:v>
                </c:pt>
                <c:pt idx="9209">
                  <c:v>0.0096</c:v>
                </c:pt>
                <c:pt idx="9210">
                  <c:v>0.0096</c:v>
                </c:pt>
                <c:pt idx="9211">
                  <c:v>0.0096</c:v>
                </c:pt>
                <c:pt idx="9212">
                  <c:v>0.0096</c:v>
                </c:pt>
                <c:pt idx="9213">
                  <c:v>0.0096</c:v>
                </c:pt>
                <c:pt idx="9214">
                  <c:v>0.0096</c:v>
                </c:pt>
                <c:pt idx="9215">
                  <c:v>0.0096</c:v>
                </c:pt>
                <c:pt idx="9216">
                  <c:v>0.0096</c:v>
                </c:pt>
                <c:pt idx="9217">
                  <c:v>0.0096</c:v>
                </c:pt>
                <c:pt idx="9218">
                  <c:v>0.0096</c:v>
                </c:pt>
                <c:pt idx="9219">
                  <c:v>0.0096</c:v>
                </c:pt>
                <c:pt idx="9220">
                  <c:v>0.0096</c:v>
                </c:pt>
                <c:pt idx="9221">
                  <c:v>0.0096</c:v>
                </c:pt>
                <c:pt idx="9222">
                  <c:v>0.0096</c:v>
                </c:pt>
                <c:pt idx="9223">
                  <c:v>0.0096</c:v>
                </c:pt>
                <c:pt idx="9224">
                  <c:v>0.0096</c:v>
                </c:pt>
                <c:pt idx="9225">
                  <c:v>0.0096</c:v>
                </c:pt>
                <c:pt idx="9226">
                  <c:v>0.0096</c:v>
                </c:pt>
                <c:pt idx="9227">
                  <c:v>0.0096</c:v>
                </c:pt>
                <c:pt idx="9228">
                  <c:v>0.0096</c:v>
                </c:pt>
                <c:pt idx="9229">
                  <c:v>0.0096</c:v>
                </c:pt>
                <c:pt idx="9230">
                  <c:v>0.0096</c:v>
                </c:pt>
                <c:pt idx="9231">
                  <c:v>0.0096</c:v>
                </c:pt>
                <c:pt idx="9232">
                  <c:v>0.0096</c:v>
                </c:pt>
                <c:pt idx="9233">
                  <c:v>0.0096</c:v>
                </c:pt>
                <c:pt idx="9234">
                  <c:v>0.0096</c:v>
                </c:pt>
                <c:pt idx="9235">
                  <c:v>0.0096</c:v>
                </c:pt>
                <c:pt idx="9236">
                  <c:v>0.0096</c:v>
                </c:pt>
                <c:pt idx="9237">
                  <c:v>0.0096</c:v>
                </c:pt>
                <c:pt idx="9238">
                  <c:v>0.0096</c:v>
                </c:pt>
                <c:pt idx="9239">
                  <c:v>0.0096</c:v>
                </c:pt>
                <c:pt idx="9240">
                  <c:v>0.0096</c:v>
                </c:pt>
                <c:pt idx="9241">
                  <c:v>0.0096</c:v>
                </c:pt>
                <c:pt idx="9242">
                  <c:v>0.0096</c:v>
                </c:pt>
                <c:pt idx="9243">
                  <c:v>0.0096</c:v>
                </c:pt>
                <c:pt idx="9244">
                  <c:v>0.0096</c:v>
                </c:pt>
                <c:pt idx="9245">
                  <c:v>0.0096</c:v>
                </c:pt>
                <c:pt idx="9246">
                  <c:v>0.0096</c:v>
                </c:pt>
                <c:pt idx="9247">
                  <c:v>0.0096</c:v>
                </c:pt>
                <c:pt idx="9248">
                  <c:v>0.0096</c:v>
                </c:pt>
                <c:pt idx="9249">
                  <c:v>0.0096</c:v>
                </c:pt>
                <c:pt idx="9250">
                  <c:v>0.0096</c:v>
                </c:pt>
                <c:pt idx="9251">
                  <c:v>0.0096</c:v>
                </c:pt>
                <c:pt idx="9252">
                  <c:v>0.0096</c:v>
                </c:pt>
                <c:pt idx="9253">
                  <c:v>0.0096</c:v>
                </c:pt>
                <c:pt idx="9254">
                  <c:v>0.0096</c:v>
                </c:pt>
                <c:pt idx="9255">
                  <c:v>0.0096</c:v>
                </c:pt>
                <c:pt idx="9256">
                  <c:v>0.0096</c:v>
                </c:pt>
                <c:pt idx="9257">
                  <c:v>0.0096</c:v>
                </c:pt>
                <c:pt idx="9258">
                  <c:v>0.0096</c:v>
                </c:pt>
                <c:pt idx="9259">
                  <c:v>0.0096</c:v>
                </c:pt>
                <c:pt idx="9260">
                  <c:v>0.0096</c:v>
                </c:pt>
                <c:pt idx="9261">
                  <c:v>0.0096</c:v>
                </c:pt>
                <c:pt idx="9262">
                  <c:v>0.0096</c:v>
                </c:pt>
                <c:pt idx="9263">
                  <c:v>0.0096</c:v>
                </c:pt>
                <c:pt idx="9264">
                  <c:v>0.0096</c:v>
                </c:pt>
                <c:pt idx="9265">
                  <c:v>0.0096</c:v>
                </c:pt>
                <c:pt idx="9266">
                  <c:v>0.0096</c:v>
                </c:pt>
                <c:pt idx="9267">
                  <c:v>0.0096</c:v>
                </c:pt>
                <c:pt idx="9268">
                  <c:v>0.0096</c:v>
                </c:pt>
                <c:pt idx="9269">
                  <c:v>0.0096</c:v>
                </c:pt>
                <c:pt idx="9270">
                  <c:v>0.0096</c:v>
                </c:pt>
                <c:pt idx="9271">
                  <c:v>0.0096</c:v>
                </c:pt>
                <c:pt idx="9272">
                  <c:v>0.0096</c:v>
                </c:pt>
                <c:pt idx="9273">
                  <c:v>0.0096</c:v>
                </c:pt>
                <c:pt idx="9274">
                  <c:v>0.0096</c:v>
                </c:pt>
                <c:pt idx="9275">
                  <c:v>0.0096</c:v>
                </c:pt>
                <c:pt idx="9276">
                  <c:v>0.0096</c:v>
                </c:pt>
                <c:pt idx="9277">
                  <c:v>0.0096</c:v>
                </c:pt>
                <c:pt idx="9278">
                  <c:v>0.0096</c:v>
                </c:pt>
                <c:pt idx="9279">
                  <c:v>0.0096</c:v>
                </c:pt>
                <c:pt idx="9280">
                  <c:v>0.0096</c:v>
                </c:pt>
                <c:pt idx="9281">
                  <c:v>0.0096</c:v>
                </c:pt>
                <c:pt idx="9282">
                  <c:v>0.0096</c:v>
                </c:pt>
                <c:pt idx="9283">
                  <c:v>0.0096</c:v>
                </c:pt>
                <c:pt idx="9284">
                  <c:v>0.0096</c:v>
                </c:pt>
                <c:pt idx="9285">
                  <c:v>0.0096</c:v>
                </c:pt>
                <c:pt idx="9286">
                  <c:v>0.0096</c:v>
                </c:pt>
                <c:pt idx="9287">
                  <c:v>0.0096</c:v>
                </c:pt>
                <c:pt idx="9288">
                  <c:v>0.0096</c:v>
                </c:pt>
                <c:pt idx="9289">
                  <c:v>0.0096</c:v>
                </c:pt>
                <c:pt idx="9290">
                  <c:v>0.0096</c:v>
                </c:pt>
                <c:pt idx="9291">
                  <c:v>0.0096</c:v>
                </c:pt>
                <c:pt idx="9292">
                  <c:v>0.0096</c:v>
                </c:pt>
                <c:pt idx="9293">
                  <c:v>0.0096</c:v>
                </c:pt>
                <c:pt idx="9294">
                  <c:v>0.0096</c:v>
                </c:pt>
                <c:pt idx="9295">
                  <c:v>0.0096</c:v>
                </c:pt>
                <c:pt idx="9296">
                  <c:v>0.0096</c:v>
                </c:pt>
                <c:pt idx="9297">
                  <c:v>0.0096</c:v>
                </c:pt>
                <c:pt idx="9298">
                  <c:v>0.0096</c:v>
                </c:pt>
                <c:pt idx="9299">
                  <c:v>0.0096</c:v>
                </c:pt>
                <c:pt idx="9300">
                  <c:v>0.0096</c:v>
                </c:pt>
                <c:pt idx="9301">
                  <c:v>0.0096</c:v>
                </c:pt>
                <c:pt idx="9302">
                  <c:v>0.0096</c:v>
                </c:pt>
                <c:pt idx="9303">
                  <c:v>0.0096</c:v>
                </c:pt>
                <c:pt idx="9304">
                  <c:v>0.0096</c:v>
                </c:pt>
                <c:pt idx="9305">
                  <c:v>0.0096</c:v>
                </c:pt>
                <c:pt idx="9306">
                  <c:v>0.0096</c:v>
                </c:pt>
                <c:pt idx="9307">
                  <c:v>0.0096</c:v>
                </c:pt>
                <c:pt idx="9308">
                  <c:v>0.0096</c:v>
                </c:pt>
                <c:pt idx="9309">
                  <c:v>0.0096</c:v>
                </c:pt>
                <c:pt idx="9310">
                  <c:v>0.0096</c:v>
                </c:pt>
                <c:pt idx="9311">
                  <c:v>0.0096</c:v>
                </c:pt>
                <c:pt idx="9312">
                  <c:v>0.0096</c:v>
                </c:pt>
                <c:pt idx="9313">
                  <c:v>0.0096</c:v>
                </c:pt>
                <c:pt idx="9314">
                  <c:v>0.0096</c:v>
                </c:pt>
                <c:pt idx="9315">
                  <c:v>0.0096</c:v>
                </c:pt>
                <c:pt idx="9316">
                  <c:v>0.0096</c:v>
                </c:pt>
                <c:pt idx="9317">
                  <c:v>0.0096</c:v>
                </c:pt>
                <c:pt idx="9318">
                  <c:v>0.0096</c:v>
                </c:pt>
                <c:pt idx="9319">
                  <c:v>0.0096</c:v>
                </c:pt>
                <c:pt idx="9320">
                  <c:v>0.0096</c:v>
                </c:pt>
                <c:pt idx="9321">
                  <c:v>0.0096</c:v>
                </c:pt>
                <c:pt idx="9322">
                  <c:v>0.0096</c:v>
                </c:pt>
                <c:pt idx="9323">
                  <c:v>0.0096</c:v>
                </c:pt>
                <c:pt idx="9324">
                  <c:v>0.0096</c:v>
                </c:pt>
                <c:pt idx="9325">
                  <c:v>0.0096</c:v>
                </c:pt>
                <c:pt idx="9326">
                  <c:v>0.0096</c:v>
                </c:pt>
                <c:pt idx="9327">
                  <c:v>0.0096</c:v>
                </c:pt>
                <c:pt idx="9328">
                  <c:v>0.0096</c:v>
                </c:pt>
                <c:pt idx="9329">
                  <c:v>0.0096</c:v>
                </c:pt>
                <c:pt idx="9330">
                  <c:v>0.0096</c:v>
                </c:pt>
                <c:pt idx="9331">
                  <c:v>0.0096</c:v>
                </c:pt>
                <c:pt idx="9332">
                  <c:v>0.0096</c:v>
                </c:pt>
                <c:pt idx="9333">
                  <c:v>0.0096</c:v>
                </c:pt>
                <c:pt idx="9334">
                  <c:v>0.0096</c:v>
                </c:pt>
                <c:pt idx="9335">
                  <c:v>0.0096</c:v>
                </c:pt>
                <c:pt idx="9336">
                  <c:v>0.0096</c:v>
                </c:pt>
                <c:pt idx="9337">
                  <c:v>0.0096</c:v>
                </c:pt>
                <c:pt idx="9338">
                  <c:v>0.0096</c:v>
                </c:pt>
                <c:pt idx="9339">
                  <c:v>0.0096</c:v>
                </c:pt>
                <c:pt idx="9340">
                  <c:v>0.0096</c:v>
                </c:pt>
                <c:pt idx="9341">
                  <c:v>0.0096</c:v>
                </c:pt>
                <c:pt idx="9342">
                  <c:v>0.0096</c:v>
                </c:pt>
                <c:pt idx="9343">
                  <c:v>0.0096</c:v>
                </c:pt>
                <c:pt idx="9344">
                  <c:v>0.0096</c:v>
                </c:pt>
                <c:pt idx="9345">
                  <c:v>0.0096</c:v>
                </c:pt>
                <c:pt idx="9346">
                  <c:v>0.0096</c:v>
                </c:pt>
                <c:pt idx="9347">
                  <c:v>0.0096</c:v>
                </c:pt>
                <c:pt idx="9348">
                  <c:v>0.0096</c:v>
                </c:pt>
                <c:pt idx="9349">
                  <c:v>0.0096</c:v>
                </c:pt>
                <c:pt idx="9350">
                  <c:v>0.0096</c:v>
                </c:pt>
                <c:pt idx="9351">
                  <c:v>0.0096</c:v>
                </c:pt>
                <c:pt idx="9352">
                  <c:v>0.0096</c:v>
                </c:pt>
                <c:pt idx="9353">
                  <c:v>0.0096</c:v>
                </c:pt>
                <c:pt idx="9354">
                  <c:v>0.0096</c:v>
                </c:pt>
                <c:pt idx="9355">
                  <c:v>0.0096</c:v>
                </c:pt>
                <c:pt idx="9356">
                  <c:v>0.0096</c:v>
                </c:pt>
                <c:pt idx="9357">
                  <c:v>0.0096</c:v>
                </c:pt>
                <c:pt idx="9358">
                  <c:v>0.0096</c:v>
                </c:pt>
                <c:pt idx="9359">
                  <c:v>0.0096</c:v>
                </c:pt>
                <c:pt idx="9360">
                  <c:v>0.0096</c:v>
                </c:pt>
                <c:pt idx="9361">
                  <c:v>0.0096</c:v>
                </c:pt>
                <c:pt idx="9362">
                  <c:v>0.0096</c:v>
                </c:pt>
                <c:pt idx="9363">
                  <c:v>0.0096</c:v>
                </c:pt>
                <c:pt idx="9364">
                  <c:v>0.0096</c:v>
                </c:pt>
                <c:pt idx="9365">
                  <c:v>0.0096</c:v>
                </c:pt>
                <c:pt idx="9366">
                  <c:v>0.0096</c:v>
                </c:pt>
                <c:pt idx="9367">
                  <c:v>0.0096</c:v>
                </c:pt>
                <c:pt idx="9368">
                  <c:v>0.0096</c:v>
                </c:pt>
                <c:pt idx="9369">
                  <c:v>0.0096</c:v>
                </c:pt>
                <c:pt idx="9370">
                  <c:v>0.0096</c:v>
                </c:pt>
                <c:pt idx="9371">
                  <c:v>0.0096</c:v>
                </c:pt>
                <c:pt idx="9372">
                  <c:v>0.0096</c:v>
                </c:pt>
                <c:pt idx="9373">
                  <c:v>0.0096</c:v>
                </c:pt>
                <c:pt idx="9374">
                  <c:v>0.0096</c:v>
                </c:pt>
                <c:pt idx="9375">
                  <c:v>0.0096</c:v>
                </c:pt>
                <c:pt idx="9376">
                  <c:v>0.0096</c:v>
                </c:pt>
                <c:pt idx="9377">
                  <c:v>0.0096</c:v>
                </c:pt>
                <c:pt idx="9378">
                  <c:v>0.0096</c:v>
                </c:pt>
                <c:pt idx="9379">
                  <c:v>0.0096</c:v>
                </c:pt>
                <c:pt idx="9380">
                  <c:v>0.0096</c:v>
                </c:pt>
                <c:pt idx="9381">
                  <c:v>0.0096</c:v>
                </c:pt>
                <c:pt idx="9382">
                  <c:v>0.0096</c:v>
                </c:pt>
                <c:pt idx="9383">
                  <c:v>0.0096</c:v>
                </c:pt>
                <c:pt idx="9384">
                  <c:v>0.0096</c:v>
                </c:pt>
                <c:pt idx="9385">
                  <c:v>0.0096</c:v>
                </c:pt>
                <c:pt idx="9386">
                  <c:v>0.0096</c:v>
                </c:pt>
                <c:pt idx="9387">
                  <c:v>0.0096</c:v>
                </c:pt>
                <c:pt idx="9388">
                  <c:v>0.0096</c:v>
                </c:pt>
                <c:pt idx="9389">
                  <c:v>0.0096</c:v>
                </c:pt>
                <c:pt idx="9390">
                  <c:v>0.0096</c:v>
                </c:pt>
                <c:pt idx="9391">
                  <c:v>0.0096</c:v>
                </c:pt>
                <c:pt idx="9392">
                  <c:v>0.0096</c:v>
                </c:pt>
                <c:pt idx="9393">
                  <c:v>0.0096</c:v>
                </c:pt>
                <c:pt idx="9394">
                  <c:v>0.0096</c:v>
                </c:pt>
                <c:pt idx="9395">
                  <c:v>0.0096</c:v>
                </c:pt>
                <c:pt idx="9396">
                  <c:v>0.0096</c:v>
                </c:pt>
                <c:pt idx="9397">
                  <c:v>0.0096</c:v>
                </c:pt>
                <c:pt idx="9398">
                  <c:v>0.0096</c:v>
                </c:pt>
                <c:pt idx="9399">
                  <c:v>0.0096</c:v>
                </c:pt>
                <c:pt idx="9400">
                  <c:v>0.0096</c:v>
                </c:pt>
                <c:pt idx="9401">
                  <c:v>0.0096</c:v>
                </c:pt>
                <c:pt idx="9402">
                  <c:v>0.0096</c:v>
                </c:pt>
                <c:pt idx="9403">
                  <c:v>0.0096</c:v>
                </c:pt>
                <c:pt idx="9404">
                  <c:v>0.0096</c:v>
                </c:pt>
                <c:pt idx="9405">
                  <c:v>0.0096</c:v>
                </c:pt>
                <c:pt idx="9406">
                  <c:v>0.0096</c:v>
                </c:pt>
                <c:pt idx="9407">
                  <c:v>0.0096</c:v>
                </c:pt>
                <c:pt idx="9408">
                  <c:v>0.0096</c:v>
                </c:pt>
                <c:pt idx="9409">
                  <c:v>0.0096</c:v>
                </c:pt>
                <c:pt idx="9410">
                  <c:v>0.0096</c:v>
                </c:pt>
                <c:pt idx="9411">
                  <c:v>0.0096</c:v>
                </c:pt>
                <c:pt idx="9412">
                  <c:v>0.0096</c:v>
                </c:pt>
                <c:pt idx="9413">
                  <c:v>0.0096</c:v>
                </c:pt>
                <c:pt idx="9414">
                  <c:v>0.0096</c:v>
                </c:pt>
                <c:pt idx="9415">
                  <c:v>0.0096</c:v>
                </c:pt>
                <c:pt idx="9416">
                  <c:v>0.0096</c:v>
                </c:pt>
                <c:pt idx="9417">
                  <c:v>0.0096</c:v>
                </c:pt>
                <c:pt idx="9418">
                  <c:v>0.0096</c:v>
                </c:pt>
                <c:pt idx="9419">
                  <c:v>0.0096</c:v>
                </c:pt>
                <c:pt idx="9420">
                  <c:v>0.0096</c:v>
                </c:pt>
                <c:pt idx="9421">
                  <c:v>0.0096</c:v>
                </c:pt>
                <c:pt idx="9422">
                  <c:v>0.0096</c:v>
                </c:pt>
                <c:pt idx="9423">
                  <c:v>0.0096</c:v>
                </c:pt>
                <c:pt idx="9424">
                  <c:v>0.0096</c:v>
                </c:pt>
                <c:pt idx="9425">
                  <c:v>0.0096</c:v>
                </c:pt>
                <c:pt idx="9426">
                  <c:v>0.0096</c:v>
                </c:pt>
                <c:pt idx="9427">
                  <c:v>0.0096</c:v>
                </c:pt>
                <c:pt idx="9428">
                  <c:v>0.0096</c:v>
                </c:pt>
                <c:pt idx="9429">
                  <c:v>0.0096</c:v>
                </c:pt>
                <c:pt idx="9430">
                  <c:v>0.0096</c:v>
                </c:pt>
                <c:pt idx="9431">
                  <c:v>0.0096</c:v>
                </c:pt>
                <c:pt idx="9432">
                  <c:v>0.0096</c:v>
                </c:pt>
                <c:pt idx="9433">
                  <c:v>0.0096</c:v>
                </c:pt>
                <c:pt idx="9434">
                  <c:v>0.0096</c:v>
                </c:pt>
                <c:pt idx="9435">
                  <c:v>0.0096</c:v>
                </c:pt>
                <c:pt idx="9436">
                  <c:v>0.0096</c:v>
                </c:pt>
                <c:pt idx="9437">
                  <c:v>0.0096</c:v>
                </c:pt>
                <c:pt idx="9438">
                  <c:v>0.0096</c:v>
                </c:pt>
                <c:pt idx="9439">
                  <c:v>0.0096</c:v>
                </c:pt>
                <c:pt idx="9440">
                  <c:v>0.0096</c:v>
                </c:pt>
                <c:pt idx="9441">
                  <c:v>0.0096</c:v>
                </c:pt>
                <c:pt idx="9442">
                  <c:v>0.0096</c:v>
                </c:pt>
                <c:pt idx="9443">
                  <c:v>0.0096</c:v>
                </c:pt>
                <c:pt idx="9444">
                  <c:v>0.0096</c:v>
                </c:pt>
                <c:pt idx="9445">
                  <c:v>0.0096</c:v>
                </c:pt>
                <c:pt idx="9446">
                  <c:v>0.0096</c:v>
                </c:pt>
                <c:pt idx="9447">
                  <c:v>0.0096</c:v>
                </c:pt>
                <c:pt idx="9448">
                  <c:v>0.0096</c:v>
                </c:pt>
                <c:pt idx="9449">
                  <c:v>0.0096</c:v>
                </c:pt>
                <c:pt idx="9450">
                  <c:v>0.0096</c:v>
                </c:pt>
                <c:pt idx="9451">
                  <c:v>0.0096</c:v>
                </c:pt>
                <c:pt idx="9452">
                  <c:v>0.0096</c:v>
                </c:pt>
                <c:pt idx="9453">
                  <c:v>0.0096</c:v>
                </c:pt>
                <c:pt idx="9454">
                  <c:v>0.0096</c:v>
                </c:pt>
                <c:pt idx="9455">
                  <c:v>0.0096</c:v>
                </c:pt>
                <c:pt idx="9456">
                  <c:v>0.0096</c:v>
                </c:pt>
                <c:pt idx="9457">
                  <c:v>0.0096</c:v>
                </c:pt>
                <c:pt idx="9458">
                  <c:v>0.0096</c:v>
                </c:pt>
                <c:pt idx="9459">
                  <c:v>0.0096</c:v>
                </c:pt>
                <c:pt idx="9460">
                  <c:v>0.0096</c:v>
                </c:pt>
                <c:pt idx="9461">
                  <c:v>0.0096</c:v>
                </c:pt>
                <c:pt idx="9462">
                  <c:v>0.0096</c:v>
                </c:pt>
                <c:pt idx="9463">
                  <c:v>0.0096</c:v>
                </c:pt>
                <c:pt idx="9464">
                  <c:v>0.0096</c:v>
                </c:pt>
                <c:pt idx="9465">
                  <c:v>0.0096</c:v>
                </c:pt>
                <c:pt idx="9466">
                  <c:v>0.0096</c:v>
                </c:pt>
                <c:pt idx="9467">
                  <c:v>0.0096</c:v>
                </c:pt>
                <c:pt idx="9468">
                  <c:v>0.0096</c:v>
                </c:pt>
                <c:pt idx="9469">
                  <c:v>0.0096</c:v>
                </c:pt>
                <c:pt idx="9470">
                  <c:v>0.0096</c:v>
                </c:pt>
                <c:pt idx="9471">
                  <c:v>0.0096</c:v>
                </c:pt>
                <c:pt idx="9472">
                  <c:v>0.0096</c:v>
                </c:pt>
                <c:pt idx="9473">
                  <c:v>0.0096</c:v>
                </c:pt>
                <c:pt idx="9474">
                  <c:v>0.0096</c:v>
                </c:pt>
                <c:pt idx="9475">
                  <c:v>0.0096</c:v>
                </c:pt>
                <c:pt idx="9476">
                  <c:v>0.0096</c:v>
                </c:pt>
                <c:pt idx="9477">
                  <c:v>0.0096</c:v>
                </c:pt>
                <c:pt idx="9478">
                  <c:v>0.0096</c:v>
                </c:pt>
                <c:pt idx="9479">
                  <c:v>0.0096</c:v>
                </c:pt>
                <c:pt idx="9480">
                  <c:v>0.0096</c:v>
                </c:pt>
                <c:pt idx="9481">
                  <c:v>0.0096</c:v>
                </c:pt>
                <c:pt idx="9482">
                  <c:v>0.0096</c:v>
                </c:pt>
                <c:pt idx="9483">
                  <c:v>0.0096</c:v>
                </c:pt>
                <c:pt idx="9484">
                  <c:v>0.0096</c:v>
                </c:pt>
                <c:pt idx="9485">
                  <c:v>0.0096</c:v>
                </c:pt>
                <c:pt idx="9486">
                  <c:v>0.0096</c:v>
                </c:pt>
                <c:pt idx="9487">
                  <c:v>0.0096</c:v>
                </c:pt>
                <c:pt idx="9488">
                  <c:v>0.0096</c:v>
                </c:pt>
                <c:pt idx="9489">
                  <c:v>0.0096</c:v>
                </c:pt>
                <c:pt idx="9490">
                  <c:v>0.0096</c:v>
                </c:pt>
                <c:pt idx="9491">
                  <c:v>0.0096</c:v>
                </c:pt>
                <c:pt idx="9492">
                  <c:v>0.0096</c:v>
                </c:pt>
                <c:pt idx="9493">
                  <c:v>0.0096</c:v>
                </c:pt>
                <c:pt idx="9494">
                  <c:v>0.0096</c:v>
                </c:pt>
                <c:pt idx="9495">
                  <c:v>0.0096</c:v>
                </c:pt>
                <c:pt idx="9496">
                  <c:v>0.0096</c:v>
                </c:pt>
                <c:pt idx="9497">
                  <c:v>0.0096</c:v>
                </c:pt>
                <c:pt idx="9498">
                  <c:v>0.0096</c:v>
                </c:pt>
                <c:pt idx="9499">
                  <c:v>0.0096</c:v>
                </c:pt>
                <c:pt idx="9500">
                  <c:v>0.0096</c:v>
                </c:pt>
                <c:pt idx="9501">
                  <c:v>0.0096</c:v>
                </c:pt>
                <c:pt idx="9502">
                  <c:v>0.0096</c:v>
                </c:pt>
                <c:pt idx="9503">
                  <c:v>0.0096</c:v>
                </c:pt>
                <c:pt idx="9504">
                  <c:v>0.0096</c:v>
                </c:pt>
                <c:pt idx="9505">
                  <c:v>0.0096</c:v>
                </c:pt>
                <c:pt idx="9506">
                  <c:v>0.0096</c:v>
                </c:pt>
                <c:pt idx="9507">
                  <c:v>0.0096</c:v>
                </c:pt>
                <c:pt idx="9508">
                  <c:v>0.0096</c:v>
                </c:pt>
                <c:pt idx="9509">
                  <c:v>0.0096</c:v>
                </c:pt>
                <c:pt idx="9510">
                  <c:v>0.0096</c:v>
                </c:pt>
                <c:pt idx="9511">
                  <c:v>0.0096</c:v>
                </c:pt>
                <c:pt idx="9512">
                  <c:v>0.0096</c:v>
                </c:pt>
                <c:pt idx="9513">
                  <c:v>0.0096</c:v>
                </c:pt>
                <c:pt idx="9514">
                  <c:v>0.0096</c:v>
                </c:pt>
                <c:pt idx="9515">
                  <c:v>0.0096</c:v>
                </c:pt>
                <c:pt idx="9516">
                  <c:v>0.0096</c:v>
                </c:pt>
                <c:pt idx="9517">
                  <c:v>0.0096</c:v>
                </c:pt>
                <c:pt idx="9518">
                  <c:v>0.0096</c:v>
                </c:pt>
                <c:pt idx="9519">
                  <c:v>0.0096</c:v>
                </c:pt>
                <c:pt idx="9520">
                  <c:v>0.0096</c:v>
                </c:pt>
                <c:pt idx="9521">
                  <c:v>0.0096</c:v>
                </c:pt>
                <c:pt idx="9522">
                  <c:v>0.0096</c:v>
                </c:pt>
                <c:pt idx="9523">
                  <c:v>0.0096</c:v>
                </c:pt>
                <c:pt idx="9524">
                  <c:v>0.0096</c:v>
                </c:pt>
                <c:pt idx="9525">
                  <c:v>0.0096</c:v>
                </c:pt>
                <c:pt idx="9526">
                  <c:v>0.0096</c:v>
                </c:pt>
                <c:pt idx="9527">
                  <c:v>0.0096</c:v>
                </c:pt>
                <c:pt idx="9528">
                  <c:v>0.0096</c:v>
                </c:pt>
                <c:pt idx="9529">
                  <c:v>0.0096</c:v>
                </c:pt>
                <c:pt idx="9530">
                  <c:v>0.0096</c:v>
                </c:pt>
                <c:pt idx="9531">
                  <c:v>0.0096</c:v>
                </c:pt>
                <c:pt idx="9532">
                  <c:v>0.0096</c:v>
                </c:pt>
                <c:pt idx="9533">
                  <c:v>0.0096</c:v>
                </c:pt>
                <c:pt idx="9534">
                  <c:v>0.0096</c:v>
                </c:pt>
                <c:pt idx="9535">
                  <c:v>0.0096</c:v>
                </c:pt>
                <c:pt idx="9536">
                  <c:v>0.0096</c:v>
                </c:pt>
                <c:pt idx="9537">
                  <c:v>0.0096</c:v>
                </c:pt>
                <c:pt idx="9538">
                  <c:v>0.0096</c:v>
                </c:pt>
                <c:pt idx="9539">
                  <c:v>0.0096</c:v>
                </c:pt>
                <c:pt idx="9540">
                  <c:v>0.0096</c:v>
                </c:pt>
                <c:pt idx="9541">
                  <c:v>0.0096</c:v>
                </c:pt>
                <c:pt idx="9542">
                  <c:v>0.0096</c:v>
                </c:pt>
                <c:pt idx="9543">
                  <c:v>0.0096</c:v>
                </c:pt>
                <c:pt idx="9544">
                  <c:v>0.0096</c:v>
                </c:pt>
                <c:pt idx="9545">
                  <c:v>0.0096</c:v>
                </c:pt>
                <c:pt idx="9546">
                  <c:v>0.0096</c:v>
                </c:pt>
                <c:pt idx="9547">
                  <c:v>0.0096</c:v>
                </c:pt>
                <c:pt idx="9548">
                  <c:v>0.0096</c:v>
                </c:pt>
                <c:pt idx="9549">
                  <c:v>0.0096</c:v>
                </c:pt>
                <c:pt idx="9550">
                  <c:v>0.0096</c:v>
                </c:pt>
                <c:pt idx="9551">
                  <c:v>0.0096</c:v>
                </c:pt>
                <c:pt idx="9552">
                  <c:v>0.0096</c:v>
                </c:pt>
                <c:pt idx="9553">
                  <c:v>0.0096</c:v>
                </c:pt>
                <c:pt idx="9554">
                  <c:v>0.0096</c:v>
                </c:pt>
                <c:pt idx="9555">
                  <c:v>0.0096</c:v>
                </c:pt>
                <c:pt idx="9556">
                  <c:v>0.0096</c:v>
                </c:pt>
                <c:pt idx="9557">
                  <c:v>0.0096</c:v>
                </c:pt>
                <c:pt idx="9558">
                  <c:v>0.0096</c:v>
                </c:pt>
                <c:pt idx="9559">
                  <c:v>0.0096</c:v>
                </c:pt>
                <c:pt idx="9560">
                  <c:v>0.0096</c:v>
                </c:pt>
                <c:pt idx="9561">
                  <c:v>0.0096</c:v>
                </c:pt>
                <c:pt idx="9562">
                  <c:v>0.0096</c:v>
                </c:pt>
                <c:pt idx="9563">
                  <c:v>0.0096</c:v>
                </c:pt>
                <c:pt idx="9564">
                  <c:v>0.0096</c:v>
                </c:pt>
                <c:pt idx="9565">
                  <c:v>0.0096</c:v>
                </c:pt>
                <c:pt idx="9566">
                  <c:v>0.0096</c:v>
                </c:pt>
                <c:pt idx="9567">
                  <c:v>0.0096</c:v>
                </c:pt>
                <c:pt idx="9568">
                  <c:v>0.0096</c:v>
                </c:pt>
                <c:pt idx="9569">
                  <c:v>0.0096</c:v>
                </c:pt>
                <c:pt idx="9570">
                  <c:v>0.0096</c:v>
                </c:pt>
                <c:pt idx="9571">
                  <c:v>0.0096</c:v>
                </c:pt>
                <c:pt idx="9572">
                  <c:v>0.0096</c:v>
                </c:pt>
                <c:pt idx="9573">
                  <c:v>0.0096</c:v>
                </c:pt>
                <c:pt idx="9574">
                  <c:v>0.0096</c:v>
                </c:pt>
                <c:pt idx="9575">
                  <c:v>0.0096</c:v>
                </c:pt>
                <c:pt idx="9576">
                  <c:v>0.0096</c:v>
                </c:pt>
                <c:pt idx="9577">
                  <c:v>0.0096</c:v>
                </c:pt>
                <c:pt idx="9578">
                  <c:v>0.0096</c:v>
                </c:pt>
                <c:pt idx="9579">
                  <c:v>0.0096</c:v>
                </c:pt>
                <c:pt idx="9580">
                  <c:v>0.0096</c:v>
                </c:pt>
                <c:pt idx="9581">
                  <c:v>0.0096</c:v>
                </c:pt>
                <c:pt idx="9582">
                  <c:v>0.0096</c:v>
                </c:pt>
                <c:pt idx="9583">
                  <c:v>0.0096</c:v>
                </c:pt>
                <c:pt idx="9584">
                  <c:v>0.0096</c:v>
                </c:pt>
                <c:pt idx="9585">
                  <c:v>0.0096</c:v>
                </c:pt>
                <c:pt idx="9586">
                  <c:v>0.0096</c:v>
                </c:pt>
                <c:pt idx="9587">
                  <c:v>0.0096</c:v>
                </c:pt>
                <c:pt idx="9588">
                  <c:v>0.0096</c:v>
                </c:pt>
                <c:pt idx="9589">
                  <c:v>0.0096</c:v>
                </c:pt>
                <c:pt idx="9590">
                  <c:v>0.0096</c:v>
                </c:pt>
                <c:pt idx="9591">
                  <c:v>0.0096</c:v>
                </c:pt>
                <c:pt idx="9592">
                  <c:v>0.0096</c:v>
                </c:pt>
                <c:pt idx="9593">
                  <c:v>0.0096</c:v>
                </c:pt>
                <c:pt idx="9594">
                  <c:v>0.0096</c:v>
                </c:pt>
                <c:pt idx="9595">
                  <c:v>0.0096</c:v>
                </c:pt>
                <c:pt idx="9596">
                  <c:v>0.0096</c:v>
                </c:pt>
                <c:pt idx="9597">
                  <c:v>0.0096</c:v>
                </c:pt>
                <c:pt idx="9598">
                  <c:v>0.0096</c:v>
                </c:pt>
                <c:pt idx="9599">
                  <c:v>0.0096</c:v>
                </c:pt>
                <c:pt idx="9600">
                  <c:v>0.0096</c:v>
                </c:pt>
                <c:pt idx="9601">
                  <c:v>0.0096</c:v>
                </c:pt>
                <c:pt idx="9602">
                  <c:v>0.0096</c:v>
                </c:pt>
                <c:pt idx="9603">
                  <c:v>0.0096</c:v>
                </c:pt>
                <c:pt idx="9604">
                  <c:v>0.0096</c:v>
                </c:pt>
                <c:pt idx="9605">
                  <c:v>0.0096</c:v>
                </c:pt>
                <c:pt idx="9606">
                  <c:v>0.0096</c:v>
                </c:pt>
                <c:pt idx="9607">
                  <c:v>0.0096</c:v>
                </c:pt>
                <c:pt idx="9608">
                  <c:v>0.0096</c:v>
                </c:pt>
                <c:pt idx="9609">
                  <c:v>0.0096</c:v>
                </c:pt>
                <c:pt idx="9610">
                  <c:v>0.0096</c:v>
                </c:pt>
                <c:pt idx="9611">
                  <c:v>0.0096</c:v>
                </c:pt>
                <c:pt idx="9612">
                  <c:v>0.0096</c:v>
                </c:pt>
                <c:pt idx="9613">
                  <c:v>0.0096</c:v>
                </c:pt>
                <c:pt idx="9614">
                  <c:v>0.0096</c:v>
                </c:pt>
                <c:pt idx="9615">
                  <c:v>0.0096</c:v>
                </c:pt>
                <c:pt idx="9616">
                  <c:v>0.0096</c:v>
                </c:pt>
                <c:pt idx="9617">
                  <c:v>0.0096</c:v>
                </c:pt>
                <c:pt idx="9618">
                  <c:v>0.0096</c:v>
                </c:pt>
                <c:pt idx="9619">
                  <c:v>0.0096</c:v>
                </c:pt>
                <c:pt idx="9620">
                  <c:v>0.0096</c:v>
                </c:pt>
                <c:pt idx="9621">
                  <c:v>0.0096</c:v>
                </c:pt>
                <c:pt idx="9622">
                  <c:v>0.0096</c:v>
                </c:pt>
                <c:pt idx="9623">
                  <c:v>0.0096</c:v>
                </c:pt>
                <c:pt idx="9624">
                  <c:v>0.0096</c:v>
                </c:pt>
                <c:pt idx="9625">
                  <c:v>0.0096</c:v>
                </c:pt>
                <c:pt idx="9626">
                  <c:v>0.0096</c:v>
                </c:pt>
                <c:pt idx="9627">
                  <c:v>0.0096</c:v>
                </c:pt>
                <c:pt idx="9628">
                  <c:v>0.0096</c:v>
                </c:pt>
                <c:pt idx="9629">
                  <c:v>0.0096</c:v>
                </c:pt>
                <c:pt idx="9630">
                  <c:v>0.0096</c:v>
                </c:pt>
                <c:pt idx="9631">
                  <c:v>0.0096</c:v>
                </c:pt>
                <c:pt idx="9632">
                  <c:v>0.0096</c:v>
                </c:pt>
                <c:pt idx="9633">
                  <c:v>0.0096</c:v>
                </c:pt>
                <c:pt idx="9634">
                  <c:v>0.0096</c:v>
                </c:pt>
                <c:pt idx="9635">
                  <c:v>0.0096</c:v>
                </c:pt>
                <c:pt idx="9636">
                  <c:v>0.0096</c:v>
                </c:pt>
                <c:pt idx="9637">
                  <c:v>0.0096</c:v>
                </c:pt>
                <c:pt idx="9638">
                  <c:v>0.0096</c:v>
                </c:pt>
                <c:pt idx="9639">
                  <c:v>0.0096</c:v>
                </c:pt>
                <c:pt idx="9640">
                  <c:v>0.0096</c:v>
                </c:pt>
                <c:pt idx="9641">
                  <c:v>0.0096</c:v>
                </c:pt>
                <c:pt idx="9642">
                  <c:v>0.0096</c:v>
                </c:pt>
                <c:pt idx="9643">
                  <c:v>0.0096</c:v>
                </c:pt>
                <c:pt idx="9644">
                  <c:v>0.0096</c:v>
                </c:pt>
                <c:pt idx="9645">
                  <c:v>0.0096</c:v>
                </c:pt>
                <c:pt idx="9646">
                  <c:v>0.0096</c:v>
                </c:pt>
                <c:pt idx="9647">
                  <c:v>0.0096</c:v>
                </c:pt>
                <c:pt idx="9648">
                  <c:v>0.0096</c:v>
                </c:pt>
                <c:pt idx="9649">
                  <c:v>0.0096</c:v>
                </c:pt>
                <c:pt idx="9650">
                  <c:v>0.0096</c:v>
                </c:pt>
                <c:pt idx="9651">
                  <c:v>0.0096</c:v>
                </c:pt>
                <c:pt idx="9652">
                  <c:v>0.0096</c:v>
                </c:pt>
                <c:pt idx="9653">
                  <c:v>0.0096</c:v>
                </c:pt>
                <c:pt idx="9654">
                  <c:v>0.0096</c:v>
                </c:pt>
                <c:pt idx="9655">
                  <c:v>0.0096</c:v>
                </c:pt>
                <c:pt idx="9656">
                  <c:v>0.0096</c:v>
                </c:pt>
                <c:pt idx="9657">
                  <c:v>0.0096</c:v>
                </c:pt>
                <c:pt idx="9658">
                  <c:v>0.0096</c:v>
                </c:pt>
                <c:pt idx="9659">
                  <c:v>0.0096</c:v>
                </c:pt>
                <c:pt idx="9660">
                  <c:v>0.0096</c:v>
                </c:pt>
                <c:pt idx="9661">
                  <c:v>0.0096</c:v>
                </c:pt>
                <c:pt idx="9662">
                  <c:v>0.0096</c:v>
                </c:pt>
                <c:pt idx="9663">
                  <c:v>0.0096</c:v>
                </c:pt>
                <c:pt idx="9664">
                  <c:v>0.0096</c:v>
                </c:pt>
                <c:pt idx="9665">
                  <c:v>0.0096</c:v>
                </c:pt>
                <c:pt idx="9666">
                  <c:v>0.0096</c:v>
                </c:pt>
                <c:pt idx="9667">
                  <c:v>0.0096</c:v>
                </c:pt>
                <c:pt idx="9668">
                  <c:v>0.0096</c:v>
                </c:pt>
                <c:pt idx="9669">
                  <c:v>0.0096</c:v>
                </c:pt>
                <c:pt idx="9670">
                  <c:v>0.0096</c:v>
                </c:pt>
                <c:pt idx="9671">
                  <c:v>0.0096</c:v>
                </c:pt>
                <c:pt idx="9672">
                  <c:v>0.0096</c:v>
                </c:pt>
                <c:pt idx="9673">
                  <c:v>0.0096</c:v>
                </c:pt>
                <c:pt idx="9674">
                  <c:v>0.0096</c:v>
                </c:pt>
                <c:pt idx="9675">
                  <c:v>0.0096</c:v>
                </c:pt>
                <c:pt idx="9676">
                  <c:v>0.0096</c:v>
                </c:pt>
                <c:pt idx="9677">
                  <c:v>0.0096</c:v>
                </c:pt>
                <c:pt idx="9678">
                  <c:v>0.0096</c:v>
                </c:pt>
                <c:pt idx="9679">
                  <c:v>0.0096</c:v>
                </c:pt>
                <c:pt idx="9680">
                  <c:v>0.0096</c:v>
                </c:pt>
                <c:pt idx="9681">
                  <c:v>0.0096</c:v>
                </c:pt>
                <c:pt idx="9682">
                  <c:v>0.0096</c:v>
                </c:pt>
                <c:pt idx="9683">
                  <c:v>0.0096</c:v>
                </c:pt>
                <c:pt idx="9684">
                  <c:v>0.0096</c:v>
                </c:pt>
                <c:pt idx="9685">
                  <c:v>0.0096</c:v>
                </c:pt>
                <c:pt idx="9686">
                  <c:v>0.0096</c:v>
                </c:pt>
                <c:pt idx="9687">
                  <c:v>0.0096</c:v>
                </c:pt>
                <c:pt idx="9688">
                  <c:v>0.0096</c:v>
                </c:pt>
                <c:pt idx="9689">
                  <c:v>0.0096</c:v>
                </c:pt>
                <c:pt idx="9690">
                  <c:v>0.0096</c:v>
                </c:pt>
                <c:pt idx="9691">
                  <c:v>0.0096</c:v>
                </c:pt>
                <c:pt idx="9692">
                  <c:v>0.0096</c:v>
                </c:pt>
                <c:pt idx="9693">
                  <c:v>0.0096</c:v>
                </c:pt>
                <c:pt idx="9694">
                  <c:v>0.0096</c:v>
                </c:pt>
                <c:pt idx="9695">
                  <c:v>0.0096</c:v>
                </c:pt>
                <c:pt idx="9696">
                  <c:v>0.0096</c:v>
                </c:pt>
                <c:pt idx="9697">
                  <c:v>0.0096</c:v>
                </c:pt>
                <c:pt idx="9698">
                  <c:v>0.0096</c:v>
                </c:pt>
                <c:pt idx="9699">
                  <c:v>0.0096</c:v>
                </c:pt>
                <c:pt idx="9700">
                  <c:v>0.0096</c:v>
                </c:pt>
                <c:pt idx="9701">
                  <c:v>0.0096</c:v>
                </c:pt>
                <c:pt idx="9702">
                  <c:v>0.0096</c:v>
                </c:pt>
                <c:pt idx="9703">
                  <c:v>0.0096</c:v>
                </c:pt>
                <c:pt idx="9704">
                  <c:v>0.0096</c:v>
                </c:pt>
                <c:pt idx="9705">
                  <c:v>0.0096</c:v>
                </c:pt>
                <c:pt idx="9706">
                  <c:v>0.0096</c:v>
                </c:pt>
                <c:pt idx="9707">
                  <c:v>0.0096</c:v>
                </c:pt>
                <c:pt idx="9708">
                  <c:v>0.0096</c:v>
                </c:pt>
                <c:pt idx="9709">
                  <c:v>0.0096</c:v>
                </c:pt>
                <c:pt idx="9710">
                  <c:v>0.0096</c:v>
                </c:pt>
                <c:pt idx="9711">
                  <c:v>0.0096</c:v>
                </c:pt>
                <c:pt idx="9712">
                  <c:v>0.0096</c:v>
                </c:pt>
                <c:pt idx="9713">
                  <c:v>0.0096</c:v>
                </c:pt>
                <c:pt idx="9714">
                  <c:v>0.0096</c:v>
                </c:pt>
                <c:pt idx="9715">
                  <c:v>0.0096</c:v>
                </c:pt>
                <c:pt idx="9716">
                  <c:v>0.0096</c:v>
                </c:pt>
                <c:pt idx="9717">
                  <c:v>0.0096</c:v>
                </c:pt>
                <c:pt idx="9718">
                  <c:v>0.0096</c:v>
                </c:pt>
                <c:pt idx="9719">
                  <c:v>0.0096</c:v>
                </c:pt>
                <c:pt idx="9720">
                  <c:v>0.0096</c:v>
                </c:pt>
                <c:pt idx="9721">
                  <c:v>0.0096</c:v>
                </c:pt>
                <c:pt idx="9722">
                  <c:v>0.0096</c:v>
                </c:pt>
                <c:pt idx="9723">
                  <c:v>0.0096</c:v>
                </c:pt>
                <c:pt idx="9724">
                  <c:v>0.0096</c:v>
                </c:pt>
                <c:pt idx="9725">
                  <c:v>0.0096</c:v>
                </c:pt>
                <c:pt idx="9726">
                  <c:v>0.0096</c:v>
                </c:pt>
                <c:pt idx="9727">
                  <c:v>0.0096</c:v>
                </c:pt>
                <c:pt idx="9728">
                  <c:v>0.0096</c:v>
                </c:pt>
                <c:pt idx="9729">
                  <c:v>0.0096</c:v>
                </c:pt>
                <c:pt idx="9730">
                  <c:v>0.0096</c:v>
                </c:pt>
                <c:pt idx="9731">
                  <c:v>0.0096</c:v>
                </c:pt>
                <c:pt idx="9732">
                  <c:v>0.0096</c:v>
                </c:pt>
                <c:pt idx="9733">
                  <c:v>0.0096</c:v>
                </c:pt>
                <c:pt idx="9734">
                  <c:v>0.0096</c:v>
                </c:pt>
                <c:pt idx="9735">
                  <c:v>0.0096</c:v>
                </c:pt>
                <c:pt idx="9736">
                  <c:v>0.0096</c:v>
                </c:pt>
                <c:pt idx="9737">
                  <c:v>0.0096</c:v>
                </c:pt>
                <c:pt idx="9738">
                  <c:v>0.0096</c:v>
                </c:pt>
                <c:pt idx="9739">
                  <c:v>0.0096</c:v>
                </c:pt>
                <c:pt idx="9740">
                  <c:v>0.0096</c:v>
                </c:pt>
                <c:pt idx="9741">
                  <c:v>0.0096</c:v>
                </c:pt>
                <c:pt idx="9742">
                  <c:v>0.0096</c:v>
                </c:pt>
                <c:pt idx="9743">
                  <c:v>0.0096</c:v>
                </c:pt>
                <c:pt idx="9744">
                  <c:v>0.0096</c:v>
                </c:pt>
                <c:pt idx="9745">
                  <c:v>0.0096</c:v>
                </c:pt>
                <c:pt idx="9746">
                  <c:v>0.0096</c:v>
                </c:pt>
                <c:pt idx="9747">
                  <c:v>0.0096</c:v>
                </c:pt>
                <c:pt idx="9748">
                  <c:v>0.0096</c:v>
                </c:pt>
                <c:pt idx="9749">
                  <c:v>0.0096</c:v>
                </c:pt>
                <c:pt idx="9750">
                  <c:v>0.0096</c:v>
                </c:pt>
                <c:pt idx="9751">
                  <c:v>0.0096</c:v>
                </c:pt>
                <c:pt idx="9752">
                  <c:v>0.0096</c:v>
                </c:pt>
                <c:pt idx="9753">
                  <c:v>0.0096</c:v>
                </c:pt>
                <c:pt idx="9754">
                  <c:v>0.0096</c:v>
                </c:pt>
                <c:pt idx="9755">
                  <c:v>0.0096</c:v>
                </c:pt>
                <c:pt idx="9756">
                  <c:v>0.0096</c:v>
                </c:pt>
                <c:pt idx="9757">
                  <c:v>0.0096</c:v>
                </c:pt>
                <c:pt idx="9758">
                  <c:v>0.0096</c:v>
                </c:pt>
                <c:pt idx="9759">
                  <c:v>0.0096</c:v>
                </c:pt>
                <c:pt idx="9760">
                  <c:v>0.0096</c:v>
                </c:pt>
                <c:pt idx="9761">
                  <c:v>0.0096</c:v>
                </c:pt>
                <c:pt idx="9762">
                  <c:v>0.0096</c:v>
                </c:pt>
                <c:pt idx="9763">
                  <c:v>0.0096</c:v>
                </c:pt>
                <c:pt idx="9764">
                  <c:v>0.0096</c:v>
                </c:pt>
                <c:pt idx="9765">
                  <c:v>0.0096</c:v>
                </c:pt>
                <c:pt idx="9766">
                  <c:v>0.0096</c:v>
                </c:pt>
                <c:pt idx="9767">
                  <c:v>0.0096</c:v>
                </c:pt>
                <c:pt idx="9768">
                  <c:v>0.0096</c:v>
                </c:pt>
                <c:pt idx="9769">
                  <c:v>0.0096</c:v>
                </c:pt>
                <c:pt idx="9770">
                  <c:v>0.0096</c:v>
                </c:pt>
                <c:pt idx="9771">
                  <c:v>0.0096</c:v>
                </c:pt>
                <c:pt idx="9772">
                  <c:v>0.0096</c:v>
                </c:pt>
                <c:pt idx="9773">
                  <c:v>0.0096</c:v>
                </c:pt>
                <c:pt idx="9774">
                  <c:v>0.0096</c:v>
                </c:pt>
                <c:pt idx="9775">
                  <c:v>0.0096</c:v>
                </c:pt>
                <c:pt idx="9776">
                  <c:v>0.0096</c:v>
                </c:pt>
                <c:pt idx="9777">
                  <c:v>0.0096</c:v>
                </c:pt>
                <c:pt idx="9778">
                  <c:v>0.0096</c:v>
                </c:pt>
                <c:pt idx="9779">
                  <c:v>0.0096</c:v>
                </c:pt>
                <c:pt idx="9780">
                  <c:v>0.0096</c:v>
                </c:pt>
                <c:pt idx="9781">
                  <c:v>0.0096</c:v>
                </c:pt>
                <c:pt idx="9782">
                  <c:v>0.0096</c:v>
                </c:pt>
                <c:pt idx="9783">
                  <c:v>0.0096</c:v>
                </c:pt>
                <c:pt idx="9784">
                  <c:v>0.0096</c:v>
                </c:pt>
                <c:pt idx="9785">
                  <c:v>0.0096</c:v>
                </c:pt>
                <c:pt idx="9786">
                  <c:v>0.0096</c:v>
                </c:pt>
                <c:pt idx="9787">
                  <c:v>0.0096</c:v>
                </c:pt>
                <c:pt idx="9788">
                  <c:v>0.0096</c:v>
                </c:pt>
                <c:pt idx="9789">
                  <c:v>0.0096</c:v>
                </c:pt>
                <c:pt idx="9790">
                  <c:v>0.0096</c:v>
                </c:pt>
                <c:pt idx="9791">
                  <c:v>0.0096</c:v>
                </c:pt>
                <c:pt idx="9792">
                  <c:v>0.0096</c:v>
                </c:pt>
                <c:pt idx="9793">
                  <c:v>0.0096</c:v>
                </c:pt>
                <c:pt idx="9794">
                  <c:v>0.0096</c:v>
                </c:pt>
                <c:pt idx="9795">
                  <c:v>0.0096</c:v>
                </c:pt>
                <c:pt idx="9796">
                  <c:v>0.0096</c:v>
                </c:pt>
                <c:pt idx="9797">
                  <c:v>0.0096</c:v>
                </c:pt>
                <c:pt idx="9798">
                  <c:v>0.0096</c:v>
                </c:pt>
                <c:pt idx="9799">
                  <c:v>0.0096</c:v>
                </c:pt>
                <c:pt idx="9800">
                  <c:v>0.0096</c:v>
                </c:pt>
                <c:pt idx="9801">
                  <c:v>0.0096</c:v>
                </c:pt>
                <c:pt idx="9802">
                  <c:v>0.0096</c:v>
                </c:pt>
                <c:pt idx="9803">
                  <c:v>0.0096</c:v>
                </c:pt>
                <c:pt idx="9804">
                  <c:v>0.0096</c:v>
                </c:pt>
                <c:pt idx="9805">
                  <c:v>0.0096</c:v>
                </c:pt>
                <c:pt idx="9806">
                  <c:v>0.0096</c:v>
                </c:pt>
                <c:pt idx="9807">
                  <c:v>0.0096</c:v>
                </c:pt>
                <c:pt idx="9808">
                  <c:v>0.0096</c:v>
                </c:pt>
                <c:pt idx="9809">
                  <c:v>0.0096</c:v>
                </c:pt>
                <c:pt idx="9810">
                  <c:v>0.0096</c:v>
                </c:pt>
                <c:pt idx="9811">
                  <c:v>0.0096</c:v>
                </c:pt>
                <c:pt idx="9812">
                  <c:v>0.0096</c:v>
                </c:pt>
                <c:pt idx="9813">
                  <c:v>0.0096</c:v>
                </c:pt>
                <c:pt idx="9814">
                  <c:v>0.0096</c:v>
                </c:pt>
                <c:pt idx="9815">
                  <c:v>0.0096</c:v>
                </c:pt>
                <c:pt idx="9816">
                  <c:v>0.0096</c:v>
                </c:pt>
                <c:pt idx="9817">
                  <c:v>0.0096</c:v>
                </c:pt>
                <c:pt idx="9818">
                  <c:v>0.0096</c:v>
                </c:pt>
                <c:pt idx="9819">
                  <c:v>0.0096</c:v>
                </c:pt>
                <c:pt idx="9820">
                  <c:v>0.0096</c:v>
                </c:pt>
                <c:pt idx="9821">
                  <c:v>0.0096</c:v>
                </c:pt>
                <c:pt idx="9822">
                  <c:v>0.0096</c:v>
                </c:pt>
                <c:pt idx="9823">
                  <c:v>0.0096</c:v>
                </c:pt>
                <c:pt idx="9824">
                  <c:v>0.0096</c:v>
                </c:pt>
                <c:pt idx="9825">
                  <c:v>0.0096</c:v>
                </c:pt>
                <c:pt idx="9826">
                  <c:v>0.0096</c:v>
                </c:pt>
                <c:pt idx="9827">
                  <c:v>0.0096</c:v>
                </c:pt>
                <c:pt idx="9828">
                  <c:v>0.0096</c:v>
                </c:pt>
                <c:pt idx="9829">
                  <c:v>0.0096</c:v>
                </c:pt>
                <c:pt idx="9830">
                  <c:v>0.0096</c:v>
                </c:pt>
                <c:pt idx="9831">
                  <c:v>0.0096</c:v>
                </c:pt>
                <c:pt idx="9832">
                  <c:v>0.0096</c:v>
                </c:pt>
                <c:pt idx="9833">
                  <c:v>0.0096</c:v>
                </c:pt>
                <c:pt idx="9834">
                  <c:v>0.0096</c:v>
                </c:pt>
                <c:pt idx="9835">
                  <c:v>0.0096</c:v>
                </c:pt>
                <c:pt idx="9836">
                  <c:v>0.0096</c:v>
                </c:pt>
                <c:pt idx="9837">
                  <c:v>0.0096</c:v>
                </c:pt>
                <c:pt idx="9838">
                  <c:v>0.0096</c:v>
                </c:pt>
                <c:pt idx="9839">
                  <c:v>0.0096</c:v>
                </c:pt>
                <c:pt idx="9840">
                  <c:v>0.0096</c:v>
                </c:pt>
                <c:pt idx="9841">
                  <c:v>0.0096</c:v>
                </c:pt>
                <c:pt idx="9842">
                  <c:v>0.0096</c:v>
                </c:pt>
                <c:pt idx="9843">
                  <c:v>0.0096</c:v>
                </c:pt>
                <c:pt idx="9844">
                  <c:v>0.0096</c:v>
                </c:pt>
                <c:pt idx="9845">
                  <c:v>0.0096</c:v>
                </c:pt>
                <c:pt idx="9846">
                  <c:v>0.0096</c:v>
                </c:pt>
                <c:pt idx="9847">
                  <c:v>0.0096</c:v>
                </c:pt>
                <c:pt idx="9848">
                  <c:v>0.0096</c:v>
                </c:pt>
                <c:pt idx="9849">
                  <c:v>0.0096</c:v>
                </c:pt>
                <c:pt idx="9850">
                  <c:v>0.0096</c:v>
                </c:pt>
                <c:pt idx="9851">
                  <c:v>0.0096</c:v>
                </c:pt>
                <c:pt idx="9852">
                  <c:v>0.0096</c:v>
                </c:pt>
                <c:pt idx="9853">
                  <c:v>0.0096</c:v>
                </c:pt>
                <c:pt idx="9854">
                  <c:v>0.0096</c:v>
                </c:pt>
                <c:pt idx="9855">
                  <c:v>0.0096</c:v>
                </c:pt>
                <c:pt idx="9856">
                  <c:v>0.0096</c:v>
                </c:pt>
                <c:pt idx="9857">
                  <c:v>0.0096</c:v>
                </c:pt>
                <c:pt idx="9858">
                  <c:v>0.0096</c:v>
                </c:pt>
                <c:pt idx="9859">
                  <c:v>0.0096</c:v>
                </c:pt>
                <c:pt idx="9860">
                  <c:v>0.0096</c:v>
                </c:pt>
                <c:pt idx="9861">
                  <c:v>0.0096</c:v>
                </c:pt>
                <c:pt idx="9862">
                  <c:v>0.0096</c:v>
                </c:pt>
                <c:pt idx="9863">
                  <c:v>0.0096</c:v>
                </c:pt>
                <c:pt idx="9864">
                  <c:v>0.0096</c:v>
                </c:pt>
                <c:pt idx="9865">
                  <c:v>0.0096</c:v>
                </c:pt>
                <c:pt idx="9866">
                  <c:v>0.0096</c:v>
                </c:pt>
                <c:pt idx="9867">
                  <c:v>0.0096</c:v>
                </c:pt>
                <c:pt idx="9868">
                  <c:v>0.0096</c:v>
                </c:pt>
                <c:pt idx="9869">
                  <c:v>0.0096</c:v>
                </c:pt>
                <c:pt idx="9870">
                  <c:v>0.0096</c:v>
                </c:pt>
                <c:pt idx="9871">
                  <c:v>0.0096</c:v>
                </c:pt>
                <c:pt idx="9872">
                  <c:v>0.0096</c:v>
                </c:pt>
                <c:pt idx="9873">
                  <c:v>0.0096</c:v>
                </c:pt>
                <c:pt idx="9874">
                  <c:v>0.0096</c:v>
                </c:pt>
                <c:pt idx="9875">
                  <c:v>0.0096</c:v>
                </c:pt>
                <c:pt idx="9876">
                  <c:v>0.0096</c:v>
                </c:pt>
                <c:pt idx="9877">
                  <c:v>0.0096</c:v>
                </c:pt>
                <c:pt idx="9878">
                  <c:v>0.0096</c:v>
                </c:pt>
                <c:pt idx="9879">
                  <c:v>0.0096</c:v>
                </c:pt>
                <c:pt idx="9880">
                  <c:v>0.0096</c:v>
                </c:pt>
                <c:pt idx="9881">
                  <c:v>0.0096</c:v>
                </c:pt>
                <c:pt idx="9882">
                  <c:v>0.0096</c:v>
                </c:pt>
                <c:pt idx="9883">
                  <c:v>0.0096</c:v>
                </c:pt>
                <c:pt idx="9884">
                  <c:v>0.0096</c:v>
                </c:pt>
                <c:pt idx="9885">
                  <c:v>0.0096</c:v>
                </c:pt>
                <c:pt idx="9886">
                  <c:v>0.0096</c:v>
                </c:pt>
                <c:pt idx="9887">
                  <c:v>0.0096</c:v>
                </c:pt>
                <c:pt idx="9888">
                  <c:v>0.0096</c:v>
                </c:pt>
                <c:pt idx="9889">
                  <c:v>0.0096</c:v>
                </c:pt>
                <c:pt idx="9890">
                  <c:v>0.0096</c:v>
                </c:pt>
                <c:pt idx="9891">
                  <c:v>0.0096</c:v>
                </c:pt>
                <c:pt idx="9892">
                  <c:v>0.0096</c:v>
                </c:pt>
                <c:pt idx="9893">
                  <c:v>0.0096</c:v>
                </c:pt>
                <c:pt idx="9894">
                  <c:v>0.0096</c:v>
                </c:pt>
                <c:pt idx="9895">
                  <c:v>0.0096</c:v>
                </c:pt>
                <c:pt idx="9896">
                  <c:v>0.0096</c:v>
                </c:pt>
                <c:pt idx="9897">
                  <c:v>0.0096</c:v>
                </c:pt>
                <c:pt idx="9898">
                  <c:v>0.0096</c:v>
                </c:pt>
                <c:pt idx="9899">
                  <c:v>0.0096</c:v>
                </c:pt>
                <c:pt idx="9900">
                  <c:v>0.0096</c:v>
                </c:pt>
                <c:pt idx="9901">
                  <c:v>0.0096</c:v>
                </c:pt>
                <c:pt idx="9902">
                  <c:v>0.0096</c:v>
                </c:pt>
                <c:pt idx="9903">
                  <c:v>0.0096</c:v>
                </c:pt>
                <c:pt idx="9904">
                  <c:v>0.0096</c:v>
                </c:pt>
                <c:pt idx="9905">
                  <c:v>0.0096</c:v>
                </c:pt>
                <c:pt idx="9906">
                  <c:v>0.0096</c:v>
                </c:pt>
                <c:pt idx="9907">
                  <c:v>0.0096</c:v>
                </c:pt>
                <c:pt idx="9908">
                  <c:v>0.0096</c:v>
                </c:pt>
                <c:pt idx="9909">
                  <c:v>0.0096</c:v>
                </c:pt>
                <c:pt idx="9910">
                  <c:v>0.0096</c:v>
                </c:pt>
                <c:pt idx="9911">
                  <c:v>0.0096</c:v>
                </c:pt>
                <c:pt idx="9912">
                  <c:v>0.0096</c:v>
                </c:pt>
                <c:pt idx="9913">
                  <c:v>0.0096</c:v>
                </c:pt>
                <c:pt idx="9914">
                  <c:v>0.0096</c:v>
                </c:pt>
                <c:pt idx="9915">
                  <c:v>0.0096</c:v>
                </c:pt>
                <c:pt idx="9916">
                  <c:v>0.0096</c:v>
                </c:pt>
                <c:pt idx="9917">
                  <c:v>0.0096</c:v>
                </c:pt>
                <c:pt idx="9918">
                  <c:v>0.0096</c:v>
                </c:pt>
                <c:pt idx="9919">
                  <c:v>0.0096</c:v>
                </c:pt>
                <c:pt idx="9920">
                  <c:v>0.0096</c:v>
                </c:pt>
                <c:pt idx="9921">
                  <c:v>0.0096</c:v>
                </c:pt>
                <c:pt idx="9922">
                  <c:v>0.0096</c:v>
                </c:pt>
                <c:pt idx="9923">
                  <c:v>0.0096</c:v>
                </c:pt>
                <c:pt idx="9924">
                  <c:v>0.0096</c:v>
                </c:pt>
                <c:pt idx="9925">
                  <c:v>0.0096</c:v>
                </c:pt>
                <c:pt idx="9926">
                  <c:v>0.0096</c:v>
                </c:pt>
                <c:pt idx="9927">
                  <c:v>0.0096</c:v>
                </c:pt>
                <c:pt idx="9928">
                  <c:v>0.0096</c:v>
                </c:pt>
                <c:pt idx="9929">
                  <c:v>0.0096</c:v>
                </c:pt>
                <c:pt idx="9930">
                  <c:v>0.0096</c:v>
                </c:pt>
                <c:pt idx="9931">
                  <c:v>0.0096</c:v>
                </c:pt>
                <c:pt idx="9932">
                  <c:v>0.0096</c:v>
                </c:pt>
                <c:pt idx="9933">
                  <c:v>0.0096</c:v>
                </c:pt>
                <c:pt idx="9934">
                  <c:v>0.0096</c:v>
                </c:pt>
                <c:pt idx="9935">
                  <c:v>0.0096</c:v>
                </c:pt>
                <c:pt idx="9936">
                  <c:v>0.0096</c:v>
                </c:pt>
                <c:pt idx="9937">
                  <c:v>0.0096</c:v>
                </c:pt>
                <c:pt idx="9938">
                  <c:v>0.0096</c:v>
                </c:pt>
                <c:pt idx="9939">
                  <c:v>0.0096</c:v>
                </c:pt>
                <c:pt idx="9940">
                  <c:v>0.0096</c:v>
                </c:pt>
                <c:pt idx="9941">
                  <c:v>0.0096</c:v>
                </c:pt>
                <c:pt idx="9942">
                  <c:v>0.0096</c:v>
                </c:pt>
                <c:pt idx="9943">
                  <c:v>0.0096</c:v>
                </c:pt>
                <c:pt idx="9944">
                  <c:v>0.0096</c:v>
                </c:pt>
                <c:pt idx="9945">
                  <c:v>0.0096</c:v>
                </c:pt>
                <c:pt idx="9946">
                  <c:v>0.0096</c:v>
                </c:pt>
                <c:pt idx="9947">
                  <c:v>0.0096</c:v>
                </c:pt>
                <c:pt idx="9948">
                  <c:v>0.0096</c:v>
                </c:pt>
                <c:pt idx="9949">
                  <c:v>0.0096</c:v>
                </c:pt>
                <c:pt idx="9950">
                  <c:v>0.0096</c:v>
                </c:pt>
                <c:pt idx="9951">
                  <c:v>0.0096</c:v>
                </c:pt>
                <c:pt idx="9952">
                  <c:v>0.0096</c:v>
                </c:pt>
                <c:pt idx="9953">
                  <c:v>0.0096</c:v>
                </c:pt>
                <c:pt idx="9954">
                  <c:v>0.0096</c:v>
                </c:pt>
                <c:pt idx="9955">
                  <c:v>0.0096</c:v>
                </c:pt>
                <c:pt idx="9956">
                  <c:v>0.0096</c:v>
                </c:pt>
                <c:pt idx="9957">
                  <c:v>0.0096</c:v>
                </c:pt>
                <c:pt idx="9958">
                  <c:v>0.0096</c:v>
                </c:pt>
                <c:pt idx="9959">
                  <c:v>0.0096</c:v>
                </c:pt>
                <c:pt idx="9960">
                  <c:v>0.0096</c:v>
                </c:pt>
                <c:pt idx="9961">
                  <c:v>0.0096</c:v>
                </c:pt>
                <c:pt idx="9962">
                  <c:v>0.0096</c:v>
                </c:pt>
                <c:pt idx="9963">
                  <c:v>0.0096</c:v>
                </c:pt>
                <c:pt idx="9964">
                  <c:v>0.0096</c:v>
                </c:pt>
                <c:pt idx="9965">
                  <c:v>0.0096</c:v>
                </c:pt>
                <c:pt idx="9966">
                  <c:v>0.0096</c:v>
                </c:pt>
                <c:pt idx="9967">
                  <c:v>0.0096</c:v>
                </c:pt>
                <c:pt idx="9968">
                  <c:v>0.0096</c:v>
                </c:pt>
                <c:pt idx="9969">
                  <c:v>0.0096</c:v>
                </c:pt>
                <c:pt idx="9970">
                  <c:v>0.0096</c:v>
                </c:pt>
                <c:pt idx="9971">
                  <c:v>0.0096</c:v>
                </c:pt>
                <c:pt idx="9972">
                  <c:v>0.0096</c:v>
                </c:pt>
                <c:pt idx="9973">
                  <c:v>0.0096</c:v>
                </c:pt>
                <c:pt idx="9974">
                  <c:v>0.0096</c:v>
                </c:pt>
                <c:pt idx="9975">
                  <c:v>0.0096</c:v>
                </c:pt>
                <c:pt idx="9976">
                  <c:v>0.0096</c:v>
                </c:pt>
                <c:pt idx="9977">
                  <c:v>0.0096</c:v>
                </c:pt>
                <c:pt idx="9978">
                  <c:v>0.0096</c:v>
                </c:pt>
                <c:pt idx="9979">
                  <c:v>0.0096</c:v>
                </c:pt>
                <c:pt idx="9980">
                  <c:v>0.0096</c:v>
                </c:pt>
                <c:pt idx="9981">
                  <c:v>0.0096</c:v>
                </c:pt>
                <c:pt idx="9982">
                  <c:v>0.0096</c:v>
                </c:pt>
                <c:pt idx="9983">
                  <c:v>0.0096</c:v>
                </c:pt>
                <c:pt idx="9984">
                  <c:v>0.0096</c:v>
                </c:pt>
                <c:pt idx="9985">
                  <c:v>0.0096</c:v>
                </c:pt>
                <c:pt idx="9986">
                  <c:v>0.0096</c:v>
                </c:pt>
                <c:pt idx="9987">
                  <c:v>0.0096</c:v>
                </c:pt>
                <c:pt idx="9988">
                  <c:v>0.0096</c:v>
                </c:pt>
                <c:pt idx="9989">
                  <c:v>0.0096</c:v>
                </c:pt>
                <c:pt idx="9990">
                  <c:v>0.0096</c:v>
                </c:pt>
                <c:pt idx="9991">
                  <c:v>0.0096</c:v>
                </c:pt>
                <c:pt idx="9992">
                  <c:v>0.0096</c:v>
                </c:pt>
                <c:pt idx="9993">
                  <c:v>0.0096</c:v>
                </c:pt>
                <c:pt idx="9994">
                  <c:v>0.0096</c:v>
                </c:pt>
                <c:pt idx="9995">
                  <c:v>0.0096</c:v>
                </c:pt>
                <c:pt idx="9996">
                  <c:v>0.0096</c:v>
                </c:pt>
                <c:pt idx="9997">
                  <c:v>0.0096</c:v>
                </c:pt>
                <c:pt idx="9998">
                  <c:v>0.0096</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t>Top 10 Passphrase 占比分布：檢視是否存在異常集中風險</a:t>
            </a:r>
          </a:p>
        </c:rich>
      </c:tx>
      <c:layout/>
      <c:overlay val="0"/>
    </c:title>
    <c:autoTitleDeleted val="0"/>
    <c:plotArea>
      <c:barChart>
        <c:barDir val="bar"/>
        <c:grouping val="clustered"/>
        <c:ser>
          <c:idx val="0"/>
          <c:order val="0"/>
          <c:tx>
            <c:strRef>
              <c:f>Sheet1!$B$1</c:f>
              <c:strCache>
                <c:ptCount val="1"/>
                <c:pt idx="0">
                  <c:v>count</c:v>
                </c:pt>
              </c:strCache>
            </c:strRef>
          </c:tx>
          <c:cat>
            <c:strRef>
              <c:f>Sheet1!$A$2:$A$11</c:f>
              <c:strCache>
                <c:ptCount val="10"/>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strCache>
            </c:strRef>
          </c:cat>
          <c:val>
            <c:numRef>
              <c:f>Sheet1!$B$2:$B$11</c:f>
              <c:numCache>
                <c:formatCode>General</c:formatCode>
                <c:ptCount val="10"/>
                <c:pt idx="0">
                  <c:v>0.4146</c:v>
                </c:pt>
                <c:pt idx="1">
                  <c:v>0.1398</c:v>
                </c:pt>
                <c:pt idx="2">
                  <c:v>0.1366</c:v>
                </c:pt>
                <c:pt idx="3">
                  <c:v>0.1318</c:v>
                </c:pt>
                <c:pt idx="4">
                  <c:v>0.1109</c:v>
                </c:pt>
                <c:pt idx="5">
                  <c:v>0.1012</c:v>
                </c:pt>
                <c:pt idx="6">
                  <c:v>0.0948</c:v>
                </c:pt>
                <c:pt idx="7">
                  <c:v>0.0932</c:v>
                </c:pt>
                <c:pt idx="8">
                  <c:v>0.0836</c:v>
                </c:pt>
                <c:pt idx="9">
                  <c:v>0.0819</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t>長尾 Passphrase 群組數量分布：9,999 組低頻群組分散集中風險</a:t>
            </a:r>
          </a:p>
        </c:rich>
      </c:tx>
      <c:layout/>
      <c:overlay val="0"/>
    </c:title>
    <c:autoTitleDeleted val="0"/>
    <c:plotArea>
      <c:barChart>
        <c:barDir val="col"/>
        <c:grouping val="clustered"/>
        <c:ser>
          <c:idx val="0"/>
          <c:order val="0"/>
          <c:tx>
            <c:strRef>
              <c:f>Sheet1!$B$1</c:f>
              <c:strCache>
                <c:ptCount val="1"/>
                <c:pt idx="0">
                  <c:v>count</c:v>
                </c:pt>
              </c:strCache>
            </c:strRef>
          </c:tx>
          <c:cat>
            <c:strRef>
              <c:f>Sheet1!$A$2:$A$10000</c:f>
              <c:strCache>
                <c:ptCount val="9999"/>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pt idx="10">
                  <c:v>frankcansellyourhouse</c:v>
                </c:pt>
                <c:pt idx="11">
                  <c:v>greatertampaappraisal</c:v>
                </c:pt>
                <c:pt idx="12">
                  <c:v>daltonappraisalgroup</c:v>
                </c:pt>
                <c:pt idx="13">
                  <c:v>sweet_but_mean_devil0723</c:v>
                </c:pt>
                <c:pt idx="14">
                  <c:v>numberonerealtor2553</c:v>
                </c:pt>
                <c:pt idx="15">
                  <c:v>midwestrapidappraisal</c:v>
                </c:pt>
                <c:pt idx="16">
                  <c:v>melinda4yourrealestate</c:v>
                </c:pt>
                <c:pt idx="17">
                  <c:v>correcthorsebatterystaple</c:v>
                </c:pt>
                <c:pt idx="18">
                  <c:v>maytheforcebewithyou</c:v>
                </c:pt>
                <c:pt idx="19">
                  <c:v>highschoolmusical123</c:v>
                </c:pt>
                <c:pt idx="20">
                  <c:v>urbanwoodworkinganddesign</c:v>
                </c:pt>
                <c:pt idx="21">
                  <c:v>maxmotivesmotherlode</c:v>
                </c:pt>
                <c:pt idx="22">
                  <c:v>lancheeyoung18041974</c:v>
                </c:pt>
                <c:pt idx="23">
                  <c:v>Bulletformyvalentine</c:v>
                </c:pt>
                <c:pt idx="24">
                  <c:v>jasminemarievillegas</c:v>
                </c:pt>
                <c:pt idx="25">
                  <c:v>manforgirllove100131</c:v>
                </c:pt>
                <c:pt idx="26">
                  <c:v>nationalhomeappraisal</c:v>
                </c:pt>
                <c:pt idx="27">
                  <c:v>nightwish_199329love</c:v>
                </c:pt>
                <c:pt idx="28">
                  <c:v>fivefingerdeathpunch</c:v>
                </c:pt>
                <c:pt idx="29">
                  <c:v>elite_4_life_suicide</c:v>
                </c:pt>
                <c:pt idx="30">
                  <c:v>7782761081lolitapapalesik</c:v>
                </c:pt>
                <c:pt idx="31">
                  <c:v>rageagainstthemachine</c:v>
                </c:pt>
                <c:pt idx="32">
                  <c:v>peanutbutterandjelly</c:v>
                </c:pt>
                <c:pt idx="33">
                  <c:v>directmagazineservice</c:v>
                </c:pt>
                <c:pt idx="34">
                  <c:v>princelarry_head2001</c:v>
                </c:pt>
                <c:pt idx="35">
                  <c:v>blonde_softball_sweetie06</c:v>
                </c:pt>
                <c:pt idx="36">
                  <c:v>blackgraphskokieflip</c:v>
                </c:pt>
                <c:pt idx="37">
                  <c:v>123456798PODSHEVALIN</c:v>
                </c:pt>
                <c:pt idx="38">
                  <c:v>supermassiveblackhole</c:v>
                </c:pt>
                <c:pt idx="39">
                  <c:v>secret2920morbidtime</c:v>
                </c:pt>
                <c:pt idx="40">
                  <c:v>rememberthispassword</c:v>
                </c:pt>
                <c:pt idx="41">
                  <c:v>BulletForMyValentine</c:v>
                </c:pt>
                <c:pt idx="42">
                  <c:v>antidisestablishmentarianism</c:v>
                </c:pt>
                <c:pt idx="43">
                  <c:v>barbieislandprincess</c:v>
                </c:pt>
                <c:pt idx="44">
                  <c:v>asking_alexandria_wolf</c:v>
                </c:pt>
                <c:pt idx="45">
                  <c:v>youwillneverwalkalone</c:v>
                </c:pt>
                <c:pt idx="46">
                  <c:v>the_broken_heart2005</c:v>
                </c:pt>
                <c:pt idx="47">
                  <c:v>importexportplatform</c:v>
                </c:pt>
                <c:pt idx="48">
                  <c:v>ExternalInterfaceModule</c:v>
                </c:pt>
                <c:pt idx="49">
                  <c:v>arnlinetelevision123</c:v>
                </c:pt>
                <c:pt idx="50">
                  <c:v>666101101kikihateyou</c:v>
                </c:pt>
                <c:pt idx="51">
                  <c:v>unionboxingpromotion</c:v>
                </c:pt>
                <c:pt idx="52">
                  <c:v>purplemonkeydishwasher</c:v>
                </c:pt>
                <c:pt idx="53">
                  <c:v>peanutbutterjellytime</c:v>
                </c:pt>
                <c:pt idx="54">
                  <c:v>lovewillsavetheworld</c:v>
                </c:pt>
                <c:pt idx="55">
                  <c:v>life23very08good1991</c:v>
                </c:pt>
                <c:pt idx="56">
                  <c:v>buffythevampireslayer</c:v>
                </c:pt>
                <c:pt idx="57">
                  <c:v>AssassinsCreedWolf91</c:v>
                </c:pt>
                <c:pt idx="58">
                  <c:v>alina03012000krisdoc</c:v>
                </c:pt>
                <c:pt idx="59">
                  <c:v>1sappytime151forlife1</c:v>
                </c:pt>
                <c:pt idx="60">
                  <c:v>1alina2ahunova3456789</c:v>
                </c:pt>
                <c:pt idx="61">
                  <c:v>theblackdahliamurder</c:v>
                </c:pt>
                <c:pt idx="62">
                  <c:v>thankyougod3456789</c:v>
                </c:pt>
                <c:pt idx="63">
                  <c:v>Puppinandrea14111995</c:v>
                </c:pt>
                <c:pt idx="64">
                  <c:v>PasswordNeedsReset!77983</c:v>
                </c:pt>
                <c:pt idx="65">
                  <c:v>one9eight4-1nine8fou</c:v>
                </c:pt>
                <c:pt idx="66">
                  <c:v>lightningbloodfireice</c:v>
                </c:pt>
                <c:pt idx="67">
                  <c:v>diamonddustrebellion</c:v>
                </c:pt>
                <c:pt idx="68">
                  <c:v>densportsmen31071992</c:v>
                </c:pt>
                <c:pt idx="69">
                  <c:v>bardarashomeromer19951995</c:v>
                </c:pt>
                <c:pt idx="70">
                  <c:v>assumingdirectcontrol</c:v>
                </c:pt>
                <c:pt idx="71">
                  <c:v>trancearoundtheworld</c:v>
                </c:pt>
                <c:pt idx="72">
                  <c:v>thesupercometpassword</c:v>
                </c:pt>
                <c:pt idx="73">
                  <c:v>people01are10still19having94sex</c:v>
                </c:pt>
                <c:pt idx="74">
                  <c:v>needforspeedundercover</c:v>
                </c:pt>
                <c:pt idx="75">
                  <c:v>minecraftmasterfuture</c:v>
                </c:pt>
                <c:pt idx="76">
                  <c:v>madam22.sasha22.live</c:v>
                </c:pt>
                <c:pt idx="77">
                  <c:v>followthewhiterabbit</c:v>
                </c:pt>
                <c:pt idx="78">
                  <c:v>FALLING5BLOODPRESSURE</c:v>
                </c:pt>
                <c:pt idx="79">
                  <c:v>571burnbutdontincinerate483</c:v>
                </c:pt>
                <c:pt idx="80">
                  <c:v>windowslivemessenger</c:v>
                </c:pt>
                <c:pt idx="81">
                  <c:v>thisholidaylifeflightcrew</c:v>
                </c:pt>
                <c:pt idx="82">
                  <c:v>Thebeautifulgirllike</c:v>
                </c:pt>
                <c:pt idx="83">
                  <c:v>RainbowspiritParadise</c:v>
                </c:pt>
                <c:pt idx="84">
                  <c:v>metalsoftretribution</c:v>
                </c:pt>
                <c:pt idx="85">
                  <c:v>imperialdevilstealth</c:v>
                </c:pt>
                <c:pt idx="86">
                  <c:v>hustleloyaltyrespect</c:v>
                </c:pt>
                <c:pt idx="87">
                  <c:v>coreyhoppermay221997</c:v>
                </c:pt>
                <c:pt idx="88">
                  <c:v>cinema_bizarre_-_love_son</c:v>
                </c:pt>
                <c:pt idx="89">
                  <c:v>willbeknowworldwide2012</c:v>
                </c:pt>
                <c:pt idx="90">
                  <c:v>whoonearturbbarclay123</c:v>
                </c:pt>
                <c:pt idx="91">
                  <c:v>treysongsmackgurl_12</c:v>
                </c:pt>
                <c:pt idx="92">
                  <c:v>theultimatecountdown</c:v>
                </c:pt>
                <c:pt idx="93">
                  <c:v>theneverendingrebuttal</c:v>
                </c:pt>
                <c:pt idx="94">
                  <c:v>teachelorddarkness44</c:v>
                </c:pt>
                <c:pt idx="95">
                  <c:v>raincorenation187</c:v>
                </c:pt>
                <c:pt idx="96">
                  <c:v>naidwaynefloridafunseeker</c:v>
                </c:pt>
                <c:pt idx="97">
                  <c:v>midnightthe_CooL_MAN</c:v>
                </c:pt>
                <c:pt idx="98">
                  <c:v>liverpoolfootballclub</c:v>
                </c:pt>
                <c:pt idx="99">
                  <c:v>limitedmarketingroup</c:v>
                </c:pt>
                <c:pt idx="100">
                  <c:v>libchrisamidaft_gurl86</c:v>
                </c:pt>
                <c:pt idx="101">
                  <c:v>KORONA210614LOVENOKIA7610</c:v>
                </c:pt>
                <c:pt idx="102">
                  <c:v>koolest_picture_contest</c:v>
                </c:pt>
                <c:pt idx="103">
                  <c:v>Kingdomhearts8emily</c:v>
                </c:pt>
                <c:pt idx="104">
                  <c:v>KentuckyFriedChicken</c:v>
                </c:pt>
                <c:pt idx="105">
                  <c:v>jupitercoconutcyclone</c:v>
                </c:pt>
                <c:pt idx="106">
                  <c:v>Jenn5784005jansen_deb</c:v>
                </c:pt>
                <c:pt idx="107">
                  <c:v>jampinganddrawingcrew</c:v>
                </c:pt>
                <c:pt idx="108">
                  <c:v>highschoolmusical101</c:v>
                </c:pt>
                <c:pt idx="109">
                  <c:v>game...over....basta</c:v>
                </c:pt>
                <c:pt idx="110">
                  <c:v>fullmetalalchemist12</c:v>
                </c:pt>
                <c:pt idx="111">
                  <c:v>elephantislandvictoria</c:v>
                </c:pt>
                <c:pt idx="112">
                  <c:v>counterstrikeconditionzero</c:v>
                </c:pt>
                <c:pt idx="113">
                  <c:v>castleforever_edmond</c:v>
                </c:pt>
                <c:pt idx="114">
                  <c:v>cancerdelalanpiersonthasurface</c:v>
                </c:pt>
                <c:pt idx="115">
                  <c:v>brynmawchiweaverfireman2327</c:v>
                </c:pt>
                <c:pt idx="116">
                  <c:v>benaveda072801nadiacarlin</c:v>
                </c:pt>
                <c:pt idx="117">
                  <c:v>baseballplayinghorse</c:v>
                </c:pt>
                <c:pt idx="118">
                  <c:v>bangbobbiebuddygreen</c:v>
                </c:pt>
                <c:pt idx="119">
                  <c:v>baby_dulcelollypop_12</c:v>
                </c:pt>
                <c:pt idx="120">
                  <c:v>arkansahayley.allison5</c:v>
                </c:pt>
                <c:pt idx="121">
                  <c:v>anapaulaoliveira24040</c:v>
                </c:pt>
                <c:pt idx="122">
                  <c:v>anamorphicwidescreen</c:v>
                </c:pt>
                <c:pt idx="123">
                  <c:v>allalongthewatchtower</c:v>
                </c:pt>
                <c:pt idx="124">
                  <c:v>1_buscoolvaleria2012</c:v>
                </c:pt>
                <c:pt idx="125">
                  <c:v>71321733flashkimbask</c:v>
                </c:pt>
                <c:pt idx="126">
                  <c:v>420smokeweedeveryday</c:v>
                </c:pt>
                <c:pt idx="127">
                  <c:v>1buDennis_daven.moore</c:v>
                </c:pt>
                <c:pt idx="128">
                  <c:v>180714punksnotdead</c:v>
                </c:pt>
                <c:pt idx="129">
                  <c:v>12746goodkarmaplease</c:v>
                </c:pt>
                <c:pt idx="130">
                  <c:v>volgogradsergeeva199</c:v>
                </c:pt>
                <c:pt idx="131">
                  <c:v>verydifficultpassword</c:v>
                </c:pt>
                <c:pt idx="132">
                  <c:v>valleyconcertsociety</c:v>
                </c:pt>
                <c:pt idx="133">
                  <c:v>vale-bondareva201219</c:v>
                </c:pt>
                <c:pt idx="134">
                  <c:v>unicornsniperpassword</c:v>
                </c:pt>
                <c:pt idx="135">
                  <c:v>trickshotterminal123</c:v>
                </c:pt>
                <c:pt idx="136">
                  <c:v>#NAME?</c:v>
                </c:pt>
                <c:pt idx="137">
                  <c:v>topgear_forever12345</c:v>
                </c:pt>
                <c:pt idx="138">
                  <c:v>tigersad0postmaster</c:v>
                </c:pt>
                <c:pt idx="139">
                  <c:v>struggleforexistence</c:v>
                </c:pt>
                <c:pt idx="140">
                  <c:v>streetracingsyndicate</c:v>
                </c:pt>
                <c:pt idx="141">
                  <c:v>stargate17atlantis10</c:v>
                </c:pt>
                <c:pt idx="142">
                  <c:v>sorokina_anna5307359</c:v>
                </c:pt>
                <c:pt idx="143">
                  <c:v>soccerrockmanchester1</c:v>
                </c:pt>
                <c:pt idx="144">
                  <c:v>snowflakepeter_marks5</c:v>
                </c:pt>
                <c:pt idx="145">
                  <c:v>smokeweedeveryday420</c:v>
                </c:pt>
                <c:pt idx="146">
                  <c:v>smith0sweetcovergirl</c:v>
                </c:pt>
                <c:pt idx="147">
                  <c:v>sabrina.marie.cordeiro</c:v>
                </c:pt>
                <c:pt idx="148">
                  <c:v>rowing25super.marina</c:v>
                </c:pt>
                <c:pt idx="149">
                  <c:v>resourcebasedeconomy</c:v>
                </c:pt>
                <c:pt idx="150">
                  <c:v>redneck_chick_gone_wild</c:v>
                </c:pt>
                <c:pt idx="151">
                  <c:v>ready2fallriseagainst</c:v>
                </c:pt>
                <c:pt idx="152">
                  <c:v>rageagainstthemachine1</c:v>
                </c:pt>
                <c:pt idx="153">
                  <c:v>positivecashflow1200</c:v>
                </c:pt>
                <c:pt idx="154">
                  <c:v>pokemonblackandwhite</c:v>
                </c:pt>
                <c:pt idx="155">
                  <c:v>pleasedontstopthemusic</c:v>
                </c:pt>
                <c:pt idx="156">
                  <c:v>penguinsaregreat1295</c:v>
                </c:pt>
                <c:pt idx="157">
                  <c:v>passsuper11245loveyou</c:v>
                </c:pt>
                <c:pt idx="158">
                  <c:v>Order Free Web Hosting</c:v>
                </c:pt>
                <c:pt idx="159">
                  <c:v>Order Free Web Hosting</c:v>
                </c:pt>
                <c:pt idx="160">
                  <c:v>neverwinternights7575332106</c:v>
                </c:pt>
                <c:pt idx="161">
                  <c:v>neverending1960story</c:v>
                </c:pt>
                <c:pt idx="162">
                  <c:v>motherlodemushmellow</c:v>
                </c:pt>
                <c:pt idx="163">
                  <c:v>mixloweranduppercase</c:v>
                </c:pt>
                <c:pt idx="164">
                  <c:v>microscopebulbpurplehaze2</c:v>
                </c:pt>
                <c:pt idx="165">
                  <c:v>mathsisfavoriteforme</c:v>
                </c:pt>
                <c:pt idx="166">
                  <c:v>marijuanatillnirvana</c:v>
                </c:pt>
                <c:pt idx="167">
                  <c:v>lolly12345allstar1_2000</c:v>
                </c:pt>
                <c:pt idx="168">
                  <c:v>lochGYMNASTICS_BASRAH</c:v>
                </c:pt>
                <c:pt idx="169">
                  <c:v>lilcountrycowgirl420</c:v>
                </c:pt>
                <c:pt idx="170">
                  <c:v>lateinformationelena</c:v>
                </c:pt>
                <c:pt idx="171">
                  <c:v>kristinamajestic_lover11</c:v>
                </c:pt>
                <c:pt idx="172">
                  <c:v>kristina1993kazanova</c:v>
                </c:pt>
                <c:pt idx="173">
                  <c:v>killapplesavetheworld</c:v>
                </c:pt>
                <c:pt idx="174">
                  <c:v>KEN1996guru04veronika</c:v>
                </c:pt>
                <c:pt idx="175">
                  <c:v>justdreamlivestreaming</c:v>
                </c:pt>
                <c:pt idx="176">
                  <c:v>juli501coca2pino93</c:v>
                </c:pt>
                <c:pt idx="177">
                  <c:v>jenniferacebernie1716</c:v>
                </c:pt>
                <c:pt idx="178">
                  <c:v>jennflorence.ortolan</c:v>
                </c:pt>
                <c:pt idx="179">
                  <c:v>hollywoodnewrelease197</c:v>
                </c:pt>
                <c:pt idx="180">
                  <c:v>hoigastdude12345679</c:v>
                </c:pt>
                <c:pt idx="181">
                  <c:v>hiphop-girl-michaela11</c:v>
                </c:pt>
                <c:pt idx="182">
                  <c:v>heyyouarebeautiful17</c:v>
                </c:pt>
                <c:pt idx="183">
                  <c:v>health&amp;wealthforever</c:v>
                </c:pt>
                <c:pt idx="184">
                  <c:v>guesswhatchickenbutt</c:v>
                </c:pt>
                <c:pt idx="185">
                  <c:v>greenbigapple306175</c:v>
                </c:pt>
                <c:pt idx="186">
                  <c:v>goldenstatebrodway23</c:v>
                </c:pt>
                <c:pt idx="187">
                  <c:v>florenceandthemachine</c:v>
                </c:pt>
                <c:pt idx="188">
                  <c:v>fastford65timmytoday</c:v>
                </c:pt>
                <c:pt idx="189">
                  <c:v>ELENAKORSHUNOVA230193</c:v>
                </c:pt>
                <c:pt idx="190">
                  <c:v>drummerluckyhollywood</c:v>
                </c:pt>
                <c:pt idx="191">
                  <c:v>dreamsareforreal11011994</c:v>
                </c:pt>
                <c:pt idx="192">
                  <c:v>dontrememberpassword</c:v>
                </c:pt>
                <c:pt idx="193">
                  <c:v>crysomemoreplease123</c:v>
                </c:pt>
                <c:pt idx="194">
                  <c:v>catchandrelease02203</c:v>
                </c:pt>
                <c:pt idx="195">
                  <c:v>cassienicoleperry123LOVE</c:v>
                </c:pt>
                <c:pt idx="196">
                  <c:v>cassadrafordracingfan2006</c:v>
                </c:pt>
                <c:pt idx="197">
                  <c:v>cambridgepublicschool</c:v>
                </c:pt>
                <c:pt idx="198">
                  <c:v>blurredvisionwithblack</c:v>
                </c:pt>
                <c:pt idx="199">
                  <c:v>blink12travisbarker</c:v>
                </c:pt>
                <c:pt idx="200">
                  <c:v>birthvillagejudjar12</c:v>
                </c:pt>
                <c:pt idx="201">
                  <c:v>bes.and.toma.onelove</c:v>
                </c:pt>
                <c:pt idx="202">
                  <c:v>battlefieldbadcompany2</c:v>
                </c:pt>
                <c:pt idx="203">
                  <c:v>babygurlchristianbound</c:v>
                </c:pt>
                <c:pt idx="204">
                  <c:v>archebalddorogoy4234</c:v>
                </c:pt>
                <c:pt idx="205">
                  <c:v>appetitefordestruction</c:v>
                </c:pt>
                <c:pt idx="206">
                  <c:v>apachekingscrew102030123</c:v>
                </c:pt>
                <c:pt idx="207">
                  <c:v>almonterodriguezalvin</c:v>
                </c:pt>
                <c:pt idx="208">
                  <c:v>aleksandrovichstarkrim26</c:v>
                </c:pt>
                <c:pt idx="209">
                  <c:v>75back471question10time</c:v>
                </c:pt>
                <c:pt idx="210">
                  <c:v>67631149tiffany_taffy_long</c:v>
                </c:pt>
                <c:pt idx="211">
                  <c:v>4112milktendernessend</c:v>
                </c:pt>
                <c:pt idx="212">
                  <c:v>30509577903irkarusin</c:v>
                </c:pt>
                <c:pt idx="213">
                  <c:v>2606lizafirstova1999</c:v>
                </c:pt>
                <c:pt idx="214">
                  <c:v>193blackstarforever</c:v>
                </c:pt>
                <c:pt idx="215">
                  <c:v>123escapeendlesslive</c:v>
                </c:pt>
                <c:pt idx="216">
                  <c:v>0121409caitlinmorgansmith</c:v>
                </c:pt>
                <c:pt idx="217">
                  <c:v>youngswaggerboycute16</c:v>
                </c:pt>
                <c:pt idx="218">
                  <c:v>whatgoesaroundcumback</c:v>
                </c:pt>
                <c:pt idx="219">
                  <c:v>welcomehomesanitarium</c:v>
                </c:pt>
                <c:pt idx="220">
                  <c:v>waiting4some1special</c:v>
                </c:pt>
                <c:pt idx="221">
                  <c:v>veronika_tanya_irina</c:v>
                </c:pt>
                <c:pt idx="222">
                  <c:v>vanessahadgens001100</c:v>
                </c:pt>
                <c:pt idx="223">
                  <c:v>unidentifiedflyingobject</c:v>
                </c:pt>
                <c:pt idx="224">
                  <c:v>twilight2.2003newmoon19.1109</c:v>
                </c:pt>
                <c:pt idx="225">
                  <c:v>tweedledumandtweedledee</c:v>
                </c:pt>
                <c:pt idx="226">
                  <c:v>tugova.anastasia1998</c:v>
                </c:pt>
                <c:pt idx="227">
                  <c:v>trollingcookiemonster</c:v>
                </c:pt>
                <c:pt idx="228">
                  <c:v>trainspottingorange1</c:v>
                </c:pt>
                <c:pt idx="229">
                  <c:v>thevelvetunderground</c:v>
                </c:pt>
                <c:pt idx="230">
                  <c:v>theultimatespiderman</c:v>
                </c:pt>
                <c:pt idx="231">
                  <c:v>Therainbowconnection</c:v>
                </c:pt>
                <c:pt idx="232">
                  <c:v>thegoodandbacuglytoo</c:v>
                </c:pt>
                <c:pt idx="233">
                  <c:v>thecheesecakefactory</c:v>
                </c:pt>
                <c:pt idx="234">
                  <c:v>tatianaloveherfamily</c:v>
                </c:pt>
                <c:pt idx="235">
                  <c:v>tanirogova89620682588</c:v>
                </c:pt>
                <c:pt idx="236">
                  <c:v>surprisenotarealname</c:v>
                </c:pt>
                <c:pt idx="237">
                  <c:v>superstreetfighter2turbo</c:v>
                </c:pt>
                <c:pt idx="238">
                  <c:v>sunflowergoodmorning</c:v>
                </c:pt>
                <c:pt idx="239">
                  <c:v>strawberriesandchocolate</c:v>
                </c:pt>
                <c:pt idx="240">
                  <c:v>stephaniemaediamante</c:v>
                </c:pt>
                <c:pt idx="241">
                  <c:v>sportgym69804karina6939</c:v>
                </c:pt>
                <c:pt idx="242">
                  <c:v>spongebob_squarepant</c:v>
                </c:pt>
                <c:pt idx="243">
                  <c:v>softballandbasketball</c:v>
                </c:pt>
                <c:pt idx="244">
                  <c:v>snobhimichcementhead55</c:v>
                </c:pt>
                <c:pt idx="245">
                  <c:v>smileeverytime06091995</c:v>
                </c:pt>
                <c:pt idx="246">
                  <c:v>sharonwithintemptation</c:v>
                </c:pt>
                <c:pt idx="247">
                  <c:v>shallow1smart2sharp3</c:v>
                </c:pt>
                <c:pt idx="248">
                  <c:v>sexymailnailyaru498032118</c:v>
                </c:pt>
                <c:pt idx="249">
                  <c:v>seekanddestroy56489</c:v>
                </c:pt>
                <c:pt idx="250">
                  <c:v>scattered_temptation_lord</c:v>
                </c:pt>
                <c:pt idx="251">
                  <c:v>SarniaGeneralHospital</c:v>
                </c:pt>
                <c:pt idx="252">
                  <c:v>romanwebtranslation1</c:v>
                </c:pt>
                <c:pt idx="253">
                  <c:v>rockyhorrorpictureshow</c:v>
                </c:pt>
                <c:pt idx="254">
                  <c:v>robsonvalleyfestival</c:v>
                </c:pt>
                <c:pt idx="255">
                  <c:v>reperawinedabaff00..</c:v>
                </c:pt>
                <c:pt idx="256">
                  <c:v>rafaelkakristina653</c:v>
                </c:pt>
                <c:pt idx="257">
                  <c:v>Powerslavemaster1986</c:v>
                </c:pt>
                <c:pt idx="258">
                  <c:v>postscriptloveyou</c:v>
                </c:pt>
                <c:pt idx="259">
                  <c:v>pokemondiamondversion</c:v>
                </c:pt>
                <c:pt idx="260">
                  <c:v>PokemonBlackandWhite</c:v>
                </c:pt>
                <c:pt idx="261">
                  <c:v>pleasedontlosehold13</c:v>
                </c:pt>
                <c:pt idx="262">
                  <c:v>pingvinamanama21041995</c:v>
                </c:pt>
                <c:pt idx="263">
                  <c:v>pewdiepieforever12345689</c:v>
                </c:pt>
                <c:pt idx="264">
                  <c:v>personalspaceinvader</c:v>
                </c:pt>
                <c:pt idx="265">
                  <c:v>perfectworld081199lina99</c:v>
                </c:pt>
                <c:pt idx="266">
                  <c:v>parentaladvisoryexplicitcontent</c:v>
                </c:pt>
                <c:pt idx="267">
                  <c:v>onedropcascade190496</c:v>
                </c:pt>
                <c:pt idx="268">
                  <c:v>notthisshitagaintoday</c:v>
                </c:pt>
                <c:pt idx="269">
                  <c:v>nothinglastforever456</c:v>
                </c:pt>
                <c:pt idx="270">
                  <c:v>nineteenseventythree</c:v>
                </c:pt>
                <c:pt idx="271">
                  <c:v>nikkistanley_fackyou</c:v>
                </c:pt>
                <c:pt idx="272">
                  <c:v>nightmarebeforedeath</c:v>
                </c:pt>
                <c:pt idx="273">
                  <c:v>neverforgetthissmile</c:v>
                </c:pt>
                <c:pt idx="274">
                  <c:v>neongenesisevangelion</c:v>
                </c:pt>
                <c:pt idx="275">
                  <c:v>neoneonvinhathena_sue1</c:v>
                </c:pt>
                <c:pt idx="276">
                  <c:v>needforspeedhotpursuit</c:v>
                </c:pt>
                <c:pt idx="277">
                  <c:v>need4speedunderground</c:v>
                </c:pt>
                <c:pt idx="278">
                  <c:v>nata_1998_babunova358</c:v>
                </c:pt>
                <c:pt idx="279">
                  <c:v>molchanova_aganina_olga</c:v>
                </c:pt>
                <c:pt idx="280">
                  <c:v>mianoviantasari123456</c:v>
                </c:pt>
                <c:pt idx="281">
                  <c:v>medievalnapoleonrome</c:v>
                </c:pt>
                <c:pt idx="282">
                  <c:v>Maytheforcebewithyou</c:v>
                </c:pt>
                <c:pt idx="283">
                  <c:v>marlborooriginalgold</c:v>
                </c:pt>
                <c:pt idx="284">
                  <c:v>mariaisabellamirabella</c:v>
                </c:pt>
                <c:pt idx="285">
                  <c:v>manchesterunitedrule</c:v>
                </c:pt>
                <c:pt idx="286">
                  <c:v>manchesterunitedforever</c:v>
                </c:pt>
                <c:pt idx="287">
                  <c:v>MAINHOONVIKINGEARNER</c:v>
                </c:pt>
                <c:pt idx="288">
                  <c:v>lovesexmagic22199301</c:v>
                </c:pt>
                <c:pt idx="289">
                  <c:v>lovealwaysandforever</c:v>
                </c:pt>
                <c:pt idx="290">
                  <c:v>londonforeverkensalrise</c:v>
                </c:pt>
                <c:pt idx="291">
                  <c:v>loginovajuliannawhite</c:v>
                </c:pt>
                <c:pt idx="292">
                  <c:v>lizakonyaeva1990401</c:v>
                </c:pt>
                <c:pt idx="293">
                  <c:v>laracroftuniversal2010</c:v>
                </c:pt>
                <c:pt idx="294">
                  <c:v>lancesendlessopportunity</c:v>
                </c:pt>
                <c:pt idx="295">
                  <c:v>ladyprincessgagadina12345</c:v>
                </c:pt>
                <c:pt idx="296">
                  <c:v>kristysha210811karen</c:v>
                </c:pt>
                <c:pt idx="297">
                  <c:v>kristina2lovemalina</c:v>
                </c:pt>
                <c:pt idx="298">
                  <c:v>killermanforever1985</c:v>
                </c:pt>
                <c:pt idx="299">
                  <c:v>kent300496hankbitboom</c:v>
                </c:pt>
                <c:pt idx="300">
                  <c:v>katherinesilencelove</c:v>
                </c:pt>
                <c:pt idx="301">
                  <c:v>katerina-bagdasha2008</c:v>
                </c:pt>
                <c:pt idx="302">
                  <c:v>jessicamarieward4612</c:v>
                </c:pt>
                <c:pt idx="303">
                  <c:v>itscraftylikeyourface</c:v>
                </c:pt>
                <c:pt idx="304">
                  <c:v>irina.shishkina.951995</c:v>
                </c:pt>
                <c:pt idx="305">
                  <c:v>irinakulakova021190</c:v>
                </c:pt>
                <c:pt idx="306">
                  <c:v>iraloveforever100500</c:v>
                </c:pt>
                <c:pt idx="307">
                  <c:v>interviewwithvampire</c:v>
                </c:pt>
                <c:pt idx="308">
                  <c:v>Hybridtheorysoldier99</c:v>
                </c:pt>
                <c:pt idx="309">
                  <c:v>hobbitmerrytara13kan</c:v>
                </c:pt>
                <c:pt idx="310">
                  <c:v>heavenfromhell225106</c:v>
                </c:pt>
                <c:pt idx="311">
                  <c:v>happysunshinerainbow</c:v>
                </c:pt>
                <c:pt idx="312">
                  <c:v>handrelwizard69_56653</c:v>
                </c:pt>
                <c:pt idx="313">
                  <c:v>greenfloridacakejeans3219</c:v>
                </c:pt>
                <c:pt idx="314">
                  <c:v>golsue.bankstephane.verstraeten</c:v>
                </c:pt>
                <c:pt idx="315">
                  <c:v>goblintradingcompany</c:v>
                </c:pt>
                <c:pt idx="316">
                  <c:v>gnomewithoutsoul390025</c:v>
                </c:pt>
                <c:pt idx="317">
                  <c:v>girl_without_feeling</c:v>
                </c:pt>
                <c:pt idx="318">
                  <c:v>getthereamazinglyfast123</c:v>
                </c:pt>
                <c:pt idx="319">
                  <c:v>gender.unknownnevericefog8923158630</c:v>
                </c:pt>
                <c:pt idx="320">
                  <c:v>game06cod4missmurder</c:v>
                </c:pt>
                <c:pt idx="321">
                  <c:v>FuckingNewPassword13</c:v>
                </c:pt>
                <c:pt idx="322">
                  <c:v>foxPokermaster2853891</c:v>
                </c:pt>
                <c:pt idx="323">
                  <c:v>fourdaysnarcoticanna</c:v>
                </c:pt>
                <c:pt idx="324">
                  <c:v>Finalfantasyomegaweapon</c:v>
                </c:pt>
                <c:pt idx="325">
                  <c:v>fashionAnnaColibri52</c:v>
                </c:pt>
                <c:pt idx="326">
                  <c:v>errorcode404notfound</c:v>
                </c:pt>
                <c:pt idx="327">
                  <c:v>enterprisehighschool</c:v>
                </c:pt>
                <c:pt idx="328">
                  <c:v>edmondsartandframing</c:v>
                </c:pt>
                <c:pt idx="329">
                  <c:v>eagleknight11redbull</c:v>
                </c:pt>
                <c:pt idx="330">
                  <c:v>duckworksentertainment</c:v>
                </c:pt>
                <c:pt idx="331">
                  <c:v>dragonballfanforlife</c:v>
                </c:pt>
                <c:pt idx="332">
                  <c:v>dimagrechin1535595256585451</c:v>
                </c:pt>
                <c:pt idx="333">
                  <c:v>detectivelaracroft9</c:v>
                </c:pt>
                <c:pt idx="334">
                  <c:v>derevianova.katya201</c:v>
                </c:pt>
                <c:pt idx="335">
                  <c:v>deejay913115225psych</c:v>
                </c:pt>
                <c:pt idx="336">
                  <c:v>decodepasswordsystem</c:v>
                </c:pt>
                <c:pt idx="337">
                  <c:v>dasha.0803200dashenka</c:v>
                </c:pt>
                <c:pt idx="338">
                  <c:v>cryzone_sector_99899889989</c:v>
                </c:pt>
                <c:pt idx="339">
                  <c:v>cryingthroughthenight</c:v>
                </c:pt>
                <c:pt idx="340">
                  <c:v>cross1301antikarma__</c:v>
                </c:pt>
                <c:pt idx="341">
                  <c:v>crimson6sexysheila25</c:v>
                </c:pt>
                <c:pt idx="342">
                  <c:v>crazyminecraftplayer</c:v>
                </c:pt>
                <c:pt idx="343">
                  <c:v>crazybutcleverhamster</c:v>
                </c:pt>
                <c:pt idx="344">
                  <c:v>cow_tipping_anonymous</c:v>
                </c:pt>
                <c:pt idx="345">
                  <c:v>constantine_tonycarey</c:v>
                </c:pt>
                <c:pt idx="346">
                  <c:v>cheeseshashikant_kori</c:v>
                </c:pt>
                <c:pt idx="347">
                  <c:v>carolann323sandland1989855084</c:v>
                </c:pt>
                <c:pt idx="348">
                  <c:v>campbellbaymusicfest</c:v>
                </c:pt>
                <c:pt idx="349">
                  <c:v>bulletformyvalentine</c:v>
                </c:pt>
                <c:pt idx="350">
                  <c:v>buenavistasocialclub</c:v>
                </c:pt>
                <c:pt idx="351">
                  <c:v>brickandmortarliving</c:v>
                </c:pt>
                <c:pt idx="352">
                  <c:v>BloodelfForce5555123</c:v>
                </c:pt>
                <c:pt idx="353">
                  <c:v>blondebimbogirl898989</c:v>
                </c:pt>
                <c:pt idx="354">
                  <c:v>blackgroundfreedomfight</c:v>
                </c:pt>
                <c:pt idx="355">
                  <c:v>beautifuldirtygirl235</c:v>
                </c:pt>
                <c:pt idx="356">
                  <c:v>askarova_elvina140198</c:v>
                </c:pt>
                <c:pt idx="357">
                  <c:v>arabellysrodriguez1219</c:v>
                </c:pt>
                <c:pt idx="358">
                  <c:v>anyaaxonova489208223</c:v>
                </c:pt>
                <c:pt idx="359">
                  <c:v>antisocialpersonalitydisorder</c:v>
                </c:pt>
                <c:pt idx="360">
                  <c:v>anotherperfectperson</c:v>
                </c:pt>
                <c:pt idx="361">
                  <c:v>annamartynova-232199888</c:v>
                </c:pt>
                <c:pt idx="362">
                  <c:v>angelikajessicaleaines</c:v>
                </c:pt>
                <c:pt idx="363">
                  <c:v>anastasiaplusbenedict</c:v>
                </c:pt>
                <c:pt idx="364">
                  <c:v>anastasiapegova1801990</c:v>
                </c:pt>
                <c:pt idx="365">
                  <c:v>alli0429lyndalessmartinez</c:v>
                </c:pt>
                <c:pt idx="366">
                  <c:v>alinamalinakalina1303</c:v>
                </c:pt>
                <c:pt idx="367">
                  <c:v>99CraZy6RaiDeR6BaM99</c:v>
                </c:pt>
                <c:pt idx="368">
                  <c:v>90rabovilevaleria1983</c:v>
                </c:pt>
                <c:pt idx="369">
                  <c:v>89504205222irasemenova</c:v>
                </c:pt>
                <c:pt idx="370">
                  <c:v>82624222borntobeboxgirl</c:v>
                </c:pt>
                <c:pt idx="371">
                  <c:v>6CherishYourLife8642</c:v>
                </c:pt>
                <c:pt idx="372">
                  <c:v>6052666innalovegonchar</c:v>
                </c:pt>
                <c:pt idx="373">
                  <c:v>544babaraoutley1986043</c:v>
                </c:pt>
                <c:pt idx="374">
                  <c:v>525525tilde.anna.kat</c:v>
                </c:pt>
                <c:pt idx="375">
                  <c:v>2headsarebetterthan1</c:v>
                </c:pt>
                <c:pt idx="376">
                  <c:v>23546antdogclaire.cheval</c:v>
                </c:pt>
                <c:pt idx="377">
                  <c:v>1thegodfather1pullhere</c:v>
                </c:pt>
                <c:pt idx="378">
                  <c:v>1981taykayla_dramaqueen</c:v>
                </c:pt>
                <c:pt idx="379">
                  <c:v>18lovehateknifeblood91</c:v>
                </c:pt>
                <c:pt idx="380">
                  <c:v>18061996mashathebast</c:v>
                </c:pt>
                <c:pt idx="381">
                  <c:v>106199chrisfetterman</c:v>
                </c:pt>
                <c:pt idx="382">
                  <c:v>1415926barrette_marcand</c:v>
                </c:pt>
                <c:pt idx="383">
                  <c:v>12081995traybeatmaker</c:v>
                </c:pt>
                <c:pt idx="384">
                  <c:v>11nadiya03not9happy</c:v>
                </c:pt>
                <c:pt idx="385">
                  <c:v>100milliondollarswag</c:v>
                </c:pt>
                <c:pt idx="386">
                  <c:v>088059392katiakoshina</c:v>
                </c:pt>
                <c:pt idx="387">
                  <c:v>zoolander_blue_steel</c:v>
                </c:pt>
                <c:pt idx="388">
                  <c:v>zone_zero_skate_company</c:v>
                </c:pt>
                <c:pt idx="389">
                  <c:v>zoneyouthoutreachcenter</c:v>
                </c:pt>
                <c:pt idx="390">
                  <c:v>zombiethecorpseeater</c:v>
                </c:pt>
                <c:pt idx="391">
                  <c:v>zombieswillruletheworld</c:v>
                </c:pt>
                <c:pt idx="392">
                  <c:v>zombie_survival_guide</c:v>
                </c:pt>
                <c:pt idx="393">
                  <c:v>zombie_stonewall_jackson</c:v>
                </c:pt>
                <c:pt idx="394">
                  <c:v>zombieresponseunit</c:v>
                </c:pt>
                <c:pt idx="395">
                  <c:v>zombienationclothing</c:v>
                </c:pt>
                <c:pt idx="396">
                  <c:v>zombiebunnycoffeegirl</c:v>
                </c:pt>
                <c:pt idx="397">
                  <c:v>zombiebunniesinouterspace</c:v>
                </c:pt>
                <c:pt idx="398">
                  <c:v>zombieandterroristsnapper</c:v>
                </c:pt>
                <c:pt idx="399">
                  <c:v>zetaphirhodeltachapter</c:v>
                </c:pt>
                <c:pt idx="400">
                  <c:v>zerotoleranceclothing</c:v>
                </c:pt>
                <c:pt idx="401">
                  <c:v>zerotolerancebeaumont</c:v>
                </c:pt>
                <c:pt idx="402">
                  <c:v>zerodestructionracing</c:v>
                </c:pt>
                <c:pt idx="403">
                  <c:v>zeldawarriorprincess</c:v>
                </c:pt>
                <c:pt idx="404">
                  <c:v>zeldasnotgoodenoughforhim</c:v>
                </c:pt>
                <c:pt idx="405">
                  <c:v>zee_one_and_only_caster</c:v>
                </c:pt>
                <c:pt idx="406">
                  <c:v>zee_girl_the_world_forgot</c:v>
                </c:pt>
                <c:pt idx="407">
                  <c:v>zaragozaforpresident</c:v>
                </c:pt>
                <c:pt idx="408">
                  <c:v>zanderthetanglewoodtwin</c:v>
                </c:pt>
                <c:pt idx="409">
                  <c:v>zac_the_one_and_only</c:v>
                </c:pt>
                <c:pt idx="410">
                  <c:v>Zac_Attack_Surferboy</c:v>
                </c:pt>
                <c:pt idx="411">
                  <c:v>zac_and_hilary_forever</c:v>
                </c:pt>
                <c:pt idx="412">
                  <c:v>zabrina_darklight_himfan</c:v>
                </c:pt>
                <c:pt idx="413">
                  <c:v>yvonne-tapia-anderson</c:v>
                </c:pt>
                <c:pt idx="414">
                  <c:v>yvette_sweetsexytater</c:v>
                </c:pt>
                <c:pt idx="415">
                  <c:v>yummy_whitechocolate</c:v>
                </c:pt>
                <c:pt idx="416">
                  <c:v>yummy_milk_chocolate</c:v>
                </c:pt>
                <c:pt idx="417">
                  <c:v>yuma_upwardbound_program</c:v>
                </c:pt>
                <c:pt idx="418">
                  <c:v>yumaundergroundvideomag</c:v>
                </c:pt>
                <c:pt idx="419">
                  <c:v>yumacommunitychurch0</c:v>
                </c:pt>
                <c:pt idx="420">
                  <c:v>yuleshootyoureye_out</c:v>
                </c:pt>
                <c:pt idx="421">
                  <c:v>youwishentertainment</c:v>
                </c:pt>
                <c:pt idx="422">
                  <c:v>you_will_never_know98</c:v>
                </c:pt>
                <c:pt idx="423">
                  <c:v>you_will_never_guess_who</c:v>
                </c:pt>
                <c:pt idx="424">
                  <c:v>youwillnevergobacktoher</c:v>
                </c:pt>
                <c:pt idx="425">
                  <c:v>youwillcreamyourpants</c:v>
                </c:pt>
                <c:pt idx="426">
                  <c:v>youwillbebackforsure</c:v>
                </c:pt>
                <c:pt idx="427">
                  <c:v>youve_just_been_scored</c:v>
                </c:pt>
                <c:pt idx="428">
                  <c:v>youvebeendommernated</c:v>
                </c:pt>
                <c:pt idx="429">
                  <c:v>youtubefamouspersonadam</c:v>
                </c:pt>
                <c:pt idx="430">
                  <c:v>youthuprisingtheband</c:v>
                </c:pt>
                <c:pt idx="431">
                  <c:v>youthpastorkarelnorman</c:v>
                </c:pt>
                <c:pt idx="432">
                  <c:v>youthexplosionservice</c:v>
                </c:pt>
                <c:pt idx="433">
                  <c:v>youth_emotion_project</c:v>
                </c:pt>
                <c:pt idx="434">
                  <c:v>you_tell_that_mean_ocean</c:v>
                </c:pt>
                <c:pt idx="435">
                  <c:v>youtastelikecottoncandy</c:v>
                </c:pt>
                <c:pt idx="436">
                  <c:v>youstolethisfrombritney</c:v>
                </c:pt>
                <c:pt idx="437">
                  <c:v>you_smell_really_bad</c:v>
                </c:pt>
                <c:pt idx="438">
                  <c:v>yousmell_likeoldpeople22</c:v>
                </c:pt>
                <c:pt idx="439">
                  <c:v>yousmelllikebutthole</c:v>
                </c:pt>
                <c:pt idx="440">
                  <c:v>yourworstnightmarelove</c:v>
                </c:pt>
                <c:pt idx="441">
                  <c:v>your_worst_nightmare78</c:v>
                </c:pt>
                <c:pt idx="442">
                  <c:v>yourworstnightmare9</c:v>
                </c:pt>
                <c:pt idx="443">
                  <c:v>yourworstnightmare13</c:v>
                </c:pt>
                <c:pt idx="444">
                  <c:v>YOURWORSTMISTAKE132</c:v>
                </c:pt>
                <c:pt idx="445">
                  <c:v>your_worse_nightmare9</c:v>
                </c:pt>
                <c:pt idx="446">
                  <c:v>yourworsefuckingnightmare</c:v>
                </c:pt>
                <c:pt idx="447">
                  <c:v>yourworldheavyweightchamp</c:v>
                </c:pt>
                <c:pt idx="448">
                  <c:v>your_werewolf_friend</c:v>
                </c:pt>
                <c:pt idx="449">
                  <c:v>your_vintage_romance</c:v>
                </c:pt>
                <c:pt idx="450">
                  <c:v>your_vintage_hollywood</c:v>
                </c:pt>
                <c:pt idx="451">
                  <c:v>yourveryownsarcastictree</c:v>
                </c:pt>
                <c:pt idx="452">
                  <c:v>yourverybestfriendhenry</c:v>
                </c:pt>
                <c:pt idx="453">
                  <c:v>your_typical_stereotype</c:v>
                </c:pt>
                <c:pt idx="454">
                  <c:v>your_superstar_danielle</c:v>
                </c:pt>
                <c:pt idx="455">
                  <c:v>yoursuperiorpiratedaddy</c:v>
                </c:pt>
                <c:pt idx="456">
                  <c:v>yoursunderthemoonlight</c:v>
                </c:pt>
                <c:pt idx="457">
                  <c:v>yours_truly_stephanie</c:v>
                </c:pt>
                <c:pt idx="458">
                  <c:v>your_strangeandbeautiful</c:v>
                </c:pt>
                <c:pt idx="459">
                  <c:v>yoursomewhathotmamma</c:v>
                </c:pt>
                <c:pt idx="460">
                  <c:v>Yours_forever_and_always</c:v>
                </c:pt>
                <c:pt idx="461">
                  <c:v>your_sexy_daddy_2010</c:v>
                </c:pt>
                <c:pt idx="462">
                  <c:v>your_royal_highness1</c:v>
                </c:pt>
                <c:pt idx="463">
                  <c:v>yourrockingwiththeworst</c:v>
                </c:pt>
                <c:pt idx="464">
                  <c:v>yourremedyforinsecurity</c:v>
                </c:pt>
                <c:pt idx="465">
                  <c:v>your_regular_emergency</c:v>
                </c:pt>
                <c:pt idx="466">
                  <c:v>your_realestate_agent</c:v>
                </c:pt>
                <c:pt idx="467">
                  <c:v>your_punk_rock_pussy</c:v>
                </c:pt>
                <c:pt idx="468">
                  <c:v>yourprincessforever13</c:v>
                </c:pt>
                <c:pt idx="469">
                  <c:v>your_pretty_much_hot</c:v>
                </c:pt>
                <c:pt idx="470">
                  <c:v>your_pretty_kitten17</c:v>
                </c:pt>
                <c:pt idx="471">
                  <c:v>yourpersonalteddybear</c:v>
                </c:pt>
                <c:pt idx="472">
                  <c:v>yourpersonalsexmachine</c:v>
                </c:pt>
                <c:pt idx="473">
                  <c:v>your_personal_sex_kitten</c:v>
                </c:pt>
                <c:pt idx="474">
                  <c:v>your_personal_reject</c:v>
                </c:pt>
                <c:pt idx="475">
                  <c:v>your_personal_orgasm</c:v>
                </c:pt>
                <c:pt idx="476">
                  <c:v>yourpersonalnutritionist</c:v>
                </c:pt>
                <c:pt idx="477">
                  <c:v>yourpersonalbabygirl543</c:v>
                </c:pt>
                <c:pt idx="478">
                  <c:v>yourperfectpartnercoach</c:v>
                </c:pt>
                <c:pt idx="479">
                  <c:v>yourperfectfriendpayton</c:v>
                </c:pt>
                <c:pt idx="480">
                  <c:v>yourpartyalternative</c:v>
                </c:pt>
                <c:pt idx="481">
                  <c:v>yourownpersonalhillbilly</c:v>
                </c:pt>
                <c:pt idx="482">
                  <c:v>youroriginalhottie84</c:v>
                </c:pt>
                <c:pt idx="483">
                  <c:v>your_only_love_cathy</c:v>
                </c:pt>
                <c:pt idx="484">
                  <c:v>your_only_amazing_dream</c:v>
                </c:pt>
                <c:pt idx="485">
                  <c:v>your_one_and_only_tony</c:v>
                </c:pt>
                <c:pt idx="486">
                  <c:v>youroneandonlysweetheart</c:v>
                </c:pt>
                <c:pt idx="487">
                  <c:v>youroneandonlymistake</c:v>
                </c:pt>
                <c:pt idx="488">
                  <c:v>your_one_and_only_guy</c:v>
                </c:pt>
                <c:pt idx="489">
                  <c:v>youroneandonlygurl_0</c:v>
                </c:pt>
                <c:pt idx="490">
                  <c:v>your_one_and_only_chance</c:v>
                </c:pt>
                <c:pt idx="491">
                  <c:v>yourocklikewhitesnake</c:v>
                </c:pt>
                <c:pt idx="492">
                  <c:v>yournumber1stonerpal</c:v>
                </c:pt>
                <c:pt idx="493">
                  <c:v>your_nightmare_angel</c:v>
                </c:pt>
                <c:pt idx="494">
                  <c:v>yourneighborhoodspiderman</c:v>
                </c:pt>
                <c:pt idx="495">
                  <c:v>your_mum_was_dripping</c:v>
                </c:pt>
                <c:pt idx="496">
                  <c:v>yourmumdoeswatersports</c:v>
                </c:pt>
                <c:pt idx="497">
                  <c:v>your_morbid_imperfection</c:v>
                </c:pt>
                <c:pt idx="498">
                  <c:v>your_masked_intruder</c:v>
                </c:pt>
                <c:pt idx="499">
                  <c:v>yourmakingeverythingworst</c:v>
                </c:pt>
                <c:pt idx="500">
                  <c:v>your_loyal_opposition</c:v>
                </c:pt>
                <c:pt idx="501">
                  <c:v>yourlovelylittlevampire</c:v>
                </c:pt>
                <c:pt idx="502">
                  <c:v>yourlocalsupermarketsuperman</c:v>
                </c:pt>
                <c:pt idx="503">
                  <c:v>your_local_casino_owner</c:v>
                </c:pt>
                <c:pt idx="504">
                  <c:v>yourlocalbunnydealer</c:v>
                </c:pt>
                <c:pt idx="505">
                  <c:v>your_little_tiger_pat</c:v>
                </c:pt>
                <c:pt idx="506">
                  <c:v>your_little_sunshine9875</c:v>
                </c:pt>
                <c:pt idx="507">
                  <c:v>your_lipstickhis_collar</c:v>
                </c:pt>
                <c:pt idx="508">
                  <c:v>_your_lipstick_his_collar</c:v>
                </c:pt>
                <c:pt idx="509">
                  <c:v>your_lil_drummer_buddy</c:v>
                </c:pt>
                <c:pt idx="510">
                  <c:v>yourlilbrowneyedgirl07</c:v>
                </c:pt>
                <c:pt idx="511">
                  <c:v>your_kiss_might_kill</c:v>
                </c:pt>
                <c:pt idx="512">
                  <c:v>yourinvitationtoagoodtime</c:v>
                </c:pt>
                <c:pt idx="513">
                  <c:v>yourintelligentsuperior</c:v>
                </c:pt>
                <c:pt idx="514">
                  <c:v>yourinspiration2live</c:v>
                </c:pt>
                <c:pt idx="515">
                  <c:v>your_immoral_saving_grace</c:v>
                </c:pt>
                <c:pt idx="516">
                  <c:v>your_imaginary__friend</c:v>
                </c:pt>
                <c:pt idx="517">
                  <c:v>your_human_teddy_bear</c:v>
                </c:pt>
                <c:pt idx="518">
                  <c:v>YourHeartsMostDesire</c:v>
                </c:pt>
                <c:pt idx="519">
                  <c:v>yourheartbrokenlover</c:v>
                </c:pt>
                <c:pt idx="520">
                  <c:v>your_haunting_nightmare</c:v>
                </c:pt>
                <c:pt idx="521">
                  <c:v>your_guardian_angel_</c:v>
                </c:pt>
                <c:pt idx="522">
                  <c:v>yourgorgeouscristine</c:v>
                </c:pt>
                <c:pt idx="523">
                  <c:v>your_future_princess</c:v>
                </c:pt>
                <c:pt idx="524">
                  <c:v>yourfriendtheconsumer</c:v>
                </c:pt>
                <c:pt idx="525">
                  <c:v>yourfriendlystalker13</c:v>
                </c:pt>
                <c:pt idx="526">
                  <c:v>your_friendly_piercer</c:v>
                </c:pt>
                <c:pt idx="527">
                  <c:v>yourfavoritetragicmistake</c:v>
                </c:pt>
                <c:pt idx="528">
                  <c:v>Your_Favorite_Tall_Guy</c:v>
                </c:pt>
                <c:pt idx="529">
                  <c:v>yourfavoritestereotype</c:v>
                </c:pt>
                <c:pt idx="530">
                  <c:v>yourfavoriteskywalker</c:v>
                </c:pt>
                <c:pt idx="531">
                  <c:v>yourfavoriteredhead9</c:v>
                </c:pt>
                <c:pt idx="532">
                  <c:v>yourfavorite_redhead</c:v>
                </c:pt>
                <c:pt idx="533">
                  <c:v>your_favorite_mistake_419</c:v>
                </c:pt>
                <c:pt idx="534">
                  <c:v>your_favorite_mistake227</c:v>
                </c:pt>
                <c:pt idx="535">
                  <c:v>your_favorite_jackass</c:v>
                </c:pt>
                <c:pt idx="536">
                  <c:v>your_favorite_flavor</c:v>
                </c:pt>
                <c:pt idx="537">
                  <c:v>yourfavoritedutchboy14</c:v>
                </c:pt>
                <c:pt idx="538">
                  <c:v>yourfavoritedumbblonde</c:v>
                </c:pt>
                <c:pt idx="539">
                  <c:v>yourfacewillstaythatway</c:v>
                </c:pt>
                <c:pt idx="540">
                  <c:v>yourfacenoiseexperiment</c:v>
                </c:pt>
                <c:pt idx="541">
                  <c:v>your_everything_and_more</c:v>
                </c:pt>
                <c:pt idx="542">
                  <c:v>youreverydaytragedyband</c:v>
                </c:pt>
                <c:pt idx="543">
                  <c:v>youreverydayrugbybabe</c:v>
                </c:pt>
                <c:pt idx="544">
                  <c:v>your_everyday_greasemop</c:v>
                </c:pt>
                <c:pt idx="545">
                  <c:v>youretheoneformefatty</c:v>
                </c:pt>
                <c:pt idx="546">
                  <c:v>yourequitetheobsessor</c:v>
                </c:pt>
                <c:pt idx="547">
                  <c:v>yourenamegoeshere___</c:v>
                </c:pt>
                <c:pt idx="548">
                  <c:v>youremygoodluckcharm</c:v>
                </c:pt>
                <c:pt idx="549">
                  <c:v>youreallydontlivehere</c:v>
                </c:pt>
                <c:pt idx="550">
                  <c:v>yourdreamfirefighter</c:v>
                </c:pt>
                <c:pt idx="551">
                  <c:v>your_dirty_lil_secret25</c:v>
                </c:pt>
                <c:pt idx="552">
                  <c:v>yourdentistslabdirect</c:v>
                </c:pt>
                <c:pt idx="553">
                  <c:v>yourdelightfulyoungman</c:v>
                </c:pt>
                <c:pt idx="554">
                  <c:v>yourdecrepitplague45</c:v>
                </c:pt>
                <c:pt idx="555">
                  <c:v>yourdaddyfromphoenix</c:v>
                </c:pt>
                <c:pt idx="556">
                  <c:v>yourcoolfriendcheryl</c:v>
                </c:pt>
                <c:pt idx="557">
                  <c:v>yourcontroversialtheory</c:v>
                </c:pt>
                <c:pt idx="558">
                  <c:v>your_cinderella_gurl</c:v>
                </c:pt>
                <c:pt idx="559">
                  <c:v>yourchocolateseduction</c:v>
                </c:pt>
                <c:pt idx="560">
                  <c:v>your_certified_male_model</c:v>
                </c:pt>
                <c:pt idx="561">
                  <c:v>your_butterfly_forever</c:v>
                </c:pt>
                <c:pt idx="562">
                  <c:v>yourboyfriendwontknow</c:v>
                </c:pt>
                <c:pt idx="563">
                  <c:v>yourbloodyvalentine74</c:v>
                </c:pt>
                <c:pt idx="564">
                  <c:v>your_blonde_addiction</c:v>
                </c:pt>
                <c:pt idx="565">
                  <c:v>your_biggest_mistake_0</c:v>
                </c:pt>
                <c:pt idx="566">
                  <c:v>yourbiggestmistake01</c:v>
                </c:pt>
                <c:pt idx="567">
                  <c:v>yourbiggestdreamcometrue</c:v>
                </c:pt>
                <c:pt idx="568">
                  <c:v>your_biggest_addiction_92</c:v>
                </c:pt>
                <c:pt idx="569">
                  <c:v>yourbestkeptsecret99</c:v>
                </c:pt>
                <c:pt idx="570">
                  <c:v>__your_best_kept_secret__</c:v>
                </c:pt>
                <c:pt idx="571">
                  <c:v>yourbestfriendalexandria</c:v>
                </c:pt>
                <c:pt idx="572">
                  <c:v>your_best_friend_4ever</c:v>
                </c:pt>
                <c:pt idx="573">
                  <c:v>your_beloved_tragedy</c:v>
                </c:pt>
                <c:pt idx="574">
                  <c:v>yourbeingreallyretarded</c:v>
                </c:pt>
                <c:pt idx="575">
                  <c:v>your_beautifultragedy</c:v>
                </c:pt>
                <c:pt idx="576">
                  <c:v>your_beautiful__its_true</c:v>
                </c:pt>
                <c:pt idx="577">
                  <c:v>your_beautiful_forever</c:v>
                </c:pt>
                <c:pt idx="578">
                  <c:v>your_beautiful_disaster9</c:v>
                </c:pt>
                <c:pt idx="579">
                  <c:v>yourbeautifuldisaster24</c:v>
                </c:pt>
                <c:pt idx="580">
                  <c:v>yourbeautiful_always</c:v>
                </c:pt>
                <c:pt idx="581">
                  <c:v>yourbadinfluence909</c:v>
                </c:pt>
                <c:pt idx="582">
                  <c:v>your_baby_gurl_for_eva</c:v>
                </c:pt>
                <c:pt idx="583">
                  <c:v>yourbabygurl4eva_blondie</c:v>
                </c:pt>
                <c:pt idx="584">
                  <c:v>youraveragebeautiful</c:v>
                </c:pt>
                <c:pt idx="585">
                  <c:v>yourangelinanightmare</c:v>
                </c:pt>
                <c:pt idx="586">
                  <c:v>your1bestfriendforever</c:v>
                </c:pt>
                <c:pt idx="587">
                  <c:v>your_1and_only_favorite</c:v>
                </c:pt>
                <c:pt idx="588">
                  <c:v>your18worst18nightmare</c:v>
                </c:pt>
                <c:pt idx="589">
                  <c:v>YOUONLYLIVEONCE2878</c:v>
                </c:pt>
                <c:pt idx="590">
                  <c:v>you_only_get_one_chance</c:v>
                </c:pt>
                <c:pt idx="591">
                  <c:v>you_old_fish_eyed_fool</c:v>
                </c:pt>
                <c:pt idx="592">
                  <c:v>youngwiltchamberlain</c:v>
                </c:pt>
                <c:pt idx="593">
                  <c:v>youngurbanentrepreneur</c:v>
                </c:pt>
                <c:pt idx="594">
                  <c:v>youngtuntamptheentertainment</c:v>
                </c:pt>
                <c:pt idx="595">
                  <c:v>youngtipsy323wattsup</c:v>
                </c:pt>
                <c:pt idx="596">
                  <c:v>youngswagentertainment</c:v>
                </c:pt>
                <c:pt idx="597">
                  <c:v>youngsouthernentrepreneur</c:v>
                </c:pt>
                <c:pt idx="598">
                  <c:v>youngsoldiersisthename</c:v>
                </c:pt>
                <c:pt idx="599">
                  <c:v>youngshawnlivingston</c:v>
                </c:pt>
                <c:pt idx="600">
                  <c:v>young_sexy_and_beautiful</c:v>
                </c:pt>
                <c:pt idx="601">
                  <c:v>youngscottishromantic</c:v>
                </c:pt>
                <c:pt idx="602">
                  <c:v>youngprogressivemajority</c:v>
                </c:pt>
                <c:pt idx="603">
                  <c:v>youngprincestreetkingprod</c:v>
                </c:pt>
                <c:pt idx="604">
                  <c:v>young_playyet_cocobrown</c:v>
                </c:pt>
                <c:pt idx="605">
                  <c:v>youngpercussionsampgotbeatscamp</c:v>
                </c:pt>
                <c:pt idx="606">
                  <c:v>young_morgan_freeman</c:v>
                </c:pt>
                <c:pt idx="607">
                  <c:v>youngmoney_ghosttown</c:v>
                </c:pt>
                <c:pt idx="608">
                  <c:v>young_money_for_life319</c:v>
                </c:pt>
                <c:pt idx="609">
                  <c:v>young_money_dipset23</c:v>
                </c:pt>
                <c:pt idx="610">
                  <c:v>youngjayrepresenting</c:v>
                </c:pt>
                <c:pt idx="611">
                  <c:v>young_hope_photography</c:v>
                </c:pt>
                <c:pt idx="612">
                  <c:v>younggiftedandbroken</c:v>
                </c:pt>
                <c:pt idx="613">
                  <c:v>younggatorakapistol504</c:v>
                </c:pt>
                <c:pt idx="614">
                  <c:v>youngfrosttruehustler</c:v>
                </c:pt>
                <c:pt idx="615">
                  <c:v>young_for_eternity18</c:v>
                </c:pt>
                <c:pt idx="616">
                  <c:v>youngflyentrepreneur</c:v>
                </c:pt>
                <c:pt idx="617">
                  <c:v>youngflyandflashykay</c:v>
                </c:pt>
                <c:pt idx="618">
                  <c:v>young_flashy_and_fly</c:v>
                </c:pt>
                <c:pt idx="619">
                  <c:v>YOUNGDREEASTPALOALTO50</c:v>
                </c:pt>
                <c:pt idx="620">
                  <c:v>young_diamond_princess</c:v>
                </c:pt>
                <c:pt idx="621">
                  <c:v>youngdenverharborblood</c:v>
                </c:pt>
                <c:pt idx="622">
                  <c:v>youngdaddyswagger107</c:v>
                </c:pt>
                <c:pt idx="623">
                  <c:v>youngcommunistleague</c:v>
                </c:pt>
                <c:pt idx="624">
                  <c:v>youngchristheartist90</c:v>
                </c:pt>
                <c:pt idx="625">
                  <c:v>youngcarterthefuture</c:v>
                </c:pt>
                <c:pt idx="626">
                  <c:v>young_but_old_enough</c:v>
                </c:pt>
                <c:pt idx="627">
                  <c:v>youngbuckandskittles</c:v>
                </c:pt>
                <c:pt idx="628">
                  <c:v>youngblood_quaker_80</c:v>
                </c:pt>
                <c:pt idx="629">
                  <c:v>youngbloodandhardcore</c:v>
                </c:pt>
                <c:pt idx="630">
                  <c:v>youngblackmoneymaker</c:v>
                </c:pt>
                <c:pt idx="631">
                  <c:v>youngblackbusinessman</c:v>
                </c:pt>
                <c:pt idx="632">
                  <c:v>young_black_and_ready</c:v>
                </c:pt>
                <c:pt idx="633">
                  <c:v>youngblackandfabulous</c:v>
                </c:pt>
                <c:pt idx="634">
                  <c:v>youngblackandblessed</c:v>
                </c:pt>
                <c:pt idx="635">
                  <c:v>young_andthe_restless</c:v>
                </c:pt>
                <c:pt idx="636">
                  <c:v>young_and_stupid_420</c:v>
                </c:pt>
                <c:pt idx="637">
                  <c:v>youngandrestlessgirl</c:v>
                </c:pt>
                <c:pt idx="638">
                  <c:v>youngandrestless4life</c:v>
                </c:pt>
                <c:pt idx="639">
                  <c:v>you_never_understood</c:v>
                </c:pt>
                <c:pt idx="640">
                  <c:v>youmeansomethingtome</c:v>
                </c:pt>
                <c:pt idx="641">
                  <c:v>youmakemewannalalatester</c:v>
                </c:pt>
                <c:pt idx="642">
                  <c:v>you_make_loving_easy</c:v>
                </c:pt>
                <c:pt idx="643">
                  <c:v>you_know_natasha_rox</c:v>
                </c:pt>
                <c:pt idx="644">
                  <c:v>youkillmeintheinside</c:v>
                </c:pt>
                <c:pt idx="645">
                  <c:v>youjustlost_the_game_</c:v>
                </c:pt>
                <c:pt idx="646">
                  <c:v>youjusthadtobethere25</c:v>
                </c:pt>
                <c:pt idx="647">
                  <c:v>youhave2proveyourself</c:v>
                </c:pt>
                <c:pt idx="648">
                  <c:v>yougotthewrongaddress</c:v>
                </c:pt>
                <c:pt idx="649">
                  <c:v>yougoneneedawheelchair</c:v>
                </c:pt>
                <c:pt idx="650">
                  <c:v>you_give_love_bad_name</c:v>
                </c:pt>
                <c:pt idx="651">
                  <c:v>youfreakingidiot_gosh</c:v>
                </c:pt>
                <c:pt idx="652">
                  <c:v>youfinallygotamyspace</c:v>
                </c:pt>
                <c:pt idx="653">
                  <c:v>you_deserve_the_best</c:v>
                </c:pt>
                <c:pt idx="654">
                  <c:v>you_cant_stop_the_doc</c:v>
                </c:pt>
                <c:pt idx="655">
                  <c:v>youcantrunfromyourself</c:v>
                </c:pt>
                <c:pt idx="656">
                  <c:v>you_cant_fix_stupid_1972</c:v>
                </c:pt>
                <c:pt idx="657">
                  <c:v>youcantfindthisanywhere</c:v>
                </c:pt>
                <c:pt idx="658">
                  <c:v>youcanpoundmealnight</c:v>
                </c:pt>
                <c:pt idx="659">
                  <c:v>you_cannot_have_charizard</c:v>
                </c:pt>
                <c:pt idx="660">
                  <c:v>you_can_never_get_him</c:v>
                </c:pt>
                <c:pt idx="661">
                  <c:v>you_can_get_down_wit_this</c:v>
                </c:pt>
                <c:pt idx="662">
                  <c:v>youcanfindmeintheclub</c:v>
                </c:pt>
                <c:pt idx="663">
                  <c:v>youbiggestdisappointment</c:v>
                </c:pt>
                <c:pt idx="664">
                  <c:v>you_better_know_yourself</c:v>
                </c:pt>
                <c:pt idx="665">
                  <c:v>you_are_very_special</c:v>
                </c:pt>
                <c:pt idx="666">
                  <c:v>youareuglyandthatsfunny</c:v>
                </c:pt>
                <c:pt idx="667">
                  <c:v>youaretallerthanamountain</c:v>
                </c:pt>
                <c:pt idx="668">
                  <c:v>youareeveryparisnight</c:v>
                </c:pt>
                <c:pt idx="669">
                  <c:v>youandyoursurbanwear</c:v>
                </c:pt>
                <c:pt idx="670">
                  <c:v>youandyourbeautifulsoul</c:v>
                </c:pt>
                <c:pt idx="671">
                  <c:v>you_aint_said_nuttin</c:v>
                </c:pt>
                <c:pt idx="672">
                  <c:v>you_aint_reading_this</c:v>
                </c:pt>
                <c:pt idx="673">
                  <c:v>youaintjustwhistlindixie</c:v>
                </c:pt>
                <c:pt idx="674">
                  <c:v>yoshi_not_the_green_one</c:v>
                </c:pt>
                <c:pt idx="675">
                  <c:v>yoiamawalrustopthatbitch</c:v>
                </c:pt>
                <c:pt idx="676">
                  <c:v>yetanothersockpuppet</c:v>
                </c:pt>
                <c:pt idx="677">
                  <c:v>yetanother_heartache</c:v>
                </c:pt>
                <c:pt idx="678">
                  <c:v>yesterdaytodayandtamale</c:v>
                </c:pt>
                <c:pt idx="679">
                  <c:v>yesterdayandeternity</c:v>
                </c:pt>
                <c:pt idx="680">
                  <c:v>yes_its_really_chris_ford</c:v>
                </c:pt>
                <c:pt idx="681">
                  <c:v>yer_lil_redhead_jamie</c:v>
                </c:pt>
                <c:pt idx="682">
                  <c:v>yergorgeousprincess_0</c:v>
                </c:pt>
                <c:pt idx="683">
                  <c:v>yeractualfingersmith</c:v>
                </c:pt>
                <c:pt idx="684">
                  <c:v>yellowstarandredflag</c:v>
                </c:pt>
                <c:pt idx="685">
                  <c:v>yellowsingthecrankylizard</c:v>
                </c:pt>
                <c:pt idx="686">
                  <c:v>yellowselfexistingstar</c:v>
                </c:pt>
                <c:pt idx="687">
                  <c:v>yellowrosebandraleigh</c:v>
                </c:pt>
                <c:pt idx="688">
                  <c:v>yellow_pink_white_layout</c:v>
                </c:pt>
                <c:pt idx="689">
                  <c:v>yellowlightdickbackwards</c:v>
                </c:pt>
                <c:pt idx="690">
                  <c:v>yellow_jacket_baseball</c:v>
                </c:pt>
                <c:pt idx="691">
                  <c:v>yellowhairedwarrior1</c:v>
                </c:pt>
                <c:pt idx="692">
                  <c:v>yellowbonefromthesouth</c:v>
                </c:pt>
                <c:pt idx="693">
                  <c:v>yellowbellymeatballhead</c:v>
                </c:pt>
                <c:pt idx="694">
                  <c:v>yeawerebetterthanyou</c:v>
                </c:pt>
                <c:pt idx="695">
                  <c:v>yea_well_your_still_fat</c:v>
                </c:pt>
                <c:pt idx="696">
                  <c:v>yea_thats_rite_its_tasha</c:v>
                </c:pt>
                <c:pt idx="697">
                  <c:v>yeast_infection_finger</c:v>
                </c:pt>
                <c:pt idx="698">
                  <c:v>year_round_boarder_521</c:v>
                </c:pt>
                <c:pt idx="699">
                  <c:v>year11representationtask</c:v>
                </c:pt>
                <c:pt idx="700">
                  <c:v>yeah_were_breaking_free</c:v>
                </c:pt>
                <c:pt idx="701">
                  <c:v>yeahthatsrightitsangela</c:v>
                </c:pt>
                <c:pt idx="702">
                  <c:v>yeahitschristian92490</c:v>
                </c:pt>
                <c:pt idx="703">
                  <c:v>yeahherecomestherooster</c:v>
                </c:pt>
                <c:pt idx="704">
                  <c:v>yanakin_groundwalker</c:v>
                </c:pt>
                <c:pt idx="705">
                  <c:v>xena_princess_warrior</c:v>
                </c:pt>
                <c:pt idx="706">
                  <c:v>xena_gabrielle_4_ever</c:v>
                </c:pt>
                <c:pt idx="707">
                  <c:v>wutsurname_kylewayne</c:v>
                </c:pt>
                <c:pt idx="708">
                  <c:v>wrysmileandalongsideglance</c:v>
                </c:pt>
                <c:pt idx="709">
                  <c:v>wrongwayentertainment</c:v>
                </c:pt>
                <c:pt idx="710">
                  <c:v>wrongdisgustingplanet</c:v>
                </c:pt>
                <c:pt idx="711">
                  <c:v>writingaboutyoustill</c:v>
                </c:pt>
                <c:pt idx="712">
                  <c:v>writethelettersintearyink</c:v>
                </c:pt>
                <c:pt idx="713">
                  <c:v>writer_lover_believer</c:v>
                </c:pt>
                <c:pt idx="714">
                  <c:v>write_from_the_heart</c:v>
                </c:pt>
                <c:pt idx="715">
                  <c:v>wrightcardsandgaming</c:v>
                </c:pt>
                <c:pt idx="716">
                  <c:v>wretchedreligionband</c:v>
                </c:pt>
                <c:pt idx="717">
                  <c:v>wretchedexcuseforahuman</c:v>
                </c:pt>
                <c:pt idx="718">
                  <c:v>wrestling_volleychick</c:v>
                </c:pt>
                <c:pt idx="719">
                  <c:v>wrestling_fan_forever</c:v>
                </c:pt>
                <c:pt idx="720">
                  <c:v>wrestling_fan_club_1234</c:v>
                </c:pt>
                <c:pt idx="721">
                  <c:v>wrestling_fan_4_life</c:v>
                </c:pt>
                <c:pt idx="722">
                  <c:v>wrestling_chick_aka_kym</c:v>
                </c:pt>
                <c:pt idx="723">
                  <c:v>wrath_the_unforgiven</c:v>
                </c:pt>
                <c:pt idx="724">
                  <c:v>wrapyerstumpbeforeyouhump</c:v>
                </c:pt>
                <c:pt idx="725">
                  <c:v>wowwhatagreatprofile</c:v>
                </c:pt>
                <c:pt idx="726">
                  <c:v>wouldyoutellmeiwaswrong1992</c:v>
                </c:pt>
                <c:pt idx="727">
                  <c:v>wouldyoulikesugarwiththat</c:v>
                </c:pt>
                <c:pt idx="728">
                  <c:v>wouldntyoulike2know9</c:v>
                </c:pt>
                <c:pt idx="729">
                  <c:v>wouldanyonelikesometoast</c:v>
                </c:pt>
                <c:pt idx="730">
                  <c:v>worththeweightingold</c:v>
                </c:pt>
                <c:pt idx="731">
                  <c:v>worthrememberingmusic</c:v>
                </c:pt>
                <c:pt idx="732">
                  <c:v>worstnightmare_bestdream2</c:v>
                </c:pt>
                <c:pt idx="733">
                  <c:v>worstfriendbestenemy</c:v>
                </c:pt>
                <c:pt idx="734">
                  <c:v>worstcasescenario123</c:v>
                </c:pt>
                <c:pt idx="735">
                  <c:v>worshipwith_ecclesia</c:v>
                </c:pt>
                <c:pt idx="736">
                  <c:v>worshipgodservepeople</c:v>
                </c:pt>
                <c:pt idx="737">
                  <c:v>wormywormwormscanada</c:v>
                </c:pt>
                <c:pt idx="738">
                  <c:v>worldwideinvestigation</c:v>
                </c:pt>
                <c:pt idx="739">
                  <c:v>world_wide_free_ride</c:v>
                </c:pt>
                <c:pt idx="740">
                  <c:v>worldwideelectronicmusic</c:v>
                </c:pt>
                <c:pt idx="741">
                  <c:v>worldwakeboardcenter</c:v>
                </c:pt>
                <c:pt idx="742">
                  <c:v>worldundergroundreport</c:v>
                </c:pt>
                <c:pt idx="743">
                  <c:v>worldtravelerhippiechick</c:v>
                </c:pt>
                <c:pt idx="744">
                  <c:v>world_traveler_for_life</c:v>
                </c:pt>
                <c:pt idx="745">
                  <c:v>worldtravelerforever</c:v>
                </c:pt>
                <c:pt idx="746">
                  <c:v>worldpeacewillneverhappen</c:v>
                </c:pt>
                <c:pt idx="747">
                  <c:v>worldleadershipgroup_gel</c:v>
                </c:pt>
                <c:pt idx="748">
                  <c:v>world_history_teacher</c:v>
                </c:pt>
                <c:pt idx="749">
                  <c:v>worldhispanictournament</c:v>
                </c:pt>
                <c:pt idx="750">
                  <c:v>worldexplorerbabe011</c:v>
                </c:pt>
                <c:pt idx="751">
                  <c:v>worldcupfantasyfooty</c:v>
                </c:pt>
                <c:pt idx="752">
                  <c:v>world_collaboration_party</c:v>
                </c:pt>
                <c:pt idx="753">
                  <c:v>worldchampionreverend</c:v>
                </c:pt>
                <c:pt idx="754">
                  <c:v>worldchampcordialpourer</c:v>
                </c:pt>
                <c:pt idx="755">
                  <c:v>worldbaseballclassic</c:v>
                </c:pt>
                <c:pt idx="756">
                  <c:v>worldaccessentertainment</c:v>
                </c:pt>
                <c:pt idx="757">
                  <c:v>worksdownbygroupswithmelanie</c:v>
                </c:pt>
                <c:pt idx="758">
                  <c:v>workingprogresstheband</c:v>
                </c:pt>
                <c:pt idx="759">
                  <c:v>workingforanuclearfreecity</c:v>
                </c:pt>
                <c:pt idx="760">
                  <c:v>workingclassrockstar</c:v>
                </c:pt>
                <c:pt idx="761">
                  <c:v>workingclass_hooligan</c:v>
                </c:pt>
                <c:pt idx="762">
                  <c:v>working_class_acupuncture</c:v>
                </c:pt>
                <c:pt idx="763">
                  <c:v>workingbutstillbroken</c:v>
                </c:pt>
                <c:pt idx="764">
                  <c:v>workforaffordablehousing</c:v>
                </c:pt>
                <c:pt idx="765">
                  <c:v>wop_the_nine_tail_fox</c:v>
                </c:pt>
                <c:pt idx="766">
                  <c:v>woodybigfloppydonkey</c:v>
                </c:pt>
                <c:pt idx="767">
                  <c:v>woodstarbloodguttagirl</c:v>
                </c:pt>
                <c:pt idx="768">
                  <c:v>woodgrainphotography</c:v>
                </c:pt>
                <c:pt idx="769">
                  <c:v>wontyoushockandentertain</c:v>
                </c:pt>
                <c:pt idx="770">
                  <c:v>wondermanwasntavailable</c:v>
                </c:pt>
                <c:pt idx="771">
                  <c:v>wonderland_its_magic</c:v>
                </c:pt>
                <c:pt idx="772">
                  <c:v>wonderful_trolly_freak</c:v>
                </c:pt>
                <c:pt idx="773">
                  <c:v>wonderfulsinger4life</c:v>
                </c:pt>
                <c:pt idx="774">
                  <c:v>womanizer21boypickup</c:v>
                </c:pt>
                <c:pt idx="775">
                  <c:v>woman_forward_thinking</c:v>
                </c:pt>
                <c:pt idx="776">
                  <c:v>womanandentrepreneur</c:v>
                </c:pt>
                <c:pt idx="777">
                  <c:v>wolvesaremisunderstood</c:v>
                </c:pt>
                <c:pt idx="778">
                  <c:v>wolf_warrior_from_heaven</c:v>
                </c:pt>
                <c:pt idx="779">
                  <c:v>wolf_god_demon_angel</c:v>
                </c:pt>
                <c:pt idx="780">
                  <c:v>wizardworldconvention</c:v>
                </c:pt>
                <c:pt idx="781">
                  <c:v>wizardentertainmentgroup</c:v>
                </c:pt>
                <c:pt idx="782">
                  <c:v>witnessprotectionprogram</c:v>
                </c:pt>
                <c:pt idx="783">
                  <c:v>withoutsenseofficialpage</c:v>
                </c:pt>
                <c:pt idx="784">
                  <c:v>without_hope_lost_child</c:v>
                </c:pt>
                <c:pt idx="785">
                  <c:v>withloveandsqualor05</c:v>
                </c:pt>
                <c:pt idx="786">
                  <c:v>withlovealwaysandforever</c:v>
                </c:pt>
                <c:pt idx="787">
                  <c:v>with_karate_ill_kick_ass</c:v>
                </c:pt>
                <c:pt idx="788">
                  <c:v>withinheartspotential</c:v>
                </c:pt>
                <c:pt idx="789">
                  <c:v>withgreaterpurposeyet</c:v>
                </c:pt>
                <c:pt idx="790">
                  <c:v>witheyesforeverturnedinward</c:v>
                </c:pt>
                <c:pt idx="791">
                  <c:v>witheverybreathmusic</c:v>
                </c:pt>
                <c:pt idx="792">
                  <c:v>with_death_comes_peace</c:v>
                </c:pt>
                <c:pt idx="793">
                  <c:v>witchyredheadgoddess</c:v>
                </c:pt>
                <c:pt idx="794">
                  <c:v>witchhazelwithnutmeg</c:v>
                </c:pt>
                <c:pt idx="795">
                  <c:v>witchdoctor_entertainment</c:v>
                </c:pt>
                <c:pt idx="796">
                  <c:v>witchcraftblackcat195</c:v>
                </c:pt>
                <c:pt idx="797">
                  <c:v>witchandwizardschool</c:v>
                </c:pt>
                <c:pt idx="798">
                  <c:v>wish_you_would_smile_mate</c:v>
                </c:pt>
                <c:pt idx="799">
                  <c:v>wish_you_were_here1517</c:v>
                </c:pt>
                <c:pt idx="800">
                  <c:v>wishing_you_where_mine</c:v>
                </c:pt>
                <c:pt idx="801">
                  <c:v>wishing_she_was_here</c:v>
                </c:pt>
                <c:pt idx="802">
                  <c:v>wishing_for_your_heart</c:v>
                </c:pt>
                <c:pt idx="803">
                  <c:v>wishingdreaminghoping</c:v>
                </c:pt>
                <c:pt idx="804">
                  <c:v>wise_thevampireheart</c:v>
                </c:pt>
                <c:pt idx="805">
                  <c:v>wiseman_the_original_one</c:v>
                </c:pt>
                <c:pt idx="806">
                  <c:v>wisdomjusticeandlove1992</c:v>
                </c:pt>
                <c:pt idx="807">
                  <c:v>wisdom_and_knowledge</c:v>
                </c:pt>
                <c:pt idx="808">
                  <c:v>winternightpublishing</c:v>
                </c:pt>
                <c:pt idx="809">
                  <c:v>winterfreshtherappersongsinger</c:v>
                </c:pt>
                <c:pt idx="810">
                  <c:v>winona_leah_lovelace</c:v>
                </c:pt>
                <c:pt idx="811">
                  <c:v>winningedgeperformance</c:v>
                </c:pt>
                <c:pt idx="812">
                  <c:v>winniethepoohnut99</c:v>
                </c:pt>
                <c:pt idx="813">
                  <c:v>winniethepoohlover112</c:v>
                </c:pt>
                <c:pt idx="814">
                  <c:v>winnie_the_pooh_layout</c:v>
                </c:pt>
                <c:pt idx="815">
                  <c:v>winniethepoohbear040</c:v>
                </c:pt>
                <c:pt idx="816">
                  <c:v>wingwomandoubletrouble</c:v>
                </c:pt>
                <c:pt idx="817">
                  <c:v>wingsofabutterfly1020</c:v>
                </c:pt>
                <c:pt idx="818">
                  <c:v>wingsofabeautifultragedy</c:v>
                </c:pt>
                <c:pt idx="819">
                  <c:v>windycreekbluegrassband</c:v>
                </c:pt>
                <c:pt idx="820">
                  <c:v>windswept_and_interesting</c:v>
                </c:pt>
                <c:pt idx="821">
                  <c:v>windsortownbabykiller</c:v>
                </c:pt>
                <c:pt idx="822">
                  <c:v>windshieldrockchiprepair</c:v>
                </c:pt>
                <c:pt idx="823">
                  <c:v>windowframedconfusion</c:v>
                </c:pt>
                <c:pt idx="824">
                  <c:v>wilsonfootballplayer</c:v>
                </c:pt>
                <c:pt idx="825">
                  <c:v>willy_the_half_dragon</c:v>
                </c:pt>
                <c:pt idx="826">
                  <c:v>willwakeboardforbeer</c:v>
                </c:pt>
                <c:pt idx="827">
                  <c:v>willtryanythingtwice</c:v>
                </c:pt>
                <c:pt idx="828">
                  <c:v>will_the_thrasher_riley</c:v>
                </c:pt>
                <c:pt idx="829">
                  <c:v>will_the_slightly_great</c:v>
                </c:pt>
                <c:pt idx="830">
                  <c:v>will_the_computer_guy</c:v>
                </c:pt>
                <c:pt idx="831">
                  <c:v>will_the_biggest_pimp</c:v>
                </c:pt>
                <c:pt idx="832">
                  <c:v>willowtreedependency</c:v>
                </c:pt>
                <c:pt idx="833">
                  <c:v>willowhavenequineelsie</c:v>
                </c:pt>
                <c:pt idx="834">
                  <c:v>willowbrookmallsecurity</c:v>
                </c:pt>
                <c:pt idx="835">
                  <c:v>willneverstopstalking</c:v>
                </c:pt>
                <c:pt idx="836">
                  <c:v>will_never_4get_amity</c:v>
                </c:pt>
                <c:pt idx="837">
                  <c:v>will_love_but_can_hate</c:v>
                </c:pt>
                <c:pt idx="838">
                  <c:v>willihavethesamelastdream</c:v>
                </c:pt>
                <c:pt idx="839">
                  <c:v>will_get_naked_4_money</c:v>
                </c:pt>
                <c:pt idx="840">
                  <c:v>willfloodyourbasementbaby</c:v>
                </c:pt>
                <c:pt idx="841">
                  <c:v>willfightforyourlove</c:v>
                </c:pt>
                <c:pt idx="842">
                  <c:v>willdroppants_forfood</c:v>
                </c:pt>
                <c:pt idx="843">
                  <c:v>willcreatethegreatdivide</c:v>
                </c:pt>
                <c:pt idx="844">
                  <c:v>will_and_grace_lover</c:v>
                </c:pt>
                <c:pt idx="845">
                  <c:v>will_and_grace_fan_sam</c:v>
                </c:pt>
                <c:pt idx="846">
                  <c:v>willalwaysfresh2deaf</c:v>
                </c:pt>
                <c:pt idx="847">
                  <c:v>wilkinsonforpresident</c:v>
                </c:pt>
                <c:pt idx="848">
                  <c:v>wild_west_wyoming_woman</c:v>
                </c:pt>
                <c:pt idx="849">
                  <c:v>wildwashingtoncowboy</c:v>
                </c:pt>
                <c:pt idx="850">
                  <c:v>wildwackyactioncabbage</c:v>
                </c:pt>
                <c:pt idx="851">
                  <c:v>wildtreemanwithattitude</c:v>
                </c:pt>
                <c:pt idx="852">
                  <c:v>wildsmashpumpkinhead</c:v>
                </c:pt>
                <c:pt idx="853">
                  <c:v>wildlittlecountrygirl</c:v>
                </c:pt>
                <c:pt idx="854">
                  <c:v>wildlifeartistlibrarian</c:v>
                </c:pt>
                <c:pt idx="855">
                  <c:v>wildheartsbootlegscouk</c:v>
                </c:pt>
                <c:pt idx="856">
                  <c:v>wildflowersonyourwall</c:v>
                </c:pt>
                <c:pt idx="857">
                  <c:v>wildernesssmithfossil</c:v>
                </c:pt>
                <c:pt idx="858">
                  <c:v>wildchild_metalheart</c:v>
                </c:pt>
                <c:pt idx="859">
                  <c:v>wildchildfromdownunder</c:v>
                </c:pt>
                <c:pt idx="860">
                  <c:v>wildcherrychick_200</c:v>
                </c:pt>
                <c:pt idx="861">
                  <c:v>wildcat_superstar_14</c:v>
                </c:pt>
                <c:pt idx="862">
                  <c:v>wildcardsattinredrose</c:v>
                </c:pt>
                <c:pt idx="863">
                  <c:v>wildbill_aka_alton_morris</c:v>
                </c:pt>
                <c:pt idx="864">
                  <c:v>wildbabeentertainment</c:v>
                </c:pt>
                <c:pt idx="865">
                  <c:v>wild939your1musicstation</c:v>
                </c:pt>
                <c:pt idx="866">
                  <c:v>WifeyIsIrreplaceable</c:v>
                </c:pt>
                <c:pt idx="867">
                  <c:v>wifematerialdominique</c:v>
                </c:pt>
                <c:pt idx="868">
                  <c:v>widowspeak_fallfromgrace</c:v>
                </c:pt>
                <c:pt idx="869">
                  <c:v>wide_eyed_wanderer38</c:v>
                </c:pt>
                <c:pt idx="870">
                  <c:v>wideawakeentertainment</c:v>
                </c:pt>
                <c:pt idx="871">
                  <c:v>wide_awake_awakening</c:v>
                </c:pt>
                <c:pt idx="872">
                  <c:v>wicklowentertainment</c:v>
                </c:pt>
                <c:pt idx="873">
                  <c:v>wickedworldexperience</c:v>
                </c:pt>
                <c:pt idx="874">
                  <c:v>wickedwillowphotography</c:v>
                </c:pt>
                <c:pt idx="875">
                  <c:v>wickedwearcollection</c:v>
                </c:pt>
                <c:pt idx="876">
                  <c:v>wickedundergroundmusic</c:v>
                </c:pt>
                <c:pt idx="877">
                  <c:v>wickedtorquewrench347</c:v>
                </c:pt>
                <c:pt idx="878">
                  <c:v>Wicked_temptation_single</c:v>
                </c:pt>
                <c:pt idx="879">
                  <c:v>wicked_sweet_drummer</c:v>
                </c:pt>
                <c:pt idx="880">
                  <c:v>wickedlikewatertorture</c:v>
                </c:pt>
                <c:pt idx="881">
                  <c:v>wickedevillittlegirl</c:v>
                </c:pt>
                <c:pt idx="882">
                  <c:v>wickedconfession2bleed</c:v>
                </c:pt>
                <c:pt idx="883">
                  <c:v>wickedclownpsychopathic</c:v>
                </c:pt>
                <c:pt idx="884">
                  <c:v>wicked_clown_preacher</c:v>
                </c:pt>
                <c:pt idx="885">
                  <c:v>wickedclownpaintballer</c:v>
                </c:pt>
                <c:pt idx="886">
                  <c:v>wicked_awesome_megan</c:v>
                </c:pt>
                <c:pt idx="887">
                  <c:v>whyfierceanimalsarerare</c:v>
                </c:pt>
                <c:pt idx="888">
                  <c:v>whyembracetheillusion</c:v>
                </c:pt>
                <c:pt idx="889">
                  <c:v>whydoesthisthingnotwork</c:v>
                </c:pt>
                <c:pt idx="890">
                  <c:v>whydoesnothingmakesence</c:v>
                </c:pt>
                <c:pt idx="891">
                  <c:v>_why_does_love_hurt_</c:v>
                </c:pt>
                <c:pt idx="892">
                  <c:v>whydie_whenyoucan_love</c:v>
                </c:pt>
                <c:pt idx="893">
                  <c:v>whycarewhattheythink</c:v>
                </c:pt>
                <c:pt idx="894">
                  <c:v>whyamisayingpingpong</c:v>
                </c:pt>
                <c:pt idx="895">
                  <c:v>whowhatwhenwherehowe</c:v>
                </c:pt>
                <c:pt idx="896">
                  <c:v>whowhatwhenwhereandwhy</c:v>
                </c:pt>
                <c:pt idx="897">
                  <c:v>whosewinningthematch</c:v>
                </c:pt>
                <c:pt idx="898">
                  <c:v>who_like_orange_soda</c:v>
                </c:pt>
                <c:pt idx="899">
                  <c:v>whogotthelastwordnow</c:v>
                </c:pt>
                <c:pt idx="900">
                  <c:v>whodoesntlikechocolate</c:v>
                </c:pt>
                <c:pt idx="901">
                  <c:v>whodiedandmadeyourface</c:v>
                </c:pt>
                <c:pt idx="902">
                  <c:v>whocaresaboutthis___20</c:v>
                </c:pt>
                <c:pt idx="903">
                  <c:v>who_are_you_fighting_for</c:v>
                </c:pt>
                <c:pt idx="904">
                  <c:v>whoarethesideproject</c:v>
                </c:pt>
                <c:pt idx="905">
                  <c:v>whoa.peterdanielsfineart</c:v>
                </c:pt>
                <c:pt idx="906">
                  <c:v>whittierhighschooltrack</c:v>
                </c:pt>
                <c:pt idx="907">
                  <c:v>whitneyspanglerfinch</c:v>
                </c:pt>
                <c:pt idx="908">
                  <c:v>whitneypaigerobinson</c:v>
                </c:pt>
                <c:pt idx="909">
                  <c:v>WhitneyDanielleJarvis</c:v>
                </c:pt>
                <c:pt idx="910">
                  <c:v>whitleyandthehardtimesband</c:v>
                </c:pt>
                <c:pt idx="911">
                  <c:v>whitezebraadvertising</c:v>
                </c:pt>
                <c:pt idx="912">
                  <c:v>whitewash_the_rapper</c:v>
                </c:pt>
                <c:pt idx="913">
                  <c:v>white_vapor_moonlight</c:v>
                </c:pt>
                <c:pt idx="914">
                  <c:v>white_trash_barbie88</c:v>
                </c:pt>
                <c:pt idx="915">
                  <c:v>whitesville_thicknest</c:v>
                </c:pt>
                <c:pt idx="916">
                  <c:v>whitesperformancediesel</c:v>
                </c:pt>
                <c:pt idx="917">
                  <c:v>whitespacegraphicdesign</c:v>
                </c:pt>
                <c:pt idx="918">
                  <c:v>whitesnaketributeband</c:v>
                </c:pt>
                <c:pt idx="919">
                  <c:v>whiteshadoweddeathangel</c:v>
                </c:pt>
                <c:pt idx="920">
                  <c:v>white_rose_underground</c:v>
                </c:pt>
                <c:pt idx="921">
                  <c:v>whiterosetransmission</c:v>
                </c:pt>
                <c:pt idx="922">
                  <c:v>white_rabbit_massacre</c:v>
                </c:pt>
                <c:pt idx="923">
                  <c:v>white_power_forever2</c:v>
                </c:pt>
                <c:pt idx="924">
                  <c:v>white_people_industrial</c:v>
                </c:pt>
                <c:pt idx="925">
                  <c:v>white_people_cant_jump</c:v>
                </c:pt>
                <c:pt idx="926">
                  <c:v>whitepeopleblackingout</c:v>
                </c:pt>
                <c:pt idx="927">
                  <c:v>whitepearlentertainment</c:v>
                </c:pt>
                <c:pt idx="928">
                  <c:v>white_little_penguin</c:v>
                </c:pt>
                <c:pt idx="929">
                  <c:v>whitelinescreenprinting</c:v>
                </c:pt>
                <c:pt idx="930">
                  <c:v>whitelinepromotionmarketing</c:v>
                </c:pt>
                <c:pt idx="931">
                  <c:v>whitelighterprincess</c:v>
                </c:pt>
                <c:pt idx="932">
                  <c:v>whitekitten4blackcat</c:v>
                </c:pt>
                <c:pt idx="933">
                  <c:v>whitehispanicforever</c:v>
                </c:pt>
                <c:pt idx="934">
                  <c:v>white_gurl_wit_booty</c:v>
                </c:pt>
                <c:pt idx="935">
                  <c:v>whitegurlgotbooty0410</c:v>
                </c:pt>
                <c:pt idx="936">
                  <c:v>white_girl_ghetto_ass</c:v>
                </c:pt>
                <c:pt idx="937">
                  <c:v>white_girl_can_dance</c:v>
                </c:pt>
                <c:pt idx="938">
                  <c:v>white_ghetto_princess</c:v>
                </c:pt>
                <c:pt idx="939">
                  <c:v>whitegangstergirlbarbie</c:v>
                </c:pt>
                <c:pt idx="940">
                  <c:v>whitefordbroncobandsite</c:v>
                </c:pt>
                <c:pt idx="941">
                  <c:v>whitecrosshighschoolartdepartment</c:v>
                </c:pt>
                <c:pt idx="942">
                  <c:v>whitecranberryappletea</c:v>
                </c:pt>
                <c:pt idx="943">
                  <c:v>whitecollaredredneck</c:v>
                </c:pt>
                <c:pt idx="944">
                  <c:v>whitechocolatevalentine</c:v>
                </c:pt>
                <c:pt idx="945">
                  <c:v>whitechocolate_trish</c:v>
                </c:pt>
                <c:pt idx="946">
                  <c:v>whitechocolateteddybear</c:v>
                </c:pt>
                <c:pt idx="947">
                  <c:v>whitechocolatemochamint</c:v>
                </c:pt>
                <c:pt idx="948">
                  <c:v>whitechocolatemocha21</c:v>
                </c:pt>
                <c:pt idx="949">
                  <c:v>whitechocolatelover1</c:v>
                </c:pt>
                <c:pt idx="950">
                  <c:v>whitechocolatekitkat</c:v>
                </c:pt>
                <c:pt idx="951">
                  <c:v>whitechocolategirl32</c:v>
                </c:pt>
                <c:pt idx="952">
                  <c:v>whitechocolateforever</c:v>
                </c:pt>
                <c:pt idx="953">
                  <c:v>whitechocolatedynamite</c:v>
                </c:pt>
                <c:pt idx="954">
                  <c:v>white_chocolate_cookie</c:v>
                </c:pt>
                <c:pt idx="955">
                  <c:v>white_chocolate9_allie</c:v>
                </c:pt>
                <c:pt idx="956">
                  <c:v>whitecastlewhatyoucrave</c:v>
                </c:pt>
                <c:pt idx="957">
                  <c:v>whitecastlehamburger</c:v>
                </c:pt>
                <c:pt idx="958">
                  <c:v>whitecastleconnection</c:v>
                </c:pt>
                <c:pt idx="959">
                  <c:v>whiteboywitdarktan44</c:v>
                </c:pt>
                <c:pt idx="960">
                  <c:v>whistlingpastthegraveyard</c:v>
                </c:pt>
                <c:pt idx="961">
                  <c:v>whistlewhile_youwork</c:v>
                </c:pt>
                <c:pt idx="962">
                  <c:v>whistlebaitburlesque</c:v>
                </c:pt>
                <c:pt idx="963">
                  <c:v>whiskey_rock_and_roller</c:v>
                </c:pt>
                <c:pt idx="964">
                  <c:v>whiskeylollipopsister</c:v>
                </c:pt>
                <c:pt idx="965">
                  <c:v>whiskeybentandhellbound13</c:v>
                </c:pt>
                <c:pt idx="966">
                  <c:v>whirlygiggle_butterfly</c:v>
                </c:pt>
                <c:pt idx="967">
                  <c:v>whirlaway_triple_crown5</c:v>
                </c:pt>
                <c:pt idx="968">
                  <c:v>whileyouweredownstairs</c:v>
                </c:pt>
                <c:pt idx="969">
                  <c:v>where_the_good_pussy</c:v>
                </c:pt>
                <c:pt idx="970">
                  <c:v>whereforeartthouchris</c:v>
                </c:pt>
                <c:pt idx="971">
                  <c:v>wheredidyougetthatfunk</c:v>
                </c:pt>
                <c:pt idx="972">
                  <c:v>whereareyourmannersmissy</c:v>
                </c:pt>
                <c:pt idx="973">
                  <c:v>whereallthewhitegirlsat</c:v>
                </c:pt>
                <c:pt idx="974">
                  <c:v>whenyouthink_taylor_swift</c:v>
                </c:pt>
                <c:pt idx="975">
                  <c:v>when_you_say_nothing</c:v>
                </c:pt>
                <c:pt idx="976">
                  <c:v>whenwillsomeoneshootbush</c:v>
                </c:pt>
                <c:pt idx="977">
                  <c:v>whenwillibeloved2002</c:v>
                </c:pt>
                <c:pt idx="978">
                  <c:v>whenvillagepeopleattack</c:v>
                </c:pt>
                <c:pt idx="979">
                  <c:v>when_the_sun_goes_down_</c:v>
                </c:pt>
                <c:pt idx="980">
                  <c:v>whenfrankeatssquirrel</c:v>
                </c:pt>
                <c:pt idx="981">
                  <c:v>when_does_the_pain_stop</c:v>
                </c:pt>
                <c:pt idx="982">
                  <c:v>whenchildrenarepresent</c:v>
                </c:pt>
                <c:pt idx="983">
                  <c:v>when_cheryl_went_feral</c:v>
                </c:pt>
                <c:pt idx="984">
                  <c:v>whenangelscryblood777</c:v>
                </c:pt>
                <c:pt idx="985">
                  <c:v>wheatgrassbellydancer</c:v>
                </c:pt>
                <c:pt idx="986">
                  <c:v>whatyouwantbutcanthave</c:v>
                </c:pt>
                <c:pt idx="987">
                  <c:v>what_youve_been_missing3</c:v>
                </c:pt>
                <c:pt idx="988">
                  <c:v>whatyoutalkingaboutpierce</c:v>
                </c:pt>
                <c:pt idx="989">
                  <c:v>what_your_really_thinking</c:v>
                </c:pt>
                <c:pt idx="990">
                  <c:v>what_youknowbout_that</c:v>
                </c:pt>
                <c:pt idx="991">
                  <c:v>whatyouknowaboutthis</c:v>
                </c:pt>
                <c:pt idx="992">
                  <c:v>whatyouknowaboutthatshit</c:v>
                </c:pt>
                <c:pt idx="993">
                  <c:v>whatyouknowaboutthat44</c:v>
                </c:pt>
                <c:pt idx="994">
                  <c:v>whatyoucouldhavebeen</c:v>
                </c:pt>
                <c:pt idx="995">
                  <c:v>whatwoodthecommunitythink</c:v>
                </c:pt>
                <c:pt idx="996">
                  <c:v>Whattheseeyeshaveseen</c:v>
                </c:pt>
                <c:pt idx="997">
                  <c:v>what_the_pancake_was_that</c:v>
                </c:pt>
                <c:pt idx="998">
                  <c:v>whatthemessengersaid</c:v>
                </c:pt>
                <c:pt idx="999">
                  <c:v>what_the_katrina_lynn</c:v>
                </c:pt>
                <c:pt idx="1000">
                  <c:v>whatthehellicantgetaname</c:v>
                </c:pt>
                <c:pt idx="1001">
                  <c:v>whatsyourstorymorninglory</c:v>
                </c:pt>
                <c:pt idx="1002">
                  <c:v>whatsyourfavoritedessert</c:v>
                </c:pt>
                <c:pt idx="1003">
                  <c:v>whats_your_fantasy_101</c:v>
                </c:pt>
                <c:pt idx="1004">
                  <c:v>whats_your_damn_problem</c:v>
                </c:pt>
                <c:pt idx="1005">
                  <c:v>whatsyourdamagelauren</c:v>
                </c:pt>
                <c:pt idx="1006">
                  <c:v>whatswrongwithspongebob</c:v>
                </c:pt>
                <c:pt idx="1007">
                  <c:v>whatswrongwithbeingblack</c:v>
                </c:pt>
                <c:pt idx="1008">
                  <c:v>whatsworthwaitingfor</c:v>
                </c:pt>
                <c:pt idx="1009">
                  <c:v>whatsvictoriassecret</c:v>
                </c:pt>
                <c:pt idx="1010">
                  <c:v>whats_under_your_kilt</c:v>
                </c:pt>
                <c:pt idx="1011">
                  <c:v>whatsthematterjellyfish</c:v>
                </c:pt>
                <c:pt idx="1012">
                  <c:v>whatsthatguntherefor</c:v>
                </c:pt>
                <c:pt idx="1013">
                  <c:v>whatsthagamebeenmissing</c:v>
                </c:pt>
                <c:pt idx="1014">
                  <c:v>whats_island_with_fish</c:v>
                </c:pt>
                <c:pt idx="1015">
                  <c:v>whatsgoodentertainment</c:v>
                </c:pt>
                <c:pt idx="1016">
                  <c:v>whatremainsunscathed</c:v>
                </c:pt>
                <c:pt idx="1017">
                  <c:v>what_naughty_girl_want</c:v>
                </c:pt>
                <c:pt idx="1018">
                  <c:v>whatladiescallmurder</c:v>
                </c:pt>
                <c:pt idx="1019">
                  <c:v>whatkatiefuckingdidnext_</c:v>
                </c:pt>
                <c:pt idx="1020">
                  <c:v>whatgodwouldblessyou</c:v>
                </c:pt>
                <c:pt idx="1021">
                  <c:v>whatever_whenever_however</c:v>
                </c:pt>
                <c:pt idx="1022">
                  <c:v>whatever_forever_ali</c:v>
                </c:pt>
                <c:pt idx="1023">
                  <c:v>whatdidyouhaveforlunch</c:v>
                </c:pt>
                <c:pt idx="1024">
                  <c:v>whatdagamebeenmissing</c:v>
                </c:pt>
                <c:pt idx="1025">
                  <c:v>what_chu_know_about_that</c:v>
                </c:pt>
                <c:pt idx="1026">
                  <c:v>what_are_you_talking_bout</c:v>
                </c:pt>
                <c:pt idx="1027">
                  <c:v>whatafeistylittlething</c:v>
                </c:pt>
                <c:pt idx="1028">
                  <c:v>wetcoastresurrection</c:v>
                </c:pt>
                <c:pt idx="1029">
                  <c:v>wet_and_wild_blondie</c:v>
                </c:pt>
                <c:pt idx="1030">
                  <c:v>westvirginiagirl194</c:v>
                </c:pt>
                <c:pt idx="1031">
                  <c:v>westvirginia_countrygirl</c:v>
                </c:pt>
                <c:pt idx="1032">
                  <c:v>westside_hollywood39</c:v>
                </c:pt>
                <c:pt idx="1033">
                  <c:v>westsidegangster3123</c:v>
                </c:pt>
                <c:pt idx="1034">
                  <c:v>west_pittsburg_princess</c:v>
                </c:pt>
                <c:pt idx="1035">
                  <c:v>westorangefootballboy</c:v>
                </c:pt>
                <c:pt idx="1036">
                  <c:v>west_oakland_general</c:v>
                </c:pt>
                <c:pt idx="1037">
                  <c:v>westminstermemorialpark</c:v>
                </c:pt>
                <c:pt idx="1038">
                  <c:v>westmiddleschoolencore</c:v>
                </c:pt>
                <c:pt idx="1039">
                  <c:v>westmichiganburnlounge</c:v>
                </c:pt>
                <c:pt idx="1040">
                  <c:v>westlandmusicteacher</c:v>
                </c:pt>
                <c:pt idx="1041">
                  <c:v>west_jordan_football</c:v>
                </c:pt>
                <c:pt idx="1042">
                  <c:v>westhighlandterrierlover</c:v>
                </c:pt>
                <c:pt idx="1043">
                  <c:v>west-highland-terrier2012</c:v>
                </c:pt>
                <c:pt idx="1044">
                  <c:v>west_grove_softball_cutie</c:v>
                </c:pt>
                <c:pt idx="1045">
                  <c:v>westernmarylandtruckshow</c:v>
                </c:pt>
                <c:pt idx="1046">
                  <c:v>westernelectricspace</c:v>
                </c:pt>
                <c:pt idx="1047">
                  <c:v>westernathletictraining</c:v>
                </c:pt>
                <c:pt idx="1048">
                  <c:v>westernanarchistunion</c:v>
                </c:pt>
                <c:pt idx="1049">
                  <c:v>westcoastunderground2</c:v>
                </c:pt>
                <c:pt idx="1050">
                  <c:v>westcoast_underground</c:v>
                </c:pt>
                <c:pt idx="1051">
                  <c:v>westcoastperformance</c:v>
                </c:pt>
                <c:pt idx="1052">
                  <c:v>westcoastpartygirl4life</c:v>
                </c:pt>
                <c:pt idx="1053">
                  <c:v>westcoast_heavy_hitter</c:v>
                </c:pt>
                <c:pt idx="1054">
                  <c:v>westchestermusicfestival</c:v>
                </c:pt>
                <c:pt idx="1055">
                  <c:v>westbridgeentertainment</c:v>
                </c:pt>
                <c:pt idx="1056">
                  <c:v>westboundforhometown</c:v>
                </c:pt>
                <c:pt idx="1057">
                  <c:v>westblocton_angel_08</c:v>
                </c:pt>
                <c:pt idx="1058">
                  <c:v>were_together_forever</c:v>
                </c:pt>
                <c:pt idx="1059">
                  <c:v>were_better_than_you_are</c:v>
                </c:pt>
                <c:pt idx="1060">
                  <c:v>wereallgoing2diesomeday</c:v>
                </c:pt>
                <c:pt idx="1061">
                  <c:v>were_all_going_2_die</c:v>
                </c:pt>
                <c:pt idx="1062">
                  <c:v>wereallalittlefreaky</c:v>
                </c:pt>
                <c:pt idx="1063">
                  <c:v>wereabovetheinfluence</c:v>
                </c:pt>
                <c:pt idx="1064">
                  <c:v>wercothelostfamilymember</c:v>
                </c:pt>
                <c:pt idx="1065">
                  <c:v>wendy_the_purse_princess</c:v>
                </c:pt>
                <c:pt idx="1066">
                  <c:v>wendythadiamondprincess</c:v>
                </c:pt>
                <c:pt idx="1067">
                  <c:v>wendy_darling_neverland</c:v>
                </c:pt>
                <c:pt idx="1068">
                  <c:v>wendy.beautiful.disaster</c:v>
                </c:pt>
                <c:pt idx="1069">
                  <c:v>wendy_aka_babygurl123</c:v>
                </c:pt>
                <c:pt idx="1070">
                  <c:v>welshbeefwillnotfail</c:v>
                </c:pt>
                <c:pt idx="1071">
                  <c:v>wellyyangfindinghome</c:v>
                </c:pt>
                <c:pt idx="1072">
                  <c:v>welltherewasthisonetime</c:v>
                </c:pt>
                <c:pt idx="1073">
                  <c:v>wellthatsinteresting</c:v>
                </c:pt>
                <c:pt idx="1074">
                  <c:v>well_screw_you_buttmunch</c:v>
                </c:pt>
                <c:pt idx="1075">
                  <c:v>wellingtonteencouncil</c:v>
                </c:pt>
                <c:pt idx="1076">
                  <c:v>welcometheblackparade</c:v>
                </c:pt>
                <c:pt idx="1077">
                  <c:v>welcome_2the_mirror_world</c:v>
                </c:pt>
                <c:pt idx="1078">
                  <c:v>welcome_2_the_katie_hotel</c:v>
                </c:pt>
                <c:pt idx="1079">
                  <c:v>welcome2neverenoughspace</c:v>
                </c:pt>
                <c:pt idx="1080">
                  <c:v>welcome_2_jessie_world</c:v>
                </c:pt>
                <c:pt idx="1081">
                  <c:v>welcome2halfbakecity</c:v>
                </c:pt>
                <c:pt idx="1082">
                  <c:v>welcome2fleeterville</c:v>
                </c:pt>
                <c:pt idx="1083">
                  <c:v>weird_love_and_action</c:v>
                </c:pt>
                <c:pt idx="1084">
                  <c:v>weirdlittlepunkguy88</c:v>
                </c:pt>
                <c:pt idx="1085">
                  <c:v>weirdelectrofreakboy</c:v>
                </c:pt>
                <c:pt idx="1086">
                  <c:v>weight_lifting_freak</c:v>
                </c:pt>
                <c:pt idx="1087">
                  <c:v>weeping_little_flame</c:v>
                </c:pt>
                <c:pt idx="1088">
                  <c:v>weekly_beauty_contest</c:v>
                </c:pt>
                <c:pt idx="1089">
                  <c:v>weed_smoke_every_day</c:v>
                </c:pt>
                <c:pt idx="1090">
                  <c:v>wedgesandalslideclub</c:v>
                </c:pt>
                <c:pt idx="1091">
                  <c:v>websourceinternational</c:v>
                </c:pt>
                <c:pt idx="1092">
                  <c:v>website_thingamajiggen</c:v>
                </c:pt>
                <c:pt idx="1093">
                  <c:v>webelectronicessence</c:v>
                </c:pt>
                <c:pt idx="1094">
                  <c:v>web_design_and_hosting</c:v>
                </c:pt>
                <c:pt idx="1095">
                  <c:v>web_analytics_consultant</c:v>
                </c:pt>
                <c:pt idx="1096">
                  <c:v>weavingwiththemadness</c:v>
                </c:pt>
                <c:pt idx="1097">
                  <c:v>wearsomethingfireproof</c:v>
                </c:pt>
                <c:pt idx="1098">
                  <c:v>weakstomachphotography</c:v>
                </c:pt>
                <c:pt idx="1099">
                  <c:v>waynebakerbrooksmusic</c:v>
                </c:pt>
                <c:pt idx="1100">
                  <c:v>wavedancerladytigeress</c:v>
                </c:pt>
                <c:pt idx="1101">
                  <c:v>watsoncustomgraphics</c:v>
                </c:pt>
                <c:pt idx="1102">
                  <c:v>watsonchapel98reunion</c:v>
                </c:pt>
                <c:pt idx="1103">
                  <c:v>waterstreetmusichall</c:v>
                </c:pt>
                <c:pt idx="1104">
                  <c:v>watermelonlayoutsummer</c:v>
                </c:pt>
                <c:pt idx="1105">
                  <c:v>watermelonjellybelly</c:v>
                </c:pt>
                <c:pt idx="1106">
                  <c:v>waterfireearthwindair</c:v>
                </c:pt>
                <c:pt idx="1107">
                  <c:v>water2fire4air1earth0</c:v>
                </c:pt>
                <c:pt idx="1108">
                  <c:v>watdagamebeenmissing</c:v>
                </c:pt>
                <c:pt idx="1109">
                  <c:v>watchyourback_turnaround</c:v>
                </c:pt>
                <c:pt idx="1110">
                  <c:v>watchyoufallfromgrace</c:v>
                </c:pt>
                <c:pt idx="1111">
                  <c:v>_watch_the_weather_change</c:v>
                </c:pt>
                <c:pt idx="1112">
                  <c:v>watchout4thatscooter</c:v>
                </c:pt>
                <c:pt idx="1113">
                  <c:v>watchmakingmetropolisorchestra</c:v>
                </c:pt>
                <c:pt idx="1114">
                  <c:v>watchingyoureverymove</c:v>
                </c:pt>
                <c:pt idx="1115">
                  <c:v>watchingyouallthetime</c:v>
                </c:pt>
                <c:pt idx="1116">
                  <c:v>watching_the_blood_drip</c:v>
                </c:pt>
                <c:pt idx="1117">
                  <c:v>watchingoveryouforever</c:v>
                </c:pt>
                <c:pt idx="1118">
                  <c:v>watching_guardian_angel</c:v>
                </c:pt>
                <c:pt idx="1119">
                  <c:v>watchingbrokenessmend</c:v>
                </c:pt>
                <c:pt idx="1120">
                  <c:v>wataboutthisrelationship</c:v>
                </c:pt>
                <c:pt idx="1121">
                  <c:v>wastingoxygensince92</c:v>
                </c:pt>
                <c:pt idx="1122">
                  <c:v>wastedgenerationrock</c:v>
                </c:pt>
                <c:pt idx="1123">
                  <c:v>washington_street_team</c:v>
                </c:pt>
                <c:pt idx="1124">
                  <c:v>washingtonhighschool</c:v>
                </c:pt>
                <c:pt idx="1125">
                  <c:v>washingmachinetheband</c:v>
                </c:pt>
                <c:pt idx="1126">
                  <c:v>wartfacepussyteacher</c:v>
                </c:pt>
                <c:pt idx="1127">
                  <c:v>warriorprincesskitty</c:v>
                </c:pt>
                <c:pt idx="1128">
                  <c:v>warrior_princess_anna</c:v>
                </c:pt>
                <c:pt idx="1129">
                  <c:v>warriorprincess4ever</c:v>
                </c:pt>
                <c:pt idx="1130">
                  <c:v>warriorfromthemotorcity</c:v>
                </c:pt>
                <c:pt idx="1131">
                  <c:v>warrior_football_player</c:v>
                </c:pt>
                <c:pt idx="1132">
                  <c:v>warrior_4_thunderclan</c:v>
                </c:pt>
                <c:pt idx="1133">
                  <c:v>warrenthebaseballguy</c:v>
                </c:pt>
                <c:pt idx="1134">
                  <c:v>warning_violent_bassist</c:v>
                </c:pt>
                <c:pt idx="1135">
                  <c:v>warning_under_pressure</c:v>
                </c:pt>
                <c:pt idx="1136">
                  <c:v>warningparentaladvisory</c:v>
                </c:pt>
                <c:pt idx="1137">
                  <c:v>warninghopelessromantic</c:v>
                </c:pt>
                <c:pt idx="1138">
                  <c:v>warning_angry_pirate</c:v>
                </c:pt>
                <c:pt idx="1139">
                  <c:v>WARNING1DANGER1CAUTION</c:v>
                </c:pt>
                <c:pt idx="1140">
                  <c:v>warmfuzzyfeeling1498</c:v>
                </c:pt>
                <c:pt idx="1141">
                  <c:v>warfareplaguefaminedeath</c:v>
                </c:pt>
                <c:pt idx="1142">
                  <c:v>warcraftpowerleveling</c:v>
                </c:pt>
                <c:pt idx="1143">
                  <c:v>warassassinsandtampliers</c:v>
                </c:pt>
                <c:pt idx="1144">
                  <c:v>wantsomethingdoneright</c:v>
                </c:pt>
                <c:pt idx="1145">
                  <c:v>wantsomeskittles1313</c:v>
                </c:pt>
                <c:pt idx="1146">
                  <c:v>wantmusicyoucantfind</c:v>
                </c:pt>
                <c:pt idx="1147">
                  <c:v>wantcheesewiththatwine</c:v>
                </c:pt>
                <c:pt idx="1148">
                  <c:v>wangdangsweetpoontang9</c:v>
                </c:pt>
                <c:pt idx="1149">
                  <c:v>wanderoffintoyournebula</c:v>
                </c:pt>
                <c:pt idx="1150">
                  <c:v>wandering_wolf_strife</c:v>
                </c:pt>
                <c:pt idx="1151">
                  <c:v>wandering_samurai_girl</c:v>
                </c:pt>
                <c:pt idx="1152">
                  <c:v>wanderingpurpletroll</c:v>
                </c:pt>
                <c:pt idx="1153">
                  <c:v>wandering_moon_princess</c:v>
                </c:pt>
                <c:pt idx="1154">
                  <c:v>wanda_thefairygodparent</c:v>
                </c:pt>
                <c:pt idx="1155">
                  <c:v>waltfowlerwithsports</c:v>
                </c:pt>
                <c:pt idx="1156">
                  <c:v>walterthefriendlyghost</c:v>
                </c:pt>
                <c:pt idx="1157">
                  <c:v>walterleecooper12345</c:v>
                </c:pt>
                <c:pt idx="1158">
                  <c:v>wallercustomconstruction</c:v>
                </c:pt>
                <c:pt idx="1159">
                  <c:v>walk_this_fucking_plank</c:v>
                </c:pt>
                <c:pt idx="1160">
                  <c:v>walksinthewilderness</c:v>
                </c:pt>
                <c:pt idx="1161">
                  <c:v>walking_the_narrow_line</c:v>
                </c:pt>
                <c:pt idx="1162">
                  <c:v>walkingheartattack2</c:v>
                </c:pt>
                <c:pt idx="1163">
                  <c:v>walkingblondemoment5</c:v>
                </c:pt>
                <c:pt idx="1164">
                  <c:v>wakingthefallen_toby</c:v>
                </c:pt>
                <c:pt idx="1165">
                  <c:v>wake_from_the_illusion</c:v>
                </c:pt>
                <c:pt idx="1166">
                  <c:v>waiting_until_the_end</c:v>
                </c:pt>
                <c:pt idx="1167">
                  <c:v>waitinghappinesstrain</c:v>
                </c:pt>
                <c:pt idx="1168">
                  <c:v>waiting_for_this_moment</c:v>
                </c:pt>
                <c:pt idx="1169">
                  <c:v>waiting_for_that_girl</c:v>
                </c:pt>
                <c:pt idx="1170">
                  <c:v>waitingfortermination</c:v>
                </c:pt>
                <c:pt idx="1171">
                  <c:v>waiting_for_perdition</c:v>
                </c:pt>
                <c:pt idx="1172">
                  <c:v>waitingformydeathpenalty</c:v>
                </c:pt>
                <c:pt idx="1173">
                  <c:v>waitingformisterright</c:v>
                </c:pt>
                <c:pt idx="1174">
                  <c:v>waiting_for_hell_2_arrive</c:v>
                </c:pt>
                <c:pt idx="1175">
                  <c:v>waitingforconfirmation</c:v>
                </c:pt>
                <c:pt idx="1176">
                  <c:v>wait_and_bleed_forever</c:v>
                </c:pt>
                <c:pt idx="1177">
                  <c:v>wagon_burning_native</c:v>
                </c:pt>
                <c:pt idx="1178">
                  <c:v>wagonburnerentertainment</c:v>
                </c:pt>
                <c:pt idx="1179">
                  <c:v>wafflesandprettycolors</c:v>
                </c:pt>
                <c:pt idx="1180">
                  <c:v>waffleironsaredangerous</c:v>
                </c:pt>
                <c:pt idx="1181">
                  <c:v>waffleeattingcaboose</c:v>
                </c:pt>
                <c:pt idx="1182">
                  <c:v>wackamoleindependent</c:v>
                </c:pt>
                <c:pt idx="1183">
                  <c:v>votemaddiforsocialofficer</c:v>
                </c:pt>
                <c:pt idx="1184">
                  <c:v>vote_for_the_hottest</c:v>
                </c:pt>
                <c:pt idx="1185">
                  <c:v>vote_for_pedro_not_summer</c:v>
                </c:pt>
                <c:pt idx="1186">
                  <c:v>voteformelissaandalyssa</c:v>
                </c:pt>
                <c:pt idx="1187">
                  <c:v>vote_4_pedro_heck_yes</c:v>
                </c:pt>
                <c:pt idx="1188">
                  <c:v>vote4denisebiancaandvicky</c:v>
                </c:pt>
                <c:pt idx="1189">
                  <c:v>vomitingthefetalembryo</c:v>
                </c:pt>
                <c:pt idx="1190">
                  <c:v>voluptuouscaramelcutie</c:v>
                </c:pt>
                <c:pt idx="1191">
                  <c:v>volumebeneaththeearth</c:v>
                </c:pt>
                <c:pt idx="1192">
                  <c:v>voltagecontrolledlizard</c:v>
                </c:pt>
                <c:pt idx="1193">
                  <c:v>volleyballstar_jenna</c:v>
                </c:pt>
                <c:pt idx="1194">
                  <c:v>volleyballsoccerchick</c:v>
                </c:pt>
                <c:pt idx="1195">
                  <c:v>volleyball_oceansidebabe</c:v>
                </c:pt>
                <c:pt idx="1196">
                  <c:v>volleyball_mel_4_life</c:v>
                </c:pt>
                <c:pt idx="1197">
                  <c:v>volleyball_gymnastic_life</c:v>
                </c:pt>
                <c:pt idx="1198">
                  <c:v>volleyballchicklucille</c:v>
                </c:pt>
                <c:pt idx="1199">
                  <c:v>volleyballchick_babe55</c:v>
                </c:pt>
                <c:pt idx="1200">
                  <c:v>volley_ball_chick_24</c:v>
                </c:pt>
                <c:pt idx="1201">
                  <c:v>voidstarentertainment</c:v>
                </c:pt>
                <c:pt idx="1202">
                  <c:v>voicingtheunseenband</c:v>
                </c:pt>
                <c:pt idx="1203">
                  <c:v>vodka_metal_music_fury</c:v>
                </c:pt>
                <c:pt idx="1204">
                  <c:v>vladimir_the_impaler</c:v>
                </c:pt>
                <c:pt idx="1205">
                  <c:v>vixenwarriorprincess</c:v>
                </c:pt>
                <c:pt idx="1206">
                  <c:v>vitavistavisagevirtual</c:v>
                </c:pt>
                <c:pt idx="1207">
                  <c:v>visualizethebrokenhandle</c:v>
                </c:pt>
                <c:pt idx="1208">
                  <c:v>visualimagemarketing</c:v>
                </c:pt>
                <c:pt idx="1209">
                  <c:v>visual_development_unit</c:v>
                </c:pt>
                <c:pt idx="1210">
                  <c:v>visit_your_mirror_image</c:v>
                </c:pt>
                <c:pt idx="1211">
                  <c:v>visionentertainmentgroup</c:v>
                </c:pt>
                <c:pt idx="1212">
                  <c:v>virtualworldrealestate</c:v>
                </c:pt>
                <c:pt idx="1213">
                  <c:v>virtualmachineelectronic</c:v>
                </c:pt>
                <c:pt idx="1214">
                  <c:v>virtualblackswanmarketing</c:v>
                </c:pt>
                <c:pt idx="1215">
                  <c:v>virgincollegemegatour</c:v>
                </c:pt>
                <c:pt idx="1216">
                  <c:v>violetthecaringsister</c:v>
                </c:pt>
                <c:pt idx="1217">
                  <c:v>violetmonkeydishwasher</c:v>
                </c:pt>
                <c:pt idx="1218">
                  <c:v>violent_vampirekitty</c:v>
                </c:pt>
                <c:pt idx="1219">
                  <c:v>violentserenitypaintball</c:v>
                </c:pt>
                <c:pt idx="1220">
                  <c:v>violenceagainstthemonkey</c:v>
                </c:pt>
                <c:pt idx="1221">
                  <c:v>vintageviolencerecordingstudio</c:v>
                </c:pt>
                <c:pt idx="1222">
                  <c:v>vintagerockstarlight</c:v>
                </c:pt>
                <c:pt idx="1223">
                  <c:v>vintagelovelayoutsandmore</c:v>
                </c:pt>
                <c:pt idx="1224">
                  <c:v>vintagelayoutpreview</c:v>
                </c:pt>
                <c:pt idx="1225">
                  <c:v>vintagehomeentertainment</c:v>
                </c:pt>
                <c:pt idx="1226">
                  <c:v>vinnieblessedneverquit</c:v>
                </c:pt>
                <c:pt idx="1227">
                  <c:v>vincentvalintine92311</c:v>
                </c:pt>
                <c:pt idx="1228">
                  <c:v>vincenthellmasker</c:v>
                </c:pt>
                <c:pt idx="1229">
                  <c:v>vincent_carr_fan_site</c:v>
                </c:pt>
                <c:pt idx="1230">
                  <c:v>vincent_black_lightning</c:v>
                </c:pt>
                <c:pt idx="1231">
                  <c:v>VINCENTALLDADE191919</c:v>
                </c:pt>
                <c:pt idx="1232">
                  <c:v>villanovajunctionband</c:v>
                </c:pt>
                <c:pt idx="1233">
                  <c:v>village_hottie_girl14</c:v>
                </c:pt>
                <c:pt idx="1234">
                  <c:v>villagefitnesscenter</c:v>
                </c:pt>
                <c:pt idx="1235">
                  <c:v>viking_wrestling_chic</c:v>
                </c:pt>
                <c:pt idx="1236">
                  <c:v>vikingsmockingmereexile</c:v>
                </c:pt>
                <c:pt idx="1237">
                  <c:v>viewbanksocialjustice</c:v>
                </c:pt>
                <c:pt idx="1238">
                  <c:v>videoprofessionalchick</c:v>
                </c:pt>
                <c:pt idx="1239">
                  <c:v>videogamemusicammodepot</c:v>
                </c:pt>
                <c:pt idx="1240">
                  <c:v>video_game_freak12345</c:v>
                </c:pt>
                <c:pt idx="1241">
                  <c:v>victor_the_aeroplane</c:v>
                </c:pt>
                <c:pt idx="1242">
                  <c:v>victoriousversuspurpose</c:v>
                </c:pt>
                <c:pt idx="1243">
                  <c:v>_Victoria_thekoolest</c:v>
                </c:pt>
                <c:pt idx="1244">
                  <c:v>_victorias_secret_babe</c:v>
                </c:pt>
                <c:pt idx="1245">
                  <c:v>victorias_own_secret</c:v>
                </c:pt>
                <c:pt idx="1246">
                  <c:v>victoriaslittlesecret19</c:v>
                </c:pt>
                <c:pt idx="1247">
                  <c:v>victoriasgayparkershott</c:v>
                </c:pt>
                <c:pt idx="1248">
                  <c:v>victoria_rose_blossom</c:v>
                </c:pt>
                <c:pt idx="1249">
                  <c:v>victoriamaeandhaleyann</c:v>
                </c:pt>
                <c:pt idx="1250">
                  <c:v>victoria_castro_baby</c:v>
                </c:pt>
                <c:pt idx="1251">
                  <c:v>victoria_boxing_club</c:v>
                </c:pt>
                <c:pt idx="1252">
                  <c:v>vicsoncosmeticsandbath</c:v>
                </c:pt>
                <c:pt idx="1253">
                  <c:v>vicky_and_fran_are_ugly</c:v>
                </c:pt>
                <c:pt idx="1254">
                  <c:v>vickithedramastarter</c:v>
                </c:pt>
                <c:pt idx="1255">
                  <c:v>vickey_justice_baybee</c:v>
                </c:pt>
                <c:pt idx="1256">
                  <c:v>vicioussparklekitten</c:v>
                </c:pt>
                <c:pt idx="1257">
                  <c:v>viciousimportproduction</c:v>
                </c:pt>
                <c:pt idx="1258">
                  <c:v>vicious_fuzzy_pink_bunny</c:v>
                </c:pt>
                <c:pt idx="1259">
                  <c:v>viciousdamevalentine</c:v>
                </c:pt>
                <c:pt idx="1260">
                  <c:v>viciouscirclehardcore</c:v>
                </c:pt>
                <c:pt idx="1261">
                  <c:v>vexedvampireprincess181</c:v>
                </c:pt>
                <c:pt idx="1262">
                  <c:v>vessel_for_berith_deity</c:v>
                </c:pt>
                <c:pt idx="1263">
                  <c:v>verysexybrowneyedgirl</c:v>
                </c:pt>
                <c:pt idx="1264">
                  <c:v>very_important_bitch</c:v>
                </c:pt>
                <c:pt idx="1265">
                  <c:v>veryconfusingsecretword</c:v>
                </c:pt>
                <c:pt idx="1266">
                  <c:v>very_comfortably_numb</c:v>
                </c:pt>
                <c:pt idx="1267">
                  <c:v>verticaldreamsonline</c:v>
                </c:pt>
                <c:pt idx="1268">
                  <c:v>versusthetimemachine</c:v>
                </c:pt>
                <c:pt idx="1269">
                  <c:v>versatilefamilybusiness</c:v>
                </c:pt>
                <c:pt idx="1270">
                  <c:v>versatiledancecompany</c:v>
                </c:pt>
                <c:pt idx="1271">
                  <c:v>veronicasophiamendoza</c:v>
                </c:pt>
                <c:pt idx="1272">
                  <c:v>veronicasnowdenbland</c:v>
                </c:pt>
                <c:pt idx="1273">
                  <c:v>veronica.quintanilla81</c:v>
                </c:pt>
                <c:pt idx="1274">
                  <c:v>veronicapassionconsultant</c:v>
                </c:pt>
                <c:pt idx="1275">
                  <c:v>veronica_delatrinidad</c:v>
                </c:pt>
                <c:pt idx="1276">
                  <c:v>veronicachapmansmith</c:v>
                </c:pt>
                <c:pt idx="1277">
                  <c:v>veronica_and_timothy</c:v>
                </c:pt>
                <c:pt idx="1278">
                  <c:v>veronica_and_justine4ever</c:v>
                </c:pt>
                <c:pt idx="1279">
                  <c:v>veronicaakalittlecat</c:v>
                </c:pt>
                <c:pt idx="1280">
                  <c:v>verbalsweetnessmusic</c:v>
                </c:pt>
                <c:pt idx="1281">
                  <c:v>venusstarpowerignite</c:v>
                </c:pt>
                <c:pt idx="1282">
                  <c:v>venturecapitallawyer</c:v>
                </c:pt>
                <c:pt idx="1283">
                  <c:v>venomous_duck_rosemary</c:v>
                </c:pt>
                <c:pt idx="1284">
                  <c:v>venomous_carnage_assassin</c:v>
                </c:pt>
                <c:pt idx="1285">
                  <c:v>vengeanceviavendetta</c:v>
                </c:pt>
                <c:pt idx="1286">
                  <c:v>vengeance_snow_fixation</c:v>
                </c:pt>
                <c:pt idx="1287">
                  <c:v>vendrex_the_last_dragon</c:v>
                </c:pt>
                <c:pt idx="1288">
                  <c:v>vendettaforvengeance</c:v>
                </c:pt>
                <c:pt idx="1289">
                  <c:v>velvetpickleunderground</c:v>
                </c:pt>
                <c:pt idx="1290">
                  <c:v>velvet_nightmare_girl</c:v>
                </c:pt>
                <c:pt idx="1291">
                  <c:v>velvetcrushrockgroup</c:v>
                </c:pt>
                <c:pt idx="1292">
                  <c:v>velocitysportsperformance</c:v>
                </c:pt>
                <c:pt idx="1293">
                  <c:v>vegetarianstudentunion</c:v>
                </c:pt>
                <c:pt idx="1294">
                  <c:v>vegetablerightsandpeace</c:v>
                </c:pt>
                <c:pt idx="1295">
                  <c:v>vector_love_amsterdam</c:v>
                </c:pt>
                <c:pt idx="1296">
                  <c:v>vaudeville_variety_show</c:v>
                </c:pt>
                <c:pt idx="1297">
                  <c:v>vassago_malekai_blade</c:v>
                </c:pt>
                <c:pt idx="1298">
                  <c:v>varsitysoftballplayer1</c:v>
                </c:pt>
                <c:pt idx="1299">
                  <c:v>varsitysoccerchick09</c:v>
                </c:pt>
                <c:pt idx="1300">
                  <c:v>varletclothingcompany</c:v>
                </c:pt>
                <c:pt idx="1301">
                  <c:v>variousmotherfucking</c:v>
                </c:pt>
                <c:pt idx="1302">
                  <c:v>variablefuckingperception</c:v>
                </c:pt>
                <c:pt idx="1303">
                  <c:v>vanmandownbytheriver</c:v>
                </c:pt>
                <c:pt idx="1304">
                  <c:v>vanitycrisisphotography</c:v>
                </c:pt>
                <c:pt idx="1305">
                  <c:v>vanishingpointofficial</c:v>
                </c:pt>
                <c:pt idx="1306">
                  <c:v>vanishingpointburnley</c:v>
                </c:pt>
                <c:pt idx="1307">
                  <c:v>vanillawafersandmilk</c:v>
                </c:pt>
                <c:pt idx="1308">
                  <c:v>vanillavanessavalentine</c:v>
                </c:pt>
                <c:pt idx="1309">
                  <c:v>vanillascentedcandle</c:v>
                </c:pt>
                <c:pt idx="1310">
                  <c:v>vanillaicequeen_040</c:v>
                </c:pt>
                <c:pt idx="1311">
                  <c:v>VanillaGorillaJungleKing</c:v>
                </c:pt>
                <c:pt idx="1312">
                  <c:v>vanillafuzzywuzzybear</c:v>
                </c:pt>
                <c:pt idx="1313">
                  <c:v>vanillabeangirl12001</c:v>
                </c:pt>
                <c:pt idx="1314">
                  <c:v>vanessa_youshouldknow</c:v>
                </c:pt>
                <c:pt idx="1315">
                  <c:v>vanessa_santana_hottie1</c:v>
                </c:pt>
                <c:pt idx="1316">
                  <c:v>vanessasandovalmusic</c:v>
                </c:pt>
                <c:pt idx="1317">
                  <c:v>vanessa_nichole_sarah</c:v>
                </c:pt>
                <c:pt idx="1318">
                  <c:v>vanessamichellethorp</c:v>
                </c:pt>
                <c:pt idx="1319">
                  <c:v>vanessamariehenderson</c:v>
                </c:pt>
                <c:pt idx="1320">
                  <c:v>vanessalovesherlover</c:v>
                </c:pt>
                <c:pt idx="1321">
                  <c:v>vanessahudgensonline</c:v>
                </c:pt>
                <c:pt idx="1322">
                  <c:v>vanessahudgensofficialsit</c:v>
                </c:pt>
                <c:pt idx="1323">
                  <c:v>vanessa_hudgens_1214</c:v>
                </c:pt>
                <c:pt idx="1324">
                  <c:v>vanessa_hearts_heather</c:v>
                </c:pt>
                <c:pt idx="1325">
                  <c:v>vanessa_caitlin_rucker</c:v>
                </c:pt>
                <c:pt idx="1326">
                  <c:v>vanessa_ann_the_vampire</c:v>
                </c:pt>
                <c:pt idx="1327">
                  <c:v>vanessa_ann_hudgens_crazy</c:v>
                </c:pt>
                <c:pt idx="1328">
                  <c:v>vanessaannemariehudgen</c:v>
                </c:pt>
                <c:pt idx="1329">
                  <c:v>vanessa_anne_hutchinson</c:v>
                </c:pt>
                <c:pt idx="1330">
                  <c:v>vanessaannehudgensrox</c:v>
                </c:pt>
                <c:pt idx="1331">
                  <c:v>vanessaannehudgens893</c:v>
                </c:pt>
                <c:pt idx="1332">
                  <c:v>vanessa_anne_hudgens_88</c:v>
                </c:pt>
                <c:pt idx="1333">
                  <c:v>vanessa_anne_hudgens_4</c:v>
                </c:pt>
                <c:pt idx="1334">
                  <c:v>vanessaannehudgens123</c:v>
                </c:pt>
                <c:pt idx="1335">
                  <c:v>vanessaannehudgens121488</c:v>
                </c:pt>
                <c:pt idx="1336">
                  <c:v>vanessa_anne_hudgens101</c:v>
                </c:pt>
                <c:pt idx="1337">
                  <c:v>vanessaannehudgens_1</c:v>
                </c:pt>
                <c:pt idx="1338">
                  <c:v>vanessa_818_aka_vanilla</c:v>
                </c:pt>
                <c:pt idx="1339">
                  <c:v>vandalayimportexport</c:v>
                </c:pt>
                <c:pt idx="1340">
                  <c:v>vancouver.westbroadway</c:v>
                </c:pt>
                <c:pt idx="1341">
                  <c:v>vampyer_under_the_bed</c:v>
                </c:pt>
                <c:pt idx="1342">
                  <c:v>vampire_soul_whatelse</c:v>
                </c:pt>
                <c:pt idx="1343">
                  <c:v>vampire_serenity_black</c:v>
                </c:pt>
                <c:pt idx="1344">
                  <c:v>vampireprincessnay13</c:v>
                </c:pt>
                <c:pt idx="1345">
                  <c:v>vampire_princess_eva</c:v>
                </c:pt>
                <c:pt idx="1346">
                  <c:v>VampirePrincessBloodlust</c:v>
                </c:pt>
                <c:pt idx="1347">
                  <c:v>vampire_malvina_killer</c:v>
                </c:pt>
                <c:pt idx="1348">
                  <c:v>vampire_fairy_princess</c:v>
                </c:pt>
                <c:pt idx="1349">
                  <c:v>vampire_fairy_advice</c:v>
                </c:pt>
                <c:pt idx="1350">
                  <c:v>vampire_anime_freak25</c:v>
                </c:pt>
                <c:pt idx="1351">
                  <c:v>vampchrisbloodthirst</c:v>
                </c:pt>
                <c:pt idx="1352">
                  <c:v>valleystreamwrestling</c:v>
                </c:pt>
                <c:pt idx="1353">
                  <c:v>valleygirl_ventriloquist</c:v>
                </c:pt>
                <c:pt idx="1354">
                  <c:v>valiantherospacemanspiff</c:v>
                </c:pt>
                <c:pt idx="1355">
                  <c:v>valeron020dasha2101994</c:v>
                </c:pt>
                <c:pt idx="1356">
                  <c:v>valerieremoveaccount</c:v>
                </c:pt>
                <c:pt idx="1357">
                  <c:v>valerie_natalie_haylee</c:v>
                </c:pt>
                <c:pt idx="1358">
                  <c:v>valerieleannheartsyou</c:v>
                </c:pt>
                <c:pt idx="1359">
                  <c:v>valentinemetalmassacre</c:v>
                </c:pt>
                <c:pt idx="1360">
                  <c:v>valentinebabygirl420</c:v>
                </c:pt>
                <c:pt idx="1361">
                  <c:v>valentinayournightmare</c:v>
                </c:pt>
                <c:pt idx="1362">
                  <c:v>valenciayouthinaction</c:v>
                </c:pt>
                <c:pt idx="1363">
                  <c:v>vaguereminiscenceclothing</c:v>
                </c:pt>
                <c:pt idx="1364">
                  <c:v>vagueinspirationmusic</c:v>
                </c:pt>
                <c:pt idx="1365">
                  <c:v>vagabond_garage_rocker</c:v>
                </c:pt>
                <c:pt idx="1366">
                  <c:v>vacationrentalsinwildwood</c:v>
                </c:pt>
                <c:pt idx="1367">
                  <c:v>vacantlotentertainment</c:v>
                </c:pt>
                <c:pt idx="1368">
                  <c:v>utterworldlyclothing</c:v>
                </c:pt>
                <c:pt idx="1369">
                  <c:v>utterly_unique_entity</c:v>
                </c:pt>
                <c:pt idx="1370">
                  <c:v>utterliterarycabaret</c:v>
                </c:pt>
                <c:pt idx="1371">
                  <c:v>useless_welfare_child503</c:v>
                </c:pt>
                <c:pt idx="1372">
                  <c:v>urinaryrectallubricant</c:v>
                </c:pt>
                <c:pt idx="1373">
                  <c:v>ure_punk_rock_princess</c:v>
                </c:pt>
                <c:pt idx="1374">
                  <c:v>urbansuperherodangerman</c:v>
                </c:pt>
                <c:pt idx="1375">
                  <c:v>urbanstrawberrylunch</c:v>
                </c:pt>
                <c:pt idx="1376">
                  <c:v>urbansoulentertainment</c:v>
                </c:pt>
                <c:pt idx="1377">
                  <c:v>urbanrenaissanceschool</c:v>
                </c:pt>
                <c:pt idx="1378">
                  <c:v>urbanrenaissancemagazine</c:v>
                </c:pt>
                <c:pt idx="1379">
                  <c:v>urbanmythstorytelling</c:v>
                </c:pt>
                <c:pt idx="1380">
                  <c:v>urbanministrynetwork</c:v>
                </c:pt>
                <c:pt idx="1381">
                  <c:v>urbanhungerreliefclub</c:v>
                </c:pt>
                <c:pt idx="1382">
                  <c:v>urbanenterprisemagazine</c:v>
                </c:pt>
                <c:pt idx="1383">
                  <c:v>urbandanceentertainment</c:v>
                </c:pt>
                <c:pt idx="1384">
                  <c:v>uptown_dapper_panther</c:v>
                </c:pt>
                <c:pt idx="1385">
                  <c:v>upstatemetalfest200</c:v>
                </c:pt>
                <c:pt idx="1386">
                  <c:v>uppercanadarhythmblues</c:v>
                </c:pt>
                <c:pt idx="1387">
                  <c:v>upontheseemptyhearts</c:v>
                </c:pt>
                <c:pt idx="1388">
                  <c:v>upliftingpersonaltraining</c:v>
                </c:pt>
                <c:pt idx="1389">
                  <c:v>upcoming_baseball_star</c:v>
                </c:pt>
                <c:pt idx="1390">
                  <c:v>unwrittentragedymusic</c:v>
                </c:pt>
                <c:pt idx="1391">
                  <c:v>unwantedattentionband</c:v>
                </c:pt>
                <c:pt idx="1392">
                  <c:v>unusually_flexible_girl</c:v>
                </c:pt>
                <c:pt idx="1393">
                  <c:v>untouchableproductionsky</c:v>
                </c:pt>
                <c:pt idx="1394">
                  <c:v>untouchablepimpsquad</c:v>
                </c:pt>
                <c:pt idx="1395">
                  <c:v>untouchablekingplaya</c:v>
                </c:pt>
                <c:pt idx="1396">
                  <c:v>untoldstoryjakenickdevin</c:v>
                </c:pt>
                <c:pt idx="1397">
                  <c:v>untitled_vanitycontest</c:v>
                </c:pt>
                <c:pt idx="1398">
                  <c:v>untitledbandnamegasp</c:v>
                </c:pt>
                <c:pt idx="1399">
                  <c:v>untiltheyallcomehome</c:v>
                </c:pt>
                <c:pt idx="1400">
                  <c:v>untill_the_end_angel</c:v>
                </c:pt>
                <c:pt idx="1401">
                  <c:v>untamedanduncontrolled</c:v>
                </c:pt>
                <c:pt idx="1402">
                  <c:v>unstoppablelatinapower</c:v>
                </c:pt>
                <c:pt idx="1403">
                  <c:v>unstoppabledynamiteprogression</c:v>
                </c:pt>
                <c:pt idx="1404">
                  <c:v>unspokenpaintballteam</c:v>
                </c:pt>
                <c:pt idx="1405">
                  <c:v>unsheathed_from_reality</c:v>
                </c:pt>
                <c:pt idx="1406">
                  <c:v>unrealcarnagewrestling</c:v>
                </c:pt>
                <c:pt idx="1407">
                  <c:v>unpronounceablelastname</c:v>
                </c:pt>
                <c:pt idx="1408">
                  <c:v>unpredictable_but_sweet</c:v>
                </c:pt>
                <c:pt idx="1409">
                  <c:v>unoriginalspacemonkey</c:v>
                </c:pt>
                <c:pt idx="1410">
                  <c:v>unofficialvoodootribe</c:v>
                </c:pt>
                <c:pt idx="1411">
                  <c:v>unofficialtableforsix</c:v>
                </c:pt>
                <c:pt idx="1412">
                  <c:v>unofficialkristenbell</c:v>
                </c:pt>
                <c:pt idx="1413">
                  <c:v>unnecessaryquestionmark</c:v>
                </c:pt>
                <c:pt idx="1414">
                  <c:v>unloved_broken_heart</c:v>
                </c:pt>
                <c:pt idx="1415">
                  <c:v>unlimitedmusicgroup2</c:v>
                </c:pt>
                <c:pt idx="1416">
                  <c:v>unleash_your_release</c:v>
                </c:pt>
                <c:pt idx="1417">
                  <c:v>unleashedposermobile</c:v>
                </c:pt>
                <c:pt idx="1418">
                  <c:v>unleashed_brown_county</c:v>
                </c:pt>
                <c:pt idx="1419">
                  <c:v>unknown_twilight_singer</c:v>
                </c:pt>
                <c:pt idx="1420">
                  <c:v>unknown_the_original</c:v>
                </c:pt>
                <c:pt idx="1421">
                  <c:v>unknownquantitymusic</c:v>
                </c:pt>
                <c:pt idx="1422">
                  <c:v>unknownbrownsvilleartist</c:v>
                </c:pt>
                <c:pt idx="1423">
                  <c:v>unknown_and_unwritten</c:v>
                </c:pt>
                <c:pt idx="1424">
                  <c:v>unknownandunavailable</c:v>
                </c:pt>
                <c:pt idx="1425">
                  <c:v>universaltopmodeldiva</c:v>
                </c:pt>
                <c:pt idx="1426">
                  <c:v>universalsoundremedy</c:v>
                </c:pt>
                <c:pt idx="1427">
                  <c:v>universal_sex_symbol</c:v>
                </c:pt>
                <c:pt idx="1428">
                  <c:v>universalmotherearth</c:v>
                </c:pt>
                <c:pt idx="1429">
                  <c:v>universallyknownpenis</c:v>
                </c:pt>
                <c:pt idx="1430">
                  <c:v>universal_language_radio</c:v>
                </c:pt>
                <c:pt idx="1431">
                  <c:v>universalhiphopradio</c:v>
                </c:pt>
                <c:pt idx="1432">
                  <c:v>universalgroovefootage</c:v>
                </c:pt>
                <c:pt idx="1433">
                  <c:v>universalgraphicanddesign</c:v>
                </c:pt>
                <c:pt idx="1434">
                  <c:v>unitybroadcastingnetwork</c:v>
                </c:pt>
                <c:pt idx="1435">
                  <c:v>unitedempirecorporation</c:v>
                </c:pt>
                <c:pt idx="1436">
                  <c:v>unitedchristianfellowship</c:v>
                </c:pt>
                <c:pt idx="1437">
                  <c:v>uniquelyyoursforever</c:v>
                </c:pt>
                <c:pt idx="1438">
                  <c:v>uniquebeautifulbutterfly</c:v>
                </c:pt>
                <c:pt idx="1439">
                  <c:v>unique_athletic_sexy</c:v>
                </c:pt>
                <c:pt idx="1440">
                  <c:v>unique_and_irreplaceable</c:v>
                </c:pt>
                <c:pt idx="1441">
                  <c:v>unionentertainmentgroup</c:v>
                </c:pt>
                <c:pt idx="1442">
                  <c:v>uniformedelectrogirl</c:v>
                </c:pt>
                <c:pt idx="1443">
                  <c:v>unifiedcommunitygospelchoir</c:v>
                </c:pt>
                <c:pt idx="1444">
                  <c:v>unicornsavingassociation</c:v>
                </c:pt>
                <c:pt idx="1445">
                  <c:v>unicornmagicgirl070205</c:v>
                </c:pt>
                <c:pt idx="1446">
                  <c:v>unicorn_loving_whore_girl</c:v>
                </c:pt>
                <c:pt idx="1447">
                  <c:v>unicornkiss.christa27</c:v>
                </c:pt>
                <c:pt idx="1448">
                  <c:v>unheardnewsunwantedgirl</c:v>
                </c:pt>
                <c:pt idx="1449">
                  <c:v>unfrozencavemantraveler</c:v>
                </c:pt>
                <c:pt idx="1450">
                  <c:v>unfrozencavemanlawyer1</c:v>
                </c:pt>
                <c:pt idx="1451">
                  <c:v>unfriendlyneighborclown</c:v>
                </c:pt>
                <c:pt idx="1452">
                  <c:v>unforgivinguntillforever</c:v>
                </c:pt>
                <c:pt idx="1453">
                  <c:v>unforgivenblackalbum</c:v>
                </c:pt>
                <c:pt idx="1454">
                  <c:v>UnforgettableSpecialAgent</c:v>
                </c:pt>
                <c:pt idx="1455">
                  <c:v>unforgetable_photography</c:v>
                </c:pt>
                <c:pt idx="1456">
                  <c:v>unforgetable_iceprince</c:v>
                </c:pt>
                <c:pt idx="1457">
                  <c:v>unforgetablecovergirl</c:v>
                </c:pt>
                <c:pt idx="1458">
                  <c:v>unforgetable_brittany</c:v>
                </c:pt>
                <c:pt idx="1459">
                  <c:v>unfitforsociety_drummer</c:v>
                </c:pt>
                <c:pt idx="1460">
                  <c:v>unfinishedrobotsociety</c:v>
                </c:pt>
                <c:pt idx="1461">
                  <c:v>unfinishedbusinessmusic</c:v>
                </c:pt>
                <c:pt idx="1462">
                  <c:v>unemployedblackastronaut1</c:v>
                </c:pt>
                <c:pt idx="1463">
                  <c:v>unemployedandforhire</c:v>
                </c:pt>
                <c:pt idx="1464">
                  <c:v>undyingallegiancerock</c:v>
                </c:pt>
                <c:pt idx="1465">
                  <c:v>undividedattentiondeficit</c:v>
                </c:pt>
                <c:pt idx="1466">
                  <c:v>undiscoveredlovermusic</c:v>
                </c:pt>
                <c:pt idx="1467">
                  <c:v>undesireable_infatuation</c:v>
                </c:pt>
                <c:pt idx="1468">
                  <c:v>underworldtravelplanner</c:v>
                </c:pt>
                <c:pt idx="1469">
                  <c:v>underworld_evolution_rox</c:v>
                </c:pt>
                <c:pt idx="1470">
                  <c:v>underwearstealingmonkey</c:v>
                </c:pt>
                <c:pt idx="1471">
                  <c:v>underwaterpettingzoo</c:v>
                </c:pt>
                <c:pt idx="1472">
                  <c:v>underwatermysterymachine</c:v>
                </c:pt>
                <c:pt idx="1473">
                  <c:v>underwaterbisonfamily</c:v>
                </c:pt>
                <c:pt idx="1474">
                  <c:v>underthreateningskies</c:v>
                </c:pt>
                <c:pt idx="1475">
                  <c:v>under_the_table_dreaming</c:v>
                </c:pt>
                <c:pt idx="1476">
                  <c:v>under_the_rotted_flesh</c:v>
                </c:pt>
                <c:pt idx="1477">
                  <c:v>undertheinfluence123</c:v>
                </c:pt>
                <c:pt idx="1478">
                  <c:v>undertheguillotine</c:v>
                </c:pt>
                <c:pt idx="1479">
                  <c:v>underthefallenremains</c:v>
                </c:pt>
                <c:pt idx="1480">
                  <c:v>under_the_copper_beech</c:v>
                </c:pt>
                <c:pt idx="1481">
                  <c:v>under_the_bodhi_tree</c:v>
                </c:pt>
                <c:pt idx="1482">
                  <c:v>understoodfalsemeaning</c:v>
                </c:pt>
                <c:pt idx="1483">
                  <c:v>understarlitskies_mandy</c:v>
                </c:pt>
                <c:pt idx="1484">
                  <c:v>understandingforpeace</c:v>
                </c:pt>
                <c:pt idx="1485">
                  <c:v>underoath_rock_freak</c:v>
                </c:pt>
                <c:pt idx="1486">
                  <c:v>underneathyourclothes</c:v>
                </c:pt>
                <c:pt idx="1487">
                  <c:v>underneaththissmile125</c:v>
                </c:pt>
                <c:pt idx="1488">
                  <c:v>underneaththeweepingmoon</c:v>
                </c:pt>
                <c:pt idx="1489">
                  <c:v>undergroundsurfcompany</c:v>
                </c:pt>
                <c:pt idx="1490">
                  <c:v>undergroundsoundsent</c:v>
                </c:pt>
                <c:pt idx="1491">
                  <c:v>undergroundsoundprod</c:v>
                </c:pt>
                <c:pt idx="1492">
                  <c:v>undergroundscenecore</c:v>
                </c:pt>
                <c:pt idx="1493">
                  <c:v>undergroundrockassociation</c:v>
                </c:pt>
                <c:pt idx="1494">
                  <c:v>undergroundnationfestival</c:v>
                </c:pt>
                <c:pt idx="1495">
                  <c:v>undergroundmusicnetwork</c:v>
                </c:pt>
                <c:pt idx="1496">
                  <c:v>undergroundlitexplosion</c:v>
                </c:pt>
                <c:pt idx="1497">
                  <c:v>undergroundhiphopselection</c:v>
                </c:pt>
                <c:pt idx="1498">
                  <c:v>underground_foothound</c:v>
                </c:pt>
                <c:pt idx="1499">
                  <c:v>undergroundfightclub</c:v>
                </c:pt>
                <c:pt idx="1500">
                  <c:v>undergrounddodgeball</c:v>
                </c:pt>
                <c:pt idx="1501">
                  <c:v>undergrounddancestudio</c:v>
                </c:pt>
                <c:pt idx="1502">
                  <c:v>undergroundcomedydayton</c:v>
                </c:pt>
                <c:pt idx="1503">
                  <c:v>underfederalprotection</c:v>
                </c:pt>
                <c:pt idx="1504">
                  <c:v>underfallingconflict</c:v>
                </c:pt>
                <c:pt idx="1505">
                  <c:v>undercover_freaky_lover</c:v>
                </c:pt>
                <c:pt idx="1506">
                  <c:v>undercover_china_girl</c:v>
                </c:pt>
                <c:pt idx="1507">
                  <c:v>under_cover_blonde_1212</c:v>
                </c:pt>
                <c:pt idx="1508">
                  <c:v>undercover_barbie_doll</c:v>
                </c:pt>
                <c:pt idx="1509">
                  <c:v>undercover_angel_who_fell</c:v>
                </c:pt>
                <c:pt idx="1510">
                  <c:v>underconstructionband</c:v>
                </c:pt>
                <c:pt idx="1511">
                  <c:v>undead_pirate_captain</c:v>
                </c:pt>
                <c:pt idx="1512">
                  <c:v>undeadcrisispreventionunit</c:v>
                </c:pt>
                <c:pt idx="1513">
                  <c:v>uncreativescreenname</c:v>
                </c:pt>
                <c:pt idx="1514">
                  <c:v>uncontainablefromunknown</c:v>
                </c:pt>
                <c:pt idx="1515">
                  <c:v>uncleboogiepantsmusic</c:v>
                </c:pt>
                <c:pt idx="1516">
                  <c:v>unclassifiedbetterthanyou</c:v>
                </c:pt>
                <c:pt idx="1517">
                  <c:v>unchartered_headspace</c:v>
                </c:pt>
                <c:pt idx="1518">
                  <c:v>uncalledforsoberness</c:v>
                </c:pt>
                <c:pt idx="1519">
                  <c:v>uncagednortherntiger</c:v>
                </c:pt>
                <c:pt idx="1520">
                  <c:v>unbrokenthroughstruggle</c:v>
                </c:pt>
                <c:pt idx="1521">
                  <c:v>unbreakableicequeen</c:v>
                </c:pt>
                <c:pt idx="1522">
                  <c:v>unbelievableoverhere</c:v>
                </c:pt>
                <c:pt idx="1523">
                  <c:v>unabridgedmothertucker</c:v>
                </c:pt>
                <c:pt idx="1524">
                  <c:v>umbrellacorpsairsoft</c:v>
                </c:pt>
                <c:pt idx="1525">
                  <c:v>umbraonapainteddesert</c:v>
                </c:pt>
                <c:pt idx="1526">
                  <c:v>ultravioletthemesong</c:v>
                </c:pt>
                <c:pt idx="1527">
                  <c:v>ultraspiffysupreme5000</c:v>
                </c:pt>
                <c:pt idx="1528">
                  <c:v>ultimateurbanproduction</c:v>
                </c:pt>
                <c:pt idx="1529">
                  <c:v>ultimatetanningandbeauty</c:v>
                </c:pt>
                <c:pt idx="1530">
                  <c:v>ultimatestutterflyfan</c:v>
                </c:pt>
                <c:pt idx="1531">
                  <c:v>ultimate_softball_chick18</c:v>
                </c:pt>
                <c:pt idx="1532">
                  <c:v>ultimateshredsymphony</c:v>
                </c:pt>
                <c:pt idx="1533">
                  <c:v>ultimate_scream_trilogy</c:v>
                </c:pt>
                <c:pt idx="1534">
                  <c:v>ultimaterollercoaster</c:v>
                </c:pt>
                <c:pt idx="1535">
                  <c:v>ultimate_ownage_video</c:v>
                </c:pt>
                <c:pt idx="1536">
                  <c:v>ultimate_one_winged_angel</c:v>
                </c:pt>
                <c:pt idx="1537">
                  <c:v>ultimatenarutofan247</c:v>
                </c:pt>
                <c:pt idx="1538">
                  <c:v>ultimatemusiclessons</c:v>
                </c:pt>
                <c:pt idx="1539">
                  <c:v>ultimatelawnandlandscape</c:v>
                </c:pt>
                <c:pt idx="1540">
                  <c:v>UltimateKeyblademaster</c:v>
                </c:pt>
                <c:pt idx="1541">
                  <c:v>ultimatejessicasimpson</c:v>
                </c:pt>
                <c:pt idx="1542">
                  <c:v>ultimatehighschoolparty</c:v>
                </c:pt>
                <c:pt idx="1543">
                  <c:v>ultimate_fighting_master</c:v>
                </c:pt>
                <c:pt idx="1544">
                  <c:v>ultimatefightingforce</c:v>
                </c:pt>
                <c:pt idx="1545">
                  <c:v>ultimatefighterchampion01</c:v>
                </c:pt>
                <c:pt idx="1546">
                  <c:v>ultimate_combat_wombat</c:v>
                </c:pt>
                <c:pt idx="1547">
                  <c:v>ultimatebrotherhoodleague</c:v>
                </c:pt>
                <c:pt idx="1548">
                  <c:v>ultimateblackphoenix</c:v>
                </c:pt>
                <c:pt idx="1549">
                  <c:v>uglytycoonentertainment</c:v>
                </c:pt>
                <c:pt idx="1550">
                  <c:v>UglyPeopleAreHostile</c:v>
                </c:pt>
                <c:pt idx="1551">
                  <c:v>uglyducklingcometrue</c:v>
                </c:pt>
                <c:pt idx="1552">
                  <c:v>tyronethemagnificent</c:v>
                </c:pt>
                <c:pt idx="1553">
                  <c:v>tyrone_soccer_ashley</c:v>
                </c:pt>
                <c:pt idx="1554">
                  <c:v>typicalteenagehypocrite</c:v>
                </c:pt>
                <c:pt idx="1555">
                  <c:v>typical_lovehate_tragedy</c:v>
                </c:pt>
                <c:pt idx="1556">
                  <c:v>tycoondynastycompetition</c:v>
                </c:pt>
                <c:pt idx="1557">
                  <c:v>twosparrowsinahurricane</c:v>
                </c:pt>
                <c:pt idx="1558">
                  <c:v>twoshakesofalambstale</c:v>
                </c:pt>
                <c:pt idx="1559">
                  <c:v>twolipsarebetterthan1</c:v>
                </c:pt>
                <c:pt idx="1560">
                  <c:v>twohundredfortythree</c:v>
                </c:pt>
                <c:pt idx="1561">
                  <c:v>twoheartstheirworld_</c:v>
                </c:pt>
                <c:pt idx="1562">
                  <c:v>twohearts_oneconnection</c:v>
                </c:pt>
                <c:pt idx="1563">
                  <c:v>two_four_six_zero_one</c:v>
                </c:pt>
                <c:pt idx="1564">
                  <c:v>twodaysfromtomorrowrock</c:v>
                </c:pt>
                <c:pt idx="1565">
                  <c:v>twitchingbeyondthegrave</c:v>
                </c:pt>
                <c:pt idx="1566">
                  <c:v>twisty_bobcat_pretzel</c:v>
                </c:pt>
                <c:pt idx="1567">
                  <c:v>twistedwiththesickness</c:v>
                </c:pt>
                <c:pt idx="1568">
                  <c:v>twistedsteelandsexappeal1</c:v>
                </c:pt>
                <c:pt idx="1569">
                  <c:v>twistedrealmfestival</c:v>
                </c:pt>
                <c:pt idx="1570">
                  <c:v>twisted_metal_cowboy</c:v>
                </c:pt>
                <c:pt idx="1571">
                  <c:v>twistedlittleskaterboy</c:v>
                </c:pt>
                <c:pt idx="1572">
                  <c:v>twistedlittlefreak71</c:v>
                </c:pt>
                <c:pt idx="1573">
                  <c:v>twistedlilschoolgirl</c:v>
                </c:pt>
                <c:pt idx="1574">
                  <c:v>twistedfuckingcruelty</c:v>
                </c:pt>
                <c:pt idx="1575">
                  <c:v>twistedcookiemonster</c:v>
                </c:pt>
                <c:pt idx="1576">
                  <c:v>twistedbrowntruckerband</c:v>
                </c:pt>
                <c:pt idx="1577">
                  <c:v>twistedblooddollfreak</c:v>
                </c:pt>
                <c:pt idx="1578">
                  <c:v>twinsinastationwagon</c:v>
                </c:pt>
                <c:pt idx="1579">
                  <c:v>twinkle_some_glitter</c:v>
                </c:pt>
                <c:pt idx="1580">
                  <c:v>twinklelittlestarrbaby</c:v>
                </c:pt>
                <c:pt idx="1581">
                  <c:v>twinkle_little_starr</c:v>
                </c:pt>
                <c:pt idx="1582">
                  <c:v>twinfamilyproduction</c:v>
                </c:pt>
                <c:pt idx="1583">
                  <c:v>twilightwalkerstudio</c:v>
                </c:pt>
                <c:pt idx="1584">
                  <c:v>twilightglimmermetal</c:v>
                </c:pt>
                <c:pt idx="1585">
                  <c:v>twilightfreaknumber1</c:v>
                </c:pt>
                <c:pt idx="1586">
                  <c:v>twiggythevampireslayer</c:v>
                </c:pt>
                <c:pt idx="1587">
                  <c:v>twiggythehalfalbinopigeon</c:v>
                </c:pt>
                <c:pt idx="1588">
                  <c:v>twicebakedpotatomusic</c:v>
                </c:pt>
                <c:pt idx="1589">
                  <c:v>twentytwoillustration</c:v>
                </c:pt>
                <c:pt idx="1590">
                  <c:v>twentythirdgirlfriend</c:v>
                </c:pt>
                <c:pt idx="1591">
                  <c:v>twentyfirstnightband</c:v>
                </c:pt>
                <c:pt idx="1592">
                  <c:v>twentyfirstcenturyskin</c:v>
                </c:pt>
                <c:pt idx="1593">
                  <c:v>twelveinchtrousersnake</c:v>
                </c:pt>
                <c:pt idx="1594">
                  <c:v>twelvehundredsixtydays</c:v>
                </c:pt>
                <c:pt idx="1595">
                  <c:v>twelvegaugeloveaffair</c:v>
                </c:pt>
                <c:pt idx="1596">
                  <c:v>twelve_gauge_brilliance</c:v>
                </c:pt>
                <c:pt idx="1597">
                  <c:v>twelvefourteeneighteen</c:v>
                </c:pt>
                <c:pt idx="1598">
                  <c:v>twatlickingdiapergirl</c:v>
                </c:pt>
                <c:pt idx="1599">
                  <c:v>tutti_fruity_dingleberry</c:v>
                </c:pt>
                <c:pt idx="1600">
                  <c:v>tuscaloosacampuslife</c:v>
                </c:pt>
                <c:pt idx="1601">
                  <c:v>turtle_superhero_status</c:v>
                </c:pt>
                <c:pt idx="1602">
                  <c:v>turtlesoupcaffeineconspiracy</c:v>
                </c:pt>
                <c:pt idx="1603">
                  <c:v>turtlemonkeydishwasher</c:v>
                </c:pt>
                <c:pt idx="1604">
                  <c:v>turtleislandstringquartet</c:v>
                </c:pt>
                <c:pt idx="1605">
                  <c:v>turquoisearchermonkey</c:v>
                </c:pt>
                <c:pt idx="1606">
                  <c:v>turquoiseakabluegreen</c:v>
                </c:pt>
                <c:pt idx="1607">
                  <c:v>turnyourheadillbegone</c:v>
                </c:pt>
                <c:pt idx="1608">
                  <c:v>turnthefrownupsidedown</c:v>
                </c:pt>
                <c:pt idx="1609">
                  <c:v>turn_that_frown_around</c:v>
                </c:pt>
                <c:pt idx="1610">
                  <c:v>turnnothing2something</c:v>
                </c:pt>
                <c:pt idx="1611">
                  <c:v>turningtowardsthewindow</c:v>
                </c:pt>
                <c:pt idx="1612">
                  <c:v>turningthetablescampaign</c:v>
                </c:pt>
                <c:pt idx="1613">
                  <c:v>turnernetworktelevision</c:v>
                </c:pt>
                <c:pt idx="1614">
                  <c:v>turndupentertainment</c:v>
                </c:pt>
                <c:pt idx="1615">
                  <c:v>turnaroundandfacefate</c:v>
                </c:pt>
                <c:pt idx="1616">
                  <c:v>turkeytightropeproduction</c:v>
                </c:pt>
                <c:pt idx="1617">
                  <c:v>turdferguson_aka_austin</c:v>
                </c:pt>
                <c:pt idx="1618">
                  <c:v>turbulencebigboyentertainment</c:v>
                </c:pt>
                <c:pt idx="1619">
                  <c:v>turbo_negro_asscobra</c:v>
                </c:pt>
                <c:pt idx="1620">
                  <c:v>turbojugendpleasurehead</c:v>
                </c:pt>
                <c:pt idx="1621">
                  <c:v>turbojugendguayaquil</c:v>
                </c:pt>
                <c:pt idx="1622">
                  <c:v>turbojugendfortcollins</c:v>
                </c:pt>
                <c:pt idx="1623">
                  <c:v>tuppencedubfoundation</c:v>
                </c:pt>
                <c:pt idx="1624">
                  <c:v>TundraSilverknight1098</c:v>
                </c:pt>
                <c:pt idx="1625">
                  <c:v>tummonstransportation</c:v>
                </c:pt>
                <c:pt idx="1626">
                  <c:v>tumble_lover_forever_274</c:v>
                </c:pt>
                <c:pt idx="1627">
                  <c:v>tucsonsymphonyorchestra</c:v>
                </c:pt>
                <c:pt idx="1628">
                  <c:v>tucsonmusicscenecalendar</c:v>
                </c:pt>
                <c:pt idx="1629">
                  <c:v>tucsonacousticunderground</c:v>
                </c:pt>
                <c:pt idx="1630">
                  <c:v>tuckerjacksonsteelguitar</c:v>
                </c:pt>
                <c:pt idx="1631">
                  <c:v>try_and_catch_mallorie</c:v>
                </c:pt>
                <c:pt idx="1632">
                  <c:v>Truth_through_the_Trinity</c:v>
                </c:pt>
                <c:pt idx="1633">
                  <c:v>truthhonestyintegrity</c:v>
                </c:pt>
                <c:pt idx="1634">
                  <c:v>truthexpansiontheory</c:v>
                </c:pt>
                <c:pt idx="1635">
                  <c:v>truthchild_icefist13</c:v>
                </c:pt>
                <c:pt idx="1636">
                  <c:v>truth_before_all_else</c:v>
                </c:pt>
                <c:pt idx="1637">
                  <c:v>truth_beauty_and_goodness</c:v>
                </c:pt>
                <c:pt idx="1638">
                  <c:v>truthaboutrufusdrummer</c:v>
                </c:pt>
                <c:pt idx="1639">
                  <c:v>trusting_you_too_well</c:v>
                </c:pt>
                <c:pt idx="1640">
                  <c:v>trustbelievehavefaith</c:v>
                </c:pt>
                <c:pt idx="1641">
                  <c:v>trunkaudioandelectronics</c:v>
                </c:pt>
                <c:pt idx="1642">
                  <c:v>trulymadlydeeply200</c:v>
                </c:pt>
                <c:pt idx="1643">
                  <c:v>truesolidersneverfall</c:v>
                </c:pt>
                <c:pt idx="1644">
                  <c:v>true_princess_forever</c:v>
                </c:pt>
                <c:pt idx="1645">
                  <c:v>trueplayerkatelin2011</c:v>
                </c:pt>
                <c:pt idx="1646">
                  <c:v>trueplaya4realmixedlover3</c:v>
                </c:pt>
                <c:pt idx="1647">
                  <c:v>truemysteriousbeauty</c:v>
                </c:pt>
                <c:pt idx="1648">
                  <c:v>true_love_only_comes_once</c:v>
                </c:pt>
                <c:pt idx="1649">
                  <c:v>truelife_siblingrivalry</c:v>
                </c:pt>
                <c:pt idx="1650">
                  <c:v>true_life_photography</c:v>
                </c:pt>
                <c:pt idx="1651">
                  <c:v>true_keyblade_master</c:v>
                </c:pt>
                <c:pt idx="1652">
                  <c:v>trueextremewrestling</c:v>
                </c:pt>
                <c:pt idx="1653">
                  <c:v>truecountrygentlemen</c:v>
                </c:pt>
                <c:pt idx="1654">
                  <c:v>true_brown_eyed_cali_gurl</c:v>
                </c:pt>
                <c:pt idx="1655">
                  <c:v>true_blue_baby_boy_nick</c:v>
                </c:pt>
                <c:pt idx="1656">
                  <c:v>true_blonde_thinking</c:v>
                </c:pt>
                <c:pt idx="1657">
                  <c:v>truebeautycomesfromwithin</c:v>
                </c:pt>
                <c:pt idx="1658">
                  <c:v>trubluewestsideangel</c:v>
                </c:pt>
                <c:pt idx="1659">
                  <c:v>troy_the_basketball_guy</c:v>
                </c:pt>
                <c:pt idx="1660">
                  <c:v>troylovesashbrendanessa</c:v>
                </c:pt>
                <c:pt idx="1661">
                  <c:v>troycunninghamdirector</c:v>
                </c:pt>
                <c:pt idx="1662">
                  <c:v>troybolton_basketball14</c:v>
                </c:pt>
                <c:pt idx="1663">
                  <c:v>troublemakinonyourface</c:v>
                </c:pt>
                <c:pt idx="1664">
                  <c:v>tropicanapurepremium</c:v>
                </c:pt>
                <c:pt idx="1665">
                  <c:v>tropicana_black_juice</c:v>
                </c:pt>
                <c:pt idx="1666">
                  <c:v>tropicalfruitbeauty90</c:v>
                </c:pt>
                <c:pt idx="1667">
                  <c:v>tropicalbeachparadise</c:v>
                </c:pt>
                <c:pt idx="1668">
                  <c:v>trophywifeandstepson</c:v>
                </c:pt>
                <c:pt idx="1669">
                  <c:v>trombonistfromheaven</c:v>
                </c:pt>
                <c:pt idx="1670">
                  <c:v>trombonesoftballgirl</c:v>
                </c:pt>
                <c:pt idx="1671">
                  <c:v>trombone_flame_alchemist</c:v>
                </c:pt>
                <c:pt idx="1672">
                  <c:v>trolling_for_trollops2000</c:v>
                </c:pt>
                <c:pt idx="1673">
                  <c:v>trolleycarkleptomania</c:v>
                </c:pt>
                <c:pt idx="1674">
                  <c:v>trogdortheburninnator</c:v>
                </c:pt>
                <c:pt idx="1675">
                  <c:v>trogdor__the__burninator</c:v>
                </c:pt>
                <c:pt idx="1676">
                  <c:v>trogdadtheeburninator</c:v>
                </c:pt>
                <c:pt idx="1677">
                  <c:v>trix_the_silly_rabbit</c:v>
                </c:pt>
                <c:pt idx="1678">
                  <c:v>trivium_lover_4_ever</c:v>
                </c:pt>
                <c:pt idx="1679">
                  <c:v>trivialbreedingandtheknowingmuch</c:v>
                </c:pt>
                <c:pt idx="1680">
                  <c:v>trishtrashapplesplash</c:v>
                </c:pt>
                <c:pt idx="1681">
                  <c:v>trish_stratus_fansite</c:v>
                </c:pt>
                <c:pt idx="1682">
                  <c:v>trishstratusfanclub200</c:v>
                </c:pt>
                <c:pt idx="1683">
                  <c:v>trish.lewis-martinez</c:v>
                </c:pt>
                <c:pt idx="1684">
                  <c:v>trishfromtheblocktrick</c:v>
                </c:pt>
                <c:pt idx="1685">
                  <c:v>triprebelspeedpocket</c:v>
                </c:pt>
                <c:pt idx="1686">
                  <c:v>trippinonsometrigger</c:v>
                </c:pt>
                <c:pt idx="1687">
                  <c:v>tripletterritoryterror</c:v>
                </c:pt>
                <c:pt idx="1688">
                  <c:v>triple_threat_braddock_15</c:v>
                </c:pt>
                <c:pt idx="1689">
                  <c:v>triple_cross_soldier</c:v>
                </c:pt>
                <c:pt idx="1690">
                  <c:v>tripleactionmassacre</c:v>
                </c:pt>
                <c:pt idx="1691">
                  <c:v>tripleacousticattack</c:v>
                </c:pt>
                <c:pt idx="1692">
                  <c:v>trinitrophenylmethylnitra</c:v>
                </c:pt>
                <c:pt idx="1693">
                  <c:v>trigger_happy_princess</c:v>
                </c:pt>
                <c:pt idx="1694">
                  <c:v>triggerhappybassplayer</c:v>
                </c:pt>
                <c:pt idx="1695">
                  <c:v>trickyvickifrombillericay</c:v>
                </c:pt>
                <c:pt idx="1696">
                  <c:v>trickylittlemongoose</c:v>
                </c:pt>
                <c:pt idx="1697">
                  <c:v>trickticklerrobinsonjazz</c:v>
                </c:pt>
                <c:pt idx="1698">
                  <c:v>trice_diamond_princess</c:v>
                </c:pt>
                <c:pt idx="1699">
                  <c:v>tribalstyledocumentary</c:v>
                </c:pt>
                <c:pt idx="1700">
                  <c:v>trianglefinishingschool</c:v>
                </c:pt>
                <c:pt idx="1701">
                  <c:v>triadsonlyrealginger</c:v>
                </c:pt>
                <c:pt idx="1702">
                  <c:v>triad71footballplayer</c:v>
                </c:pt>
                <c:pt idx="1703">
                  <c:v>treyhogentertainment</c:v>
                </c:pt>
                <c:pt idx="1704">
                  <c:v>treygridleyphotography</c:v>
                </c:pt>
                <c:pt idx="1705">
                  <c:v>trepanationbluesband</c:v>
                </c:pt>
                <c:pt idx="1706">
                  <c:v>trend_sizzlin_setter</c:v>
                </c:pt>
                <c:pt idx="1707">
                  <c:v>trendsettermachinesound</c:v>
                </c:pt>
                <c:pt idx="1708">
                  <c:v>trenchtownsoundsystem</c:v>
                </c:pt>
                <c:pt idx="1709">
                  <c:v>treeknifeplastdashingthem</c:v>
                </c:pt>
                <c:pt idx="1710">
                  <c:v>treehuggingsexkitten</c:v>
                </c:pt>
                <c:pt idx="1711">
                  <c:v>treehugginghippiegirl</c:v>
                </c:pt>
                <c:pt idx="1712">
                  <c:v>treehuggingdirtlover</c:v>
                </c:pt>
                <c:pt idx="1713">
                  <c:v>treehouse_cheesecake</c:v>
                </c:pt>
                <c:pt idx="1714">
                  <c:v>treat_yourself_right</c:v>
                </c:pt>
                <c:pt idx="1715">
                  <c:v>treasure_love_forever</c:v>
                </c:pt>
                <c:pt idx="1716">
                  <c:v>travis_the_hermitcrab</c:v>
                </c:pt>
                <c:pt idx="1717">
                  <c:v>travismitchellstalker</c:v>
                </c:pt>
                <c:pt idx="1718">
                  <c:v>travisheartswitlove19</c:v>
                </c:pt>
                <c:pt idx="1719">
                  <c:v>travisbeckerworldwide</c:v>
                </c:pt>
                <c:pt idx="1720">
                  <c:v>travisbarkerfanforever</c:v>
                </c:pt>
                <c:pt idx="1721">
                  <c:v>travisandjanelleforever</c:v>
                </c:pt>
                <c:pt idx="1722">
                  <c:v>travis_and_crystal4ever</c:v>
                </c:pt>
                <c:pt idx="1723">
                  <c:v>travellingwithoutmoving1</c:v>
                </c:pt>
                <c:pt idx="1724">
                  <c:v>travelinggirlnextdoor</c:v>
                </c:pt>
                <c:pt idx="1725">
                  <c:v>travelaroundtheworld</c:v>
                </c:pt>
                <c:pt idx="1726">
                  <c:v>travelairmysteryship</c:v>
                </c:pt>
                <c:pt idx="1727">
                  <c:v>trashflavored__airline</c:v>
                </c:pt>
                <c:pt idx="1728">
                  <c:v>trapped_under_ice_0</c:v>
                </c:pt>
                <c:pt idx="1729">
                  <c:v>trappedinhereforever</c:v>
                </c:pt>
                <c:pt idx="1730">
                  <c:v>trappedandcantescape</c:v>
                </c:pt>
                <c:pt idx="1731">
                  <c:v>traphouse_entertainment</c:v>
                </c:pt>
                <c:pt idx="1732">
                  <c:v>transposeintonothing</c:v>
                </c:pt>
                <c:pt idx="1733">
                  <c:v>transmissionlostband</c:v>
                </c:pt>
                <c:pt idx="1734">
                  <c:v>transitionintotragedy</c:v>
                </c:pt>
                <c:pt idx="1735">
                  <c:v>transatlanticfightclub</c:v>
                </c:pt>
                <c:pt idx="1736">
                  <c:v>traitorouscityslicker</c:v>
                </c:pt>
                <c:pt idx="1737">
                  <c:v>trainrobbersyndicate</c:v>
                </c:pt>
                <c:pt idx="1738">
                  <c:v>training_ground_complex</c:v>
                </c:pt>
                <c:pt idx="1739">
                  <c:v>trainerspottervintagenike</c:v>
                </c:pt>
                <c:pt idx="1740">
                  <c:v>trailertrashtrembler</c:v>
                </c:pt>
                <c:pt idx="1741">
                  <c:v>trailerparkentertainment</c:v>
                </c:pt>
                <c:pt idx="1742">
                  <c:v>trailblazerboy02891</c:v>
                </c:pt>
                <c:pt idx="1743">
                  <c:v>tragic_lost_princess</c:v>
                </c:pt>
                <c:pt idx="1744">
                  <c:v>tragiclossphotography</c:v>
                </c:pt>
                <c:pt idx="1745">
                  <c:v>tragicclothingandother</c:v>
                </c:pt>
                <c:pt idx="1746">
                  <c:v>tragicchaosphotography</c:v>
                </c:pt>
                <c:pt idx="1747">
                  <c:v>trafficsignalnetwork</c:v>
                </c:pt>
                <c:pt idx="1748">
                  <c:v>trafficconemicrophone</c:v>
                </c:pt>
                <c:pt idx="1749">
                  <c:v>trademarkthegoodlife</c:v>
                </c:pt>
                <c:pt idx="1750">
                  <c:v>trademarkedconfidentiality</c:v>
                </c:pt>
                <c:pt idx="1751">
                  <c:v>tracy_vampiregoddess</c:v>
                </c:pt>
                <c:pt idx="1752">
                  <c:v>tracythirdeyeblindfan</c:v>
                </c:pt>
                <c:pt idx="1753">
                  <c:v>tracysownlittleworld</c:v>
                </c:pt>
                <c:pt idx="1754">
                  <c:v>tracylyncountrymusic</c:v>
                </c:pt>
                <c:pt idx="1755">
                  <c:v>tracyandthepraisesingers</c:v>
                </c:pt>
                <c:pt idx="1756">
                  <c:v>tracyandthemousehouse</c:v>
                </c:pt>
                <c:pt idx="1757">
                  <c:v>tractorpullingmaster</c:v>
                </c:pt>
                <c:pt idx="1758">
                  <c:v>tracksylvaniaentertainment</c:v>
                </c:pt>
                <c:pt idx="1759">
                  <c:v>trackstar_88_brandon</c:v>
                </c:pt>
                <c:pt idx="1760">
                  <c:v>trackbusconfessional</c:v>
                </c:pt>
                <c:pt idx="1761">
                  <c:v>track_and_cheer_lover</c:v>
                </c:pt>
                <c:pt idx="1762">
                  <c:v>tracithedreampainter</c:v>
                </c:pt>
                <c:pt idx="1763">
                  <c:v>tracietheworkoutfreak</c:v>
                </c:pt>
                <c:pt idx="1764">
                  <c:v>traciandthesunshineband</c:v>
                </c:pt>
                <c:pt idx="1765">
                  <c:v>traceythomaswilkinson</c:v>
                </c:pt>
                <c:pt idx="1766">
                  <c:v>trace_this_line_back</c:v>
                </c:pt>
                <c:pt idx="1767">
                  <c:v>toycarsandcottoncandy</c:v>
                </c:pt>
                <c:pt idx="1768">
                  <c:v>toxicwastebarbiedoll</c:v>
                </c:pt>
                <c:pt idx="1769">
                  <c:v>toxicpoisonousterrifying</c:v>
                </c:pt>
                <c:pt idx="1770">
                  <c:v>toxicbulletsmokinggun</c:v>
                </c:pt>
                <c:pt idx="1771">
                  <c:v>towntavernpittsburgh</c:v>
                </c:pt>
                <c:pt idx="1772">
                  <c:v>townandcountryresearchunit</c:v>
                </c:pt>
                <c:pt idx="1773">
                  <c:v>townandcountryracing</c:v>
                </c:pt>
                <c:pt idx="1774">
                  <c:v>towelstandcollective</c:v>
                </c:pt>
                <c:pt idx="1775">
                  <c:v>towardmooringsandtowage</c:v>
                </c:pt>
                <c:pt idx="1776">
                  <c:v>tournai_hardcore_crew</c:v>
                </c:pt>
                <c:pt idx="1777">
                  <c:v>tourism_camp_represent</c:v>
                </c:pt>
                <c:pt idx="1778">
                  <c:v>toughguyswearpink123</c:v>
                </c:pt>
                <c:pt idx="1779">
                  <c:v>touch_the_sock_monkey</c:v>
                </c:pt>
                <c:pt idx="1780">
                  <c:v>touchinglittleboysisfun</c:v>
                </c:pt>
                <c:pt idx="1781">
                  <c:v>touchfuzzyandgetdizzy</c:v>
                </c:pt>
                <c:pt idx="1782">
                  <c:v>touchdown_turn_around</c:v>
                </c:pt>
                <c:pt idx="1783">
                  <c:v>tottenham_hotspur_1992</c:v>
                </c:pt>
                <c:pt idx="1784">
                  <c:v>totalwrestlingfederation</c:v>
                </c:pt>
                <c:pt idx="1785">
                  <c:v>totalsoundentertainment</c:v>
                </c:pt>
                <c:pt idx="1786">
                  <c:v>totalsocialbutterfly</c:v>
                </c:pt>
                <c:pt idx="1787">
                  <c:v>totalsensorydeprivation</c:v>
                </c:pt>
                <c:pt idx="1788">
                  <c:v>totalprotonicreversal</c:v>
                </c:pt>
                <c:pt idx="1789">
                  <c:v>totalpraiseworshipcenter</c:v>
                </c:pt>
                <c:pt idx="1790">
                  <c:v>totallysuperawesomewow</c:v>
                </c:pt>
                <c:pt idx="1791">
                  <c:v>totallyspontaneouscombustionengine</c:v>
                </c:pt>
                <c:pt idx="1792">
                  <c:v>totally_retarded_yea</c:v>
                </c:pt>
                <c:pt idx="1793">
                  <c:v>totally_random_comment</c:v>
                </c:pt>
                <c:pt idx="1794">
                  <c:v>totallylovablepumpkin</c:v>
                </c:pt>
                <c:pt idx="1795">
                  <c:v>totallygrossnationalproduct</c:v>
                </c:pt>
                <c:pt idx="1796">
                  <c:v>totally_country_gurl</c:v>
                </c:pt>
                <c:pt idx="1797">
                  <c:v>totallycoolwickedawesome</c:v>
                </c:pt>
                <c:pt idx="1798">
                  <c:v>totally_addicted2bass</c:v>
                </c:pt>
                <c:pt idx="1799">
                  <c:v>totalimmortalphotography</c:v>
                </c:pt>
                <c:pt idx="1800">
                  <c:v>totalhottiedramaqueen</c:v>
                </c:pt>
                <c:pt idx="1801">
                  <c:v>totalgrooveproduction</c:v>
                </c:pt>
                <c:pt idx="1802">
                  <c:v>total_fucking_domination</c:v>
                </c:pt>
                <c:pt idx="1803">
                  <c:v>totaldevastationband</c:v>
                </c:pt>
                <c:pt idx="1804">
                  <c:v>totaldestructionthemovie</c:v>
                </c:pt>
                <c:pt idx="1805">
                  <c:v>toshtownendproskater</c:v>
                </c:pt>
                <c:pt idx="1806">
                  <c:v>torturedbehindtheeyes</c:v>
                </c:pt>
                <c:pt idx="1807">
                  <c:v>torrey_the_anarchist</c:v>
                </c:pt>
                <c:pt idx="1808">
                  <c:v>torquedrestorationskid</c:v>
                </c:pt>
                <c:pt idx="1809">
                  <c:v>tornfromtheinsideout</c:v>
                </c:pt>
                <c:pt idx="1810">
                  <c:v>tornadotongue2remember</c:v>
                </c:pt>
                <c:pt idx="1811">
                  <c:v>tornadokickentertainment</c:v>
                </c:pt>
                <c:pt idx="1812">
                  <c:v>tormentedmusicandbeer</c:v>
                </c:pt>
                <c:pt idx="1813">
                  <c:v>tori_shirley_fiona_fan</c:v>
                </c:pt>
                <c:pt idx="1814">
                  <c:v>torii_and_what_bitchess</c:v>
                </c:pt>
                <c:pt idx="1815">
                  <c:v>tori_barbie_whatever</c:v>
                </c:pt>
                <c:pt idx="1816">
                  <c:v>topshopprincess_rockstar2</c:v>
                </c:pt>
                <c:pt idx="1817">
                  <c:v>topshelfentertainmet</c:v>
                </c:pt>
                <c:pt idx="1818">
                  <c:v>topsecretlingerie297</c:v>
                </c:pt>
                <c:pt idx="1819">
                  <c:v>top_philly_fan_2219</c:v>
                </c:pt>
                <c:pt idx="1820">
                  <c:v>topperformanceentertainment</c:v>
                </c:pt>
                <c:pt idx="1821">
                  <c:v>top_notch_coat_hanger</c:v>
                </c:pt>
                <c:pt idx="1822">
                  <c:v>topnotchakaprettyboy</c:v>
                </c:pt>
                <c:pt idx="1823">
                  <c:v>topmodeljessicarabbit</c:v>
                </c:pt>
                <c:pt idx="1824">
                  <c:v>topfloorentertainment</c:v>
                </c:pt>
                <c:pt idx="1825">
                  <c:v>topdrawentertainment</c:v>
                </c:pt>
                <c:pt idx="1826">
                  <c:v>topaztrollhopper1101</c:v>
                </c:pt>
                <c:pt idx="1827">
                  <c:v>tootsierollgirly2007</c:v>
                </c:pt>
                <c:pt idx="1828">
                  <c:v>tootsierolldanceparty</c:v>
                </c:pt>
                <c:pt idx="1829">
                  <c:v>toothpastefordinnersandy</c:v>
                </c:pt>
                <c:pt idx="1830">
                  <c:v>tooth_cool4dentist_school</c:v>
                </c:pt>
                <c:pt idx="1831">
                  <c:v>toothandnailpublishing</c:v>
                </c:pt>
                <c:pt idx="1832">
                  <c:v>toon_squad_production2</c:v>
                </c:pt>
                <c:pt idx="1833">
                  <c:v>too_nasty_yao_ming_bra</c:v>
                </c:pt>
                <c:pt idx="1834">
                  <c:v>too_much_love_for_him</c:v>
                </c:pt>
                <c:pt idx="1835">
                  <c:v>toohappyformorrissey</c:v>
                </c:pt>
                <c:pt idx="1836">
                  <c:v>toohandsome4youngish</c:v>
                </c:pt>
                <c:pt idx="1837">
                  <c:v>toohairyformyowngood</c:v>
                </c:pt>
                <c:pt idx="1838">
                  <c:v>too_good_for_just_anyone</c:v>
                </c:pt>
                <c:pt idx="1839">
                  <c:v>tooexplicitbandsinger</c:v>
                </c:pt>
                <c:pt idx="1840">
                  <c:v>toodamnoldformyspace</c:v>
                </c:pt>
                <c:pt idx="1841">
                  <c:v>toocooltobebeautiful</c:v>
                </c:pt>
                <c:pt idx="1842">
                  <c:v>toocoolforschool1203</c:v>
                </c:pt>
                <c:pt idx="1843">
                  <c:v>toocloseforcomfort22</c:v>
                </c:pt>
                <c:pt idx="1844">
                  <c:v>toocloseforcomfort123</c:v>
                </c:pt>
                <c:pt idx="1845">
                  <c:v>___toocloseforcomfort</c:v>
                </c:pt>
                <c:pt idx="1846">
                  <c:v>toochunkyforhollywood</c:v>
                </c:pt>
                <c:pt idx="1847">
                  <c:v>tonywillblindsideyou</c:v>
                </c:pt>
                <c:pt idx="1848">
                  <c:v>tonythegayhairdresser</c:v>
                </c:pt>
                <c:pt idx="1849">
                  <c:v>tonymotherfuckingromero</c:v>
                </c:pt>
                <c:pt idx="1850">
                  <c:v>tonyballoneandthehotdoggang</c:v>
                </c:pt>
                <c:pt idx="1851">
                  <c:v>tonyacooperphotography</c:v>
                </c:pt>
                <c:pt idx="1852">
                  <c:v>tonightinshiningarmour</c:v>
                </c:pt>
                <c:pt idx="1853">
                  <c:v>toniathesupergoddess</c:v>
                </c:pt>
                <c:pt idx="1854">
                  <c:v>tonawanda_bowling_center</c:v>
                </c:pt>
                <c:pt idx="1855">
                  <c:v>tomorrow_will_come22</c:v>
                </c:pt>
                <c:pt idx="1856">
                  <c:v>tomorrowpeoplesteven</c:v>
                </c:pt>
                <c:pt idx="1857">
                  <c:v>tomorrownevercomes13</c:v>
                </c:pt>
                <c:pt idx="1858">
                  <c:v>tomorrowmusicorchestra</c:v>
                </c:pt>
                <c:pt idx="1859">
                  <c:v>tomorrowendsinnothing</c:v>
                </c:pt>
                <c:pt idx="1860">
                  <c:v>tomorrow.comes.today</c:v>
                </c:pt>
                <c:pt idx="1861">
                  <c:v>tomahawktheleprechaun</c:v>
                </c:pt>
                <c:pt idx="1862">
                  <c:v>tolstyhei8947358584</c:v>
                </c:pt>
                <c:pt idx="1863">
                  <c:v>toiletseatphilosopher</c:v>
                </c:pt>
                <c:pt idx="1864">
                  <c:v>togetherforeveralways</c:v>
                </c:pt>
                <c:pt idx="1865">
                  <c:v>together_for_ever_200</c:v>
                </c:pt>
                <c:pt idx="1866">
                  <c:v>toenail_the_almighty</c:v>
                </c:pt>
                <c:pt idx="1867">
                  <c:v>todayyesterdaytomorrow</c:v>
                </c:pt>
                <c:pt idx="1868">
                  <c:v>today_yesterday_forever</c:v>
                </c:pt>
                <c:pt idx="1869">
                  <c:v>tobesimplycomplicated</c:v>
                </c:pt>
                <c:pt idx="1870">
                  <c:v>toasty_and_yummy_goodness</c:v>
                </c:pt>
                <c:pt idx="1871">
                  <c:v>toastingthesnowbride</c:v>
                </c:pt>
                <c:pt idx="1872">
                  <c:v>toasterstrudelhotpocket</c:v>
                </c:pt>
                <c:pt idx="1873">
                  <c:v>toadwillievanpanning</c:v>
                </c:pt>
                <c:pt idx="1874">
                  <c:v>toad_the_mushroom_boy</c:v>
                </c:pt>
                <c:pt idx="1875">
                  <c:v>titanic_1997_all_the_way</c:v>
                </c:pt>
                <c:pt idx="1876">
                  <c:v>tish_bishopville_4_life</c:v>
                </c:pt>
                <c:pt idx="1877">
                  <c:v>tireswingsandtreeclimbing</c:v>
                </c:pt>
                <c:pt idx="1878">
                  <c:v>TinytimorChillywilly</c:v>
                </c:pt>
                <c:pt idx="1879">
                  <c:v>tiny_polish_princess</c:v>
                </c:pt>
                <c:pt idx="1880">
                  <c:v>tinyhoovergirlandboy</c:v>
                </c:pt>
                <c:pt idx="1881">
                  <c:v>tiny_guy_benny_uncle</c:v>
                </c:pt>
                <c:pt idx="1882">
                  <c:v>tinyflyingtrapezegirl</c:v>
                </c:pt>
                <c:pt idx="1883">
                  <c:v>tinkerbell_whore_9_love</c:v>
                </c:pt>
                <c:pt idx="1884">
                  <c:v>tinkerbellsquarepants</c:v>
                </c:pt>
                <c:pt idx="1885">
                  <c:v>tinkerbell_spoiledbrat101</c:v>
                </c:pt>
                <c:pt idx="1886">
                  <c:v>tinkerbellsnowwhite_karly</c:v>
                </c:pt>
                <c:pt idx="1887">
                  <c:v>tinkerbellshedoesrock</c:v>
                </c:pt>
                <c:pt idx="1888">
                  <c:v>tinkerbell_princess84</c:v>
                </c:pt>
                <c:pt idx="1889">
                  <c:v>tinkerbell_princess_7</c:v>
                </c:pt>
                <c:pt idx="1890">
                  <c:v>tinkerbellprincess19</c:v>
                </c:pt>
                <c:pt idx="1891">
                  <c:v>tinkerbellprincess18</c:v>
                </c:pt>
                <c:pt idx="1892">
                  <c:v>tinkerbellmansion2593</c:v>
                </c:pt>
                <c:pt idx="1893">
                  <c:v>tinkerbellkimberly1</c:v>
                </c:pt>
                <c:pt idx="1894">
                  <c:v>tinkerbell_hello_kitty</c:v>
                </c:pt>
                <c:pt idx="1895">
                  <c:v>tinkerbell_heartbreaker</c:v>
                </c:pt>
                <c:pt idx="1896">
                  <c:v>tinkerbell_happybunny</c:v>
                </c:pt>
                <c:pt idx="1897">
                  <c:v>tinkerbell_gone_wild</c:v>
                </c:pt>
                <c:pt idx="1898">
                  <c:v>tinkerbell_girl_4life</c:v>
                </c:pt>
                <c:pt idx="1899">
                  <c:v>Tinker_bell_Flying_away</c:v>
                </c:pt>
                <c:pt idx="1900">
                  <c:v>tinkerbellfantasyfairy</c:v>
                </c:pt>
                <c:pt idx="1901">
                  <c:v>tinker_belle_babe100</c:v>
                </c:pt>
                <c:pt idx="1902">
                  <c:v>TinkerBellCutie100492</c:v>
                </c:pt>
                <c:pt idx="1903">
                  <c:v>tinkerbellcheesecake</c:v>
                </c:pt>
                <c:pt idx="1904">
                  <c:v>tinkerbell_buttercup</c:v>
                </c:pt>
                <c:pt idx="1905">
                  <c:v>tinkerbell_black_devil_11</c:v>
                </c:pt>
                <c:pt idx="1906">
                  <c:v>tinkerbella_the_bad1</c:v>
                </c:pt>
                <c:pt idx="1907">
                  <c:v>tinkerbell_101_precious</c:v>
                </c:pt>
                <c:pt idx="1908">
                  <c:v>tina_the_talking_tummy</c:v>
                </c:pt>
                <c:pt idx="1909">
                  <c:v>tina_punchbag_turner</c:v>
                </c:pt>
                <c:pt idx="1910">
                  <c:v>tina_hottieSouthCarolina</c:v>
                </c:pt>
                <c:pt idx="1911">
                  <c:v>tina_come_get_some_ham_</c:v>
                </c:pt>
                <c:pt idx="1912">
                  <c:v>tinacomegetsomedinner</c:v>
                </c:pt>
                <c:pt idx="1913">
                  <c:v>tina_anitalavalatina_</c:v>
                </c:pt>
                <c:pt idx="1914">
                  <c:v>tina_always_confused</c:v>
                </c:pt>
                <c:pt idx="1915">
                  <c:v>tim_the_toolman_taylor98</c:v>
                </c:pt>
                <c:pt idx="1916">
                  <c:v>timothyjennychristina</c:v>
                </c:pt>
                <c:pt idx="1917">
                  <c:v>timothy_bunting2001yahoo</c:v>
                </c:pt>
                <c:pt idx="1918">
                  <c:v>timmystraightfromthehood</c:v>
                </c:pt>
                <c:pt idx="1919">
                  <c:v>timmy_aka_the_blackguy</c:v>
                </c:pt>
                <c:pt idx="1920">
                  <c:v>timmotherfuckingparker</c:v>
                </c:pt>
                <c:pt idx="1921">
                  <c:v>timmay_guna_get_jiggay</c:v>
                </c:pt>
                <c:pt idx="1922">
                  <c:v>timespaceanddimension</c:v>
                </c:pt>
                <c:pt idx="1923">
                  <c:v>timelessnaturalassets</c:v>
                </c:pt>
                <c:pt idx="1924">
                  <c:v>timelessmemorystreetteam</c:v>
                </c:pt>
                <c:pt idx="1925">
                  <c:v>time_gentleman_please</c:v>
                </c:pt>
                <c:pt idx="1926">
                  <c:v>timburton_corpsebride</c:v>
                </c:pt>
                <c:pt idx="1927">
                  <c:v>timberwolvesinjersey</c:v>
                </c:pt>
                <c:pt idx="1928">
                  <c:v>timberwolfentertainment</c:v>
                </c:pt>
                <c:pt idx="1929">
                  <c:v>tim_and_mary_jane_4life</c:v>
                </c:pt>
                <c:pt idx="1930">
                  <c:v>tim_and_jenn_crickmore</c:v>
                </c:pt>
                <c:pt idx="1931">
                  <c:v>tiltleftbreezeright7</c:v>
                </c:pt>
                <c:pt idx="1932">
                  <c:v>tillyandthewallmouse</c:v>
                </c:pt>
                <c:pt idx="1933">
                  <c:v>till_the_very_end007</c:v>
                </c:pt>
                <c:pt idx="1934">
                  <c:v>tightpantswidestance</c:v>
                </c:pt>
                <c:pt idx="1935">
                  <c:v>tighthead_propforward</c:v>
                </c:pt>
                <c:pt idx="1936">
                  <c:v>tiggiethewonderkittie</c:v>
                </c:pt>
                <c:pt idx="1937">
                  <c:v>tigger_beloved_chocolate</c:v>
                </c:pt>
                <c:pt idx="1938">
                  <c:v>Tigger_Adriane_equal_love</c:v>
                </c:pt>
                <c:pt idx="1939">
                  <c:v>tigersharkproduction</c:v>
                </c:pt>
                <c:pt idx="1940">
                  <c:v>tigermaplestringband</c:v>
                </c:pt>
                <c:pt idx="1941">
                  <c:v>tigerlilyrestaurantbar</c:v>
                </c:pt>
                <c:pt idx="1942">
                  <c:v>tigerlily_downtownvenus</c:v>
                </c:pt>
                <c:pt idx="1943">
                  <c:v>tigerlily0brynn23503</c:v>
                </c:pt>
                <c:pt idx="1944">
                  <c:v>tigerlillyrealfriendsonly</c:v>
                </c:pt>
                <c:pt idx="1945">
                  <c:v>tiftrowarmyrecruiting</c:v>
                </c:pt>
                <c:pt idx="1946">
                  <c:v>tiffy_passionpartygurl</c:v>
                </c:pt>
                <c:pt idx="1947">
                  <c:v>tiffwalkerdirtytalker</c:v>
                </c:pt>
                <c:pt idx="1948">
                  <c:v>tiff_thegirlnextdoor</c:v>
                </c:pt>
                <c:pt idx="1949">
                  <c:v>tiffanyvolleyballgirlrose</c:v>
                </c:pt>
                <c:pt idx="1950">
                  <c:v>tiffanyuglyfuckinghorse</c:v>
                </c:pt>
                <c:pt idx="1951">
                  <c:v>tiffany_timmons_moss</c:v>
                </c:pt>
                <c:pt idx="1952">
                  <c:v>tiffany_the_1_dancer</c:v>
                </c:pt>
                <c:pt idx="1953">
                  <c:v>tiffanyrockshardcore</c:v>
                </c:pt>
                <c:pt idx="1954">
                  <c:v>tiffanyrachellecogan</c:v>
                </c:pt>
                <c:pt idx="1955">
                  <c:v>tiffanynicolecollins</c:v>
                </c:pt>
                <c:pt idx="1956">
                  <c:v>tiffanynewyorkpatterson</c:v>
                </c:pt>
                <c:pt idx="1957">
                  <c:v>tiffanymichellemurphy</c:v>
                </c:pt>
                <c:pt idx="1958">
                  <c:v>tiffanyinspiredjewelry</c:v>
                </c:pt>
                <c:pt idx="1959">
                  <c:v>tiffany_hottie_nicole</c:v>
                </c:pt>
                <c:pt idx="1960">
                  <c:v>tiffany_hot_biznitch</c:v>
                </c:pt>
                <c:pt idx="1961">
                  <c:v>tiffany.fuckingfresh420</c:v>
                </c:pt>
                <c:pt idx="1962">
                  <c:v>tiffanybracelet_layout</c:v>
                </c:pt>
                <c:pt idx="1963">
                  <c:v>Tiffany_and_Ashlan_Ann</c:v>
                </c:pt>
                <c:pt idx="1964">
                  <c:v>tiffanyakachunkymonkey</c:v>
                </c:pt>
                <c:pt idx="1965">
                  <c:v>tiffanimisscandygirl</c:v>
                </c:pt>
                <c:pt idx="1966">
                  <c:v>tiff_aka_miss_new_booty</c:v>
                </c:pt>
                <c:pt idx="1967">
                  <c:v>tiara_the_one_and_only</c:v>
                </c:pt>
                <c:pt idx="1968">
                  <c:v>thyworthlesssoul_fakefate</c:v>
                </c:pt>
                <c:pt idx="1969">
                  <c:v>thy_ultimate_cheater</c:v>
                </c:pt>
                <c:pt idx="1970">
                  <c:v>thy_jack_skellington</c:v>
                </c:pt>
                <c:pt idx="1971">
                  <c:v>thunder_without_sound</c:v>
                </c:pt>
                <c:pt idx="1972">
                  <c:v>thunderthroughthenight</c:v>
                </c:pt>
                <c:pt idx="1973">
                  <c:v>thunderstruckrockslive</c:v>
                </c:pt>
                <c:pt idx="1974">
                  <c:v>thunderhoofclayworks</c:v>
                </c:pt>
                <c:pt idx="1975">
                  <c:v>thunder_hockey_4ever</c:v>
                </c:pt>
                <c:pt idx="1976">
                  <c:v>thunderheartclothing</c:v>
                </c:pt>
                <c:pt idx="1977">
                  <c:v>thunderhead_streetdoc</c:v>
                </c:pt>
                <c:pt idx="1978">
                  <c:v>thundereggshopmanchester</c:v>
                </c:pt>
                <c:pt idx="1979">
                  <c:v>thunderboltgreaseslapper</c:v>
                </c:pt>
                <c:pt idx="1980">
                  <c:v>thugmoneywithhitsquad</c:v>
                </c:pt>
                <c:pt idx="1981">
                  <c:v>thugged_out_baseford</c:v>
                </c:pt>
                <c:pt idx="1982">
                  <c:v>thugchildentertainment</c:v>
                </c:pt>
                <c:pt idx="1983">
                  <c:v>thrustwhiterootsalve</c:v>
                </c:pt>
                <c:pt idx="1984">
                  <c:v>throwtimmyfromthetrain</c:v>
                </c:pt>
                <c:pt idx="1985">
                  <c:v>throwingthebalanceoff</c:v>
                </c:pt>
                <c:pt idx="1986">
                  <c:v>throwawayyourintegrity</c:v>
                </c:pt>
                <c:pt idx="1987">
                  <c:v>throughwildpastnaughty</c:v>
                </c:pt>
                <c:pt idx="1988">
                  <c:v>throughthickandthinhardcore</c:v>
                </c:pt>
                <c:pt idx="1989">
                  <c:v>throughthewindowpane</c:v>
                </c:pt>
                <c:pt idx="1990">
                  <c:v>through_the_wardrobe</c:v>
                </c:pt>
                <c:pt idx="1991">
                  <c:v>through_the_crooked_past</c:v>
                </c:pt>
                <c:pt idx="1992">
                  <c:v>throughhimallispossible</c:v>
                </c:pt>
                <c:pt idx="1993">
                  <c:v>throughandthroughout</c:v>
                </c:pt>
                <c:pt idx="1994">
                  <c:v>throttle_all_the_way</c:v>
                </c:pt>
                <c:pt idx="1995">
                  <c:v>thrillerandmanilla124</c:v>
                </c:pt>
                <c:pt idx="1996">
                  <c:v>thresholdsoundandvision</c:v>
                </c:pt>
                <c:pt idx="1997">
                  <c:v>threetimesconsecutively</c:v>
                </c:pt>
                <c:pt idx="1998">
                  <c:v>threequartersnottingham</c:v>
                </c:pt>
                <c:pt idx="1999">
                  <c:v>threequartersacoustic</c:v>
                </c:pt>
                <c:pt idx="2000">
                  <c:v>threemileislandtanning</c:v>
                </c:pt>
                <c:pt idx="2001">
                  <c:v>threehourpowershower</c:v>
                </c:pt>
                <c:pt idx="2002">
                  <c:v>thrashtrash_photography</c:v>
                </c:pt>
                <c:pt idx="2003">
                  <c:v>thrashmetalwarrior</c:v>
                </c:pt>
                <c:pt idx="2004">
                  <c:v>thrashdemolitionhardcore</c:v>
                </c:pt>
                <c:pt idx="2005">
                  <c:v>thrash2thefuckingmax</c:v>
                </c:pt>
                <c:pt idx="2006">
                  <c:v>thousanddollarwedding</c:v>
                </c:pt>
                <c:pt idx="2007">
                  <c:v>thoughtsofaunsettledmind</c:v>
                </c:pt>
                <c:pt idx="2008">
                  <c:v>thoughtsofapoeticmusician</c:v>
                </c:pt>
                <c:pt idx="2009">
                  <c:v>thoughtsofadyingatheist87</c:v>
                </c:pt>
                <c:pt idx="2010">
                  <c:v>thoughtshewouldunderstand</c:v>
                </c:pt>
                <c:pt idx="2011">
                  <c:v>thosewhohearnotmusic</c:v>
                </c:pt>
                <c:pt idx="2012">
                  <c:v>thosefallenfromgrace</c:v>
                </c:pt>
                <c:pt idx="2013">
                  <c:v>thoroughlymodernmillie2</c:v>
                </c:pt>
                <c:pt idx="2014">
                  <c:v>thoroughbredthickchick</c:v>
                </c:pt>
                <c:pt idx="2015">
                  <c:v>thongswilltakeoveryourbut</c:v>
                </c:pt>
                <c:pt idx="2016">
                  <c:v>thomasthetrainseriously</c:v>
                </c:pt>
                <c:pt idx="2017">
                  <c:v>thomas_the_tait_engine</c:v>
                </c:pt>
                <c:pt idx="2018">
                  <c:v>thomasthesouthsidelegend</c:v>
                </c:pt>
                <c:pt idx="2019">
                  <c:v>thomas_the_christian</c:v>
                </c:pt>
                <c:pt idx="2020">
                  <c:v>thomas_sandersfamily</c:v>
                </c:pt>
                <c:pt idx="2021">
                  <c:v>thomas_motorcross_rider</c:v>
                </c:pt>
                <c:pt idx="2022">
                  <c:v>thomaskennethleighton</c:v>
                </c:pt>
                <c:pt idx="2023">
                  <c:v>thomasinspirationalmusic</c:v>
                </c:pt>
                <c:pt idx="2024">
                  <c:v>thomas_doesntdrinkcoffee</c:v>
                </c:pt>
                <c:pt idx="2025">
                  <c:v>thomascampbell_peacenut</c:v>
                </c:pt>
                <c:pt idx="2026">
                  <c:v>thomas_anderson_the_one</c:v>
                </c:pt>
                <c:pt idx="2027">
                  <c:v>thomas_aka_wonderboy</c:v>
                </c:pt>
                <c:pt idx="2028">
                  <c:v>thiszombiwilldestroyyou</c:v>
                </c:pt>
                <c:pt idx="2029">
                  <c:v>this_your_girl_kiekie</c:v>
                </c:pt>
                <c:pt idx="2030">
                  <c:v>thisyourcaptainspeaking</c:v>
                </c:pt>
                <c:pt idx="2031">
                  <c:v>thiswontmatteranyway</c:v>
                </c:pt>
                <c:pt idx="2032">
                  <c:v>thiswasmadeforavideo</c:v>
                </c:pt>
                <c:pt idx="2033">
                  <c:v>this_view_from_heaven</c:v>
                </c:pt>
                <c:pt idx="2034">
                  <c:v>this_time_its_goodbye</c:v>
                </c:pt>
                <c:pt idx="2035">
                  <c:v>thisthugfoundtruelove</c:v>
                </c:pt>
                <c:pt idx="2036">
                  <c:v>thisthingdoesnotwork</c:v>
                </c:pt>
                <c:pt idx="2037">
                  <c:v>this_space_left_blank</c:v>
                </c:pt>
                <c:pt idx="2038">
                  <c:v>this_space_for_rent10</c:v>
                </c:pt>
                <c:pt idx="2039">
                  <c:v>thissolidbondwontbreak</c:v>
                </c:pt>
                <c:pt idx="2040">
                  <c:v>thisslippedinjection</c:v>
                </c:pt>
                <c:pt idx="2041">
                  <c:v>this_shirt_off_priceless</c:v>
                </c:pt>
                <c:pt idx="2042">
                  <c:v>thisromanticheartbreak</c:v>
                </c:pt>
                <c:pt idx="2043">
                  <c:v>thispresentdarkness27</c:v>
                </c:pt>
                <c:pt idx="2044">
                  <c:v>this_name_aint_available</c:v>
                </c:pt>
                <c:pt idx="2045">
                  <c:v>thismighthurtsomeone</c:v>
                </c:pt>
                <c:pt idx="2046">
                  <c:v>this_may_never_start</c:v>
                </c:pt>
                <c:pt idx="2047">
                  <c:v>this_love_will_never_fade</c:v>
                </c:pt>
                <c:pt idx="2048">
                  <c:v>thislilgurlstayfresh</c:v>
                </c:pt>
                <c:pt idx="2049">
                  <c:v>thisinfinitestruggle</c:v>
                </c:pt>
                <c:pt idx="2050">
                  <c:v>this_humanoid_typhoon</c:v>
                </c:pt>
                <c:pt idx="2051">
                  <c:v>thisdoesntreallymatter</c:v>
                </c:pt>
                <c:pt idx="2052">
                  <c:v>thisdoesntmeananything</c:v>
                </c:pt>
                <c:pt idx="2053">
                  <c:v>this_cutie_can_dance</c:v>
                </c:pt>
                <c:pt idx="2054">
                  <c:v>thiscuriositycomplex</c:v>
                </c:pt>
                <c:pt idx="2055">
                  <c:v>thiscouldgethecticmate</c:v>
                </c:pt>
                <c:pt idx="2056">
                  <c:v>thischerryyouwilltaste</c:v>
                </c:pt>
                <c:pt idx="2057">
                  <c:v>thisbrightpilgrimage</c:v>
                </c:pt>
                <c:pt idx="2058">
                  <c:v>thisbloodyoathclothing</c:v>
                </c:pt>
                <c:pt idx="2059">
                  <c:v>thisbeautifultragedy</c:v>
                </c:pt>
                <c:pt idx="2060">
                  <c:v>this_beautiful_letdown</c:v>
                </c:pt>
                <c:pt idx="2061">
                  <c:v>this_beautiful_disaster_</c:v>
                </c:pt>
                <c:pt idx="2062">
                  <c:v>thisbeautifuldaymusic</c:v>
                </c:pt>
                <c:pt idx="2063">
                  <c:v>thisbeatingheartsbaby</c:v>
                </c:pt>
                <c:pt idx="2064">
                  <c:v>thisbaronhomicidesituation</c:v>
                </c:pt>
                <c:pt idx="2065">
                  <c:v>thirtydollarcreamcheese</c:v>
                </c:pt>
                <c:pt idx="2066">
                  <c:v>thirteenthfloortheband</c:v>
                </c:pt>
                <c:pt idx="2067">
                  <c:v>thirteenten_worldwide</c:v>
                </c:pt>
                <c:pt idx="2068">
                  <c:v>thirsting_for_revenge</c:v>
                </c:pt>
                <c:pt idx="2069">
                  <c:v>thirdtimesthecharm24</c:v>
                </c:pt>
                <c:pt idx="2070">
                  <c:v>thirdstonehendrixtribute</c:v>
                </c:pt>
                <c:pt idx="2071">
                  <c:v>thirdmoonfromjupiter</c:v>
                </c:pt>
                <c:pt idx="2072">
                  <c:v>thirdlittlebirdlostboy</c:v>
                </c:pt>
                <c:pt idx="2073">
                  <c:v>thirdlayout4time2dance</c:v>
                </c:pt>
                <c:pt idx="2074">
                  <c:v>thirdgenerationcollective</c:v>
                </c:pt>
                <c:pt idx="2075">
                  <c:v>thirdcoastunderground</c:v>
                </c:pt>
                <c:pt idx="2076">
                  <c:v>thinking_about_you_babe</c:v>
                </c:pt>
                <c:pt idx="2077">
                  <c:v>thinkerbell_stays_cute</c:v>
                </c:pt>
                <c:pt idx="2078">
                  <c:v>think_big_vote_small</c:v>
                </c:pt>
                <c:pt idx="2079">
                  <c:v>thinkbeforeyouspeakband</c:v>
                </c:pt>
                <c:pt idx="2080">
                  <c:v>think_before_you_speak</c:v>
                </c:pt>
                <c:pt idx="2081">
                  <c:v>think_before_speaking</c:v>
                </c:pt>
                <c:pt idx="2082">
                  <c:v>thingshaveneverbeenbetter</c:v>
                </c:pt>
                <c:pt idx="2083">
                  <c:v>thickyellowlastnamebrown</c:v>
                </c:pt>
                <c:pt idx="2084">
                  <c:v>thicksweetlikejiffy1</c:v>
                </c:pt>
                <c:pt idx="2085">
                  <c:v>thick_new_york_chick</c:v>
                </c:pt>
                <c:pt idx="2086">
                  <c:v>thickjuicyanddelicious</c:v>
                </c:pt>
                <c:pt idx="2087">
                  <c:v>thickdickmushroomtip</c:v>
                </c:pt>
                <c:pt idx="2088">
                  <c:v>thick_and_sexy_andrea</c:v>
                </c:pt>
                <c:pt idx="2089">
                  <c:v>thezombiehuntingsquad</c:v>
                </c:pt>
                <c:pt idx="2090">
                  <c:v>the_zombie_duck_roadshow</c:v>
                </c:pt>
                <c:pt idx="2091">
                  <c:v>thezionistconspiracy</c:v>
                </c:pt>
                <c:pt idx="2092">
                  <c:v>theywouldmakeyournamesing</c:v>
                </c:pt>
                <c:pt idx="2093">
                  <c:v>they_welcome_sabotage</c:v>
                </c:pt>
                <c:pt idx="2094">
                  <c:v>theytellmeimonecoolsob</c:v>
                </c:pt>
                <c:pt idx="2095">
                  <c:v>theyre_only_chasin_safety</c:v>
                </c:pt>
                <c:pt idx="2096">
                  <c:v>theyoungprofessional</c:v>
                </c:pt>
                <c:pt idx="2097">
                  <c:v>theyoungmenarerestless</c:v>
                </c:pt>
                <c:pt idx="2098">
                  <c:v>theyoungentrepreneur</c:v>
                </c:pt>
                <c:pt idx="2099">
                  <c:v>theyhavealwaysbeenthere</c:v>
                </c:pt>
                <c:pt idx="2100">
                  <c:v>they_fucking_love_that</c:v>
                </c:pt>
                <c:pt idx="2101">
                  <c:v>theyellowlighttheory</c:v>
                </c:pt>
                <c:pt idx="2102">
                  <c:v>theyellowishsummerevening</c:v>
                </c:pt>
                <c:pt idx="2103">
                  <c:v>theyellowbananapeople</c:v>
                </c:pt>
                <c:pt idx="2104">
                  <c:v>theyellowandgreenlidtops</c:v>
                </c:pt>
                <c:pt idx="2105">
                  <c:v>they_dont_understand</c:v>
                </c:pt>
                <c:pt idx="2106">
                  <c:v>theyclappedforjessica</c:v>
                </c:pt>
                <c:pt idx="2107">
                  <c:v>theycamefromplanet13</c:v>
                </c:pt>
                <c:pt idx="2108">
                  <c:v>theycallyourfailuresart</c:v>
                </c:pt>
                <c:pt idx="2109">
                  <c:v>theworldoutsideyourwindow</c:v>
                </c:pt>
                <c:pt idx="2110">
                  <c:v>theworldmetalalliance</c:v>
                </c:pt>
                <c:pt idx="2111">
                  <c:v>theworldhustlerchampion</c:v>
                </c:pt>
                <c:pt idx="2112">
                  <c:v>theworldcamecrashingdown</c:v>
                </c:pt>
                <c:pt idx="2113">
                  <c:v>theworldawaitsonline</c:v>
                </c:pt>
                <c:pt idx="2114">
                  <c:v>theworksrecordingstudio</c:v>
                </c:pt>
                <c:pt idx="2115">
                  <c:v>thewonderfulshelbyjane</c:v>
                </c:pt>
                <c:pt idx="2116">
                  <c:v>the_wonderful_disaster</c:v>
                </c:pt>
                <c:pt idx="2117">
                  <c:v>the_wonderful_babyboo</c:v>
                </c:pt>
                <c:pt idx="2118">
                  <c:v>thewitnessturntablist</c:v>
                </c:pt>
                <c:pt idx="2119">
                  <c:v>the_willie_jake_show</c:v>
                </c:pt>
                <c:pt idx="2120">
                  <c:v>the_willber_experience</c:v>
                </c:pt>
                <c:pt idx="2121">
                  <c:v>thewicketshitwillneverdie</c:v>
                </c:pt>
                <c:pt idx="2122">
                  <c:v>thewickedsilentknight</c:v>
                </c:pt>
                <c:pt idx="2123">
                  <c:v>the_whole_world_will_die</c:v>
                </c:pt>
                <c:pt idx="2124">
                  <c:v>thewhitespotteddemon</c:v>
                </c:pt>
                <c:pt idx="2125">
                  <c:v>the_white_power_ranger</c:v>
                </c:pt>
                <c:pt idx="2126">
                  <c:v>thewhitelightningriot</c:v>
                </c:pt>
                <c:pt idx="2127">
                  <c:v>thewhitekillerlobster</c:v>
                </c:pt>
                <c:pt idx="2128">
                  <c:v>thewhiteguythatcandance</c:v>
                </c:pt>
                <c:pt idx="2129">
                  <c:v>thewhitecoffinterrorlive</c:v>
                </c:pt>
                <c:pt idx="2130">
                  <c:v>the_whirlwind_lancer</c:v>
                </c:pt>
                <c:pt idx="2131">
                  <c:v>the_westville_footstomper</c:v>
                </c:pt>
                <c:pt idx="2132">
                  <c:v>the_west_island_princess</c:v>
                </c:pt>
                <c:pt idx="2133">
                  <c:v>the_weeping_guitarist</c:v>
                </c:pt>
                <c:pt idx="2134">
                  <c:v>theweddingnightdrummer</c:v>
                </c:pt>
                <c:pt idx="2135">
                  <c:v>theweddingandeventplanner</c:v>
                </c:pt>
                <c:pt idx="2136">
                  <c:v>theweatherreportmusic</c:v>
                </c:pt>
                <c:pt idx="2137">
                  <c:v>theweaselrunsatmidnight</c:v>
                </c:pt>
                <c:pt idx="2138">
                  <c:v>thewashingmachinedrier</c:v>
                </c:pt>
                <c:pt idx="2139">
                  <c:v>thewaltersmithproject</c:v>
                </c:pt>
                <c:pt idx="2140">
                  <c:v>thewalkmenawesomeness</c:v>
                </c:pt>
                <c:pt idx="2141">
                  <c:v>thewackywavinginflatablearmflailingtubemen</c:v>
                </c:pt>
                <c:pt idx="2142">
                  <c:v>the_volleyball_queen</c:v>
                </c:pt>
                <c:pt idx="2143">
                  <c:v>thevolatiledimension</c:v>
                </c:pt>
                <c:pt idx="2144">
                  <c:v>the_visual_sound_scope</c:v>
                </c:pt>
                <c:pt idx="2145">
                  <c:v>the_vintage_princess</c:v>
                </c:pt>
                <c:pt idx="2146">
                  <c:v>thevillagehornsection</c:v>
                </c:pt>
                <c:pt idx="2147">
                  <c:v>thevillagegreenpreservationsociety</c:v>
                </c:pt>
                <c:pt idx="2148">
                  <c:v>thevesperianconstruct</c:v>
                </c:pt>
                <c:pt idx="2149">
                  <c:v>the_very_important_person</c:v>
                </c:pt>
                <c:pt idx="2150">
                  <c:v>thevelvetundergroundmusic</c:v>
                </c:pt>
                <c:pt idx="2151">
                  <c:v>thevanityaffairmusic</c:v>
                </c:pt>
                <c:pt idx="2152">
                  <c:v>thevanityaffairgroup</c:v>
                </c:pt>
                <c:pt idx="2153">
                  <c:v>_the_vampire_slayer_</c:v>
                </c:pt>
                <c:pt idx="2154">
                  <c:v>thevagabondwillalwayslive</c:v>
                </c:pt>
                <c:pt idx="2155">
                  <c:v>theusuallusciousbeat</c:v>
                </c:pt>
                <c:pt idx="2156">
                  <c:v>theusualexistentialcrisis</c:v>
                </c:pt>
                <c:pt idx="2157">
                  <c:v>theurbanintellectual</c:v>
                </c:pt>
                <c:pt idx="2158">
                  <c:v>theuntruckablemudhole</c:v>
                </c:pt>
                <c:pt idx="2159">
                  <c:v>theuntraveledtravelguy</c:v>
                </c:pt>
                <c:pt idx="2160">
                  <c:v>theuntouchablehitman</c:v>
                </c:pt>
                <c:pt idx="2161">
                  <c:v>theuntouchable_angel</c:v>
                </c:pt>
                <c:pt idx="2162">
                  <c:v>theuntitledandunloved</c:v>
                </c:pt>
                <c:pt idx="2163">
                  <c:v>the_unsuspecting_victim</c:v>
                </c:pt>
                <c:pt idx="2164">
                  <c:v>the_unstoppable_playa</c:v>
                </c:pt>
                <c:pt idx="2165">
                  <c:v>theunspokenconscience</c:v>
                </c:pt>
                <c:pt idx="2166">
                  <c:v>theunsinkablemissevy</c:v>
                </c:pt>
                <c:pt idx="2167">
                  <c:v>theunpredictablechick</c:v>
                </c:pt>
                <c:pt idx="2168">
                  <c:v>theunknownshadow200</c:v>
                </c:pt>
                <c:pt idx="2169">
                  <c:v>the_unknown_darkness</c:v>
                </c:pt>
                <c:pt idx="2170">
                  <c:v>the_unknown_bestfriend</c:v>
                </c:pt>
                <c:pt idx="2171">
                  <c:v>theuniversalmindsocket</c:v>
                </c:pt>
                <c:pt idx="2172">
                  <c:v>theuniversalindicator</c:v>
                </c:pt>
                <c:pt idx="2173">
                  <c:v>theunicornrainbowconnection</c:v>
                </c:pt>
                <c:pt idx="2174">
                  <c:v>theunicorndictionary</c:v>
                </c:pt>
                <c:pt idx="2175">
                  <c:v>theunforgivenaggression</c:v>
                </c:pt>
                <c:pt idx="2176">
                  <c:v>theunforgivabletouch</c:v>
                </c:pt>
                <c:pt idx="2177">
                  <c:v>the_unforgetable_sinner</c:v>
                </c:pt>
                <c:pt idx="2178">
                  <c:v>theunforgetableforgotten</c:v>
                </c:pt>
                <c:pt idx="2179">
                  <c:v>the_unforeseen_crisis</c:v>
                </c:pt>
                <c:pt idx="2180">
                  <c:v>theunforecastedstorm</c:v>
                </c:pt>
                <c:pt idx="2181">
                  <c:v>theunfinishedsympathy</c:v>
                </c:pt>
                <c:pt idx="2182">
                  <c:v>theunfinishedstory9</c:v>
                </c:pt>
                <c:pt idx="2183">
                  <c:v>the_unexpected_fellow</c:v>
                </c:pt>
                <c:pt idx="2184">
                  <c:v>the_unexamined_life_09</c:v>
                </c:pt>
                <c:pt idx="2185">
                  <c:v>the_undisputed_prince</c:v>
                </c:pt>
                <c:pt idx="2186">
                  <c:v>theundertonerockmusic</c:v>
                </c:pt>
                <c:pt idx="2187">
                  <c:v>theunderstandingbitch</c:v>
                </c:pt>
                <c:pt idx="2188">
                  <c:v>theunderlyingweakness</c:v>
                </c:pt>
                <c:pt idx="2189">
                  <c:v>the_underlying_reason</c:v>
                </c:pt>
                <c:pt idx="2190">
                  <c:v>theundergroundsundown</c:v>
                </c:pt>
                <c:pt idx="2191">
                  <c:v>theundergroundsoundmag</c:v>
                </c:pt>
                <c:pt idx="2192">
                  <c:v>theundergroundpriest</c:v>
                </c:pt>
                <c:pt idx="2193">
                  <c:v>theundergroundnation</c:v>
                </c:pt>
                <c:pt idx="2194">
                  <c:v>theundergroundhustle</c:v>
                </c:pt>
                <c:pt idx="2195">
                  <c:v>theundergroundconcrete</c:v>
                </c:pt>
                <c:pt idx="2196">
                  <c:v>the_undercover_anti_snob</c:v>
                </c:pt>
                <c:pt idx="2197">
                  <c:v>theundecidedrockband</c:v>
                </c:pt>
                <c:pt idx="2198">
                  <c:v>theundecidedpunkrock</c:v>
                </c:pt>
                <c:pt idx="2199">
                  <c:v>theunclebillroachband</c:v>
                </c:pt>
                <c:pt idx="2200">
                  <c:v>theunbreakableaddictionrock</c:v>
                </c:pt>
                <c:pt idx="2201">
                  <c:v>theunbelievablecinematiccrash</c:v>
                </c:pt>
                <c:pt idx="2202">
                  <c:v>theultravioletlimbardis</c:v>
                </c:pt>
                <c:pt idx="2203">
                  <c:v>theultimatetrancealbum</c:v>
                </c:pt>
                <c:pt idx="2204">
                  <c:v>theultimatestackingadventure</c:v>
                </c:pt>
                <c:pt idx="2205">
                  <c:v>theultimatepinkprincess</c:v>
                </c:pt>
                <c:pt idx="2206">
                  <c:v>theultimatepimpingpirate</c:v>
                </c:pt>
                <c:pt idx="2207">
                  <c:v>the_ultimate_outcast</c:v>
                </c:pt>
                <c:pt idx="2208">
                  <c:v>theultimatenightmare</c:v>
                </c:pt>
                <c:pt idx="2209">
                  <c:v>theultimatemoneymaker</c:v>
                </c:pt>
                <c:pt idx="2210">
                  <c:v>theultimatelostromantic</c:v>
                </c:pt>
                <c:pt idx="2211">
                  <c:v>theultimatelifeguard</c:v>
                </c:pt>
                <c:pt idx="2212">
                  <c:v>the_ultimate_life_form</c:v>
                </c:pt>
                <c:pt idx="2213">
                  <c:v>the__ultimate__life__form</c:v>
                </c:pt>
                <c:pt idx="2214">
                  <c:v>theultimateforumtocome</c:v>
                </c:pt>
                <c:pt idx="2215">
                  <c:v>theultimatefisherman</c:v>
                </c:pt>
                <c:pt idx="2216">
                  <c:v>theultimatechickband</c:v>
                </c:pt>
                <c:pt idx="2217">
                  <c:v>the_udder_conspiracy_theo</c:v>
                </c:pt>
                <c:pt idx="2218">
                  <c:v>theturtlegottherefirst</c:v>
                </c:pt>
                <c:pt idx="2219">
                  <c:v>thetruthdoesntexist247</c:v>
                </c:pt>
                <c:pt idx="2220">
                  <c:v>thetruthbehindgreatness</c:v>
                </c:pt>
                <c:pt idx="2221">
                  <c:v>thetruthaboutstrange</c:v>
                </c:pt>
                <c:pt idx="2222">
                  <c:v>thetruth07now_you_know</c:v>
                </c:pt>
                <c:pt idx="2223">
                  <c:v>the_true_ghost_rider</c:v>
                </c:pt>
                <c:pt idx="2224">
                  <c:v>the_true_fruity_pebble</c:v>
                </c:pt>
                <c:pt idx="2225">
                  <c:v>thetrueerinkatherine</c:v>
                </c:pt>
                <c:pt idx="2226">
                  <c:v>thetrueblueeyeddevil</c:v>
                </c:pt>
                <c:pt idx="2227">
                  <c:v>the_true_beauty_within</c:v>
                </c:pt>
                <c:pt idx="2228">
                  <c:v>thetripoddrinkingcompany</c:v>
                </c:pt>
                <c:pt idx="2229">
                  <c:v>the_trickster_priest</c:v>
                </c:pt>
                <c:pt idx="2230">
                  <c:v>thetremblingbluestar2</c:v>
                </c:pt>
                <c:pt idx="2231">
                  <c:v>thetraviscountyuprising</c:v>
                </c:pt>
                <c:pt idx="2232">
                  <c:v>the_travelling_lemon</c:v>
                </c:pt>
                <c:pt idx="2233">
                  <c:v>thetransportassembly</c:v>
                </c:pt>
                <c:pt idx="2234">
                  <c:v>thetranquilcogitator</c:v>
                </c:pt>
                <c:pt idx="2235">
                  <c:v>thetrackteammusicandsound</c:v>
                </c:pt>
                <c:pt idx="2236">
                  <c:v>thetonyrichprojectofficial</c:v>
                </c:pt>
                <c:pt idx="2237">
                  <c:v>thetommykippingexperience</c:v>
                </c:pt>
                <c:pt idx="2238">
                  <c:v>the_token_black_guy1</c:v>
                </c:pt>
                <c:pt idx="2239">
                  <c:v>thetinfoilhatsociety</c:v>
                </c:pt>
                <c:pt idx="2240">
                  <c:v>thetightwoundbitchstar</c:v>
                </c:pt>
                <c:pt idx="2241">
                  <c:v>thetightpantsmassacre</c:v>
                </c:pt>
                <c:pt idx="2242">
                  <c:v>theticallionstallion</c:v>
                </c:pt>
                <c:pt idx="2243">
                  <c:v>thethreethatstayedhood</c:v>
                </c:pt>
                <c:pt idx="2244">
                  <c:v>thethreemusketeerspa</c:v>
                </c:pt>
                <c:pt idx="2245">
                  <c:v>thethreeamigosstrikeback</c:v>
                </c:pt>
                <c:pt idx="2246">
                  <c:v>thethreeamigosfrompittsburgh</c:v>
                </c:pt>
                <c:pt idx="2247">
                  <c:v>the_thrash_metal_king</c:v>
                </c:pt>
                <c:pt idx="2248">
                  <c:v>thethirteenthtimezone</c:v>
                </c:pt>
                <c:pt idx="2249">
                  <c:v>thethirstyturtlestamford</c:v>
                </c:pt>
                <c:pt idx="2250">
                  <c:v>thetentsofasleepingarmy</c:v>
                </c:pt>
                <c:pt idx="2251">
                  <c:v>thetemptingmandywilson</c:v>
                </c:pt>
                <c:pt idx="2252">
                  <c:v>thetemperamentalgoat</c:v>
                </c:pt>
                <c:pt idx="2253">
                  <c:v>theteenagefallsessions</c:v>
                </c:pt>
                <c:pt idx="2254">
                  <c:v>thetattoounderground</c:v>
                </c:pt>
                <c:pt idx="2255">
                  <c:v>the_tapes_other_side</c:v>
                </c:pt>
                <c:pt idx="2256">
                  <c:v>thetallahasseenative</c:v>
                </c:pt>
                <c:pt idx="2257">
                  <c:v>thetalentedmistergreen</c:v>
                </c:pt>
                <c:pt idx="2258">
                  <c:v>thetabloidjournalistfiasco</c:v>
                </c:pt>
                <c:pt idx="2259">
                  <c:v>theswordthatwasbroken</c:v>
                </c:pt>
                <c:pt idx="2260">
                  <c:v>thesweetmeatloveandholycult</c:v>
                </c:pt>
                <c:pt idx="2261">
                  <c:v>thesweetgingershow0</c:v>
                </c:pt>
                <c:pt idx="2262">
                  <c:v>thesweetfreshmanlife</c:v>
                </c:pt>
                <c:pt idx="2263">
                  <c:v>thesweetandinnocentone</c:v>
                </c:pt>
                <c:pt idx="2264">
                  <c:v>thesweatervestmovement</c:v>
                </c:pt>
                <c:pt idx="2265">
                  <c:v>theswankygoosespirateship</c:v>
                </c:pt>
                <c:pt idx="2266">
                  <c:v>thesurfriderfoundation</c:v>
                </c:pt>
                <c:pt idx="2267">
                  <c:v>the_supreme_overlord</c:v>
                </c:pt>
                <c:pt idx="2268">
                  <c:v>thesupremedynamicduo</c:v>
                </c:pt>
                <c:pt idx="2269">
                  <c:v>thesuperstartradesman1</c:v>
                </c:pt>
                <c:pt idx="2270">
                  <c:v>the_superstar_tradesman</c:v>
                </c:pt>
                <c:pt idx="2271">
                  <c:v>thesupermothereffingrobot</c:v>
                </c:pt>
                <c:pt idx="2272">
                  <c:v>thesuperiorjakesmith</c:v>
                </c:pt>
                <c:pt idx="2273">
                  <c:v>thesuperhottestmusic2005</c:v>
                </c:pt>
                <c:pt idx="2274">
                  <c:v>thesuperhappyfuntimesquad</c:v>
                </c:pt>
                <c:pt idx="2275">
                  <c:v>thesuperfreshpowersquad</c:v>
                </c:pt>
                <c:pt idx="2276">
                  <c:v>thesuperfreakmindmeltdown</c:v>
                </c:pt>
                <c:pt idx="2277">
                  <c:v>thesuperfreak1235335</c:v>
                </c:pt>
                <c:pt idx="2278">
                  <c:v>the_super_amazing_puff</c:v>
                </c:pt>
                <c:pt idx="2279">
                  <c:v>the_sun_tan_superman</c:v>
                </c:pt>
                <c:pt idx="2280">
                  <c:v>thesunnydaycoalition</c:v>
                </c:pt>
                <c:pt idx="2281">
                  <c:v>thesunneverstopssetting</c:v>
                </c:pt>
                <c:pt idx="2282">
                  <c:v>thesummoneranimasola</c:v>
                </c:pt>
                <c:pt idx="2283">
                  <c:v>thesummitstudentministry</c:v>
                </c:pt>
                <c:pt idx="2284">
                  <c:v>thesummerproject200</c:v>
                </c:pt>
                <c:pt idx="2285">
                  <c:v>thesuicidejournalist</c:v>
                </c:pt>
                <c:pt idx="2286">
                  <c:v>thesuicideassistancesquad</c:v>
                </c:pt>
                <c:pt idx="2287">
                  <c:v>thesuicidaljellybaby</c:v>
                </c:pt>
                <c:pt idx="2288">
                  <c:v>thesuffocatingnightmare</c:v>
                </c:pt>
                <c:pt idx="2289">
                  <c:v>thesubmissionmusician</c:v>
                </c:pt>
                <c:pt idx="2290">
                  <c:v>thestrychninequintet</c:v>
                </c:pt>
                <c:pt idx="2291">
                  <c:v>the_struggling_artist</c:v>
                </c:pt>
                <c:pt idx="2292">
                  <c:v>thestrollinghospitaler</c:v>
                </c:pt>
                <c:pt idx="2293">
                  <c:v>the_street_wise_pussy</c:v>
                </c:pt>
                <c:pt idx="2294">
                  <c:v>thestratonexperience</c:v>
                </c:pt>
                <c:pt idx="2295">
                  <c:v>thestraininteractivemag</c:v>
                </c:pt>
                <c:pt idx="2296">
                  <c:v>thestraightrazorriot</c:v>
                </c:pt>
                <c:pt idx="2297">
                  <c:v>thestorytellingprincess</c:v>
                </c:pt>
                <c:pt idx="2298">
                  <c:v>thestorybehindnumber11</c:v>
                </c:pt>
                <c:pt idx="2299">
                  <c:v>thestormentertainment</c:v>
                </c:pt>
                <c:pt idx="2300">
                  <c:v>thestockholmunderground</c:v>
                </c:pt>
                <c:pt idx="2301">
                  <c:v>thestitchandframeshop</c:v>
                </c:pt>
                <c:pt idx="2302">
                  <c:v>thestilettoformal123</c:v>
                </c:pt>
                <c:pt idx="2303">
                  <c:v>thestevenhawkingexperience</c:v>
                </c:pt>
                <c:pt idx="2304">
                  <c:v>thestephenfriedmanexperience</c:v>
                </c:pt>
                <c:pt idx="2305">
                  <c:v>thesteelscreamproject</c:v>
                </c:pt>
                <c:pt idx="2306">
                  <c:v>the_starburst_mistress</c:v>
                </c:pt>
                <c:pt idx="2307">
                  <c:v>thestandardlampsessions</c:v>
                </c:pt>
                <c:pt idx="2308">
                  <c:v>thestaffingauthority</c:v>
                </c:pt>
                <c:pt idx="2309">
                  <c:v>thesquirrelswillgetyou</c:v>
                </c:pt>
                <c:pt idx="2310">
                  <c:v>thesquirrelstalktome</c:v>
                </c:pt>
                <c:pt idx="2311">
                  <c:v>thespringminedisaster</c:v>
                </c:pt>
                <c:pt idx="2312">
                  <c:v>thespringfieldrockfest3</c:v>
                </c:pt>
                <c:pt idx="2313">
                  <c:v>thespringfallconspiracy</c:v>
                </c:pt>
                <c:pt idx="2314">
                  <c:v>the_spreading_disease</c:v>
                </c:pt>
                <c:pt idx="2315">
                  <c:v>the_spitfire_you_fear</c:v>
                </c:pt>
                <c:pt idx="2316">
                  <c:v>the_spiritual_knight</c:v>
                </c:pt>
                <c:pt idx="2317">
                  <c:v>thespiritualgangster</c:v>
                </c:pt>
                <c:pt idx="2318">
                  <c:v>thespectacularwarrior</c:v>
                </c:pt>
                <c:pt idx="2319">
                  <c:v>thespacethatgodbuilt</c:v>
                </c:pt>
                <c:pt idx="2320">
                  <c:v>thespaceforlonelypeople</c:v>
                </c:pt>
                <c:pt idx="2321">
                  <c:v>thesouthwillriseagain89</c:v>
                </c:pt>
                <c:pt idx="2322">
                  <c:v>thesouthwillriseagain9</c:v>
                </c:pt>
                <c:pt idx="2323">
                  <c:v>TheSouthWillRiseAgain2010</c:v>
                </c:pt>
                <c:pt idx="2324">
                  <c:v>thesouthwillraiseagain</c:v>
                </c:pt>
                <c:pt idx="2325">
                  <c:v>the_south_will_arise_101</c:v>
                </c:pt>
                <c:pt idx="2326">
                  <c:v>thesouthjerseyfolkrevival</c:v>
                </c:pt>
                <c:pt idx="2327">
                  <c:v>thesounddistillation</c:v>
                </c:pt>
                <c:pt idx="2328">
                  <c:v>thesoundcheckexplosion</c:v>
                </c:pt>
                <c:pt idx="2329">
                  <c:v>thesophomorejinxgent</c:v>
                </c:pt>
                <c:pt idx="2330">
                  <c:v>the_sophisticate_mag</c:v>
                </c:pt>
                <c:pt idx="2331">
                  <c:v>thesoontobearchitect</c:v>
                </c:pt>
                <c:pt idx="2332">
                  <c:v>thesonnymoormangroup</c:v>
                </c:pt>
                <c:pt idx="2333">
                  <c:v>thesoloretrospective</c:v>
                </c:pt>
                <c:pt idx="2334">
                  <c:v>the_solitary_mayfield</c:v>
                </c:pt>
                <c:pt idx="2335">
                  <c:v>thesolidstateproject</c:v>
                </c:pt>
                <c:pt idx="2336">
                  <c:v>the_soccer_playing_chino</c:v>
                </c:pt>
                <c:pt idx="2337">
                  <c:v>thesmokingdogriverview</c:v>
                </c:pt>
                <c:pt idx="2338">
                  <c:v>thesmokingappreciationsoc</c:v>
                </c:pt>
                <c:pt idx="2339">
                  <c:v>thesmokestackorchestra</c:v>
                </c:pt>
                <c:pt idx="2340">
                  <c:v>thesmileprettyfiringsquad</c:v>
                </c:pt>
                <c:pt idx="2341">
                  <c:v>thesmalltowndisaster</c:v>
                </c:pt>
                <c:pt idx="2342">
                  <c:v>the_small_hufflepuff</c:v>
                </c:pt>
                <c:pt idx="2343">
                  <c:v>theslipknotaddiction</c:v>
                </c:pt>
                <c:pt idx="2344">
                  <c:v>thesleepysoundsoftown</c:v>
                </c:pt>
                <c:pt idx="2345">
                  <c:v>thesleepwalkingprincess</c:v>
                </c:pt>
                <c:pt idx="2346">
                  <c:v>thesleepandmemoryfader</c:v>
                </c:pt>
                <c:pt idx="2347">
                  <c:v>the_sky_aint_always_blue</c:v>
                </c:pt>
                <c:pt idx="2348">
                  <c:v>theskidmorebandersnatchers</c:v>
                </c:pt>
                <c:pt idx="2349">
                  <c:v>the_skatepunk_penguin</c:v>
                </c:pt>
                <c:pt idx="2350">
                  <c:v>theskateboardindustry</c:v>
                </c:pt>
                <c:pt idx="2351">
                  <c:v>theskateboardhimself</c:v>
                </c:pt>
                <c:pt idx="2352">
                  <c:v>thesixtybilliondollarman</c:v>
                </c:pt>
                <c:pt idx="2353">
                  <c:v>thesixmilliondollarband</c:v>
                </c:pt>
                <c:pt idx="2354">
                  <c:v>thesituationcommittee</c:v>
                </c:pt>
                <c:pt idx="2355">
                  <c:v>thesingersongwriter202</c:v>
                </c:pt>
                <c:pt idx="2356">
                  <c:v>the_simpsons_ralph_wiggum</c:v>
                </c:pt>
                <c:pt idx="2357">
                  <c:v>thesimpsonsareyellow</c:v>
                </c:pt>
                <c:pt idx="2358">
                  <c:v>the_simpson_fanatic_page</c:v>
                </c:pt>
                <c:pt idx="2359">
                  <c:v>the_simpson_collector</c:v>
                </c:pt>
                <c:pt idx="2360">
                  <c:v>thesilverdollarstory</c:v>
                </c:pt>
                <c:pt idx="2361">
                  <c:v>thesilentprogression</c:v>
                </c:pt>
                <c:pt idx="2362">
                  <c:v>the_silent_one_alive</c:v>
                </c:pt>
                <c:pt idx="2363">
                  <c:v>thesignmanconspiracy</c:v>
                </c:pt>
                <c:pt idx="2364">
                  <c:v>thesideshowconnectsite</c:v>
                </c:pt>
                <c:pt idx="2365">
                  <c:v>the_sickness_must_end</c:v>
                </c:pt>
                <c:pt idx="2366">
                  <c:v>the_show_stopper_drew</c:v>
                </c:pt>
                <c:pt idx="2367">
                  <c:v>theshomaxloveconnection</c:v>
                </c:pt>
                <c:pt idx="2368">
                  <c:v>theshaunsibbesproject</c:v>
                </c:pt>
                <c:pt idx="2369">
                  <c:v>theshallowheartsclub</c:v>
                </c:pt>
                <c:pt idx="2370">
                  <c:v>theshakespeareanprimate</c:v>
                </c:pt>
                <c:pt idx="2371">
                  <c:v>theshadyrumorbandsite</c:v>
                </c:pt>
                <c:pt idx="2372">
                  <c:v>the_shadow_dark_link</c:v>
                </c:pt>
                <c:pt idx="2373">
                  <c:v>the_sexybeast_nextdoor</c:v>
                </c:pt>
                <c:pt idx="2374">
                  <c:v>the_sexual_revolution</c:v>
                </c:pt>
                <c:pt idx="2375">
                  <c:v>thesethingsarewaygay</c:v>
                </c:pt>
                <c:pt idx="2376">
                  <c:v>thesesleepingdogswontlie</c:v>
                </c:pt>
                <c:pt idx="2377">
                  <c:v>theserendipityclub_200</c:v>
                </c:pt>
                <c:pt idx="2378">
                  <c:v>thesedistortedhearts</c:v>
                </c:pt>
                <c:pt idx="2379">
                  <c:v>the_secret_life_01</c:v>
                </c:pt>
                <c:pt idx="2380">
                  <c:v>the_secret_admirer101</c:v>
                </c:pt>
                <c:pt idx="2381">
                  <c:v>the_second_white_boy</c:v>
                </c:pt>
                <c:pt idx="2382">
                  <c:v>thesecondrenaissance</c:v>
                </c:pt>
                <c:pt idx="2383">
                  <c:v>thesecondchancemovie</c:v>
                </c:pt>
                <c:pt idx="2384">
                  <c:v>thesecolorsdontrun14</c:v>
                </c:pt>
                <c:pt idx="2385">
                  <c:v>thesebrokenwingsaremine</c:v>
                </c:pt>
                <c:pt idx="2386">
                  <c:v>these_are_happy_times</c:v>
                </c:pt>
                <c:pt idx="2387">
                  <c:v>theseahorseorchestra</c:v>
                </c:pt>
                <c:pt idx="2388">
                  <c:v>theseafordrockandjazzorchestra</c:v>
                </c:pt>
                <c:pt idx="2389">
                  <c:v>thescreaminghippopotamus</c:v>
                </c:pt>
                <c:pt idx="2390">
                  <c:v>thescottishmasterblaster</c:v>
                </c:pt>
                <c:pt idx="2391">
                  <c:v>thescottiewilsonshow</c:v>
                </c:pt>
                <c:pt idx="2392">
                  <c:v>thescientificmethod1</c:v>
                </c:pt>
                <c:pt idx="2393">
                  <c:v>the_schizophrenic_maniac</c:v>
                </c:pt>
                <c:pt idx="2394">
                  <c:v>the_scene_aesthetic_2</c:v>
                </c:pt>
                <c:pt idx="2395">
                  <c:v>the_scary_angry_monkey</c:v>
                </c:pt>
                <c:pt idx="2396">
                  <c:v>the_scarlet_pimpernel_1</c:v>
                </c:pt>
                <c:pt idx="2397">
                  <c:v>thescarecrowministry</c:v>
                </c:pt>
                <c:pt idx="2398">
                  <c:v>the_scandalous_bitch</c:v>
                </c:pt>
                <c:pt idx="2399">
                  <c:v>thesardonicpestilence</c:v>
                </c:pt>
                <c:pt idx="2400">
                  <c:v>thesarcasticprincess</c:v>
                </c:pt>
                <c:pt idx="2401">
                  <c:v>thesandcastlecontest</c:v>
                </c:pt>
                <c:pt idx="2402">
                  <c:v>thesamhallpackexplosion</c:v>
                </c:pt>
                <c:pt idx="2403">
                  <c:v>thesalvationairforce</c:v>
                </c:pt>
                <c:pt idx="2404">
                  <c:v>thesadmonkeysarebraindead</c:v>
                </c:pt>
                <c:pt idx="2405">
                  <c:v>theroyalpriesthood912</c:v>
                </c:pt>
                <c:pt idx="2406">
                  <c:v>theroyalphilharmonicorchestra</c:v>
                </c:pt>
                <c:pt idx="2407">
                  <c:v>theroyalfreshnessherself</c:v>
                </c:pt>
                <c:pt idx="2408">
                  <c:v>therosebudgeneration</c:v>
                </c:pt>
                <c:pt idx="2409">
                  <c:v>therockymartinezband</c:v>
                </c:pt>
                <c:pt idx="2410">
                  <c:v>therockneverstopsbrother</c:v>
                </c:pt>
                <c:pt idx="2411">
                  <c:v>the_rocking_revolution45</c:v>
                </c:pt>
                <c:pt idx="2412">
                  <c:v>therocketleavinghome</c:v>
                </c:pt>
                <c:pt idx="2413">
                  <c:v>the_roadlesstraveled</c:v>
                </c:pt>
                <c:pt idx="2414">
                  <c:v>the_ritual_foreverlast</c:v>
                </c:pt>
                <c:pt idx="2415">
                  <c:v>therisingphoenixinstitute</c:v>
                </c:pt>
                <c:pt idx="2416">
                  <c:v>therightwaytop10video</c:v>
                </c:pt>
                <c:pt idx="2417">
                  <c:v>the_righteous_experience</c:v>
                </c:pt>
                <c:pt idx="2418">
                  <c:v>therighteousalliance</c:v>
                </c:pt>
                <c:pt idx="2419">
                  <c:v>therightdirectionband</c:v>
                </c:pt>
                <c:pt idx="2420">
                  <c:v>thereverendbenbranch</c:v>
                </c:pt>
                <c:pt idx="2421">
                  <c:v>the_rest__will_follow</c:v>
                </c:pt>
                <c:pt idx="2422">
                  <c:v>therestwasjustsilence</c:v>
                </c:pt>
                <c:pt idx="2423">
                  <c:v>theressumthingaboutmary</c:v>
                </c:pt>
                <c:pt idx="2424">
                  <c:v>theres_sumthin_bout_terry</c:v>
                </c:pt>
                <c:pt idx="2425">
                  <c:v>theres_sum1_behind_you</c:v>
                </c:pt>
                <c:pt idx="2426">
                  <c:v>theressomethingaboutmelly</c:v>
                </c:pt>
                <c:pt idx="2427">
                  <c:v>theressomethingaboutjen</c:v>
                </c:pt>
                <c:pt idx="2428">
                  <c:v>theresonlyonedannyweaver</c:v>
                </c:pt>
                <c:pt idx="2429">
                  <c:v>theres_more_2_life_than_</c:v>
                </c:pt>
                <c:pt idx="2430">
                  <c:v>the_resident_rockstar</c:v>
                </c:pt>
                <c:pt idx="2431">
                  <c:v>thereservedindiemajig</c:v>
                </c:pt>
                <c:pt idx="2432">
                  <c:v>theresearchaffection</c:v>
                </c:pt>
                <c:pt idx="2433">
                  <c:v>theresastoryinhereyes</c:v>
                </c:pt>
                <c:pt idx="2434">
                  <c:v>theres_always_next_year</c:v>
                </c:pt>
                <c:pt idx="2435">
                  <c:v>theresahungryhippoabout</c:v>
                </c:pt>
                <c:pt idx="2436">
                  <c:v>theresaherostuckinside</c:v>
                </c:pt>
                <c:pt idx="2437">
                  <c:v>theresabombunderyourseat</c:v>
                </c:pt>
                <c:pt idx="2438">
                  <c:v>therepublicproduction</c:v>
                </c:pt>
                <c:pt idx="2439">
                  <c:v>therepublicandanceparty</c:v>
                </c:pt>
                <c:pt idx="2440">
                  <c:v>theremainingattitude</c:v>
                </c:pt>
                <c:pt idx="2441">
                  <c:v>therelaxedexperience</c:v>
                </c:pt>
                <c:pt idx="2442">
                  <c:v>there_just_all_jealous</c:v>
                </c:pt>
                <c:pt idx="2443">
                  <c:v>there_goes_everything</c:v>
                </c:pt>
                <c:pt idx="2444">
                  <c:v>there_goes_another_one</c:v>
                </c:pt>
                <c:pt idx="2445">
                  <c:v>there_for_you_forever</c:v>
                </c:pt>
                <c:pt idx="2446">
                  <c:v>theredheadlittlegirl</c:v>
                </c:pt>
                <c:pt idx="2447">
                  <c:v>therecyclecollective</c:v>
                </c:pt>
                <c:pt idx="2448">
                  <c:v>therebelflagwillflyagain</c:v>
                </c:pt>
                <c:pt idx="2449">
                  <c:v>the_real_young_blaze</c:v>
                </c:pt>
                <c:pt idx="2450">
                  <c:v>the_real_world_key_west</c:v>
                </c:pt>
                <c:pt idx="2451">
                  <c:v>the_real_white_girl91</c:v>
                </c:pt>
                <c:pt idx="2452">
                  <c:v>the_real_total_package</c:v>
                </c:pt>
                <c:pt idx="2453">
                  <c:v>the_real_ted_striker</c:v>
                </c:pt>
                <c:pt idx="2454">
                  <c:v>the_real_silversurfer</c:v>
                </c:pt>
                <c:pt idx="2455">
                  <c:v>the_real_sara_paxton</c:v>
                </c:pt>
                <c:pt idx="2456">
                  <c:v>the_real_reborn_metal</c:v>
                </c:pt>
                <c:pt idx="2457">
                  <c:v>the_real_randy_marsh</c:v>
                </c:pt>
                <c:pt idx="2458">
                  <c:v>the_real_pretty_ricky</c:v>
                </c:pt>
                <c:pt idx="2459">
                  <c:v>the_real_pink_panther</c:v>
                </c:pt>
                <c:pt idx="2460">
                  <c:v>the_real_orange_county</c:v>
                </c:pt>
                <c:pt idx="2461">
                  <c:v>the_real_northern_chris</c:v>
                </c:pt>
                <c:pt idx="2462">
                  <c:v>the_real_masterchief</c:v>
                </c:pt>
                <c:pt idx="2463">
                  <c:v>the_real_lauren_conrad1</c:v>
                </c:pt>
                <c:pt idx="2464">
                  <c:v>the_real_kyle_orlando_</c:v>
                </c:pt>
                <c:pt idx="2465">
                  <c:v>the.real.kobe.stopper</c:v>
                </c:pt>
                <c:pt idx="2466">
                  <c:v>the_real_hilary_duff1</c:v>
                </c:pt>
                <c:pt idx="2467">
                  <c:v>the_real_high_king_peter</c:v>
                </c:pt>
                <c:pt idx="2468">
                  <c:v>the_real_hello_kitty1910</c:v>
                </c:pt>
                <c:pt idx="2469">
                  <c:v>the_real_greenday_911</c:v>
                </c:pt>
                <c:pt idx="2470">
                  <c:v>the_real_ghost_rider</c:v>
                </c:pt>
                <c:pt idx="2471">
                  <c:v>the_realest_star4eva</c:v>
                </c:pt>
                <c:pt idx="2472">
                  <c:v>therealestpimpstress</c:v>
                </c:pt>
                <c:pt idx="2473">
                  <c:v>therealestfemaleyouknow</c:v>
                </c:pt>
                <c:pt idx="2474">
                  <c:v>the_real_edgecrusher</c:v>
                </c:pt>
                <c:pt idx="2475">
                  <c:v>the_real_duo_maxwell</c:v>
                </c:pt>
                <c:pt idx="2476">
                  <c:v>the_real_dancing_queen</c:v>
                </c:pt>
                <c:pt idx="2477">
                  <c:v>the_real_cheetah_girl_</c:v>
                </c:pt>
                <c:pt idx="2478">
                  <c:v>the_real_blue_ranger</c:v>
                </c:pt>
                <c:pt idx="2479">
                  <c:v>the_realblackwallstreet</c:v>
                </c:pt>
                <c:pt idx="2480">
                  <c:v>the_real_barbie_9491</c:v>
                </c:pt>
                <c:pt idx="2481">
                  <c:v>the_real_bandit_king</c:v>
                </c:pt>
                <c:pt idx="2482">
                  <c:v>therealandonlyscarface</c:v>
                </c:pt>
                <c:pt idx="2483">
                  <c:v>the_real_and_only_kristin</c:v>
                </c:pt>
                <c:pt idx="2484">
                  <c:v>the_rare_black_hippo</c:v>
                </c:pt>
                <c:pt idx="2485">
                  <c:v>therapperjessethomas</c:v>
                </c:pt>
                <c:pt idx="2486">
                  <c:v>therantingsofaretard</c:v>
                </c:pt>
                <c:pt idx="2487">
                  <c:v>therandypinkprincess</c:v>
                </c:pt>
                <c:pt idx="2488">
                  <c:v>therandygreenexperience</c:v>
                </c:pt>
                <c:pt idx="2489">
                  <c:v>therandomnoiseorchestra</c:v>
                </c:pt>
                <c:pt idx="2490">
                  <c:v>therandomguitarplayer</c:v>
                </c:pt>
                <c:pt idx="2491">
                  <c:v>the_random_christian_one</c:v>
                </c:pt>
                <c:pt idx="2492">
                  <c:v>therainymorningbluesband</c:v>
                </c:pt>
                <c:pt idx="2493">
                  <c:v>therainthatstumbledhome</c:v>
                </c:pt>
                <c:pt idx="2494">
                  <c:v>therainbandmanchester</c:v>
                </c:pt>
                <c:pt idx="2495">
                  <c:v>theragdolleffectmusic</c:v>
                </c:pt>
                <c:pt idx="2496">
                  <c:v>theradicalnoiseaddiction</c:v>
                </c:pt>
                <c:pt idx="2497">
                  <c:v>therabiddogmaproject</c:v>
                </c:pt>
                <c:pt idx="2498">
                  <c:v>TheQuixoticBacchanalian</c:v>
                </c:pt>
                <c:pt idx="2499">
                  <c:v>thequantumsingularity</c:v>
                </c:pt>
                <c:pt idx="2500">
                  <c:v>thepussyfeelgooddoctor</c:v>
                </c:pt>
                <c:pt idx="2501">
                  <c:v>thepurplepeopleproject</c:v>
                </c:pt>
                <c:pt idx="2502">
                  <c:v>thepunkrockguitarplayer</c:v>
                </c:pt>
                <c:pt idx="2503">
                  <c:v>the_pumpkin_queen_1</c:v>
                </c:pt>
                <c:pt idx="2504">
                  <c:v>the_pulse_from_your_brain</c:v>
                </c:pt>
                <c:pt idx="2505">
                  <c:v>the_psychotic_darkness</c:v>
                </c:pt>
                <c:pt idx="2506">
                  <c:v>thepsychopathicmidget</c:v>
                </c:pt>
                <c:pt idx="2507">
                  <c:v>theprovincialarchive</c:v>
                </c:pt>
                <c:pt idx="2508">
                  <c:v>theprophetdoomlicker11</c:v>
                </c:pt>
                <c:pt idx="2509">
                  <c:v>theprolegendmovement</c:v>
                </c:pt>
                <c:pt idx="2510">
                  <c:v>theprofessionalmodel</c:v>
                </c:pt>
                <c:pt idx="2511">
                  <c:v>the_professionaljellyfish</c:v>
                </c:pt>
                <c:pt idx="2512">
                  <c:v>theprocrastinatinggigolo</c:v>
                </c:pt>
                <c:pt idx="2513">
                  <c:v>the_problem_since_88</c:v>
                </c:pt>
                <c:pt idx="2514">
                  <c:v>the_problem_child_90</c:v>
                </c:pt>
                <c:pt idx="2515">
                  <c:v>theprincessstephanie79</c:v>
                </c:pt>
                <c:pt idx="2516">
                  <c:v>theprincesskristin22</c:v>
                </c:pt>
                <c:pt idx="2517">
                  <c:v>the_predictable_prophet</c:v>
                </c:pt>
                <c:pt idx="2518">
                  <c:v>theprecioussweetness</c:v>
                </c:pt>
                <c:pt idx="2519">
                  <c:v>thepostalservice_mush</c:v>
                </c:pt>
                <c:pt idx="2520">
                  <c:v>thepostalserviceguild</c:v>
                </c:pt>
                <c:pt idx="2521">
                  <c:v>theportraitredemption</c:v>
                </c:pt>
                <c:pt idx="2522">
                  <c:v>theportlandcarpenter</c:v>
                </c:pt>
                <c:pt idx="2523">
                  <c:v>the_pork_chop_express</c:v>
                </c:pt>
                <c:pt idx="2524">
                  <c:v>thepoorlittleboyband</c:v>
                </c:pt>
                <c:pt idx="2525">
                  <c:v>thepleasureprinciplemusic</c:v>
                </c:pt>
                <c:pt idx="2526">
                  <c:v>the_playa_you_love_2_hate</c:v>
                </c:pt>
                <c:pt idx="2527">
                  <c:v>theplantationminister</c:v>
                </c:pt>
                <c:pt idx="2528">
                  <c:v>thepitchingconnection</c:v>
                </c:pt>
                <c:pt idx="2529">
                  <c:v>thepistachiolovetriangle</c:v>
                </c:pt>
                <c:pt idx="2530">
                  <c:v>thepipelinehiphopradioshow</c:v>
                </c:pt>
                <c:pt idx="2531">
                  <c:v>thepinkunicornsarehere</c:v>
                </c:pt>
                <c:pt idx="2532">
                  <c:v>the_pink_power_ranger</c:v>
                </c:pt>
                <c:pt idx="2533">
                  <c:v>the_pink_powerranger</c:v>
                </c:pt>
                <c:pt idx="2534">
                  <c:v>the_pink_panther_101</c:v>
                </c:pt>
                <c:pt idx="2535">
                  <c:v>thepinkfluffyprincess</c:v>
                </c:pt>
                <c:pt idx="2536">
                  <c:v>thepinkfeatheredangel</c:v>
                </c:pt>
                <c:pt idx="2537">
                  <c:v>thepinkelephantparadox</c:v>
                </c:pt>
                <c:pt idx="2538">
                  <c:v>thepingpongstabletennis28</c:v>
                </c:pt>
                <c:pt idx="2539">
                  <c:v>thepincushioncampaign</c:v>
                </c:pt>
                <c:pt idx="2540">
                  <c:v>thepikachuthatyoulove</c:v>
                </c:pt>
                <c:pt idx="2541">
                  <c:v>thepigeonhuntersrock</c:v>
                </c:pt>
                <c:pt idx="2542">
                  <c:v>the_pierced_princess</c:v>
                </c:pt>
                <c:pt idx="2543">
                  <c:v>thepiccadillytrickle</c:v>
                </c:pt>
                <c:pt idx="2544">
                  <c:v>thephysicalchallenge</c:v>
                </c:pt>
                <c:pt idx="2545">
                  <c:v>thephotographymachine</c:v>
                </c:pt>
                <c:pt idx="2546">
                  <c:v>thephoenixproject200</c:v>
                </c:pt>
                <c:pt idx="2547">
                  <c:v>the_phoenix_ignition</c:v>
                </c:pt>
                <c:pt idx="2548">
                  <c:v>the_phoenix_foundation</c:v>
                </c:pt>
                <c:pt idx="2549">
                  <c:v>thephilanthropistsandsuch</c:v>
                </c:pt>
                <c:pt idx="2550">
                  <c:v>the_phenomenal_woman</c:v>
                </c:pt>
                <c:pt idx="2551">
                  <c:v>thephantomtruthteller</c:v>
                </c:pt>
                <c:pt idx="2552">
                  <c:v>thephantomoperaghost</c:v>
                </c:pt>
                <c:pt idx="2553">
                  <c:v>the_petsitter_people</c:v>
                </c:pt>
                <c:pt idx="2554">
                  <c:v>thepetrifiedseagarden</c:v>
                </c:pt>
                <c:pt idx="2555">
                  <c:v>thepeteworthingtonfansite</c:v>
                </c:pt>
                <c:pt idx="2556">
                  <c:v>thepeskylittlebooger</c:v>
                </c:pt>
                <c:pt idx="2557">
                  <c:v>thepermissivesociety</c:v>
                </c:pt>
                <c:pt idx="2558">
                  <c:v>thepermanentname1984</c:v>
                </c:pt>
                <c:pt idx="2559">
                  <c:v>the_perfect_pyro_murder</c:v>
                </c:pt>
                <c:pt idx="2560">
                  <c:v>theperfectprincessjenna</c:v>
                </c:pt>
                <c:pt idx="2561">
                  <c:v>theperfectprincess7</c:v>
                </c:pt>
                <c:pt idx="2562">
                  <c:v>the_perfect_lil_angel</c:v>
                </c:pt>
                <c:pt idx="2563">
                  <c:v>the_perfect_lady_pimp</c:v>
                </c:pt>
                <c:pt idx="2564">
                  <c:v>the_perfect_imperfection_</c:v>
                </c:pt>
                <c:pt idx="2565">
                  <c:v>the_perfect_heartbreak</c:v>
                </c:pt>
                <c:pt idx="2566">
                  <c:v>theperfectenemymusic</c:v>
                </c:pt>
                <c:pt idx="2567">
                  <c:v>theperfectcoupleever</c:v>
                </c:pt>
                <c:pt idx="2568">
                  <c:v>theperfectcandylicker</c:v>
                </c:pt>
                <c:pt idx="2569">
                  <c:v>theperfectblacksoldier</c:v>
                </c:pt>
                <c:pt idx="2570">
                  <c:v>thepeniswrinklemonarch</c:v>
                </c:pt>
                <c:pt idx="2571">
                  <c:v>thepenguinresortandspa</c:v>
                </c:pt>
                <c:pt idx="2572">
                  <c:v>the_penguin_lover_fan</c:v>
                </c:pt>
                <c:pt idx="2573">
                  <c:v>thepenguincontroller</c:v>
                </c:pt>
                <c:pt idx="2574">
                  <c:v>thepeacefulwarriormovie</c:v>
                </c:pt>
                <c:pt idx="2575">
                  <c:v>thepatternconspiracy</c:v>
                </c:pt>
                <c:pt idx="2576">
                  <c:v>thepatriotactofficial</c:v>
                </c:pt>
                <c:pt idx="2577">
                  <c:v>thepasttrajectoryclothing</c:v>
                </c:pt>
                <c:pt idx="2578">
                  <c:v>thepartnerswillattack</c:v>
                </c:pt>
                <c:pt idx="2579">
                  <c:v>theparkinglotproposal</c:v>
                </c:pt>
                <c:pt idx="2580">
                  <c:v>theparaplegicmillipedes</c:v>
                </c:pt>
                <c:pt idx="2581">
                  <c:v>the_paranormal_faction</c:v>
                </c:pt>
                <c:pt idx="2582">
                  <c:v>theparanoidastronaut</c:v>
                </c:pt>
                <c:pt idx="2583">
                  <c:v>theparanoidandroid1980</c:v>
                </c:pt>
                <c:pt idx="2584">
                  <c:v>theparallaxcorporation</c:v>
                </c:pt>
                <c:pt idx="2585">
                  <c:v>theparadigmshiftband</c:v>
                </c:pt>
                <c:pt idx="2586">
                  <c:v>the_paradiddler_from_hell</c:v>
                </c:pt>
                <c:pt idx="2587">
                  <c:v>thepanoramicexperience</c:v>
                </c:pt>
                <c:pt idx="2588">
                  <c:v>thepandemoniumcircus</c:v>
                </c:pt>
                <c:pt idx="2589">
                  <c:v>thepandasareattacking</c:v>
                </c:pt>
                <c:pt idx="2590">
                  <c:v>thepaintballprincess04</c:v>
                </c:pt>
                <c:pt idx="2591">
                  <c:v>thepaintballministry</c:v>
                </c:pt>
                <c:pt idx="2592">
                  <c:v>the_painless_pleasure</c:v>
                </c:pt>
                <c:pt idx="2593">
                  <c:v>theoutsidecaperingcrew</c:v>
                </c:pt>
                <c:pt idx="2594">
                  <c:v>_the_other_white_meat_</c:v>
                </c:pt>
                <c:pt idx="2595">
                  <c:v>the_other_token_black_guy</c:v>
                </c:pt>
                <c:pt idx="2596">
                  <c:v>theotherhappytreefriend</c:v>
                </c:pt>
                <c:pt idx="2597">
                  <c:v>theotherhalfdoesntcare</c:v>
                </c:pt>
                <c:pt idx="2598">
                  <c:v>theostentatiousproject</c:v>
                </c:pt>
                <c:pt idx="2599">
                  <c:v>theosomethingspecial</c:v>
                </c:pt>
                <c:pt idx="2600">
                  <c:v>the_orlando_aka_eddie_</c:v>
                </c:pt>
                <c:pt idx="2601">
                  <c:v>theoriginalwhiterabbit</c:v>
                </c:pt>
                <c:pt idx="2602">
                  <c:v>theoriginalwhatsforlunch</c:v>
                </c:pt>
                <c:pt idx="2603">
                  <c:v>theoriginalticktickboom</c:v>
                </c:pt>
                <c:pt idx="2604">
                  <c:v>theoriginalteamtuesday</c:v>
                </c:pt>
                <c:pt idx="2605">
                  <c:v>theoriginalsuperstar</c:v>
                </c:pt>
                <c:pt idx="2606">
                  <c:v>theoriginalsupermanmold</c:v>
                </c:pt>
                <c:pt idx="2607">
                  <c:v>the_original_superman</c:v>
                </c:pt>
                <c:pt idx="2608">
                  <c:v>theoriginalsupergirl</c:v>
                </c:pt>
                <c:pt idx="2609">
                  <c:v>theoriginalstonecast</c:v>
                </c:pt>
                <c:pt idx="2610">
                  <c:v>theoriginalspacecadet</c:v>
                </c:pt>
                <c:pt idx="2611">
                  <c:v>theoriginalshellstar</c:v>
                </c:pt>
                <c:pt idx="2612">
                  <c:v>theoriginalshedevil</c:v>
                </c:pt>
                <c:pt idx="2613">
                  <c:v>the_original_sexy_excel</c:v>
                </c:pt>
                <c:pt idx="2614">
                  <c:v>theoriginalronburgundy</c:v>
                </c:pt>
                <c:pt idx="2615">
                  <c:v>the_original_rockstar</c:v>
                </c:pt>
                <c:pt idx="2616">
                  <c:v>theoriginalredneckpunk</c:v>
                </c:pt>
                <c:pt idx="2617">
                  <c:v>theoriginalpunkrocker</c:v>
                </c:pt>
                <c:pt idx="2618">
                  <c:v>theoriginalprincesscrew</c:v>
                </c:pt>
                <c:pt idx="2619">
                  <c:v>theoriginalprincecharming</c:v>
                </c:pt>
                <c:pt idx="2620">
                  <c:v>the_original_pistol_pete</c:v>
                </c:pt>
                <c:pt idx="2621">
                  <c:v>theoriginalpinkranger</c:v>
                </c:pt>
                <c:pt idx="2622">
                  <c:v>the_original_party_gurl</c:v>
                </c:pt>
                <c:pt idx="2623">
                  <c:v>theoriginalpartyanimal</c:v>
                </c:pt>
                <c:pt idx="2624">
                  <c:v>the_original_old_guy</c:v>
                </c:pt>
                <c:pt idx="2625">
                  <c:v>theoriginalnightmare</c:v>
                </c:pt>
                <c:pt idx="2626">
                  <c:v>the_original_midnightfox</c:v>
                </c:pt>
                <c:pt idx="2627">
                  <c:v>theoriginalmessenger</c:v>
                </c:pt>
                <c:pt idx="2628">
                  <c:v>theoriginalmaterialboy</c:v>
                </c:pt>
                <c:pt idx="2629">
                  <c:v>theoriginalmarcsallee</c:v>
                </c:pt>
                <c:pt idx="2630">
                  <c:v>the_original_mara_jade</c:v>
                </c:pt>
                <c:pt idx="2631">
                  <c:v>the_original_manhood</c:v>
                </c:pt>
                <c:pt idx="2632">
                  <c:v>the_original_mad_sax</c:v>
                </c:pt>
                <c:pt idx="2633">
                  <c:v>theoriginallorddeath</c:v>
                </c:pt>
                <c:pt idx="2634">
                  <c:v>the_original_leprechaun</c:v>
                </c:pt>
                <c:pt idx="2635">
                  <c:v>theoriginallaura19</c:v>
                </c:pt>
                <c:pt idx="2636">
                  <c:v>theoriginal_laciejane</c:v>
                </c:pt>
                <c:pt idx="2637">
                  <c:v>the_original_jackriot</c:v>
                </c:pt>
                <c:pt idx="2638">
                  <c:v>theoriginalhoneymustard</c:v>
                </c:pt>
                <c:pt idx="2639">
                  <c:v>theoriginalhippiechick</c:v>
                </c:pt>
                <c:pt idx="2640">
                  <c:v>the_original_groovingfool</c:v>
                </c:pt>
                <c:pt idx="2641">
                  <c:v>the_original_grassboy</c:v>
                </c:pt>
                <c:pt idx="2642">
                  <c:v>theoriginalgoldenbuddha</c:v>
                </c:pt>
                <c:pt idx="2643">
                  <c:v>theoriginalgangstergage</c:v>
                </c:pt>
                <c:pt idx="2644">
                  <c:v>theoriginal_foxybrown</c:v>
                </c:pt>
                <c:pt idx="2645">
                  <c:v>theoriginalfarmhouse</c:v>
                </c:pt>
                <c:pt idx="2646">
                  <c:v>theoriginalevilbrett</c:v>
                </c:pt>
                <c:pt idx="2647">
                  <c:v>theoriginalentourage</c:v>
                </c:pt>
                <c:pt idx="2648">
                  <c:v>theoriginaldramatube</c:v>
                </c:pt>
                <c:pt idx="2649">
                  <c:v>the_original_deviant</c:v>
                </c:pt>
                <c:pt idx="2650">
                  <c:v>theoriginaldeathknight</c:v>
                </c:pt>
                <c:pt idx="2651">
                  <c:v>theoriginaldarkknight</c:v>
                </c:pt>
                <c:pt idx="2652">
                  <c:v>theoriginalcottagecheese</c:v>
                </c:pt>
                <c:pt idx="2653">
                  <c:v>theoriginalconspiracy</c:v>
                </c:pt>
                <c:pt idx="2654">
                  <c:v>theoriginal_cinderella</c:v>
                </c:pt>
                <c:pt idx="2655">
                  <c:v>theoriginalchrisbrown</c:v>
                </c:pt>
                <c:pt idx="2656">
                  <c:v>the_original_cherry_bomb</c:v>
                </c:pt>
                <c:pt idx="2657">
                  <c:v>theoriginalbrighteyes</c:v>
                </c:pt>
                <c:pt idx="2658">
                  <c:v>theoriginalbreadwinner</c:v>
                </c:pt>
                <c:pt idx="2659">
                  <c:v>theoriginalbrainslug</c:v>
                </c:pt>
                <c:pt idx="2660">
                  <c:v>theoriginalbootyking</c:v>
                </c:pt>
                <c:pt idx="2661">
                  <c:v>theoriginalbomberman</c:v>
                </c:pt>
                <c:pt idx="2662">
                  <c:v>theoriginalblackbeard</c:v>
                </c:pt>
                <c:pt idx="2663">
                  <c:v>theoriginalbetterluck</c:v>
                </c:pt>
                <c:pt idx="2664">
                  <c:v>the_original_babydoll</c:v>
                </c:pt>
                <c:pt idx="2665">
                  <c:v>the_original_anti_wanda</c:v>
                </c:pt>
                <c:pt idx="2666">
                  <c:v>theoriginalanonymous</c:v>
                </c:pt>
                <c:pt idx="2667">
                  <c:v>theoriginalandypants</c:v>
                </c:pt>
                <c:pt idx="2668">
                  <c:v>theorganizedchaosmusic</c:v>
                </c:pt>
                <c:pt idx="2669">
                  <c:v>theorchardbandregina</c:v>
                </c:pt>
                <c:pt idx="2670">
                  <c:v>theorangewhiteashtraysquad</c:v>
                </c:pt>
                <c:pt idx="2671">
                  <c:v>the_orange_rubber_guy</c:v>
                </c:pt>
                <c:pt idx="2672">
                  <c:v>theonlytutorcheergurl</c:v>
                </c:pt>
                <c:pt idx="2673">
                  <c:v>the_only_true_pirate_slut</c:v>
                </c:pt>
                <c:pt idx="2674">
                  <c:v>the_only_sister_for_nari</c:v>
                </c:pt>
                <c:pt idx="2675">
                  <c:v>theonlyrealtinkerbell</c:v>
                </c:pt>
                <c:pt idx="2676">
                  <c:v>the_only_real_princess</c:v>
                </c:pt>
                <c:pt idx="2677">
                  <c:v>the_only_real_cowgal</c:v>
                </c:pt>
                <c:pt idx="2678">
                  <c:v>the_only_name_not_taken</c:v>
                </c:pt>
                <c:pt idx="2679">
                  <c:v>theonlymistresssunshine</c:v>
                </c:pt>
                <c:pt idx="2680">
                  <c:v>the_only_mark_you_need</c:v>
                </c:pt>
                <c:pt idx="2681">
                  <c:v>the_only_man_ill_love</c:v>
                </c:pt>
                <c:pt idx="2682">
                  <c:v>the_only_mandy_moore</c:v>
                </c:pt>
                <c:pt idx="2683">
                  <c:v>the_only_jonathandavis</c:v>
                </c:pt>
                <c:pt idx="2684">
                  <c:v>The_Only_Grizzly_Bear</c:v>
                </c:pt>
                <c:pt idx="2685">
                  <c:v>theonlygreatdeception</c:v>
                </c:pt>
                <c:pt idx="2686">
                  <c:v>the_only_fallen_angel84</c:v>
                </c:pt>
                <c:pt idx="2687">
                  <c:v>the_only_easy_day_was____</c:v>
                </c:pt>
                <c:pt idx="2688">
                  <c:v>the_only_chick_magnet</c:v>
                </c:pt>
                <c:pt idx="2689">
                  <c:v>theonlycaptainmorgan</c:v>
                </c:pt>
                <c:pt idx="2690">
                  <c:v>the_only_bottom_line</c:v>
                </c:pt>
                <c:pt idx="2691">
                  <c:v>the_only_blue_princess</c:v>
                </c:pt>
                <c:pt idx="2692">
                  <c:v>the_one_you_think_about</c:v>
                </c:pt>
                <c:pt idx="2693">
                  <c:v>the_one_you_love_2_hate</c:v>
                </c:pt>
                <c:pt idx="2694">
                  <c:v>_the_one_winged_angel_</c:v>
                </c:pt>
                <c:pt idx="2695">
                  <c:v>the_one_unknown_hero</c:v>
                </c:pt>
                <c:pt idx="2696">
                  <c:v>the_one_true_virgin_mary</c:v>
                </c:pt>
                <c:pt idx="2697">
                  <c:v>The_One_True_Guitar_God</c:v>
                </c:pt>
                <c:pt idx="2698">
                  <c:v>The_One_They_Call_Will</c:v>
                </c:pt>
                <c:pt idx="2699">
                  <c:v>the_one_they_call_bill</c:v>
                </c:pt>
                <c:pt idx="2700">
                  <c:v>the_one_that_never_was</c:v>
                </c:pt>
                <c:pt idx="2701">
                  <c:v>the_one_man_questionmark</c:v>
                </c:pt>
                <c:pt idx="2702">
                  <c:v>theoneiwantbutcanthave</c:v>
                </c:pt>
                <c:pt idx="2703">
                  <c:v>theoneanonlyamazingwillow</c:v>
                </c:pt>
                <c:pt idx="2704">
                  <c:v>the_one_and_only_woo</c:v>
                </c:pt>
                <c:pt idx="2705">
                  <c:v>the_one_and_only_weasel</c:v>
                </c:pt>
                <c:pt idx="2706">
                  <c:v>the_one_and_only_tay</c:v>
                </c:pt>
                <c:pt idx="2707">
                  <c:v>the_one_and_only_squeak</c:v>
                </c:pt>
                <c:pt idx="2708">
                  <c:v>the_one_and_only_space</c:v>
                </c:pt>
                <c:pt idx="2709">
                  <c:v>The_one_and_only_sophia</c:v>
                </c:pt>
                <c:pt idx="2710">
                  <c:v>the_one_and_only_roses</c:v>
                </c:pt>
                <c:pt idx="2711">
                  <c:v>the_one_and_only_reefer</c:v>
                </c:pt>
                <c:pt idx="2712">
                  <c:v>THE_ONE_AND_ONLY_PUDGY</c:v>
                </c:pt>
                <c:pt idx="2713">
                  <c:v>the_oneandonly_princess</c:v>
                </c:pt>
                <c:pt idx="2714">
                  <c:v>the_one_and_only_pita</c:v>
                </c:pt>
                <c:pt idx="2715">
                  <c:v>the_one_and_only_pigeon</c:v>
                </c:pt>
                <c:pt idx="2716">
                  <c:v>the_one_and_only_pepper</c:v>
                </c:pt>
                <c:pt idx="2717">
                  <c:v>the_one_and_only_pauly</c:v>
                </c:pt>
                <c:pt idx="2718">
                  <c:v>the_one_and_only_mia</c:v>
                </c:pt>
                <c:pt idx="2719">
                  <c:v>the_one_and_only_lulu</c:v>
                </c:pt>
                <c:pt idx="2720">
                  <c:v>the_one_and_only_kalinda</c:v>
                </c:pt>
                <c:pt idx="2721">
                  <c:v>the_one_and_only_jordan</c:v>
                </c:pt>
                <c:pt idx="2722">
                  <c:v>the_one_and_only_joeface</c:v>
                </c:pt>
                <c:pt idx="2723">
                  <c:v>the_one_and_only_jane_doe</c:v>
                </c:pt>
                <c:pt idx="2724">
                  <c:v>the_one_and_only_iceman</c:v>
                </c:pt>
                <c:pt idx="2725">
                  <c:v>the_one_and_only_hilary_</c:v>
                </c:pt>
                <c:pt idx="2726">
                  <c:v>the_one_and_only_hilary</c:v>
                </c:pt>
                <c:pt idx="2727">
                  <c:v>the_one_and_only_here</c:v>
                </c:pt>
                <c:pt idx="2728">
                  <c:v>the_one_and_only_eureka</c:v>
                </c:pt>
                <c:pt idx="2729">
                  <c:v>the_one_and_only_eggman</c:v>
                </c:pt>
                <c:pt idx="2730">
                  <c:v>the_one_and_only_dime</c:v>
                </c:pt>
                <c:pt idx="2731">
                  <c:v>the_one_and_only_devil</c:v>
                </c:pt>
                <c:pt idx="2732">
                  <c:v>the_one_and_only_danny</c:v>
                </c:pt>
                <c:pt idx="2733">
                  <c:v>the_one_and_only_dani</c:v>
                </c:pt>
                <c:pt idx="2734">
                  <c:v>the_one_and_only_crew</c:v>
                </c:pt>
                <c:pt idx="2735">
                  <c:v>the_one_and_only_cook</c:v>
                </c:pt>
                <c:pt idx="2736">
                  <c:v>the_one_and_only_cheyenne</c:v>
                </c:pt>
                <c:pt idx="2737">
                  <c:v>the_one_and_only_chelsea</c:v>
                </c:pt>
                <c:pt idx="2738">
                  <c:v>the_one_and_only_cardinal</c:v>
                </c:pt>
                <c:pt idx="2739">
                  <c:v>the_one_and_only_calli</c:v>
                </c:pt>
                <c:pt idx="2740">
                  <c:v>the_one_and_only_boo</c:v>
                </c:pt>
                <c:pt idx="2741">
                  <c:v>the_one_and_only_big_red</c:v>
                </c:pt>
                <c:pt idx="2742">
                  <c:v>the_one_and_only_ariana</c:v>
                </c:pt>
                <c:pt idx="2743">
                  <c:v>the_one_and_only_alanna</c:v>
                </c:pt>
                <c:pt idx="2744">
                  <c:v>the_one_and_only_</c:v>
                </c:pt>
                <c:pt idx="2745">
                  <c:v>the_one_and_only2711</c:v>
                </c:pt>
                <c:pt idx="2746">
                  <c:v>the_one_and_only1987</c:v>
                </c:pt>
                <c:pt idx="2747">
                  <c:v>____the_one_and_only____</c:v>
                </c:pt>
                <c:pt idx="2748">
                  <c:v>the_one_and_not_only</c:v>
                </c:pt>
                <c:pt idx="2749">
                  <c:v>the_one_2_treat_you_right</c:v>
                </c:pt>
                <c:pt idx="2750">
                  <c:v>the_old_dope_peddler</c:v>
                </c:pt>
                <c:pt idx="2751">
                  <c:v>theofficialyoungmoney</c:v>
                </c:pt>
                <c:pt idx="2752">
                  <c:v>the_official_vanessa</c:v>
                </c:pt>
                <c:pt idx="2753">
                  <c:v>the_official_trendsetter</c:v>
                </c:pt>
                <c:pt idx="2754">
                  <c:v>theofficialtedfanclubpage</c:v>
                </c:pt>
                <c:pt idx="2755">
                  <c:v>theofficialsquidward</c:v>
                </c:pt>
                <c:pt idx="2756">
                  <c:v>theofficialscriptsite</c:v>
                </c:pt>
                <c:pt idx="2757">
                  <c:v>the_officialrickeyprofile</c:v>
                </c:pt>
                <c:pt idx="2758">
                  <c:v>theofficialpowerstation</c:v>
                </c:pt>
                <c:pt idx="2759">
                  <c:v>the_official_pedestrian</c:v>
                </c:pt>
                <c:pt idx="2760">
                  <c:v>the_official_party_animal</c:v>
                </c:pt>
                <c:pt idx="2761">
                  <c:v>theofficialpandorasage</c:v>
                </c:pt>
                <c:pt idx="2762">
                  <c:v>theofficialmonkeyboy</c:v>
                </c:pt>
                <c:pt idx="2763">
                  <c:v>theofficiallivewiresite</c:v>
                </c:pt>
                <c:pt idx="2764">
                  <c:v>theofficiallaurenfanclub</c:v>
                </c:pt>
                <c:pt idx="2765">
                  <c:v>theofficialjoshwebsite</c:v>
                </c:pt>
                <c:pt idx="2766">
                  <c:v>theofficialjoepirofanclub</c:v>
                </c:pt>
                <c:pt idx="2767">
                  <c:v>theofficialinnersanctum</c:v>
                </c:pt>
                <c:pt idx="2768">
                  <c:v>the_official_fightsight</c:v>
                </c:pt>
                <c:pt idx="2769">
                  <c:v>theofficialalexblack</c:v>
                </c:pt>
                <c:pt idx="2770">
                  <c:v>theobscurethirdoption</c:v>
                </c:pt>
                <c:pt idx="2771">
                  <c:v>the_nutty_fruit_cake</c:v>
                </c:pt>
                <c:pt idx="2772">
                  <c:v>THENUMBERRUNNINGBACK</c:v>
                </c:pt>
                <c:pt idx="2773">
                  <c:v>thenumberonewrestlingfan</c:v>
                </c:pt>
                <c:pt idx="2774">
                  <c:v>thenumberonepussyeater</c:v>
                </c:pt>
                <c:pt idx="2775">
                  <c:v>thenumberonecourtney</c:v>
                </c:pt>
                <c:pt idx="2776">
                  <c:v>the_number_1_rocker_babe</c:v>
                </c:pt>
                <c:pt idx="2777">
                  <c:v>thenumber1creativefreak</c:v>
                </c:pt>
                <c:pt idx="2778">
                  <c:v>thensundayturnedsouth</c:v>
                </c:pt>
                <c:pt idx="2779">
                  <c:v>thenotoriousblaze420</c:v>
                </c:pt>
                <c:pt idx="2780">
                  <c:v>thenorthstreetconnection</c:v>
                </c:pt>
                <c:pt idx="2781">
                  <c:v>thenorthseafisherman</c:v>
                </c:pt>
                <c:pt idx="2782">
                  <c:v>thenortheasterntidepull</c:v>
                </c:pt>
                <c:pt idx="2783">
                  <c:v>thenormanrockwellcode</c:v>
                </c:pt>
                <c:pt idx="2784">
                  <c:v>thenonfamousbombvictim</c:v>
                </c:pt>
                <c:pt idx="2785">
                  <c:v>thenoisemachinemalfunction</c:v>
                </c:pt>
                <c:pt idx="2786">
                  <c:v>the_nocturnal_butterfly</c:v>
                </c:pt>
                <c:pt idx="2787">
                  <c:v>thenoblesavagetavern</c:v>
                </c:pt>
                <c:pt idx="2788">
                  <c:v>the_noble_blue_beast</c:v>
                </c:pt>
                <c:pt idx="2789">
                  <c:v>the_nightmare_you_dream</c:v>
                </c:pt>
                <c:pt idx="2790">
                  <c:v>thenightlifebandmusic</c:v>
                </c:pt>
                <c:pt idx="2791">
                  <c:v>the_night_fall_angel</c:v>
                </c:pt>
                <c:pt idx="2792">
                  <c:v>the_niggas_1_superstar</c:v>
                </c:pt>
                <c:pt idx="2793">
                  <c:v>the_next_white_rapper</c:v>
                </c:pt>
                <c:pt idx="2794">
                  <c:v>the_next_right_thing</c:v>
                </c:pt>
                <c:pt idx="2795">
                  <c:v>the_next_lost_generation</c:v>
                </c:pt>
                <c:pt idx="2796">
                  <c:v>the_next_kelly_clarkson</c:v>
                </c:pt>
                <c:pt idx="2797">
                  <c:v>the_next_grim_reaper</c:v>
                </c:pt>
                <c:pt idx="2798">
                  <c:v>the_next_freddy_spud</c:v>
                </c:pt>
                <c:pt idx="2799">
                  <c:v>the_next_big_thing_pete</c:v>
                </c:pt>
                <c:pt idx="2800">
                  <c:v>the_next_big_superstar</c:v>
                </c:pt>
                <c:pt idx="2801">
                  <c:v>theneverendingsodadew</c:v>
                </c:pt>
                <c:pt idx="2802">
                  <c:v>thenetworkexperience</c:v>
                </c:pt>
                <c:pt idx="2803">
                  <c:v>the_need_for_caffeine</c:v>
                </c:pt>
                <c:pt idx="2804">
                  <c:v>thenaughtyboyfrom_707</c:v>
                </c:pt>
                <c:pt idx="2805">
                  <c:v>thenatureboydavidpierce</c:v>
                </c:pt>
                <c:pt idx="2806">
                  <c:v>thenaturalstreetfreak</c:v>
                </c:pt>
                <c:pt idx="2807">
                  <c:v>thenamesmisshollywood</c:v>
                </c:pt>
                <c:pt idx="2808">
                  <c:v>thenamesdanielleakadanni</c:v>
                </c:pt>
                <c:pt idx="2809">
                  <c:v>the_nameless_unknown</c:v>
                </c:pt>
                <c:pt idx="2810">
                  <c:v>thenamelesscrash1098</c:v>
                </c:pt>
                <c:pt idx="2811">
                  <c:v>the_mystic_dragon_samurai</c:v>
                </c:pt>
                <c:pt idx="2812">
                  <c:v>the_mutant_outlaw_gambit</c:v>
                </c:pt>
                <c:pt idx="2813">
                  <c:v>the_music_wont_turn_down</c:v>
                </c:pt>
                <c:pt idx="2814">
                  <c:v>the_music_never_stopped</c:v>
                </c:pt>
                <c:pt idx="2815">
                  <c:v>themusicgirl________janna</c:v>
                </c:pt>
                <c:pt idx="2816">
                  <c:v>themushroomrambleson</c:v>
                </c:pt>
                <c:pt idx="2817">
                  <c:v>the_murder_mystery_show</c:v>
                </c:pt>
                <c:pt idx="2818">
                  <c:v>themovementrebellion</c:v>
                </c:pt>
                <c:pt idx="2819">
                  <c:v>themovementneverstops</c:v>
                </c:pt>
                <c:pt idx="2820">
                  <c:v>themovementbandmusic</c:v>
                </c:pt>
                <c:pt idx="2821">
                  <c:v>themourningaftermusic1</c:v>
                </c:pt>
                <c:pt idx="2822">
                  <c:v>themotorcityjazzorchestra</c:v>
                </c:pt>
                <c:pt idx="2823">
                  <c:v>themotherloadrailroad</c:v>
                </c:pt>
                <c:pt idx="2824">
                  <c:v>themotherfuckingtron</c:v>
                </c:pt>
                <c:pt idx="2825">
                  <c:v>themotherfuckingtripod</c:v>
                </c:pt>
                <c:pt idx="2826">
                  <c:v>themotherfuckingspot</c:v>
                </c:pt>
                <c:pt idx="2827">
                  <c:v>themotherfuckingspeed</c:v>
                </c:pt>
                <c:pt idx="2828">
                  <c:v>themotherfuckinggoodshit</c:v>
                </c:pt>
                <c:pt idx="2829">
                  <c:v>themotherfuckingdark</c:v>
                </c:pt>
                <c:pt idx="2830">
                  <c:v>themotherfuckingchampion</c:v>
                </c:pt>
                <c:pt idx="2831">
                  <c:v>the_most_magnificent</c:v>
                </c:pt>
                <c:pt idx="2832">
                  <c:v>the_most_hottest_guy</c:v>
                </c:pt>
                <c:pt idx="2833">
                  <c:v>the_most_beautiful_rescue</c:v>
                </c:pt>
                <c:pt idx="2834">
                  <c:v>themoshispraying4you</c:v>
                </c:pt>
                <c:pt idx="2835">
                  <c:v>the_moronic_paintballer</c:v>
                </c:pt>
                <c:pt idx="2836">
                  <c:v>themorningshowwithandy</c:v>
                </c:pt>
                <c:pt idx="2837">
                  <c:v>the_morning_never_came</c:v>
                </c:pt>
                <c:pt idx="2838">
                  <c:v>themorningfleshproject</c:v>
                </c:pt>
                <c:pt idx="2839">
                  <c:v>the_morning_aftermath</c:v>
                </c:pt>
                <c:pt idx="2840">
                  <c:v>themorganwattanthology</c:v>
                </c:pt>
                <c:pt idx="2841">
                  <c:v>themoore_christianfamily</c:v>
                </c:pt>
                <c:pt idx="2842">
                  <c:v>themonkeytennisexperience</c:v>
                </c:pt>
                <c:pt idx="2843">
                  <c:v>themoneymakingmachine</c:v>
                </c:pt>
                <c:pt idx="2844">
                  <c:v>themoneymakerbaker78</c:v>
                </c:pt>
                <c:pt idx="2845">
                  <c:v>themomententertainment</c:v>
                </c:pt>
                <c:pt idx="2846">
                  <c:v>themoderndiseaseeffect</c:v>
                </c:pt>
                <c:pt idx="2847">
                  <c:v>themitchellbluesband</c:v>
                </c:pt>
                <c:pt idx="2848">
                  <c:v>the_missing_link_200</c:v>
                </c:pt>
                <c:pt idx="2849">
                  <c:v>themisanthropicbunny</c:v>
                </c:pt>
                <c:pt idx="2850">
                  <c:v>themillionthcivilian</c:v>
                </c:pt>
                <c:pt idx="2851">
                  <c:v>themillionmeterrelay</c:v>
                </c:pt>
                <c:pt idx="2852">
                  <c:v>themilliondollarnews</c:v>
                </c:pt>
                <c:pt idx="2853">
                  <c:v>themillionbuckfoundation</c:v>
                </c:pt>
                <c:pt idx="2854">
                  <c:v>themilkmanconspiracy</c:v>
                </c:pt>
                <c:pt idx="2855">
                  <c:v>themilkingexperience</c:v>
                </c:pt>
                <c:pt idx="2856">
                  <c:v>themikemarkssoloproject</c:v>
                </c:pt>
                <c:pt idx="2857">
                  <c:v>the_mightysharky_one</c:v>
                </c:pt>
                <c:pt idx="2858">
                  <c:v>the_mighty_shadowman</c:v>
                </c:pt>
                <c:pt idx="2859">
                  <c:v>themightypowerranger</c:v>
                </c:pt>
                <c:pt idx="2860">
                  <c:v>themidnightteabagger</c:v>
                </c:pt>
                <c:pt idx="2861">
                  <c:v>themidnightsocietybooking</c:v>
                </c:pt>
                <c:pt idx="2862">
                  <c:v>themidnightsocialite</c:v>
                </c:pt>
                <c:pt idx="2863">
                  <c:v>themidnightlibrarian</c:v>
                </c:pt>
                <c:pt idx="2864">
                  <c:v>themidlandstreetvariety</c:v>
                </c:pt>
                <c:pt idx="2865">
                  <c:v>thementallyinteresting</c:v>
                </c:pt>
                <c:pt idx="2866">
                  <c:v>thememphisunderground</c:v>
                </c:pt>
                <c:pt idx="2867">
                  <c:v>thememorialhighschoolband</c:v>
                </c:pt>
                <c:pt idx="2868">
                  <c:v>thememorableforgotten</c:v>
                </c:pt>
                <c:pt idx="2869">
                  <c:v>themediumsizedwombatexperience</c:v>
                </c:pt>
                <c:pt idx="2870">
                  <c:v>themechanicalheartproject</c:v>
                </c:pt>
                <c:pt idx="2871">
                  <c:v>themealmanexperience</c:v>
                </c:pt>
                <c:pt idx="2872">
                  <c:v>thematrixescortservice</c:v>
                </c:pt>
                <c:pt idx="2873">
                  <c:v>themastersonpopeexperience</c:v>
                </c:pt>
                <c:pt idx="2874">
                  <c:v>themasterdrummerblake</c:v>
                </c:pt>
                <c:pt idx="2875">
                  <c:v>themasterchiefpenguin</c:v>
                </c:pt>
                <c:pt idx="2876">
                  <c:v>the_master_broadcaster</c:v>
                </c:pt>
                <c:pt idx="2877">
                  <c:v>themasterandmargarita</c:v>
                </c:pt>
                <c:pt idx="2878">
                  <c:v>themasterandcommander</c:v>
                </c:pt>
                <c:pt idx="2879">
                  <c:v>themasondixondisaster</c:v>
                </c:pt>
                <c:pt idx="2880">
                  <c:v>the_masked_swordsman</c:v>
                </c:pt>
                <c:pt idx="2881">
                  <c:v>themashedpotatoescrew</c:v>
                </c:pt>
                <c:pt idx="2882">
                  <c:v>themarchingbulldogband</c:v>
                </c:pt>
                <c:pt idx="2883">
                  <c:v>themaplestreetmansion</c:v>
                </c:pt>
                <c:pt idx="2884">
                  <c:v>themanhattanproject11</c:v>
                </c:pt>
                <c:pt idx="2885">
                  <c:v>themanhattanproject_0</c:v>
                </c:pt>
                <c:pt idx="2886">
                  <c:v>the_management_helpdesk</c:v>
                </c:pt>
                <c:pt idx="2887">
                  <c:v>themagnumrepresentative</c:v>
                </c:pt>
                <c:pt idx="2888">
                  <c:v>the_magic_bumblesnout</c:v>
                </c:pt>
                <c:pt idx="2889">
                  <c:v>themagicalmysterytour</c:v>
                </c:pt>
                <c:pt idx="2890">
                  <c:v>the_magical_bumblebee</c:v>
                </c:pt>
                <c:pt idx="2891">
                  <c:v>the_mad_sir_slaughter</c:v>
                </c:pt>
                <c:pt idx="2892">
                  <c:v>the_madame_presidente</c:v>
                </c:pt>
                <c:pt idx="2893">
                  <c:v>the_lyrical_assassin</c:v>
                </c:pt>
                <c:pt idx="2894">
                  <c:v>thelovelystephanie27</c:v>
                </c:pt>
                <c:pt idx="2895">
                  <c:v>thelovelymissstacirenee</c:v>
                </c:pt>
                <c:pt idx="2896">
                  <c:v>thelovelyjackiemarie</c:v>
                </c:pt>
                <c:pt idx="2897">
                  <c:v>thelovehaventtyperace</c:v>
                </c:pt>
                <c:pt idx="2898">
                  <c:v>thelovedoctorexperiment</c:v>
                </c:pt>
                <c:pt idx="2899">
                  <c:v>thelovecoloredglasses</c:v>
                </c:pt>
                <c:pt idx="2900">
                  <c:v>the_loveable_island_boy</c:v>
                </c:pt>
                <c:pt idx="2901">
                  <c:v>thelouisvillesilence</c:v>
                </c:pt>
                <c:pt idx="2902">
                  <c:v>thelostprophecy4delf</c:v>
                </c:pt>
                <c:pt idx="2903">
                  <c:v>thelostgenerationband</c:v>
                </c:pt>
                <c:pt idx="2904">
                  <c:v>thelonghornorangeman13</c:v>
                </c:pt>
                <c:pt idx="2905">
                  <c:v>thelonewolfguitarist</c:v>
                </c:pt>
                <c:pt idx="2906">
                  <c:v>the_lonesome_rider2002200</c:v>
                </c:pt>
                <c:pt idx="2907">
                  <c:v>the_lonely_hearted10</c:v>
                </c:pt>
                <c:pt idx="2908">
                  <c:v>thelogicalcontradiction</c:v>
                </c:pt>
                <c:pt idx="2909">
                  <c:v>the_loch_ness_monster289</c:v>
                </c:pt>
                <c:pt idx="2910">
                  <c:v>thelivingroomchapter</c:v>
                </c:pt>
                <c:pt idx="2911">
                  <c:v>thelivinghumanparadox</c:v>
                </c:pt>
                <c:pt idx="2912">
                  <c:v>the_living_end_fan09</c:v>
                </c:pt>
                <c:pt idx="2913">
                  <c:v>thelivingdeadsacrifice</c:v>
                </c:pt>
                <c:pt idx="2914">
                  <c:v>thelivingdeadfantasy</c:v>
                </c:pt>
                <c:pt idx="2915">
                  <c:v>thelittlewickedmermaid2</c:v>
                </c:pt>
                <c:pt idx="2916">
                  <c:v>thelittlewhiterabbit</c:v>
                </c:pt>
                <c:pt idx="2917">
                  <c:v>thelittlewhiteboythatdid</c:v>
                </c:pt>
                <c:pt idx="2918">
                  <c:v>thelittletruckthatcould</c:v>
                </c:pt>
                <c:pt idx="2919">
                  <c:v>thelittletortillamen</c:v>
                </c:pt>
                <c:pt idx="2920">
                  <c:v>thelittleswimmerdude</c:v>
                </c:pt>
                <c:pt idx="2921">
                  <c:v>the_little_pink_sock</c:v>
                </c:pt>
                <c:pt idx="2922">
                  <c:v>the_little_pink_fairy</c:v>
                </c:pt>
                <c:pt idx="2923">
                  <c:v>thelittlemermaid_ariel</c:v>
                </c:pt>
                <c:pt idx="2924">
                  <c:v>the_little_mermaid90</c:v>
                </c:pt>
                <c:pt idx="2925">
                  <c:v>thelittlemermaid200</c:v>
                </c:pt>
                <c:pt idx="2926">
                  <c:v>thelittlemarshmallow</c:v>
                </c:pt>
                <c:pt idx="2927">
                  <c:v>the_little_hero_thatcould</c:v>
                </c:pt>
                <c:pt idx="2928">
                  <c:v>thelittlehellfireclub</c:v>
                </c:pt>
                <c:pt idx="2929">
                  <c:v>thelittleenginethattried</c:v>
                </c:pt>
                <c:pt idx="2930">
                  <c:v>thelittledrummerboy7</c:v>
                </c:pt>
                <c:pt idx="2931">
                  <c:v>_the_little_drummer_boy_</c:v>
                </c:pt>
                <c:pt idx="2932">
                  <c:v>the_little_brown_boy</c:v>
                </c:pt>
                <c:pt idx="2933">
                  <c:v>thelittleblondebeauty</c:v>
                </c:pt>
                <c:pt idx="2934">
                  <c:v>thelittlearielmermaid</c:v>
                </c:pt>
                <c:pt idx="2935">
                  <c:v>thelinkinternational</c:v>
                </c:pt>
                <c:pt idx="2936">
                  <c:v>the_light_angel_alchemist</c:v>
                </c:pt>
                <c:pt idx="2937">
                  <c:v>thelifechurchstockton</c:v>
                </c:pt>
                <c:pt idx="2938">
                  <c:v>thelibrarycoffeehouse</c:v>
                </c:pt>
                <c:pt idx="2939">
                  <c:v>thelibertinesandmeatloaf</c:v>
                </c:pt>
                <c:pt idx="2940">
                  <c:v>thelewisfamilydaycare</c:v>
                </c:pt>
                <c:pt idx="2941">
                  <c:v>thelessonlearnedhardcore</c:v>
                </c:pt>
                <c:pt idx="2942">
                  <c:v>thelesserconjuration</c:v>
                </c:pt>
                <c:pt idx="2943">
                  <c:v>theleicestercharlotte</c:v>
                </c:pt>
                <c:pt idx="2944">
                  <c:v>thelegendronburgundy</c:v>
                </c:pt>
                <c:pt idx="2945">
                  <c:v>thelegendrobbiegreen</c:v>
                </c:pt>
                <c:pt idx="2946">
                  <c:v>thelegendkiller50420</c:v>
                </c:pt>
                <c:pt idx="2947">
                  <c:v>thelegend_degenerate</c:v>
                </c:pt>
                <c:pt idx="2948">
                  <c:v>the_legend_chris_dickens</c:v>
                </c:pt>
                <c:pt idx="2949">
                  <c:v>thelegendarytastytim</c:v>
                </c:pt>
                <c:pt idx="2950">
                  <c:v>thelegendaryswordsman</c:v>
                </c:pt>
                <c:pt idx="2951">
                  <c:v>thelegendarystardustcowboy</c:v>
                </c:pt>
                <c:pt idx="2952">
                  <c:v>the_legendary_outlaw</c:v>
                </c:pt>
                <c:pt idx="2953">
                  <c:v>thelegendaryhecatomb</c:v>
                </c:pt>
                <c:pt idx="2954">
                  <c:v>thelegendarygoofmister</c:v>
                </c:pt>
                <c:pt idx="2955">
                  <c:v>the_legendary_drummer</c:v>
                </c:pt>
                <c:pt idx="2956">
                  <c:v>thelegendarybelladonna</c:v>
                </c:pt>
                <c:pt idx="2957">
                  <c:v>thelegendaryawesome2</c:v>
                </c:pt>
                <c:pt idx="2958">
                  <c:v>theleftoversinbuffalo</c:v>
                </c:pt>
                <c:pt idx="2959">
                  <c:v>the_least_important_thing</c:v>
                </c:pt>
                <c:pt idx="2960">
                  <c:v>theleagueunstoppable</c:v>
                </c:pt>
                <c:pt idx="2961">
                  <c:v>thelatestinfectiousplague</c:v>
                </c:pt>
                <c:pt idx="2962">
                  <c:v>thelastwishfaundation</c:v>
                </c:pt>
                <c:pt idx="2963">
                  <c:v>thelasttruegentleman</c:v>
                </c:pt>
                <c:pt idx="2964">
                  <c:v>the_last_true_cowboy</c:v>
                </c:pt>
                <c:pt idx="2965">
                  <c:v>thelaststeppromotion</c:v>
                </c:pt>
                <c:pt idx="2966">
                  <c:v>thelaststandingknight</c:v>
                </c:pt>
                <c:pt idx="2967">
                  <c:v>thelastremainingbraincell</c:v>
                </c:pt>
                <c:pt idx="2968">
                  <c:v>thelastmonkeyproject</c:v>
                </c:pt>
                <c:pt idx="2969">
                  <c:v>the_last_letter_sent</c:v>
                </c:pt>
                <c:pt idx="2970">
                  <c:v>thelastheartlessromantic</c:v>
                </c:pt>
                <c:pt idx="2971">
                  <c:v>the_last_heartbreak3</c:v>
                </c:pt>
                <c:pt idx="2972">
                  <c:v>thelastgreatadventure</c:v>
                </c:pt>
                <c:pt idx="2973">
                  <c:v>thelastgentleman4now</c:v>
                </c:pt>
                <c:pt idx="2974">
                  <c:v>the_last_exile_aka_mark</c:v>
                </c:pt>
                <c:pt idx="2975">
                  <c:v>the_last_evil_weasel</c:v>
                </c:pt>
                <c:pt idx="2976">
                  <c:v>thelargedarknipplepeople</c:v>
                </c:pt>
                <c:pt idx="2977">
                  <c:v>thelapsangsouchongeffect</c:v>
                </c:pt>
                <c:pt idx="2978">
                  <c:v>thelancasterorchestra</c:v>
                </c:pt>
                <c:pt idx="2979">
                  <c:v>thelampshaderebellion</c:v>
                </c:pt>
                <c:pt idx="2980">
                  <c:v>thelakelandfightclub</c:v>
                </c:pt>
                <c:pt idx="2981">
                  <c:v>theladiesfavorite317</c:v>
                </c:pt>
                <c:pt idx="2982">
                  <c:v>thekyleevansexperience</c:v>
                </c:pt>
                <c:pt idx="2983">
                  <c:v>thekrystalexperience</c:v>
                </c:pt>
                <c:pt idx="2984">
                  <c:v>the_koolest_dude_ever</c:v>
                </c:pt>
                <c:pt idx="2985">
                  <c:v>thekoodudeandnobodyelse</c:v>
                </c:pt>
                <c:pt idx="2986">
                  <c:v>thekobayashiorchestra</c:v>
                </c:pt>
                <c:pt idx="2987">
                  <c:v>thekobayashimaruscenario</c:v>
                </c:pt>
                <c:pt idx="2988">
                  <c:v>theknapperexperience</c:v>
                </c:pt>
                <c:pt idx="2989">
                  <c:v>thekitchenerfashionova</c:v>
                </c:pt>
                <c:pt idx="2990">
                  <c:v>thekilleveryoneproject</c:v>
                </c:pt>
                <c:pt idx="2991">
                  <c:v>thekillerpunkpenguinedith</c:v>
                </c:pt>
                <c:pt idx="2992">
                  <c:v>thekickassgeneration</c:v>
                </c:pt>
                <c:pt idx="2993">
                  <c:v>thekewlestpersonever</c:v>
                </c:pt>
                <c:pt idx="2994">
                  <c:v>the_kentucky_cowgirl</c:v>
                </c:pt>
                <c:pt idx="2995">
                  <c:v>thekensingtonexperiment</c:v>
                </c:pt>
                <c:pt idx="2996">
                  <c:v>the_keg_stand_killer</c:v>
                </c:pt>
                <c:pt idx="2997">
                  <c:v>thekebabhouseincident</c:v>
                </c:pt>
                <c:pt idx="2998">
                  <c:v>thekatenortonexperience</c:v>
                </c:pt>
                <c:pt idx="2999">
                  <c:v>thekaraokerevolution</c:v>
                </c:pt>
                <c:pt idx="3000">
                  <c:v>thejunctionclearwater</c:v>
                </c:pt>
                <c:pt idx="3001">
                  <c:v>thejugglingguitarist</c:v>
                </c:pt>
                <c:pt idx="3002">
                  <c:v>the_juggernaut_bitch2</c:v>
                </c:pt>
                <c:pt idx="3003">
                  <c:v>thejoyfullittledeadgirl</c:v>
                </c:pt>
                <c:pt idx="3004">
                  <c:v>thejoshnesscomegetsome</c:v>
                </c:pt>
                <c:pt idx="3005">
                  <c:v>thejoshexperimentalband</c:v>
                </c:pt>
                <c:pt idx="3006">
                  <c:v>the_jolly_reed_giant</c:v>
                </c:pt>
                <c:pt idx="3007">
                  <c:v>thejoeturnerproject2</c:v>
                </c:pt>
                <c:pt idx="3008">
                  <c:v>thejellybeanrebellion</c:v>
                </c:pt>
                <c:pt idx="3009">
                  <c:v>thejeffwalshexperience</c:v>
                </c:pt>
                <c:pt idx="3010">
                  <c:v>thejefftuckerextravaganza</c:v>
                </c:pt>
                <c:pt idx="3011">
                  <c:v>thejeffchamberlainband</c:v>
                </c:pt>
                <c:pt idx="3012">
                  <c:v>thejeffbarbasproject1</c:v>
                </c:pt>
                <c:pt idx="3013">
                  <c:v>thejaragonexperience</c:v>
                </c:pt>
                <c:pt idx="3014">
                  <c:v>thejakemacsecretpage</c:v>
                </c:pt>
                <c:pt idx="3015">
                  <c:v>thejacksonfunkpolice</c:v>
                </c:pt>
                <c:pt idx="3016">
                  <c:v>thejackrabbitlifestyle</c:v>
                </c:pt>
                <c:pt idx="3017">
                  <c:v>theirgivingoutfreecoffee</c:v>
                </c:pt>
                <c:pt idx="3018">
                  <c:v>theinvisiblesubmarine</c:v>
                </c:pt>
                <c:pt idx="3019">
                  <c:v>the_invisible_majority</c:v>
                </c:pt>
                <c:pt idx="3020">
                  <c:v>theinvisiblegardner198</c:v>
                </c:pt>
                <c:pt idx="3021">
                  <c:v>the_inverted_penguin</c:v>
                </c:pt>
                <c:pt idx="3022">
                  <c:v>theintoxicationstation420</c:v>
                </c:pt>
                <c:pt idx="3023">
                  <c:v>theintimidationfactor</c:v>
                </c:pt>
                <c:pt idx="3024">
                  <c:v>theinternationalplayboy</c:v>
                </c:pt>
                <c:pt idx="3025">
                  <c:v>theinternationalmusicempire</c:v>
                </c:pt>
                <c:pt idx="3026">
                  <c:v>theinternationalhiphopunion</c:v>
                </c:pt>
                <c:pt idx="3027">
                  <c:v>the_intergalactic_pimpgod</c:v>
                </c:pt>
                <c:pt idx="3028">
                  <c:v>theinterfaceincident</c:v>
                </c:pt>
                <c:pt idx="3029">
                  <c:v>theinsomniacfilmcompany</c:v>
                </c:pt>
                <c:pt idx="3030">
                  <c:v>the_insignificant_guy</c:v>
                </c:pt>
                <c:pt idx="3031">
                  <c:v>theinsanegorillanumber1</c:v>
                </c:pt>
                <c:pt idx="3032">
                  <c:v>the_innocent_bad_girl</c:v>
                </c:pt>
                <c:pt idx="3033">
                  <c:v>theinnercityskeletoncoalition</c:v>
                </c:pt>
                <c:pt idx="3034">
                  <c:v>theinformationsource</c:v>
                </c:pt>
                <c:pt idx="3035">
                  <c:v>theinfernalbaggingmachine</c:v>
                </c:pt>
                <c:pt idx="3036">
                  <c:v>theinferioritycomplex</c:v>
                </c:pt>
                <c:pt idx="3037">
                  <c:v>theinfamouspennylane</c:v>
                </c:pt>
                <c:pt idx="3038">
                  <c:v>theinfamoushaleyovercast</c:v>
                </c:pt>
                <c:pt idx="3039">
                  <c:v>theinfamousfrankwhite</c:v>
                </c:pt>
                <c:pt idx="3040">
                  <c:v>theinfamouscrazymike</c:v>
                </c:pt>
                <c:pt idx="3041">
                  <c:v>theinfamouschunkymonkey</c:v>
                </c:pt>
                <c:pt idx="3042">
                  <c:v>theinevitableindividualistpart2</c:v>
                </c:pt>
                <c:pt idx="3043">
                  <c:v>theindustrycollective</c:v>
                </c:pt>
                <c:pt idx="3044">
                  <c:v>theindependentcircle</c:v>
                </c:pt>
                <c:pt idx="3045">
                  <c:v>the_incredible_plum_</c:v>
                </c:pt>
                <c:pt idx="3046">
                  <c:v>theincrediblemeltingman</c:v>
                </c:pt>
                <c:pt idx="3047">
                  <c:v>theincrediblemeltingdan</c:v>
                </c:pt>
                <c:pt idx="3048">
                  <c:v>theincrediblejazzman</c:v>
                </c:pt>
                <c:pt idx="3049">
                  <c:v>the_incredible_god_man</c:v>
                </c:pt>
                <c:pt idx="3050">
                  <c:v>the_incredible_edible_zak</c:v>
                </c:pt>
                <c:pt idx="3051">
                  <c:v>theincredibledoctorcrab</c:v>
                </c:pt>
                <c:pt idx="3052">
                  <c:v>theincorrigiblepollyanna</c:v>
                </c:pt>
                <c:pt idx="3053">
                  <c:v>theinconspicuousclaire</c:v>
                </c:pt>
                <c:pt idx="3054">
                  <c:v>theinbornlifeless518</c:v>
                </c:pt>
                <c:pt idx="3055">
                  <c:v>theimpossibleturnover</c:v>
                </c:pt>
                <c:pt idx="3056">
                  <c:v>theimpossibleprincess</c:v>
                </c:pt>
                <c:pt idx="3057">
                  <c:v>the_immortal_emperor</c:v>
                </c:pt>
                <c:pt idx="3058">
                  <c:v>theimmaculatedecline</c:v>
                </c:pt>
                <c:pt idx="3059">
                  <c:v>theimaginaryapocalypse</c:v>
                </c:pt>
                <c:pt idx="3060">
                  <c:v>theillfavorednountrio</c:v>
                </c:pt>
                <c:pt idx="3061">
                  <c:v>the_ice_cream_man3393</c:v>
                </c:pt>
                <c:pt idx="3062">
                  <c:v>the_husband_involved</c:v>
                </c:pt>
                <c:pt idx="3063">
                  <c:v>the_human_stink_bomb</c:v>
                </c:pt>
                <c:pt idx="3064">
                  <c:v>thehumanrevolutionband</c:v>
                </c:pt>
                <c:pt idx="3065">
                  <c:v>the_human_highlight_01</c:v>
                </c:pt>
                <c:pt idx="3066">
                  <c:v>thehottestthatyouknow</c:v>
                </c:pt>
                <c:pt idx="3067">
                  <c:v>thehottestsurferaround79</c:v>
                </c:pt>
                <c:pt idx="3068">
                  <c:v>the_hottest_person_ever</c:v>
                </c:pt>
                <c:pt idx="3069">
                  <c:v>thehottestgurlaround</c:v>
                </c:pt>
                <c:pt idx="3070">
                  <c:v>the_hottest_couple_alive</c:v>
                </c:pt>
                <c:pt idx="3071">
                  <c:v>thehotguythatsnotconceded</c:v>
                </c:pt>
                <c:pt idx="3072">
                  <c:v>thehotgingerbreadwoman</c:v>
                </c:pt>
                <c:pt idx="3073">
                  <c:v>thehotcoolgreatballer</c:v>
                </c:pt>
                <c:pt idx="3074">
                  <c:v>thehotchocolatesparrow</c:v>
                </c:pt>
                <c:pt idx="3075">
                  <c:v>thehotbutteredrumpshakers</c:v>
                </c:pt>
                <c:pt idx="3076">
                  <c:v>thehoplessromantic45</c:v>
                </c:pt>
                <c:pt idx="3077">
                  <c:v>thehopewellstreetwar</c:v>
                </c:pt>
                <c:pt idx="3078">
                  <c:v>thehopelessromantic708</c:v>
                </c:pt>
                <c:pt idx="3079">
                  <c:v>thehoneycreekassembly</c:v>
                </c:pt>
                <c:pt idx="3080">
                  <c:v>theholocaustdivision</c:v>
                </c:pt>
                <c:pt idx="3081">
                  <c:v>thehollyspringsdisaster</c:v>
                </c:pt>
                <c:pt idx="3082">
                  <c:v>the_hollow_deep_within</c:v>
                </c:pt>
                <c:pt idx="3083">
                  <c:v>thehollisterwelcomecrew</c:v>
                </c:pt>
                <c:pt idx="3084">
                  <c:v>thehiphopcornerstone</c:v>
                </c:pt>
                <c:pt idx="3085">
                  <c:v>thehillbillycashrevival</c:v>
                </c:pt>
                <c:pt idx="3086">
                  <c:v>thehighyoucantsustain</c:v>
                </c:pt>
                <c:pt idx="3087">
                  <c:v>thehighway59glamrockexperience</c:v>
                </c:pt>
                <c:pt idx="3088">
                  <c:v>thehighlightwasyoursmile</c:v>
                </c:pt>
                <c:pt idx="3089">
                  <c:v>thehighgradefoundation</c:v>
                </c:pt>
                <c:pt idx="3090">
                  <c:v>thehighflyingdoublejay</c:v>
                </c:pt>
                <c:pt idx="3091">
                  <c:v>thehideoutcoffeehouse</c:v>
                </c:pt>
                <c:pt idx="3092">
                  <c:v>the_hers_tester_profile</c:v>
                </c:pt>
                <c:pt idx="3093">
                  <c:v>the_hero_that_came_2late</c:v>
                </c:pt>
                <c:pt idx="3094">
                  <c:v>thehereticangel13</c:v>
                </c:pt>
                <c:pt idx="3095">
                  <c:v>thehereseycollective</c:v>
                </c:pt>
                <c:pt idx="3096">
                  <c:v>thehelpsampsonhearmusicfund</c:v>
                </c:pt>
                <c:pt idx="3097">
                  <c:v>thehelplessobsession</c:v>
                </c:pt>
                <c:pt idx="3098">
                  <c:v>thehellboundfather</c:v>
                </c:pt>
                <c:pt idx="3099">
                  <c:v>theheavenlyhomemaker</c:v>
                </c:pt>
                <c:pt idx="3100">
                  <c:v>theheartlessdaggerfall</c:v>
                </c:pt>
                <c:pt idx="3101">
                  <c:v>theheartlesscreature</c:v>
                </c:pt>
                <c:pt idx="3102">
                  <c:v>theheartgoeshere_jackie</c:v>
                </c:pt>
                <c:pt idx="3103">
                  <c:v>the_heartbroken_poet</c:v>
                </c:pt>
                <c:pt idx="3104">
                  <c:v>theheartbreakhotelparty</c:v>
                </c:pt>
                <c:pt idx="3105">
                  <c:v>theheartbreakexpress</c:v>
                </c:pt>
                <c:pt idx="3106">
                  <c:v>the_headless_penguin</c:v>
                </c:pt>
                <c:pt idx="3107">
                  <c:v>thehavenanimalrescue</c:v>
                </c:pt>
                <c:pt idx="3108">
                  <c:v>theharmonicgenerator</c:v>
                </c:pt>
                <c:pt idx="3109">
                  <c:v>the_hardcore_punisher</c:v>
                </c:pt>
                <c:pt idx="3110">
                  <c:v>thehardcashcontroversial</c:v>
                </c:pt>
                <c:pt idx="3111">
                  <c:v>thehardcandytheorist</c:v>
                </c:pt>
                <c:pt idx="3112">
                  <c:v>the_happy_soul_slayer</c:v>
                </c:pt>
                <c:pt idx="3113">
                  <c:v>the_hamburger_hustler</c:v>
                </c:pt>
                <c:pt idx="3114">
                  <c:v>thehallelujahdarling</c:v>
                </c:pt>
                <c:pt idx="3115">
                  <c:v>thehalifaxconnection</c:v>
                </c:pt>
                <c:pt idx="3116">
                  <c:v>thehairytrashkansclan</c:v>
                </c:pt>
                <c:pt idx="3117">
                  <c:v>thehairygreylovehound</c:v>
                </c:pt>
                <c:pt idx="3118">
                  <c:v>the_habitual_line_crosser</c:v>
                </c:pt>
                <c:pt idx="3119">
                  <c:v>theguyyouknowandlove</c:v>
                </c:pt>
                <c:pt idx="3120">
                  <c:v>theguywhodidthatthere</c:v>
                </c:pt>
                <c:pt idx="3121">
                  <c:v>theguywhobroughtsexyback2</c:v>
                </c:pt>
                <c:pt idx="3122">
                  <c:v>theguythatwillmakeyoumone</c:v>
                </c:pt>
                <c:pt idx="3123">
                  <c:v>theguruandhisapprentice</c:v>
                </c:pt>
                <c:pt idx="3124">
                  <c:v>thegurlucanneverhave</c:v>
                </c:pt>
                <c:pt idx="3125">
                  <c:v>the_gurl_next_door_1</c:v>
                </c:pt>
                <c:pt idx="3126">
                  <c:v>theguitaristfromhell90</c:v>
                </c:pt>
                <c:pt idx="3127">
                  <c:v>theguitaristformerlyknown</c:v>
                </c:pt>
                <c:pt idx="3128">
                  <c:v>the_guardian_goddess</c:v>
                </c:pt>
                <c:pt idx="3129">
                  <c:v>the_guardian_dark_angel</c:v>
                </c:pt>
                <c:pt idx="3130">
                  <c:v>theguardianconstruct</c:v>
                </c:pt>
                <c:pt idx="3131">
                  <c:v>the_guardian_angel9</c:v>
                </c:pt>
                <c:pt idx="3132">
                  <c:v>thegrubbyweaselexperience</c:v>
                </c:pt>
                <c:pt idx="3133">
                  <c:v>the_grim_reaper_from_hell</c:v>
                </c:pt>
                <c:pt idx="3134">
                  <c:v>the_grim_corporation</c:v>
                </c:pt>
                <c:pt idx="3135">
                  <c:v>the.greydawnbreaking</c:v>
                </c:pt>
                <c:pt idx="3136">
                  <c:v>thegreenroommusicclub</c:v>
                </c:pt>
                <c:pt idx="3137">
                  <c:v>thegreenroom_chesterfield</c:v>
                </c:pt>
                <c:pt idx="3138">
                  <c:v>the_green_power_ranger</c:v>
                </c:pt>
                <c:pt idx="3139">
                  <c:v>thegreenloveexperiment</c:v>
                </c:pt>
                <c:pt idx="3140">
                  <c:v>the_green_eyed_blonde</c:v>
                </c:pt>
                <c:pt idx="3141">
                  <c:v>the_green_eyed_bandit</c:v>
                </c:pt>
                <c:pt idx="3142">
                  <c:v>the_green_eared_cat_alien</c:v>
                </c:pt>
                <c:pt idx="3143">
                  <c:v>thegreenchunkyhunkymonkey</c:v>
                </c:pt>
                <c:pt idx="3144">
                  <c:v>thegreenbutterproject</c:v>
                </c:pt>
                <c:pt idx="3145">
                  <c:v>thegreenbeanprophecy</c:v>
                </c:pt>
                <c:pt idx="3146">
                  <c:v>thegreedlessbandsite</c:v>
                </c:pt>
                <c:pt idx="3147">
                  <c:v>thegreatwhitehiphope</c:v>
                </c:pt>
                <c:pt idx="3148">
                  <c:v>thegreatwhiteflamingo</c:v>
                </c:pt>
                <c:pt idx="3149">
                  <c:v>the_great_white_2000</c:v>
                </c:pt>
                <c:pt idx="3150">
                  <c:v>thegreatunconformity</c:v>
                </c:pt>
                <c:pt idx="3151">
                  <c:v>the_great_ring_master</c:v>
                </c:pt>
                <c:pt idx="3152">
                  <c:v>the_great_purple_finch</c:v>
                </c:pt>
                <c:pt idx="3153">
                  <c:v>the_great_philosopher</c:v>
                </c:pt>
                <c:pt idx="3154">
                  <c:v>the_great_one_ladies</c:v>
                </c:pt>
                <c:pt idx="3155">
                  <c:v>thegreatnewjerseybearhunt</c:v>
                </c:pt>
                <c:pt idx="3156">
                  <c:v>the_great_necromancer</c:v>
                </c:pt>
                <c:pt idx="3157">
                  <c:v>thegreatmightymouselover</c:v>
                </c:pt>
                <c:pt idx="3158">
                  <c:v>thegreatmatthewwhite</c:v>
                </c:pt>
                <c:pt idx="3159">
                  <c:v>thegreatlifefoundation</c:v>
                </c:pt>
                <c:pt idx="3160">
                  <c:v>thegreatlakemusicband</c:v>
                </c:pt>
                <c:pt idx="3161">
                  <c:v>the_great_insane_one</c:v>
                </c:pt>
                <c:pt idx="3162">
                  <c:v>thegreatgoldenbaby123</c:v>
                </c:pt>
                <c:pt idx="3163">
                  <c:v>thegreatforgettingband</c:v>
                </c:pt>
                <c:pt idx="3164">
                  <c:v>thegreatfootballplaya</c:v>
                </c:pt>
                <c:pt idx="3165">
                  <c:v>thegreaterconnection</c:v>
                </c:pt>
                <c:pt idx="3166">
                  <c:v>thegreatdonjuliobluescat</c:v>
                </c:pt>
                <c:pt idx="3167">
                  <c:v>the_great_communicator</c:v>
                </c:pt>
                <c:pt idx="3168">
                  <c:v>the_great_beyond_200</c:v>
                </c:pt>
                <c:pt idx="3169">
                  <c:v>thegreatawakeningmusic</c:v>
                </c:pt>
                <c:pt idx="3170">
                  <c:v>thegreatandpowerfulfuzz</c:v>
                </c:pt>
                <c:pt idx="3171">
                  <c:v>thegreatandonlyunknown</c:v>
                </c:pt>
                <c:pt idx="3172">
                  <c:v>thegreasedupdeafguy_</c:v>
                </c:pt>
                <c:pt idx="3173">
                  <c:v>thegratefuldead4ever</c:v>
                </c:pt>
                <c:pt idx="3174">
                  <c:v>thegratedisappointment</c:v>
                </c:pt>
                <c:pt idx="3175">
                  <c:v>thegrapevineprincess</c:v>
                </c:pt>
                <c:pt idx="3176">
                  <c:v>thegrandduchessanastasia</c:v>
                </c:pt>
                <c:pt idx="3177">
                  <c:v>thegrammarianwillgetyou</c:v>
                </c:pt>
                <c:pt idx="3178">
                  <c:v>the_graham_cracker08</c:v>
                </c:pt>
                <c:pt idx="3179">
                  <c:v>thegothickillerclown</c:v>
                </c:pt>
                <c:pt idx="3180">
                  <c:v>the_gothic_architect</c:v>
                </c:pt>
                <c:pt idx="3181">
                  <c:v>thegorgeousmonstrosity</c:v>
                </c:pt>
                <c:pt idx="3182">
                  <c:v>thegoodideafoundation</c:v>
                </c:pt>
                <c:pt idx="3183">
                  <c:v>the_good_girl_next_door</c:v>
                </c:pt>
                <c:pt idx="3184">
                  <c:v>theglassonionmagazine</c:v>
                </c:pt>
                <c:pt idx="3185">
                  <c:v>thegirlwithropeforhair</c:v>
                </c:pt>
                <c:pt idx="3186">
                  <c:v>thegirlwhodoescocaine</c:v>
                </c:pt>
                <c:pt idx="3187">
                  <c:v>_thegirlthatlostyou_</c:v>
                </c:pt>
                <c:pt idx="3188">
                  <c:v>thegirlnextdoormusic</c:v>
                </c:pt>
                <c:pt idx="3189">
                  <c:v>the_girl_next_door_83</c:v>
                </c:pt>
                <c:pt idx="3190">
                  <c:v>the_girl_next_door_5</c:v>
                </c:pt>
                <c:pt idx="3191">
                  <c:v>the_girl_next_door_4</c:v>
                </c:pt>
                <c:pt idx="3192">
                  <c:v>the_girl_next_door173</c:v>
                </c:pt>
                <c:pt idx="3193">
                  <c:v>the_girl_next_door11</c:v>
                </c:pt>
                <c:pt idx="3194">
                  <c:v>the__girl__next__door</c:v>
                </c:pt>
                <c:pt idx="3195">
                  <c:v>the_girl_from_shannon</c:v>
                </c:pt>
                <c:pt idx="3196">
                  <c:v>thegirlfromouterspace</c:v>
                </c:pt>
                <c:pt idx="3197">
                  <c:v>thegirlevery1wantstob_93</c:v>
                </c:pt>
                <c:pt idx="3198">
                  <c:v>the.ginger.bread.man</c:v>
                </c:pt>
                <c:pt idx="3199">
                  <c:v>the_ginger_bread_man</c:v>
                </c:pt>
                <c:pt idx="3200">
                  <c:v>thegiantmidgetleprechaun</c:v>
                </c:pt>
                <c:pt idx="3201">
                  <c:v>thegiantfuckingspider</c:v>
                </c:pt>
                <c:pt idx="3202">
                  <c:v>theghosttowncollective</c:v>
                </c:pt>
                <c:pt idx="3203">
                  <c:v>thegetawaywasntfastenough</c:v>
                </c:pt>
                <c:pt idx="3204">
                  <c:v>thegeorgiagrahamshow</c:v>
                </c:pt>
                <c:pt idx="3205">
                  <c:v>thegentlemenssocialclub</c:v>
                </c:pt>
                <c:pt idx="3206">
                  <c:v>thegentlemensagreement</c:v>
                </c:pt>
                <c:pt idx="3207">
                  <c:v>thegentlemanhomicide</c:v>
                </c:pt>
                <c:pt idx="3208">
                  <c:v>thegenerouslatinagirl</c:v>
                </c:pt>
                <c:pt idx="3209">
                  <c:v>thegeneralsweetpants</c:v>
                </c:pt>
                <c:pt idx="3210">
                  <c:v>thegenerallyspeaking</c:v>
                </c:pt>
                <c:pt idx="3211">
                  <c:v>thegenderlessdarling</c:v>
                </c:pt>
                <c:pt idx="3212">
                  <c:v>thegazastripmovement</c:v>
                </c:pt>
                <c:pt idx="3213">
                  <c:v>thegaystraightjacket</c:v>
                </c:pt>
                <c:pt idx="3214">
                  <c:v>thegatheringlimerick</c:v>
                </c:pt>
                <c:pt idx="3215">
                  <c:v>thegatheringcommunity</c:v>
                </c:pt>
                <c:pt idx="3216">
                  <c:v>thegarybackstromband</c:v>
                </c:pt>
                <c:pt idx="3217">
                  <c:v>thegarrisonyearstreetteam</c:v>
                </c:pt>
                <c:pt idx="3218">
                  <c:v>thegabbyjayexperience</c:v>
                </c:pt>
                <c:pt idx="3219">
                  <c:v>the_future_wasnt_wrote</c:v>
                </c:pt>
                <c:pt idx="3220">
                  <c:v>the_future_was_alarming</c:v>
                </c:pt>
                <c:pt idx="3221">
                  <c:v>thefuturesportscaster</c:v>
                </c:pt>
                <c:pt idx="3222">
                  <c:v>thefurrybroadcastingcorp</c:v>
                </c:pt>
                <c:pt idx="3223">
                  <c:v>the_funny_looking_one</c:v>
                </c:pt>
                <c:pt idx="3224">
                  <c:v>the_funky_cold_medina</c:v>
                </c:pt>
                <c:pt idx="3225">
                  <c:v>thefunkrockorchestra</c:v>
                </c:pt>
                <c:pt idx="3226">
                  <c:v>thefullsizefantastic</c:v>
                </c:pt>
                <c:pt idx="3227">
                  <c:v>thefullnelsonexperience</c:v>
                </c:pt>
                <c:pt idx="3228">
                  <c:v>thefullmedicinecabinet</c:v>
                </c:pt>
                <c:pt idx="3229">
                  <c:v>the_fucking_hottest_bitch</c:v>
                </c:pt>
                <c:pt idx="3230">
                  <c:v>thefuckingcoollunchtable</c:v>
                </c:pt>
                <c:pt idx="3231">
                  <c:v>thefuckingclandestinemusicclub</c:v>
                </c:pt>
                <c:pt idx="3232">
                  <c:v>the_frontroom_profession</c:v>
                </c:pt>
                <c:pt idx="3233">
                  <c:v>thefrontroomprofession</c:v>
                </c:pt>
                <c:pt idx="3234">
                  <c:v>thefrontporchsociety</c:v>
                </c:pt>
                <c:pt idx="3235">
                  <c:v>thefrontporchmusicsociety</c:v>
                </c:pt>
                <c:pt idx="3236">
                  <c:v>thefrontporchfolkensemble</c:v>
                </c:pt>
                <c:pt idx="3237">
                  <c:v>thefromtropicswithlove</c:v>
                </c:pt>
                <c:pt idx="3238">
                  <c:v>thefriendshipfactory</c:v>
                </c:pt>
                <c:pt idx="3239">
                  <c:v>the_friendship_corner</c:v>
                </c:pt>
                <c:pt idx="3240">
                  <c:v>the_friendly_chicken</c:v>
                </c:pt>
                <c:pt idx="3241">
                  <c:v>thefriendlesssociety</c:v>
                </c:pt>
                <c:pt idx="3242">
                  <c:v>thefriendlessmonstor</c:v>
                </c:pt>
                <c:pt idx="3243">
                  <c:v>thefriedmanfamilyfortune</c:v>
                </c:pt>
                <c:pt idx="3244">
                  <c:v>thefreepicktoncampaign</c:v>
                </c:pt>
                <c:pt idx="3245">
                  <c:v>thefreakingpizzagang</c:v>
                </c:pt>
                <c:pt idx="3246">
                  <c:v>thefoundationofficial</c:v>
                </c:pt>
                <c:pt idx="3247">
                  <c:v>thefoundationcolumbus</c:v>
                </c:pt>
                <c:pt idx="3248">
                  <c:v>thefoundationatlanta</c:v>
                </c:pt>
                <c:pt idx="3249">
                  <c:v>the_former_hippieboy</c:v>
                </c:pt>
                <c:pt idx="3250">
                  <c:v>the_forgotten_writer</c:v>
                </c:pt>
                <c:pt idx="3251">
                  <c:v>theforgotteninfluence1</c:v>
                </c:pt>
                <c:pt idx="3252">
                  <c:v>theforgottenbrainchild</c:v>
                </c:pt>
                <c:pt idx="3253">
                  <c:v>the_forgotten_angel4</c:v>
                </c:pt>
                <c:pt idx="3254">
                  <c:v>theforbiddenpunkology</c:v>
                </c:pt>
                <c:pt idx="3255">
                  <c:v>TheFollowingBrightShadow</c:v>
                </c:pt>
                <c:pt idx="3256">
                  <c:v>thefollowingannouncement</c:v>
                </c:pt>
                <c:pt idx="3257">
                  <c:v>theflyingsquirrelmaster</c:v>
                </c:pt>
                <c:pt idx="3258">
                  <c:v>TheFlyingPurpleMonkey</c:v>
                </c:pt>
                <c:pt idx="3259">
                  <c:v>theflyingpenguinsown</c:v>
                </c:pt>
                <c:pt idx="3260">
                  <c:v>the_flying_dutchman_too</c:v>
                </c:pt>
                <c:pt idx="3261">
                  <c:v>the_flying_dutch_man</c:v>
                </c:pt>
                <c:pt idx="3262">
                  <c:v>the_fly___________guy</c:v>
                </c:pt>
                <c:pt idx="3263">
                  <c:v>THEFLYBOYSKEEPITPOPPIN</c:v>
                </c:pt>
                <c:pt idx="3264">
                  <c:v>thefluorescentvagina</c:v>
                </c:pt>
                <c:pt idx="3265">
                  <c:v>theflowerpowerpenguin</c:v>
                </c:pt>
                <c:pt idx="3266">
                  <c:v>the_flirtatious_princess</c:v>
                </c:pt>
                <c:pt idx="3267">
                  <c:v>theflatlinerspunkrock</c:v>
                </c:pt>
                <c:pt idx="3268">
                  <c:v>theflamingsoothsayer</c:v>
                </c:pt>
                <c:pt idx="3269">
                  <c:v>thefiveoclocksession</c:v>
                </c:pt>
                <c:pt idx="3270">
                  <c:v>the_first_sorceress_lady</c:v>
                </c:pt>
                <c:pt idx="3271">
                  <c:v>the_first_snake_charmer</c:v>
                </c:pt>
                <c:pt idx="3272">
                  <c:v>thefirecrotchexperience</c:v>
                </c:pt>
                <c:pt idx="3273">
                  <c:v>the_final_strike_band</c:v>
                </c:pt>
                <c:pt idx="3274">
                  <c:v>thefinalcloudwarrior</c:v>
                </c:pt>
                <c:pt idx="3275">
                  <c:v>thefezfeaturingwoodyallcock</c:v>
                </c:pt>
                <c:pt idx="3276">
                  <c:v>the_female_that_got_him20</c:v>
                </c:pt>
                <c:pt idx="3277">
                  <c:v>the_feathered_serpent</c:v>
                </c:pt>
                <c:pt idx="3278">
                  <c:v>thefatcontrollermustdie</c:v>
                </c:pt>
                <c:pt idx="3279">
                  <c:v>thefatbastardhimself</c:v>
                </c:pt>
                <c:pt idx="3280">
                  <c:v>thefantasticinevitable</c:v>
                </c:pt>
                <c:pt idx="3281">
                  <c:v>thefantasticcurtaincall</c:v>
                </c:pt>
                <c:pt idx="3282">
                  <c:v>thefamousundiscovered</c:v>
                </c:pt>
                <c:pt idx="3283">
                  <c:v>thefamousrachelmiller</c:v>
                </c:pt>
                <c:pt idx="3284">
                  <c:v>thefallingdarkangel</c:v>
                </c:pt>
                <c:pt idx="3285">
                  <c:v>the_fallen_crack_baby</c:v>
                </c:pt>
                <c:pt idx="3286">
                  <c:v>the_fallen_angel2232323</c:v>
                </c:pt>
                <c:pt idx="3287">
                  <c:v>thefairweatherexperience</c:v>
                </c:pt>
                <c:pt idx="3288">
                  <c:v>thefabuloustinamarie</c:v>
                </c:pt>
                <c:pt idx="3289">
                  <c:v>the_fabulous_phil_bell</c:v>
                </c:pt>
                <c:pt idx="3290">
                  <c:v>thefabulousmisschristina</c:v>
                </c:pt>
                <c:pt idx="3291">
                  <c:v>the_fabulous_jessica</c:v>
                </c:pt>
                <c:pt idx="3292">
                  <c:v>thefabulousfeedbackband</c:v>
                </c:pt>
                <c:pt idx="3293">
                  <c:v>thefabulousentourage</c:v>
                </c:pt>
                <c:pt idx="3294">
                  <c:v>theextremelygoodlookingpeople</c:v>
                </c:pt>
                <c:pt idx="3295">
                  <c:v>theextremebandgeek11</c:v>
                </c:pt>
                <c:pt idx="3296">
                  <c:v>theexplodingwhaledream</c:v>
                </c:pt>
                <c:pt idx="3297">
                  <c:v>theexplodinghearts12</c:v>
                </c:pt>
                <c:pt idx="3298">
                  <c:v>theexperimentwentwrong</c:v>
                </c:pt>
                <c:pt idx="3299">
                  <c:v>theexperimentalexperience</c:v>
                </c:pt>
                <c:pt idx="3300">
                  <c:v>theexistentialistmorning</c:v>
                </c:pt>
                <c:pt idx="3301">
                  <c:v>TheExhaustedContender</c:v>
                </c:pt>
                <c:pt idx="3302">
                  <c:v>theevolutionarynightmare</c:v>
                </c:pt>
                <c:pt idx="3303">
                  <c:v>the_evil_trio_leader</c:v>
                </c:pt>
                <c:pt idx="3304">
                  <c:v>theevilpopcornseller</c:v>
                </c:pt>
                <c:pt idx="3305">
                  <c:v>the_evil_monkey_king</c:v>
                </c:pt>
                <c:pt idx="3306">
                  <c:v>theeverilluminousone</c:v>
                </c:pt>
                <c:pt idx="3307">
                  <c:v>theeverchangingdream</c:v>
                </c:pt>
                <c:pt idx="3308">
                  <c:v>theeveninghabitstreetteam</c:v>
                </c:pt>
                <c:pt idx="3309">
                  <c:v>theeunsuspectingvictim</c:v>
                </c:pt>
                <c:pt idx="3310">
                  <c:v>theeoneandonlysarahstella</c:v>
                </c:pt>
                <c:pt idx="3311">
                  <c:v>theenlightenedbuddha</c:v>
                </c:pt>
                <c:pt idx="3312">
                  <c:v>the_enigma_incarnate</c:v>
                </c:pt>
                <c:pt idx="3313">
                  <c:v>theenergizerbunnybaby</c:v>
                </c:pt>
                <c:pt idx="3314">
                  <c:v>the_end_that_never_came</c:v>
                </c:pt>
                <c:pt idx="3315">
                  <c:v>theendlessdestruction</c:v>
                </c:pt>
                <c:pt idx="3316">
                  <c:v>the_emotional_killer</c:v>
                </c:pt>
                <c:pt idx="3317">
                  <c:v>theemeraldcityboston</c:v>
                </c:pt>
                <c:pt idx="3318">
                  <c:v>theembersarestillglowing</c:v>
                </c:pt>
                <c:pt idx="3319">
                  <c:v>theelitepartyprogram</c:v>
                </c:pt>
                <c:pt idx="3320">
                  <c:v>theelectricstarlightshowtess</c:v>
                </c:pt>
                <c:pt idx="3321">
                  <c:v>theelectricpressmusic</c:v>
                </c:pt>
                <c:pt idx="3322">
                  <c:v>theelectricexperiment</c:v>
                </c:pt>
                <c:pt idx="3323">
                  <c:v>theelectricchurchclub</c:v>
                </c:pt>
                <c:pt idx="3324">
                  <c:v>theelectricarmadillo</c:v>
                </c:pt>
                <c:pt idx="3325">
                  <c:v>thee_gorgeous_people</c:v>
                </c:pt>
                <c:pt idx="3326">
                  <c:v>the_effing_real_kristin</c:v>
                </c:pt>
                <c:pt idx="3327">
                  <c:v>theedgemorningmadhouse</c:v>
                </c:pt>
                <c:pt idx="3328">
                  <c:v>theeclecticadventure</c:v>
                </c:pt>
                <c:pt idx="3329">
                  <c:v>theeccentricphotography</c:v>
                </c:pt>
                <c:pt idx="3330">
                  <c:v>theeblackhannahmontana</c:v>
                </c:pt>
                <c:pt idx="3331">
                  <c:v>theeambervisionholocaust</c:v>
                </c:pt>
                <c:pt idx="3332">
                  <c:v>thee_adoption_agency</c:v>
                </c:pt>
                <c:pt idx="3333">
                  <c:v>thedutchessanastasia</c:v>
                </c:pt>
                <c:pt idx="3334">
                  <c:v>theduncanfamilywebsite</c:v>
                </c:pt>
                <c:pt idx="3335">
                  <c:v>thedumbestgeniusever</c:v>
                </c:pt>
                <c:pt idx="3336">
                  <c:v>theducktalesingerman</c:v>
                </c:pt>
                <c:pt idx="3337">
                  <c:v>The_drunken_master_4_life</c:v>
                </c:pt>
                <c:pt idx="3338">
                  <c:v>the_drummer_you_never_saw</c:v>
                </c:pt>
                <c:pt idx="3339">
                  <c:v>thedropshipsarecoming</c:v>
                </c:pt>
                <c:pt idx="3340">
                  <c:v>thedropkickstevenband</c:v>
                </c:pt>
                <c:pt idx="3341">
                  <c:v>thedramaqueenallgrownup</c:v>
                </c:pt>
                <c:pt idx="3342">
                  <c:v>thedotbandcollaborative</c:v>
                </c:pt>
                <c:pt idx="3343">
                  <c:v>thedonkeyheadedadversary</c:v>
                </c:pt>
                <c:pt idx="3344">
                  <c:v>the_don_entertainment</c:v>
                </c:pt>
                <c:pt idx="3345">
                  <c:v>thedollarbillproject</c:v>
                </c:pt>
                <c:pt idx="3346">
                  <c:v>thedoghouserileyband</c:v>
                </c:pt>
                <c:pt idx="3347">
                  <c:v>thedizzyroosteraustin</c:v>
                </c:pt>
                <c:pt idx="3348">
                  <c:v>thedivinityprojectband</c:v>
                </c:pt>
                <c:pt idx="3349">
                  <c:v>thedistributioncompany</c:v>
                </c:pt>
                <c:pt idx="3350">
                  <c:v>thedisenchantmentproject</c:v>
                </c:pt>
                <c:pt idx="3351">
                  <c:v>thedisconnectedspatula</c:v>
                </c:pt>
                <c:pt idx="3352">
                  <c:v>the_disastrous_beginning</c:v>
                </c:pt>
                <c:pt idx="3353">
                  <c:v>the_disappearing_boy</c:v>
                </c:pt>
                <c:pt idx="3354">
                  <c:v>thedirtylittlerockband</c:v>
                </c:pt>
                <c:pt idx="3355">
                  <c:v>thedirtyclothingcompany</c:v>
                </c:pt>
                <c:pt idx="3356">
                  <c:v>the_dirt_brown_cowboy</c:v>
                </c:pt>
                <c:pt idx="3357">
                  <c:v>thedinosaurscreamteam</c:v>
                </c:pt>
                <c:pt idx="3358">
                  <c:v>thedinnerpartyambience</c:v>
                </c:pt>
                <c:pt idx="3359">
                  <c:v>thedingdongshowmovie</c:v>
                </c:pt>
                <c:pt idx="3360">
                  <c:v>thedifferenceenginemusic</c:v>
                </c:pt>
                <c:pt idx="3361">
                  <c:v>the_diamond_princess_04</c:v>
                </c:pt>
                <c:pt idx="3362">
                  <c:v>the_diamond_princess</c:v>
                </c:pt>
                <c:pt idx="3363">
                  <c:v>the_diamond_mistress</c:v>
                </c:pt>
                <c:pt idx="3364">
                  <c:v>thedharmainitiativeband</c:v>
                </c:pt>
                <c:pt idx="3365">
                  <c:v>thedevilthinksimpretty</c:v>
                </c:pt>
                <c:pt idx="3366">
                  <c:v>thedevastatingfranco</c:v>
                </c:pt>
                <c:pt idx="3367">
                  <c:v>thedesperationproject</c:v>
                </c:pt>
                <c:pt idx="3368">
                  <c:v>thedesperatemeasurestour</c:v>
                </c:pt>
                <c:pt idx="3369">
                  <c:v>thedescriptionengine</c:v>
                </c:pt>
                <c:pt idx="3370">
                  <c:v>thedepressedfireplace</c:v>
                </c:pt>
                <c:pt idx="3371">
                  <c:v>the_demolition_lover</c:v>
                </c:pt>
                <c:pt idx="3372">
                  <c:v>thedelectablemisssarah</c:v>
                </c:pt>
                <c:pt idx="3373">
                  <c:v>the_deformed_pretty_boy</c:v>
                </c:pt>
                <c:pt idx="3374">
                  <c:v>thedaybreakexperiment</c:v>
                </c:pt>
                <c:pt idx="3375">
                  <c:v>thedarlingdepartment</c:v>
                </c:pt>
                <c:pt idx="3376">
                  <c:v>the_dark_princess_13</c:v>
                </c:pt>
                <c:pt idx="3377">
                  <c:v>the_dark_prince__kai</c:v>
                </c:pt>
                <c:pt idx="3378">
                  <c:v>thedarknesswithdeath</c:v>
                </c:pt>
                <c:pt idx="3379">
                  <c:v>the_dark_heretic_princess</c:v>
                </c:pt>
                <c:pt idx="3380">
                  <c:v>the_dark_fallen_angel</c:v>
                </c:pt>
                <c:pt idx="3381">
                  <c:v>the_dark_demon_dramaqueen</c:v>
                </c:pt>
                <c:pt idx="3382">
                  <c:v>the_dark_cully_secret</c:v>
                </c:pt>
                <c:pt idx="3383">
                  <c:v>thedannyquadmassacre</c:v>
                </c:pt>
                <c:pt idx="3384">
                  <c:v>thedangerousquietone</c:v>
                </c:pt>
                <c:pt idx="3385">
                  <c:v>thedandelionseedcompany</c:v>
                </c:pt>
                <c:pt idx="3386">
                  <c:v>the_dancing_princess</c:v>
                </c:pt>
                <c:pt idx="3387">
                  <c:v>thedamagelimitationproject</c:v>
                </c:pt>
                <c:pt idx="3388">
                  <c:v>the_dairy_queen17585</c:v>
                </c:pt>
                <c:pt idx="3389">
                  <c:v>thedailyplanetmetropolis</c:v>
                </c:pt>
                <c:pt idx="3390">
                  <c:v>the_cutting_edge_001</c:v>
                </c:pt>
                <c:pt idx="3391">
                  <c:v>thecutlassheadcharity</c:v>
                </c:pt>
                <c:pt idx="3392">
                  <c:v>thecutelittledeadgirl</c:v>
                </c:pt>
                <c:pt idx="3393">
                  <c:v>thecuriouslittledolphin</c:v>
                </c:pt>
                <c:pt idx="3394">
                  <c:v>the_cumberland_house</c:v>
                </c:pt>
                <c:pt idx="3395">
                  <c:v>thecrutchleyexperience</c:v>
                </c:pt>
                <c:pt idx="3396">
                  <c:v>thecrucialconspiracy</c:v>
                </c:pt>
                <c:pt idx="3397">
                  <c:v>the-crown-jewel-brent</c:v>
                </c:pt>
                <c:pt idx="3398">
                  <c:v>the_crippler_crawford</c:v>
                </c:pt>
                <c:pt idx="3399">
                  <c:v>the_crimson_squirrel</c:v>
                </c:pt>
                <c:pt idx="3400">
                  <c:v>thecrimsonsprocketband</c:v>
                </c:pt>
                <c:pt idx="3401">
                  <c:v>thecreativejaymarvelous</c:v>
                </c:pt>
                <c:pt idx="3402">
                  <c:v>thecreationgestationlab</c:v>
                </c:pt>
                <c:pt idx="3403">
                  <c:v>thecrazylittleperson</c:v>
                </c:pt>
                <c:pt idx="3404">
                  <c:v>the_crazy_girl_next_door</c:v>
                </c:pt>
                <c:pt idx="3405">
                  <c:v>thecrackinsideyourheart</c:v>
                </c:pt>
                <c:pt idx="3406">
                  <c:v>thecountryconnectionband</c:v>
                </c:pt>
                <c:pt idx="3407">
                  <c:v>thecounterfeitreality</c:v>
                </c:pt>
                <c:pt idx="3408">
                  <c:v>thecorporatedeathsuit</c:v>
                </c:pt>
                <c:pt idx="3409">
                  <c:v>the_corey_short_incident</c:v>
                </c:pt>
                <c:pt idx="3410">
                  <c:v>thecore_bodypiercing</c:v>
                </c:pt>
                <c:pt idx="3411">
                  <c:v>thecoolcalmcollective</c:v>
                </c:pt>
                <c:pt idx="3412">
                  <c:v>thecoolbillygoatband</c:v>
                </c:pt>
                <c:pt idx="3413">
                  <c:v>thecoolbandthatrockshard</c:v>
                </c:pt>
                <c:pt idx="3414">
                  <c:v>thecookiemonster7178</c:v>
                </c:pt>
                <c:pt idx="3415">
                  <c:v>the_cookie_monster55</c:v>
                </c:pt>
                <c:pt idx="3416">
                  <c:v>thecookiemonster1992</c:v>
                </c:pt>
                <c:pt idx="3417">
                  <c:v>thecontrast_melbourne</c:v>
                </c:pt>
                <c:pt idx="3418">
                  <c:v>thecontinentallounge</c:v>
                </c:pt>
                <c:pt idx="3419">
                  <c:v>theconsumingdarkness</c:v>
                </c:pt>
                <c:pt idx="3420">
                  <c:v>theconspiracytheorist</c:v>
                </c:pt>
                <c:pt idx="3421">
                  <c:v>theconservativebreed</c:v>
                </c:pt>
                <c:pt idx="3422">
                  <c:v>the_compulsive_mac_daddy</c:v>
                </c:pt>
                <c:pt idx="3423">
                  <c:v>thecommanderandchief</c:v>
                </c:pt>
                <c:pt idx="3424">
                  <c:v>thecolorsmusicalgroup</c:v>
                </c:pt>
                <c:pt idx="3425">
                  <c:v>thecollinsexperiment</c:v>
                </c:pt>
                <c:pt idx="3426">
                  <c:v>thecollectivemusicgroup</c:v>
                </c:pt>
                <c:pt idx="3427">
                  <c:v>thecolinharrisonproject</c:v>
                </c:pt>
                <c:pt idx="3428">
                  <c:v>thecolinandduncanshow</c:v>
                </c:pt>
                <c:pt idx="3429">
                  <c:v>thecodyblakeleyproject13</c:v>
                </c:pt>
                <c:pt idx="3430">
                  <c:v>thecobaltdeathproject</c:v>
                </c:pt>
                <c:pt idx="3431">
                  <c:v>theclockworkcrewband</c:v>
                </c:pt>
                <c:pt idx="3432">
                  <c:v>thecliffkinseyreport</c:v>
                </c:pt>
                <c:pt idx="3433">
                  <c:v>theclientsandtheirarchitect</c:v>
                </c:pt>
                <c:pt idx="3434">
                  <c:v>the_classic_heartbreaker</c:v>
                </c:pt>
                <c:pt idx="3435">
                  <c:v>theclarinetexperiment</c:v>
                </c:pt>
                <c:pt idx="3436">
                  <c:v>theclandestinefaction</c:v>
                </c:pt>
                <c:pt idx="3437">
                  <c:v>thecinnamontoastcrunchers</c:v>
                </c:pt>
                <c:pt idx="3438">
                  <c:v>thecingularjuggernaut</c:v>
                </c:pt>
                <c:pt idx="3439">
                  <c:v>thecinderellaliberty</c:v>
                </c:pt>
                <c:pt idx="3440">
                  <c:v>thechurchbandofficial</c:v>
                </c:pt>
                <c:pt idx="3441">
                  <c:v>thechurchandholyhiphop</c:v>
                </c:pt>
                <c:pt idx="3442">
                  <c:v>thechristraciproject</c:v>
                </c:pt>
                <c:pt idx="3443">
                  <c:v>thechristinaannetteproject</c:v>
                </c:pt>
                <c:pt idx="3444">
                  <c:v>thechristiancurlingcrew</c:v>
                </c:pt>
                <c:pt idx="3445">
                  <c:v>thechristiancoalition</c:v>
                </c:pt>
                <c:pt idx="3446">
                  <c:v>thechrischaosmontage</c:v>
                </c:pt>
                <c:pt idx="3447">
                  <c:v>thechrisashtonproject</c:v>
                </c:pt>
                <c:pt idx="3448">
                  <c:v>thechosen1denzelcarter</c:v>
                </c:pt>
                <c:pt idx="3449">
                  <c:v>thechocolatefireguard</c:v>
                </c:pt>
                <c:pt idx="3450">
                  <c:v>thechicagodrinkingteam</c:v>
                </c:pt>
                <c:pt idx="3451">
                  <c:v>the_chemical_romance</c:v>
                </c:pt>
                <c:pt idx="3452">
                  <c:v>thecheesenutterwithtoast</c:v>
                </c:pt>
                <c:pt idx="3453">
                  <c:v>thecheatslightswitch</c:v>
                </c:pt>
                <c:pt idx="3454">
                  <c:v>thecharmoffensiveband</c:v>
                </c:pt>
                <c:pt idx="3455">
                  <c:v>thechaostheorybandpage</c:v>
                </c:pt>
                <c:pt idx="3456">
                  <c:v>thechampionheartache</c:v>
                </c:pt>
                <c:pt idx="3457">
                  <c:v>thechamp45roadwarrior</c:v>
                </c:pt>
                <c:pt idx="3458">
                  <c:v>thechaingangbikeclub</c:v>
                </c:pt>
                <c:pt idx="3459">
                  <c:v>thecelestineprophecybook</c:v>
                </c:pt>
                <c:pt idx="3460">
                  <c:v>thecelestialstarbearer</c:v>
                </c:pt>
                <c:pt idx="3461">
                  <c:v>thecelestialpeepshow</c:v>
                </c:pt>
                <c:pt idx="3462">
                  <c:v>thecedarculturalcenter</c:v>
                </c:pt>
                <c:pt idx="3463">
                  <c:v>the_cavalier_eternal</c:v>
                </c:pt>
                <c:pt idx="3464">
                  <c:v>thecatalystprojectteam</c:v>
                </c:pt>
                <c:pt idx="3465">
                  <c:v>thecasualphotographer</c:v>
                </c:pt>
                <c:pt idx="3466">
                  <c:v>the_carrie_underwood</c:v>
                </c:pt>
                <c:pt idx="3467">
                  <c:v>thecardiovasculardisease</c:v>
                </c:pt>
                <c:pt idx="3468">
                  <c:v>thecaptainlegendaryband</c:v>
                </c:pt>
                <c:pt idx="3469">
                  <c:v>thecantonunderground</c:v>
                </c:pt>
                <c:pt idx="3470">
                  <c:v>thecannockchasepanther</c:v>
                </c:pt>
                <c:pt idx="3471">
                  <c:v>thecandylandfamilyband</c:v>
                </c:pt>
                <c:pt idx="3472">
                  <c:v>thecandlelightpavilion</c:v>
                </c:pt>
                <c:pt idx="3473">
                  <c:v>the_cambridge_school</c:v>
                </c:pt>
                <c:pt idx="3474">
                  <c:v>the_calander_hung_itself</c:v>
                </c:pt>
                <c:pt idx="3475">
                  <c:v>thecabbageexperience</c:v>
                </c:pt>
                <c:pt idx="3476">
                  <c:v>theburnloungemusicstore</c:v>
                </c:pt>
                <c:pt idx="3477">
                  <c:v>theburnedoutbasement</c:v>
                </c:pt>
                <c:pt idx="3478">
                  <c:v>thebureauentertainment</c:v>
                </c:pt>
                <c:pt idx="3479">
                  <c:v>the_brown_eyed_beauty</c:v>
                </c:pt>
                <c:pt idx="3480">
                  <c:v>thebrotherhoodlounge</c:v>
                </c:pt>
                <c:pt idx="3481">
                  <c:v>thebrotherhoodalliance</c:v>
                </c:pt>
                <c:pt idx="3482">
                  <c:v>thebrooklyngirl4life</c:v>
                </c:pt>
                <c:pt idx="3483">
                  <c:v>the_broken_hearts_club</c:v>
                </c:pt>
                <c:pt idx="3484">
                  <c:v>thebrokenheartbreaker</c:v>
                </c:pt>
                <c:pt idx="3485">
                  <c:v>thebrokendistrictband</c:v>
                </c:pt>
                <c:pt idx="3486">
                  <c:v>thebridgeclubkaraoke</c:v>
                </c:pt>
                <c:pt idx="3487">
                  <c:v>thebridestrippedbare</c:v>
                </c:pt>
                <c:pt idx="3488">
                  <c:v>the_breakfast_club_11</c:v>
                </c:pt>
                <c:pt idx="3489">
                  <c:v>thebreakdancingpenguin</c:v>
                </c:pt>
                <c:pt idx="3490">
                  <c:v>thebraveandundefeated</c:v>
                </c:pt>
                <c:pt idx="3491">
                  <c:v>thebraveandhappypilot</c:v>
                </c:pt>
                <c:pt idx="3492">
                  <c:v>thebrattytwin_sister</c:v>
                </c:pt>
                <c:pt idx="3493">
                  <c:v>thebrandonproject555</c:v>
                </c:pt>
                <c:pt idx="3494">
                  <c:v>thebrainfoodexperiment</c:v>
                </c:pt>
                <c:pt idx="3495">
                  <c:v>thebrainchildproject</c:v>
                </c:pt>
                <c:pt idx="3496">
                  <c:v>the_boy_your_looking_for</c:v>
                </c:pt>
                <c:pt idx="3497">
                  <c:v>theboundlessbeautifuldark</c:v>
                </c:pt>
                <c:pt idx="3498">
                  <c:v>thebostonmediacompany</c:v>
                </c:pt>
                <c:pt idx="3499">
                  <c:v>thebostonconservatory</c:v>
                </c:pt>
                <c:pt idx="3500">
                  <c:v>thebodyelectricproject</c:v>
                </c:pt>
                <c:pt idx="3501">
                  <c:v>the_blur_from_hell.jaw225</c:v>
                </c:pt>
                <c:pt idx="3502">
                  <c:v>theblueraspberrybastard</c:v>
                </c:pt>
                <c:pt idx="3503">
                  <c:v>the_blue_haired_girl</c:v>
                </c:pt>
                <c:pt idx="3504">
                  <c:v>thebluefigrestaurant</c:v>
                </c:pt>
                <c:pt idx="3505">
                  <c:v>thebluefairyprincess</c:v>
                </c:pt>
                <c:pt idx="3506">
                  <c:v>thebluefairymagicness</c:v>
                </c:pt>
                <c:pt idx="3507">
                  <c:v>theblueeyedidolofmillions</c:v>
                </c:pt>
                <c:pt idx="3508">
                  <c:v>the_blue_eyed_blonde</c:v>
                </c:pt>
                <c:pt idx="3509">
                  <c:v>thebluearrivaltheory</c:v>
                </c:pt>
                <c:pt idx="3510">
                  <c:v>the_bloody_hatchet_men</c:v>
                </c:pt>
                <c:pt idx="3511">
                  <c:v>the_bloody_awful_poet</c:v>
                </c:pt>
                <c:pt idx="3512">
                  <c:v>thebloodtrickleslowly</c:v>
                </c:pt>
                <c:pt idx="3513">
                  <c:v>thebloodsuckinggentlemen</c:v>
                </c:pt>
                <c:pt idx="3514">
                  <c:v>theblondenextdoor008</c:v>
                </c:pt>
                <c:pt idx="3515">
                  <c:v>the_blonde_brunette_girl</c:v>
                </c:pt>
                <c:pt idx="3516">
                  <c:v>the_blonde_brunette_8</c:v>
                </c:pt>
                <c:pt idx="3517">
                  <c:v>the_bleeding_mascara2</c:v>
                </c:pt>
                <c:pt idx="3518">
                  <c:v>thebleedingheartbakery</c:v>
                </c:pt>
                <c:pt idx="3519">
                  <c:v>theblanketforcefield</c:v>
                </c:pt>
                <c:pt idx="3520">
                  <c:v>theblackwallstreetfansite</c:v>
                </c:pt>
                <c:pt idx="3521">
                  <c:v>theblacktopmemorycollinsville</c:v>
                </c:pt>
                <c:pt idx="3522">
                  <c:v>the_black_tinkerbell</c:v>
                </c:pt>
                <c:pt idx="3523">
                  <c:v>theblacktieaffairband</c:v>
                </c:pt>
                <c:pt idx="3524">
                  <c:v>theblackstarmovement</c:v>
                </c:pt>
                <c:pt idx="3525">
                  <c:v>theblacksheepsquadron</c:v>
                </c:pt>
                <c:pt idx="3526">
                  <c:v>the_black_rose_angel</c:v>
                </c:pt>
                <c:pt idx="3527">
                  <c:v>the_black_philosopher</c:v>
                </c:pt>
                <c:pt idx="3528">
                  <c:v>the_blackout_faction</c:v>
                </c:pt>
                <c:pt idx="3529">
                  <c:v>theblacknesswillconsume</c:v>
                </c:pt>
                <c:pt idx="3530">
                  <c:v>theblackmagicretreat</c:v>
                </c:pt>
                <c:pt idx="3531">
                  <c:v>the_black_jack_tripper</c:v>
                </c:pt>
                <c:pt idx="3532">
                  <c:v>theblackelectricspace</c:v>
                </c:pt>
                <c:pt idx="3533">
                  <c:v>theblackautumncalamity</c:v>
                </c:pt>
                <c:pt idx="3534">
                  <c:v>theblackandwhitecity</c:v>
                </c:pt>
                <c:pt idx="3535">
                  <c:v>thebiweeklyworldenquirer</c:v>
                </c:pt>
                <c:pt idx="3536">
                  <c:v>the_bitch_from_hell05459</c:v>
                </c:pt>
                <c:pt idx="3537">
                  <c:v>thebilliondollardream</c:v>
                </c:pt>
                <c:pt idx="3538">
                  <c:v>the_big_yellow_sponge</c:v>
                </c:pt>
                <c:pt idx="3539">
                  <c:v>thebigmouthcaterpillar</c:v>
                </c:pt>
                <c:pt idx="3540">
                  <c:v>thebiggesttrailertrash</c:v>
                </c:pt>
                <c:pt idx="3541">
                  <c:v>thebiggesttorriefaneva</c:v>
                </c:pt>
                <c:pt idx="3542">
                  <c:v>thebiggestpotheadever</c:v>
                </c:pt>
                <c:pt idx="3543">
                  <c:v>thebiggestpothead4eva</c:v>
                </c:pt>
                <c:pt idx="3544">
                  <c:v>thebiggestposersonearth</c:v>
                </c:pt>
                <c:pt idx="3545">
                  <c:v>the_biggest_mistake_ever</c:v>
                </c:pt>
                <c:pt idx="3546">
                  <c:v>thebiggesthoeeveralive</c:v>
                </c:pt>
                <c:pt idx="3547">
                  <c:v>thebiggestdorkonearth</c:v>
                </c:pt>
                <c:pt idx="3548">
                  <c:v>thebiggerbetterbastard</c:v>
                </c:pt>
                <c:pt idx="3549">
                  <c:v>the_big_beat_commander</c:v>
                </c:pt>
                <c:pt idx="3550">
                  <c:v>the_big_bad_booty_daddy</c:v>
                </c:pt>
                <c:pt idx="3551">
                  <c:v>the_big_apple_dude2010</c:v>
                </c:pt>
                <c:pt idx="3552">
                  <c:v>the_better_music_chic</c:v>
                </c:pt>
                <c:pt idx="3553">
                  <c:v>thebethlehemabortionclinic</c:v>
                </c:pt>
                <c:pt idx="3554">
                  <c:v>thebetamaxrevolution</c:v>
                </c:pt>
                <c:pt idx="3555">
                  <c:v>the_best_white_gurl_eva</c:v>
                </c:pt>
                <c:pt idx="3556">
                  <c:v>the_best_stunner_live</c:v>
                </c:pt>
                <c:pt idx="3557">
                  <c:v>thebestskateboarderever</c:v>
                </c:pt>
                <c:pt idx="3558">
                  <c:v>the_best_singer_ever</c:v>
                </c:pt>
                <c:pt idx="3559">
                  <c:v>thebestlacrossplayeralive</c:v>
                </c:pt>
                <c:pt idx="3560">
                  <c:v>the-best-goalkeeper1</c:v>
                </c:pt>
                <c:pt idx="3561">
                  <c:v>thebestfootballplayerever</c:v>
                </c:pt>
                <c:pt idx="3562">
                  <c:v>the_best_ever_period</c:v>
                </c:pt>
                <c:pt idx="3563">
                  <c:v>the_best_baller_around</c:v>
                </c:pt>
                <c:pt idx="3564">
                  <c:v>the_best_ass_hole_ever</c:v>
                </c:pt>
                <c:pt idx="3565">
                  <c:v>the_best_amanda_you_know</c:v>
                </c:pt>
                <c:pt idx="3566">
                  <c:v>thebenedictcollegegospelchoir</c:v>
                </c:pt>
                <c:pt idx="3567">
                  <c:v>thebellwitchhaunting</c:v>
                </c:pt>
                <c:pt idx="3568">
                  <c:v>thebedroomcollection</c:v>
                </c:pt>
                <c:pt idx="3569">
                  <c:v>the_beautiful_unseen</c:v>
                </c:pt>
                <c:pt idx="3570">
                  <c:v>thebeautifulstruggle9829</c:v>
                </c:pt>
                <c:pt idx="3571">
                  <c:v>thebeautiful_struggle</c:v>
                </c:pt>
                <c:pt idx="3572">
                  <c:v>the_beautiful_stranger</c:v>
                </c:pt>
                <c:pt idx="3573">
                  <c:v>the_beautifulpeople_</c:v>
                </c:pt>
                <c:pt idx="3574">
                  <c:v>the_beautiful_people_</c:v>
                </c:pt>
                <c:pt idx="3575">
                  <c:v>thebeautifuloblivion</c:v>
                </c:pt>
                <c:pt idx="3576">
                  <c:v>thebeautifulneverhurry</c:v>
                </c:pt>
                <c:pt idx="3577">
                  <c:v>thebeautifulmistake2</c:v>
                </c:pt>
                <c:pt idx="3578">
                  <c:v>thebeautifulexperience</c:v>
                </c:pt>
                <c:pt idx="3579">
                  <c:v>thebeautifuldisasterpage</c:v>
                </c:pt>
                <c:pt idx="3580">
                  <c:v>thebeatingheartsyeah</c:v>
                </c:pt>
                <c:pt idx="3581">
                  <c:v>thebeastishereandnow</c:v>
                </c:pt>
                <c:pt idx="3582">
                  <c:v>thebattlefield2penguin</c:v>
                </c:pt>
                <c:pt idx="3583">
                  <c:v>thebastardshavelanded</c:v>
                </c:pt>
                <c:pt idx="3584">
                  <c:v>thebastardchildmusic</c:v>
                </c:pt>
                <c:pt idx="3585">
                  <c:v>thebasketweavingclub</c:v>
                </c:pt>
                <c:pt idx="3586">
                  <c:v>thebasementcollective</c:v>
                </c:pt>
                <c:pt idx="3587">
                  <c:v>the_baseball_hottie_09</c:v>
                </c:pt>
                <c:pt idx="3588">
                  <c:v>the_baroness_gothicheart</c:v>
                </c:pt>
                <c:pt idx="3589">
                  <c:v>thebarneypenguinedith</c:v>
                </c:pt>
                <c:pt idx="3590">
                  <c:v>the_barefoot_contessa</c:v>
                </c:pt>
                <c:pt idx="3591">
                  <c:v>thebarbarianformerlyknownasconnor</c:v>
                </c:pt>
                <c:pt idx="3592">
                  <c:v>thebandwhowasntthere</c:v>
                </c:pt>
                <c:pt idx="3593">
                  <c:v>the_band_accident_prone</c:v>
                </c:pt>
                <c:pt idx="3594">
                  <c:v>the_banana_adventure</c:v>
                </c:pt>
                <c:pt idx="3595">
                  <c:v>theballroommassacremusic</c:v>
                </c:pt>
                <c:pt idx="3596">
                  <c:v>the_badass_bitch_ever</c:v>
                </c:pt>
                <c:pt idx="3597">
                  <c:v>the_awesomeness_herself</c:v>
                </c:pt>
                <c:pt idx="3598">
                  <c:v>theauthenticblackice</c:v>
                </c:pt>
                <c:pt idx="3599">
                  <c:v>theauralalchemistmusic</c:v>
                </c:pt>
                <c:pt idx="3600">
                  <c:v>theauctionhousescandal</c:v>
                </c:pt>
                <c:pt idx="3601">
                  <c:v>theattackplancobourg</c:v>
                </c:pt>
                <c:pt idx="3602">
                  <c:v>theatrelightdesigner</c:v>
                </c:pt>
                <c:pt idx="3603">
                  <c:v>theatreclassflatline</c:v>
                </c:pt>
                <c:pt idx="3604">
                  <c:v>theashleydancerfanclub</c:v>
                </c:pt>
                <c:pt idx="3605">
                  <c:v>theartificialremorse</c:v>
                </c:pt>
                <c:pt idx="3606">
                  <c:v>thearlingtonpointmassacre</c:v>
                </c:pt>
                <c:pt idx="3607">
                  <c:v>the_aristocratic_assassin</c:v>
                </c:pt>
                <c:pt idx="3608">
                  <c:v>theargumentativecuecumber</c:v>
                </c:pt>
                <c:pt idx="3609">
                  <c:v>thearchangelgrievous</c:v>
                </c:pt>
                <c:pt idx="3610">
                  <c:v>the_arcanum_experiment</c:v>
                </c:pt>
                <c:pt idx="3611">
                  <c:v>theaquariumwarehouse</c:v>
                </c:pt>
                <c:pt idx="3612">
                  <c:v>theapostolicgentleman</c:v>
                </c:pt>
                <c:pt idx="3613">
                  <c:v>the_apartment_lounge</c:v>
                </c:pt>
                <c:pt idx="3614">
                  <c:v>theanswersimwaitingfor</c:v>
                </c:pt>
                <c:pt idx="3615">
                  <c:v>theanonymouspunkbastard</c:v>
                </c:pt>
                <c:pt idx="3616">
                  <c:v>theanonymouscharacter</c:v>
                </c:pt>
                <c:pt idx="3617">
                  <c:v>the_anonymous_caller</c:v>
                </c:pt>
                <c:pt idx="3618">
                  <c:v>the_animal_sanctuary</c:v>
                </c:pt>
                <c:pt idx="3619">
                  <c:v>theanimal19version2</c:v>
                </c:pt>
                <c:pt idx="3620">
                  <c:v>theangryteenshittingsquad</c:v>
                </c:pt>
                <c:pt idx="3621">
                  <c:v>theangelbenolosingers</c:v>
                </c:pt>
                <c:pt idx="3622">
                  <c:v>theandyfellexperience</c:v>
                </c:pt>
                <c:pt idx="3623">
                  <c:v>theancientcheesegarageorchestra</c:v>
                </c:pt>
                <c:pt idx="3624">
                  <c:v>theanatomicalsnuffbox</c:v>
                </c:pt>
                <c:pt idx="3625">
                  <c:v>the_analogue_revolution</c:v>
                </c:pt>
                <c:pt idx="3626">
                  <c:v>theamityvilletoaster</c:v>
                </c:pt>
                <c:pt idx="3627">
                  <c:v>theamherstcoffeehouse</c:v>
                </c:pt>
                <c:pt idx="3628">
                  <c:v>theamazingwhiplashfamily</c:v>
                </c:pt>
                <c:pt idx="3629">
                  <c:v>the_amazing_spider_sam</c:v>
                </c:pt>
                <c:pt idx="3630">
                  <c:v>the_amazing_kim_berry</c:v>
                </c:pt>
                <c:pt idx="3631">
                  <c:v>theamazinggoldeneagle</c:v>
                </c:pt>
                <c:pt idx="3632">
                  <c:v>theamazinggatekeeper</c:v>
                </c:pt>
                <c:pt idx="3633">
                  <c:v>theamazingflyingmattress</c:v>
                </c:pt>
                <c:pt idx="3634">
                  <c:v>the_amazing_daredevil</c:v>
                </c:pt>
                <c:pt idx="3635">
                  <c:v>theamazingbeauregard</c:v>
                </c:pt>
                <c:pt idx="3636">
                  <c:v>thealwaysfabulousjazzy</c:v>
                </c:pt>
                <c:pt idx="3637">
                  <c:v>thealternativereality</c:v>
                </c:pt>
                <c:pt idx="3638">
                  <c:v>the_alpha_and_omega7</c:v>
                </c:pt>
                <c:pt idx="3639">
                  <c:v>thealmightything1990</c:v>
                </c:pt>
                <c:pt idx="3640">
                  <c:v>thealmightyqueenkathy</c:v>
                </c:pt>
                <c:pt idx="3641">
                  <c:v>the_almighty_jam_man</c:v>
                </c:pt>
                <c:pt idx="3642">
                  <c:v>thealmightyjaguarspirit</c:v>
                </c:pt>
                <c:pt idx="3643">
                  <c:v>thealmightyfirecrotch</c:v>
                </c:pt>
                <c:pt idx="3644">
                  <c:v>thealmightydrunkenone</c:v>
                </c:pt>
                <c:pt idx="3645">
                  <c:v>thealmightydairyqueen</c:v>
                </c:pt>
                <c:pt idx="3646">
                  <c:v>the_almighty_carnage</c:v>
                </c:pt>
                <c:pt idx="3647">
                  <c:v>thealliancephilanthropy</c:v>
                </c:pt>
                <c:pt idx="3648">
                  <c:v>the_all_connected_one</c:v>
                </c:pt>
                <c:pt idx="3649">
                  <c:v>thealkaptonuriasociety</c:v>
                </c:pt>
                <c:pt idx="3650">
                  <c:v>the_alkaline_soloist</c:v>
                </c:pt>
                <c:pt idx="3651">
                  <c:v>thealiensarecoming2010</c:v>
                </c:pt>
                <c:pt idx="3652">
                  <c:v>thealabasterboxmagazine</c:v>
                </c:pt>
                <c:pt idx="3653">
                  <c:v>the_alabastard_dragon</c:v>
                </c:pt>
                <c:pt idx="3654">
                  <c:v>theaestheticmemorandum</c:v>
                </c:pt>
                <c:pt idx="3655">
                  <c:v>theadventurercantfly</c:v>
                </c:pt>
                <c:pt idx="3656">
                  <c:v>the_add_page_official</c:v>
                </c:pt>
                <c:pt idx="3657">
                  <c:v>theacousticprojectlive</c:v>
                </c:pt>
                <c:pt idx="3658">
                  <c:v>theaccountantcollapse</c:v>
                </c:pt>
                <c:pt idx="3659">
                  <c:v>theacademystreetteam</c:v>
                </c:pt>
                <c:pt idx="3660">
                  <c:v>theabsoluteexperience</c:v>
                </c:pt>
                <c:pt idx="3661">
                  <c:v>theabsolutebestperiod</c:v>
                </c:pt>
                <c:pt idx="3662">
                  <c:v>the_absinthe_experience</c:v>
                </c:pt>
                <c:pt idx="3663">
                  <c:v>theabominableshowmen</c:v>
                </c:pt>
                <c:pt idx="3664">
                  <c:v>theabominabledoctorphibes</c:v>
                </c:pt>
                <c:pt idx="3665">
                  <c:v>the_abdominal_snowman</c:v>
                </c:pt>
                <c:pt idx="3666">
                  <c:v>the9milliondollarman</c:v>
                </c:pt>
                <c:pt idx="3667">
                  <c:v>the5one4and5only2julio</c:v>
                </c:pt>
                <c:pt idx="3668">
                  <c:v>the559houseshowpromoter</c:v>
                </c:pt>
                <c:pt idx="3669">
                  <c:v>the50foottallmusicmakingmorganmonster</c:v>
                </c:pt>
                <c:pt idx="3670">
                  <c:v>the40yearoldvirginmary</c:v>
                </c:pt>
                <c:pt idx="3671">
                  <c:v>the3mileislandaccident</c:v>
                </c:pt>
                <c:pt idx="3672">
                  <c:v>the_1_that_got_away_</c:v>
                </c:pt>
                <c:pt idx="3673">
                  <c:v>the1nonlyprincess011</c:v>
                </c:pt>
                <c:pt idx="3674">
                  <c:v>the1nonlyplayboybunny9</c:v>
                </c:pt>
                <c:pt idx="3675">
                  <c:v>the1nonlymelissamoore</c:v>
                </c:pt>
                <c:pt idx="3676">
                  <c:v>the1nonlykaylaelizabeth</c:v>
                </c:pt>
                <c:pt idx="3677">
                  <c:v>the1_and_only_vicstar</c:v>
                </c:pt>
                <c:pt idx="3678">
                  <c:v>the1andonlysoccerplayer</c:v>
                </c:pt>
                <c:pt idx="3679">
                  <c:v>the1andonlyshortcake</c:v>
                </c:pt>
                <c:pt idx="3680">
                  <c:v>the_1_and_only_shaybaby</c:v>
                </c:pt>
                <c:pt idx="3681">
                  <c:v>the_1_and_only_sharky</c:v>
                </c:pt>
                <c:pt idx="3682">
                  <c:v>the1andonlyrebelfury</c:v>
                </c:pt>
                <c:pt idx="3683">
                  <c:v>the_1_and_only_pussycat</c:v>
                </c:pt>
                <c:pt idx="3684">
                  <c:v>the1andonlypartystarter</c:v>
                </c:pt>
                <c:pt idx="3685">
                  <c:v>the1andonlymissjulie</c:v>
                </c:pt>
                <c:pt idx="3686">
                  <c:v>the1andonlymissblair</c:v>
                </c:pt>
                <c:pt idx="3687">
                  <c:v>the_1_and_only_miranda</c:v>
                </c:pt>
                <c:pt idx="3688">
                  <c:v>the1andonlykissablecutie</c:v>
                </c:pt>
                <c:pt idx="3689">
                  <c:v>the_1_and_only_kalinda</c:v>
                </c:pt>
                <c:pt idx="3690">
                  <c:v>the_1and_only_jessica</c:v>
                </c:pt>
                <c:pt idx="3691">
                  <c:v>the_1_and_only_ginabrown</c:v>
                </c:pt>
                <c:pt idx="3692">
                  <c:v>the1andonlygermanpenguin</c:v>
                </c:pt>
                <c:pt idx="3693">
                  <c:v>the1andonlygatekeeper</c:v>
                </c:pt>
                <c:pt idx="3694">
                  <c:v>the1andonlydallascowgirl</c:v>
                </c:pt>
                <c:pt idx="3695">
                  <c:v>the1andonlychrissythrower</c:v>
                </c:pt>
                <c:pt idx="3696">
                  <c:v>the1andonlycandyangel</c:v>
                </c:pt>
                <c:pt idx="3697">
                  <c:v>the_1_and_only_bobby</c:v>
                </c:pt>
                <c:pt idx="3698">
                  <c:v>the1andonlyangelbaby</c:v>
                </c:pt>
                <c:pt idx="3699">
                  <c:v>The1andOnly_AlexStarr</c:v>
                </c:pt>
                <c:pt idx="3700">
                  <c:v>thawinterfreshsupplier</c:v>
                </c:pt>
                <c:pt idx="3701">
                  <c:v>thatwhitegirlcandance</c:v>
                </c:pt>
                <c:pt idx="3702">
                  <c:v>thatwhitechickmelissa</c:v>
                </c:pt>
                <c:pt idx="3703">
                  <c:v>thatwasperfectdoitagain</c:v>
                </c:pt>
                <c:pt idx="3704">
                  <c:v>thatwasalmostpointless</c:v>
                </c:pt>
                <c:pt idx="3705">
                  <c:v>that_volleyball_chick</c:v>
                </c:pt>
                <c:pt idx="3706">
                  <c:v>thatthickphillychick</c:v>
                </c:pt>
                <c:pt idx="3707">
                  <c:v>thatsyourproblemnotmine</c:v>
                </c:pt>
                <c:pt idx="3708">
                  <c:v>thatswhatyousaidlasttime</c:v>
                </c:pt>
                <c:pt idx="3709">
                  <c:v>thatswhatyourdadsaid</c:v>
                </c:pt>
                <c:pt idx="3710">
                  <c:v>thatstraightedgeloser</c:v>
                </c:pt>
                <c:pt idx="3711">
                  <c:v>thatstotallyawesomeman</c:v>
                </c:pt>
                <c:pt idx="3712">
                  <c:v>thats_the_allie_hotness</c:v>
                </c:pt>
                <c:pt idx="3713">
                  <c:v>thatsrightsoulsister</c:v>
                </c:pt>
                <c:pt idx="3714">
                  <c:v>thats_right_its_andy</c:v>
                </c:pt>
                <c:pt idx="3715">
                  <c:v>thatspecialmonkeyhug</c:v>
                </c:pt>
                <c:pt idx="3716">
                  <c:v>thatskaterguyyouknow</c:v>
                </c:pt>
                <c:pt idx="3717">
                  <c:v>thatsjustwordsputtogether</c:v>
                </c:pt>
                <c:pt idx="3718">
                  <c:v>thats_just_another_lie</c:v>
                </c:pt>
                <c:pt idx="3719">
                  <c:v>thats_freaking_sweet</c:v>
                </c:pt>
                <c:pt idx="3720">
                  <c:v>thatsfreakingawesome</c:v>
                </c:pt>
                <c:pt idx="3721">
                  <c:v>thatscoolfortwentyone</c:v>
                </c:pt>
                <c:pt idx="3722">
                  <c:v>that_savage_from_new_york</c:v>
                </c:pt>
                <c:pt idx="3723">
                  <c:v>that_sassy_girl_shayla</c:v>
                </c:pt>
                <c:pt idx="3724">
                  <c:v>thatsassyassnewyorker</c:v>
                </c:pt>
                <c:pt idx="3725">
                  <c:v>that_sarah_riley_girl</c:v>
                </c:pt>
                <c:pt idx="3726">
                  <c:v>that_one_rocker_chick92</c:v>
                </c:pt>
                <c:pt idx="3727">
                  <c:v>that_one_gurl_felicia</c:v>
                </c:pt>
                <c:pt idx="3728">
                  <c:v>that_onegirl_melissa</c:v>
                </c:pt>
                <c:pt idx="3729">
                  <c:v>that_one_girl_annette</c:v>
                </c:pt>
                <c:pt idx="3730">
                  <c:v>that_one_faint_voice</c:v>
                </c:pt>
                <c:pt idx="3731">
                  <c:v>that_one_chick_jessica</c:v>
                </c:pt>
                <c:pt idx="3732">
                  <c:v>that_one_average_girl</c:v>
                </c:pt>
                <c:pt idx="3733">
                  <c:v>thatoldromanticfeeling</c:v>
                </c:pt>
                <c:pt idx="3734">
                  <c:v>that_old_familiar_sting</c:v>
                </c:pt>
                <c:pt idx="3735">
                  <c:v>thatofficialmodelbitch</c:v>
                </c:pt>
                <c:pt idx="3736">
                  <c:v>that_nawlins_boy_jay</c:v>
                </c:pt>
                <c:pt idx="3737">
                  <c:v>that_most_infamous_chick</c:v>
                </c:pt>
                <c:pt idx="3738">
                  <c:v>thatlittle_fluffy_whore</c:v>
                </c:pt>
                <c:pt idx="3739">
                  <c:v>thatlightskinteddude</c:v>
                </c:pt>
                <c:pt idx="3740">
                  <c:v>THAT_LIGHTSKINNED_GUY</c:v>
                </c:pt>
                <c:pt idx="3741">
                  <c:v>thatladfromtheothernight</c:v>
                </c:pt>
                <c:pt idx="3742">
                  <c:v>that_jackass_metal_head</c:v>
                </c:pt>
                <c:pt idx="3743">
                  <c:v>thathollisterguylance</c:v>
                </c:pt>
                <c:pt idx="3744">
                  <c:v>thatguyyoudreamabout</c:v>
                </c:pt>
                <c:pt idx="3745">
                  <c:v>thatguywiththeweirdname</c:v>
                </c:pt>
                <c:pt idx="3746">
                  <c:v>thatguywiththechinkcar</c:v>
                </c:pt>
                <c:pt idx="3747">
                  <c:v>thatfatguywithglasses</c:v>
                </c:pt>
                <c:pt idx="3748">
                  <c:v>thatfatgirlchristina</c:v>
                </c:pt>
                <c:pt idx="3749">
                  <c:v>that_dude_with_big_hair</c:v>
                </c:pt>
                <c:pt idx="3750">
                  <c:v>ThatdudefromtheSquad</c:v>
                </c:pt>
                <c:pt idx="3751">
                  <c:v>that_dude_from_school</c:v>
                </c:pt>
                <c:pt idx="3752">
                  <c:v>that_cute_lil_wilk_gurl</c:v>
                </c:pt>
                <c:pt idx="3753">
                  <c:v>that_crazy_cute_chick</c:v>
                </c:pt>
                <c:pt idx="3754">
                  <c:v>that_crazy_blonde_girl</c:v>
                </c:pt>
                <c:pt idx="3755">
                  <c:v>that_chocolate_chick1</c:v>
                </c:pt>
                <c:pt idx="3756">
                  <c:v>that_chick_next_door08</c:v>
                </c:pt>
                <c:pt idx="3757">
                  <c:v>that_brunette_girl417</c:v>
                </c:pt>
                <c:pt idx="3758">
                  <c:v>that_boy_needs_therapy_</c:v>
                </c:pt>
                <c:pt idx="3759">
                  <c:v>thatboygotstretchypants</c:v>
                </c:pt>
                <c:pt idx="3760">
                  <c:v>thatbottlesoutherncomfort</c:v>
                </c:pt>
                <c:pt idx="3761">
                  <c:v>thatbitchwiththegreen</c:v>
                </c:pt>
                <c:pt idx="3762">
                  <c:v>thatancientmystictrinity</c:v>
                </c:pt>
                <c:pt idx="3763">
                  <c:v>thatace_perfectionist</c:v>
                </c:pt>
                <c:pt idx="3764">
                  <c:v>that_1_guy_you_might_know</c:v>
                </c:pt>
                <c:pt idx="3765">
                  <c:v>that1dudewiththeweed420</c:v>
                </c:pt>
                <c:pt idx="3766">
                  <c:v>that1andonlybitchcrystal</c:v>
                </c:pt>
                <c:pt idx="3767">
                  <c:v>tha_real_sirmarksalot</c:v>
                </c:pt>
                <c:pt idx="3768">
                  <c:v>tha_realest_3six_goon</c:v>
                </c:pt>
                <c:pt idx="3769">
                  <c:v>thaonlyoneyoudreamabout</c:v>
                </c:pt>
                <c:pt idx="3770">
                  <c:v>tha_only_diamond_princess</c:v>
                </c:pt>
                <c:pt idx="3771">
                  <c:v>tha_one_you_love_2_hate</c:v>
                </c:pt>
                <c:pt idx="3772">
                  <c:v>tha_one_and_only_pimp39</c:v>
                </c:pt>
                <c:pt idx="3773">
                  <c:v>tha_one_and_only__heather</c:v>
                </c:pt>
                <c:pt idx="3774">
                  <c:v>tha_one_and_only_cris</c:v>
                </c:pt>
                <c:pt idx="3775">
                  <c:v>thankyougodformylife</c:v>
                </c:pt>
                <c:pt idx="3776">
                  <c:v>thank_you_for_smoking</c:v>
                </c:pt>
                <c:pt idx="3777">
                  <c:v>_thank_you_come_again_</c:v>
                </c:pt>
                <c:pt idx="3778">
                  <c:v>thanks_for_the_candy</c:v>
                </c:pt>
                <c:pt idx="3779">
                  <c:v>thanksfornothing1223</c:v>
                </c:pt>
                <c:pt idx="3780">
                  <c:v>thanksformyspacekate</c:v>
                </c:pt>
                <c:pt idx="3781">
                  <c:v>thanks_for_everything</c:v>
                </c:pt>
                <c:pt idx="3782">
                  <c:v>thank_god_they_are_grown</c:v>
                </c:pt>
                <c:pt idx="3783">
                  <c:v>thankgod4marchmadness</c:v>
                </c:pt>
                <c:pt idx="3784">
                  <c:v>tha_moss_point_native_05</c:v>
                </c:pt>
                <c:pt idx="3785">
                  <c:v>tha_mean_green_machine</c:v>
                </c:pt>
                <c:pt idx="3786">
                  <c:v>thalliumatomicnumber81</c:v>
                </c:pt>
                <c:pt idx="3787">
                  <c:v>thaliamassagetherapist</c:v>
                </c:pt>
                <c:pt idx="3788">
                  <c:v>tha_infamous_fat_tony</c:v>
                </c:pt>
                <c:pt idx="3789">
                  <c:v>thagardenentertainment</c:v>
                </c:pt>
                <c:pt idx="3790">
                  <c:v>thafinestoutcashville</c:v>
                </c:pt>
                <c:pt idx="3791">
                  <c:v>tha_dumbout_humancrack</c:v>
                </c:pt>
                <c:pt idx="3792">
                  <c:v>thadistrictofficialpage</c:v>
                </c:pt>
                <c:pt idx="3793">
                  <c:v>tha_diamond_dutchess</c:v>
                </c:pt>
                <c:pt idx="3794">
                  <c:v>thabrownskinnedbeauty</c:v>
                </c:pt>
                <c:pt idx="3795">
                  <c:v>tha_best_thing_flowing</c:v>
                </c:pt>
                <c:pt idx="3796">
                  <c:v>tha_beautiful_samara</c:v>
                </c:pt>
                <c:pt idx="3797">
                  <c:v>thabadguy_icebergslim</c:v>
                </c:pt>
                <c:pt idx="3798">
                  <c:v>tha1andonlykirsti_01</c:v>
                </c:pt>
                <c:pt idx="3799">
                  <c:v>tha1andonlyjitterbug</c:v>
                </c:pt>
                <c:pt idx="3800">
                  <c:v>testtubehybridmonkey</c:v>
                </c:pt>
                <c:pt idx="3801">
                  <c:v>testingwalkerofficial</c:v>
                </c:pt>
                <c:pt idx="3802">
                  <c:v>testinglayoutnumber1</c:v>
                </c:pt>
                <c:pt idx="3803">
                  <c:v>tester_for_loserface</c:v>
                </c:pt>
                <c:pt idx="3804">
                  <c:v>terrywarrenphotography</c:v>
                </c:pt>
                <c:pt idx="3805">
                  <c:v>terrynumberonesinger</c:v>
                </c:pt>
                <c:pt idx="3806">
                  <c:v>terri_slow_smooth_burn70</c:v>
                </c:pt>
                <c:pt idx="3807">
                  <c:v>terrimilliondollarbaby</c:v>
                </c:pt>
                <c:pt idx="3808">
                  <c:v>terriblyinterestingperson</c:v>
                </c:pt>
                <c:pt idx="3809">
                  <c:v>terrible_thunder_lizard</c:v>
                </c:pt>
                <c:pt idx="3810">
                  <c:v>terribleanimaltesting</c:v>
                </c:pt>
                <c:pt idx="3811">
                  <c:v>terpfireinvestigator</c:v>
                </c:pt>
                <c:pt idx="3812">
                  <c:v>termlifeagencybuilder</c:v>
                </c:pt>
                <c:pt idx="3813">
                  <c:v>terminalrelapsemusic</c:v>
                </c:pt>
                <c:pt idx="3814">
                  <c:v>teresawasalreadytaken</c:v>
                </c:pt>
                <c:pt idx="3815">
                  <c:v>teresanicolephotography</c:v>
                </c:pt>
                <c:pt idx="3816">
                  <c:v>tenthousandmarblesplease</c:v>
                </c:pt>
                <c:pt idx="3817">
                  <c:v>tentativesoundproject</c:v>
                </c:pt>
                <c:pt idx="3818">
                  <c:v>tennis_softball_gurl</c:v>
                </c:pt>
                <c:pt idx="3819">
                  <c:v>tenminutestilltomorrow</c:v>
                </c:pt>
                <c:pt idx="3820">
                  <c:v>tenderloveandsuicide</c:v>
                </c:pt>
                <c:pt idx="3821">
                  <c:v>tenderdeadheadhippie</c:v>
                </c:pt>
                <c:pt idx="3822">
                  <c:v>tena_iselin_smallwood</c:v>
                </c:pt>
                <c:pt idx="3823">
                  <c:v>tenacious_ween_priest</c:v>
                </c:pt>
                <c:pt idx="3824">
                  <c:v>tenacious_volleygirl</c:v>
                </c:pt>
                <c:pt idx="3825">
                  <c:v>temporaryplaceholderwoo</c:v>
                </c:pt>
                <c:pt idx="3826">
                  <c:v>temperhypermanagement</c:v>
                </c:pt>
                <c:pt idx="3827">
                  <c:v>tell_yourself_you_can</c:v>
                </c:pt>
                <c:pt idx="3828">
                  <c:v>tellingtimewithoutawatch</c:v>
                </c:pt>
                <c:pt idx="3829">
                  <c:v>telferandbrownexperience</c:v>
                </c:pt>
                <c:pt idx="3830">
                  <c:v>telekineticmindfreak</c:v>
                </c:pt>
                <c:pt idx="3831">
                  <c:v>telegraphfreakmagnet</c:v>
                </c:pt>
                <c:pt idx="3832">
                  <c:v>teeny_tiny_pixie_queen</c:v>
                </c:pt>
                <c:pt idx="3833">
                  <c:v>teenworldspirituality</c:v>
                </c:pt>
                <c:pt idx="3834">
                  <c:v>teenworlddoityourself</c:v>
                </c:pt>
                <c:pt idx="3835">
                  <c:v>teen_titans_starfire</c:v>
                </c:pt>
                <c:pt idx="3836">
                  <c:v>teenscreatingtomorrow</c:v>
                </c:pt>
                <c:pt idx="3837">
                  <c:v>teensagainsttermination</c:v>
                </c:pt>
                <c:pt idx="3838">
                  <c:v>teenjusticeinitiative</c:v>
                </c:pt>
                <c:pt idx="3839">
                  <c:v>teenheartbeatingfaster</c:v>
                </c:pt>
                <c:pt idx="3840">
                  <c:v>teenagezombie_saint13</c:v>
                </c:pt>
                <c:pt idx="3841">
                  <c:v>teenagesweetheartclothing</c:v>
                </c:pt>
                <c:pt idx="3842">
                  <c:v>teenage_scream_queen</c:v>
                </c:pt>
                <c:pt idx="3843">
                  <c:v>teenagekicksandchivalry</c:v>
                </c:pt>
                <c:pt idx="3844">
                  <c:v>teenage_face_melters</c:v>
                </c:pt>
                <c:pt idx="3845">
                  <c:v>teenagedramaqueen359</c:v>
                </c:pt>
                <c:pt idx="3846">
                  <c:v>teen_advice_gurl_101</c:v>
                </c:pt>
                <c:pt idx="3847">
                  <c:v>tediouslytrackingtony</c:v>
                </c:pt>
                <c:pt idx="3848">
                  <c:v>teddybear_starbright</c:v>
                </c:pt>
                <c:pt idx="3849">
                  <c:v>teddybearcannibalmassacre</c:v>
                </c:pt>
                <c:pt idx="3850">
                  <c:v>tecnology_94_angel_mobile</c:v>
                </c:pt>
                <c:pt idx="3851">
                  <c:v>technologyleadgenerator</c:v>
                </c:pt>
                <c:pt idx="3852">
                  <c:v>teazer172001jesssilva</c:v>
                </c:pt>
                <c:pt idx="3853">
                  <c:v>teasing_not_pleasing79</c:v>
                </c:pt>
                <c:pt idx="3854">
                  <c:v>_tearsofafallenangel_</c:v>
                </c:pt>
                <c:pt idx="3855">
                  <c:v>tearsofadarkangel113</c:v>
                </c:pt>
                <c:pt idx="3856">
                  <c:v>tearsofablackwingedangel</c:v>
                </c:pt>
                <c:pt idx="3857">
                  <c:v>teanheartsbeatingfaster</c:v>
                </c:pt>
                <c:pt idx="3858">
                  <c:v>teamwonderfrienddesign</c:v>
                </c:pt>
                <c:pt idx="3859">
                  <c:v>teamvelocitypaintball</c:v>
                </c:pt>
                <c:pt idx="3860">
                  <c:v>teamsyndicateraceing</c:v>
                </c:pt>
                <c:pt idx="3861">
                  <c:v>teamstreetcarperformance</c:v>
                </c:pt>
                <c:pt idx="3862">
                  <c:v>teamshutdownpaintball</c:v>
                </c:pt>
                <c:pt idx="3863">
                  <c:v>teamredlineaddiction</c:v>
                </c:pt>
                <c:pt idx="3864">
                  <c:v>teamnorthentertainment</c:v>
                </c:pt>
                <c:pt idx="3865">
                  <c:v>teamnancymembersonly</c:v>
                </c:pt>
                <c:pt idx="3866">
                  <c:v>teameffectentertainment</c:v>
                </c:pt>
                <c:pt idx="3867">
                  <c:v>teameastbrookclothing</c:v>
                </c:pt>
                <c:pt idx="3868">
                  <c:v>teamdevastationpaintball</c:v>
                </c:pt>
                <c:pt idx="3869">
                  <c:v>team_apple_juice_yeah</c:v>
                </c:pt>
                <c:pt idx="3870">
                  <c:v>teachingpreachingreaching</c:v>
                </c:pt>
                <c:pt idx="3871">
                  <c:v>teachergirlcountryboy</c:v>
                </c:pt>
                <c:pt idx="3872">
                  <c:v>teabagging_since_1992</c:v>
                </c:pt>
                <c:pt idx="3873">
                  <c:v>taytaythefairyprincess</c:v>
                </c:pt>
                <c:pt idx="3874">
                  <c:v>taylorwillalwaysloveyou</c:v>
                </c:pt>
                <c:pt idx="3875">
                  <c:v>taylor_motorsports08</c:v>
                </c:pt>
                <c:pt idx="3876">
                  <c:v>taylor_mae_chloe_ann</c:v>
                </c:pt>
                <c:pt idx="3877">
                  <c:v>taylormadeyoungdrakeakablack</c:v>
                </c:pt>
                <c:pt idx="3878">
                  <c:v>taylormadebluegrassmusic</c:v>
                </c:pt>
                <c:pt idx="3879">
                  <c:v>taylor_lauren_christine</c:v>
                </c:pt>
                <c:pt idx="3880">
                  <c:v>taylorkendalldesiree</c:v>
                </c:pt>
                <c:pt idx="3881">
                  <c:v>taylor_guard_girl_10</c:v>
                </c:pt>
                <c:pt idx="3882">
                  <c:v>taylor__george__love</c:v>
                </c:pt>
                <c:pt idx="3883">
                  <c:v>taylorfreakingclaire</c:v>
                </c:pt>
                <c:pt idx="3884">
                  <c:v>taylorelizabethpetty</c:v>
                </c:pt>
                <c:pt idx="3885">
                  <c:v>taylorandtiffany4ever</c:v>
                </c:pt>
                <c:pt idx="3886">
                  <c:v>taylor_and_kayla_forever</c:v>
                </c:pt>
                <c:pt idx="3887">
                  <c:v>taylor_and_gabriella</c:v>
                </c:pt>
                <c:pt idx="3888">
                  <c:v>tawnythehockeystar39</c:v>
                </c:pt>
                <c:pt idx="3889">
                  <c:v>tawnybear4everhippie</c:v>
                </c:pt>
                <c:pt idx="3890">
                  <c:v>tawny_and_carley_rock</c:v>
                </c:pt>
                <c:pt idx="3891">
                  <c:v>tauntonstatehospital</c:v>
                </c:pt>
                <c:pt idx="3892">
                  <c:v>tattookingworshipthygod</c:v>
                </c:pt>
                <c:pt idx="3893">
                  <c:v>tattoo72_bodypiercer</c:v>
                </c:pt>
                <c:pt idx="3894">
                  <c:v>tatthefiestybarbiedoll</c:v>
                </c:pt>
                <c:pt idx="3895">
                  <c:v>tatteredheartsclothing</c:v>
                </c:pt>
                <c:pt idx="3896">
                  <c:v>tatteredandtornpaperdoll</c:v>
                </c:pt>
                <c:pt idx="3897">
                  <c:v>tattered_and_torn_forever</c:v>
                </c:pt>
                <c:pt idx="3898">
                  <c:v>tatianarodrigueztorres</c:v>
                </c:pt>
                <c:pt idx="3899">
                  <c:v>tatiana_aka_precious</c:v>
                </c:pt>
                <c:pt idx="3900">
                  <c:v>tatersoutherngurl_2008</c:v>
                </c:pt>
                <c:pt idx="3901">
                  <c:v>tater_salad_redneck3</c:v>
                </c:pt>
                <c:pt idx="3902">
                  <c:v>tatabandittwentythree</c:v>
                </c:pt>
                <c:pt idx="3903">
                  <c:v>tastydeliciousprincess</c:v>
                </c:pt>
                <c:pt idx="3904">
                  <c:v>taste_this_rainbow_9</c:v>
                </c:pt>
                <c:pt idx="3905">
                  <c:v>taste_the_rainbow_88</c:v>
                </c:pt>
                <c:pt idx="3906">
                  <c:v>tastetherainbow200209</c:v>
                </c:pt>
                <c:pt idx="3907">
                  <c:v>taste_the_cream_filling</c:v>
                </c:pt>
                <c:pt idx="3908">
                  <c:v>tastelikesunshinedust</c:v>
                </c:pt>
                <c:pt idx="3909">
                  <c:v>tastelikecottoncandi</c:v>
                </c:pt>
                <c:pt idx="3910">
                  <c:v>tastejustlikecandyallnigh</c:v>
                </c:pt>
                <c:pt idx="3911">
                  <c:v>taste__for__suicidal</c:v>
                </c:pt>
                <c:pt idx="3912">
                  <c:v>tash_allison_valeria</c:v>
                </c:pt>
                <c:pt idx="3913">
                  <c:v>tasha_from_the_ville</c:v>
                </c:pt>
                <c:pt idx="3914">
                  <c:v>targetfordestruction</c:v>
                </c:pt>
                <c:pt idx="3915">
                  <c:v>tarahlongthedottedline</c:v>
                </c:pt>
                <c:pt idx="3916">
                  <c:v>tara_cordy_angel_emmi_lil</c:v>
                </c:pt>
                <c:pt idx="3917">
                  <c:v>tappingthebreakpoint</c:v>
                </c:pt>
                <c:pt idx="3918">
                  <c:v>tanyaandjessicalovejake</c:v>
                </c:pt>
                <c:pt idx="3919">
                  <c:v>tantalizetrickidadian</c:v>
                </c:pt>
                <c:pt idx="3920">
                  <c:v>tangelo_hoodchick101</c:v>
                </c:pt>
                <c:pt idx="3921">
                  <c:v>tamsin_tammy_bad_gurl</c:v>
                </c:pt>
                <c:pt idx="3922">
                  <c:v>tampa_sexy_girl_4life</c:v>
                </c:pt>
                <c:pt idx="3923">
                  <c:v>tampabaylightning0404</c:v>
                </c:pt>
                <c:pt idx="3924">
                  <c:v>tami.lifestylechanger</c:v>
                </c:pt>
                <c:pt idx="3925">
                  <c:v>tamaralikekodakcamera</c:v>
                </c:pt>
                <c:pt idx="3926">
                  <c:v>tamara_ann_bannister</c:v>
                </c:pt>
                <c:pt idx="3927">
                  <c:v>tamaleking_aka_lukemon</c:v>
                </c:pt>
                <c:pt idx="3928">
                  <c:v>tallulahbankhead_bulldog</c:v>
                </c:pt>
                <c:pt idx="3929">
                  <c:v>tall_sexy_slim_woman</c:v>
                </c:pt>
                <c:pt idx="3930">
                  <c:v>tallprettynicewittybitch</c:v>
                </c:pt>
                <c:pt idx="3931">
                  <c:v>tallguyforsomeone410</c:v>
                </c:pt>
                <c:pt idx="3932">
                  <c:v>talldarkhandsomeembalmer</c:v>
                </c:pt>
                <c:pt idx="3933">
                  <c:v>talldarkhandsomebritboy</c:v>
                </c:pt>
                <c:pt idx="3934">
                  <c:v>tall_dark_and_retarded</c:v>
                </c:pt>
                <c:pt idx="3935">
                  <c:v>talldarkandmysterious</c:v>
                </c:pt>
                <c:pt idx="3936">
                  <c:v>tall_dark_and_loveable</c:v>
                </c:pt>
                <c:pt idx="3937">
                  <c:v>talldarkandhandsome9420</c:v>
                </c:pt>
                <c:pt idx="3938">
                  <c:v>tallcoolandcollected</c:v>
                </c:pt>
                <c:pt idx="3939">
                  <c:v>tall_brunette_and_driving</c:v>
                </c:pt>
                <c:pt idx="3940">
                  <c:v>tallblondehelicopter</c:v>
                </c:pt>
                <c:pt idx="3941">
                  <c:v>tallblondeandplastic</c:v>
                </c:pt>
                <c:pt idx="3942">
                  <c:v>tallasswhiteboybitch</c:v>
                </c:pt>
                <c:pt idx="3943">
                  <c:v>talkingwithaffection</c:v>
                </c:pt>
                <c:pt idx="3944">
                  <c:v>talkingducksarestupid</c:v>
                </c:pt>
                <c:pt idx="3945">
                  <c:v>talkingaftermidnight</c:v>
                </c:pt>
                <c:pt idx="3946">
                  <c:v>talkingaboutrecovery</c:v>
                </c:pt>
                <c:pt idx="3947">
                  <c:v>talesfromtheeastvalley</c:v>
                </c:pt>
                <c:pt idx="3948">
                  <c:v>talesfromthecryptkeeper</c:v>
                </c:pt>
                <c:pt idx="3949">
                  <c:v>talenttreesacramento</c:v>
                </c:pt>
                <c:pt idx="3950">
                  <c:v>talented_sexy_amanda</c:v>
                </c:pt>
                <c:pt idx="3951">
                  <c:v>TalentedClassyFemale</c:v>
                </c:pt>
                <c:pt idx="3952">
                  <c:v>takingthethirteenthstep</c:v>
                </c:pt>
                <c:pt idx="3953">
                  <c:v>takingbacksunday__sample</c:v>
                </c:pt>
                <c:pt idx="3954">
                  <c:v>takingbacksunday123</c:v>
                </c:pt>
                <c:pt idx="3955">
                  <c:v>takingbackhollykathrine</c:v>
                </c:pt>
                <c:pt idx="3956">
                  <c:v>takeyourpantsandjacketoff</c:v>
                </c:pt>
                <c:pt idx="3957">
                  <c:v>take_what_you_can_get</c:v>
                </c:pt>
                <c:pt idx="3958">
                  <c:v>take_this_heart_and_break</c:v>
                </c:pt>
                <c:pt idx="3959">
                  <c:v>taketheveilcaptainplanet</c:v>
                </c:pt>
                <c:pt idx="3960">
                  <c:v>take_the_picture_now</c:v>
                </c:pt>
                <c:pt idx="3961">
                  <c:v>take_the_leap_layout</c:v>
                </c:pt>
                <c:pt idx="3962">
                  <c:v>takethechanceanddance</c:v>
                </c:pt>
                <c:pt idx="3963">
                  <c:v>takethebullet4youall</c:v>
                </c:pt>
                <c:pt idx="3964">
                  <c:v>take_off_your_man_suit</c:v>
                </c:pt>
                <c:pt idx="3965">
                  <c:v>takenuntilspringbreak</c:v>
                </c:pt>
                <c:pt idx="3966">
                  <c:v>taken_the_higher_road</c:v>
                </c:pt>
                <c:pt idx="3967">
                  <c:v>takenbackanddoneagain</c:v>
                </c:pt>
                <c:pt idx="3968">
                  <c:v>takeatripwiththeelectrickoolaidacidtest</c:v>
                </c:pt>
                <c:pt idx="3969">
                  <c:v>TAKEAKNEEANDTHANKMAN</c:v>
                </c:pt>
                <c:pt idx="3970">
                  <c:v>take2liveacousticduo</c:v>
                </c:pt>
                <c:pt idx="3971">
                  <c:v>tai_the_scorpionphoenix</c:v>
                </c:pt>
                <c:pt idx="3972">
                  <c:v>TaffyBrooklynRockstar</c:v>
                </c:pt>
                <c:pt idx="3973">
                  <c:v>tacticalespionageaction</c:v>
                </c:pt>
                <c:pt idx="3974">
                  <c:v>tactic10paintball1992</c:v>
                </c:pt>
                <c:pt idx="3975">
                  <c:v>tackytheraverpenguin</c:v>
                </c:pt>
                <c:pt idx="3976">
                  <c:v>tabunightcluborlando</c:v>
                </c:pt>
                <c:pt idx="3977">
                  <c:v>table_border0_cellpad</c:v>
                </c:pt>
                <c:pt idx="3978">
                  <c:v>tabitha_aka_highlyfavored</c:v>
                </c:pt>
                <c:pt idx="3979">
                  <c:v>tabatha_leigh_martin</c:v>
                </c:pt>
                <c:pt idx="3980">
                  <c:v>systolicpressuremusic</c:v>
                </c:pt>
                <c:pt idx="3981">
                  <c:v>syracuse_superstar_25</c:v>
                </c:pt>
                <c:pt idx="3982">
                  <c:v>syracuseindustrialmusic</c:v>
                </c:pt>
                <c:pt idx="3983">
                  <c:v>syphilis_infected_monkey</c:v>
                </c:pt>
                <c:pt idx="3984">
                  <c:v>syntheticnightmaresonwax</c:v>
                </c:pt>
                <c:pt idx="3985">
                  <c:v>syntheticlittletoycat</c:v>
                </c:pt>
                <c:pt idx="3986">
                  <c:v>symphonicgothicmetal</c:v>
                </c:pt>
                <c:pt idx="3987">
                  <c:v>sympathyforvengeance</c:v>
                </c:pt>
                <c:pt idx="3988">
                  <c:v>sympathy_for_the_devil_00</c:v>
                </c:pt>
                <c:pt idx="3989">
                  <c:v>sympathyforstrawberry</c:v>
                </c:pt>
                <c:pt idx="3990">
                  <c:v>sympatheticclimatecontrol</c:v>
                </c:pt>
                <c:pt idx="3991">
                  <c:v>symmetryphysicaltherapy</c:v>
                </c:pt>
                <c:pt idx="3992">
                  <c:v>symmetricalkickboxing</c:v>
                </c:pt>
                <c:pt idx="3993">
                  <c:v>sydneyyoungbloodband</c:v>
                </c:pt>
                <c:pt idx="3994">
                  <c:v>switchstancephotography</c:v>
                </c:pt>
                <c:pt idx="3995">
                  <c:v>switchfootsoldier122889</c:v>
                </c:pt>
                <c:pt idx="3996">
                  <c:v>switchfootfanfaefife</c:v>
                </c:pt>
                <c:pt idx="3997">
                  <c:v>switchbladestephanie</c:v>
                </c:pt>
                <c:pt idx="3998">
                  <c:v>switchbladesoldiermusic</c:v>
                </c:pt>
                <c:pt idx="3999">
                  <c:v>switchblade_romance_</c:v>
                </c:pt>
                <c:pt idx="4000">
                  <c:v>swisschaletforbreakfast</c:v>
                </c:pt>
                <c:pt idx="4001">
                  <c:v>swine_sweetie_princess3</c:v>
                </c:pt>
                <c:pt idx="4002">
                  <c:v>swimsuit_model_rachel</c:v>
                </c:pt>
                <c:pt idx="4003">
                  <c:v>swimming_with_scissors</c:v>
                </c:pt>
                <c:pt idx="4004">
                  <c:v>swimming_starburst87</c:v>
                </c:pt>
                <c:pt idx="4005">
                  <c:v>swimming_blazer_coach</c:v>
                </c:pt>
                <c:pt idx="4006">
                  <c:v>swimclubentertainment</c:v>
                </c:pt>
                <c:pt idx="4007">
                  <c:v>swiggle_the_squirrel</c:v>
                </c:pt>
                <c:pt idx="4008">
                  <c:v>sweetycutieangelamor</c:v>
                </c:pt>
                <c:pt idx="4009">
                  <c:v>sweet_twisted_tragedy</c:v>
                </c:pt>
                <c:pt idx="4010">
                  <c:v>sweet_thing_from_boston</c:v>
                </c:pt>
                <c:pt idx="4011">
                  <c:v>sweetstrawberrypie23</c:v>
                </c:pt>
                <c:pt idx="4012">
                  <c:v>sweet_strawberry_pie</c:v>
                </c:pt>
                <c:pt idx="4013">
                  <c:v>sweetspecialbabygirl</c:v>
                </c:pt>
                <c:pt idx="4014">
                  <c:v>sweetsouthjerseygirl</c:v>
                </c:pt>
                <c:pt idx="4015">
                  <c:v>sweetsoutherngurl2010</c:v>
                </c:pt>
                <c:pt idx="4016">
                  <c:v>sweetsoutherngirl2205</c:v>
                </c:pt>
                <c:pt idx="4017">
                  <c:v>sweetsoutherngirl1324</c:v>
                </c:pt>
                <c:pt idx="4018">
                  <c:v>sweetsoutherndixiebelle</c:v>
                </c:pt>
                <c:pt idx="4019">
                  <c:v>sweetsoutherncountrygurl4</c:v>
                </c:pt>
                <c:pt idx="4020">
                  <c:v>sweetsouthernbelle88</c:v>
                </c:pt>
                <c:pt idx="4021">
                  <c:v>sweet_soul_sister_75</c:v>
                </c:pt>
                <c:pt idx="4022">
                  <c:v>sweetshortcountrygirl</c:v>
                </c:pt>
                <c:pt idx="4023">
                  <c:v>sweetshadowbabe80359</c:v>
                </c:pt>
                <c:pt idx="4024">
                  <c:v>sweet_sexy_stephanie</c:v>
                </c:pt>
                <c:pt idx="4025">
                  <c:v>sweetsexyshortstuff25</c:v>
                </c:pt>
                <c:pt idx="4026">
                  <c:v>sweet_sexy_sarahbear</c:v>
                </c:pt>
                <c:pt idx="4027">
                  <c:v>sweetsexyandmore200</c:v>
                </c:pt>
                <c:pt idx="4028">
                  <c:v>sweetserenitycompany</c:v>
                </c:pt>
                <c:pt idx="4029">
                  <c:v>sweetsadsmalldelicate</c:v>
                </c:pt>
                <c:pt idx="4030">
                  <c:v>sweetredneckcountrygirl</c:v>
                </c:pt>
                <c:pt idx="4031">
                  <c:v>sweet_ragdoll_serenade</c:v>
                </c:pt>
                <c:pt idx="4032">
                  <c:v>sweet_princess_forever</c:v>
                </c:pt>
                <c:pt idx="4033">
                  <c:v>sweet_princess_baby0</c:v>
                </c:pt>
                <c:pt idx="4034">
                  <c:v>sweet_precious_latina</c:v>
                </c:pt>
                <c:pt idx="4035">
                  <c:v>sweet_pinky_princess</c:v>
                </c:pt>
                <c:pt idx="4036">
                  <c:v>sweet_pea_angel_baby</c:v>
                </c:pt>
                <c:pt idx="4037">
                  <c:v>sweet_passionfelicia</c:v>
                </c:pt>
                <c:pt idx="4038">
                  <c:v>sweet_NOT_innocent420</c:v>
                </c:pt>
                <c:pt idx="4039">
                  <c:v>sweetnesslovesweetie</c:v>
                </c:pt>
                <c:pt idx="4040">
                  <c:v>sweet_michigan_angel</c:v>
                </c:pt>
                <c:pt idx="4041">
                  <c:v>sweetmelismapublishing</c:v>
                </c:pt>
                <c:pt idx="4042">
                  <c:v>sweetlovingcountrygirl</c:v>
                </c:pt>
                <c:pt idx="4043">
                  <c:v>sweetlover_4him_4ever</c:v>
                </c:pt>
                <c:pt idx="4044">
                  <c:v>sweetloveandheartbreak</c:v>
                </c:pt>
                <c:pt idx="4045">
                  <c:v>sweetlittlesisterband</c:v>
                </c:pt>
                <c:pt idx="4046">
                  <c:v>sweetlittlesister4071</c:v>
                </c:pt>
                <c:pt idx="4047">
                  <c:v>sweet_little_nightmare</c:v>
                </c:pt>
                <c:pt idx="4048">
                  <c:v>sweet_little_kinky_girl</c:v>
                </c:pt>
                <c:pt idx="4049">
                  <c:v>sweet_little_gothic_angel</c:v>
                </c:pt>
                <c:pt idx="4050">
                  <c:v>sweetlittledixiegurl</c:v>
                </c:pt>
                <c:pt idx="4051">
                  <c:v>sweetlittlecarolinagirl</c:v>
                </c:pt>
                <c:pt idx="4052">
                  <c:v>sweetlittleangelbaby</c:v>
                </c:pt>
                <c:pt idx="4053">
                  <c:v>sweetlimestrawberry1</c:v>
                </c:pt>
                <c:pt idx="4054">
                  <c:v>sweetlilsouthernbelle91</c:v>
                </c:pt>
                <c:pt idx="4055">
                  <c:v>sweet_lil_jessica_9420</c:v>
                </c:pt>
                <c:pt idx="4056">
                  <c:v>sweet_lil_germanchic</c:v>
                </c:pt>
                <c:pt idx="4057">
                  <c:v>sweet_lil_devil420200</c:v>
                </c:pt>
                <c:pt idx="4058">
                  <c:v>sweet_lil_countrygirl2004</c:v>
                </c:pt>
                <c:pt idx="4059">
                  <c:v>sweetlilcountrygal24</c:v>
                </c:pt>
                <c:pt idx="4060">
                  <c:v>sweet_like_white_sugar</c:v>
                </c:pt>
                <c:pt idx="4061">
                  <c:v>sweetlikesourskittles</c:v>
                </c:pt>
                <c:pt idx="4062">
                  <c:v>sweetlikebrownsugar1</c:v>
                </c:pt>
                <c:pt idx="4063">
                  <c:v>sweetlightningchocolatethunder</c:v>
                </c:pt>
                <c:pt idx="4064">
                  <c:v>sweetlightbrowncandyapple</c:v>
                </c:pt>
                <c:pt idx="4065">
                  <c:v>sweetleafandcarrotsalad</c:v>
                </c:pt>
                <c:pt idx="4066">
                  <c:v>sweet_kandy_girl_2001</c:v>
                </c:pt>
                <c:pt idx="4067">
                  <c:v>sweetish_skater_cody</c:v>
                </c:pt>
                <c:pt idx="4068">
                  <c:v>sweet_innocent_stephie</c:v>
                </c:pt>
                <c:pt idx="4069">
                  <c:v>sweet_innocence_forever</c:v>
                </c:pt>
                <c:pt idx="4070">
                  <c:v>sweetie_with_attitude</c:v>
                </c:pt>
                <c:pt idx="4071">
                  <c:v>sweetie_sunday_4970</c:v>
                </c:pt>
                <c:pt idx="4072">
                  <c:v>sweetieshavetheanswer</c:v>
                </c:pt>
                <c:pt idx="4073">
                  <c:v>sweetiepiepumpkinface</c:v>
                </c:pt>
                <c:pt idx="4074">
                  <c:v>sweetiepiebabydessert</c:v>
                </c:pt>
                <c:pt idx="4075">
                  <c:v>sweethomealabama2009</c:v>
                </c:pt>
                <c:pt idx="4076">
                  <c:v>sweethomealabama1973</c:v>
                </c:pt>
                <c:pt idx="4077">
                  <c:v>sweet_hispanic_girl0</c:v>
                </c:pt>
                <c:pt idx="4078">
                  <c:v>sweetheart_with_attitude</c:v>
                </c:pt>
                <c:pt idx="4079">
                  <c:v>sweetheartneedinglove</c:v>
                </c:pt>
                <c:pt idx="4080">
                  <c:v>sweetheartashleynicole</c:v>
                </c:pt>
                <c:pt idx="4081">
                  <c:v>sweetheart_aka_teddybear</c:v>
                </c:pt>
                <c:pt idx="4082">
                  <c:v>sweet_heart_4ever_08</c:v>
                </c:pt>
                <c:pt idx="4083">
                  <c:v>sweetgrouchnaughtygirl</c:v>
                </c:pt>
                <c:pt idx="4084">
                  <c:v>sweet_girl_gone_wild</c:v>
                </c:pt>
                <c:pt idx="4085">
                  <c:v>sweetgeorgiapeach200</c:v>
                </c:pt>
                <c:pt idx="4086">
                  <c:v>sweetgeorgiapeach17222</c:v>
                </c:pt>
                <c:pt idx="4087">
                  <c:v>sweetgal_shockmock11</c:v>
                </c:pt>
                <c:pt idx="4088">
                  <c:v>sweet_female_attitude</c:v>
                </c:pt>
                <c:pt idx="4089">
                  <c:v>sweet_dragonfly_crushing</c:v>
                </c:pt>
                <c:pt idx="4090">
                  <c:v>sweet_daniella_vanilla</c:v>
                </c:pt>
                <c:pt idx="4091">
                  <c:v>sweetdaddysmoothstick</c:v>
                </c:pt>
                <c:pt idx="4092">
                  <c:v>sweet_daddy_smoothlove</c:v>
                </c:pt>
                <c:pt idx="4093">
                  <c:v>sweetcreamychocolate</c:v>
                </c:pt>
                <c:pt idx="4094">
                  <c:v>sweetcrazyhornystuff9</c:v>
                </c:pt>
                <c:pt idx="4095">
                  <c:v>sweet_country_girl_225</c:v>
                </c:pt>
                <c:pt idx="4096">
                  <c:v>SweetCountryGirl1983</c:v>
                </c:pt>
                <c:pt idx="4097">
                  <c:v>sweet_country_girl_09</c:v>
                </c:pt>
                <c:pt idx="4098">
                  <c:v>sweet_country_girl08</c:v>
                </c:pt>
                <c:pt idx="4099">
                  <c:v>sweetcountrycutie200</c:v>
                </c:pt>
                <c:pt idx="4100">
                  <c:v>sweet_country_cowgirl</c:v>
                </c:pt>
                <c:pt idx="4101">
                  <c:v>sweet_chocolate_frog</c:v>
                </c:pt>
                <c:pt idx="4102">
                  <c:v>sweetchocolatecookiecake</c:v>
                </c:pt>
                <c:pt idx="4103">
                  <c:v>sweet_chocolate_cherry</c:v>
                </c:pt>
                <c:pt idx="4104">
                  <c:v>sweetchocolatecherry</c:v>
                </c:pt>
                <c:pt idx="4105">
                  <c:v>sweetchildomine352392</c:v>
                </c:pt>
                <c:pt idx="4106">
                  <c:v>sweet_cherry_pop_vintage</c:v>
                </c:pt>
                <c:pt idx="4107">
                  <c:v>sweet_celebrity_darryl</c:v>
                </c:pt>
                <c:pt idx="4108">
                  <c:v>sweetcarolinarealtorgirl</c:v>
                </c:pt>
                <c:pt idx="4109">
                  <c:v>sweet_carolina_girl_101</c:v>
                </c:pt>
                <c:pt idx="4110">
                  <c:v>sweet_carolina_brunette07</c:v>
                </c:pt>
                <c:pt idx="4111">
                  <c:v>sweet_caramel_tone_lady</c:v>
                </c:pt>
                <c:pt idx="4112">
                  <c:v>sweetcaramelsweetie08</c:v>
                </c:pt>
                <c:pt idx="4113">
                  <c:v>sweetcaramelprincess</c:v>
                </c:pt>
                <c:pt idx="4114">
                  <c:v>sweetcaramelkiss1010</c:v>
                </c:pt>
                <c:pt idx="4115">
                  <c:v>sweetbutterflycolors</c:v>
                </c:pt>
                <c:pt idx="4116">
                  <c:v>sweetbunnyfromhell_4</c:v>
                </c:pt>
                <c:pt idx="4117">
                  <c:v>sweetblueeyedblonde33</c:v>
                </c:pt>
                <c:pt idx="4118">
                  <c:v>sweet_blondy_babe3000</c:v>
                </c:pt>
                <c:pt idx="4119">
                  <c:v>sweet_beautiful_love</c:v>
                </c:pt>
                <c:pt idx="4120">
                  <c:v>sweetbannanafruitcake</c:v>
                </c:pt>
                <c:pt idx="4121">
                  <c:v>sweet_baby_gurl_4151</c:v>
                </c:pt>
                <c:pt idx="4122">
                  <c:v>sweet_babygirl_brina</c:v>
                </c:pt>
                <c:pt idx="4123">
                  <c:v>sweetbabygirl142309</c:v>
                </c:pt>
                <c:pt idx="4124">
                  <c:v>sweetaprilmolinacherry</c:v>
                </c:pt>
                <c:pt idx="4125">
                  <c:v>sweetangelwithattitude</c:v>
                </c:pt>
                <c:pt idx="4126">
                  <c:v>sweetangelgirlkristy</c:v>
                </c:pt>
                <c:pt idx="4127">
                  <c:v>sweetangelfromthesky</c:v>
                </c:pt>
                <c:pt idx="4128">
                  <c:v>sweet_angel_from_heaven</c:v>
                </c:pt>
                <c:pt idx="4129">
                  <c:v>sweetangelbabyleslie</c:v>
                </c:pt>
                <c:pt idx="4130">
                  <c:v>Sweet_and_Sexy_Alexis</c:v>
                </c:pt>
                <c:pt idx="4131">
                  <c:v>sweetandsassycharlotte</c:v>
                </c:pt>
                <c:pt idx="4132">
                  <c:v>sweetandinnocentsarah</c:v>
                </c:pt>
                <c:pt idx="4133">
                  <c:v>sweetandinnocentashley</c:v>
                </c:pt>
                <c:pt idx="4134">
                  <c:v>sweet_and_innocent99</c:v>
                </c:pt>
                <c:pt idx="4135">
                  <c:v>sweet_and_innocent_9</c:v>
                </c:pt>
                <c:pt idx="4136">
                  <c:v>sweet_and_innocent15</c:v>
                </c:pt>
                <c:pt idx="4137">
                  <c:v>sweet_and_fine_divine</c:v>
                </c:pt>
                <c:pt idx="4138">
                  <c:v>sweetandcutevictoria</c:v>
                </c:pt>
                <c:pt idx="4139">
                  <c:v>sweetandcutepersonality</c:v>
                </c:pt>
                <c:pt idx="4140">
                  <c:v>sweet_adorable_cutie</c:v>
                </c:pt>
                <c:pt idx="4141">
                  <c:v>sweet4sassy_cute4classy</c:v>
                </c:pt>
                <c:pt idx="4142">
                  <c:v>sweeptherabbitkiller</c:v>
                </c:pt>
                <c:pt idx="4143">
                  <c:v>sweatypeteandthemidgetmongoliancarwashteam</c:v>
                </c:pt>
                <c:pt idx="4144">
                  <c:v>sweatybettybluesband</c:v>
                </c:pt>
                <c:pt idx="4145">
                  <c:v>sweatbootsandbootyshorts</c:v>
                </c:pt>
                <c:pt idx="4146">
                  <c:v>swashbucklermooseknuckler</c:v>
                </c:pt>
                <c:pt idx="4147">
                  <c:v>swampthingproduction</c:v>
                </c:pt>
                <c:pt idx="4148">
                  <c:v>swallowtheknifemusic</c:v>
                </c:pt>
                <c:pt idx="4149">
                  <c:v>suzy_serialkiller</c:v>
                </c:pt>
                <c:pt idx="4150">
                  <c:v>suzyleecandycanechild</c:v>
                </c:pt>
                <c:pt idx="4151">
                  <c:v>suzanna_rosanna_danna</c:v>
                </c:pt>
                <c:pt idx="4152">
                  <c:v>suzannagriffithmusic</c:v>
                </c:pt>
                <c:pt idx="4153">
                  <c:v>suspiciouspackagemusic</c:v>
                </c:pt>
                <c:pt idx="4154">
                  <c:v>suspendyourdisbelief7</c:v>
                </c:pt>
                <c:pt idx="4155">
                  <c:v>susanhottieforever</c:v>
                </c:pt>
                <c:pt idx="4156">
                  <c:v>susancampbellphotography</c:v>
                </c:pt>
                <c:pt idx="4157">
                  <c:v>survivoreliminationgame</c:v>
                </c:pt>
                <c:pt idx="4158">
                  <c:v>surrender-your-booty</c:v>
                </c:pt>
                <c:pt idx="4159">
                  <c:v>surfuntilyoudrop81705</c:v>
                </c:pt>
                <c:pt idx="4160">
                  <c:v>surf_till_the_wipeout</c:v>
                </c:pt>
                <c:pt idx="4161">
                  <c:v>surf_snowboarder24710</c:v>
                </c:pt>
                <c:pt idx="4162">
                  <c:v>surfer_with_attitude</c:v>
                </c:pt>
                <c:pt idx="4163">
                  <c:v>surfer_style_chick101</c:v>
                </c:pt>
                <c:pt idx="4164">
                  <c:v>surfersoccerstudaustin</c:v>
                </c:pt>
                <c:pt idx="4165">
                  <c:v>surferskaterrockerdude</c:v>
                </c:pt>
                <c:pt idx="4166">
                  <c:v>surfer_skater_partyboy</c:v>
                </c:pt>
                <c:pt idx="4167">
                  <c:v>surferprincesstiffany</c:v>
                </c:pt>
                <c:pt idx="4168">
                  <c:v>surfer_lover_waterpolo</c:v>
                </c:pt>
                <c:pt idx="4169">
                  <c:v>surferchickforlifebitch</c:v>
                </c:pt>
                <c:pt idx="4170">
                  <c:v>surfer_boy_chad_westerly</c:v>
                </c:pt>
                <c:pt idx="4171">
                  <c:v>sur13_rider_4life_13</c:v>
                </c:pt>
                <c:pt idx="4172">
                  <c:v>supremeoverlorduncle</c:v>
                </c:pt>
                <c:pt idx="4173">
                  <c:v>supreme_lord_hamilton</c:v>
                </c:pt>
                <c:pt idx="4174">
                  <c:v>supreme_empress_cricket</c:v>
                </c:pt>
                <c:pt idx="4175">
                  <c:v>supreme_crossdresser</c:v>
                </c:pt>
                <c:pt idx="4176">
                  <c:v>supremeclienteleprod</c:v>
                </c:pt>
                <c:pt idx="4177">
                  <c:v>supremebuttermilkwaffle</c:v>
                </c:pt>
                <c:pt idx="4178">
                  <c:v>supremebeingmikefresh</c:v>
                </c:pt>
                <c:pt idx="4179">
                  <c:v>supportyourlocalflattrack</c:v>
                </c:pt>
                <c:pt idx="4180">
                  <c:v>supportyourlocalchickband</c:v>
                </c:pt>
                <c:pt idx="4181">
                  <c:v>supportwhitesupremacy</c:v>
                </c:pt>
                <c:pt idx="4182">
                  <c:v>supportthroughfashion</c:v>
                </c:pt>
                <c:pt idx="4183">
                  <c:v>supportthelocalmusicscene</c:v>
                </c:pt>
                <c:pt idx="4184">
                  <c:v>supportindependentthought</c:v>
                </c:pt>
                <c:pt idx="4185">
                  <c:v>supportanimalcruelty</c:v>
                </c:pt>
                <c:pt idx="4186">
                  <c:v>SuperZeroloveyou7935</c:v>
                </c:pt>
                <c:pt idx="4187">
                  <c:v>_super_weird_person_</c:v>
                </c:pt>
                <c:pt idx="4188">
                  <c:v>superultimatefulltimechill</c:v>
                </c:pt>
                <c:pt idx="4189">
                  <c:v>superturkeyturbopuncher3</c:v>
                </c:pt>
                <c:pt idx="4190">
                  <c:v>supersweetgeorgiapeach</c:v>
                </c:pt>
                <c:pt idx="4191">
                  <c:v>supersurroundsoundbarrier</c:v>
                </c:pt>
                <c:pt idx="4192">
                  <c:v>superstringtheorymusic</c:v>
                </c:pt>
                <c:pt idx="4193">
                  <c:v>superstrawberryshortcake</c:v>
                </c:pt>
                <c:pt idx="4194">
                  <c:v>superstarentertainment</c:v>
                </c:pt>
                <c:pt idx="4195">
                  <c:v>supersportsspectacular</c:v>
                </c:pt>
                <c:pt idx="4196">
                  <c:v>superspecialsecretspace</c:v>
                </c:pt>
                <c:pt idx="4197">
                  <c:v>superspecialindividual</c:v>
                </c:pt>
                <c:pt idx="4198">
                  <c:v>supersonichighspeedracer</c:v>
                </c:pt>
                <c:pt idx="4199">
                  <c:v>supersmashbrotherbrawl</c:v>
                </c:pt>
                <c:pt idx="4200">
                  <c:v>superskunkweedfarmer</c:v>
                </c:pt>
                <c:pt idx="4201">
                  <c:v>supershakelilwaynesong</c:v>
                </c:pt>
                <c:pt idx="4202">
                  <c:v>super_sexy_girl12345</c:v>
                </c:pt>
                <c:pt idx="4203">
                  <c:v>supersecretdeltamusicmike</c:v>
                </c:pt>
                <c:pt idx="4204">
                  <c:v>superseasonsnowbunny</c:v>
                </c:pt>
                <c:pt idx="4205">
                  <c:v>SuperSarahbecauseshecan</c:v>
                </c:pt>
                <c:pt idx="4206">
                  <c:v>supersapperarmysoldier</c:v>
                </c:pt>
                <c:pt idx="4207">
                  <c:v>superphotographymeghan</c:v>
                </c:pt>
                <c:pt idx="4208">
                  <c:v>super_penguin_person</c:v>
                </c:pt>
                <c:pt idx="4209">
                  <c:v>superparolrealcrazy15</c:v>
                </c:pt>
                <c:pt idx="4210">
                  <c:v>supernaturalsoundtrack</c:v>
                </c:pt>
                <c:pt idx="4211">
                  <c:v>_supernaturalhunters_</c:v>
                </c:pt>
                <c:pt idx="4212">
                  <c:v>supernaturaldisastermanipulation</c:v>
                </c:pt>
                <c:pt idx="4213">
                  <c:v>supermonkeypoopfight</c:v>
                </c:pt>
                <c:pt idx="4214">
                  <c:v>supermodelbeautyqueen</c:v>
                </c:pt>
                <c:pt idx="4215">
                  <c:v>superman_kingdom_come</c:v>
                </c:pt>
                <c:pt idx="4216">
                  <c:v>supermandingowarrior</c:v>
                </c:pt>
                <c:pt idx="4217">
                  <c:v>superman_comes_out_today</c:v>
                </c:pt>
                <c:pt idx="4218">
                  <c:v>supermancantsaveyounow</c:v>
                </c:pt>
                <c:pt idx="4219">
                  <c:v>superman_baby_you_know</c:v>
                </c:pt>
                <c:pt idx="4220">
                  <c:v>superman_aka_clarkkent</c:v>
                </c:pt>
                <c:pt idx="4221">
                  <c:v>superlover_undercover</c:v>
                </c:pt>
                <c:pt idx="4222">
                  <c:v>superllamaandakittytoo</c:v>
                </c:pt>
                <c:pt idx="4223">
                  <c:v>superiortitleinsurance</c:v>
                </c:pt>
                <c:pt idx="4224">
                  <c:v>superhero_for_your_soul</c:v>
                </c:pt>
                <c:pt idx="4225">
                  <c:v>superheroballerina4life</c:v>
                </c:pt>
                <c:pt idx="4226">
                  <c:v>superhappypositivepeople</c:v>
                </c:pt>
                <c:pt idx="4227">
                  <c:v>superhappymonkeyslap</c:v>
                </c:pt>
                <c:pt idx="4228">
                  <c:v>super__happy__fun__time</c:v>
                </c:pt>
                <c:pt idx="4229">
                  <c:v>superhairymuffmonkey</c:v>
                </c:pt>
                <c:pt idx="4230">
                  <c:v>super_gorgeous_heiress</c:v>
                </c:pt>
                <c:pt idx="4231">
                  <c:v>supergirl_2_the_rescue</c:v>
                </c:pt>
                <c:pt idx="4232">
                  <c:v>super_gay_crab_dream</c:v>
                </c:pt>
                <c:pt idx="4233">
                  <c:v>superfurryanimalphil</c:v>
                </c:pt>
                <c:pt idx="4234">
                  <c:v>superfreakinglindsey</c:v>
                </c:pt>
                <c:pt idx="4235">
                  <c:v>superfreakingawesome</c:v>
                </c:pt>
                <c:pt idx="4236">
                  <c:v>superflyladydanielle</c:v>
                </c:pt>
                <c:pt idx="4237">
                  <c:v>superflyingtacklepounce</c:v>
                </c:pt>
                <c:pt idx="4238">
                  <c:v>super_fly_beauty_queen19</c:v>
                </c:pt>
                <c:pt idx="4239">
                  <c:v>superfantasticbowiestuff</c:v>
                </c:pt>
                <c:pt idx="4240">
                  <c:v>superfalloutboytaylor333</c:v>
                </c:pt>
                <c:pt idx="4241">
                  <c:v>superduperstraightguy</c:v>
                </c:pt>
                <c:pt idx="4242">
                  <c:v>super_duper_kathleen</c:v>
                </c:pt>
                <c:pt idx="4243">
                  <c:v>superdupergirl12345</c:v>
                </c:pt>
                <c:pt idx="4244">
                  <c:v>superduperawesomefun</c:v>
                </c:pt>
                <c:pt idx="4245">
                  <c:v>super_double_ultra_ace</c:v>
                </c:pt>
                <c:pt idx="4246">
                  <c:v>superdeathmidgetkiller</c:v>
                </c:pt>
                <c:pt idx="4247">
                  <c:v>supercrosscountryman</c:v>
                </c:pt>
                <c:pt idx="4248">
                  <c:v>super_crazy_rat_girl</c:v>
                </c:pt>
                <c:pt idx="4249">
                  <c:v>super_cool_wacky_dude</c:v>
                </c:pt>
                <c:pt idx="4250">
                  <c:v>supercoolsexybastard</c:v>
                </c:pt>
                <c:pt idx="4251">
                  <c:v>supercoolpartypeople</c:v>
                </c:pt>
                <c:pt idx="4252">
                  <c:v>super_cool_dude_man_guy</c:v>
                </c:pt>
                <c:pt idx="4253">
                  <c:v>super_chic_cello_chick</c:v>
                </c:pt>
                <c:pt idx="4254">
                  <c:v>superbathroomcleaner</c:v>
                </c:pt>
                <c:pt idx="4255">
                  <c:v>superawesomerandomness</c:v>
                </c:pt>
                <c:pt idx="4256">
                  <c:v>super-anna-sava201001</c:v>
                </c:pt>
                <c:pt idx="4257">
                  <c:v>super_affiliate_marketing</c:v>
                </c:pt>
                <c:pt idx="4258">
                  <c:v>super_adventure_club</c:v>
                </c:pt>
                <c:pt idx="4259">
                  <c:v>super_across_the_way</c:v>
                </c:pt>
                <c:pt idx="4260">
                  <c:v>super5streetfighter7</c:v>
                </c:pt>
                <c:pt idx="4261">
                  <c:v>supaflymackdaddyboss</c:v>
                </c:pt>
                <c:pt idx="4262">
                  <c:v>supadudereadyfortalking</c:v>
                </c:pt>
                <c:pt idx="4263">
                  <c:v>sunspray_honeysuckle</c:v>
                </c:pt>
                <c:pt idx="4264">
                  <c:v>sunshinestarsandhappiness</c:v>
                </c:pt>
                <c:pt idx="4265">
                  <c:v>sunshineroger_rabbit</c:v>
                </c:pt>
                <c:pt idx="4266">
                  <c:v>sunshineprettyyellow</c:v>
                </c:pt>
                <c:pt idx="4267">
                  <c:v>sunshineprayerwarrior</c:v>
                </c:pt>
                <c:pt idx="4268">
                  <c:v>sunshinepistolshapedstate</c:v>
                </c:pt>
                <c:pt idx="4269">
                  <c:v>sunshineoliviabackup</c:v>
                </c:pt>
                <c:pt idx="4270">
                  <c:v>sunshineloveswishbear</c:v>
                </c:pt>
                <c:pt idx="4271">
                  <c:v>sunshineloveandspite</c:v>
                </c:pt>
                <c:pt idx="4272">
                  <c:v>sunshine_hottie_4life</c:v>
                </c:pt>
                <c:pt idx="4273">
                  <c:v>sunshinehappykilldeath</c:v>
                </c:pt>
                <c:pt idx="4274">
                  <c:v>sunshine_ghettochick</c:v>
                </c:pt>
                <c:pt idx="4275">
                  <c:v>sunshineflower_daydream</c:v>
                </c:pt>
                <c:pt idx="4276">
                  <c:v>sunshine_flavor_skittles</c:v>
                </c:pt>
                <c:pt idx="4277">
                  <c:v>sunshine_film_company</c:v>
                </c:pt>
                <c:pt idx="4278">
                  <c:v>sunshine_fairy_4_ever</c:v>
                </c:pt>
                <c:pt idx="4279">
                  <c:v>sunshine_desert_rose</c:v>
                </c:pt>
                <c:pt idx="4280">
                  <c:v>sunshinedaydreamlover</c:v>
                </c:pt>
                <c:pt idx="4281">
                  <c:v>sunshine_blue_chicago</c:v>
                </c:pt>
                <c:pt idx="4282">
                  <c:v>sunshineandsummertime</c:v>
                </c:pt>
                <c:pt idx="4283">
                  <c:v>sunshine_and_moondust</c:v>
                </c:pt>
                <c:pt idx="4284">
                  <c:v>sunshineandcoconutmilk</c:v>
                </c:pt>
                <c:pt idx="4285">
                  <c:v>sunshine_and_chocolate</c:v>
                </c:pt>
                <c:pt idx="4286">
                  <c:v>sunshine_and_blossom</c:v>
                </c:pt>
                <c:pt idx="4287">
                  <c:v>sunshine4meinparadise</c:v>
                </c:pt>
                <c:pt idx="4288">
                  <c:v>sunsetsinparadiselayout</c:v>
                </c:pt>
                <c:pt idx="4289">
                  <c:v>sunsetrecordingstudio</c:v>
                </c:pt>
                <c:pt idx="4290">
                  <c:v>sunsetprofile_photography</c:v>
                </c:pt>
                <c:pt idx="4291">
                  <c:v>sunseteatsoliloquist</c:v>
                </c:pt>
                <c:pt idx="4292">
                  <c:v>sunset_beauty_for_you</c:v>
                </c:pt>
                <c:pt idx="4293">
                  <c:v>sunsetbeachsilogram4</c:v>
                </c:pt>
                <c:pt idx="4294">
                  <c:v>sunnyvaletrailerpark</c:v>
                </c:pt>
                <c:pt idx="4295">
                  <c:v>sunnytropicaldreaming</c:v>
                </c:pt>
                <c:pt idx="4296">
                  <c:v>sunny_tropical_breeze</c:v>
                </c:pt>
                <c:pt idx="4297">
                  <c:v>sunnythedallascowboy</c:v>
                </c:pt>
                <c:pt idx="4298">
                  <c:v>sunnysidealistpatient</c:v>
                </c:pt>
                <c:pt idx="4299">
                  <c:v>sunnyforeverfollowinghim</c:v>
                </c:pt>
                <c:pt idx="4300">
                  <c:v>sunny_blackwidow_dreamer</c:v>
                </c:pt>
                <c:pt idx="4301">
                  <c:v>sunhoney_spraysuckle</c:v>
                </c:pt>
                <c:pt idx="4302">
                  <c:v>sunflowersmilesonline</c:v>
                </c:pt>
                <c:pt idx="4303">
                  <c:v>sunflower_head_raptor</c:v>
                </c:pt>
                <c:pt idx="4304">
                  <c:v>sunflowerandsapphire</c:v>
                </c:pt>
                <c:pt idx="4305">
                  <c:v>sundaysanasquashbanana</c:v>
                </c:pt>
                <c:pt idx="4306">
                  <c:v>sundaymorningsyndrome</c:v>
                </c:pt>
                <c:pt idx="4307">
                  <c:v>sunday_morning_sidewalk</c:v>
                </c:pt>
                <c:pt idx="4308">
                  <c:v>sundaymorningministry</c:v>
                </c:pt>
                <c:pt idx="4309">
                  <c:v>sundance4allthepeople</c:v>
                </c:pt>
                <c:pt idx="4310">
                  <c:v>sumweredeadinhollywood</c:v>
                </c:pt>
                <c:pt idx="4311">
                  <c:v>sumthin_about_the_number1</c:v>
                </c:pt>
                <c:pt idx="4312">
                  <c:v>summer_time_sunshine</c:v>
                </c:pt>
                <c:pt idx="4313">
                  <c:v>summer_sprung_winter</c:v>
                </c:pt>
                <c:pt idx="4314">
                  <c:v>summersausagespectacular</c:v>
                </c:pt>
                <c:pt idx="4315">
                  <c:v>summernicoleslaughter2</c:v>
                </c:pt>
                <c:pt idx="4316">
                  <c:v>summermeltdownfestival</c:v>
                </c:pt>
                <c:pt idx="4317">
                  <c:v>summerhouse_layoutpreview</c:v>
                </c:pt>
                <c:pt idx="4318">
                  <c:v>summergirl_rockyourworld</c:v>
                </c:pt>
                <c:pt idx="4319">
                  <c:v>summerbridgepittsburgh</c:v>
                </c:pt>
                <c:pt idx="4320">
                  <c:v>summerbreeze11radarlove</c:v>
                </c:pt>
                <c:pt idx="4321">
                  <c:v>summer_blue_butterfly_22</c:v>
                </c:pt>
                <c:pt idx="4322">
                  <c:v>summer_billiejoebabygirl</c:v>
                </c:pt>
                <c:pt idx="4323">
                  <c:v>summerbabealyssa10192</c:v>
                </c:pt>
                <c:pt idx="4324">
                  <c:v>summer_and_kelsi_are_hot</c:v>
                </c:pt>
                <c:pt idx="4325">
                  <c:v>sumbitchpilemonkeynut</c:v>
                </c:pt>
                <c:pt idx="4326">
                  <c:v>sum2realsexyandsmart</c:v>
                </c:pt>
                <c:pt idx="4327">
                  <c:v>suitelifeoverlaypreview</c:v>
                </c:pt>
                <c:pt idx="4328">
                  <c:v>suicidetwistfestival</c:v>
                </c:pt>
                <c:pt idx="4329">
                  <c:v>suicidesymphonyserenade</c:v>
                </c:pt>
                <c:pt idx="4330">
                  <c:v>suicide_squad_attack</c:v>
                </c:pt>
                <c:pt idx="4331">
                  <c:v>suicidenotesandcutting</c:v>
                </c:pt>
                <c:pt idx="4332">
                  <c:v>suicide_forever_frank</c:v>
                </c:pt>
                <c:pt idx="4333">
                  <c:v>suicide_death_tragedy</c:v>
                </c:pt>
                <c:pt idx="4334">
                  <c:v>suicidebecomesskinny</c:v>
                </c:pt>
                <c:pt idx="4335">
                  <c:v>suicide_angel_4_ever</c:v>
                </c:pt>
                <c:pt idx="4336">
                  <c:v>suicidal_teddybear13</c:v>
                </c:pt>
                <c:pt idx="4337">
                  <c:v>suicidalpurplesheepband</c:v>
                </c:pt>
                <c:pt idx="4338">
                  <c:v>suicidaldarknessband</c:v>
                </c:pt>
                <c:pt idx="4339">
                  <c:v>sugar_wur_going_down</c:v>
                </c:pt>
                <c:pt idx="4340">
                  <c:v>sugar_were_going_down0</c:v>
                </c:pt>
                <c:pt idx="4341">
                  <c:v>sugarspicenaughtynice</c:v>
                </c:pt>
                <c:pt idx="4342">
                  <c:v>sugar_spice_and_nice</c:v>
                </c:pt>
                <c:pt idx="4343">
                  <c:v>sugarpiehoneybunch77</c:v>
                </c:pt>
                <c:pt idx="4344">
                  <c:v>sugarpiehoneybunch209</c:v>
                </c:pt>
                <c:pt idx="4345">
                  <c:v>sugar_pie_honey_bun1</c:v>
                </c:pt>
                <c:pt idx="4346">
                  <c:v>sugar_lollipop_cherryblue</c:v>
                </c:pt>
                <c:pt idx="4347">
                  <c:v>sugarhillunderground</c:v>
                </c:pt>
                <c:pt idx="4348">
                  <c:v>sugarhighkittenlayout</c:v>
                </c:pt>
                <c:pt idx="4349">
                  <c:v>sugar_coated_poison_apple</c:v>
                </c:pt>
                <c:pt idx="4350">
                  <c:v>sugarbunnyandlovedove</c:v>
                </c:pt>
                <c:pt idx="4351">
                  <c:v>sugaranspiceverythingnice</c:v>
                </c:pt>
                <c:pt idx="4352">
                  <c:v>suffragettesoundmachine</c:v>
                </c:pt>
                <c:pt idx="4353">
                  <c:v>suffocatingsightrock</c:v>
                </c:pt>
                <c:pt idx="4354">
                  <c:v>sufferingtheaftermath091</c:v>
                </c:pt>
                <c:pt idx="4355">
                  <c:v>sufferingfromboredom</c:v>
                </c:pt>
                <c:pt idx="4356">
                  <c:v>sufferingforsurvival</c:v>
                </c:pt>
                <c:pt idx="4357">
                  <c:v>suddenrushfanclub143</c:v>
                </c:pt>
                <c:pt idx="4358">
                  <c:v>suddenlybeautifulmusic</c:v>
                </c:pt>
                <c:pt idx="4359">
                  <c:v>suddendeathfromabove</c:v>
                </c:pt>
                <c:pt idx="4360">
                  <c:v>suckdick_21time4free</c:v>
                </c:pt>
                <c:pt idx="4361">
                  <c:v>suchreallyawfulpoetry</c:v>
                </c:pt>
                <c:pt idx="4362">
                  <c:v>successfulfailurerock</c:v>
                </c:pt>
                <c:pt idx="4363">
                  <c:v>subzonerecordingstudio</c:v>
                </c:pt>
                <c:pt idx="4364">
                  <c:v>subzeroprojectvulcan</c:v>
                </c:pt>
                <c:pt idx="4365">
                  <c:v>subway_eat_fresh_101</c:v>
                </c:pt>
                <c:pt idx="4366">
                  <c:v>suburbanhousehusband</c:v>
                </c:pt>
                <c:pt idx="4367">
                  <c:v>suburbanestatebluesband</c:v>
                </c:pt>
                <c:pt idx="4368">
                  <c:v>suburbanacidsaturation</c:v>
                </c:pt>
                <c:pt idx="4369">
                  <c:v>subundergroundnorcal</c:v>
                </c:pt>
                <c:pt idx="4370">
                  <c:v>subterraneanhomesickgirl</c:v>
                </c:pt>
                <c:pt idx="4371">
                  <c:v>submissivelilpandabear</c:v>
                </c:pt>
                <c:pt idx="4372">
                  <c:v>submission_under_torture</c:v>
                </c:pt>
                <c:pt idx="4373">
                  <c:v>subliminalsocietybassist</c:v>
                </c:pt>
                <c:pt idx="4374">
                  <c:v>subliminalsearchengine</c:v>
                </c:pt>
                <c:pt idx="4375">
                  <c:v>sublimeeyeentertainment</c:v>
                </c:pt>
                <c:pt idx="4376">
                  <c:v>subconsciousrageband</c:v>
                </c:pt>
                <c:pt idx="4377">
                  <c:v>stylishsouthernbelle</c:v>
                </c:pt>
                <c:pt idx="4378">
                  <c:v>stylesandbreezesonic</c:v>
                </c:pt>
                <c:pt idx="4379">
                  <c:v>stylesandbreezeofficial</c:v>
                </c:pt>
                <c:pt idx="4380">
                  <c:v>styleoversubstancemusic</c:v>
                </c:pt>
                <c:pt idx="4381">
                  <c:v>stupid_white_cracker</c:v>
                </c:pt>
                <c:pt idx="4382">
                  <c:v>stupidtwoeyedhamster</c:v>
                </c:pt>
                <c:pt idx="4383">
                  <c:v>stupidretardedmonkey</c:v>
                </c:pt>
                <c:pt idx="4384">
                  <c:v>stupidpeoplearebreeding</c:v>
                </c:pt>
                <c:pt idx="4385">
                  <c:v>stupidfuckingbeanerspik</c:v>
                </c:pt>
                <c:pt idx="4386">
                  <c:v>stupidfacedannoyingbast</c:v>
                </c:pt>
                <c:pt idx="4387">
                  <c:v>stupidcocksuckingwhiteguy</c:v>
                </c:pt>
                <c:pt idx="4388">
                  <c:v>stupidblondesarebetter</c:v>
                </c:pt>
                <c:pt idx="4389">
                  <c:v>stupid_beyond_belief</c:v>
                </c:pt>
                <c:pt idx="4390">
                  <c:v>stupid_and_contagious09</c:v>
                </c:pt>
                <c:pt idx="4391">
                  <c:v>stuntvilleentertainment</c:v>
                </c:pt>
                <c:pt idx="4392">
                  <c:v>stunnerwearingsuperstar</c:v>
                </c:pt>
                <c:pt idx="4393">
                  <c:v>stumblingthroughecstasy</c:v>
                </c:pt>
                <c:pt idx="4394">
                  <c:v>stuffnobodycaresabout</c:v>
                </c:pt>
                <c:pt idx="4395">
                  <c:v>stuffedclownfromhell</c:v>
                </c:pt>
                <c:pt idx="4396">
                  <c:v>stuffedanimalstarship</c:v>
                </c:pt>
                <c:pt idx="4397">
                  <c:v>studioprimephotography</c:v>
                </c:pt>
                <c:pt idx="4398">
                  <c:v>studentworkspainting</c:v>
                </c:pt>
                <c:pt idx="4399">
                  <c:v>studentventurecarrollton</c:v>
                </c:pt>
                <c:pt idx="4400">
                  <c:v>studentsocialistcoalition</c:v>
                </c:pt>
                <c:pt idx="4401">
                  <c:v>studentbodyuniversity</c:v>
                </c:pt>
                <c:pt idx="4402">
                  <c:v>studentbluestravel4less</c:v>
                </c:pt>
                <c:pt idx="4403">
                  <c:v>stuckwiththisnameforever</c:v>
                </c:pt>
                <c:pt idx="4404">
                  <c:v>stuck_with_this_name</c:v>
                </c:pt>
                <c:pt idx="4405">
                  <c:v>stuckmusiclikequicksand</c:v>
                </c:pt>
                <c:pt idx="4406">
                  <c:v>stuartthespringerspaniel</c:v>
                </c:pt>
                <c:pt idx="4407">
                  <c:v>stuart_penis_dick_jackson</c:v>
                </c:pt>
                <c:pt idx="4408">
                  <c:v>stuart_gilligan_griffin</c:v>
                </c:pt>
                <c:pt idx="4409">
                  <c:v>strychninestonerrock</c:v>
                </c:pt>
                <c:pt idx="4410">
                  <c:v>strugglingtobeindependent</c:v>
                </c:pt>
                <c:pt idx="4411">
                  <c:v>strong_wrestler_girl</c:v>
                </c:pt>
                <c:pt idx="4412">
                  <c:v>strongphenomenalwoman</c:v>
                </c:pt>
                <c:pt idx="4413">
                  <c:v>strong_heart_formula</c:v>
                </c:pt>
                <c:pt idx="4414">
                  <c:v>strong_but_sensitive</c:v>
                </c:pt>
                <c:pt idx="4415">
                  <c:v>strongbutheartbroken08</c:v>
                </c:pt>
                <c:pt idx="4416">
                  <c:v>strivingforgreatness</c:v>
                </c:pt>
                <c:pt idx="4417">
                  <c:v>strivingforcerridwen</c:v>
                </c:pt>
                <c:pt idx="4418">
                  <c:v>strippokerallnightlong</c:v>
                </c:pt>
                <c:pt idx="4419">
                  <c:v>strippedconcertseries</c:v>
                </c:pt>
                <c:pt idx="4420">
                  <c:v>stringtheguitarslowly</c:v>
                </c:pt>
                <c:pt idx="4421">
                  <c:v>strikergibsonexplorer</c:v>
                </c:pt>
                <c:pt idx="4422">
                  <c:v>strictnonnuditypolicy</c:v>
                </c:pt>
                <c:pt idx="4423">
                  <c:v>strictlyjazzentertainment</c:v>
                </c:pt>
                <c:pt idx="4424">
                  <c:v>strictlychilternlover</c:v>
                </c:pt>
                <c:pt idx="4425">
                  <c:v>strictly4thaladies88</c:v>
                </c:pt>
                <c:pt idx="4426">
                  <c:v>stricklandperformance</c:v>
                </c:pt>
                <c:pt idx="4427">
                  <c:v>stretchyourrubberband</c:v>
                </c:pt>
                <c:pt idx="4428">
                  <c:v>stress_insanity_chaos_fun</c:v>
                </c:pt>
                <c:pt idx="4429">
                  <c:v>strengththroughbrutality</c:v>
                </c:pt>
                <c:pt idx="4430">
                  <c:v>street_warrior_leader</c:v>
                </c:pt>
                <c:pt idx="4431">
                  <c:v>streetstrappedracing</c:v>
                </c:pt>
                <c:pt idx="4432">
                  <c:v>streetsquadentertainment0</c:v>
                </c:pt>
                <c:pt idx="4433">
                  <c:v>streetmusicentertainment</c:v>
                </c:pt>
                <c:pt idx="4434">
                  <c:v>streetmixentertainment</c:v>
                </c:pt>
                <c:pt idx="4435">
                  <c:v>streetlightmanifesto123</c:v>
                </c:pt>
                <c:pt idx="4436">
                  <c:v>streetlightmanifesto</c:v>
                </c:pt>
                <c:pt idx="4437">
                  <c:v>streetlightcurfewmusic</c:v>
                </c:pt>
                <c:pt idx="4438">
                  <c:v>streetlevel_management</c:v>
                </c:pt>
                <c:pt idx="4439">
                  <c:v>streetknowledgemedia</c:v>
                </c:pt>
                <c:pt idx="4440">
                  <c:v>streetjusticehelicopter</c:v>
                </c:pt>
                <c:pt idx="4441">
                  <c:v>streetgangdancefight</c:v>
                </c:pt>
                <c:pt idx="4442">
                  <c:v>streetempireentertainment</c:v>
                </c:pt>
                <c:pt idx="4443">
                  <c:v>streetdreamsent4life</c:v>
                </c:pt>
                <c:pt idx="4444">
                  <c:v>streetdancer_funkymonkey3</c:v>
                </c:pt>
                <c:pt idx="4445">
                  <c:v>streetcornerrecording</c:v>
                </c:pt>
                <c:pt idx="4446">
                  <c:v>streetcornerjunction</c:v>
                </c:pt>
                <c:pt idx="4447">
                  <c:v>streetchoirmanagement</c:v>
                </c:pt>
                <c:pt idx="4448">
                  <c:v>straythoodissmokedout</c:v>
                </c:pt>
                <c:pt idx="4449">
                  <c:v>stray_jacket_feeling</c:v>
                </c:pt>
                <c:pt idx="4450">
                  <c:v>strawburry_shortcake</c:v>
                </c:pt>
                <c:pt idx="4451">
                  <c:v>strawberry_water_addict</c:v>
                </c:pt>
                <c:pt idx="4452">
                  <c:v>strawberrysophisticake</c:v>
                </c:pt>
                <c:pt idx="4453">
                  <c:v>strawberryshort_stephie</c:v>
                </c:pt>
                <c:pt idx="4454">
                  <c:v>strawberryshortstack1234</c:v>
                </c:pt>
                <c:pt idx="4455">
                  <c:v>strawberryshortkate1</c:v>
                </c:pt>
                <c:pt idx="4456">
                  <c:v>strawberryshortcakeland</c:v>
                </c:pt>
                <c:pt idx="4457">
                  <c:v>strawberryshortcake_kayla</c:v>
                </c:pt>
                <c:pt idx="4458">
                  <c:v>strawberry_shortcake_gene</c:v>
                </c:pt>
                <c:pt idx="4459">
                  <c:v>strawberryshortcakedance</c:v>
                </c:pt>
                <c:pt idx="4460">
                  <c:v>strawberry_short_cake88</c:v>
                </c:pt>
                <c:pt idx="4461">
                  <c:v>strawberryshort_cake_1</c:v>
                </c:pt>
                <c:pt idx="4462">
                  <c:v>strawberrysherbert99</c:v>
                </c:pt>
                <c:pt idx="4463">
                  <c:v>strawberrysandcream74</c:v>
                </c:pt>
                <c:pt idx="4464">
                  <c:v>strawberrysandchocolate1</c:v>
                </c:pt>
                <c:pt idx="4465">
                  <c:v>strawberry_princessgirl</c:v>
                </c:pt>
                <c:pt idx="4466">
                  <c:v>strawberrypoochpopper</c:v>
                </c:pt>
                <c:pt idx="4467">
                  <c:v>strawberryplusbanana</c:v>
                </c:pt>
                <c:pt idx="4468">
                  <c:v>strawberrymusictwist</c:v>
                </c:pt>
                <c:pt idx="4469">
                  <c:v>strawberrymaryforever</c:v>
                </c:pt>
                <c:pt idx="4470">
                  <c:v>strawberrylollypop101</c:v>
                </c:pt>
                <c:pt idx="4471">
                  <c:v>strawberrykiwibanana</c:v>
                </c:pt>
                <c:pt idx="4472">
                  <c:v>strawberry_icecream88</c:v>
                </c:pt>
                <c:pt idx="4473">
                  <c:v>strawberryicecream25</c:v>
                </c:pt>
                <c:pt idx="4474">
                  <c:v>strawberryhotchocolate</c:v>
                </c:pt>
                <c:pt idx="4475">
                  <c:v>strawberrygirlamanda</c:v>
                </c:pt>
                <c:pt idx="4476">
                  <c:v>strawberryflavoredchapstick</c:v>
                </c:pt>
                <c:pt idx="4477">
                  <c:v>strawberrydelightprincess</c:v>
                </c:pt>
                <c:pt idx="4478">
                  <c:v>strawberrycrestcheer</c:v>
                </c:pt>
                <c:pt idx="4479">
                  <c:v>strawberrycheesecakeloo</c:v>
                </c:pt>
                <c:pt idx="4480">
                  <c:v>strawberryblondemegan</c:v>
                </c:pt>
                <c:pt idx="4481">
                  <c:v>strawberrybeckytoosexy</c:v>
                </c:pt>
                <c:pt idx="4482">
                  <c:v>strawberryandcoconut</c:v>
                </c:pt>
                <c:pt idx="4483">
                  <c:v>strawberry_aka_priscilla</c:v>
                </c:pt>
                <c:pt idx="4484">
                  <c:v>strawberrieshortcake43</c:v>
                </c:pt>
                <c:pt idx="4485">
                  <c:v>strawberriesandcreambaby</c:v>
                </c:pt>
                <c:pt idx="4486">
                  <c:v>strawberriesandcream87</c:v>
                </c:pt>
                <c:pt idx="4487">
                  <c:v>strawberriesandcream420</c:v>
                </c:pt>
                <c:pt idx="4488">
                  <c:v>strawberriesandchampagne</c:v>
                </c:pt>
                <c:pt idx="4489">
                  <c:v>strawberrie_lemonade</c:v>
                </c:pt>
                <c:pt idx="4490">
                  <c:v>strawbarry_vanilla_cream</c:v>
                </c:pt>
                <c:pt idx="4491">
                  <c:v>Strawbarryshortcakepie</c:v>
                </c:pt>
                <c:pt idx="4492">
                  <c:v>strangerwithcandy414</c:v>
                </c:pt>
                <c:pt idx="4493">
                  <c:v>strangerthanyoursympathy_</c:v>
                </c:pt>
                <c:pt idx="4494">
                  <c:v>strangerswithcandymovie</c:v>
                </c:pt>
                <c:pt idx="4495">
                  <c:v>strangersonthefootpath</c:v>
                </c:pt>
                <c:pt idx="4496">
                  <c:v>strangerdangerbeware</c:v>
                </c:pt>
                <c:pt idx="4497">
                  <c:v>strange_and_mysterious</c:v>
                </c:pt>
                <c:pt idx="4498">
                  <c:v>straitthroughtheheart13</c:v>
                </c:pt>
                <c:pt idx="4499">
                  <c:v>straithoodentertainment</c:v>
                </c:pt>
                <c:pt idx="4500">
                  <c:v>straightupgangster4life</c:v>
                </c:pt>
                <c:pt idx="4501">
                  <c:v>straightupcountrychick</c:v>
                </c:pt>
                <c:pt idx="4502">
                  <c:v>straightprideworldwide</c:v>
                </c:pt>
                <c:pt idx="4503">
                  <c:v>straightoutthecountry</c:v>
                </c:pt>
                <c:pt idx="4504">
                  <c:v>straightjacketstreetorgy</c:v>
                </c:pt>
                <c:pt idx="4505">
                  <c:v>straightjacketrebellion</c:v>
                </c:pt>
                <c:pt idx="4506">
                  <c:v>straightjacketcabaret</c:v>
                </c:pt>
                <c:pt idx="4507">
                  <c:v>straight_hood_09baby</c:v>
                </c:pt>
                <c:pt idx="4508">
                  <c:v>straightfromtheutter</c:v>
                </c:pt>
                <c:pt idx="4509">
                  <c:v>straightfromtheshoulder</c:v>
                </c:pt>
                <c:pt idx="4510">
                  <c:v>straight_for_life_102</c:v>
                </c:pt>
                <c:pt idx="4511">
                  <c:v>straight_edge_warrior</c:v>
                </c:pt>
                <c:pt idx="4512">
                  <c:v>straight_edge_photography</c:v>
                </c:pt>
                <c:pt idx="4513">
                  <c:v>straightedgefourlife</c:v>
                </c:pt>
                <c:pt idx="4514">
                  <c:v>straight_east_oakland</c:v>
                </c:pt>
                <c:pt idx="4515">
                  <c:v>straightdirtythuggin</c:v>
                </c:pt>
                <c:pt idx="4516">
                  <c:v>straight_country_boy</c:v>
                </c:pt>
                <c:pt idx="4517">
                  <c:v>stoutjunt_lilwinterfresh</c:v>
                </c:pt>
                <c:pt idx="4518">
                  <c:v>storylinephotography</c:v>
                </c:pt>
                <c:pt idx="4519">
                  <c:v>stormyweatherconnection</c:v>
                </c:pt>
                <c:pt idx="4520">
                  <c:v>stormstaticsleeprock</c:v>
                </c:pt>
                <c:pt idx="4521">
                  <c:v>stormcellarsoccerbar</c:v>
                </c:pt>
                <c:pt idx="4522">
                  <c:v>storeboughthappiness</c:v>
                </c:pt>
                <c:pt idx="4523">
                  <c:v>storageanddisposalmusic</c:v>
                </c:pt>
                <c:pt idx="4524">
                  <c:v>stopthisdoublesuicide___</c:v>
                </c:pt>
                <c:pt idx="4525">
                  <c:v>stopsuckingcorporatecock</c:v>
                </c:pt>
                <c:pt idx="4526">
                  <c:v>stop_its_hammer_time2010</c:v>
                </c:pt>
                <c:pt idx="4527">
                  <c:v>stopinfantcircumcision</c:v>
                </c:pt>
                <c:pt idx="4528">
                  <c:v>stop_humping_the_weed</c:v>
                </c:pt>
                <c:pt idx="4529">
                  <c:v>stophumantrafficking</c:v>
                </c:pt>
                <c:pt idx="4530">
                  <c:v>stophatingandgetalife</c:v>
                </c:pt>
                <c:pt idx="4531">
                  <c:v>stopfightingstartkissing</c:v>
                </c:pt>
                <c:pt idx="4532">
                  <c:v>stop_eating_the_paste</c:v>
                </c:pt>
                <c:pt idx="4533">
                  <c:v>stopbeingwhatyouarent123</c:v>
                </c:pt>
                <c:pt idx="4534">
                  <c:v>stopakin_likejackson</c:v>
                </c:pt>
                <c:pt idx="4535">
                  <c:v>stonewallnoiseorchestra</c:v>
                </c:pt>
                <c:pt idx="4536">
                  <c:v>stonethatthabuilderrefuse</c:v>
                </c:pt>
                <c:pt idx="4537">
                  <c:v>stoner4lifeandever9</c:v>
                </c:pt>
                <c:pt idx="4538">
                  <c:v>stone_paper_scissors</c:v>
                </c:pt>
                <c:pt idx="4539">
                  <c:v>stonemountainunderground</c:v>
                </c:pt>
                <c:pt idx="4540">
                  <c:v>stonefaceandterminal</c:v>
                </c:pt>
                <c:pt idx="4541">
                  <c:v>stonedmonkeysoftware</c:v>
                </c:pt>
                <c:pt idx="4542">
                  <c:v>stonecoldrattlesnake4life</c:v>
                </c:pt>
                <c:pt idx="4543">
                  <c:v>stonecoldmike2000yahoo</c:v>
                </c:pt>
                <c:pt idx="4544">
                  <c:v>stonecliffmusicgroup</c:v>
                </c:pt>
                <c:pt idx="4545">
                  <c:v>stonecircleconspiracy</c:v>
                </c:pt>
                <c:pt idx="4546">
                  <c:v>stompinggroundsmusic</c:v>
                </c:pt>
                <c:pt idx="4547">
                  <c:v>stolensilencedrummer</c:v>
                </c:pt>
                <c:pt idx="4548">
                  <c:v>stolen_monkeypendrive</c:v>
                </c:pt>
                <c:pt idx="4549">
                  <c:v>stolen_identity_band</c:v>
                </c:pt>
                <c:pt idx="4550">
                  <c:v>stolencamerafilmcompany</c:v>
                </c:pt>
                <c:pt idx="4551">
                  <c:v>stolenbrownevergreen</c:v>
                </c:pt>
                <c:pt idx="4552">
                  <c:v>stoicarmyphiladelphia</c:v>
                </c:pt>
                <c:pt idx="4553">
                  <c:v>stoicarmyakroncanton</c:v>
                </c:pt>
                <c:pt idx="4554">
                  <c:v>stockingtops_flasher</c:v>
                </c:pt>
                <c:pt idx="4555">
                  <c:v>stinkfingeroverdrive</c:v>
                </c:pt>
                <c:pt idx="4556">
                  <c:v>still_waiting_Sierra</c:v>
                </c:pt>
                <c:pt idx="4557">
                  <c:v>stillwaitingforsatan</c:v>
                </c:pt>
                <c:pt idx="4558">
                  <c:v>stillwaitingforguffman</c:v>
                </c:pt>
                <c:pt idx="4559">
                  <c:v>stillwaitingforgodot</c:v>
                </c:pt>
                <c:pt idx="4560">
                  <c:v>stilltheonlynameavailable</c:v>
                </c:pt>
                <c:pt idx="4561">
                  <c:v>stillstanding_danielle</c:v>
                </c:pt>
                <c:pt idx="4562">
                  <c:v>stillstandingclothing</c:v>
                </c:pt>
                <c:pt idx="4563">
                  <c:v>stillsomethingserious</c:v>
                </c:pt>
                <c:pt idx="4564">
                  <c:v>stillsilentlyfalling</c:v>
                </c:pt>
                <c:pt idx="4565">
                  <c:v>stillsearchingforlife</c:v>
                </c:pt>
                <c:pt idx="4566">
                  <c:v>stillplayswithtrucks</c:v>
                </c:pt>
                <c:pt idx="4567">
                  <c:v>stillnotgettinganyeither</c:v>
                </c:pt>
                <c:pt idx="4568">
                  <c:v>stillnastyhardrockband</c:v>
                </c:pt>
                <c:pt idx="4569">
                  <c:v>stillmissinginaction</c:v>
                </c:pt>
                <c:pt idx="4570">
                  <c:v>still_loving_shannon</c:v>
                </c:pt>
                <c:pt idx="4571">
                  <c:v>still_loveing_that_girl</c:v>
                </c:pt>
                <c:pt idx="4572">
                  <c:v>stilllookinglakeview</c:v>
                </c:pt>
                <c:pt idx="4573">
                  <c:v>stilllifephotography</c:v>
                </c:pt>
                <c:pt idx="4574">
                  <c:v>still_kicking4family</c:v>
                </c:pt>
                <c:pt idx="4575">
                  <c:v>stilljennifromthablock</c:v>
                </c:pt>
                <c:pt idx="4576">
                  <c:v>stilldesperate4attention</c:v>
                </c:pt>
                <c:pt idx="4577">
                  <c:v>stilldeadbutdreaming</c:v>
                </c:pt>
                <c:pt idx="4578">
                  <c:v>still_dazed_and_confused</c:v>
                </c:pt>
                <c:pt idx="4579">
                  <c:v>stillbutseldomsilent</c:v>
                </c:pt>
                <c:pt idx="4580">
                  <c:v>still_aint_forgave_myself</c:v>
                </c:pt>
                <c:pt idx="4581">
                  <c:v>stiffbridgesisfallingdown</c:v>
                </c:pt>
                <c:pt idx="4582">
                  <c:v>sticktogetherharbison</c:v>
                </c:pt>
                <c:pt idx="4583">
                  <c:v>stickslikeglueandwater</c:v>
                </c:pt>
                <c:pt idx="4584">
                  <c:v>steventhelonelyoneforever</c:v>
                </c:pt>
                <c:pt idx="4585">
                  <c:v>stevensonrealtygroup</c:v>
                </c:pt>
                <c:pt idx="4586">
                  <c:v>steven_lori_2gether4ever</c:v>
                </c:pt>
                <c:pt idx="4587">
                  <c:v>stevenjeffreymitchell</c:v>
                </c:pt>
                <c:pt idx="4588">
                  <c:v>steven_aka_ghost_rip_2pac</c:v>
                </c:pt>
                <c:pt idx="4589">
                  <c:v>sterling_silver_angel</c:v>
                </c:pt>
                <c:pt idx="4590">
                  <c:v>sterlingmarlinrevolution</c:v>
                </c:pt>
                <c:pt idx="4591">
                  <c:v>sterlinghealthcenter</c:v>
                </c:pt>
                <c:pt idx="4592">
                  <c:v>sterilizeandexterminate</c:v>
                </c:pt>
                <c:pt idx="4593">
                  <c:v>stereotransmitteddisease</c:v>
                </c:pt>
                <c:pt idx="4594">
                  <c:v>stephenwilkinson1983</c:v>
                </c:pt>
                <c:pt idx="4595">
                  <c:v>stephentaylorfanclub</c:v>
                </c:pt>
                <c:pt idx="4596">
                  <c:v>stephenrockfordhammond</c:v>
                </c:pt>
                <c:pt idx="4597">
                  <c:v>stephenieanddevin4eva</c:v>
                </c:pt>
                <c:pt idx="4598">
                  <c:v>stephengibsonrealtor</c:v>
                </c:pt>
                <c:pt idx="4599">
                  <c:v>stephenandlauratimmons</c:v>
                </c:pt>
                <c:pt idx="4600">
                  <c:v>stephaniewardfitlife</c:v>
                </c:pt>
                <c:pt idx="4601">
                  <c:v>stephanietownsend123</c:v>
                </c:pt>
                <c:pt idx="4602">
                  <c:v>stephaniethewonderful</c:v>
                </c:pt>
                <c:pt idx="4603">
                  <c:v>stephanie_the_princess9</c:v>
                </c:pt>
                <c:pt idx="4604">
                  <c:v>stephanie_the_princess</c:v>
                </c:pt>
                <c:pt idx="4605">
                  <c:v>stephanie_still_here</c:v>
                </c:pt>
                <c:pt idx="4606">
                  <c:v>stephanie_stevenson14</c:v>
                </c:pt>
                <c:pt idx="4607">
                  <c:v>StephanieStarStylist</c:v>
                </c:pt>
                <c:pt idx="4608">
                  <c:v>stephaniespoiledbrat</c:v>
                </c:pt>
                <c:pt idx="4609">
                  <c:v>stephaniesmithcollins</c:v>
                </c:pt>
                <c:pt idx="4610">
                  <c:v>stephanie.sidebottom</c:v>
                </c:pt>
                <c:pt idx="4611">
                  <c:v>stephanie_senior_wish</c:v>
                </c:pt>
                <c:pt idx="4612">
                  <c:v>stephanieschneiderman</c:v>
                </c:pt>
                <c:pt idx="4613">
                  <c:v>stephanieroserealestate</c:v>
                </c:pt>
                <c:pt idx="4614">
                  <c:v>stephanie_newfiegirl</c:v>
                </c:pt>
                <c:pt idx="4615">
                  <c:v>stephaniemolina_was_here</c:v>
                </c:pt>
                <c:pt idx="4616">
                  <c:v>stephanie_marie_elizabeth</c:v>
                </c:pt>
                <c:pt idx="4617">
                  <c:v>stephanie_mackara_bitch</c:v>
                </c:pt>
                <c:pt idx="4618">
                  <c:v>stephanielynneporter</c:v>
                </c:pt>
                <c:pt idx="4619">
                  <c:v>stephanielorainchabot</c:v>
                </c:pt>
                <c:pt idx="4620">
                  <c:v>stephanielaurencooper</c:v>
                </c:pt>
                <c:pt idx="4621">
                  <c:v>stephaniekellyclarksonfan</c:v>
                </c:pt>
                <c:pt idx="4622">
                  <c:v>stephaniehollyalyssa</c:v>
                </c:pt>
                <c:pt idx="4623">
                  <c:v>stephaniehannahlouise</c:v>
                </c:pt>
                <c:pt idx="4624">
                  <c:v>stephaniegrahamhenna</c:v>
                </c:pt>
                <c:pt idx="4625">
                  <c:v>stephanie_gill_watson</c:v>
                </c:pt>
                <c:pt idx="4626">
                  <c:v>stephanie_fox_rox_101</c:v>
                </c:pt>
                <c:pt idx="4627">
                  <c:v>stephaniedenisesmith</c:v>
                </c:pt>
                <c:pt idx="4628">
                  <c:v>stephaniecookmadison</c:v>
                </c:pt>
                <c:pt idx="4629">
                  <c:v>stephanie_chad_becky</c:v>
                </c:pt>
                <c:pt idx="4630">
                  <c:v>stephanie_brown_spoiler</c:v>
                </c:pt>
                <c:pt idx="4631">
                  <c:v>stephanie.arellano73</c:v>
                </c:pt>
                <c:pt idx="4632">
                  <c:v>stephanie_ann_barbie</c:v>
                </c:pt>
                <c:pt idx="4633">
                  <c:v>stephanie_and_eddie_4ever</c:v>
                </c:pt>
                <c:pt idx="4634">
                  <c:v>stephanie_and_chrisbrown</c:v>
                </c:pt>
                <c:pt idx="4635">
                  <c:v>stephanieanastasiadis</c:v>
                </c:pt>
                <c:pt idx="4636">
                  <c:v>stephanie_aka_barbie</c:v>
                </c:pt>
                <c:pt idx="4637">
                  <c:v>stephanie_aka_auntie</c:v>
                </c:pt>
                <c:pt idx="4638">
                  <c:v>stephanie0tinkerbell</c:v>
                </c:pt>
                <c:pt idx="4639">
                  <c:v>stepboo_eric_forever</c:v>
                </c:pt>
                <c:pt idx="4640">
                  <c:v>stella_the_slash_fan</c:v>
                </c:pt>
                <c:pt idx="4641">
                  <c:v>stellastephaniebarker</c:v>
                </c:pt>
                <c:pt idx="4642">
                  <c:v>stella_bella_hudgens01</c:v>
                </c:pt>
                <c:pt idx="4643">
                  <c:v>stella_bella_cinderella</c:v>
                </c:pt>
                <c:pt idx="4644">
                  <c:v>stella_always_and_forever</c:v>
                </c:pt>
                <c:pt idx="4645">
                  <c:v>stein_the_new_world_order</c:v>
                </c:pt>
                <c:pt idx="4646">
                  <c:v>steinbergtalentmanagement</c:v>
                </c:pt>
                <c:pt idx="4647">
                  <c:v>steeldragonentertainment</c:v>
                </c:pt>
                <c:pt idx="4648">
                  <c:v>steeldownentertainment</c:v>
                </c:pt>
                <c:pt idx="4649">
                  <c:v>steelcityhooligan_719</c:v>
                </c:pt>
                <c:pt idx="4650">
                  <c:v>steampoweredairplane</c:v>
                </c:pt>
                <c:pt idx="4651">
                  <c:v>stealthy_silver_wolf</c:v>
                </c:pt>
                <c:pt idx="4652">
                  <c:v>stealthyanddangerous</c:v>
                </c:pt>
                <c:pt idx="4653">
                  <c:v>stealth_matty_rogers</c:v>
                </c:pt>
                <c:pt idx="4654">
                  <c:v>stealth_assault_team</c:v>
                </c:pt>
                <c:pt idx="4655">
                  <c:v>stay_with_you_forever</c:v>
                </c:pt>
                <c:pt idx="4656">
                  <c:v>staysideways_neverlift</c:v>
                </c:pt>
                <c:pt idx="4657">
                  <c:v>staypuffedmarshmellowchic</c:v>
                </c:pt>
                <c:pt idx="4658">
                  <c:v>staypuffedmarshmallowfuncrew</c:v>
                </c:pt>
                <c:pt idx="4659">
                  <c:v>staying_alive_for_death</c:v>
                </c:pt>
                <c:pt idx="4660">
                  <c:v>stayhighlovepeaceturtle</c:v>
                </c:pt>
                <c:pt idx="4661">
                  <c:v>stayhighallday420ripjake</c:v>
                </c:pt>
                <c:pt idx="4662">
                  <c:v>staygoldenponyboycow</c:v>
                </c:pt>
                <c:pt idx="4663">
                  <c:v>stay_fresh_till_death</c:v>
                </c:pt>
                <c:pt idx="4664">
                  <c:v>stayfreshentertainment</c:v>
                </c:pt>
                <c:pt idx="4665">
                  <c:v>stayfittedentertainment</c:v>
                </c:pt>
                <c:pt idx="4666">
                  <c:v>stayawayfromthevoodoo</c:v>
                </c:pt>
                <c:pt idx="4667">
                  <c:v>stayalive_lovewillcome</c:v>
                </c:pt>
                <c:pt idx="4668">
                  <c:v>statusmagazine_atlanta</c:v>
                </c:pt>
                <c:pt idx="4669">
                  <c:v>statuesquetheepitome</c:v>
                </c:pt>
                <c:pt idx="4670">
                  <c:v>statingtheobviousquot</c:v>
                </c:pt>
                <c:pt idx="4671">
                  <c:v>static_town_themetune</c:v>
                </c:pt>
                <c:pt idx="4672">
                  <c:v>staticloungenightclub</c:v>
                </c:pt>
                <c:pt idx="4673">
                  <c:v>starvoyagerentertainment</c:v>
                </c:pt>
                <c:pt idx="4674">
                  <c:v>starvingforperfection9</c:v>
                </c:pt>
                <c:pt idx="4675">
                  <c:v>starvationforperfection</c:v>
                </c:pt>
                <c:pt idx="4676">
                  <c:v>startingoveranimalrescue</c:v>
                </c:pt>
                <c:pt idx="4677">
                  <c:v>star_spangled_butterfly</c:v>
                </c:pt>
                <c:pt idx="4678">
                  <c:v>starry_eyed_surprise_23</c:v>
                </c:pt>
                <c:pt idx="4679">
                  <c:v>starryeyedsurprise007</c:v>
                </c:pt>
                <c:pt idx="4680">
                  <c:v>starry_eyed_something</c:v>
                </c:pt>
                <c:pt idx="4681">
                  <c:v>starry_eyed_daisy_dreamer</c:v>
                </c:pt>
                <c:pt idx="4682">
                  <c:v>starry_eyed_brunette23</c:v>
                </c:pt>
                <c:pt idx="4683">
                  <c:v>starryeyedandscreaming</c:v>
                </c:pt>
                <c:pt idx="4684">
                  <c:v>starringthelovelyamanda</c:v>
                </c:pt>
                <c:pt idx="4685">
                  <c:v>starlightterracedaycare</c:v>
                </c:pt>
                <c:pt idx="4686">
                  <c:v>StarlightstarbrightCari</c:v>
                </c:pt>
                <c:pt idx="4687">
                  <c:v>starlightmillionfrontman</c:v>
                </c:pt>
                <c:pt idx="4688">
                  <c:v>starlight_and_starbright</c:v>
                </c:pt>
                <c:pt idx="4689">
                  <c:v>starlifeentertainment</c:v>
                </c:pt>
                <c:pt idx="4690">
                  <c:v>starjasminechrisbrown2</c:v>
                </c:pt>
                <c:pt idx="4691">
                  <c:v>starhalfbackgangster</c:v>
                </c:pt>
                <c:pt idx="4692">
                  <c:v>star_gazing_substance</c:v>
                </c:pt>
                <c:pt idx="4693">
                  <c:v>stargazingflowerfairy</c:v>
                </c:pt>
                <c:pt idx="4694">
                  <c:v>stargatespartanwarrior</c:v>
                </c:pt>
                <c:pt idx="4695">
                  <c:v>starfire_blue_moonlight</c:v>
                </c:pt>
                <c:pt idx="4696">
                  <c:v>starfire_and_robin_4ever</c:v>
                </c:pt>
                <c:pt idx="4697">
                  <c:v>starfightersuckerpunch</c:v>
                </c:pt>
                <c:pt idx="4698">
                  <c:v>stardustmemorialpark0002</c:v>
                </c:pt>
                <c:pt idx="4699">
                  <c:v>stardomboundentertainment</c:v>
                </c:pt>
                <c:pt idx="4700">
                  <c:v>stardirectionmanagement</c:v>
                </c:pt>
                <c:pt idx="4701">
                  <c:v>starcrossed_cantescape</c:v>
                </c:pt>
                <c:pt idx="4702">
                  <c:v>starclassicperformer</c:v>
                </c:pt>
                <c:pt idx="4703">
                  <c:v>starburstcandyaddict</c:v>
                </c:pt>
                <c:pt idx="4704">
                  <c:v>starburst_1_and_only</c:v>
                </c:pt>
                <c:pt idx="4705">
                  <c:v>starbucksislovelayout</c:v>
                </c:pt>
                <c:pt idx="4706">
                  <c:v>starbucknotthecoffee</c:v>
                </c:pt>
                <c:pt idx="4707">
                  <c:v>stanleyclarkgeorgeduke</c:v>
                </c:pt>
                <c:pt idx="4708">
                  <c:v>standstilllookpretty123</c:v>
                </c:pt>
                <c:pt idx="4709">
                  <c:v>standingbesidemyself</c:v>
                </c:pt>
                <c:pt idx="4710">
                  <c:v>standardtimesfootball</c:v>
                </c:pt>
                <c:pt idx="4711">
                  <c:v>standard_sedan_car_club</c:v>
                </c:pt>
                <c:pt idx="4712">
                  <c:v>standaloneoriginalchopper</c:v>
                </c:pt>
                <c:pt idx="4713">
                  <c:v>standaloneindividual</c:v>
                </c:pt>
                <c:pt idx="4714">
                  <c:v>_stand_alone_complex_</c:v>
                </c:pt>
                <c:pt idx="4715">
                  <c:v>standaloneagainstmany</c:v>
                </c:pt>
                <c:pt idx="4716">
                  <c:v>stalkingthemuseaustin</c:v>
                </c:pt>
                <c:pt idx="4717">
                  <c:v>stalker301198fordfusion2007</c:v>
                </c:pt>
                <c:pt idx="4718">
                  <c:v>staircasewitradioshow</c:v>
                </c:pt>
                <c:pt idx="4719">
                  <c:v>_stain_glass_suicide</c:v>
                </c:pt>
                <c:pt idx="4720">
                  <c:v>staffordcollegecharitygig</c:v>
                </c:pt>
                <c:pt idx="4721">
                  <c:v>staffdevelopmentcrew</c:v>
                </c:pt>
                <c:pt idx="4722">
                  <c:v>stacy_the_firebirdgirl</c:v>
                </c:pt>
                <c:pt idx="4723">
                  <c:v>stacy_thatmodelchick</c:v>
                </c:pt>
                <c:pt idx="4724">
                  <c:v>stacyleighphotographer</c:v>
                </c:pt>
                <c:pt idx="4725">
                  <c:v>stacie_straight_hair</c:v>
                </c:pt>
                <c:pt idx="4726">
                  <c:v>staceywasgroovermare</c:v>
                </c:pt>
                <c:pt idx="4727">
                  <c:v>staceynewsomesantiago</c:v>
                </c:pt>
                <c:pt idx="4728">
                  <c:v>staceydanspencergypsy</c:v>
                </c:pt>
                <c:pt idx="4729">
                  <c:v>stabyouwithaplasticknife</c:v>
                </c:pt>
                <c:pt idx="4730">
                  <c:v>stableartistmanagement</c:v>
                </c:pt>
                <c:pt idx="4731">
                  <c:v>squishsquashapplesauce</c:v>
                </c:pt>
                <c:pt idx="4732">
                  <c:v>squirrel_girl_cheryl</c:v>
                </c:pt>
                <c:pt idx="4733">
                  <c:v>squirrelgirl2therescue</c:v>
                </c:pt>
                <c:pt idx="4734">
                  <c:v>squeakyandsquishyforever</c:v>
                </c:pt>
                <c:pt idx="4735">
                  <c:v>squawgetsomefirewood</c:v>
                </c:pt>
                <c:pt idx="4736">
                  <c:v>square_circle_diamond</c:v>
                </c:pt>
                <c:pt idx="4737">
                  <c:v>spunkystupendoussara</c:v>
                </c:pt>
                <c:pt idx="4738">
                  <c:v>spunky_old_people_rock</c:v>
                </c:pt>
                <c:pt idx="4739">
                  <c:v>spunkyfunkychunkymonkey</c:v>
                </c:pt>
                <c:pt idx="4740">
                  <c:v>sprocketoldschoolpunk</c:v>
                </c:pt>
                <c:pt idx="4741">
                  <c:v>sprinklesparklefairy</c:v>
                </c:pt>
                <c:pt idx="4742">
                  <c:v>springsteenforpresident</c:v>
                </c:pt>
                <c:pt idx="4743">
                  <c:v>springridgecountrygirl</c:v>
                </c:pt>
                <c:pt idx="4744">
                  <c:v>springhillspiderparty</c:v>
                </c:pt>
                <c:pt idx="4745">
                  <c:v>springbreak200rosarito</c:v>
                </c:pt>
                <c:pt idx="4746">
                  <c:v>_spread_the_kissy_face_</c:v>
                </c:pt>
                <c:pt idx="4747">
                  <c:v>spottedpossumlover12</c:v>
                </c:pt>
                <c:pt idx="4748">
                  <c:v>spottedcowcreamandbean</c:v>
                </c:pt>
                <c:pt idx="4749">
                  <c:v>sportysweetsoutherngirl09</c:v>
                </c:pt>
                <c:pt idx="4750">
                  <c:v>sporty_arica_lovetoride</c:v>
                </c:pt>
                <c:pt idx="4751">
                  <c:v>sportswriterportfolio</c:v>
                </c:pt>
                <c:pt idx="4752">
                  <c:v>sportssassyintelligent</c:v>
                </c:pt>
                <c:pt idx="4753">
                  <c:v>sportspageportsmouth</c:v>
                </c:pt>
                <c:pt idx="4754">
                  <c:v>sportsfanforever41290</c:v>
                </c:pt>
                <c:pt idx="4755">
                  <c:v>sportsbaby9313_world</c:v>
                </c:pt>
                <c:pt idx="4756">
                  <c:v>sportsandloveequallife1</c:v>
                </c:pt>
                <c:pt idx="4757">
                  <c:v>sportsandentertainmentman</c:v>
                </c:pt>
                <c:pt idx="4758">
                  <c:v>sportsallstarforever</c:v>
                </c:pt>
                <c:pt idx="4759">
                  <c:v>sports_allstar452030</c:v>
                </c:pt>
                <c:pt idx="4760">
                  <c:v>sport_loving_machine</c:v>
                </c:pt>
                <c:pt idx="4761">
                  <c:v>sport_compact_fanatic</c:v>
                </c:pt>
                <c:pt idx="4762">
                  <c:v>spooner_andfifi_4eva</c:v>
                </c:pt>
                <c:pt idx="4763">
                  <c:v>spookymovementsonline</c:v>
                </c:pt>
                <c:pt idx="4764">
                  <c:v>spookcentralhereandnow</c:v>
                </c:pt>
                <c:pt idx="4765">
                  <c:v>spontaneouscombustionman</c:v>
                </c:pt>
                <c:pt idx="4766">
                  <c:v>spongesamsquarepants</c:v>
                </c:pt>
                <c:pt idx="4767">
                  <c:v>spongepantssquarebob</c:v>
                </c:pt>
                <c:pt idx="4768">
                  <c:v>sponge_dan_square_head</c:v>
                </c:pt>
                <c:pt idx="4769">
                  <c:v>spongechristianbookinglist</c:v>
                </c:pt>
                <c:pt idx="4770">
                  <c:v>SpongeBoob_SquareCock</c:v>
                </c:pt>
                <c:pt idx="4771">
                  <c:v>spongebongbluntpants</c:v>
                </c:pt>
                <c:pt idx="4772">
                  <c:v>spongebob_squarepants_rox</c:v>
                </c:pt>
                <c:pt idx="4773">
                  <c:v>spongebobsquarepantsgirl</c:v>
                </c:pt>
                <c:pt idx="4774">
                  <c:v>spongebob_squarepants_8</c:v>
                </c:pt>
                <c:pt idx="4775">
                  <c:v>spongebob_squarepants45</c:v>
                </c:pt>
                <c:pt idx="4776">
                  <c:v>spongebobsquarepants2092</c:v>
                </c:pt>
                <c:pt idx="4777">
                  <c:v>spongebobsquarepants17</c:v>
                </c:pt>
                <c:pt idx="4778">
                  <c:v>spongebobsquarepants09</c:v>
                </c:pt>
                <c:pt idx="4779">
                  <c:v>spongebob_squarepants01</c:v>
                </c:pt>
                <c:pt idx="4780">
                  <c:v>spongebobsquarepants01</c:v>
                </c:pt>
                <c:pt idx="4781">
                  <c:v>sponge_bob_square_pants_</c:v>
                </c:pt>
                <c:pt idx="4782">
                  <c:v>sponge_bob_lover_2005</c:v>
                </c:pt>
                <c:pt idx="4783">
                  <c:v>spongebob_crazylover</c:v>
                </c:pt>
                <c:pt idx="4784">
                  <c:v>spongebobclairepants</c:v>
                </c:pt>
                <c:pt idx="4785">
                  <c:v>spongebobbossypants11</c:v>
                </c:pt>
                <c:pt idx="4786">
                  <c:v>spongebob1squarepants</c:v>
                </c:pt>
                <c:pt idx="4787">
                  <c:v>spongebillroundpants</c:v>
                </c:pt>
                <c:pt idx="4788">
                  <c:v>spongebarbleatherpants</c:v>
                </c:pt>
                <c:pt idx="4789">
                  <c:v>spongbobsquarepants718</c:v>
                </c:pt>
                <c:pt idx="4790">
                  <c:v>spokenwordmusicseries</c:v>
                </c:pt>
                <c:pt idx="4791">
                  <c:v>spokanevalleyyounglife</c:v>
                </c:pt>
                <c:pt idx="4792">
                  <c:v>spokanefirstassembly</c:v>
                </c:pt>
                <c:pt idx="4793">
                  <c:v>spoilt_thestupidbitch</c:v>
                </c:pt>
                <c:pt idx="4794">
                  <c:v>spoiled_rotten_lil_brat</c:v>
                </c:pt>
                <c:pt idx="4795">
                  <c:v>spoiled_rotten_brat1989</c:v>
                </c:pt>
                <c:pt idx="4796">
                  <c:v>spoiledrottenbitch9</c:v>
                </c:pt>
                <c:pt idx="4797">
                  <c:v>spoiledrottenarmybrat1</c:v>
                </c:pt>
                <c:pt idx="4798">
                  <c:v>spoiledrottenangelajane</c:v>
                </c:pt>
                <c:pt idx="4799">
                  <c:v>spoiledrottenandimpatient</c:v>
                </c:pt>
                <c:pt idx="4800">
                  <c:v>spoiledprincessnessa</c:v>
                </c:pt>
                <c:pt idx="4801">
                  <c:v>spoiled_princess_dyanna</c:v>
                </c:pt>
                <c:pt idx="4802">
                  <c:v>spoiled_princessdiva</c:v>
                </c:pt>
                <c:pt idx="4803">
                  <c:v>spoiled_married_princess</c:v>
                </c:pt>
                <c:pt idx="4804">
                  <c:v>spoiled_london_here_</c:v>
                </c:pt>
                <c:pt idx="4805">
                  <c:v>spoiledlittlebrat1981</c:v>
                </c:pt>
                <c:pt idx="4806">
                  <c:v>spoiledlilprincess_415</c:v>
                </c:pt>
                <c:pt idx="4807">
                  <c:v>spoiled_hot_princess</c:v>
                </c:pt>
                <c:pt idx="4808">
                  <c:v>spoiledebonyprincess</c:v>
                </c:pt>
                <c:pt idx="4809">
                  <c:v>spoiledchick4life3903</c:v>
                </c:pt>
                <c:pt idx="4810">
                  <c:v>spoiledbratprincess4</c:v>
                </c:pt>
                <c:pt idx="4811">
                  <c:v>spoiledbratentertainment</c:v>
                </c:pt>
                <c:pt idx="4812">
                  <c:v>spoiled_brat_4_ever07</c:v>
                </c:pt>
                <c:pt idx="4813">
                  <c:v>spoiledblondeprincess</c:v>
                </c:pt>
                <c:pt idx="4814">
                  <c:v>spoiledbitchprincess</c:v>
                </c:pt>
                <c:pt idx="4815">
                  <c:v>spoiledbabygirlbonnie</c:v>
                </c:pt>
                <c:pt idx="4816">
                  <c:v>splitthedifferenceomaha</c:v>
                </c:pt>
                <c:pt idx="4817">
                  <c:v>_split_down_the_middle_</c:v>
                </c:pt>
                <c:pt idx="4818">
                  <c:v>splinter_cell_sam_fisher</c:v>
                </c:pt>
                <c:pt idx="4819">
                  <c:v>splintercellcooptheater</c:v>
                </c:pt>
                <c:pt idx="4820">
                  <c:v>splendid_coma_vision</c:v>
                </c:pt>
                <c:pt idx="4821">
                  <c:v>splendidandtremendous</c:v>
                </c:pt>
                <c:pt idx="4822">
                  <c:v>splatterpark_paintballer</c:v>
                </c:pt>
                <c:pt idx="4823">
                  <c:v>splat_action_paintball</c:v>
                </c:pt>
                <c:pt idx="4824">
                  <c:v>spittingthatheatrock</c:v>
                </c:pt>
                <c:pt idx="4825">
                  <c:v>spitfireblackofficial</c:v>
                </c:pt>
                <c:pt idx="4826">
                  <c:v>spiritualwarriormusic</c:v>
                </c:pt>
                <c:pt idx="4827">
                  <c:v>spirituality4_inner_life</c:v>
                </c:pt>
                <c:pt idx="4828">
                  <c:v>spiritualessenceyoga</c:v>
                </c:pt>
                <c:pt idx="4829">
                  <c:v>spiritualdissectionmetal</c:v>
                </c:pt>
                <c:pt idx="4830">
                  <c:v>spiritfilledsisterhood</c:v>
                </c:pt>
                <c:pt idx="4831">
                  <c:v>spiritairfireearthwater</c:v>
                </c:pt>
                <c:pt idx="4832">
                  <c:v>spiralingintothevoid</c:v>
                </c:pt>
                <c:pt idx="4833">
                  <c:v>spinning_into_darkness</c:v>
                </c:pt>
                <c:pt idx="4834">
                  <c:v>spill_your_heart_out</c:v>
                </c:pt>
                <c:pt idx="4835">
                  <c:v>spikyhairdrunkpunk99</c:v>
                </c:pt>
                <c:pt idx="4836">
                  <c:v>spike_the_crazed_balloon</c:v>
                </c:pt>
                <c:pt idx="4837">
                  <c:v>spike_like_never_before45</c:v>
                </c:pt>
                <c:pt idx="4838">
                  <c:v>spiderkitten_the_revenge</c:v>
                </c:pt>
                <c:pt idx="4839">
                  <c:v>spiderkillertoughguy</c:v>
                </c:pt>
                <c:pt idx="4840">
                  <c:v>spiderbatsuperhulkman</c:v>
                </c:pt>
                <c:pt idx="4841">
                  <c:v>spicycrunchwrapsupreme</c:v>
                </c:pt>
                <c:pt idx="4842">
                  <c:v>spice_andnoteverythinnice</c:v>
                </c:pt>
                <c:pt idx="4843">
                  <c:v>spendidlyimperfect87</c:v>
                </c:pt>
                <c:pt idx="4844">
                  <c:v>spencer_the_surf_dude</c:v>
                </c:pt>
                <c:pt idx="4845">
                  <c:v>spencer_raynor_smith</c:v>
                </c:pt>
                <c:pt idx="4846">
                  <c:v>spencerlaurenrodriguez</c:v>
                </c:pt>
                <c:pt idx="4847">
                  <c:v>spencer_chelsea_forever</c:v>
                </c:pt>
                <c:pt idx="4848">
                  <c:v>spencebillyandwillrule</c:v>
                </c:pt>
                <c:pt idx="4849">
                  <c:v>spell_racecar_backwards</c:v>
                </c:pt>
                <c:pt idx="4850">
                  <c:v>speedythemotherfuckingdog</c:v>
                </c:pt>
                <c:pt idx="4851">
                  <c:v>speedythebestballeralive</c:v>
                </c:pt>
                <c:pt idx="4852">
                  <c:v>speedstyleandperformance</c:v>
                </c:pt>
                <c:pt idx="4853">
                  <c:v>speed_reading_software</c:v>
                </c:pt>
                <c:pt idx="4854">
                  <c:v>speedlimittheband200</c:v>
                </c:pt>
                <c:pt idx="4855">
                  <c:v>speedagilityquickness</c:v>
                </c:pt>
                <c:pt idx="4856">
                  <c:v>_speechlessandredundant_</c:v>
                </c:pt>
                <c:pt idx="4857">
                  <c:v>spectrumhealthconsulting</c:v>
                </c:pt>
                <c:pt idx="4858">
                  <c:v>spectacularthesoloist</c:v>
                </c:pt>
                <c:pt idx="4859">
                  <c:v>spectacularsonlywife</c:v>
                </c:pt>
                <c:pt idx="4860">
                  <c:v>spectacularly_yours_4_eva</c:v>
                </c:pt>
                <c:pt idx="4861">
                  <c:v>spectacular_lisabluestar</c:v>
                </c:pt>
                <c:pt idx="4862">
                  <c:v>spectacularfromprettyricky</c:v>
                </c:pt>
                <c:pt idx="4863">
                  <c:v>spectacularbabygirl200</c:v>
                </c:pt>
                <c:pt idx="4864">
                  <c:v>specsnumber1sexyblackgirl</c:v>
                </c:pt>
                <c:pt idx="4865">
                  <c:v>specialpreciousprincess</c:v>
                </c:pt>
                <c:pt idx="4866">
                  <c:v>specialmountainservice</c:v>
                </c:pt>
                <c:pt idx="4867">
                  <c:v>special_lil_princess</c:v>
                </c:pt>
                <c:pt idx="4868">
                  <c:v>specialkingdragonman</c:v>
                </c:pt>
                <c:pt idx="4869">
                  <c:v>specialdude_bryan1033</c:v>
                </c:pt>
                <c:pt idx="4870">
                  <c:v>specialdarkwhitechocolate</c:v>
                </c:pt>
                <c:pt idx="4871">
                  <c:v>specialcaremedicalsupply</c:v>
                </c:pt>
                <c:pt idx="4872">
                  <c:v>specialbutterflylady</c:v>
                </c:pt>
                <c:pt idx="4873">
                  <c:v>special_angel_forever</c:v>
                </c:pt>
                <c:pt idx="4874">
                  <c:v>specialanduniquerunner</c:v>
                </c:pt>
                <c:pt idx="4875">
                  <c:v>special_agent_mulder</c:v>
                </c:pt>
                <c:pt idx="4876">
                  <c:v>special_agent_dale_cooper</c:v>
                </c:pt>
                <c:pt idx="4877">
                  <c:v>spearmintrhinowestpalm</c:v>
                </c:pt>
                <c:pt idx="4878">
                  <c:v>spearchucking_junglebunny</c:v>
                </c:pt>
                <c:pt idx="4879">
                  <c:v>spasticblueapplejuice</c:v>
                </c:pt>
                <c:pt idx="4880">
                  <c:v>spasidneybeautylounge</c:v>
                </c:pt>
                <c:pt idx="4881">
                  <c:v>sparrowthemovementstreetorchestra</c:v>
                </c:pt>
                <c:pt idx="4882">
                  <c:v>sparky_will_rule_you_all</c:v>
                </c:pt>
                <c:pt idx="4883">
                  <c:v>sparkly_sequin_skies</c:v>
                </c:pt>
                <c:pt idx="4884">
                  <c:v>sparklyfairyprincess</c:v>
                </c:pt>
                <c:pt idx="4885">
                  <c:v>sparklyblondebombshell</c:v>
                </c:pt>
                <c:pt idx="4886">
                  <c:v>sparkling_princess_lizzie</c:v>
                </c:pt>
                <c:pt idx="4887">
                  <c:v>sparkling_magic_star</c:v>
                </c:pt>
                <c:pt idx="4888">
                  <c:v>sparklingfloridaorange</c:v>
                </c:pt>
                <c:pt idx="4889">
                  <c:v>sparklingelegancejewelry</c:v>
                </c:pt>
                <c:pt idx="4890">
                  <c:v>sparklingdietlemonade</c:v>
                </c:pt>
                <c:pt idx="4891">
                  <c:v>sparklergirl_lauraanne</c:v>
                </c:pt>
                <c:pt idx="4892">
                  <c:v>sparkle_merryweather</c:v>
                </c:pt>
                <c:pt idx="4893">
                  <c:v>sparepairvisioncenter</c:v>
                </c:pt>
                <c:pt idx="4894">
                  <c:v>spankystranglebanger</c:v>
                </c:pt>
                <c:pt idx="4895">
                  <c:v>spankyjandtheconcrete7</c:v>
                </c:pt>
                <c:pt idx="4896">
                  <c:v>spank_tha_dumb_blonde_10</c:v>
                </c:pt>
                <c:pt idx="4897">
                  <c:v>spaldingsportinggoods</c:v>
                </c:pt>
                <c:pt idx="4898">
                  <c:v>spaghettiwithtomatosauce</c:v>
                </c:pt>
                <c:pt idx="4899">
                  <c:v>spacewomanspiffmarisa</c:v>
                </c:pt>
                <c:pt idx="4900">
                  <c:v>spacewithoutdistance</c:v>
                </c:pt>
                <c:pt idx="4901">
                  <c:v>space_the_final_frontier</c:v>
                </c:pt>
                <c:pt idx="4902">
                  <c:v>spaceforceconstruction</c:v>
                </c:pt>
                <c:pt idx="4903">
                  <c:v>spacedoutinrushville</c:v>
                </c:pt>
                <c:pt idx="4904">
                  <c:v>spacedatefutureshock</c:v>
                </c:pt>
                <c:pt idx="4905">
                  <c:v>spacecowboy_alchemist</c:v>
                </c:pt>
                <c:pt idx="4906">
                  <c:v>spacecancomethroughanyone</c:v>
                </c:pt>
                <c:pt idx="4907">
                  <c:v>spaceandtimecontinuum</c:v>
                </c:pt>
                <c:pt idx="4908">
                  <c:v>soytansolotunegrabella</c:v>
                </c:pt>
                <c:pt idx="4909">
                  <c:v>southwest_thick_chick</c:v>
                </c:pt>
                <c:pt idx="4910">
                  <c:v>SouthWestsideVeteran</c:v>
                </c:pt>
                <c:pt idx="4911">
                  <c:v>southwestpartyproject</c:v>
                </c:pt>
                <c:pt idx="4912">
                  <c:v>southwestmichiganfishing</c:v>
                </c:pt>
                <c:pt idx="4913">
                  <c:v>southwestchryslerjeep</c:v>
                </c:pt>
                <c:pt idx="4914">
                  <c:v>southstarrentertainmentfourlife</c:v>
                </c:pt>
                <c:pt idx="4915">
                  <c:v>southside_truecrime4</c:v>
                </c:pt>
                <c:pt idx="4916">
                  <c:v>southsidestherealest</c:v>
                </c:pt>
                <c:pt idx="4917">
                  <c:v>southsideserialkiller</c:v>
                </c:pt>
                <c:pt idx="4918">
                  <c:v>southsides_380pistol</c:v>
                </c:pt>
                <c:pt idx="4919">
                  <c:v>southsidersblood4life</c:v>
                </c:pt>
                <c:pt idx="4920">
                  <c:v>southsiderollerderby</c:v>
                </c:pt>
                <c:pt idx="4921">
                  <c:v>south_side_jamaica_4_life</c:v>
                </c:pt>
                <c:pt idx="4922">
                  <c:v>southside_gangster_210</c:v>
                </c:pt>
                <c:pt idx="4923">
                  <c:v>southside_for_life13</c:v>
                </c:pt>
                <c:pt idx="4924">
                  <c:v>southsidechicagopride</c:v>
                </c:pt>
                <c:pt idx="4925">
                  <c:v>southside_babygurl_1</c:v>
                </c:pt>
                <c:pt idx="4926">
                  <c:v>southsidebabygirl830</c:v>
                </c:pt>
                <c:pt idx="4927">
                  <c:v>southside_13_westsider</c:v>
                </c:pt>
                <c:pt idx="4928">
                  <c:v>south_side_13_4_life</c:v>
                </c:pt>
                <c:pt idx="4929">
                  <c:v>south_philly_all_day</c:v>
                </c:pt>
                <c:pt idx="4930">
                  <c:v>southpawpaintballer25</c:v>
                </c:pt>
                <c:pt idx="4931">
                  <c:v>southparkkatrinalooter</c:v>
                </c:pt>
                <c:pt idx="4932">
                  <c:v>southparkfrankiewilson</c:v>
                </c:pt>
                <c:pt idx="4933">
                  <c:v>southparkcountrystar</c:v>
                </c:pt>
                <c:pt idx="4934">
                  <c:v>southmetroyouthgroup</c:v>
                </c:pt>
                <c:pt idx="4935">
                  <c:v>southlondonundergroundmetal</c:v>
                </c:pt>
                <c:pt idx="4936">
                  <c:v>southlondonunderground</c:v>
                </c:pt>
                <c:pt idx="4937">
                  <c:v>southlandcollegegurl</c:v>
                </c:pt>
                <c:pt idx="4938">
                  <c:v>southlakehighscreamingeaglejazzband</c:v>
                </c:pt>
                <c:pt idx="4939">
                  <c:v>southlakecarroll199</c:v>
                </c:pt>
                <c:pt idx="4940">
                  <c:v>southjerseyrealestate</c:v>
                </c:pt>
                <c:pt idx="4941">
                  <c:v>southjerseylimousine</c:v>
                </c:pt>
                <c:pt idx="4942">
                  <c:v>southjerseycustomaudio</c:v>
                </c:pt>
                <c:pt idx="4943">
                  <c:v>southhadleypublishing</c:v>
                </c:pt>
                <c:pt idx="4944">
                  <c:v>southgatespiritsquad</c:v>
                </c:pt>
                <c:pt idx="4945">
                  <c:v>southfloridaprologusers</c:v>
                </c:pt>
                <c:pt idx="4946">
                  <c:v>southfloridaburnlounge</c:v>
                </c:pt>
                <c:pt idx="4947">
                  <c:v>southfire_streetsfirst</c:v>
                </c:pt>
                <c:pt idx="4948">
                  <c:v>southernwhitebrotherhood</c:v>
                </c:pt>
                <c:pt idx="4949">
                  <c:v>southern_white_boy0588</c:v>
                </c:pt>
                <c:pt idx="4950">
                  <c:v>southernwerewolffarm</c:v>
                </c:pt>
                <c:pt idx="4951">
                  <c:v>southernuniversityband</c:v>
                </c:pt>
                <c:pt idx="4952">
                  <c:v>southern_tresspasser</c:v>
                </c:pt>
                <c:pt idx="4953">
                  <c:v>southernthundermetal</c:v>
                </c:pt>
                <c:pt idx="4954">
                  <c:v>southerntenantfolkunion</c:v>
                </c:pt>
                <c:pt idx="4955">
                  <c:v>southern_sweet_heart99</c:v>
                </c:pt>
                <c:pt idx="4956">
                  <c:v>southern_style_chick</c:v>
                </c:pt>
                <c:pt idx="4957">
                  <c:v>southernstarkellymarie</c:v>
                </c:pt>
                <c:pt idx="4958">
                  <c:v>southern_spunky_monkey</c:v>
                </c:pt>
                <c:pt idx="4959">
                  <c:v>southernsportsjournal</c:v>
                </c:pt>
                <c:pt idx="4960">
                  <c:v>southernSoftballchick12</c:v>
                </c:pt>
                <c:pt idx="4961">
                  <c:v>southern_softball_chick</c:v>
                </c:pt>
                <c:pt idx="4962">
                  <c:v>southernroyaltyclick</c:v>
                </c:pt>
                <c:pt idx="4963">
                  <c:v>southernrodeosweetie</c:v>
                </c:pt>
                <c:pt idx="4964">
                  <c:v>southern_rodeo_sweetheart</c:v>
                </c:pt>
                <c:pt idx="4965">
                  <c:v>southernrockingmusic</c:v>
                </c:pt>
                <c:pt idx="4966">
                  <c:v>southernrockerforever</c:v>
                </c:pt>
                <c:pt idx="4967">
                  <c:v>southernredneckcowboy1</c:v>
                </c:pt>
                <c:pt idx="4968">
                  <c:v>southernredneckcowboy</c:v>
                </c:pt>
                <c:pt idx="4969">
                  <c:v>southernredneckchick</c:v>
                </c:pt>
                <c:pt idx="4970">
                  <c:v>southern_redneck_93</c:v>
                </c:pt>
                <c:pt idx="4971">
                  <c:v>southern_rebel_child</c:v>
                </c:pt>
                <c:pt idx="4972">
                  <c:v>southernraisedroyalty</c:v>
                </c:pt>
                <c:pt idx="4973">
                  <c:v>southernprowrestling</c:v>
                </c:pt>
                <c:pt idx="4974">
                  <c:v>southernprincesssylvia</c:v>
                </c:pt>
                <c:pt idx="4975">
                  <c:v>southernmulletartist</c:v>
                </c:pt>
                <c:pt idx="4976">
                  <c:v>southernmarylandtrish</c:v>
                </c:pt>
                <c:pt idx="4977">
                  <c:v>southernmadeentertainment</c:v>
                </c:pt>
                <c:pt idx="4978">
                  <c:v>southernjungleentertainment</c:v>
                </c:pt>
                <c:pt idx="4979">
                  <c:v>southerninfluenceteam</c:v>
                </c:pt>
                <c:pt idx="4980">
                  <c:v>southernheritagecowboy</c:v>
                </c:pt>
                <c:pt idx="4981">
                  <c:v>SouthernHeatherBelle</c:v>
                </c:pt>
                <c:pt idx="4982">
                  <c:v>southernheartcatcher</c:v>
                </c:pt>
                <c:pt idx="4983">
                  <c:v>southernhazeleyedgurl</c:v>
                </c:pt>
                <c:pt idx="4984">
                  <c:v>southerngroovesociety</c:v>
                </c:pt>
                <c:pt idx="4985">
                  <c:v>southerngirlwithambition</c:v>
                </c:pt>
                <c:pt idx="4986">
                  <c:v>southerngirlbridgetdenise</c:v>
                </c:pt>
                <c:pt idx="4987">
                  <c:v>southerngeorgiaboy04</c:v>
                </c:pt>
                <c:pt idx="4988">
                  <c:v>southernfriedproduction</c:v>
                </c:pt>
                <c:pt idx="4989">
                  <c:v>southernfriednewyorker</c:v>
                </c:pt>
                <c:pt idx="4990">
                  <c:v>southernfirefighter928</c:v>
                </c:pt>
                <c:pt idx="4991">
                  <c:v>southernfairy_sheppeylass</c:v>
                </c:pt>
                <c:pt idx="4992">
                  <c:v>southernextremesports</c:v>
                </c:pt>
                <c:pt idx="4993">
                  <c:v>southerndogwhisperer</c:v>
                </c:pt>
                <c:pt idx="4994">
                  <c:v>southerndixiegirl_2011</c:v>
                </c:pt>
                <c:pt idx="4995">
                  <c:v>southerndixiecutie31329</c:v>
                </c:pt>
                <c:pt idx="4996">
                  <c:v>southerndiamondentertainment</c:v>
                </c:pt>
                <c:pt idx="4997">
                  <c:v>southerncutiesweetheart32</c:v>
                </c:pt>
                <c:pt idx="4998">
                  <c:v>southerncountrygirl01</c:v>
                </c:pt>
                <c:pt idx="4999">
                  <c:v>southern_countrygirl</c:v>
                </c:pt>
                <c:pt idx="5000">
                  <c:v>southerncountryboy3207</c:v>
                </c:pt>
                <c:pt idx="5001">
                  <c:v>southerncomfortwithatwist</c:v>
                </c:pt>
                <c:pt idx="5002">
                  <c:v>southerncomfortsweetie</c:v>
                </c:pt>
                <c:pt idx="5003">
                  <c:v>southern_comfort_queen1</c:v>
                </c:pt>
                <c:pt idx="5004">
                  <c:v>southerncomfortedition</c:v>
                </c:pt>
                <c:pt idx="5005">
                  <c:v>southern_comfort_country</c:v>
                </c:pt>
                <c:pt idx="5006">
                  <c:v>southerncomfortalways</c:v>
                </c:pt>
                <c:pt idx="5007">
                  <c:v>southernchick_kristin07</c:v>
                </c:pt>
                <c:pt idx="5008">
                  <c:v>southern_cherry_bomb08</c:v>
                </c:pt>
                <c:pt idx="5009">
                  <c:v>southerncharmtanning</c:v>
                </c:pt>
                <c:pt idx="5010">
                  <c:v>southern_charm_sarah</c:v>
                </c:pt>
                <c:pt idx="5011">
                  <c:v>southernbrowneyedgal</c:v>
                </c:pt>
                <c:pt idx="5012">
                  <c:v>southern_boy_2_die_4</c:v>
                </c:pt>
                <c:pt idx="5013">
                  <c:v>southernbell_queenbee</c:v>
                </c:pt>
                <c:pt idx="5014">
                  <c:v>southernbellprincess</c:v>
                </c:pt>
                <c:pt idx="5015">
                  <c:v>southernbellesweetie</c:v>
                </c:pt>
                <c:pt idx="5016">
                  <c:v>southernbellehillbillie</c:v>
                </c:pt>
                <c:pt idx="5017">
                  <c:v>southernbabydoll1975</c:v>
                </c:pt>
                <c:pt idx="5018">
                  <c:v>southernangel_babygirl</c:v>
                </c:pt>
                <c:pt idx="5019">
                  <c:v>southernandnotordinary</c:v>
                </c:pt>
                <c:pt idx="5020">
                  <c:v>southernamericanamusic</c:v>
                </c:pt>
                <c:pt idx="5021">
                  <c:v>southernallstarwrestling</c:v>
                </c:pt>
                <c:pt idx="5022">
                  <c:v>southern378alabamacowgirl</c:v>
                </c:pt>
                <c:pt idx="5023">
                  <c:v>southeast_side_skater</c:v>
                </c:pt>
                <c:pt idx="5024">
                  <c:v>southeastmichiganpoker</c:v>
                </c:pt>
                <c:pt idx="5025">
                  <c:v>southeastmichiganmusic</c:v>
                </c:pt>
                <c:pt idx="5026">
                  <c:v>southeastjuniorhighjazzband</c:v>
                </c:pt>
                <c:pt idx="5027">
                  <c:v>southeasternsuperfly</c:v>
                </c:pt>
                <c:pt idx="5028">
                  <c:v>southeasternmusiccollective</c:v>
                </c:pt>
                <c:pt idx="5029">
                  <c:v>south_east713_maryjane</c:v>
                </c:pt>
                <c:pt idx="5030">
                  <c:v>southdaytonfleamarket</c:v>
                </c:pt>
                <c:pt idx="5031">
                  <c:v>south_county_boy2000</c:v>
                </c:pt>
                <c:pt idx="5032">
                  <c:v>southcoastperformance</c:v>
                </c:pt>
                <c:pt idx="5033">
                  <c:v>southcoastentertainment</c:v>
                </c:pt>
                <c:pt idx="5034">
                  <c:v>south_cheer_babe2011</c:v>
                </c:pt>
                <c:pt idx="5035">
                  <c:v>southcentralpremier14</c:v>
                </c:pt>
                <c:pt idx="5036">
                  <c:v>south_carolina_chick</c:v>
                </c:pt>
                <c:pt idx="5037">
                  <c:v>southboundpachydermprinceton</c:v>
                </c:pt>
                <c:pt idx="5038">
                  <c:v>southblockentertainment</c:v>
                </c:pt>
                <c:pt idx="5039">
                  <c:v>southbeachthenightclub</c:v>
                </c:pt>
                <c:pt idx="5040">
                  <c:v>southbeach_hot_babe01</c:v>
                </c:pt>
                <c:pt idx="5041">
                  <c:v>southayrshirevolleyball</c:v>
                </c:pt>
                <c:pt idx="5042">
                  <c:v>sour_sweet_and_tangy</c:v>
                </c:pt>
                <c:pt idx="5043">
                  <c:v>soundwellmusictherapy</c:v>
                </c:pt>
                <c:pt idx="5044">
                  <c:v>soundtracktoageneration</c:v>
                </c:pt>
                <c:pt idx="5045">
                  <c:v>soundthesurrendermusic</c:v>
                </c:pt>
                <c:pt idx="5046">
                  <c:v>soundstormmusicgroup</c:v>
                </c:pt>
                <c:pt idx="5047">
                  <c:v>soundscapeentertainment</c:v>
                </c:pt>
                <c:pt idx="5048">
                  <c:v>soundperceptionmusic</c:v>
                </c:pt>
                <c:pt idx="5049">
                  <c:v>soundlifeentertainment</c:v>
                </c:pt>
                <c:pt idx="5050">
                  <c:v>soundfactoryentertainment</c:v>
                </c:pt>
                <c:pt idx="5051">
                  <c:v>sounddesignedforyourworld</c:v>
                </c:pt>
                <c:pt idx="5052">
                  <c:v>soundcontrolinstallation</c:v>
                </c:pt>
                <c:pt idx="5053">
                  <c:v>soundandsoulgospelchoir</c:v>
                </c:pt>
                <c:pt idx="5054">
                  <c:v>soulvillagepittsburgh</c:v>
                </c:pt>
                <c:pt idx="5055">
                  <c:v>soul_swept_from_emotion</c:v>
                </c:pt>
                <c:pt idx="5056">
                  <c:v>soulstoryentertainment</c:v>
                </c:pt>
                <c:pt idx="5057">
                  <c:v>soulstealingmunchkin</c:v>
                </c:pt>
                <c:pt idx="5058">
                  <c:v>soulstarentertainment</c:v>
                </c:pt>
                <c:pt idx="5059">
                  <c:v>soulsis_entertainment</c:v>
                </c:pt>
                <c:pt idx="5060">
                  <c:v>soulrendingshadoweagle</c:v>
                </c:pt>
                <c:pt idx="5061">
                  <c:v>soulrebel_thelovebelow</c:v>
                </c:pt>
                <c:pt idx="5062">
                  <c:v>soulkissentertainment</c:v>
                </c:pt>
                <c:pt idx="5063">
                  <c:v>soulinterpretsartwear</c:v>
                </c:pt>
                <c:pt idx="5064">
                  <c:v>soulfulsaint_funkymonk</c:v>
                </c:pt>
                <c:pt idx="5065">
                  <c:v>soulfulhousesessions</c:v>
                </c:pt>
                <c:pt idx="5066">
                  <c:v>soul_eater_from_hell</c:v>
                </c:pt>
                <c:pt idx="5067">
                  <c:v>sorryyousaysomething</c:v>
                </c:pt>
                <c:pt idx="5068">
                  <c:v>sorryforpartyrocking</c:v>
                </c:pt>
                <c:pt idx="5069">
                  <c:v>sorrowskaterevolution</c:v>
                </c:pt>
                <c:pt idx="5070">
                  <c:v>sororitylifeplaygirl</c:v>
                </c:pt>
                <c:pt idx="5071">
                  <c:v>sororitygirlally82</c:v>
                </c:pt>
                <c:pt idx="5072">
                  <c:v>sorokinaliza12930</c:v>
                </c:pt>
                <c:pt idx="5073">
                  <c:v>sora_the_heart_slayer</c:v>
                </c:pt>
                <c:pt idx="5074">
                  <c:v>sorakos_fallen_angel</c:v>
                </c:pt>
                <c:pt idx="5075">
                  <c:v>sophisticatedladypainbaby</c:v>
                </c:pt>
                <c:pt idx="5076">
                  <c:v>sophisticatedgirlmonica</c:v>
                </c:pt>
                <c:pt idx="5077">
                  <c:v>sophiehitchcockmusic</c:v>
                </c:pt>
                <c:pt idx="5078">
                  <c:v>sophieelizabethbeard</c:v>
                </c:pt>
                <c:pt idx="5079">
                  <c:v>sophiedarlingexperience</c:v>
                </c:pt>
                <c:pt idx="5080">
                  <c:v>sophiealexandrapilgrim</c:v>
                </c:pt>
                <c:pt idx="5081">
                  <c:v>sophialindseysuckkit</c:v>
                </c:pt>
                <c:pt idx="5082">
                  <c:v>sophia_from_the_desert</c:v>
                </c:pt>
                <c:pt idx="5083">
                  <c:v>soontobesmalltowngirl</c:v>
                </c:pt>
                <c:pt idx="5084">
                  <c:v>soon2beamommy5_18_0</c:v>
                </c:pt>
                <c:pt idx="5085">
                  <c:v>sonny_the_space_monkey</c:v>
                </c:pt>
                <c:pt idx="5086">
                  <c:v>sonny_moore_lubber01</c:v>
                </c:pt>
                <c:pt idx="5087">
                  <c:v>sonnyblackparisisburning</c:v>
                </c:pt>
                <c:pt idx="5088">
                  <c:v>sonic__the__blue__blur__</c:v>
                </c:pt>
                <c:pt idx="5089">
                  <c:v>soniclullabyfestival</c:v>
                </c:pt>
                <c:pt idx="5090">
                  <c:v>sonicentertainmentgroup</c:v>
                </c:pt>
                <c:pt idx="5091">
                  <c:v>sonicdeathmonkey5000</c:v>
                </c:pt>
                <c:pt idx="5092">
                  <c:v>soniamartinezforlife</c:v>
                </c:pt>
                <c:pt idx="5093">
                  <c:v>somewillseek_forgiveness</c:v>
                </c:pt>
                <c:pt idx="5094">
                  <c:v>somewhereunderthesun</c:v>
                </c:pt>
                <c:pt idx="5095">
                  <c:v>somewherethrough1000blues</c:v>
                </c:pt>
                <c:pt idx="5096">
                  <c:v>somewherenearnowhere</c:v>
                </c:pt>
                <c:pt idx="5097">
                  <c:v>somewherebeyondconsciousness</c:v>
                </c:pt>
                <c:pt idx="5098">
                  <c:v>sometimes_its_2_hard</c:v>
                </c:pt>
                <c:pt idx="5099">
                  <c:v>sometimescruelgoddess</c:v>
                </c:pt>
                <c:pt idx="5100">
                  <c:v>somethinyoushouldknow</c:v>
                </c:pt>
                <c:pt idx="5101">
                  <c:v>some_think_like_silence</c:v>
                </c:pt>
                <c:pt idx="5102">
                  <c:v>somethingyoucanalwaysmiss</c:v>
                </c:pt>
                <c:pt idx="5103">
                  <c:v>something_worth_saving</c:v>
                </c:pt>
                <c:pt idx="5104">
                  <c:v>something_went_wrong</c:v>
                </c:pt>
                <c:pt idx="5105">
                  <c:v>somethingthroughsuicide</c:v>
                </c:pt>
                <c:pt idx="5106">
                  <c:v>somethingsweetcharming</c:v>
                </c:pt>
                <c:pt idx="5107">
                  <c:v>something_super_cute09</c:v>
                </c:pt>
                <c:pt idx="5108">
                  <c:v>somethingstirringmusic</c:v>
                </c:pt>
                <c:pt idx="5109">
                  <c:v>somethingsimplemusic</c:v>
                </c:pt>
                <c:pt idx="5110">
                  <c:v>somethingsarejusttoohot</c:v>
                </c:pt>
                <c:pt idx="5111">
                  <c:v>somethingratherwitty</c:v>
                </c:pt>
                <c:pt idx="5112">
                  <c:v>somethingquitefierce</c:v>
                </c:pt>
                <c:pt idx="5113">
                  <c:v>something_pretty_dead</c:v>
                </c:pt>
                <c:pt idx="5114">
                  <c:v>somethinglikethat0002</c:v>
                </c:pt>
                <c:pt idx="5115">
                  <c:v>somethingjustantright</c:v>
                </c:pt>
                <c:pt idx="5116">
                  <c:v>somethinggreatfromnothing</c:v>
                </c:pt>
                <c:pt idx="5117">
                  <c:v>somethingfromthefuture</c:v>
                </c:pt>
                <c:pt idx="5118">
                  <c:v>somethingforyourheart</c:v>
                </c:pt>
                <c:pt idx="5119">
                  <c:v>somethingforcourtney</c:v>
                </c:pt>
                <c:pt idx="5120">
                  <c:v>somethingequallyprofound</c:v>
                </c:pt>
                <c:pt idx="5121">
                  <c:v>somethingdifferentapple</c:v>
                </c:pt>
                <c:pt idx="5122">
                  <c:v>_somethingcleverhere_</c:v>
                </c:pt>
                <c:pt idx="5123">
                  <c:v>somethingbetterchange</c:v>
                </c:pt>
                <c:pt idx="5124">
                  <c:v>somethingartywithmusic</c:v>
                </c:pt>
                <c:pt idx="5125">
                  <c:v>somethingaboutsabrina</c:v>
                </c:pt>
                <c:pt idx="5126">
                  <c:v>somethingaboutautumn</c:v>
                </c:pt>
                <c:pt idx="5127">
                  <c:v>something_4_the_weekend</c:v>
                </c:pt>
                <c:pt idx="5128">
                  <c:v>something2losedrummer</c:v>
                </c:pt>
                <c:pt idx="5129">
                  <c:v>sometechnicaldifficulty</c:v>
                </c:pt>
                <c:pt idx="5130">
                  <c:v>Some_Say_Its_Impossible</c:v>
                </c:pt>
                <c:pt idx="5131">
                  <c:v>somerset.magicarticle</c:v>
                </c:pt>
                <c:pt idx="5132">
                  <c:v>somerandomnumbersandstuff</c:v>
                </c:pt>
                <c:pt idx="5133">
                  <c:v>somerandomguyfromworthing</c:v>
                </c:pt>
                <c:pt idx="5134">
                  <c:v>someproblemskit17339</c:v>
                </c:pt>
                <c:pt idx="5135">
                  <c:v>somepeoplecallmetator</c:v>
                </c:pt>
                <c:pt idx="5136">
                  <c:v>some_people_arent_normal</c:v>
                </c:pt>
                <c:pt idx="5137">
                  <c:v>someoneyouwontforget</c:v>
                </c:pt>
                <c:pt idx="5138">
                  <c:v>someoneyouknow123123</c:v>
                </c:pt>
                <c:pt idx="5139">
                  <c:v>someone_you_dont_know_05</c:v>
                </c:pt>
                <c:pt idx="5140">
                  <c:v>someonewithoutimportance2</c:v>
                </c:pt>
                <c:pt idx="5141">
                  <c:v>someone_who_dont_care05</c:v>
                </c:pt>
                <c:pt idx="5142">
                  <c:v>someonecalltheambivalence</c:v>
                </c:pt>
                <c:pt idx="5143">
                  <c:v>someone_burn_the_church</c:v>
                </c:pt>
                <c:pt idx="5144">
                  <c:v>someobsessivemusicsite</c:v>
                </c:pt>
                <c:pt idx="5145">
                  <c:v>somelovesomeheartbreak</c:v>
                </c:pt>
                <c:pt idx="5146">
                  <c:v>somehowforgottenband</c:v>
                </c:pt>
                <c:pt idx="5147">
                  <c:v>someguywithcurlyhair</c:v>
                </c:pt>
                <c:pt idx="5148">
                  <c:v>somebodyscreampodcast</c:v>
                </c:pt>
                <c:pt idx="5149">
                  <c:v>somebody_please_help</c:v>
                </c:pt>
                <c:pt idx="5150">
                  <c:v>somebodygonedietonight</c:v>
                </c:pt>
                <c:pt idx="5151">
                  <c:v>solusselfdestruction</c:v>
                </c:pt>
                <c:pt idx="5152">
                  <c:v>soloandbassguitar123</c:v>
                </c:pt>
                <c:pt idx="5153">
                  <c:v>solitarieconfinement</c:v>
                </c:pt>
                <c:pt idx="5154">
                  <c:v>solidrockrecordingstudio</c:v>
                </c:pt>
                <c:pt idx="5155">
                  <c:v>soliddrummerandperformer</c:v>
                </c:pt>
                <c:pt idx="5156">
                  <c:v>solid_ass_bitch_allday247</c:v>
                </c:pt>
                <c:pt idx="5157">
                  <c:v>soldiergirlhotcherry</c:v>
                </c:pt>
                <c:pt idx="5158">
                  <c:v>soldier_for_darkness</c:v>
                </c:pt>
                <c:pt idx="5159">
                  <c:v>solanosoftballplaya3</c:v>
                </c:pt>
                <c:pt idx="5160">
                  <c:v>soHOTinthisfrigginhat</c:v>
                </c:pt>
                <c:pt idx="5161">
                  <c:v>softbasketvolleygurl</c:v>
                </c:pt>
                <c:pt idx="5162">
                  <c:v>softballvolleyballchick08</c:v>
                </c:pt>
                <c:pt idx="5163">
                  <c:v>softball_rebel_chick24</c:v>
                </c:pt>
                <c:pt idx="5164">
                  <c:v>softball_player_for_life</c:v>
                </c:pt>
                <c:pt idx="5165">
                  <c:v>softballplayer_15_leah</c:v>
                </c:pt>
                <c:pt idx="5166">
                  <c:v>softball_hottie_12345</c:v>
                </c:pt>
                <c:pt idx="5167">
                  <c:v>softball_girl_strawberry</c:v>
                </c:pt>
                <c:pt idx="5168">
                  <c:v>softballfreak_catcher</c:v>
                </c:pt>
                <c:pt idx="5169">
                  <c:v>softballchick4life54</c:v>
                </c:pt>
                <c:pt idx="5170">
                  <c:v>softball_baller_princess</c:v>
                </c:pt>
                <c:pt idx="5171">
                  <c:v>softball_babe_samantha</c:v>
                </c:pt>
                <c:pt idx="5172">
                  <c:v>softballbabe13olivia</c:v>
                </c:pt>
                <c:pt idx="5173">
                  <c:v>softball_and_pink_rock</c:v>
                </c:pt>
                <c:pt idx="5174">
                  <c:v>sofia_space_not_yours</c:v>
                </c:pt>
                <c:pt idx="5175">
                  <c:v>soddysoftballchick28</c:v>
                </c:pt>
                <c:pt idx="5176">
                  <c:v>societysystemdecontrol</c:v>
                </c:pt>
                <c:pt idx="5177">
                  <c:v>socialworkersaregreat</c:v>
                </c:pt>
                <c:pt idx="5178">
                  <c:v>socialregisterfanclub</c:v>
                </c:pt>
                <c:pt idx="5179">
                  <c:v>sociallyhazardouscustoms</c:v>
                </c:pt>
                <c:pt idx="5180">
                  <c:v>socialexperimentsingrey</c:v>
                </c:pt>
                <c:pt idx="5181">
                  <c:v>socialdrinkingproject</c:v>
                </c:pt>
                <c:pt idx="5182">
                  <c:v>social_butterfly_monica</c:v>
                </c:pt>
                <c:pt idx="5183">
                  <c:v>socialbutterflyjenna</c:v>
                </c:pt>
                <c:pt idx="5184">
                  <c:v>soccer_volleyball_chick</c:v>
                </c:pt>
                <c:pt idx="5185">
                  <c:v>soccersweetheart4ever</c:v>
                </c:pt>
                <c:pt idx="5186">
                  <c:v>soccer_rightfullback_32</c:v>
                </c:pt>
                <c:pt idx="5187">
                  <c:v>soccer_playing_rocker</c:v>
                </c:pt>
                <c:pt idx="5188">
                  <c:v>soccer_playing_chick</c:v>
                </c:pt>
                <c:pt idx="5189">
                  <c:v>soccerplayer_4_for_life</c:v>
                </c:pt>
                <c:pt idx="5190">
                  <c:v>soccer_playa_number9</c:v>
                </c:pt>
                <c:pt idx="5191">
                  <c:v>soccer_playa_4_evolution</c:v>
                </c:pt>
                <c:pt idx="5192">
                  <c:v>soccerlover_always23</c:v>
                </c:pt>
                <c:pt idx="5193">
                  <c:v>soccer2volleyball_chick</c:v>
                </c:pt>
                <c:pt idx="5194">
                  <c:v>socalbrowantinahoe420</c:v>
                </c:pt>
                <c:pt idx="5195">
                  <c:v>snuggle_puff_monster</c:v>
                </c:pt>
                <c:pt idx="5196">
                  <c:v>snugglebunnythepirate</c:v>
                </c:pt>
                <c:pt idx="5197">
                  <c:v>snugglebunny_sweetness</c:v>
                </c:pt>
                <c:pt idx="5198">
                  <c:v>snow_water_dirt_ice_sand</c:v>
                </c:pt>
                <c:pt idx="5199">
                  <c:v>snowmachine_longtime</c:v>
                </c:pt>
                <c:pt idx="5200">
                  <c:v>snowflake_silvermyst</c:v>
                </c:pt>
                <c:pt idx="5201">
                  <c:v>snowflake_drama_queen</c:v>
                </c:pt>
                <c:pt idx="5202">
                  <c:v>snowboaringfreakface</c:v>
                </c:pt>
                <c:pt idx="5203">
                  <c:v>snowboarding_girl2004</c:v>
                </c:pt>
                <c:pt idx="5204">
                  <c:v>snowboardingexperience</c:v>
                </c:pt>
                <c:pt idx="5205">
                  <c:v>snowboardingchick_14</c:v>
                </c:pt>
                <c:pt idx="5206">
                  <c:v>snowboardbigcountry81</c:v>
                </c:pt>
                <c:pt idx="5207">
                  <c:v>snowboard1skate2surf3</c:v>
                </c:pt>
                <c:pt idx="5208">
                  <c:v>snoopythewonderpoodle</c:v>
                </c:pt>
                <c:pt idx="5209">
                  <c:v>snoopythehandsomeboy</c:v>
                </c:pt>
                <c:pt idx="5210">
                  <c:v>snipper_the_fabulous</c:v>
                </c:pt>
                <c:pt idx="5211">
                  <c:v>sniperkittenelizabeth</c:v>
                </c:pt>
                <c:pt idx="5212">
                  <c:v>sniperhisinfernalmajesty</c:v>
                </c:pt>
                <c:pt idx="5213">
                  <c:v>snickerdoodlegoddess</c:v>
                </c:pt>
                <c:pt idx="5214">
                  <c:v>snickerdoodle_chick01</c:v>
                </c:pt>
                <c:pt idx="5215">
                  <c:v>sneaky_rebel_sniper_03</c:v>
                </c:pt>
                <c:pt idx="5216">
                  <c:v>snatchpounderawesomepants</c:v>
                </c:pt>
                <c:pt idx="5217">
                  <c:v>snareyesentertainment</c:v>
                </c:pt>
                <c:pt idx="5218">
                  <c:v>snappy_lil_fire_cracker</c:v>
                </c:pt>
                <c:pt idx="5219">
                  <c:v>snaphappyphotography</c:v>
                </c:pt>
                <c:pt idx="5220">
                  <c:v>snap_crackle_and_pop</c:v>
                </c:pt>
                <c:pt idx="5221">
                  <c:v>snakebite_heart_angel</c:v>
                </c:pt>
                <c:pt idx="5222">
                  <c:v>smooth_like_sandpaper</c:v>
                </c:pt>
                <c:pt idx="5223">
                  <c:v>smoothjazz989memphis</c:v>
                </c:pt>
                <c:pt idx="5224">
                  <c:v>smooth_criminal_six9</c:v>
                </c:pt>
                <c:pt idx="5225">
                  <c:v>smoothcriminalmikedingo</c:v>
                </c:pt>
                <c:pt idx="5226">
                  <c:v>smokingtunainternational</c:v>
                </c:pt>
                <c:pt idx="5227">
                  <c:v>smokeweedeveryday99</c:v>
                </c:pt>
                <c:pt idx="5228">
                  <c:v>smokeweedeveryday227</c:v>
                </c:pt>
                <c:pt idx="5229">
                  <c:v>smoke_weed_everyday21</c:v>
                </c:pt>
                <c:pt idx="5230">
                  <c:v>smokesomethinbitch510</c:v>
                </c:pt>
                <c:pt idx="5231">
                  <c:v>smokescreenentertainment</c:v>
                </c:pt>
                <c:pt idx="5232">
                  <c:v>smoke_marijuana_everyday</c:v>
                </c:pt>
                <c:pt idx="5233">
                  <c:v>smokelikebobmarleydid</c:v>
                </c:pt>
                <c:pt idx="5234">
                  <c:v>smoke_eat_getdrunk_sleep</c:v>
                </c:pt>
                <c:pt idx="5235">
                  <c:v>smokedyourselfretarded</c:v>
                </c:pt>
                <c:pt idx="5236">
                  <c:v>smokedoutmusicforever</c:v>
                </c:pt>
                <c:pt idx="5237">
                  <c:v>smoke_chronic_forever</c:v>
                </c:pt>
                <c:pt idx="5238">
                  <c:v>smoke_bowls_all_day_420</c:v>
                </c:pt>
                <c:pt idx="5239">
                  <c:v>smokeandmirrorsonline</c:v>
                </c:pt>
                <c:pt idx="5240">
                  <c:v>smokeallnightandday1212</c:v>
                </c:pt>
                <c:pt idx="5241">
                  <c:v>smit_the_webdesigner</c:v>
                </c:pt>
                <c:pt idx="5242">
                  <c:v>smileyouralreadydead</c:v>
                </c:pt>
                <c:pt idx="5243">
                  <c:v>smileyouarebeautiful</c:v>
                </c:pt>
                <c:pt idx="5244">
                  <c:v>smileyispartlyretarded</c:v>
                </c:pt>
                <c:pt idx="5245">
                  <c:v>smilesoutherngirl2010</c:v>
                </c:pt>
                <c:pt idx="5246">
                  <c:v>smilesonthegrapevine</c:v>
                </c:pt>
                <c:pt idx="5247">
                  <c:v>smileshannonsandwich</c:v>
                </c:pt>
                <c:pt idx="5248">
                  <c:v>smile_now_cry_later510</c:v>
                </c:pt>
                <c:pt idx="5249">
                  <c:v>smile_now_cry_later_21</c:v>
                </c:pt>
                <c:pt idx="5250">
                  <c:v>smilenowcrylater1251</c:v>
                </c:pt>
                <c:pt idx="5251">
                  <c:v>smilenow_crylater1215</c:v>
                </c:pt>
                <c:pt idx="5252">
                  <c:v>smile_now_cry_later09</c:v>
                </c:pt>
                <c:pt idx="5253">
                  <c:v>smile_laugh_cheer_talk</c:v>
                </c:pt>
                <c:pt idx="5254">
                  <c:v>smile_for_the_camara</c:v>
                </c:pt>
                <c:pt idx="5255">
                  <c:v>smileeachandeveryday</c:v>
                </c:pt>
                <c:pt idx="5256">
                  <c:v>smilebrightadanthasunrise</c:v>
                </c:pt>
                <c:pt idx="5257">
                  <c:v>smilebeautifullydisturbed</c:v>
                </c:pt>
                <c:pt idx="5258">
                  <c:v>smilearoundtheface123</c:v>
                </c:pt>
                <c:pt idx="5259">
                  <c:v>Smile_and_Understand</c:v>
                </c:pt>
                <c:pt idx="5260">
                  <c:v>smile_and_look_pretty</c:v>
                </c:pt>
                <c:pt idx="5261">
                  <c:v>smile_and_just_dance</c:v>
                </c:pt>
                <c:pt idx="5262">
                  <c:v>smellypiratehookersforme</c:v>
                </c:pt>
                <c:pt idx="5263">
                  <c:v>smellyjellybellykelly</c:v>
                </c:pt>
                <c:pt idx="5264">
                  <c:v>smellingdeadroses23</c:v>
                </c:pt>
                <c:pt idx="5265">
                  <c:v>smelled_like_lou_dog</c:v>
                </c:pt>
                <c:pt idx="5266">
                  <c:v>smashyouintotheground</c:v>
                </c:pt>
                <c:pt idx="5267">
                  <c:v>smash_mouth_football</c:v>
                </c:pt>
                <c:pt idx="5268">
                  <c:v>smartypantsorangegatorade</c:v>
                </c:pt>
                <c:pt idx="5269">
                  <c:v>smartwaterandgrapejuice</c:v>
                </c:pt>
                <c:pt idx="5270">
                  <c:v>smartstudentsamantha</c:v>
                </c:pt>
                <c:pt idx="5271">
                  <c:v>smartsophisticatedclassy</c:v>
                </c:pt>
                <c:pt idx="5272">
                  <c:v>smartsophietheblonde</c:v>
                </c:pt>
                <c:pt idx="5273">
                  <c:v>smart_legal_assistant</c:v>
                </c:pt>
                <c:pt idx="5274">
                  <c:v>smartholyandbeautiful</c:v>
                </c:pt>
                <c:pt idx="5275">
                  <c:v>smart_blonde_brittany</c:v>
                </c:pt>
                <c:pt idx="5276">
                  <c:v>smart_beautiful_driven</c:v>
                </c:pt>
                <c:pt idx="5277">
                  <c:v>smallwoodlandcreature</c:v>
                </c:pt>
                <c:pt idx="5278">
                  <c:v>smallwonderwolfpackent</c:v>
                </c:pt>
                <c:pt idx="5279">
                  <c:v>smallville_sweetheart</c:v>
                </c:pt>
                <c:pt idx="5280">
                  <c:v>smallville_fan_4_life</c:v>
                </c:pt>
                <c:pt idx="5281">
                  <c:v>smallvilleandchocolate</c:v>
                </c:pt>
                <c:pt idx="5282">
                  <c:v>smalltownsoutherngal0</c:v>
                </c:pt>
                <c:pt idx="5283">
                  <c:v>smalltownmusicfactory</c:v>
                </c:pt>
                <c:pt idx="5284">
                  <c:v>small_town_girl12345</c:v>
                </c:pt>
                <c:pt idx="5285">
                  <c:v>small_simple_safeprice</c:v>
                </c:pt>
                <c:pt idx="5286">
                  <c:v>small_penis_for_erin</c:v>
                </c:pt>
                <c:pt idx="5287">
                  <c:v>smallmouthbassslayer</c:v>
                </c:pt>
                <c:pt idx="5288">
                  <c:v>small_height_big_heart</c:v>
                </c:pt>
                <c:pt idx="5289">
                  <c:v>smallfryentertainment</c:v>
                </c:pt>
                <c:pt idx="5290">
                  <c:v>smalldetailingbusiness</c:v>
                </c:pt>
                <c:pt idx="5291">
                  <c:v>smackwhiteentertainment</c:v>
                </c:pt>
                <c:pt idx="5292">
                  <c:v>smacktalkandrawhacking</c:v>
                </c:pt>
                <c:pt idx="5293">
                  <c:v>slysarah_rox_the_universe</c:v>
                </c:pt>
                <c:pt idx="5294">
                  <c:v>sluttybitchthatgothacked</c:v>
                </c:pt>
                <c:pt idx="5295">
                  <c:v>slumberguitarplayerfriend</c:v>
                </c:pt>
                <c:pt idx="5296">
                  <c:v>slowmotionblacklightning</c:v>
                </c:pt>
                <c:pt idx="5297">
                  <c:v>slowly_falling_behind</c:v>
                </c:pt>
                <c:pt idx="5298">
                  <c:v>slowly_bleeding_away</c:v>
                </c:pt>
                <c:pt idx="5299">
                  <c:v>slityourwristsandpray1</c:v>
                </c:pt>
                <c:pt idx="5300">
                  <c:v>slit_wrist_vengeance</c:v>
                </c:pt>
                <c:pt idx="5301">
                  <c:v>slitwristsofalovedone</c:v>
                </c:pt>
                <c:pt idx="5302">
                  <c:v>slitwristsandblackedeyes</c:v>
                </c:pt>
                <c:pt idx="5303">
                  <c:v>slip_the_system_12321</c:v>
                </c:pt>
                <c:pt idx="5304">
                  <c:v>slipthesevenfoldknot</c:v>
                </c:pt>
                <c:pt idx="5305">
                  <c:v>slippingintosenility</c:v>
                </c:pt>
                <c:pt idx="5306">
                  <c:v>slipperynippleplease</c:v>
                </c:pt>
                <c:pt idx="5307">
                  <c:v>slipperykittywhenwet</c:v>
                </c:pt>
                <c:pt idx="5308">
                  <c:v>slipknotwillneverdie</c:v>
                </c:pt>
                <c:pt idx="5309">
                  <c:v>slipknot_will_kill_you</c:v>
                </c:pt>
                <c:pt idx="5310">
                  <c:v>slipknotwaitandbleed</c:v>
                </c:pt>
                <c:pt idx="5311">
                  <c:v>slipknot_the_romance</c:v>
                </c:pt>
                <c:pt idx="5312">
                  <c:v>slipknot_head_banger</c:v>
                </c:pt>
                <c:pt idx="5313">
                  <c:v>slinkysundaysessions</c:v>
                </c:pt>
                <c:pt idx="5314">
                  <c:v>slinging_ink_for_you</c:v>
                </c:pt>
                <c:pt idx="5315">
                  <c:v>slimshadyspinkladies02</c:v>
                </c:pt>
                <c:pt idx="5316">
                  <c:v>slimshadyspinkladies</c:v>
                </c:pt>
                <c:pt idx="5317">
                  <c:v>_slim_shady_baby_9_</c:v>
                </c:pt>
                <c:pt idx="5318">
                  <c:v>slimfine318sportcity</c:v>
                </c:pt>
                <c:pt idx="5319">
                  <c:v>slightly_sir_benjamin</c:v>
                </c:pt>
                <c:pt idx="5320">
                  <c:v>slightlynotstonedenough92</c:v>
                </c:pt>
                <c:pt idx="5321">
                  <c:v>slightlymisguidedband</c:v>
                </c:pt>
                <c:pt idx="5322">
                  <c:v>slightlylessprofessional</c:v>
                </c:pt>
                <c:pt idx="5323">
                  <c:v>slightlyeccentrictwist</c:v>
                </c:pt>
                <c:pt idx="5324">
                  <c:v>slightlyeatencabbage</c:v>
                </c:pt>
                <c:pt idx="5325">
                  <c:v>slightlyathleticchuck</c:v>
                </c:pt>
                <c:pt idx="5326">
                  <c:v>slickerthanwormsperm</c:v>
                </c:pt>
                <c:pt idx="5327">
                  <c:v>sleepyvultureandthefriendchoir</c:v>
                </c:pt>
                <c:pt idx="5328">
                  <c:v>_sleep_well_tonight_</c:v>
                </c:pt>
                <c:pt idx="5329">
                  <c:v>sleepparalysisanonymous</c:v>
                </c:pt>
                <c:pt idx="5330">
                  <c:v>sleeplonelyuntiltonight</c:v>
                </c:pt>
                <c:pt idx="5331">
                  <c:v>sleeplessroundtheclock</c:v>
                </c:pt>
                <c:pt idx="5332">
                  <c:v>sleeplessdreamermusic</c:v>
                </c:pt>
                <c:pt idx="5333">
                  <c:v>sleeping_with_the_fish</c:v>
                </c:pt>
                <c:pt idx="5334">
                  <c:v>sleepingwiththedevil</c:v>
                </c:pt>
                <c:pt idx="5335">
                  <c:v>sleepingwhileyourawake</c:v>
                </c:pt>
                <c:pt idx="5336">
                  <c:v>sleepingthroughtherevolution</c:v>
                </c:pt>
                <c:pt idx="5337">
                  <c:v>sleepinglatepriceless</c:v>
                </c:pt>
                <c:pt idx="5338">
                  <c:v>sleepingdogsliemovie</c:v>
                </c:pt>
                <c:pt idx="5339">
                  <c:v>sleeping_cemeterylove</c:v>
                </c:pt>
                <c:pt idx="5340">
                  <c:v>sleepingbeautyprincess</c:v>
                </c:pt>
                <c:pt idx="5341">
                  <c:v>sleepingangelkiller07</c:v>
                </c:pt>
                <c:pt idx="5342">
                  <c:v>sleepanimalandthetangent</c:v>
                </c:pt>
                <c:pt idx="5343">
                  <c:v>slaughterthewretchedpig</c:v>
                </c:pt>
                <c:pt idx="5344">
                  <c:v>slaughterhousemusicrippat</c:v>
                </c:pt>
                <c:pt idx="5345">
                  <c:v>slashedgracemagazine</c:v>
                </c:pt>
                <c:pt idx="5346">
                  <c:v>slashdancefilmfestival</c:v>
                </c:pt>
                <c:pt idx="5347">
                  <c:v>sky_walker_street_team</c:v>
                </c:pt>
                <c:pt idx="5348">
                  <c:v>skytouchchristianministry</c:v>
                </c:pt>
                <c:pt idx="5349">
                  <c:v>skyhookentertainment</c:v>
                </c:pt>
                <c:pt idx="5350">
                  <c:v>skyhighentertainment</c:v>
                </c:pt>
                <c:pt idx="5351">
                  <c:v>skyblueentertainment</c:v>
                </c:pt>
                <c:pt idx="5352">
                  <c:v>skull_seeker_shadow_244</c:v>
                </c:pt>
                <c:pt idx="5353">
                  <c:v>skullsandcrossbones722</c:v>
                </c:pt>
                <c:pt idx="5354">
                  <c:v>skiving_driving_surviving</c:v>
                </c:pt>
                <c:pt idx="5355">
                  <c:v>skittlestastetherainbow14</c:v>
                </c:pt>
                <c:pt idx="5356">
                  <c:v>skittles_are_the_rainbow</c:v>
                </c:pt>
                <c:pt idx="5357">
                  <c:v>skipthelightfantastic</c:v>
                </c:pt>
                <c:pt idx="5358">
                  <c:v>skippyondawonderbread</c:v>
                </c:pt>
                <c:pt idx="5359">
                  <c:v>skipping_brigade_master</c:v>
                </c:pt>
                <c:pt idx="5360">
                  <c:v>skipdividedmalfunction</c:v>
                </c:pt>
                <c:pt idx="5361">
                  <c:v>skinnywhiteboymusic3</c:v>
                </c:pt>
                <c:pt idx="5362">
                  <c:v>skinnywhiteboymusic2</c:v>
                </c:pt>
                <c:pt idx="5363">
                  <c:v>skinnyvintageflowerlayout</c:v>
                </c:pt>
                <c:pt idx="5364">
                  <c:v>skinnypuppy_chainsaw</c:v>
                </c:pt>
                <c:pt idx="5365">
                  <c:v>skinny_dipping_friend</c:v>
                </c:pt>
                <c:pt idx="5366">
                  <c:v>skinnydipperallnightlong</c:v>
                </c:pt>
                <c:pt idx="5367">
                  <c:v>skinnyblackjeanslover</c:v>
                </c:pt>
                <c:pt idx="5368">
                  <c:v>skinnyassfreak_whiteboy__</c:v>
                </c:pt>
                <c:pt idx="5369">
                  <c:v>skinheadmobentertainment</c:v>
                </c:pt>
                <c:pt idx="5370">
                  <c:v>skilletcookiemonster</c:v>
                </c:pt>
                <c:pt idx="5371">
                  <c:v>skijumping-icehockey</c:v>
                </c:pt>
                <c:pt idx="5372">
                  <c:v>skibum_international</c:v>
                </c:pt>
                <c:pt idx="5373">
                  <c:v>sketchingoutfairytales</c:v>
                </c:pt>
                <c:pt idx="5374">
                  <c:v>sketchcitymanchester</c:v>
                </c:pt>
                <c:pt idx="5375">
                  <c:v>sketchboard_tester25</c:v>
                </c:pt>
                <c:pt idx="5376">
                  <c:v>sketchboard_tester24</c:v>
                </c:pt>
                <c:pt idx="5377">
                  <c:v>sketchboard_tester21</c:v>
                </c:pt>
                <c:pt idx="5378">
                  <c:v>sketchboard_tester19</c:v>
                </c:pt>
                <c:pt idx="5379">
                  <c:v>skeleton_crew_tribute</c:v>
                </c:pt>
                <c:pt idx="5380">
                  <c:v>skating_till_sundown</c:v>
                </c:pt>
                <c:pt idx="5381">
                  <c:v>skating_socialworker</c:v>
                </c:pt>
                <c:pt idx="5382">
                  <c:v>skatingbirdhouseforever</c:v>
                </c:pt>
                <c:pt idx="5383">
                  <c:v>skatingbikingskiingboy123</c:v>
                </c:pt>
                <c:pt idx="5384">
                  <c:v>skate_zero_for_life111</c:v>
                </c:pt>
                <c:pt idx="5385">
                  <c:v>skater_without_reason</c:v>
                </c:pt>
                <c:pt idx="5386">
                  <c:v>skaterandfisher4life</c:v>
                </c:pt>
                <c:pt idx="5387">
                  <c:v>skater4lifedontbeabitch1</c:v>
                </c:pt>
                <c:pt idx="5388">
                  <c:v>skateforzeroandfallen</c:v>
                </c:pt>
                <c:pt idx="5389">
                  <c:v>skatecitywestminster</c:v>
                </c:pt>
                <c:pt idx="5390">
                  <c:v>skatebrownmiddleschool</c:v>
                </c:pt>
                <c:pt idx="5391">
                  <c:v>skateboardrevolution</c:v>
                </c:pt>
                <c:pt idx="5392">
                  <c:v>skateboardprincess317</c:v>
                </c:pt>
                <c:pt idx="5393">
                  <c:v>skateboardingroxdude</c:v>
                </c:pt>
                <c:pt idx="5394">
                  <c:v>skateboarding_anime_freak</c:v>
                </c:pt>
                <c:pt idx="5395">
                  <c:v>skateboarding_and_music_</c:v>
                </c:pt>
                <c:pt idx="5396">
                  <c:v>skateboard_headquarter</c:v>
                </c:pt>
                <c:pt idx="5397">
                  <c:v>skateboarder_rocker209</c:v>
                </c:pt>
                <c:pt idx="5398">
                  <c:v>skateboarder_for_life_23</c:v>
                </c:pt>
                <c:pt idx="5399">
                  <c:v>skateboarder_for_life_</c:v>
                </c:pt>
                <c:pt idx="5400">
                  <c:v>skateboardercolorconfused</c:v>
                </c:pt>
                <c:pt idx="5401">
                  <c:v>skateboarder_chick4323</c:v>
                </c:pt>
                <c:pt idx="5402">
                  <c:v>skateboarderchick123</c:v>
                </c:pt>
                <c:pt idx="5403">
                  <c:v>skateandplayguitarforlife</c:v>
                </c:pt>
                <c:pt idx="5404">
                  <c:v>skateandguitarplayer</c:v>
                </c:pt>
                <c:pt idx="5405">
                  <c:v>skate_and_destroy</c:v>
                </c:pt>
                <c:pt idx="5406">
                  <c:v>skate_almost_forever</c:v>
                </c:pt>
                <c:pt idx="5407">
                  <c:v>skate_all_day_everyday</c:v>
                </c:pt>
                <c:pt idx="5408">
                  <c:v>skate4life_kobe_bitch</c:v>
                </c:pt>
                <c:pt idx="5409">
                  <c:v>sixteenthsolidspread</c:v>
                </c:pt>
                <c:pt idx="5410">
                  <c:v>sixteenstarmanagement</c:v>
                </c:pt>
                <c:pt idx="5411">
                  <c:v>sixstringmassacre_55</c:v>
                </c:pt>
                <c:pt idx="5412">
                  <c:v>sixonetreyentertainment</c:v>
                </c:pt>
                <c:pt idx="5413">
                  <c:v>sixhundredseventyone</c:v>
                </c:pt>
                <c:pt idx="5414">
                  <c:v>sixhundredandsixtyfive</c:v>
                </c:pt>
                <c:pt idx="5415">
                  <c:v>sixfootfiveandbulletproof</c:v>
                </c:pt>
                <c:pt idx="5416">
                  <c:v>sittingwaitingandwishing</c:v>
                </c:pt>
                <c:pt idx="5417">
                  <c:v>site_for_messin_wit111111</c:v>
                </c:pt>
                <c:pt idx="5418">
                  <c:v>sit_back_relax_relapse</c:v>
                </c:pt>
                <c:pt idx="5419">
                  <c:v>sistertabithasurprise</c:v>
                </c:pt>
                <c:pt idx="5420">
                  <c:v>sistersheerstargazer</c:v>
                </c:pt>
                <c:pt idx="5421">
                  <c:v>sister_molly_margaret</c:v>
                </c:pt>
                <c:pt idx="5422">
                  <c:v>sister_mary_elephant</c:v>
                </c:pt>
                <c:pt idx="5423">
                  <c:v>sisterinchristalways</c:v>
                </c:pt>
                <c:pt idx="5424">
                  <c:v>sisterfromanothermister_1</c:v>
                </c:pt>
                <c:pt idx="5425">
                  <c:v>sisterchristianfancypants</c:v>
                </c:pt>
                <c:pt idx="5426">
                  <c:v>sissy_the_red_headed_girl</c:v>
                </c:pt>
                <c:pt idx="5427">
                  <c:v>sissyfortraining2000</c:v>
                </c:pt>
                <c:pt idx="5428">
                  <c:v>sir_stallionbonkalot</c:v>
                </c:pt>
                <c:pt idx="5429">
                  <c:v>sir_jake_the_mistake_17</c:v>
                </c:pt>
                <c:pt idx="5430">
                  <c:v>sirenchristianrockband</c:v>
                </c:pt>
                <c:pt idx="5431">
                  <c:v>sippinonsomebluedrank</c:v>
                </c:pt>
                <c:pt idx="5432">
                  <c:v>sinthetic_revolution</c:v>
                </c:pt>
                <c:pt idx="5433">
                  <c:v>sinthesolecontroller</c:v>
                </c:pt>
                <c:pt idx="5434">
                  <c:v>sinsationallysunshine</c:v>
                </c:pt>
                <c:pt idx="5435">
                  <c:v>sink_your_teeth_into</c:v>
                </c:pt>
                <c:pt idx="5436">
                  <c:v>sinkingshipsandbravery</c:v>
                </c:pt>
                <c:pt idx="5437">
                  <c:v>sinisterserenityband</c:v>
                </c:pt>
                <c:pt idx="5438">
                  <c:v>sinisteroutrightbehavior</c:v>
                </c:pt>
                <c:pt idx="5439">
                  <c:v>sinister_looking_sock</c:v>
                </c:pt>
                <c:pt idx="5440">
                  <c:v>sinisterbadkitty5000</c:v>
                </c:pt>
                <c:pt idx="5441">
                  <c:v>singwithyourhairbrush</c:v>
                </c:pt>
                <c:pt idx="5442">
                  <c:v>singtomeyouelectricbitch</c:v>
                </c:pt>
                <c:pt idx="5443">
                  <c:v>singthebodyelectric5</c:v>
                </c:pt>
                <c:pt idx="5444">
                  <c:v>singthebodyelectric1</c:v>
                </c:pt>
                <c:pt idx="5445">
                  <c:v>sing_scream_saygoodbye</c:v>
                </c:pt>
                <c:pt idx="5446">
                  <c:v>single_shot_army_dude_18</c:v>
                </c:pt>
                <c:pt idx="5447">
                  <c:v>single_princess_looking</c:v>
                </c:pt>
                <c:pt idx="5448">
                  <c:v>single_minded_liberation</c:v>
                </c:pt>
                <c:pt idx="5449">
                  <c:v>singlemalesportsguy92</c:v>
                </c:pt>
                <c:pt idx="5450">
                  <c:v>single_and_ready2mingle</c:v>
                </c:pt>
                <c:pt idx="5451">
                  <c:v>singing_with_passion</c:v>
                </c:pt>
                <c:pt idx="5452">
                  <c:v>singingsoftballplayer</c:v>
                </c:pt>
                <c:pt idx="5453">
                  <c:v>singingsensation4ever</c:v>
                </c:pt>
                <c:pt idx="5454">
                  <c:v>_singing_music_4_life</c:v>
                </c:pt>
                <c:pt idx="5455">
                  <c:v>singing_lion_princess</c:v>
                </c:pt>
                <c:pt idx="5456">
                  <c:v>singingheycarrieanne</c:v>
                </c:pt>
                <c:pt idx="5457">
                  <c:v>singing_country_gurl_0</c:v>
                </c:pt>
                <c:pt idx="5458">
                  <c:v>singingcountrygirl87</c:v>
                </c:pt>
                <c:pt idx="5459">
                  <c:v>singingandshopping4eva</c:v>
                </c:pt>
                <c:pt idx="5460">
                  <c:v>singingandmusicfreak</c:v>
                </c:pt>
                <c:pt idx="5461">
                  <c:v>singer_song_writer_7</c:v>
                </c:pt>
                <c:pt idx="5462">
                  <c:v>singerpoetsongwriter</c:v>
                </c:pt>
                <c:pt idx="5463">
                  <c:v>singdancesmileandlive</c:v>
                </c:pt>
                <c:pt idx="5464">
                  <c:v>singdanceandenjoylife</c:v>
                </c:pt>
                <c:pt idx="5465">
                  <c:v>sinfullysweetassassin</c:v>
                </c:pt>
                <c:pt idx="5466">
                  <c:v>sinfullycharmingsonny</c:v>
                </c:pt>
                <c:pt idx="5467">
                  <c:v>sinfulkatastrophe91708</c:v>
                </c:pt>
                <c:pt idx="5468">
                  <c:v>sincityfortlauderdale</c:v>
                </c:pt>
                <c:pt idx="5469">
                  <c:v>sincityentertainmenttampa</c:v>
                </c:pt>
                <c:pt idx="5470">
                  <c:v>sincerelyyoursraelynn</c:v>
                </c:pt>
                <c:pt idx="5471">
                  <c:v>sincerelyyoursmusic510</c:v>
                </c:pt>
                <c:pt idx="5472">
                  <c:v>sincerelysugarcoated</c:v>
                </c:pt>
                <c:pt idx="5473">
                  <c:v>simplywaitingstreetteam</c:v>
                </c:pt>
                <c:pt idx="5474">
                  <c:v>simplyunfooledaroundwith</c:v>
                </c:pt>
                <c:pt idx="5475">
                  <c:v>simplythebesthaterproof</c:v>
                </c:pt>
                <c:pt idx="5476">
                  <c:v>simply_sweet_patrice</c:v>
                </c:pt>
                <c:pt idx="5477">
                  <c:v>simplysimplemandaboo</c:v>
                </c:pt>
                <c:pt idx="5478">
                  <c:v>simplyperfectkristina</c:v>
                </c:pt>
                <c:pt idx="5479">
                  <c:v>simplymissunderstood</c:v>
                </c:pt>
                <c:pt idx="5480">
                  <c:v>simplyirresistiblehair</c:v>
                </c:pt>
                <c:pt idx="5481">
                  <c:v>simply_gorgeous_leslie</c:v>
                </c:pt>
                <c:pt idx="5482">
                  <c:v>simplygorgeouscontest</c:v>
                </c:pt>
                <c:pt idx="5483">
                  <c:v>simplyfuckingcomplicated</c:v>
                </c:pt>
                <c:pt idx="5484">
                  <c:v>simply_forgotten_promoter</c:v>
                </c:pt>
                <c:pt idx="5485">
                  <c:v>simplyelegant_morgan</c:v>
                </c:pt>
                <c:pt idx="5486">
                  <c:v>simplydeliciouscocoabeach</c:v>
                </c:pt>
                <c:pt idx="5487">
                  <c:v>simplybronzedtanningsalon</c:v>
                </c:pt>
                <c:pt idx="5488">
                  <c:v>simplyblackandwhiteband</c:v>
                </c:pt>
                <c:pt idx="5489">
                  <c:v>simplybeautifulmissgrant</c:v>
                </c:pt>
                <c:pt idx="5490">
                  <c:v>simplicitycustomgraphics</c:v>
                </c:pt>
                <c:pt idx="5491">
                  <c:v>simpleyetconfusing</c:v>
                </c:pt>
                <c:pt idx="5492">
                  <c:v>simpleyetconfused101</c:v>
                </c:pt>
                <c:pt idx="5493">
                  <c:v>simplepleasuresinlife2</c:v>
                </c:pt>
                <c:pt idx="5494">
                  <c:v>simplepleasurerentalcabin</c:v>
                </c:pt>
                <c:pt idx="5495">
                  <c:v>simpleplanlover14chuck</c:v>
                </c:pt>
                <c:pt idx="5496">
                  <c:v>simple_plan_lover1234</c:v>
                </c:pt>
                <c:pt idx="5497">
                  <c:v>simpleplanfreak4life</c:v>
                </c:pt>
                <c:pt idx="5498">
                  <c:v>simpleplanfanforever</c:v>
                </c:pt>
                <c:pt idx="5499">
                  <c:v>simplemindedlaughinghyena</c:v>
                </c:pt>
                <c:pt idx="5500">
                  <c:v>simplemindedentertainment</c:v>
                </c:pt>
                <c:pt idx="5501">
                  <c:v>simple_man_shall_change</c:v>
                </c:pt>
                <c:pt idx="5502">
                  <c:v>simplecountrygirl2000</c:v>
                </c:pt>
                <c:pt idx="5503">
                  <c:v>simple_country_girl_1981</c:v>
                </c:pt>
                <c:pt idx="5504">
                  <c:v>simple7yet7confusing</c:v>
                </c:pt>
                <c:pt idx="5505">
                  <c:v>simonehusbandforlife</c:v>
                </c:pt>
                <c:pt idx="5506">
                  <c:v>simoneelizabethmusic</c:v>
                </c:pt>
                <c:pt idx="5507">
                  <c:v>silver_winged_angel_24</c:v>
                </c:pt>
                <c:pt idx="5508">
                  <c:v>silver_tongued_devil</c:v>
                </c:pt>
                <c:pt idx="5509">
                  <c:v>silvertear_moonstorm</c:v>
                </c:pt>
                <c:pt idx="5510">
                  <c:v>silverspringspizzafactory</c:v>
                </c:pt>
                <c:pt idx="5511">
                  <c:v>silverspoondanceproject</c:v>
                </c:pt>
                <c:pt idx="5512">
                  <c:v>silversinglefeaturing</c:v>
                </c:pt>
                <c:pt idx="5513">
                  <c:v>silversidenickelback</c:v>
                </c:pt>
                <c:pt idx="5514">
                  <c:v>silverrosedemigoddess</c:v>
                </c:pt>
                <c:pt idx="5515">
                  <c:v>silvermetalalchemist</c:v>
                </c:pt>
                <c:pt idx="5516">
                  <c:v>silverlookingbracelet</c:v>
                </c:pt>
                <c:pt idx="5517">
                  <c:v>silverliningentertainment</c:v>
                </c:pt>
                <c:pt idx="5518">
                  <c:v>silverlinephotography</c:v>
                </c:pt>
                <c:pt idx="5519">
                  <c:v>silvericebreakfastclub</c:v>
                </c:pt>
                <c:pt idx="5520">
                  <c:v>silverhairedmanyazoo</c:v>
                </c:pt>
                <c:pt idx="5521">
                  <c:v>silverfrogjewelrystudio</c:v>
                </c:pt>
                <c:pt idx="5522">
                  <c:v>silverculinaryconsulting</c:v>
                </c:pt>
                <c:pt idx="5523">
                  <c:v>silverbulletdisplay</c:v>
                </c:pt>
                <c:pt idx="5524">
                  <c:v>silverbulletdisplay1</c:v>
                </c:pt>
                <c:pt idx="5525">
                  <c:v>silverbrigadebandguy_08</c:v>
                </c:pt>
                <c:pt idx="5526">
                  <c:v>silverblade_alchemist</c:v>
                </c:pt>
                <c:pt idx="5527">
                  <c:v>silverandblack_4life</c:v>
                </c:pt>
                <c:pt idx="5528">
                  <c:v>silvadollarprincess1</c:v>
                </c:pt>
                <c:pt idx="5529">
                  <c:v>silvacatsoundstation</c:v>
                </c:pt>
                <c:pt idx="5530">
                  <c:v>sillywillybillyhillbilly</c:v>
                </c:pt>
                <c:pt idx="5531">
                  <c:v>silly_stoner_lawrence</c:v>
                </c:pt>
                <c:pt idx="5532">
                  <c:v>sillypants_spoonthief</c:v>
                </c:pt>
                <c:pt idx="5533">
                  <c:v>sillynameserioussandwich</c:v>
                </c:pt>
                <c:pt idx="5534">
                  <c:v>sillylittlepartygirl</c:v>
                </c:pt>
                <c:pt idx="5535">
                  <c:v>silly_dilly_willy_01</c:v>
                </c:pt>
                <c:pt idx="5536">
                  <c:v>silky_smooth_delight</c:v>
                </c:pt>
                <c:pt idx="5537">
                  <c:v>silkysmoothbrownsugar</c:v>
                </c:pt>
                <c:pt idx="5538">
                  <c:v>silicon_lemming_alchemist</c:v>
                </c:pt>
                <c:pt idx="5539">
                  <c:v>silhouetteagainstthesky</c:v>
                </c:pt>
                <c:pt idx="5540">
                  <c:v>silentwintersyndrome</c:v>
                </c:pt>
                <c:pt idx="5541">
                  <c:v>silentsoulentertainment</c:v>
                </c:pt>
                <c:pt idx="5542">
                  <c:v>silent_shy_sweetness</c:v>
                </c:pt>
                <c:pt idx="5543">
                  <c:v>silentpointlallalala</c:v>
                </c:pt>
                <c:pt idx="5544">
                  <c:v>silentmajoritymember</c:v>
                </c:pt>
                <c:pt idx="5545">
                  <c:v>silentlyscreamingmurder</c:v>
                </c:pt>
                <c:pt idx="5546">
                  <c:v>silent_hill_media_center</c:v>
                </c:pt>
                <c:pt idx="5547">
                  <c:v>silentharmonyrecording</c:v>
                </c:pt>
                <c:pt idx="5548">
                  <c:v>silentgracewithoutdignity</c:v>
                </c:pt>
                <c:pt idx="5549">
                  <c:v>silencingthehostage1</c:v>
                </c:pt>
                <c:pt idx="5550">
                  <c:v>silencethroughbattle</c:v>
                </c:pt>
                <c:pt idx="5551">
                  <c:v>silence_this_little_heart</c:v>
                </c:pt>
                <c:pt idx="5552">
                  <c:v>silenceinsanitymusic</c:v>
                </c:pt>
                <c:pt idx="5553">
                  <c:v>silenced_for_life_19</c:v>
                </c:pt>
                <c:pt idx="5554">
                  <c:v>silenceandtheecstasy</c:v>
                </c:pt>
                <c:pt idx="5555">
                  <c:v>significantother_rev2217</c:v>
                </c:pt>
                <c:pt idx="5556">
                  <c:v>signalstrengthmastering</c:v>
                </c:pt>
                <c:pt idx="5557">
                  <c:v>sierra_under_pressure</c:v>
                </c:pt>
                <c:pt idx="5558">
                  <c:v>sierra_the_wild_child</c:v>
                </c:pt>
                <c:pt idx="5559">
                  <c:v>sierratheaterrockconcertsindelano</c:v>
                </c:pt>
                <c:pt idx="5560">
                  <c:v>sierrahighschoolchoir</c:v>
                </c:pt>
                <c:pt idx="5561">
                  <c:v>sierraandmichelle4ever</c:v>
                </c:pt>
                <c:pt idx="5562">
                  <c:v>sidewalksandwhiteout</c:v>
                </c:pt>
                <c:pt idx="5563">
                  <c:v>sic_slipknot_maggot_</c:v>
                </c:pt>
                <c:pt idx="5564">
                  <c:v>sick_strange_darkness</c:v>
                </c:pt>
                <c:pt idx="5565">
                  <c:v>sicksadsurrealsexyworld</c:v>
                </c:pt>
                <c:pt idx="5566">
                  <c:v>sickmotherfuckingrick</c:v>
                </c:pt>
                <c:pt idx="5567">
                  <c:v>sic_and_twisted_soul</c:v>
                </c:pt>
                <c:pt idx="5568">
                  <c:v>shyyetdangerousbritt</c:v>
                </c:pt>
                <c:pt idx="5569">
                  <c:v>shyquietbutdangerous</c:v>
                </c:pt>
                <c:pt idx="5570">
                  <c:v>shylittlemissblondie</c:v>
                </c:pt>
                <c:pt idx="5571">
                  <c:v>shyandsweetplusthree</c:v>
                </c:pt>
                <c:pt idx="5572">
                  <c:v>shutyourcocksucker45</c:v>
                </c:pt>
                <c:pt idx="5573">
                  <c:v>shut_the_bathroom_door</c:v>
                </c:pt>
                <c:pt idx="5574">
                  <c:v>shutterbugphotography</c:v>
                </c:pt>
                <c:pt idx="5575">
                  <c:v>shutdownsleeprestart</c:v>
                </c:pt>
                <c:pt idx="5576">
                  <c:v>shrimpmanstreetfighter</c:v>
                </c:pt>
                <c:pt idx="5577">
                  <c:v>shreveport_young_kat</c:v>
                </c:pt>
                <c:pt idx="5578">
                  <c:v>shreveportfestivalplaza</c:v>
                </c:pt>
                <c:pt idx="5579">
                  <c:v>shredgod_rosstheboss</c:v>
                </c:pt>
                <c:pt idx="5580">
                  <c:v>showtime_agency_paris</c:v>
                </c:pt>
                <c:pt idx="5581">
                  <c:v>showerwithyourgirlfriend</c:v>
                </c:pt>
                <c:pt idx="5582">
                  <c:v>showandprovebirmingham</c:v>
                </c:pt>
                <c:pt idx="5583">
                  <c:v>shouldprobablystopwhining</c:v>
                </c:pt>
                <c:pt idx="5584">
                  <c:v>shotgunweddingsinger</c:v>
                </c:pt>
                <c:pt idx="5585">
                  <c:v>shotgun_bang_wedding</c:v>
                </c:pt>
                <c:pt idx="5586">
                  <c:v>shotfrombehind17times</c:v>
                </c:pt>
                <c:pt idx="5587">
                  <c:v>shortunlikehairypianist</c:v>
                </c:pt>
                <c:pt idx="5588">
                  <c:v>short_sweet_simplyblonde</c:v>
                </c:pt>
                <c:pt idx="5589">
                  <c:v>shortstuffwitattitude</c:v>
                </c:pt>
                <c:pt idx="5590">
                  <c:v>short_sexy_and_thick</c:v>
                </c:pt>
                <c:pt idx="5591">
                  <c:v>shortroundshortstuff123</c:v>
                </c:pt>
                <c:pt idx="5592">
                  <c:v>shortpeoplegroweventually</c:v>
                </c:pt>
                <c:pt idx="5593">
                  <c:v>short_ornery_cowgirl</c:v>
                </c:pt>
                <c:pt idx="5594">
                  <c:v>short_little_black_boy13</c:v>
                </c:pt>
                <c:pt idx="5595">
                  <c:v>shortguitarplayer_4life</c:v>
                </c:pt>
                <c:pt idx="5596">
                  <c:v>shortfuzeproducer2point0</c:v>
                </c:pt>
                <c:pt idx="5597">
                  <c:v>short_cookie_monster</c:v>
                </c:pt>
                <c:pt idx="5598">
                  <c:v>Shortblondechick1290</c:v>
                </c:pt>
                <c:pt idx="5599">
                  <c:v>shortattentionspan1990</c:v>
                </c:pt>
                <c:pt idx="5600">
                  <c:v>shorelinechristianrock</c:v>
                </c:pt>
                <c:pt idx="5601">
                  <c:v>shorebreakartistmanagement</c:v>
                </c:pt>
                <c:pt idx="5602">
                  <c:v>shoppingvolleyballcash</c:v>
                </c:pt>
                <c:pt idx="5603">
                  <c:v>shoppingcenterspecialist</c:v>
                </c:pt>
                <c:pt idx="5604">
                  <c:v>shoppingcartsyndicate</c:v>
                </c:pt>
                <c:pt idx="5605">
                  <c:v>shoot_speed_kill_light</c:v>
                </c:pt>
                <c:pt idx="5606">
                  <c:v>shootingstarmodeling</c:v>
                </c:pt>
                <c:pt idx="5607">
                  <c:v>shoeless_joe_jackson</c:v>
                </c:pt>
                <c:pt idx="5608">
                  <c:v>shockwavethefunkyone</c:v>
                </c:pt>
                <c:pt idx="5609">
                  <c:v>shockinglystupidlove</c:v>
                </c:pt>
                <c:pt idx="5610">
                  <c:v>shocash247entertainment</c:v>
                </c:pt>
                <c:pt idx="5611">
                  <c:v>shistarentertainment</c:v>
                </c:pt>
                <c:pt idx="5612">
                  <c:v>shirtless_egghead_skunk</c:v>
                </c:pt>
                <c:pt idx="5613">
                  <c:v>shirleytemplegonebad</c:v>
                </c:pt>
                <c:pt idx="5614">
                  <c:v>shinyomnipotentgoddess</c:v>
                </c:pt>
                <c:pt idx="5615">
                  <c:v>shinylibraryprincess</c:v>
                </c:pt>
                <c:pt idx="5616">
                  <c:v>shiningthroughthepain</c:v>
                </c:pt>
                <c:pt idx="5617">
                  <c:v>shining_bright_tonight</c:v>
                </c:pt>
                <c:pt idx="5618">
                  <c:v>shiningblackgleamingwhite</c:v>
                </c:pt>
                <c:pt idx="5619">
                  <c:v>shinefromtheheavensblessed</c:v>
                </c:pt>
                <c:pt idx="5620">
                  <c:v>shindigpunkrockradio</c:v>
                </c:pt>
                <c:pt idx="5621">
                  <c:v>shimmeringandsubconscious</c:v>
                </c:pt>
                <c:pt idx="5622">
                  <c:v>_shimmer_and_sparkle_</c:v>
                </c:pt>
                <c:pt idx="5623">
                  <c:v>shilyn_the_watergoddess</c:v>
                </c:pt>
                <c:pt idx="5624">
                  <c:v>shiftlockandcountersteer</c:v>
                </c:pt>
                <c:pt idx="5625">
                  <c:v>she_with_attitude13</c:v>
                </c:pt>
                <c:pt idx="5626">
                  <c:v>she_will_have_her_way</c:v>
                </c:pt>
                <c:pt idx="5627">
                  <c:v>shestoodtherelaughing</c:v>
                </c:pt>
                <c:pt idx="5628">
                  <c:v>shesmilesatthefuture</c:v>
                </c:pt>
                <c:pt idx="5629">
                  <c:v>sheshellaradlikethis</c:v>
                </c:pt>
                <c:pt idx="5630">
                  <c:v>sherwoodforestbadboy</c:v>
                </c:pt>
                <c:pt idx="5631">
                  <c:v>sherrycancersurvivor</c:v>
                </c:pt>
                <c:pt idx="5632">
                  <c:v>sherrea_hearts_metal</c:v>
                </c:pt>
                <c:pt idx="5633">
                  <c:v>sheriff_officer_christian</c:v>
                </c:pt>
                <c:pt idx="5634">
                  <c:v>sheridancollegecanada</c:v>
                </c:pt>
                <c:pt idx="5635">
                  <c:v>sher_bear_diver_girl</c:v>
                </c:pt>
                <c:pt idx="5636">
                  <c:v>SHEMUSHHAVELOSEHERMIND</c:v>
                </c:pt>
                <c:pt idx="5637">
                  <c:v>shelteredfromthetruth</c:v>
                </c:pt>
                <c:pt idx="5638">
                  <c:v>shellyrosephotography</c:v>
                </c:pt>
                <c:pt idx="5639">
                  <c:v>shellybellycocoapuff</c:v>
                </c:pt>
                <c:pt idx="5640">
                  <c:v>shellieonefreespirit</c:v>
                </c:pt>
                <c:pt idx="5641">
                  <c:v>shelleyvalentinecook</c:v>
                </c:pt>
                <c:pt idx="5642">
                  <c:v>shelleymillerthatsright</c:v>
                </c:pt>
                <c:pt idx="5643">
                  <c:v>shelley_belly_jelly_bean</c:v>
                </c:pt>
                <c:pt idx="5644">
                  <c:v>shelleyandersonwilson</c:v>
                </c:pt>
                <c:pt idx="5645">
                  <c:v>shelley_and_brandon_2009</c:v>
                </c:pt>
                <c:pt idx="5646">
                  <c:v>shellbellthischick82</c:v>
                </c:pt>
                <c:pt idx="5647">
                  <c:v>shelinamichelleproduction</c:v>
                </c:pt>
                <c:pt idx="5648">
                  <c:v>shelby_wonderdog_partypup</c:v>
                </c:pt>
                <c:pt idx="5649">
                  <c:v>shelby_valleyfootball</c:v>
                </c:pt>
                <c:pt idx="5650">
                  <c:v>shelby_taylor_belford</c:v>
                </c:pt>
                <c:pt idx="5651">
                  <c:v>shelbyforestclick193</c:v>
                </c:pt>
                <c:pt idx="5652">
                  <c:v>she_got_that_hollaback</c:v>
                </c:pt>
                <c:pt idx="5653">
                  <c:v>sheepshaggingbastard</c:v>
                </c:pt>
                <c:pt idx="5654">
                  <c:v>she_drank_away_his_memory</c:v>
                </c:pt>
                <c:pt idx="5655">
                  <c:v>shedevilfromanotherplanet</c:v>
                </c:pt>
                <c:pt idx="5656">
                  <c:v>shearsentimentalwake</c:v>
                </c:pt>
                <c:pt idx="5657">
                  <c:v>shearparadisepetsalon</c:v>
                </c:pt>
                <c:pt idx="5658">
                  <c:v>shay_the_controlled_nymph</c:v>
                </c:pt>
                <c:pt idx="5659">
                  <c:v>shayneandbrittney4ever</c:v>
                </c:pt>
                <c:pt idx="5660">
                  <c:v>shayna_the_skate_dog</c:v>
                </c:pt>
                <c:pt idx="5661">
                  <c:v>shayna_tha_blondie_08</c:v>
                </c:pt>
                <c:pt idx="5662">
                  <c:v>shaynaandnatalierock</c:v>
                </c:pt>
                <c:pt idx="5663">
                  <c:v>shaymanwadedodgekelly</c:v>
                </c:pt>
                <c:pt idx="5664">
                  <c:v>shay_harry_potter_fanatic</c:v>
                </c:pt>
                <c:pt idx="5665">
                  <c:v>Shawn_Rose101_aka_Nick</c:v>
                </c:pt>
                <c:pt idx="5666">
                  <c:v>shawnmichealandkaylamarie</c:v>
                </c:pt>
                <c:pt idx="5667">
                  <c:v>shawnathontaylorthomas</c:v>
                </c:pt>
                <c:pt idx="5668">
                  <c:v>shawnascuprunnethover</c:v>
                </c:pt>
                <c:pt idx="5669">
                  <c:v>shawna_clarkbabygurl</c:v>
                </c:pt>
                <c:pt idx="5670">
                  <c:v>shawnachambersiscool</c:v>
                </c:pt>
                <c:pt idx="5671">
                  <c:v>shavedheadblackmale12</c:v>
                </c:pt>
                <c:pt idx="5672">
                  <c:v>shaunwhitetheflyingtomato</c:v>
                </c:pt>
                <c:pt idx="5673">
                  <c:v>shaunathehockeybunny</c:v>
                </c:pt>
                <c:pt idx="5674">
                  <c:v>shatmoneyentertainment</c:v>
                </c:pt>
                <c:pt idx="5675">
                  <c:v>sharpshooterandtherestofthegang</c:v>
                </c:pt>
                <c:pt idx="5676">
                  <c:v>shark_tooth_dunanana</c:v>
                </c:pt>
                <c:pt idx="5677">
                  <c:v>sharktalesoundtrack2</c:v>
                </c:pt>
                <c:pt idx="5678">
                  <c:v>sharkfamilycommittee408</c:v>
                </c:pt>
                <c:pt idx="5679">
                  <c:v>share_your_crack_ers</c:v>
                </c:pt>
                <c:pt idx="5680">
                  <c:v>sharaspecialpatrolgroup</c:v>
                </c:pt>
                <c:pt idx="5681">
                  <c:v>shannon_the_great117</c:v>
                </c:pt>
                <c:pt idx="5682">
                  <c:v>shannonsuzannemartin</c:v>
                </c:pt>
                <c:pt idx="5683">
                  <c:v>shannonstonebutterfly</c:v>
                </c:pt>
                <c:pt idx="5684">
                  <c:v>shannonsmithretrospect</c:v>
                </c:pt>
                <c:pt idx="5685">
                  <c:v>shannonshutterbug917</c:v>
                </c:pt>
                <c:pt idx="5686">
                  <c:v>shannon_running_enemy</c:v>
                </c:pt>
                <c:pt idx="5687">
                  <c:v>shannon_ronnie_forever</c:v>
                </c:pt>
                <c:pt idx="5688">
                  <c:v>shannonredheadedbitch</c:v>
                </c:pt>
                <c:pt idx="5689">
                  <c:v>Shannon_notinterested</c:v>
                </c:pt>
                <c:pt idx="5690">
                  <c:v>shannonnicholethomas</c:v>
                </c:pt>
                <c:pt idx="5691">
                  <c:v>shannonletthemusicplay</c:v>
                </c:pt>
                <c:pt idx="5692">
                  <c:v>shannonleeannrummage</c:v>
                </c:pt>
                <c:pt idx="5693">
                  <c:v>shannon_kathleen_hudson</c:v>
                </c:pt>
                <c:pt idx="5694">
                  <c:v>shannonhollycoughlin</c:v>
                </c:pt>
                <c:pt idx="5695">
                  <c:v>shannon_hockeygirl33</c:v>
                </c:pt>
                <c:pt idx="5696">
                  <c:v>shannondevinbeccaellen</c:v>
                </c:pt>
                <c:pt idx="5697">
                  <c:v>shaniquavanda_salinas</c:v>
                </c:pt>
                <c:pt idx="5698">
                  <c:v>shaniqualovelinessheck</c:v>
                </c:pt>
                <c:pt idx="5699">
                  <c:v>shane_guitar_freak_loser</c:v>
                </c:pt>
                <c:pt idx="5700">
                  <c:v>shandra_live_life_love</c:v>
                </c:pt>
                <c:pt idx="5701">
                  <c:v>shana_the_next_top_model</c:v>
                </c:pt>
                <c:pt idx="5702">
                  <c:v>shanaandcliff4life0</c:v>
                </c:pt>
                <c:pt idx="5703">
                  <c:v>shampainplatinumbird</c:v>
                </c:pt>
                <c:pt idx="5704">
                  <c:v>shamgarblackmetal777</c:v>
                </c:pt>
                <c:pt idx="5705">
                  <c:v>shamed_into_solitude</c:v>
                </c:pt>
                <c:pt idx="5706">
                  <c:v>shallow_water_blackout</c:v>
                </c:pt>
                <c:pt idx="5707">
                  <c:v>shallowmissinterpretation</c:v>
                </c:pt>
                <c:pt idx="5708">
                  <c:v>shallow_and_abstruse</c:v>
                </c:pt>
                <c:pt idx="5709">
                  <c:v>shake_what_she_gave_you</c:v>
                </c:pt>
                <c:pt idx="5710">
                  <c:v>shake_that_moneymaker</c:v>
                </c:pt>
                <c:pt idx="5711">
                  <c:v>shake_off_the_ancient</c:v>
                </c:pt>
                <c:pt idx="5712">
                  <c:v>shakehandswithdanger</c:v>
                </c:pt>
                <c:pt idx="5713">
                  <c:v>shadyparkcuttrout4life</c:v>
                </c:pt>
                <c:pt idx="5714">
                  <c:v>shadyladiesburlesque</c:v>
                </c:pt>
                <c:pt idx="5715">
                  <c:v>shadowwrestlingfederation</c:v>
                </c:pt>
                <c:pt idx="5716">
                  <c:v>shadow_ultimatelifeform</c:v>
                </c:pt>
                <c:pt idx="5717">
                  <c:v>shadowtwilightswordmaster</c:v>
                </c:pt>
                <c:pt idx="5718">
                  <c:v>shadowtheswordslinger</c:v>
                </c:pt>
                <c:pt idx="5719">
                  <c:v>shadowthehedgehog123</c:v>
                </c:pt>
                <c:pt idx="5720">
                  <c:v>shadow_the_hedgehog_003</c:v>
                </c:pt>
                <c:pt idx="5721">
                  <c:v>shadow_the_dark_hedgehog</c:v>
                </c:pt>
                <c:pt idx="5722">
                  <c:v>shadowsway2deepthroat</c:v>
                </c:pt>
                <c:pt idx="5723">
                  <c:v>shadowsonthewall1031</c:v>
                </c:pt>
                <c:pt idx="5724">
                  <c:v>shadowsonthesidewalk</c:v>
                </c:pt>
                <c:pt idx="5725">
                  <c:v>shadowscapephotography</c:v>
                </c:pt>
                <c:pt idx="5726">
                  <c:v>shadowpuppetoblivion</c:v>
                </c:pt>
                <c:pt idx="5727">
                  <c:v>shadow_people_beware</c:v>
                </c:pt>
                <c:pt idx="5728">
                  <c:v>shadowmachinetheband</c:v>
                </c:pt>
                <c:pt idx="5729">
                  <c:v>shadowlordthedeathangel</c:v>
                </c:pt>
                <c:pt idx="5730">
                  <c:v>shadowlibraschoolgirl</c:v>
                </c:pt>
                <c:pt idx="5731">
                  <c:v>shadowheartscovenant</c:v>
                </c:pt>
                <c:pt idx="5732">
                  <c:v>shadowfloodphotography</c:v>
                </c:pt>
                <c:pt idx="5733">
                  <c:v>shadowfairywithscissors</c:v>
                </c:pt>
                <c:pt idx="5734">
                  <c:v>shadow_company_bravo</c:v>
                </c:pt>
                <c:pt idx="5735">
                  <c:v>shadowbane_nightwalker</c:v>
                </c:pt>
                <c:pt idx="5736">
                  <c:v>shade_beatboxing_prince</c:v>
                </c:pt>
                <c:pt idx="5737">
                  <c:v>shabachentertainment</c:v>
                </c:pt>
                <c:pt idx="5738">
                  <c:v>sexy_white_chocolate_9</c:v>
                </c:pt>
                <c:pt idx="5739">
                  <c:v>sexy_white_chocolate1207</c:v>
                </c:pt>
                <c:pt idx="5740">
                  <c:v>sexy_wetback_rip_macdre</c:v>
                </c:pt>
                <c:pt idx="5741">
                  <c:v>sexywakeboardingforce</c:v>
                </c:pt>
                <c:pt idx="5742">
                  <c:v>sexyveronicamartinez9</c:v>
                </c:pt>
                <c:pt idx="5743">
                  <c:v>sexy_trailer_park_4_life</c:v>
                </c:pt>
                <c:pt idx="5744">
                  <c:v>sexy_thing_over_here</c:v>
                </c:pt>
                <c:pt idx="5745">
                  <c:v>sexysweetheart154ever</c:v>
                </c:pt>
                <c:pt idx="5746">
                  <c:v>sexy_sweetbrown_eyedgirl</c:v>
                </c:pt>
                <c:pt idx="5747">
                  <c:v>sexysuefromkathmandu</c:v>
                </c:pt>
                <c:pt idx="5748">
                  <c:v>sexystrippingprincess13</c:v>
                </c:pt>
                <c:pt idx="5749">
                  <c:v>sexystripperkitten4life</c:v>
                </c:pt>
                <c:pt idx="5750">
                  <c:v>SEXYSTREETDANCEFEVER</c:v>
                </c:pt>
                <c:pt idx="5751">
                  <c:v>Sexy_Strawberry_Lady</c:v>
                </c:pt>
                <c:pt idx="5752">
                  <c:v>sexystrawberryblondeangel</c:v>
                </c:pt>
                <c:pt idx="5753">
                  <c:v>sexystraitoutthesouth</c:v>
                </c:pt>
                <c:pt idx="5754">
                  <c:v>sexystraightedgesister</c:v>
                </c:pt>
                <c:pt idx="5755">
                  <c:v>sexysouthsidehotbitch</c:v>
                </c:pt>
                <c:pt idx="5756">
                  <c:v>sexy_southern_girl831</c:v>
                </c:pt>
                <c:pt idx="5757">
                  <c:v>sexysoutherngirl8259</c:v>
                </c:pt>
                <c:pt idx="5758">
                  <c:v>sexysophisticatedsasha</c:v>
                </c:pt>
                <c:pt idx="5759">
                  <c:v>sexysinglebrunette001</c:v>
                </c:pt>
                <c:pt idx="5760">
                  <c:v>sexy_simptown_female</c:v>
                </c:pt>
                <c:pt idx="5761">
                  <c:v>sexy_silly_billy_sam</c:v>
                </c:pt>
                <c:pt idx="5762">
                  <c:v>sexy_sex_slave_4_fun</c:v>
                </c:pt>
                <c:pt idx="5763">
                  <c:v>sexysaucyplayboygirl1</c:v>
                </c:pt>
                <c:pt idx="5764">
                  <c:v>sexysaucychicagogirl</c:v>
                </c:pt>
                <c:pt idx="5765">
                  <c:v>sexy_sassy_untouchable</c:v>
                </c:pt>
                <c:pt idx="5766">
                  <c:v>sexysassysouthernbelle</c:v>
                </c:pt>
                <c:pt idx="5767">
                  <c:v>sexy_sassy_and_southern</c:v>
                </c:pt>
                <c:pt idx="5768">
                  <c:v>sexyrockstarbarbie019</c:v>
                </c:pt>
                <c:pt idx="5769">
                  <c:v>sexy_rich_london_babe</c:v>
                </c:pt>
                <c:pt idx="5770">
                  <c:v>sexyrednecksoccerfreak</c:v>
                </c:pt>
                <c:pt idx="5771">
                  <c:v>sexyredheadwithbabyblues4</c:v>
                </c:pt>
                <c:pt idx="5772">
                  <c:v>sexy_queen_bitch4life</c:v>
                </c:pt>
                <c:pt idx="5773">
                  <c:v>sexypurplecheerleader</c:v>
                </c:pt>
                <c:pt idx="5774">
                  <c:v>sexyprincessheather0</c:v>
                </c:pt>
                <c:pt idx="5775">
                  <c:v>SEXYPLATINUMBARBIEDOLL</c:v>
                </c:pt>
                <c:pt idx="5776">
                  <c:v>sexy_pirate_gurl_rox</c:v>
                </c:pt>
                <c:pt idx="5777">
                  <c:v>sexypinkicecreamtrucks</c:v>
                </c:pt>
                <c:pt idx="5778">
                  <c:v>sexypinkblondebitch9</c:v>
                </c:pt>
                <c:pt idx="5779">
                  <c:v>sexyphotographerchic</c:v>
                </c:pt>
                <c:pt idx="5780">
                  <c:v>sexypeoplearoundtheworld0</c:v>
                </c:pt>
                <c:pt idx="5781">
                  <c:v>sexypassionateparadise</c:v>
                </c:pt>
                <c:pt idx="5782">
                  <c:v>sexyonelinerguitarist</c:v>
                </c:pt>
                <c:pt idx="5783">
                  <c:v>sexymysterioussweety</c:v>
                </c:pt>
                <c:pt idx="5784">
                  <c:v>sexymissmontgomery09</c:v>
                </c:pt>
                <c:pt idx="5785">
                  <c:v>sexy_milky_chocolate</c:v>
                </c:pt>
                <c:pt idx="5786">
                  <c:v>sexymilkchocolate200</c:v>
                </c:pt>
                <c:pt idx="5787">
                  <c:v>sexymichellewastaken</c:v>
                </c:pt>
                <c:pt idx="5788">
                  <c:v>sexyman_woody_wood_pecker</c:v>
                </c:pt>
                <c:pt idx="5789">
                  <c:v>sexymansfieldshortstop89</c:v>
                </c:pt>
                <c:pt idx="5790">
                  <c:v>sexy_little_rap_lover</c:v>
                </c:pt>
                <c:pt idx="5791">
                  <c:v>sexy_little_blonde_259</c:v>
                </c:pt>
                <c:pt idx="5792">
                  <c:v>sexy_little_black_boy</c:v>
                </c:pt>
                <c:pt idx="5793">
                  <c:v>sexylittlebadassking125</c:v>
                </c:pt>
                <c:pt idx="5794">
                  <c:v>sexy_liteskinned_chick</c:v>
                </c:pt>
                <c:pt idx="5795">
                  <c:v>sexylilprincesscrystal</c:v>
                </c:pt>
                <c:pt idx="5796">
                  <c:v>sexy_lil_latina_01_10</c:v>
                </c:pt>
                <c:pt idx="5797">
                  <c:v>sexylilhollisterchick</c:v>
                </c:pt>
                <c:pt idx="5798">
                  <c:v>sexylilgirlfromsouthside</c:v>
                </c:pt>
                <c:pt idx="5799">
                  <c:v>sexylildiamondprincess</c:v>
                </c:pt>
                <c:pt idx="5800">
                  <c:v>sexy_lil_country_girl</c:v>
                </c:pt>
                <c:pt idx="5801">
                  <c:v>sexy_lil_brunette101</c:v>
                </c:pt>
                <c:pt idx="5802">
                  <c:v>sexylilangel_19_2005</c:v>
                </c:pt>
                <c:pt idx="5803">
                  <c:v>sexylightskinplussizechic</c:v>
                </c:pt>
                <c:pt idx="5804">
                  <c:v>sexylightskinnedangie</c:v>
                </c:pt>
                <c:pt idx="5805">
                  <c:v>sexylifesizebarbiedoll</c:v>
                </c:pt>
                <c:pt idx="5806">
                  <c:v>sexylatinadancercrystal</c:v>
                </c:pt>
                <c:pt idx="5807">
                  <c:v>sexyladywiththemprettygra</c:v>
                </c:pt>
                <c:pt idx="5808">
                  <c:v>sexy_jennifer_for_life</c:v>
                </c:pt>
                <c:pt idx="5809">
                  <c:v>sexy_innocent_gorgeous</c:v>
                </c:pt>
                <c:pt idx="5810">
                  <c:v>sexy_hottie_bitch_18</c:v>
                </c:pt>
                <c:pt idx="5811">
                  <c:v>sexy_hot_fucking_bitch</c:v>
                </c:pt>
                <c:pt idx="5812">
                  <c:v>sexy_horseback_rider</c:v>
                </c:pt>
                <c:pt idx="5813">
                  <c:v>sexyhollisterbrunette</c:v>
                </c:pt>
                <c:pt idx="5814">
                  <c:v>sexyhickfromthesticks</c:v>
                </c:pt>
                <c:pt idx="5815">
                  <c:v>sexyhazel_eyedtrackstar</c:v>
                </c:pt>
                <c:pt idx="5816">
                  <c:v>sexyguydownthestreet</c:v>
                </c:pt>
                <c:pt idx="5817">
                  <c:v>sexyguttajazzyprincess</c:v>
                </c:pt>
                <c:pt idx="5818">
                  <c:v>sexygurl579_brittney</c:v>
                </c:pt>
                <c:pt idx="5819">
                  <c:v>sexy_gold_dragon_1982</c:v>
                </c:pt>
                <c:pt idx="5820">
                  <c:v>sexy_girl_right_here</c:v>
                </c:pt>
                <c:pt idx="5821">
                  <c:v>sexygirlfromdownthestreet</c:v>
                </c:pt>
                <c:pt idx="5822">
                  <c:v>sexyfuturemillionaire</c:v>
                </c:pt>
                <c:pt idx="5823">
                  <c:v>sexy_florida_princess</c:v>
                </c:pt>
                <c:pt idx="5824">
                  <c:v>sexy_firefighter_gib</c:v>
                </c:pt>
                <c:pt idx="5825">
                  <c:v>sexyfakeblonde_beauty</c:v>
                </c:pt>
                <c:pt idx="5826">
                  <c:v>sexydivaforevaNalways</c:v>
                </c:pt>
                <c:pt idx="5827">
                  <c:v>sexydiamondprincess1</c:v>
                </c:pt>
                <c:pt idx="5828">
                  <c:v>sexycuttie_alexandra</c:v>
                </c:pt>
                <c:pt idx="5829">
                  <c:v>sexy_cutie_congenial</c:v>
                </c:pt>
                <c:pt idx="5830">
                  <c:v>sexy_country_gurl_22</c:v>
                </c:pt>
                <c:pt idx="5831">
                  <c:v>sexy_country_girl_200</c:v>
                </c:pt>
                <c:pt idx="5832">
                  <c:v>sexycountrygalcourtney</c:v>
                </c:pt>
                <c:pt idx="5833">
                  <c:v>sexy_contractor_but_taken</c:v>
                </c:pt>
                <c:pt idx="5834">
                  <c:v>sexy_conceited_bitch_9</c:v>
                </c:pt>
                <c:pt idx="5835">
                  <c:v>sexycolorfulbutterfly</c:v>
                </c:pt>
                <c:pt idx="5836">
                  <c:v>sexy_colombianita713</c:v>
                </c:pt>
                <c:pt idx="5837">
                  <c:v>sexy_chris_with_big_cock</c:v>
                </c:pt>
                <c:pt idx="5838">
                  <c:v>sexy_christina_smile</c:v>
                </c:pt>
                <c:pt idx="5839">
                  <c:v>sexychocolatepitbull</c:v>
                </c:pt>
                <c:pt idx="5840">
                  <c:v>sexychocolatepinklady1</c:v>
                </c:pt>
                <c:pt idx="5841">
                  <c:v>sexychocolateforever08</c:v>
                </c:pt>
                <c:pt idx="5842">
                  <c:v>sexychocolatebitch109</c:v>
                </c:pt>
                <c:pt idx="5843">
                  <c:v>sexychocolate_100percent</c:v>
                </c:pt>
                <c:pt idx="5844">
                  <c:v>sexychickfromcompton</c:v>
                </c:pt>
                <c:pt idx="5845">
                  <c:v>sexycheerleadingbitch</c:v>
                </c:pt>
                <c:pt idx="5846">
                  <c:v>sexy_brown_eyed_gurl09</c:v>
                </c:pt>
                <c:pt idx="5847">
                  <c:v>sexyblueeyedsoccerplayer</c:v>
                </c:pt>
                <c:pt idx="5848">
                  <c:v>sexyblueeyedbombshell</c:v>
                </c:pt>
                <c:pt idx="5849">
                  <c:v>sexyblackprincess3005</c:v>
                </c:pt>
                <c:pt idx="5850">
                  <c:v>sexybitch_rileysmith</c:v>
                </c:pt>
                <c:pt idx="5851">
                  <c:v>sexybitchincorporation</c:v>
                </c:pt>
                <c:pt idx="5852">
                  <c:v>sexybeastfromtactown1</c:v>
                </c:pt>
                <c:pt idx="5853">
                  <c:v>sexybeastcontacttables</c:v>
                </c:pt>
                <c:pt idx="5854">
                  <c:v>sexybasketballplaya14</c:v>
                </c:pt>
                <c:pt idx="5855">
                  <c:v>sexy_basketball_chick</c:v>
                </c:pt>
                <c:pt idx="5856">
                  <c:v>sexybasketballangel10</c:v>
                </c:pt>
                <c:pt idx="5857">
                  <c:v>sexybaseplayerskaterprep</c:v>
                </c:pt>
                <c:pt idx="5858">
                  <c:v>sexybaseballplayer10</c:v>
                </c:pt>
                <c:pt idx="5859">
                  <c:v>sexy_baseball_playa08</c:v>
                </c:pt>
                <c:pt idx="5860">
                  <c:v>sexybabymammatiggerfreak</c:v>
                </c:pt>
                <c:pt idx="5861">
                  <c:v>sexy_baby_gurl_742space</c:v>
                </c:pt>
                <c:pt idx="5862">
                  <c:v>sexy_ass_chocolate_female</c:v>
                </c:pt>
                <c:pt idx="5863">
                  <c:v>sexy_ass_bubble_butt</c:v>
                </c:pt>
                <c:pt idx="5864">
                  <c:v>sexyassbitchready2party</c:v>
                </c:pt>
                <c:pt idx="5865">
                  <c:v>sexyapplebottombitch</c:v>
                </c:pt>
                <c:pt idx="5866">
                  <c:v>sexy_angel_baby_gurl</c:v>
                </c:pt>
                <c:pt idx="5867">
                  <c:v>sexy_angel_amber_99</c:v>
                </c:pt>
                <c:pt idx="5868">
                  <c:v>sexyandsweetbabygirl</c:v>
                </c:pt>
                <c:pt idx="5869">
                  <c:v>sexyandarrogantbrother</c:v>
                </c:pt>
                <c:pt idx="5870">
                  <c:v>sexy3gothic2chris1hala</c:v>
                </c:pt>
                <c:pt idx="5871">
                  <c:v>sexwithmeinaredfrock</c:v>
                </c:pt>
                <c:pt idx="5872">
                  <c:v>sexwithbelugawhalesisfun</c:v>
                </c:pt>
                <c:pt idx="5873">
                  <c:v>sexualwhitechocolate420</c:v>
                </c:pt>
                <c:pt idx="5874">
                  <c:v>sexualwhitechocolate00</c:v>
                </c:pt>
                <c:pt idx="5875">
                  <c:v>sexual_transaction_fee</c:v>
                </c:pt>
                <c:pt idx="5876">
                  <c:v>sexualsuicide2abortion</c:v>
                </c:pt>
                <c:pt idx="5877">
                  <c:v>sexual_electric_blue</c:v>
                </c:pt>
                <c:pt idx="5878">
                  <c:v>sexualchocolatelincoln</c:v>
                </c:pt>
                <c:pt idx="5879">
                  <c:v>sexorangeanddingyboy</c:v>
                </c:pt>
                <c:pt idx="5880">
                  <c:v>sexmonkeyrecordlabel</c:v>
                </c:pt>
                <c:pt idx="5881">
                  <c:v>sexmachine123want2come</c:v>
                </c:pt>
                <c:pt idx="5882">
                  <c:v>sex_can_wait_masturbate</c:v>
                </c:pt>
                <c:pt idx="5883">
                  <c:v>sexcanwaitmasterbait</c:v>
                </c:pt>
                <c:pt idx="5884">
                  <c:v>sex_addict_from_hell</c:v>
                </c:pt>
                <c:pt idx="5885">
                  <c:v>sever_and_step_forward</c:v>
                </c:pt>
                <c:pt idx="5886">
                  <c:v>severaldifferentdogmen</c:v>
                </c:pt>
                <c:pt idx="5887">
                  <c:v>seventhsealstreetteam</c:v>
                </c:pt>
                <c:pt idx="5888">
                  <c:v>seventeenmotorsports</c:v>
                </c:pt>
                <c:pt idx="5889">
                  <c:v>sethlonghornwrestler</c:v>
                </c:pt>
                <c:pt idx="5890">
                  <c:v>server1pass_retrieve</c:v>
                </c:pt>
                <c:pt idx="5891">
                  <c:v>sertainlycanttouchthis</c:v>
                </c:pt>
                <c:pt idx="5892">
                  <c:v>seriously_whodoesthat</c:v>
                </c:pt>
                <c:pt idx="5893">
                  <c:v>seriously_nicole_murphy</c:v>
                </c:pt>
                <c:pt idx="5894">
                  <c:v>seriouslygoodlooking</c:v>
                </c:pt>
                <c:pt idx="5895">
                  <c:v>seriousinjurymayoccur</c:v>
                </c:pt>
                <c:pt idx="5896">
                  <c:v>seriousaboutthemusic</c:v>
                </c:pt>
                <c:pt idx="5897">
                  <c:v>serialkillercollection</c:v>
                </c:pt>
                <c:pt idx="5898">
                  <c:v>sergeant_the_chihuahua</c:v>
                </c:pt>
                <c:pt idx="5899">
                  <c:v>serenitypainteddeath</c:v>
                </c:pt>
                <c:pt idx="5900">
                  <c:v>serenityfrommassacre</c:v>
                </c:pt>
                <c:pt idx="5901">
                  <c:v>serenityelizabethblack</c:v>
                </c:pt>
                <c:pt idx="5902">
                  <c:v>serenitybeautypassion</c:v>
                </c:pt>
                <c:pt idx="5903">
                  <c:v>serendipitylemonseed</c:v>
                </c:pt>
                <c:pt idx="5904">
                  <c:v>seraphimamaranthdream</c:v>
                </c:pt>
                <c:pt idx="5905">
                  <c:v>sequelundefinedlegacy</c:v>
                </c:pt>
                <c:pt idx="5906">
                  <c:v>separatethechurchandskate</c:v>
                </c:pt>
                <c:pt idx="5907">
                  <c:v>sent_straight_from_heaven</c:v>
                </c:pt>
                <c:pt idx="5908">
                  <c:v>sentron_administration</c:v>
                </c:pt>
                <c:pt idx="5909">
                  <c:v>sentimental_old_fool</c:v>
                </c:pt>
                <c:pt idx="5910">
                  <c:v>sensitivesingersongwriter</c:v>
                </c:pt>
                <c:pt idx="5911">
                  <c:v>sensefailforblink182</c:v>
                </c:pt>
                <c:pt idx="5912">
                  <c:v>seniorprojectbassist</c:v>
                </c:pt>
                <c:pt idx="5913">
                  <c:v>sendtransmissioninterference</c:v>
                </c:pt>
                <c:pt idx="5914">
                  <c:v>sendmetomentalinstitution</c:v>
                </c:pt>
                <c:pt idx="5915">
                  <c:v>semisweetchocolate19</c:v>
                </c:pt>
                <c:pt idx="5916">
                  <c:v>Semi_Organized_Chaos</c:v>
                </c:pt>
                <c:pt idx="5917">
                  <c:v>seminolehighfootball</c:v>
                </c:pt>
                <c:pt idx="5918">
                  <c:v>sellerellarealtorshannon</c:v>
                </c:pt>
                <c:pt idx="5919">
                  <c:v>selftitledmanagement</c:v>
                </c:pt>
                <c:pt idx="5920">
                  <c:v>selftaughthumanindividual</c:v>
                </c:pt>
                <c:pt idx="5921">
                  <c:v>self_portrait_layout</c:v>
                </c:pt>
                <c:pt idx="5922">
                  <c:v>selfinterestcollective</c:v>
                </c:pt>
                <c:pt idx="5923">
                  <c:v>selfemployedmillionaire</c:v>
                </c:pt>
                <c:pt idx="5924">
                  <c:v>selfdestructivechild</c:v>
                </c:pt>
                <c:pt idx="5925">
                  <c:v>selfconsciousminority</c:v>
                </c:pt>
                <c:pt idx="5926">
                  <c:v>selfconclusionphotography</c:v>
                </c:pt>
                <c:pt idx="5927">
                  <c:v>seeyouspacecowboy210</c:v>
                </c:pt>
                <c:pt idx="5928">
                  <c:v>seethroughonlysometimes</c:v>
                </c:pt>
                <c:pt idx="5929">
                  <c:v>seerholethehomosexual</c:v>
                </c:pt>
                <c:pt idx="5930">
                  <c:v>seekingsomethinglost</c:v>
                </c:pt>
                <c:pt idx="5931">
                  <c:v>seekingrealestateinvestor</c:v>
                </c:pt>
                <c:pt idx="5932">
                  <c:v>seekingprincecharming</c:v>
                </c:pt>
                <c:pt idx="5933">
                  <c:v>seeingtheextraordinary</c:v>
                </c:pt>
                <c:pt idx="5934">
                  <c:v>seeingdestroyerandtheothercandle</c:v>
                </c:pt>
                <c:pt idx="5935">
                  <c:v>seductive_silhouette_kiss</c:v>
                </c:pt>
                <c:pt idx="5936">
                  <c:v>seductive_sexy_corona</c:v>
                </c:pt>
                <c:pt idx="5937">
                  <c:v>secsoutheastconnection</c:v>
                </c:pt>
                <c:pt idx="5938">
                  <c:v>secretwallskeepusalone</c:v>
                </c:pt>
                <c:pt idx="5939">
                  <c:v>secretsocietyclothing</c:v>
                </c:pt>
                <c:pt idx="5940">
                  <c:v>secretsideprojectleeds</c:v>
                </c:pt>
                <c:pt idx="5941">
                  <c:v>secret_service_community</c:v>
                </c:pt>
                <c:pt idx="5942">
                  <c:v>secret_penguin_society_</c:v>
                </c:pt>
                <c:pt idx="5943">
                  <c:v>secretgardensoundsystem</c:v>
                </c:pt>
                <c:pt idx="5944">
                  <c:v>secretbortschassociation</c:v>
                </c:pt>
                <c:pt idx="5945">
                  <c:v>secret_agent_man_007</c:v>
                </c:pt>
                <c:pt idx="5946">
                  <c:v>secret_agent_girl200</c:v>
                </c:pt>
                <c:pt idx="5947">
                  <c:v>secondtimearound250</c:v>
                </c:pt>
                <c:pt idx="5948">
                  <c:v>secondstringthirdfret</c:v>
                </c:pt>
                <c:pt idx="5949">
                  <c:v>secondplacevictory35</c:v>
                </c:pt>
                <c:pt idx="5950">
                  <c:v>secondhalf_soundsystem</c:v>
                </c:pt>
                <c:pt idx="5951">
                  <c:v>secondcomingclothing</c:v>
                </c:pt>
                <c:pt idx="5952">
                  <c:v>second_class_citizen1</c:v>
                </c:pt>
                <c:pt idx="5953">
                  <c:v>second_chance_financing</c:v>
                </c:pt>
                <c:pt idx="5954">
                  <c:v>secondchancechecking</c:v>
                </c:pt>
                <c:pt idx="5955">
                  <c:v>second2nonemusicgroup</c:v>
                </c:pt>
                <c:pt idx="5956">
                  <c:v>sebastianvanmanticore</c:v>
                </c:pt>
                <c:pt idx="5957">
                  <c:v>sebastiansummerknight</c:v>
                </c:pt>
                <c:pt idx="5958">
                  <c:v>sebastianinletsurfcamp</c:v>
                </c:pt>
                <c:pt idx="5959">
                  <c:v>sebastianguitaraddicted</c:v>
                </c:pt>
                <c:pt idx="5960">
                  <c:v>sebastianfallenangel</c:v>
                </c:pt>
                <c:pt idx="5961">
                  <c:v>sebastian1redcraving</c:v>
                </c:pt>
                <c:pt idx="5962">
                  <c:v>seaweedandchickensoup</c:v>
                </c:pt>
                <c:pt idx="5963">
                  <c:v>seattle_winter_paddling</c:v>
                </c:pt>
                <c:pt idx="5964">
                  <c:v>seattleporcelainveneer</c:v>
                </c:pt>
                <c:pt idx="5965">
                  <c:v>seattlegeneraldentist</c:v>
                </c:pt>
                <c:pt idx="5966">
                  <c:v>seattledentistdirectory</c:v>
                </c:pt>
                <c:pt idx="5967">
                  <c:v>seattlecriminalattorney</c:v>
                </c:pt>
                <c:pt idx="5968">
                  <c:v>seattlecosmeticdentist</c:v>
                </c:pt>
                <c:pt idx="5969">
                  <c:v>seattleatheistsmeetup</c:v>
                </c:pt>
                <c:pt idx="5970">
                  <c:v>seaside_restoration_house</c:v>
                </c:pt>
                <c:pt idx="5971">
                  <c:v>searchingforsomething111</c:v>
                </c:pt>
                <c:pt idx="5972">
                  <c:v>searching_for_santory</c:v>
                </c:pt>
                <c:pt idx="5973">
                  <c:v>searchingformyownspace</c:v>
                </c:pt>
                <c:pt idx="5974">
                  <c:v>searchingformybrother</c:v>
                </c:pt>
                <c:pt idx="5975">
                  <c:v>_searching_for_love_</c:v>
                </c:pt>
                <c:pt idx="5976">
                  <c:v>searchingfor__beauty</c:v>
                </c:pt>
                <c:pt idx="5977">
                  <c:v>searchingforapurpose</c:v>
                </c:pt>
                <c:pt idx="5978">
                  <c:v>searchingbasketballphoto</c:v>
                </c:pt>
                <c:pt idx="5979">
                  <c:v>searching_4_that_1_guy</c:v>
                </c:pt>
                <c:pt idx="5980">
                  <c:v>searching4somethingmore</c:v>
                </c:pt>
                <c:pt idx="5981">
                  <c:v>searching4margaritaville</c:v>
                </c:pt>
                <c:pt idx="5982">
                  <c:v>searchenginemarketing</c:v>
                </c:pt>
                <c:pt idx="5983">
                  <c:v>searchdestroyclothing</c:v>
                </c:pt>
                <c:pt idx="5984">
                  <c:v>seansucksonlythebiggest</c:v>
                </c:pt>
                <c:pt idx="5985">
                  <c:v>seanposey_thecutiepie</c:v>
                </c:pt>
                <c:pt idx="5986">
                  <c:v>sean_official_support</c:v>
                </c:pt>
                <c:pt idx="5987">
                  <c:v>seanmilligan_prepaidlegal</c:v>
                </c:pt>
                <c:pt idx="5988">
                  <c:v>seancarterphotography</c:v>
                </c:pt>
                <c:pt idx="5989">
                  <c:v>seallawnandgardencare</c:v>
                </c:pt>
                <c:pt idx="5990">
                  <c:v>seal_beach_waterpolo</c:v>
                </c:pt>
                <c:pt idx="5991">
                  <c:v>seabreeze_communitychurch</c:v>
                </c:pt>
                <c:pt idx="5992">
                  <c:v>scroungingforwhatsleft</c:v>
                </c:pt>
                <c:pt idx="5993">
                  <c:v>screwstonehardhitter</c:v>
                </c:pt>
                <c:pt idx="5994">
                  <c:v>screwmilkilldourbodygood</c:v>
                </c:pt>
                <c:pt idx="5995">
                  <c:v>screenwriting_genius</c:v>
                </c:pt>
                <c:pt idx="5996">
                  <c:v>scream_somethingbeautiful</c:v>
                </c:pt>
                <c:pt idx="5997">
                  <c:v>screamingmiketheband</c:v>
                </c:pt>
                <c:pt idx="5998">
                  <c:v>screaminglordbutchandhishowlingmonkeymen</c:v>
                </c:pt>
                <c:pt idx="5999">
                  <c:v>screamingintothevoid</c:v>
                </c:pt>
                <c:pt idx="6000">
                  <c:v>screamingfromtheashes</c:v>
                </c:pt>
                <c:pt idx="6001">
                  <c:v>screamingdragonproduction</c:v>
                </c:pt>
                <c:pt idx="6002">
                  <c:v>scream_from_the_abyss</c:v>
                </c:pt>
                <c:pt idx="6003">
                  <c:v>scream0your0heart0out</c:v>
                </c:pt>
                <c:pt idx="6004">
                  <c:v>scratchmastersavage1</c:v>
                </c:pt>
                <c:pt idx="6005">
                  <c:v>scrappy_the_racehorse</c:v>
                </c:pt>
                <c:pt idx="6006">
                  <c:v>scrap_metal_sculpture</c:v>
                </c:pt>
                <c:pt idx="6007">
                  <c:v>scraped_but_beautiful42</c:v>
                </c:pt>
                <c:pt idx="6008">
                  <c:v>scrapbookingprincess</c:v>
                </c:pt>
                <c:pt idx="6009">
                  <c:v>scrabble_over_and_out</c:v>
                </c:pt>
                <c:pt idx="6010">
                  <c:v>scrabblefivethousand</c:v>
                </c:pt>
                <c:pt idx="6011">
                  <c:v>scottsdaletravelingman</c:v>
                </c:pt>
                <c:pt idx="6012">
                  <c:v>scottishtemperedwoman</c:v>
                </c:pt>
                <c:pt idx="6013">
                  <c:v>scottishdrinkingteam</c:v>
                </c:pt>
                <c:pt idx="6014">
                  <c:v>scottiedoesntknowband</c:v>
                </c:pt>
                <c:pt idx="6015">
                  <c:v>scottie_doesnt_know_9</c:v>
                </c:pt>
                <c:pt idx="6016">
                  <c:v>scotthefalloutboyfan</c:v>
                </c:pt>
                <c:pt idx="6017">
                  <c:v>scorpionprincess4eva</c:v>
                </c:pt>
                <c:pt idx="6018">
                  <c:v>scorched_earth_erotica_</c:v>
                </c:pt>
                <c:pt idx="6019">
                  <c:v>scootmanmusicandsounddesign</c:v>
                </c:pt>
                <c:pt idx="6020">
                  <c:v>scooterandtheapplebottomtrio</c:v>
                </c:pt>
                <c:pt idx="6021">
                  <c:v>scobbandthepixiesticks</c:v>
                </c:pt>
                <c:pt idx="6022">
                  <c:v>scissorsistersbigfan</c:v>
                </c:pt>
                <c:pt idx="6023">
                  <c:v>scissorhappychic805</c:v>
                </c:pt>
                <c:pt idx="6024">
                  <c:v>scissorfistmagnethead</c:v>
                </c:pt>
                <c:pt idx="6025">
                  <c:v>scientologist_fanatic</c:v>
                </c:pt>
                <c:pt idx="6026">
                  <c:v>sciencefictionghetto</c:v>
                </c:pt>
                <c:pt idx="6027">
                  <c:v>schoolforimprovisationalmusic</c:v>
                </c:pt>
                <c:pt idx="6028">
                  <c:v>schoolboardincognito</c:v>
                </c:pt>
                <c:pt idx="6029">
                  <c:v>scenescreamphotography</c:v>
                </c:pt>
                <c:pt idx="6030">
                  <c:v>scenarioyouthtalkshow</c:v>
                </c:pt>
                <c:pt idx="6031">
                  <c:v>scarygarycradlefan4life</c:v>
                </c:pt>
                <c:pt idx="6032">
                  <c:v>scarrylayout_tester8</c:v>
                </c:pt>
                <c:pt idx="6033">
                  <c:v>scarlettjeanbeautyqueen</c:v>
                </c:pt>
                <c:pt idx="6034">
                  <c:v>scarletclothingcompany</c:v>
                </c:pt>
                <c:pt idx="6035">
                  <c:v>scarface_tonymontana</c:v>
                </c:pt>
                <c:pt idx="6036">
                  <c:v>say_when_michiganteam</c:v>
                </c:pt>
                <c:pt idx="6037">
                  <c:v>say_when_germanstreetteam</c:v>
                </c:pt>
                <c:pt idx="6038">
                  <c:v>saynotoanimalcruelty</c:v>
                </c:pt>
                <c:pt idx="6039">
                  <c:v>sayhellotoherlittlefriend</c:v>
                </c:pt>
                <c:pt idx="6040">
                  <c:v>saygoodnight_rockstar8289</c:v>
                </c:pt>
                <c:pt idx="6041">
                  <c:v>saygoodnightelizabeth</c:v>
                </c:pt>
                <c:pt idx="6042">
                  <c:v>savingcrimebeforebedtime</c:v>
                </c:pt>
                <c:pt idx="6043">
                  <c:v>saveyourfuckingbreath</c:v>
                </c:pt>
                <c:pt idx="6044">
                  <c:v>savewatershowertogether14</c:v>
                </c:pt>
                <c:pt idx="6045">
                  <c:v>save_water_drink_beer420</c:v>
                </c:pt>
                <c:pt idx="6046">
                  <c:v>savewater_drinkbeer1</c:v>
                </c:pt>
                <c:pt idx="6047">
                  <c:v>savetonightfightdawn</c:v>
                </c:pt>
                <c:pt idx="6048">
                  <c:v>savethehorserideacowboy</c:v>
                </c:pt>
                <c:pt idx="6049">
                  <c:v>savepacmanfromcanada</c:v>
                </c:pt>
                <c:pt idx="6050">
                  <c:v>save_our_wounded_hearts</c:v>
                </c:pt>
                <c:pt idx="6051">
                  <c:v>save_honeywell_college</c:v>
                </c:pt>
                <c:pt idx="6052">
                  <c:v>save_duke_and_grizzly</c:v>
                </c:pt>
                <c:pt idx="6053">
                  <c:v>saved_single_satisfied</c:v>
                </c:pt>
                <c:pt idx="6054">
                  <c:v>savanna_nicole_copeland</c:v>
                </c:pt>
                <c:pt idx="6055">
                  <c:v>savannahmightloveyou</c:v>
                </c:pt>
                <c:pt idx="6056">
                  <c:v>savannahmariemartinez</c:v>
                </c:pt>
                <c:pt idx="6057">
                  <c:v>savannahmaejordan2007</c:v>
                </c:pt>
                <c:pt idx="6058">
                  <c:v>savannahclaireforever</c:v>
                </c:pt>
                <c:pt idx="6059">
                  <c:v>savannahchristiansen</c:v>
                </c:pt>
                <c:pt idx="6060">
                  <c:v>savagewrestlingfederation</c:v>
                </c:pt>
                <c:pt idx="6061">
                  <c:v>savagethebodysnatcher</c:v>
                </c:pt>
                <c:pt idx="6062">
                  <c:v>sausage2waffle2bacon4eva</c:v>
                </c:pt>
                <c:pt idx="6063">
                  <c:v>saundra_pretty_smile</c:v>
                </c:pt>
                <c:pt idx="6064">
                  <c:v>saundersglovertribute</c:v>
                </c:pt>
                <c:pt idx="6065">
                  <c:v>saucyshakingproduction</c:v>
                </c:pt>
                <c:pt idx="6066">
                  <c:v>saucysexystylishnikki</c:v>
                </c:pt>
                <c:pt idx="6067">
                  <c:v>saucy_little_nibbler</c:v>
                </c:pt>
                <c:pt idx="6068">
                  <c:v>saucybossyextraflossy</c:v>
                </c:pt>
                <c:pt idx="6069">
                  <c:v>saturationpointmusic</c:v>
                </c:pt>
                <c:pt idx="6070">
                  <c:v>satellitetrendsignal</c:v>
                </c:pt>
                <c:pt idx="6071">
                  <c:v>satansicecreamtruck_</c:v>
                </c:pt>
                <c:pt idx="6072">
                  <c:v>satanicsexualpredator</c:v>
                </c:pt>
                <c:pt idx="6073">
                  <c:v>satanicknittinggroup</c:v>
                </c:pt>
                <c:pt idx="6074">
                  <c:v>satanicfetusmutilation</c:v>
                </c:pt>
                <c:pt idx="6075">
                  <c:v>satanicalkittylaughter</c:v>
                </c:pt>
                <c:pt idx="6076">
                  <c:v>sassy_the_good_angel</c:v>
                </c:pt>
                <c:pt idx="6077">
                  <c:v>sassy_southern_belle</c:v>
                </c:pt>
                <c:pt idx="6078">
                  <c:v>sassy_girl_21_2004yahoo</c:v>
                </c:pt>
                <c:pt idx="6079">
                  <c:v>sassybrowneyedgirl70</c:v>
                </c:pt>
                <c:pt idx="6080">
                  <c:v>sassy_ass_julie_anne</c:v>
                </c:pt>
                <c:pt idx="6081">
                  <c:v>sassy_and_sexy007210</c:v>
                </c:pt>
                <c:pt idx="6082">
                  <c:v>sashaloveyou98754321</c:v>
                </c:pt>
                <c:pt idx="6083">
                  <c:v>saschajacksolarmarch</c:v>
                </c:pt>
                <c:pt idx="6084">
                  <c:v>saschaandeliseowneveryone</c:v>
                </c:pt>
                <c:pt idx="6085">
                  <c:v>sarcastic_till_the_end</c:v>
                </c:pt>
                <c:pt idx="6086">
                  <c:v>sarcasticsoccergirl19</c:v>
                </c:pt>
                <c:pt idx="6087">
                  <c:v>sarcasticchunkymonkey</c:v>
                </c:pt>
                <c:pt idx="6088">
                  <c:v>sarcastic_and_cynicalkyle</c:v>
                </c:pt>
                <c:pt idx="6089">
                  <c:v>sarawhitneyhutchinson</c:v>
                </c:pt>
                <c:pt idx="6090">
                  <c:v>sara_the_lovestealer</c:v>
                </c:pt>
                <c:pt idx="6091">
                  <c:v>sara_marie_elizabeth_92</c:v>
                </c:pt>
                <c:pt idx="6092">
                  <c:v>sara_look_its_20_after_4</c:v>
                </c:pt>
                <c:pt idx="6093">
                  <c:v>sara_littledrummer_girl</c:v>
                </c:pt>
                <c:pt idx="6094">
                  <c:v>sarakillionspringfield</c:v>
                </c:pt>
                <c:pt idx="6095">
                  <c:v>sara_jean_underwood_fan</c:v>
                </c:pt>
                <c:pt idx="6096">
                  <c:v>sarah_your_one_and_only</c:v>
                </c:pt>
                <c:pt idx="6097">
                  <c:v>sarahwarriorprincess49</c:v>
                </c:pt>
                <c:pt idx="6098">
                  <c:v>sarahthefuckinggreat</c:v>
                </c:pt>
                <c:pt idx="6099">
                  <c:v>sarahtheballershotcaller</c:v>
                </c:pt>
                <c:pt idx="6100">
                  <c:v>sarahsoon2begraybeal</c:v>
                </c:pt>
                <c:pt idx="6101">
                  <c:v>sarahsonlinebabyshower</c:v>
                </c:pt>
                <c:pt idx="6102">
                  <c:v>sarah_natural_brunette</c:v>
                </c:pt>
                <c:pt idx="6103">
                  <c:v>sarahmadethisforme1290</c:v>
                </c:pt>
                <c:pt idx="6104">
                  <c:v>sarahleefromsouthwest</c:v>
                </c:pt>
                <c:pt idx="6105">
                  <c:v>sarahjessicaparkerfan</c:v>
                </c:pt>
                <c:pt idx="6106">
                  <c:v>sarahjanewilsonmusic</c:v>
                </c:pt>
                <c:pt idx="6107">
                  <c:v>sarah_jane_elisha_vernon</c:v>
                </c:pt>
                <c:pt idx="6108">
                  <c:v>sarahfromthelabyrinth</c:v>
                </c:pt>
                <c:pt idx="6109">
                  <c:v>sarah_friggin_wallis</c:v>
                </c:pt>
                <c:pt idx="6110">
                  <c:v>sarahelizabethbarker</c:v>
                </c:pt>
                <c:pt idx="6111">
                  <c:v>SarahElizabethAnne2007</c:v>
                </c:pt>
                <c:pt idx="6112">
                  <c:v>sarahcatherineheartsyou</c:v>
                </c:pt>
                <c:pt idx="6113">
                  <c:v>sarahbonthemicrophone</c:v>
                </c:pt>
                <c:pt idx="6114">
                  <c:v>sarahbearlivelaughlove</c:v>
                </c:pt>
                <c:pt idx="6115">
                  <c:v>sarah_batterypower_murray</c:v>
                </c:pt>
                <c:pt idx="6116">
                  <c:v>sarahandwilljune202009</c:v>
                </c:pt>
                <c:pt idx="6117">
                  <c:v>sarah_and_tiesha_cooper</c:v>
                </c:pt>
                <c:pt idx="6118">
                  <c:v>sarah_and_danny_forever</c:v>
                </c:pt>
                <c:pt idx="6119">
                  <c:v>sarah34punkrockchic34</c:v>
                </c:pt>
                <c:pt idx="6120">
                  <c:v>sarafuckingvengeance</c:v>
                </c:pt>
                <c:pt idx="6121">
                  <c:v>sara_elizabeth_chadburn</c:v>
                </c:pt>
                <c:pt idx="6122">
                  <c:v>saraclairehalfmarathon</c:v>
                </c:pt>
                <c:pt idx="6123">
                  <c:v>saraandjulialovetanya</c:v>
                </c:pt>
                <c:pt idx="6124">
                  <c:v>sara_and_her_massager</c:v>
                </c:pt>
                <c:pt idx="6125">
                  <c:v>sara333youforever101</c:v>
                </c:pt>
                <c:pt idx="6126">
                  <c:v>sappy_lil_love_puppy</c:v>
                </c:pt>
                <c:pt idx="6127">
                  <c:v>sapphire_flamealchemist</c:v>
                </c:pt>
                <c:pt idx="6128">
                  <c:v>sapphire_eyed_sweetie</c:v>
                </c:pt>
                <c:pt idx="6129">
                  <c:v>santanaonefortysecond</c:v>
                </c:pt>
                <c:pt idx="6130">
                  <c:v>SANTANAFREEPORTSOHALLA</c:v>
                </c:pt>
                <c:pt idx="6131">
                  <c:v>sanity_under_construction</c:v>
                </c:pt>
                <c:pt idx="6132">
                  <c:v>sanityliteralprofanity</c:v>
                </c:pt>
                <c:pt idx="6133">
                  <c:v>sangerhighschooljazzband</c:v>
                </c:pt>
                <c:pt idx="6134">
                  <c:v>sandwichfromtheghetto</c:v>
                </c:pt>
                <c:pt idx="6135">
                  <c:v>sandradavidphotography</c:v>
                </c:pt>
                <c:pt idx="6136">
                  <c:v>sandra_aka_sadgirl1</c:v>
                </c:pt>
                <c:pt idx="6137">
                  <c:v>sandie_the_temptress</c:v>
                </c:pt>
                <c:pt idx="6138">
                  <c:v>sandiegosnumberonerealtor</c:v>
                </c:pt>
                <c:pt idx="6139">
                  <c:v>sanctuarysoundstudio</c:v>
                </c:pt>
                <c:pt idx="6140">
                  <c:v>samwise_the_bold_punisher</c:v>
                </c:pt>
                <c:pt idx="6141">
                  <c:v>sam_where_you_belong</c:v>
                </c:pt>
                <c:pt idx="6142">
                  <c:v>samuraijackleanproduction</c:v>
                </c:pt>
                <c:pt idx="6143">
                  <c:v>sam_the_football_dude</c:v>
                </c:pt>
                <c:pt idx="6144">
                  <c:v>samsonlittlegreenfriend</c:v>
                </c:pt>
                <c:pt idx="6145">
                  <c:v>samslamthebackdoorman</c:v>
                </c:pt>
                <c:pt idx="6146">
                  <c:v>sammy_the_frogprincess</c:v>
                </c:pt>
                <c:pt idx="6147">
                  <c:v>sammy_live_laugh_love</c:v>
                </c:pt>
                <c:pt idx="6148">
                  <c:v>sammy_life_love_death</c:v>
                </c:pt>
                <c:pt idx="6149">
                  <c:v>sammykayfromthemilkyway</c:v>
                </c:pt>
                <c:pt idx="6150">
                  <c:v>sammydoodlebug4life14</c:v>
                </c:pt>
                <c:pt idx="6151">
                  <c:v>sammy_dirty_little_thing</c:v>
                </c:pt>
                <c:pt idx="6152">
                  <c:v>sammyclarkdrumproject</c:v>
                </c:pt>
                <c:pt idx="6153">
                  <c:v>sammotherfuckinghoward</c:v>
                </c:pt>
                <c:pt idx="6154">
                  <c:v>samemandifferentlife</c:v>
                </c:pt>
                <c:pt idx="6155">
                  <c:v>samecrapdifferentday</c:v>
                </c:pt>
                <c:pt idx="6156">
                  <c:v>samebrainfiggyandalex</c:v>
                </c:pt>
                <c:pt idx="6157">
                  <c:v>samcollettemcdonough</c:v>
                </c:pt>
                <c:pt idx="6158">
                  <c:v>samanthathegoodwitch</c:v>
                </c:pt>
                <c:pt idx="6159">
                  <c:v>samanthathebrokenangel</c:v>
                </c:pt>
                <c:pt idx="6160">
                  <c:v>samanthathebeautiful</c:v>
                </c:pt>
                <c:pt idx="6161">
                  <c:v>samantha_paige_woodward</c:v>
                </c:pt>
                <c:pt idx="6162">
                  <c:v>samanthalouiseelizabeth</c:v>
                </c:pt>
                <c:pt idx="6163">
                  <c:v>samanthaleiannamarie</c:v>
                </c:pt>
                <c:pt idx="6164">
                  <c:v>samantha_julia_marissa_18</c:v>
                </c:pt>
                <c:pt idx="6165">
                  <c:v>samantha_hockeychick08</c:v>
                </c:pt>
                <c:pt idx="6166">
                  <c:v>samanthaheartsdanielle</c:v>
                </c:pt>
                <c:pt idx="6167">
                  <c:v>samantha_gray_animalover</c:v>
                </c:pt>
                <c:pt idx="6168">
                  <c:v>samanthafreakingellen</c:v>
                </c:pt>
                <c:pt idx="6169">
                  <c:v>samanthaforeverandaday</c:v>
                </c:pt>
                <c:pt idx="6170">
                  <c:v>samantha_felicia_evans</c:v>
                </c:pt>
                <c:pt idx="6171">
                  <c:v>samantha_ellison2010</c:v>
                </c:pt>
                <c:pt idx="6172">
                  <c:v>samantha_drake_morgan</c:v>
                </c:pt>
                <c:pt idx="6173">
                  <c:v>samanthacrazyforscottie</c:v>
                </c:pt>
                <c:pt idx="6174">
                  <c:v>samanthacarolynclark</c:v>
                </c:pt>
                <c:pt idx="6175">
                  <c:v>samantha_ann_robinson</c:v>
                </c:pt>
                <c:pt idx="6176">
                  <c:v>samantha_ann_goff200</c:v>
                </c:pt>
                <c:pt idx="6177">
                  <c:v>samanthaanddaleforever</c:v>
                </c:pt>
                <c:pt idx="6178">
                  <c:v>samanthaamberstanley</c:v>
                </c:pt>
                <c:pt idx="6179">
                  <c:v>sam42worlddomination</c:v>
                </c:pt>
                <c:pt idx="6180">
                  <c:v>salvetricolorpaulista</c:v>
                </c:pt>
                <c:pt idx="6181">
                  <c:v>salvationcomesourway</c:v>
                </c:pt>
                <c:pt idx="6182">
                  <c:v>saltwaterfishingokinawa</c:v>
                </c:pt>
                <c:pt idx="6183">
                  <c:v>saltvillefirefighter</c:v>
                </c:pt>
                <c:pt idx="6184">
                  <c:v>Sal_The_Silly_Sailor</c:v>
                </c:pt>
                <c:pt idx="6185">
                  <c:v>sally_jesse_raffle_ticket</c:v>
                </c:pt>
                <c:pt idx="6186">
                  <c:v>sallycupcakesandliana</c:v>
                </c:pt>
                <c:pt idx="6187">
                  <c:v>salinaelizabeth_baby</c:v>
                </c:pt>
                <c:pt idx="6188">
                  <c:v>salemorchidofficialband</c:v>
                </c:pt>
                <c:pt idx="6189">
                  <c:v>saladdaydeathbedmotorcade</c:v>
                </c:pt>
                <c:pt idx="6190">
                  <c:v>salaciouslysweetdeedee</c:v>
                </c:pt>
                <c:pt idx="6191">
                  <c:v>sakura_victoria_morgan</c:v>
                </c:pt>
                <c:pt idx="6192">
                  <c:v>sakurastrongandsmart</c:v>
                </c:pt>
                <c:pt idx="6193">
                  <c:v>sakura_sauce_kay_love</c:v>
                </c:pt>
                <c:pt idx="6194">
                  <c:v>sakuraeverlastingkiss</c:v>
                </c:pt>
                <c:pt idx="6195">
                  <c:v>saintmarysyouthgroup</c:v>
                </c:pt>
                <c:pt idx="6196">
                  <c:v>sain_but_really_special</c:v>
                </c:pt>
                <c:pt idx="6197">
                  <c:v>sagittarius_kick_ass88</c:v>
                </c:pt>
                <c:pt idx="6198">
                  <c:v>sagittariusbabygurl100</c:v>
                </c:pt>
                <c:pt idx="6199">
                  <c:v>sagittariusbabygurl10</c:v>
                </c:pt>
                <c:pt idx="6200">
                  <c:v>saginaw_marching_band</c:v>
                </c:pt>
                <c:pt idx="6201">
                  <c:v>safarigirlgonewilder</c:v>
                </c:pt>
                <c:pt idx="6202">
                  <c:v>sadsongsandfairytales</c:v>
                </c:pt>
                <c:pt idx="6203">
                  <c:v>sadness_pain_hate_anger</c:v>
                </c:pt>
                <c:pt idx="6204">
                  <c:v>sadlifethatyoulivebitch</c:v>
                </c:pt>
                <c:pt idx="6205">
                  <c:v>sadclownentertainment</c:v>
                </c:pt>
                <c:pt idx="6206">
                  <c:v>sactownbutterflygirl2005</c:v>
                </c:pt>
                <c:pt idx="6207">
                  <c:v>sacredhistorymagazine</c:v>
                </c:pt>
                <c:pt idx="6208">
                  <c:v>sacredgroundministry</c:v>
                </c:pt>
                <c:pt idx="6209">
                  <c:v>sacramentostripperclass</c:v>
                </c:pt>
                <c:pt idx="6210">
                  <c:v>sabrina_good_charlotte</c:v>
                </c:pt>
                <c:pt idx="6211">
                  <c:v>sabrina_aka_tink_lover</c:v>
                </c:pt>
                <c:pt idx="6212">
                  <c:v>saajuniorclasstalent</c:v>
                </c:pt>
                <c:pt idx="6213">
                  <c:v>ruthless_thug_4_life</c:v>
                </c:pt>
                <c:pt idx="6214">
                  <c:v>ruthiemelaniedianamartin</c:v>
                </c:pt>
                <c:pt idx="6215">
                  <c:v>ruthie_from_the_block</c:v>
                </c:pt>
                <c:pt idx="6216">
                  <c:v>rustyandchuckforever</c:v>
                </c:pt>
                <c:pt idx="6217">
                  <c:v>rustburgultimateclub</c:v>
                </c:pt>
                <c:pt idx="6218">
                  <c:v>russellandpaula4ever</c:v>
                </c:pt>
                <c:pt idx="6219">
                  <c:v>rupturedsurroundsound</c:v>
                </c:pt>
                <c:pt idx="6220">
                  <c:v>runyamoufentertainment</c:v>
                </c:pt>
                <c:pt idx="6221">
                  <c:v>runthatshitfasthello</c:v>
                </c:pt>
                <c:pt idx="6222">
                  <c:v>runninonfaithquartet</c:v>
                </c:pt>
                <c:pt idx="6223">
                  <c:v>running_with_scissors</c:v>
                </c:pt>
                <c:pt idx="6224">
                  <c:v>runningwithscissors555</c:v>
                </c:pt>
                <c:pt idx="6225">
                  <c:v>running_with_scissors41</c:v>
                </c:pt>
                <c:pt idx="6226">
                  <c:v>runningwithscissors29</c:v>
                </c:pt>
                <c:pt idx="6227">
                  <c:v>runningwithscissors248</c:v>
                </c:pt>
                <c:pt idx="6228">
                  <c:v>runningwithscissors100</c:v>
                </c:pt>
                <c:pt idx="6229">
                  <c:v>runningwith_scissors</c:v>
                </c:pt>
                <c:pt idx="6230">
                  <c:v>runningtowardthehorizon</c:v>
                </c:pt>
                <c:pt idx="6231">
                  <c:v>running_though_the_night</c:v>
                </c:pt>
                <c:pt idx="6232">
                  <c:v>runningrazorbackbelle</c:v>
                </c:pt>
                <c:pt idx="6233">
                  <c:v>runningmantwentythree</c:v>
                </c:pt>
                <c:pt idx="6234">
                  <c:v>runningmanlayoutpreview5</c:v>
                </c:pt>
                <c:pt idx="6235">
                  <c:v>runningfromthisnightmare</c:v>
                </c:pt>
                <c:pt idx="6236">
                  <c:v>runningfromthehideaway</c:v>
                </c:pt>
                <c:pt idx="6237">
                  <c:v>runningfromreality75</c:v>
                </c:pt>
                <c:pt idx="6238">
                  <c:v>running_for_the_love</c:v>
                </c:pt>
                <c:pt idx="6239">
                  <c:v>runningandjumping101</c:v>
                </c:pt>
                <c:pt idx="6240">
                  <c:v>runnerrebbel_stunner</c:v>
                </c:pt>
                <c:pt idx="6241">
                  <c:v>run_its_the_forehead</c:v>
                </c:pt>
                <c:pt idx="6242">
                  <c:v>runescapewarrior93999</c:v>
                </c:pt>
                <c:pt idx="6243">
                  <c:v>runescape_super_clan</c:v>
                </c:pt>
                <c:pt idx="6244">
                  <c:v>runescape_punisher545</c:v>
                </c:pt>
                <c:pt idx="6245">
                  <c:v>runescapemaster115011</c:v>
                </c:pt>
                <c:pt idx="6246">
                  <c:v>rumpusroomsoundsystem</c:v>
                </c:pt>
                <c:pt idx="6247">
                  <c:v>rule_the_world_with_love</c:v>
                </c:pt>
                <c:pt idx="6248">
                  <c:v>rulenumberseventysix</c:v>
                </c:pt>
                <c:pt idx="6249">
                  <c:v>rugby_takingbacksunday</c:v>
                </c:pt>
                <c:pt idx="6250">
                  <c:v>rufftownentertainment</c:v>
                </c:pt>
                <c:pt idx="6251">
                  <c:v>rubyrosethepimperish</c:v>
                </c:pt>
                <c:pt idx="6252">
                  <c:v>ruby_red_cherry_drop</c:v>
                </c:pt>
                <c:pt idx="6253">
                  <c:v>ruby_love_anderson_cooper</c:v>
                </c:pt>
                <c:pt idx="6254">
                  <c:v>rubbish_filter_system</c:v>
                </c:pt>
                <c:pt idx="6255">
                  <c:v>rubberduckiechick2992</c:v>
                </c:pt>
                <c:pt idx="6256">
                  <c:v>rubber_chicken_sebastian</c:v>
                </c:pt>
                <c:pt idx="6257">
                  <c:v>rubberchickeninvasion</c:v>
                </c:pt>
                <c:pt idx="6258">
                  <c:v>rubberchickenfactory</c:v>
                </c:pt>
                <c:pt idx="6259">
                  <c:v>rubberchickenexperiment</c:v>
                </c:pt>
                <c:pt idx="6260">
                  <c:v>royalunderscoreknight</c:v>
                </c:pt>
                <c:pt idx="6261">
                  <c:v>royalsocietyclothing</c:v>
                </c:pt>
                <c:pt idx="6262">
                  <c:v>royalequestriancenter</c:v>
                </c:pt>
                <c:pt idx="6263">
                  <c:v>roxy_the_tragic_rabbit</c:v>
                </c:pt>
                <c:pt idx="6264">
                  <c:v>roxysnowboarder80201</c:v>
                </c:pt>
                <c:pt idx="6265">
                  <c:v>roxy_single_babygurl</c:v>
                </c:pt>
                <c:pt idx="6266">
                  <c:v>roxyprincessstephanie</c:v>
                </c:pt>
                <c:pt idx="6267">
                  <c:v>roxy_girl_billabong_21</c:v>
                </c:pt>
                <c:pt idx="6268">
                  <c:v>roxtract_orange_county</c:v>
                </c:pt>
                <c:pt idx="6269">
                  <c:v>roxburypurplehazeunit</c:v>
                </c:pt>
                <c:pt idx="6270">
                  <c:v>roxanneroxieroxybabe</c:v>
                </c:pt>
                <c:pt idx="6271">
                  <c:v>RoxanneElizabethSalinas</c:v>
                </c:pt>
                <c:pt idx="6272">
                  <c:v>roxanneallaboutyouband</c:v>
                </c:pt>
                <c:pt idx="6273">
                  <c:v>rowan_mayfair_vampire</c:v>
                </c:pt>
                <c:pt idx="6274">
                  <c:v>roundupcountrywestern</c:v>
                </c:pt>
                <c:pt idx="6275">
                  <c:v>roundtableconflictmusic</c:v>
                </c:pt>
                <c:pt idx="6276">
                  <c:v>roughsexmakethathurt99</c:v>
                </c:pt>
                <c:pt idx="6277">
                  <c:v>rotten_spoiled_princess</c:v>
                </c:pt>
                <c:pt idx="6278">
                  <c:v>rotaryexperimentseven</c:v>
                </c:pt>
                <c:pt idx="6279">
                  <c:v>roswell_chris_miller</c:v>
                </c:pt>
                <c:pt idx="6280">
                  <c:v>ross_volleyballchick_44</c:v>
                </c:pt>
                <c:pt idx="6281">
                  <c:v>rossparallaxphotoweb</c:v>
                </c:pt>
                <c:pt idx="6282">
                  <c:v>rosshopkins_greenock</c:v>
                </c:pt>
                <c:pt idx="6283">
                  <c:v>rossandchrisareamazing</c:v>
                </c:pt>
                <c:pt idx="6284">
                  <c:v>rosesfromtheconcrete</c:v>
                </c:pt>
                <c:pt idx="6285">
                  <c:v>roses_die__eventually</c:v>
                </c:pt>
                <c:pt idx="6286">
                  <c:v>rose_ruby_sexy_woman</c:v>
                </c:pt>
                <c:pt idx="6287">
                  <c:v>rosegordonphotography</c:v>
                </c:pt>
                <c:pt idx="6288">
                  <c:v>rosefamilyforeverbaby</c:v>
                </c:pt>
                <c:pt idx="6289">
                  <c:v>rosecityaudio_electronics</c:v>
                </c:pt>
                <c:pt idx="6290">
                  <c:v>rosebud_twinkle_star</c:v>
                </c:pt>
                <c:pt idx="6291">
                  <c:v>roscoe_the_traveling_bear</c:v>
                </c:pt>
                <c:pt idx="6292">
                  <c:v>rosanna_she_ran_away</c:v>
                </c:pt>
                <c:pt idx="6293">
                  <c:v>roryoneillphotography</c:v>
                </c:pt>
                <c:pt idx="6294">
                  <c:v>roosterofficialmusic</c:v>
                </c:pt>
                <c:pt idx="6295">
                  <c:v>ronnie_realistictattoo</c:v>
                </c:pt>
                <c:pt idx="6296">
                  <c:v>rondotowarddestruction</c:v>
                </c:pt>
                <c:pt idx="6297">
                  <c:v>ron_burgundy_anchorman</c:v>
                </c:pt>
                <c:pt idx="6298">
                  <c:v>romulus_the_dark_god</c:v>
                </c:pt>
                <c:pt idx="6299">
                  <c:v>romantic_country_guy</c:v>
                </c:pt>
                <c:pt idx="6300">
                  <c:v>romantic_college_guy</c:v>
                </c:pt>
                <c:pt idx="6301">
                  <c:v>romantically_relaxed_boy</c:v>
                </c:pt>
                <c:pt idx="6302">
                  <c:v>romance_love_heartbreak</c:v>
                </c:pt>
                <c:pt idx="6303">
                  <c:v>rolltidewillienelson</c:v>
                </c:pt>
                <c:pt idx="6304">
                  <c:v>rollinwiththesafetyoff</c:v>
                </c:pt>
                <c:pt idx="6305">
                  <c:v>rollingthunderdrumline</c:v>
                </c:pt>
                <c:pt idx="6306">
                  <c:v>roll_film_speed_action</c:v>
                </c:pt>
                <c:pt idx="6307">
                  <c:v>roller_skating_angel</c:v>
                </c:pt>
                <c:pt idx="6308">
                  <c:v>rollergirlmisstsunami</c:v>
                </c:pt>
                <c:pt idx="6309">
                  <c:v>roll_another_blunt_420</c:v>
                </c:pt>
                <c:pt idx="6310">
                  <c:v>roleplayingcodymartin</c:v>
                </c:pt>
                <c:pt idx="6311">
                  <c:v>roleplayer_person_rox</c:v>
                </c:pt>
                <c:pt idx="6312">
                  <c:v>roleplayerjessicaalba</c:v>
                </c:pt>
                <c:pt idx="6313">
                  <c:v>roleplaychickforlife</c:v>
                </c:pt>
                <c:pt idx="6314">
                  <c:v>roguevalleyunderground</c:v>
                </c:pt>
                <c:pt idx="6315">
                  <c:v>rogue_slayer_firecracker</c:v>
                </c:pt>
                <c:pt idx="6316">
                  <c:v>rogerwillalwaysloveyou</c:v>
                </c:pt>
                <c:pt idx="6317">
                  <c:v>rogerstanleeexperience</c:v>
                </c:pt>
                <c:pt idx="6318">
                  <c:v>rogerhickeyproduction</c:v>
                </c:pt>
                <c:pt idx="6319">
                  <c:v>rodriguezfamilyreunion</c:v>
                </c:pt>
                <c:pt idx="6320">
                  <c:v>rodriguez_art_studio</c:v>
                </c:pt>
                <c:pt idx="6321">
                  <c:v>rode_short_bus_yellow</c:v>
                </c:pt>
                <c:pt idx="6322">
                  <c:v>rodeocowgirl9newyork</c:v>
                </c:pt>
                <c:pt idx="6323">
                  <c:v>rocky_the_bearded_dragon</c:v>
                </c:pt>
                <c:pt idx="6324">
                  <c:v>rockyourworld_malena</c:v>
                </c:pt>
                <c:pt idx="6325">
                  <c:v>rockymountainwildlifephot</c:v>
                </c:pt>
                <c:pt idx="6326">
                  <c:v>rocky_mountain_oyster_boy</c:v>
                </c:pt>
                <c:pt idx="6327">
                  <c:v>rockyhorrorpicturebabe</c:v>
                </c:pt>
                <c:pt idx="6328">
                  <c:v>rockwithshootthebreeze</c:v>
                </c:pt>
                <c:pt idx="6329">
                  <c:v>rocktheengagementparty</c:v>
                </c:pt>
                <c:pt idx="6330">
                  <c:v>rockstarprincess2021</c:v>
                </c:pt>
                <c:pt idx="6331">
                  <c:v>rockstar.photographer</c:v>
                </c:pt>
                <c:pt idx="6332">
                  <c:v>rockstar-photographer</c:v>
                </c:pt>
                <c:pt idx="6333">
                  <c:v>rockstar_guitarist_mark</c:v>
                </c:pt>
                <c:pt idx="6334">
                  <c:v>rockstar_entertainment</c:v>
                </c:pt>
                <c:pt idx="6335">
                  <c:v>rock_solid_cheer_chick</c:v>
                </c:pt>
                <c:pt idx="6336">
                  <c:v>rockprincesschickthingy</c:v>
                </c:pt>
                <c:pt idx="6337">
                  <c:v>rockphonicmanagement</c:v>
                </c:pt>
                <c:pt idx="6338">
                  <c:v>rockpaperscissorsmusic</c:v>
                </c:pt>
                <c:pt idx="6339">
                  <c:v>rock_paper_scissors_</c:v>
                </c:pt>
                <c:pt idx="6340">
                  <c:v>rockpaperscissormusic</c:v>
                </c:pt>
                <c:pt idx="6341">
                  <c:v>rock_metal_punk_love</c:v>
                </c:pt>
                <c:pt idx="6342">
                  <c:v>rocking_wit_the_best</c:v>
                </c:pt>
                <c:pt idx="6343">
                  <c:v>rocking_till_midnight</c:v>
                </c:pt>
                <c:pt idx="6344">
                  <c:v>rocking_marty_gabstein</c:v>
                </c:pt>
                <c:pt idx="6345">
                  <c:v>rockinghorsewinner49</c:v>
                </c:pt>
                <c:pt idx="6346">
                  <c:v>rocking_for_the_world</c:v>
                </c:pt>
                <c:pt idx="6347">
                  <c:v>rocking_electro_girl</c:v>
                </c:pt>
                <c:pt idx="6348">
                  <c:v>rockingchairconvention</c:v>
                </c:pt>
                <c:pt idx="6349">
                  <c:v>rockgeorgecircleshirt</c:v>
                </c:pt>
                <c:pt idx="6350">
                  <c:v>rockford_rockbilly_rebel</c:v>
                </c:pt>
                <c:pt idx="6351">
                  <c:v>rocketshipplayground</c:v>
                </c:pt>
                <c:pt idx="6352">
                  <c:v>rocketscientistblonde</c:v>
                </c:pt>
                <c:pt idx="6353">
                  <c:v>rocketrosiemoonshine</c:v>
                </c:pt>
                <c:pt idx="6354">
                  <c:v>rocketman_now_neurologist</c:v>
                </c:pt>
                <c:pt idx="6355">
                  <c:v>rocketfuel_malt_liquor</c:v>
                </c:pt>
                <c:pt idx="6356">
                  <c:v>rockerstatusclothing</c:v>
                </c:pt>
                <c:pt idx="6357">
                  <c:v>rockerskaterchick007</c:v>
                </c:pt>
                <c:pt idx="6358">
                  <c:v>rocker_party_girl_holly</c:v>
                </c:pt>
                <c:pt idx="6359">
                  <c:v>rocker_inside_and_out</c:v>
                </c:pt>
                <c:pt idx="6360">
                  <c:v>rocker_harry_potter_fan</c:v>
                </c:pt>
                <c:pt idx="6361">
                  <c:v>rockerchick_ballerina</c:v>
                </c:pt>
                <c:pt idx="6362">
                  <c:v>rockercaboodledoodle</c:v>
                </c:pt>
                <c:pt idx="6363">
                  <c:v>rock_creek_hell_raiser</c:v>
                </c:pt>
                <c:pt idx="6364">
                  <c:v>rockconfidentialmusic</c:v>
                </c:pt>
                <c:pt idx="6365">
                  <c:v>rockcastle_artillery</c:v>
                </c:pt>
                <c:pt idx="6366">
                  <c:v>rock_and_roll_outlaw</c:v>
                </c:pt>
                <c:pt idx="6367">
                  <c:v>rockandrollisaprostitute</c:v>
                </c:pt>
                <c:pt idx="6368">
                  <c:v>rockandrepublicmusic</c:v>
                </c:pt>
                <c:pt idx="6369">
                  <c:v>rock_and_blues_radio</c:v>
                </c:pt>
                <c:pt idx="6370">
                  <c:v>rockagainstracism200</c:v>
                </c:pt>
                <c:pt idx="6371">
                  <c:v>rochester_localmusic</c:v>
                </c:pt>
                <c:pt idx="6372">
                  <c:v>roccos_urban_fashion</c:v>
                </c:pt>
                <c:pt idx="6373">
                  <c:v>robyn_lynn_trowbridge</c:v>
                </c:pt>
                <c:pt idx="6374">
                  <c:v>robyn_and_alicia_forever</c:v>
                </c:pt>
                <c:pt idx="6375">
                  <c:v>robthelochnessmonster</c:v>
                </c:pt>
                <c:pt idx="6376">
                  <c:v>rob_the_entrepreneur</c:v>
                </c:pt>
                <c:pt idx="6377">
                  <c:v>robotsplayingbasketball</c:v>
                </c:pt>
                <c:pt idx="6378">
                  <c:v>robotspidercorporation</c:v>
                </c:pt>
                <c:pt idx="6379">
                  <c:v>robot_liberation_front</c:v>
                </c:pt>
                <c:pt idx="6380">
                  <c:v>robotliberationfront</c:v>
                </c:pt>
                <c:pt idx="6381">
                  <c:v>robot_chicken_tribute</c:v>
                </c:pt>
                <c:pt idx="6382">
                  <c:v>robotarmsclothingcompany</c:v>
                </c:pt>
                <c:pt idx="6383">
                  <c:v>roblilangelbaby4ever</c:v>
                </c:pt>
                <c:pt idx="6384">
                  <c:v>rob_lewis_stickdeath</c:v>
                </c:pt>
                <c:pt idx="6385">
                  <c:v>robinholdenrecording</c:v>
                </c:pt>
                <c:pt idx="6386">
                  <c:v>robertaandchristian4ever</c:v>
                </c:pt>
                <c:pt idx="6387">
                  <c:v>robbytherollerrapper</c:v>
                </c:pt>
                <c:pt idx="6388">
                  <c:v>robby_the_robot_195</c:v>
                </c:pt>
                <c:pt idx="6389">
                  <c:v>robbygordonracingfan</c:v>
                </c:pt>
                <c:pt idx="6390">
                  <c:v>robbie_put_the_cat_out</c:v>
                </c:pt>
                <c:pt idx="6391">
                  <c:v>robbie_fucking_emergency</c:v>
                </c:pt>
                <c:pt idx="6392">
                  <c:v>robandthemorningfuzz</c:v>
                </c:pt>
                <c:pt idx="6393">
                  <c:v>rob_and_ashley_4ever</c:v>
                </c:pt>
                <c:pt idx="6394">
                  <c:v>rob_against_the_world</c:v>
                </c:pt>
                <c:pt idx="6395">
                  <c:v>roadwarrior42andsnake337</c:v>
                </c:pt>
                <c:pt idx="6396">
                  <c:v>roadrunner_united_rule</c:v>
                </c:pt>
                <c:pt idx="6397">
                  <c:v>roadlesstraveledstore</c:v>
                </c:pt>
                <c:pt idx="6398">
                  <c:v>road_king_master_200</c:v>
                </c:pt>
                <c:pt idx="6399">
                  <c:v>roadhouse_bar_and_grill</c:v>
                </c:pt>
                <c:pt idx="6400">
                  <c:v>rize_with_the_fallen</c:v>
                </c:pt>
                <c:pt idx="6401">
                  <c:v>riversidebravehearts</c:v>
                </c:pt>
                <c:pt idx="6402">
                  <c:v>riverratvideoproducer</c:v>
                </c:pt>
                <c:pt idx="6403">
                  <c:v>riverranchprincess93</c:v>
                </c:pt>
                <c:pt idx="6404">
                  <c:v>riverrainsadness1987</c:v>
                </c:pt>
                <c:pt idx="6405">
                  <c:v>riverfrontsteakhouse</c:v>
                </c:pt>
                <c:pt idx="6406">
                  <c:v>riverfrontentertainment</c:v>
                </c:pt>
                <c:pt idx="6407">
                  <c:v>river_detroit_soccer_club</c:v>
                </c:pt>
                <c:pt idx="6408">
                  <c:v>riverdalevarsitycheer1</c:v>
                </c:pt>
                <c:pt idx="6409">
                  <c:v>riverdalescottishbrigade</c:v>
                </c:pt>
                <c:pt idx="6410">
                  <c:v>rivercitystringquartet</c:v>
                </c:pt>
                <c:pt idx="6411">
                  <c:v>riverbottomnightmarebandforb</c:v>
                </c:pt>
                <c:pt idx="6412">
                  <c:v>ritualconsciousrebel</c:v>
                </c:pt>
                <c:pt idx="6413">
                  <c:v>rita_skeeter_reporter</c:v>
                </c:pt>
                <c:pt idx="6414">
                  <c:v>risquemusicbarcelona</c:v>
                </c:pt>
                <c:pt idx="6415">
                  <c:v>risqueconjurerpoetry</c:v>
                </c:pt>
                <c:pt idx="6416">
                  <c:v>rising_phoenixliondance</c:v>
                </c:pt>
                <c:pt idx="6417">
                  <c:v>rise_with_the_fallen_9999</c:v>
                </c:pt>
                <c:pt idx="6418">
                  <c:v>rise_with_the_fallen77</c:v>
                </c:pt>
                <c:pt idx="6419">
                  <c:v>risewiththefallen417</c:v>
                </c:pt>
                <c:pt idx="6420">
                  <c:v>rise_with_the_fallen_2</c:v>
                </c:pt>
                <c:pt idx="6421">
                  <c:v>rise_with_the_fallen1</c:v>
                </c:pt>
                <c:pt idx="6422">
                  <c:v>rise_with_the_fallen138</c:v>
                </c:pt>
                <c:pt idx="6423">
                  <c:v>rise_with_the_fallen13</c:v>
                </c:pt>
                <c:pt idx="6424">
                  <c:v>rise__with_the_fallen____</c:v>
                </c:pt>
                <c:pt idx="6425">
                  <c:v>rise_against_the_system</c:v>
                </c:pt>
                <c:pt idx="6426">
                  <c:v>rise_against_the_romance</c:v>
                </c:pt>
                <c:pt idx="6427">
                  <c:v>ripzonetopnotchnation</c:v>
                </c:pt>
                <c:pt idx="6428">
                  <c:v>ripyourheartoutmusic</c:v>
                </c:pt>
                <c:pt idx="6429">
                  <c:v>ripronnieolivia1130</c:v>
                </c:pt>
                <c:pt idx="6430">
                  <c:v>ripperletterfromhell92</c:v>
                </c:pt>
                <c:pt idx="6431">
                  <c:v>rip_mac_dre_1970_2004</c:v>
                </c:pt>
                <c:pt idx="6432">
                  <c:v>rip_cowboy_and_grandpa</c:v>
                </c:pt>
                <c:pt idx="6433">
                  <c:v>ripcityryderentertainment</c:v>
                </c:pt>
                <c:pt idx="6434">
                  <c:v>ripandreajeanhartman</c:v>
                </c:pt>
                <c:pt idx="6435">
                  <c:v>riotwinnipegstreetteam</c:v>
                </c:pt>
                <c:pt idx="6436">
                  <c:v>rio_riot_samedifference</c:v>
                </c:pt>
                <c:pt idx="6437">
                  <c:v>riofuckinggoldhammer</c:v>
                </c:pt>
                <c:pt idx="6438">
                  <c:v>ringmaster1871folk4life</c:v>
                </c:pt>
                <c:pt idx="6439">
                  <c:v>ring_around_the_rosie_</c:v>
                </c:pt>
                <c:pt idx="6440">
                  <c:v>ringaroundthechampagne</c:v>
                </c:pt>
                <c:pt idx="6441">
                  <c:v>rileymotherfuckinglappin</c:v>
                </c:pt>
                <c:pt idx="6442">
                  <c:v>rileyhasaneatingdisorder</c:v>
                </c:pt>
                <c:pt idx="6443">
                  <c:v>rileyandariellealways</c:v>
                </c:pt>
                <c:pt idx="6444">
                  <c:v>rikki_and_sierra_4_eva</c:v>
                </c:pt>
                <c:pt idx="6445">
                  <c:v>rightturndownthewrongroad</c:v>
                </c:pt>
                <c:pt idx="6446">
                  <c:v>right_here_waiting27</c:v>
                </c:pt>
                <c:pt idx="6447">
                  <c:v>righthandentertainment</c:v>
                </c:pt>
                <c:pt idx="6448">
                  <c:v>rightcoastvolleyballsurf</c:v>
                </c:pt>
                <c:pt idx="6449">
                  <c:v>rightbeforeyoudisappear</c:v>
                </c:pt>
                <c:pt idx="6450">
                  <c:v>ridgelandcyclingclub</c:v>
                </c:pt>
                <c:pt idx="6451">
                  <c:v>ridgeagainstthemachine</c:v>
                </c:pt>
                <c:pt idx="6452">
                  <c:v>ride_the_lightning_89</c:v>
                </c:pt>
                <c:pt idx="6453">
                  <c:v>riddimwildproduction</c:v>
                </c:pt>
                <c:pt idx="6454">
                  <c:v>riddel_revolutionhelmet43</c:v>
                </c:pt>
                <c:pt idx="6455">
                  <c:v>RICKYTHETROUBLEMAKER</c:v>
                </c:pt>
                <c:pt idx="6456">
                  <c:v>rickymondragonmorales</c:v>
                </c:pt>
                <c:pt idx="6457">
                  <c:v>rickydoddsimplycajun</c:v>
                </c:pt>
                <c:pt idx="6458">
                  <c:v>rickybutlerillustration</c:v>
                </c:pt>
                <c:pt idx="6459">
                  <c:v>rickyandjessica4ever</c:v>
                </c:pt>
                <c:pt idx="6460">
                  <c:v>ricky_and_aly_4_ever</c:v>
                </c:pt>
                <c:pt idx="6461">
                  <c:v>rick_stretch_armstrong</c:v>
                </c:pt>
                <c:pt idx="6462">
                  <c:v>rickstar_teamridgewood</c:v>
                </c:pt>
                <c:pt idx="6463">
                  <c:v>ricksaundersrockstar</c:v>
                </c:pt>
                <c:pt idx="6464">
                  <c:v>rickrossthebossbitch</c:v>
                </c:pt>
                <c:pt idx="6465">
                  <c:v>ricki_michelle_farmer</c:v>
                </c:pt>
                <c:pt idx="6466">
                  <c:v>rickbrimhallphotography</c:v>
                </c:pt>
                <c:pt idx="6467">
                  <c:v>rich_young_and_famous</c:v>
                </c:pt>
                <c:pt idx="6468">
                  <c:v>richwarburtonphotography</c:v>
                </c:pt>
                <c:pt idx="6469">
                  <c:v>rich__uncle__skeleton</c:v>
                </c:pt>
                <c:pt idx="6470">
                  <c:v>rich_thick_chocolate</c:v>
                </c:pt>
                <c:pt idx="6471">
                  <c:v>richelle101_greenday101</c:v>
                </c:pt>
                <c:pt idx="6472">
                  <c:v>richdrumsandvocalsessions</c:v>
                </c:pt>
                <c:pt idx="6473">
                  <c:v>rich_and_kor_forever</c:v>
                </c:pt>
                <c:pt idx="6474">
                  <c:v>ricecube_zombiekiller</c:v>
                </c:pt>
                <c:pt idx="6475">
                  <c:v>rica_strawberrymilkshake</c:v>
                </c:pt>
                <c:pt idx="6476">
                  <c:v>riata_burton_darrell</c:v>
                </c:pt>
                <c:pt idx="6477">
                  <c:v>rhonda_lee_hutchinson_70</c:v>
                </c:pt>
                <c:pt idx="6478">
                  <c:v>rhonda_and_tawnya_4eva</c:v>
                </c:pt>
                <c:pt idx="6479">
                  <c:v>rhinopolisrevolution</c:v>
                </c:pt>
                <c:pt idx="6480">
                  <c:v>reynita_bonita91sickness</c:v>
                </c:pt>
                <c:pt idx="6481">
                  <c:v>revolvingdoortheband</c:v>
                </c:pt>
                <c:pt idx="6482">
                  <c:v>revolvestudentministry</c:v>
                </c:pt>
                <c:pt idx="6483">
                  <c:v>revolutionwrestlingnow</c:v>
                </c:pt>
                <c:pt idx="6484">
                  <c:v>revolutionskateboardteam</c:v>
                </c:pt>
                <c:pt idx="6485">
                  <c:v>revolutionrecordingstudio</c:v>
                </c:pt>
                <c:pt idx="6486">
                  <c:v>revolutionpraiseband</c:v>
                </c:pt>
                <c:pt idx="6487">
                  <c:v>__revolutionplusdesire</c:v>
                </c:pt>
                <c:pt idx="6488">
                  <c:v>revolutionhippiepeacelove</c:v>
                </c:pt>
                <c:pt idx="6489">
                  <c:v>revolutionforpeaceandlove</c:v>
                </c:pt>
                <c:pt idx="6490">
                  <c:v>revolutiondancegroup</c:v>
                </c:pt>
                <c:pt idx="6491">
                  <c:v>revolutionaryblackgirl</c:v>
                </c:pt>
                <c:pt idx="6492">
                  <c:v>revmadnessandthegrimdeacon</c:v>
                </c:pt>
                <c:pt idx="6493">
                  <c:v>reveriejaymetalstudio</c:v>
                </c:pt>
                <c:pt idx="6494">
                  <c:v>reverendstrongnosejackson</c:v>
                </c:pt>
                <c:pt idx="6495">
                  <c:v>reverenddoctordavidquick</c:v>
                </c:pt>
                <c:pt idx="6496">
                  <c:v>reverend_doctor_alex</c:v>
                </c:pt>
                <c:pt idx="6497">
                  <c:v>retroxsuperficiality</c:v>
                </c:pt>
                <c:pt idx="6498">
                  <c:v>retarded_kim_its_true</c:v>
                </c:pt>
                <c:pt idx="6499">
                  <c:v>restassuredstreetteam</c:v>
                </c:pt>
                <c:pt idx="6500">
                  <c:v>respond_with_silence</c:v>
                </c:pt>
                <c:pt idx="6501">
                  <c:v>respect_the_rectangle</c:v>
                </c:pt>
                <c:pt idx="6502">
                  <c:v>respectrecordsusanicethelyrical</c:v>
                </c:pt>
                <c:pt idx="6503">
                  <c:v>respectmodelmanagement</c:v>
                </c:pt>
                <c:pt idx="6504">
                  <c:v>respectablestreetlive</c:v>
                </c:pt>
                <c:pt idx="6505">
                  <c:v>resolve_4_pet_stains</c:v>
                </c:pt>
                <c:pt idx="6506">
                  <c:v>resist_the_conformity</c:v>
                </c:pt>
                <c:pt idx="6507">
                  <c:v>resist_psychic_death</c:v>
                </c:pt>
                <c:pt idx="6508">
                  <c:v>resistance_for_freedom</c:v>
                </c:pt>
                <c:pt idx="6509">
                  <c:v>residentrockstarmusic</c:v>
                </c:pt>
                <c:pt idx="6510">
                  <c:v>resident_evil____slipknot</c:v>
                </c:pt>
                <c:pt idx="6511">
                  <c:v>resident_evil__freak</c:v>
                </c:pt>
                <c:pt idx="6512">
                  <c:v>resident_evil_fan101</c:v>
                </c:pt>
                <c:pt idx="6513">
                  <c:v>resident_evil_competition</c:v>
                </c:pt>
                <c:pt idx="6514">
                  <c:v>reservedforstephanie</c:v>
                </c:pt>
                <c:pt idx="6515">
                  <c:v>research2cure_travel</c:v>
                </c:pt>
                <c:pt idx="6516">
                  <c:v>rescuingthemiserable</c:v>
                </c:pt>
                <c:pt idx="6517">
                  <c:v>requiem_for_the_conqueror</c:v>
                </c:pt>
                <c:pt idx="6518">
                  <c:v>republicanduckhunters</c:v>
                </c:pt>
                <c:pt idx="6519">
                  <c:v>republican_all_the_way</c:v>
                </c:pt>
                <c:pt idx="6520">
                  <c:v>reptilian_guitar_diva</c:v>
                </c:pt>
                <c:pt idx="6521">
                  <c:v>reprimand_the_fallen</c:v>
                </c:pt>
                <c:pt idx="6522">
                  <c:v>representwestpunjab4</c:v>
                </c:pt>
                <c:pt idx="6523">
                  <c:v>represent_the_westside</c:v>
                </c:pt>
                <c:pt idx="6524">
                  <c:v>representhouston4life713</c:v>
                </c:pt>
                <c:pt idx="6525">
                  <c:v>repentanceplacechurch</c:v>
                </c:pt>
                <c:pt idx="6526">
                  <c:v>repeatoffenderdrummer</c:v>
                </c:pt>
                <c:pt idx="6527">
                  <c:v>repdeathwishskatecrew</c:v>
                </c:pt>
                <c:pt idx="6528">
                  <c:v>rent_crazy_theater_guy</c:v>
                </c:pt>
                <c:pt idx="6529">
                  <c:v>renoredlightdistrict</c:v>
                </c:pt>
                <c:pt idx="6530">
                  <c:v>renegadewilleatyourbrain</c:v>
                </c:pt>
                <c:pt idx="6531">
                  <c:v>renegadetaoistpriest</c:v>
                </c:pt>
                <c:pt idx="6532">
                  <c:v>reneewashingtonmitchell</c:v>
                </c:pt>
                <c:pt idx="6533">
                  <c:v>renee_aka_babygirl101</c:v>
                </c:pt>
                <c:pt idx="6534">
                  <c:v>removethisprofile54</c:v>
                </c:pt>
                <c:pt idx="6535">
                  <c:v>removeprofilenowplease</c:v>
                </c:pt>
                <c:pt idx="6536">
                  <c:v>removableheadclothing</c:v>
                </c:pt>
                <c:pt idx="6537">
                  <c:v>remotedesktopprotocol</c:v>
                </c:pt>
                <c:pt idx="6538">
                  <c:v>rememberwhereyouhearditfirst</c:v>
                </c:pt>
                <c:pt idx="6539">
                  <c:v>remember_when_studio</c:v>
                </c:pt>
                <c:pt idx="6540">
                  <c:v>rememberthesilence9</c:v>
                </c:pt>
                <c:pt idx="6541">
                  <c:v>rememberthenamejonathan</c:v>
                </c:pt>
                <c:pt idx="6542">
                  <c:v>rememberthenamebitch</c:v>
                </c:pt>
                <c:pt idx="6543">
                  <c:v>remembertheholocaust</c:v>
                </c:pt>
                <c:pt idx="6544">
                  <c:v>remember_that_one_time</c:v>
                </c:pt>
                <c:pt idx="6545">
                  <c:v>rememberneversurrender</c:v>
                </c:pt>
                <c:pt idx="6546">
                  <c:v>rememberlastnightband</c:v>
                </c:pt>
                <c:pt idx="6547">
                  <c:v>rememberingthesilence</c:v>
                </c:pt>
                <c:pt idx="6548">
                  <c:v>rememberingthelegend</c:v>
                </c:pt>
                <c:pt idx="6549">
                  <c:v>relivin_this_failure</c:v>
                </c:pt>
                <c:pt idx="6550">
                  <c:v>relentlesslightingdesign</c:v>
                </c:pt>
                <c:pt idx="6551">
                  <c:v>release_your_grip_</c:v>
                </c:pt>
                <c:pt idx="6552">
                  <c:v>releasethespiritwithin</c:v>
                </c:pt>
                <c:pt idx="6553">
                  <c:v>releasestubbyboardman</c:v>
                </c:pt>
                <c:pt idx="6554">
                  <c:v>relaxandfloatdownstream</c:v>
                </c:pt>
                <c:pt idx="6555">
                  <c:v>relapsethesoloproject</c:v>
                </c:pt>
                <c:pt idx="6556">
                  <c:v>rejectyourfamilyandgod</c:v>
                </c:pt>
                <c:pt idx="6557">
                  <c:v>reinventingyourexit1911</c:v>
                </c:pt>
                <c:pt idx="6558">
                  <c:v>regretnothingfearevenless</c:v>
                </c:pt>
                <c:pt idx="6559">
                  <c:v>registeredsexoffender513</c:v>
                </c:pt>
                <c:pt idx="6560">
                  <c:v>RegionalVicePresident</c:v>
                </c:pt>
                <c:pt idx="6561">
                  <c:v>regina_rattan_weaver</c:v>
                </c:pt>
                <c:pt idx="6562">
                  <c:v>reggieimmersedindread</c:v>
                </c:pt>
                <c:pt idx="6563">
                  <c:v>reggie7121991andskyber712</c:v>
                </c:pt>
                <c:pt idx="6564">
                  <c:v>regenerationstudentmin</c:v>
                </c:pt>
                <c:pt idx="6565">
                  <c:v>refugehighschoolgroup</c:v>
                </c:pt>
                <c:pt idx="6566">
                  <c:v>refridgerate_upon_arrival</c:v>
                </c:pt>
                <c:pt idx="6567">
                  <c:v>reformed_federalist_party</c:v>
                </c:pt>
                <c:pt idx="6568">
                  <c:v>reflectwhatyoubelieve</c:v>
                </c:pt>
                <c:pt idx="6569">
                  <c:v>reflectionsofaprettysoul</c:v>
                </c:pt>
                <c:pt idx="6570">
                  <c:v>refinanceandpurchase</c:v>
                </c:pt>
                <c:pt idx="6571">
                  <c:v>ree_tony_make_karina</c:v>
                </c:pt>
                <c:pt idx="6572">
                  <c:v>reesewitherspoonlayout</c:v>
                </c:pt>
                <c:pt idx="6573">
                  <c:v>reese_witherspoon_14</c:v>
                </c:pt>
                <c:pt idx="6574">
                  <c:v>reesewitherspoon1234</c:v>
                </c:pt>
                <c:pt idx="6575">
                  <c:v>reelstuffentertainment</c:v>
                </c:pt>
                <c:pt idx="6576">
                  <c:v>reel_around_the_fountain</c:v>
                </c:pt>
                <c:pt idx="6577">
                  <c:v>redyellowpurplegreen</c:v>
                </c:pt>
                <c:pt idx="6578">
                  <c:v>redwithembarrassment</c:v>
                </c:pt>
                <c:pt idx="6579">
                  <c:v>redversionkylebetterer</c:v>
                </c:pt>
                <c:pt idx="6580">
                  <c:v>red_velvet_nightmare</c:v>
                </c:pt>
                <c:pt idx="6581">
                  <c:v>redundantanddemented</c:v>
                </c:pt>
                <c:pt idx="6582">
                  <c:v>redstripeloversociety</c:v>
                </c:pt>
                <c:pt idx="6583">
                  <c:v>red_storm_black_cell</c:v>
                </c:pt>
                <c:pt idx="6584">
                  <c:v>redsquirrelcollective</c:v>
                </c:pt>
                <c:pt idx="6585">
                  <c:v>red_roses_turn_black</c:v>
                </c:pt>
                <c:pt idx="6586">
                  <c:v>redneck_with_attitude17</c:v>
                </c:pt>
                <c:pt idx="6587">
                  <c:v>redneck_tractor_babe</c:v>
                </c:pt>
                <c:pt idx="6588">
                  <c:v>Red_Neck_Soul_Reaper</c:v>
                </c:pt>
                <c:pt idx="6589">
                  <c:v>rednecksoftballplayer</c:v>
                </c:pt>
                <c:pt idx="6590">
                  <c:v>redneck_ricerocketeer</c:v>
                </c:pt>
                <c:pt idx="6591">
                  <c:v>redneck_rebel_cowboy</c:v>
                </c:pt>
                <c:pt idx="6592">
                  <c:v>red_neck_jacksonville</c:v>
                </c:pt>
                <c:pt idx="6593">
                  <c:v>redneck_hippie_whiteboy</c:v>
                </c:pt>
                <c:pt idx="6594">
                  <c:v>redneck_hillbilly_80</c:v>
                </c:pt>
                <c:pt idx="6595">
                  <c:v>redneckgirl_4_life198</c:v>
                </c:pt>
                <c:pt idx="6596">
                  <c:v>redneck_georgia_woman</c:v>
                </c:pt>
                <c:pt idx="6597">
                  <c:v>redneck_for_life_5150</c:v>
                </c:pt>
                <c:pt idx="6598">
                  <c:v>redneckfirefighter82</c:v>
                </c:pt>
                <c:pt idx="6599">
                  <c:v>redneckfirefighter35</c:v>
                </c:pt>
                <c:pt idx="6600">
                  <c:v>redneck_cowgirl_4_life</c:v>
                </c:pt>
                <c:pt idx="6601">
                  <c:v>redneck_country_gurl</c:v>
                </c:pt>
                <c:pt idx="6602">
                  <c:v>redneckcountryboy1992</c:v>
                </c:pt>
                <c:pt idx="6603">
                  <c:v>redneckcountryboy1987</c:v>
                </c:pt>
                <c:pt idx="6604">
                  <c:v>redneckcountryboy1980</c:v>
                </c:pt>
                <c:pt idx="6605">
                  <c:v>redneckcountryboy109</c:v>
                </c:pt>
                <c:pt idx="6606">
                  <c:v>redneckcountryboy09</c:v>
                </c:pt>
                <c:pt idx="6607">
                  <c:v>redneck_clemsongurl88</c:v>
                </c:pt>
                <c:pt idx="6608">
                  <c:v>redneck_chick_always</c:v>
                </c:pt>
                <c:pt idx="6609">
                  <c:v>redneckchick4eva2007</c:v>
                </c:pt>
                <c:pt idx="6610">
                  <c:v>redneckbrotherhood78</c:v>
                </c:pt>
                <c:pt idx="6611">
                  <c:v>redneck_blonde_cutie</c:v>
                </c:pt>
                <c:pt idx="6612">
                  <c:v>redneckbarrelracer31</c:v>
                </c:pt>
                <c:pt idx="6613">
                  <c:v>redneck2005_converse</c:v>
                </c:pt>
                <c:pt idx="6614">
                  <c:v>redman_hialeah_chico</c:v>
                </c:pt>
                <c:pt idx="6615">
                  <c:v>redlightdistrictband</c:v>
                </c:pt>
                <c:pt idx="6616">
                  <c:v>redlightdistrict24_7</c:v>
                </c:pt>
                <c:pt idx="6617">
                  <c:v>red_light_district_21</c:v>
                </c:pt>
                <c:pt idx="6618">
                  <c:v>redlightacceleration</c:v>
                </c:pt>
                <c:pt idx="6619">
                  <c:v>RedlandsYouthMinistry</c:v>
                </c:pt>
                <c:pt idx="6620">
                  <c:v>redhotlittlefirecracker</c:v>
                </c:pt>
                <c:pt idx="6621">
                  <c:v>redheadsaremorefunaliyah</c:v>
                </c:pt>
                <c:pt idx="6622">
                  <c:v>red_head_machine_god</c:v>
                </c:pt>
                <c:pt idx="6623">
                  <c:v>redhead_flirtygirl_37</c:v>
                </c:pt>
                <c:pt idx="6624">
                  <c:v>redheadedstepchildband</c:v>
                </c:pt>
                <c:pt idx="6625">
                  <c:v>red_headed_she_devil</c:v>
                </c:pt>
                <c:pt idx="6626">
                  <c:v>redheaded_redneck_girl</c:v>
                </c:pt>
                <c:pt idx="6627">
                  <c:v>redheadedpartyanimal</c:v>
                </c:pt>
                <c:pt idx="6628">
                  <c:v>RedHeadedHarleyRider</c:v>
                </c:pt>
                <c:pt idx="6629">
                  <c:v>redheadedcowgirl79403</c:v>
                </c:pt>
                <c:pt idx="6630">
                  <c:v>redheadedcookieeater</c:v>
                </c:pt>
                <c:pt idx="6631">
                  <c:v>Red_Headed_Beauty925</c:v>
                </c:pt>
                <c:pt idx="6632">
                  <c:v>redheaddevilangel2004</c:v>
                </c:pt>
                <c:pt idx="6633">
                  <c:v>redhairedprincess2002</c:v>
                </c:pt>
                <c:pt idx="6634">
                  <c:v>red_gumball_for_love</c:v>
                </c:pt>
                <c:pt idx="6635">
                  <c:v>redflagsandlongnights</c:v>
                </c:pt>
                <c:pt idx="6636">
                  <c:v>redflaggraphicdesign</c:v>
                </c:pt>
                <c:pt idx="6637">
                  <c:v>redeyesandblackskies</c:v>
                </c:pt>
                <c:pt idx="6638">
                  <c:v>redeyeproductionscrew</c:v>
                </c:pt>
                <c:pt idx="6639">
                  <c:v>redemptionafterdownfall</c:v>
                </c:pt>
                <c:pt idx="6640">
                  <c:v>redefining_great_ness</c:v>
                </c:pt>
                <c:pt idx="6641">
                  <c:v>reddsohtowncheckherstatus</c:v>
                </c:pt>
                <c:pt idx="6642">
                  <c:v>reddingnightlifemusicpage</c:v>
                </c:pt>
                <c:pt idx="6643">
                  <c:v>reddevilquarterback11</c:v>
                </c:pt>
                <c:pt idx="6644">
                  <c:v>redcheckeredprostitute</c:v>
                </c:pt>
                <c:pt idx="6645">
                  <c:v>redcarpetentertainment</c:v>
                </c:pt>
                <c:pt idx="6646">
                  <c:v>redcarpet_and_rebellion</c:v>
                </c:pt>
                <c:pt idx="6647">
                  <c:v>redbullcivictypermike</c:v>
                </c:pt>
                <c:pt idx="6648">
                  <c:v>redbrown.freezeflame</c:v>
                </c:pt>
                <c:pt idx="6649">
                  <c:v>redbonecatchercoonhound</c:v>
                </c:pt>
                <c:pt idx="6650">
                  <c:v>redbloodedcountrygirl</c:v>
                </c:pt>
                <c:pt idx="6651">
                  <c:v>redblazingdragongeorge</c:v>
                </c:pt>
                <c:pt idx="6652">
                  <c:v>redbeard_the_surveyor</c:v>
                </c:pt>
                <c:pt idx="6653">
                  <c:v>red_ballerina_layout</c:v>
                </c:pt>
                <c:pt idx="6654">
                  <c:v>recoveringbadgebunny</c:v>
                </c:pt>
                <c:pt idx="6655">
                  <c:v>recordingartistbeaux</c:v>
                </c:pt>
                <c:pt idx="6656">
                  <c:v>recognize_skate_team</c:v>
                </c:pt>
                <c:pt idx="6657">
                  <c:v>reclaimourstreets1301</c:v>
                </c:pt>
                <c:pt idx="6658">
                  <c:v>reckless_mouth_piece</c:v>
                </c:pt>
                <c:pt idx="6659">
                  <c:v>recidivistbrutalmetal</c:v>
                </c:pt>
                <c:pt idx="6660">
                  <c:v>rebornlatesummerearlyfrost</c:v>
                </c:pt>
                <c:pt idx="6661">
                  <c:v>rebel_under_pressure</c:v>
                </c:pt>
                <c:pt idx="6662">
                  <c:v>rebelshinecountrygal</c:v>
                </c:pt>
                <c:pt idx="6663">
                  <c:v>rebelrockercrazygirl</c:v>
                </c:pt>
                <c:pt idx="6664">
                  <c:v>rebel_rider_cheer_chick</c:v>
                </c:pt>
                <c:pt idx="6665">
                  <c:v>rebelredneckfromhell</c:v>
                </c:pt>
                <c:pt idx="6666">
                  <c:v>rebellionfromthecore</c:v>
                </c:pt>
                <c:pt idx="6667">
                  <c:v>rebelcountrygirl1982</c:v>
                </c:pt>
                <c:pt idx="6668">
                  <c:v>rebel_chick_from_hell</c:v>
                </c:pt>
                <c:pt idx="6669">
                  <c:v>rebel_against_the_future</c:v>
                </c:pt>
                <c:pt idx="6670">
                  <c:v>rebekkamaksimushkina1988</c:v>
                </c:pt>
                <c:pt idx="6671">
                  <c:v>rebekkaandthemysterybox</c:v>
                </c:pt>
                <c:pt idx="6672">
                  <c:v>rebeccawiththescales</c:v>
                </c:pt>
                <c:pt idx="6673">
                  <c:v>rebecca_the_polarbear</c:v>
                </c:pt>
                <c:pt idx="6674">
                  <c:v>rebeccasimpsonhannifan</c:v>
                </c:pt>
                <c:pt idx="6675">
                  <c:v>rebecca_middlebrooks</c:v>
                </c:pt>
                <c:pt idx="6676">
                  <c:v>rebeccalouisesimpson</c:v>
                </c:pt>
                <c:pt idx="6677">
                  <c:v>rebecca_jane_appleyard</c:v>
                </c:pt>
                <c:pt idx="6678">
                  <c:v>rebecca_danielle_conklin</c:v>
                </c:pt>
                <c:pt idx="6679">
                  <c:v>rebeccaclarkphotography</c:v>
                </c:pt>
                <c:pt idx="6680">
                  <c:v>rebecca_brandon_bloomwood</c:v>
                </c:pt>
                <c:pt idx="6681">
                  <c:v>rebeccaandjerryalways</c:v>
                </c:pt>
                <c:pt idx="6682">
                  <c:v>rebecca4greenday4eva</c:v>
                </c:pt>
                <c:pt idx="6683">
                  <c:v>reasonforbeingtheband</c:v>
                </c:pt>
                <c:pt idx="6684">
                  <c:v>reasonforabandonment</c:v>
                </c:pt>
                <c:pt idx="6685">
                  <c:v>real_vanessa_anne_hudgens</c:v>
                </c:pt>
                <c:pt idx="6686">
                  <c:v>realtyworldsouthwest</c:v>
                </c:pt>
                <c:pt idx="6687">
                  <c:v>realstreetmusicgroup</c:v>
                </c:pt>
                <c:pt idx="6688">
                  <c:v>real_southern_sweetheart</c:v>
                </c:pt>
                <c:pt idx="6689">
                  <c:v>realsouthernhiphop4life</c:v>
                </c:pt>
                <c:pt idx="6690">
                  <c:v>realsoutherngentleman93</c:v>
                </c:pt>
                <c:pt idx="6691">
                  <c:v>realredhairescondido</c:v>
                </c:pt>
                <c:pt idx="6692">
                  <c:v>realniggasgetmoney803</c:v>
                </c:pt>
                <c:pt idx="6693">
                  <c:v>realniggasdontstress</c:v>
                </c:pt>
                <c:pt idx="6694">
                  <c:v>realmentertainmentgroup</c:v>
                </c:pt>
                <c:pt idx="6695">
                  <c:v>reallywaycoolerthanyou</c:v>
                </c:pt>
                <c:pt idx="6696">
                  <c:v>reallyspectacularcompany</c:v>
                </c:pt>
                <c:pt idx="6697">
                  <c:v>really_sexy_naughtychick1</c:v>
                </c:pt>
                <c:pt idx="6698">
                  <c:v>reallysexyleprechaun</c:v>
                </c:pt>
                <c:pt idx="6699">
                  <c:v>reallifepromisekeeper</c:v>
                </c:pt>
                <c:pt idx="6700">
                  <c:v>reallife_entertainment</c:v>
                </c:pt>
                <c:pt idx="6701">
                  <c:v>reallifedramaentertainment</c:v>
                </c:pt>
                <c:pt idx="6702">
                  <c:v>reality_the_teen_life</c:v>
                </c:pt>
                <c:pt idx="6703">
                  <c:v>realityserumstreetteam</c:v>
                </c:pt>
                <c:pt idx="6704">
                  <c:v>realitydistortionfield</c:v>
                </c:pt>
                <c:pt idx="6705">
                  <c:v>realityadvice_tester9</c:v>
                </c:pt>
                <c:pt idx="6706">
                  <c:v>realityadvice_tester</c:v>
                </c:pt>
                <c:pt idx="6707">
                  <c:v>realityadvice_tester5</c:v>
                </c:pt>
                <c:pt idx="6708">
                  <c:v>realityadvice_tester4</c:v>
                </c:pt>
                <c:pt idx="6709">
                  <c:v>realityadvice_tester3</c:v>
                </c:pt>
                <c:pt idx="6710">
                  <c:v>realityadvice_tester2</c:v>
                </c:pt>
                <c:pt idx="6711">
                  <c:v>realityadvice_tester10</c:v>
                </c:pt>
                <c:pt idx="6712">
                  <c:v>realistnewyorkbabygirl</c:v>
                </c:pt>
                <c:pt idx="6713">
                  <c:v>realistchickbreathing</c:v>
                </c:pt>
                <c:pt idx="6714">
                  <c:v>real_individual_person</c:v>
                </c:pt>
                <c:pt idx="6715">
                  <c:v>realhustleentertainment</c:v>
                </c:pt>
                <c:pt idx="6716">
                  <c:v>realhalo2weaponsandstuff</c:v>
                </c:pt>
                <c:pt idx="6717">
                  <c:v>real_fine_place_2_start</c:v>
                </c:pt>
                <c:pt idx="6718">
                  <c:v>realest_chick_you_know</c:v>
                </c:pt>
                <c:pt idx="6719">
                  <c:v>realestatemortgagelady</c:v>
                </c:pt>
                <c:pt idx="6720">
                  <c:v>realestateinvestor08</c:v>
                </c:pt>
                <c:pt idx="6721">
                  <c:v>realestatefirmworldwide</c:v>
                </c:pt>
                <c:pt idx="6722">
                  <c:v>realestate_agent_007</c:v>
                </c:pt>
                <c:pt idx="6723">
                  <c:v>real_country_bitch23</c:v>
                </c:pt>
                <c:pt idx="6724">
                  <c:v>realchick_aka_jamgurl</c:v>
                </c:pt>
                <c:pt idx="6725">
                  <c:v>realabsinthemindedmusic</c:v>
                </c:pt>
                <c:pt idx="6726">
                  <c:v>reafeelingunappreciated</c:v>
                </c:pt>
                <c:pt idx="6727">
                  <c:v>readyandalwayswilling</c:v>
                </c:pt>
                <c:pt idx="6728">
                  <c:v>readingrainbowreunite</c:v>
                </c:pt>
                <c:pt idx="6729">
                  <c:v>readingfestivalweekend</c:v>
                </c:pt>
                <c:pt idx="6730">
                  <c:v>read_between_dalynez</c:v>
                </c:pt>
                <c:pt idx="6731">
                  <c:v>reactiveandbreakdown</c:v>
                </c:pt>
                <c:pt idx="6732">
                  <c:v>reachingthedoorupstairs</c:v>
                </c:pt>
                <c:pt idx="6733">
                  <c:v>reachingandbelieving</c:v>
                </c:pt>
                <c:pt idx="6734">
                  <c:v>razor_blade_suitcase</c:v>
                </c:pt>
                <c:pt idx="6735">
                  <c:v>razorblade_romance_4_life</c:v>
                </c:pt>
                <c:pt idx="6736">
                  <c:v>razorbladeromance101</c:v>
                </c:pt>
                <c:pt idx="6737">
                  <c:v>razorbladecheesecake</c:v>
                </c:pt>
                <c:pt idx="6738">
                  <c:v>raywatsonsecretplace</c:v>
                </c:pt>
                <c:pt idx="6739">
                  <c:v>ray_swimdrumbaseball</c:v>
                </c:pt>
                <c:pt idx="6740">
                  <c:v>raynobleandhisorchestra</c:v>
                </c:pt>
                <c:pt idx="6741">
                  <c:v>raynatamarinandparis</c:v>
                </c:pt>
                <c:pt idx="6742">
                  <c:v>raymon_aka_big_daddy</c:v>
                </c:pt>
                <c:pt idx="6743">
                  <c:v>_rayless_yet_brilliant_</c:v>
                </c:pt>
                <c:pt idx="6744">
                  <c:v>raybakerforpresident</c:v>
                </c:pt>
                <c:pt idx="6745">
                  <c:v>raw_smackdown_fan_4_life</c:v>
                </c:pt>
                <c:pt idx="6746">
                  <c:v>rawnoiseentertainment</c:v>
                </c:pt>
                <c:pt idx="6747">
                  <c:v>rawkin_you_off_the_bed</c:v>
                </c:pt>
                <c:pt idx="6748">
                  <c:v>raw_emotion_diversity</c:v>
                </c:pt>
                <c:pt idx="6749">
                  <c:v>raven_the_blue_devil</c:v>
                </c:pt>
                <c:pt idx="6750">
                  <c:v>ravensblackcaseyjack</c:v>
                </c:pt>
                <c:pt idx="6751">
                  <c:v>ravensandtheprincess</c:v>
                </c:pt>
                <c:pt idx="6752">
                  <c:v>ravenorlandoanneliese</c:v>
                </c:pt>
                <c:pt idx="6753">
                  <c:v>ravenmarierainemichelle</c:v>
                </c:pt>
                <c:pt idx="6754">
                  <c:v>raven_haired_male_beauty</c:v>
                </c:pt>
                <c:pt idx="6755">
                  <c:v>ravenclaw_goddess_cho</c:v>
                </c:pt>
                <c:pt idx="6756">
                  <c:v>ravenclawbluegurl87</c:v>
                </c:pt>
                <c:pt idx="6757">
                  <c:v>ravenclaw_beauty_cho2</c:v>
                </c:pt>
                <c:pt idx="6758">
                  <c:v>rattlesnakedonkeypunch</c:v>
                </c:pt>
                <c:pt idx="6759">
                  <c:v>rat_puke_the_unclean</c:v>
                </c:pt>
                <c:pt idx="6760">
                  <c:v>rational_life_journey</c:v>
                </c:pt>
                <c:pt idx="6761">
                  <c:v>rather_spotty_teapot</c:v>
                </c:pt>
                <c:pt idx="6762">
                  <c:v>rather_naughty_teapot</c:v>
                </c:pt>
                <c:pt idx="6763">
                  <c:v>raspberryartmusicgroup</c:v>
                </c:pt>
                <c:pt idx="6764">
                  <c:v>rasberry_ripple_cripple</c:v>
                </c:pt>
                <c:pt idx="6765">
                  <c:v>raremonkeycatchingeagle</c:v>
                </c:pt>
                <c:pt idx="6766">
                  <c:v>rare_and_elusive_bigfoot</c:v>
                </c:pt>
                <c:pt idx="6767">
                  <c:v>raquel_aka_raiderprincess</c:v>
                </c:pt>
                <c:pt idx="6768">
                  <c:v>rapscallionspunkrock</c:v>
                </c:pt>
                <c:pt idx="6769">
                  <c:v>rappinrubbleforeskin</c:v>
                </c:pt>
                <c:pt idx="6770">
                  <c:v>rapgameentertainment</c:v>
                </c:pt>
                <c:pt idx="6771">
                  <c:v>rapeandpillageforlife</c:v>
                </c:pt>
                <c:pt idx="6772">
                  <c:v>rangermedicteddybear</c:v>
                </c:pt>
                <c:pt idx="6773">
                  <c:v>randywheelersongwriter</c:v>
                </c:pt>
                <c:pt idx="6774">
                  <c:v>randy_pan_the_goat_boy</c:v>
                </c:pt>
                <c:pt idx="6775">
                  <c:v>randomthoughtsofamadman</c:v>
                </c:pt>
                <c:pt idx="6776">
                  <c:v>randomthoughtsofahobo</c:v>
                </c:pt>
                <c:pt idx="6777">
                  <c:v>randomthoughtgenerator</c:v>
                </c:pt>
                <c:pt idx="6778">
                  <c:v>randomtangenttheband</c:v>
                </c:pt>
                <c:pt idx="6779">
                  <c:v>randomnelsondrunkard</c:v>
                </c:pt>
                <c:pt idx="6780">
                  <c:v>random_mushroom_funkyness</c:v>
                </c:pt>
                <c:pt idx="6781">
                  <c:v>randomlyyellowmonkeypie</c:v>
                </c:pt>
                <c:pt idx="6782">
                  <c:v>randomlycreativerockstar</c:v>
                </c:pt>
                <c:pt idx="6783">
                  <c:v>random_hyperness_</c:v>
                </c:pt>
                <c:pt idx="6784">
                  <c:v>randomhomicidalinsanity</c:v>
                </c:pt>
                <c:pt idx="6785">
                  <c:v>random_gypsy_prophet</c:v>
                </c:pt>
                <c:pt idx="6786">
                  <c:v>randomeverywhereelse</c:v>
                </c:pt>
                <c:pt idx="6787">
                  <c:v>randi_lust_like_whoa</c:v>
                </c:pt>
                <c:pt idx="6788">
                  <c:v>randasabertoshiba23051990</c:v>
                </c:pt>
                <c:pt idx="6789">
                  <c:v>ramonhighfashionbeadwork</c:v>
                </c:pt>
                <c:pt idx="6790">
                  <c:v>ramblingsofadangerousman</c:v>
                </c:pt>
                <c:pt idx="6791">
                  <c:v>ramblingriversideblues</c:v>
                </c:pt>
                <c:pt idx="6792">
                  <c:v>ram9kappaalphatheta</c:v>
                </c:pt>
                <c:pt idx="6793">
                  <c:v>ralph_wiggum_punisher</c:v>
                </c:pt>
                <c:pt idx="6794">
                  <c:v>ralphlaurenpresident</c:v>
                </c:pt>
                <c:pt idx="6795">
                  <c:v>raisinghellentertainment</c:v>
                </c:pt>
                <c:pt idx="6796">
                  <c:v>rainy_sunday_mornings</c:v>
                </c:pt>
                <c:pt idx="6797">
                  <c:v>rainstormvideoandfilm</c:v>
                </c:pt>
                <c:pt idx="6798">
                  <c:v>rainshotcandyclothing</c:v>
                </c:pt>
                <c:pt idx="6799">
                  <c:v>raindropswillfall420</c:v>
                </c:pt>
                <c:pt idx="6800">
                  <c:v>rainbowtheaterproject</c:v>
                </c:pt>
                <c:pt idx="6801">
                  <c:v>rainbowsunshinebrigade</c:v>
                </c:pt>
                <c:pt idx="6802">
                  <c:v>rainbowsendridingacademy</c:v>
                </c:pt>
                <c:pt idx="6803">
                  <c:v>rainbowsandstuff200</c:v>
                </c:pt>
                <c:pt idx="6804">
                  <c:v>rainbowpunkprincess17</c:v>
                </c:pt>
                <c:pt idx="6805">
                  <c:v>RainBowPrinCessBitCh</c:v>
                </c:pt>
                <c:pt idx="6806">
                  <c:v>rainbowprincessbarbie</c:v>
                </c:pt>
                <c:pt idx="6807">
                  <c:v>rainbowheartsforever</c:v>
                </c:pt>
                <c:pt idx="6808">
                  <c:v>rainbowgatheringlover</c:v>
                </c:pt>
                <c:pt idx="6809">
                  <c:v>rainbowflavoredraver</c:v>
                </c:pt>
                <c:pt idx="6810">
                  <c:v>rainbowbumpersticker23</c:v>
                </c:pt>
                <c:pt idx="6811">
                  <c:v>rail_road_track_mary</c:v>
                </c:pt>
                <c:pt idx="6812">
                  <c:v>raider_fan_for_life_00</c:v>
                </c:pt>
                <c:pt idx="6813">
                  <c:v>rah_girl_terra_newmexico</c:v>
                </c:pt>
                <c:pt idx="6814">
                  <c:v>ragnarokofflinebattle</c:v>
                </c:pt>
                <c:pt idx="6815">
                  <c:v>raging_mastodon_engage</c:v>
                </c:pt>
                <c:pt idx="6816">
                  <c:v>raginearthdragonrider</c:v>
                </c:pt>
                <c:pt idx="6817">
                  <c:v>rageinsidethemachine</c:v>
                </c:pt>
                <c:pt idx="6818">
                  <c:v>rageagainstthemachine93</c:v>
                </c:pt>
                <c:pt idx="6819">
                  <c:v>rageagainstthemachine7</c:v>
                </c:pt>
                <c:pt idx="6820">
                  <c:v>rageagainstthemachine19</c:v>
                </c:pt>
                <c:pt idx="6821">
                  <c:v>ragdoll_must_not_know</c:v>
                </c:pt>
                <c:pt idx="6822">
                  <c:v>radiowerewolftribute</c:v>
                </c:pt>
                <c:pt idx="6823">
                  <c:v>radiofreepeterborough</c:v>
                </c:pt>
                <c:pt idx="6824">
                  <c:v>radioactivepony_jerry</c:v>
                </c:pt>
                <c:pt idx="6825">
                  <c:v>radioactivemusicpromotion</c:v>
                </c:pt>
                <c:pt idx="6826">
                  <c:v>radioactivebirdbrain</c:v>
                </c:pt>
                <c:pt idx="6827">
                  <c:v>radioactiveanalcreampie</c:v>
                </c:pt>
                <c:pt idx="6828">
                  <c:v>radicalpictureediting</c:v>
                </c:pt>
                <c:pt idx="6829">
                  <c:v>radicallyawesomemusic</c:v>
                </c:pt>
                <c:pt idx="6830">
                  <c:v>radicaldreamerdenise</c:v>
                </c:pt>
                <c:pt idx="6831">
                  <c:v>radiate_this_frequency</c:v>
                </c:pt>
                <c:pt idx="6832">
                  <c:v>radiatethisfrequency</c:v>
                </c:pt>
                <c:pt idx="6833">
                  <c:v>radiantfeministgoddess</c:v>
                </c:pt>
                <c:pt idx="6834">
                  <c:v>racingfeverphotography</c:v>
                </c:pt>
                <c:pt idx="6835">
                  <c:v>rachelthepaperlantern</c:v>
                </c:pt>
                <c:pt idx="6836">
                  <c:v>rachel_the_best_0013</c:v>
                </c:pt>
                <c:pt idx="6837">
                  <c:v>Rachel_softball_player7</c:v>
                </c:pt>
                <c:pt idx="6838">
                  <c:v>rachelpricephotography</c:v>
                </c:pt>
                <c:pt idx="6839">
                  <c:v>rachel_penguin_lover</c:v>
                </c:pt>
                <c:pt idx="6840">
                  <c:v>rachelmonsterphotography</c:v>
                </c:pt>
                <c:pt idx="6841">
                  <c:v>rachelmariemartinez05</c:v>
                </c:pt>
                <c:pt idx="6842">
                  <c:v>rachellouisewoolridge</c:v>
                </c:pt>
                <c:pt idx="6843">
                  <c:v>rachelle_the_deviant</c:v>
                </c:pt>
                <c:pt idx="6844">
                  <c:v>rachel_fucking_marie</c:v>
                </c:pt>
                <c:pt idx="6845">
                  <c:v>rachel_elizabeth_jackson</c:v>
                </c:pt>
                <c:pt idx="6846">
                  <c:v>rachelelizabethjackson</c:v>
                </c:pt>
                <c:pt idx="6847">
                  <c:v>rachelelizabethbishop</c:v>
                </c:pt>
                <c:pt idx="6848">
                  <c:v>rachelbrandoncartercole</c:v>
                </c:pt>
                <c:pt idx="6849">
                  <c:v>rachel_beautifulsmile</c:v>
                </c:pt>
                <c:pt idx="6850">
                  <c:v>rachel_baby_girl2005</c:v>
                </c:pt>
                <c:pt idx="6851">
                  <c:v>rachelandthewannabes</c:v>
                </c:pt>
                <c:pt idx="6852">
                  <c:v>rachelandsaraequallove</c:v>
                </c:pt>
                <c:pt idx="6853">
                  <c:v>Rachelandlukeforever</c:v>
                </c:pt>
                <c:pt idx="6854">
                  <c:v>rachelandlilliantribute</c:v>
                </c:pt>
                <c:pt idx="6855">
                  <c:v>rachelandevanslayout</c:v>
                </c:pt>
                <c:pt idx="6856">
                  <c:v>rachealnbrittany4eva</c:v>
                </c:pt>
                <c:pt idx="6857">
                  <c:v>rachaelwildliferanger</c:v>
                </c:pt>
                <c:pt idx="6858">
                  <c:v>rachaelsparrowpotter</c:v>
                </c:pt>
                <c:pt idx="6859">
                  <c:v>raceyoudownthecorridor</c:v>
                </c:pt>
                <c:pt idx="6860">
                  <c:v>racer4ever_aredneck4sure</c:v>
                </c:pt>
                <c:pt idx="6861">
                  <c:v>rabidrobotbugsindisguise</c:v>
                </c:pt>
                <c:pt idx="6862">
                  <c:v>rabidinbredcornbread</c:v>
                </c:pt>
                <c:pt idx="6863">
                  <c:v>rabidfrostbittenfetus</c:v>
                </c:pt>
                <c:pt idx="6864">
                  <c:v>rabiddogbeastmongrel</c:v>
                </c:pt>
                <c:pt idx="6865">
                  <c:v>rabbitsuitforfoxtrot</c:v>
                </c:pt>
                <c:pt idx="6866">
                  <c:v>quoth_the_raven_lunatic</c:v>
                </c:pt>
                <c:pt idx="6867">
                  <c:v>quoteunquotenormalpeople</c:v>
                </c:pt>
                <c:pt idx="6868">
                  <c:v>quoteunquotemusicalexperience</c:v>
                </c:pt>
                <c:pt idx="6869">
                  <c:v>quixoticstemcellfuturist</c:v>
                </c:pt>
                <c:pt idx="6870">
                  <c:v>quityourjobmakemusic</c:v>
                </c:pt>
                <c:pt idx="6871">
                  <c:v>quityourjibberjabber</c:v>
                </c:pt>
                <c:pt idx="6872">
                  <c:v>quit_snitching_stop_lying</c:v>
                </c:pt>
                <c:pt idx="6873">
                  <c:v>quintanillaalmostlopez</c:v>
                </c:pt>
                <c:pt idx="6874">
                  <c:v>quincy_the_boxer_9752</c:v>
                </c:pt>
                <c:pt idx="6875">
                  <c:v>quietrighteouswarrior</c:v>
                </c:pt>
                <c:pt idx="6876">
                  <c:v>_quietly_losing_control_</c:v>
                </c:pt>
                <c:pt idx="6877">
                  <c:v>quietfirstimpression</c:v>
                </c:pt>
                <c:pt idx="6878">
                  <c:v>quietconfidenceallinawink</c:v>
                </c:pt>
                <c:pt idx="6879">
                  <c:v>quickshiftmotorsports</c:v>
                </c:pt>
                <c:pt idx="6880">
                  <c:v>quick_chick_hot_2_trot</c:v>
                </c:pt>
                <c:pt idx="6881">
                  <c:v>quickand2thepointless</c:v>
                </c:pt>
                <c:pt idx="6882">
                  <c:v>question_the_government</c:v>
                </c:pt>
                <c:pt idx="6883">
                  <c:v>questionmarkpreview3</c:v>
                </c:pt>
                <c:pt idx="6884">
                  <c:v>questionmark_butterfly</c:v>
                </c:pt>
                <c:pt idx="6885">
                  <c:v>questforinfinitepower</c:v>
                </c:pt>
                <c:pt idx="6886">
                  <c:v>quesada_holiday_home</c:v>
                </c:pt>
                <c:pt idx="6887">
                  <c:v>queen_tinkerbell_forever</c:v>
                </c:pt>
                <c:pt idx="6888">
                  <c:v>queen_marie_antoinette</c:v>
                </c:pt>
                <c:pt idx="6889">
                  <c:v>queen_lucy_the_valliant</c:v>
                </c:pt>
                <c:pt idx="6890">
                  <c:v>queen_emma_the_great</c:v>
                </c:pt>
                <c:pt idx="6891">
                  <c:v>queenelizabethwindsor</c:v>
                </c:pt>
                <c:pt idx="6892">
                  <c:v>queendomesticgoddess</c:v>
                </c:pt>
                <c:pt idx="6893">
                  <c:v>queen_diva_butterfly</c:v>
                </c:pt>
                <c:pt idx="6894">
                  <c:v>queen_darkness_angel</c:v>
                </c:pt>
                <c:pt idx="6895">
                  <c:v>queen_bitch_liz_0327</c:v>
                </c:pt>
                <c:pt idx="6896">
                  <c:v>queenbeeleaderprincess</c:v>
                </c:pt>
                <c:pt idx="6897">
                  <c:v>queenann_theantagonist</c:v>
                </c:pt>
                <c:pt idx="6898">
                  <c:v>queen_adrianne_riddle</c:v>
                </c:pt>
                <c:pt idx="6899">
                  <c:v>quatreartistcollective</c:v>
                </c:pt>
                <c:pt idx="6900">
                  <c:v>quarterkeyakabigbody</c:v>
                </c:pt>
                <c:pt idx="6901">
                  <c:v>quarter2_street_team</c:v>
                </c:pt>
                <c:pt idx="6902">
                  <c:v>quantummechanicsmusic</c:v>
                </c:pt>
                <c:pt idx="6903">
                  <c:v>quanticsoulorchestra</c:v>
                </c:pt>
                <c:pt idx="6904">
                  <c:v>pyrowerewolffollower</c:v>
                </c:pt>
                <c:pt idx="6905">
                  <c:v>pyromaniacalpictophilia</c:v>
                </c:pt>
                <c:pt idx="6906">
                  <c:v>putyourstunnashadeson</c:v>
                </c:pt>
                <c:pt idx="6907">
                  <c:v>pussyslipperywhenwet</c:v>
                </c:pt>
                <c:pt idx="6908">
                  <c:v>pussymonsterbrittany</c:v>
                </c:pt>
                <c:pt idx="6909">
                  <c:v>pussy_juice_cocktail</c:v>
                </c:pt>
                <c:pt idx="6910">
                  <c:v>pussy_for_one_person</c:v>
                </c:pt>
                <c:pt idx="6911">
                  <c:v>pushgraphicsphotography</c:v>
                </c:pt>
                <c:pt idx="6912">
                  <c:v>pushbuttonbreakglass</c:v>
                </c:pt>
                <c:pt idx="6913">
                  <c:v>purpole_sticky_punch</c:v>
                </c:pt>
                <c:pt idx="6914">
                  <c:v>purplewarriorprincess</c:v>
                </c:pt>
                <c:pt idx="6915">
                  <c:v>purpletealheartslayout</c:v>
                </c:pt>
                <c:pt idx="6916">
                  <c:v>purpleribbonallstar00</c:v>
                </c:pt>
                <c:pt idx="6917">
                  <c:v>purplequeenfrogtracy</c:v>
                </c:pt>
                <c:pt idx="6918">
                  <c:v>purpleprincessmonique</c:v>
                </c:pt>
                <c:pt idx="6919">
                  <c:v>purple_pretty_princess</c:v>
                </c:pt>
                <c:pt idx="6920">
                  <c:v>purple_polish_pretty_1_13</c:v>
                </c:pt>
                <c:pt idx="6921">
                  <c:v>purplepeopleeater2980</c:v>
                </c:pt>
                <c:pt idx="6922">
                  <c:v>purplepeople_eater42</c:v>
                </c:pt>
                <c:pt idx="6923">
                  <c:v>purple_people_eater17</c:v>
                </c:pt>
                <c:pt idx="6924">
                  <c:v>purple_passion_flower</c:v>
                </c:pt>
                <c:pt idx="6925">
                  <c:v>purple_panty_muncher</c:v>
                </c:pt>
                <c:pt idx="6926">
                  <c:v>purplepandasareattacking</c:v>
                </c:pt>
                <c:pt idx="6927">
                  <c:v>purplemonkeydishwasher88</c:v>
                </c:pt>
                <c:pt idx="6928">
                  <c:v>purple_monkeydishwasher7</c:v>
                </c:pt>
                <c:pt idx="6929">
                  <c:v>purplemonkeydishwasher54</c:v>
                </c:pt>
                <c:pt idx="6930">
                  <c:v>purplemonkeydishwasher123</c:v>
                </c:pt>
                <c:pt idx="6931">
                  <c:v>purple_monkey_dish_washer</c:v>
                </c:pt>
                <c:pt idx="6932">
                  <c:v>purpleleopardpixielady</c:v>
                </c:pt>
                <c:pt idx="6933">
                  <c:v>purplejellydeathtrap</c:v>
                </c:pt>
                <c:pt idx="6934">
                  <c:v>purpleheartsjazztrio</c:v>
                </c:pt>
                <c:pt idx="6935">
                  <c:v>purpleheartsaregreat</c:v>
                </c:pt>
                <c:pt idx="6936">
                  <c:v>purple_haze_all_around</c:v>
                </c:pt>
                <c:pt idx="6937">
                  <c:v>purplefroggiefanatic</c:v>
                </c:pt>
                <c:pt idx="6938">
                  <c:v>purplefire.tarahsalary</c:v>
                </c:pt>
                <c:pt idx="6939">
                  <c:v>purpledragontattooing</c:v>
                </c:pt>
                <c:pt idx="6940">
                  <c:v>purpledragonlady1958</c:v>
                </c:pt>
                <c:pt idx="6941">
                  <c:v>purpledolphinwhisper</c:v>
                </c:pt>
                <c:pt idx="6942">
                  <c:v>purplecitybirdgang187</c:v>
                </c:pt>
                <c:pt idx="6943">
                  <c:v>purplecheeseandgravy</c:v>
                </c:pt>
                <c:pt idx="6944">
                  <c:v>purple_butterfly_lady</c:v>
                </c:pt>
                <c:pt idx="6945">
                  <c:v>purplebutterflygirl21</c:v>
                </c:pt>
                <c:pt idx="6946">
                  <c:v>purplebutterflyangel21</c:v>
                </c:pt>
                <c:pt idx="6947">
                  <c:v>purgatorydeathmetal</c:v>
                </c:pt>
                <c:pt idx="6948">
                  <c:v>pure_unadulterated_fun</c:v>
                </c:pt>
                <c:pt idx="6949">
                  <c:v>pure_sweet_country_gurl</c:v>
                </c:pt>
                <c:pt idx="6950">
                  <c:v>pureromancebuynoelle</c:v>
                </c:pt>
                <c:pt idx="6951">
                  <c:v>pureplasticperfection</c:v>
                </c:pt>
                <c:pt idx="6952">
                  <c:v>purementalstimulation</c:v>
                </c:pt>
                <c:pt idx="6953">
                  <c:v>pure_crazy_beautiful</c:v>
                </c:pt>
                <c:pt idx="6954">
                  <c:v>purecomplexsimplicity</c:v>
                </c:pt>
                <c:pt idx="6955">
                  <c:v>pure_bred_metal_head</c:v>
                </c:pt>
                <c:pt idx="6956">
                  <c:v>pure_blonde_insanity</c:v>
                </c:pt>
                <c:pt idx="6957">
                  <c:v>purdueblondebombshell</c:v>
                </c:pt>
                <c:pt idx="6958">
                  <c:v>puntacanasunmusicfest</c:v>
                </c:pt>
                <c:pt idx="6959">
                  <c:v>punk_shall_live_forever</c:v>
                </c:pt>
                <c:pt idx="6960">
                  <c:v>punkrollingrevolution</c:v>
                </c:pt>
                <c:pt idx="6961">
                  <c:v>punkrockworldmagazine</c:v>
                </c:pt>
                <c:pt idx="6962">
                  <c:v>punkrockprincess_eleven11</c:v>
                </c:pt>
                <c:pt idx="6963">
                  <c:v>punkrockprincesscutie</c:v>
                </c:pt>
                <c:pt idx="6964">
                  <c:v>punk_rock_princess_89</c:v>
                </c:pt>
                <c:pt idx="6965">
                  <c:v>punk_rock_princess77</c:v>
                </c:pt>
                <c:pt idx="6966">
                  <c:v>punk_rock_princess_704</c:v>
                </c:pt>
                <c:pt idx="6967">
                  <c:v>punkrockprincess4ever101</c:v>
                </c:pt>
                <c:pt idx="6968">
                  <c:v>punkrockprincess4207</c:v>
                </c:pt>
                <c:pt idx="6969">
                  <c:v>punkrockprincess4200</c:v>
                </c:pt>
                <c:pt idx="6970">
                  <c:v>punkrockprincess2380</c:v>
                </c:pt>
                <c:pt idx="6971">
                  <c:v>punkrockprincess_200</c:v>
                </c:pt>
                <c:pt idx="6972">
                  <c:v>punkrockprincess1983</c:v>
                </c:pt>
                <c:pt idx="6973">
                  <c:v>punk_rock_princess1</c:v>
                </c:pt>
                <c:pt idx="6974">
                  <c:v>punkrockprincess022</c:v>
                </c:pt>
                <c:pt idx="6975">
                  <c:v>punk_rock_princess00</c:v>
                </c:pt>
                <c:pt idx="6976">
                  <c:v>punk_rock_last_night</c:v>
                </c:pt>
                <c:pt idx="6977">
                  <c:v>punkrockgirl_5_3_10_4</c:v>
                </c:pt>
                <c:pt idx="6978">
                  <c:v>punk_rocker_sweetness</c:v>
                </c:pt>
                <c:pt idx="6979">
                  <c:v>punk_rocker_hot_and_juicy</c:v>
                </c:pt>
                <c:pt idx="6980">
                  <c:v>punkrockergirl_audrey</c:v>
                </c:pt>
                <c:pt idx="6981">
                  <c:v>punkrockerforcoolness</c:v>
                </c:pt>
                <c:pt idx="6982">
                  <c:v>punk_rocker_fob_lover</c:v>
                </c:pt>
                <c:pt idx="6983">
                  <c:v>punkrocker24and1half</c:v>
                </c:pt>
                <c:pt idx="6984">
                  <c:v>punk_rock_country_gurl92</c:v>
                </c:pt>
                <c:pt idx="6985">
                  <c:v>punk_rock_chick11223</c:v>
                </c:pt>
                <c:pt idx="6986">
                  <c:v>_punk_rock_and_roll_</c:v>
                </c:pt>
                <c:pt idx="6987">
                  <c:v>punkprincess_1990_nat</c:v>
                </c:pt>
                <c:pt idx="6988">
                  <c:v>punkpowerfalloutboyrock</c:v>
                </c:pt>
                <c:pt idx="6989">
                  <c:v>punk_little_prankster</c:v>
                </c:pt>
                <c:pt idx="6990">
                  <c:v>punkgurlwithattitude</c:v>
                </c:pt>
                <c:pt idx="6991">
                  <c:v>punk_fun_lover_18_1_200</c:v>
                </c:pt>
                <c:pt idx="6992">
                  <c:v>punk_from_lake_jackson22</c:v>
                </c:pt>
                <c:pt idx="6993">
                  <c:v>punk_from_lake_jackson</c:v>
                </c:pt>
                <c:pt idx="6994">
                  <c:v>punkboy_the_insurrection</c:v>
                </c:pt>
                <c:pt idx="6995">
                  <c:v>punchdrunkpunkrocklove</c:v>
                </c:pt>
                <c:pt idx="6996">
                  <c:v>pumpkin14_princesssorrow</c:v>
                </c:pt>
                <c:pt idx="6997">
                  <c:v>pullthetriggerbitch32</c:v>
                </c:pt>
                <c:pt idx="6998">
                  <c:v>pullingthetrigger911</c:v>
                </c:pt>
                <c:pt idx="6999">
                  <c:v>pullingthetrigger101</c:v>
                </c:pt>
                <c:pt idx="7000">
                  <c:v>puff_themagicdragon8</c:v>
                </c:pt>
                <c:pt idx="7001">
                  <c:v>puff_the_magic_dragon9</c:v>
                </c:pt>
                <c:pt idx="7002">
                  <c:v>_puffthemagicdragon9_</c:v>
                </c:pt>
                <c:pt idx="7003">
                  <c:v>puffthemagicdragon8</c:v>
                </c:pt>
                <c:pt idx="7004">
                  <c:v>puffthemagicdragon5337</c:v>
                </c:pt>
                <c:pt idx="7005">
                  <c:v>puffthemagicdragon11</c:v>
                </c:pt>
                <c:pt idx="7006">
                  <c:v>pueblogallonchallenge</c:v>
                </c:pt>
                <c:pt idx="7007">
                  <c:v>publicentitynumberone</c:v>
                </c:pt>
                <c:pt idx="7008">
                  <c:v>publicdisturbanceband</c:v>
                </c:pt>
                <c:pt idx="7009">
                  <c:v>pterodactylbandwassup</c:v>
                </c:pt>
                <c:pt idx="7010">
                  <c:v>ptarmiganstringquartet</c:v>
                </c:pt>
                <c:pt idx="7011">
                  <c:v>psychresearchproject</c:v>
                </c:pt>
                <c:pt idx="7012">
                  <c:v>psychotic_without_you</c:v>
                </c:pt>
                <c:pt idx="7013">
                  <c:v>psychoticthedemented</c:v>
                </c:pt>
                <c:pt idx="7014">
                  <c:v>psychotic_sommabitch</c:v>
                </c:pt>
                <c:pt idx="7015">
                  <c:v>psychotic_short_person</c:v>
                </c:pt>
                <c:pt idx="7016">
                  <c:v>psychoticreactionshop</c:v>
                </c:pt>
                <c:pt idx="7017">
                  <c:v>psychopathicclownkiller</c:v>
                </c:pt>
                <c:pt idx="7018">
                  <c:v>psychopathicaxemurderer</c:v>
                </c:pt>
                <c:pt idx="7019">
                  <c:v>proximityeffectmusic</c:v>
                </c:pt>
                <c:pt idx="7020">
                  <c:v>provincetownfilmfestival</c:v>
                </c:pt>
                <c:pt idx="7021">
                  <c:v>pro_varsity_wrestler</c:v>
                </c:pt>
                <c:pt idx="7022">
                  <c:v>protectiveolderbrother2</c:v>
                </c:pt>
                <c:pt idx="7023">
                  <c:v>prostheticdancemassacre</c:v>
                </c:pt>
                <c:pt idx="7024">
                  <c:v>prostarmanagementteam</c:v>
                </c:pt>
                <c:pt idx="7025">
                  <c:v>prospernowwithdailycash</c:v>
                </c:pt>
                <c:pt idx="7026">
                  <c:v>prospecthillstreetteam</c:v>
                </c:pt>
                <c:pt idx="7027">
                  <c:v>prosourceentertainment</c:v>
                </c:pt>
                <c:pt idx="7028">
                  <c:v>prophaseforprosperous</c:v>
                </c:pt>
                <c:pt idx="7029">
                  <c:v>propagandamusiccanteen</c:v>
                </c:pt>
                <c:pt idx="7030">
                  <c:v>proofread_edit_write</c:v>
                </c:pt>
                <c:pt idx="7031">
                  <c:v>promisecarvedinstone</c:v>
                </c:pt>
                <c:pt idx="7032">
                  <c:v>prolifeentertainment</c:v>
                </c:pt>
                <c:pt idx="7033">
                  <c:v>projectwesternworldcollapse</c:v>
                </c:pt>
                <c:pt idx="7034">
                  <c:v>projectthinkdifferent</c:v>
                </c:pt>
                <c:pt idx="7035">
                  <c:v>projectselfdestruction</c:v>
                </c:pt>
                <c:pt idx="7036">
                  <c:v>projectrailerparkmarlee</c:v>
                </c:pt>
                <c:pt idx="7037">
                  <c:v>projectpatentertainment</c:v>
                </c:pt>
                <c:pt idx="7038">
                  <c:v>projectneworleans_noise</c:v>
                </c:pt>
                <c:pt idx="7039">
                  <c:v>projectmayhemchicago</c:v>
                </c:pt>
                <c:pt idx="7040">
                  <c:v>projectiledisfunction</c:v>
                </c:pt>
                <c:pt idx="7041">
                  <c:v>projectdestructionderby</c:v>
                </c:pt>
                <c:pt idx="7042">
                  <c:v>projectbornfullblooded</c:v>
                </c:pt>
                <c:pt idx="7043">
                  <c:v>progressivesurfgroup</c:v>
                </c:pt>
                <c:pt idx="7044">
                  <c:v>progressivemetaldrummer13</c:v>
                </c:pt>
                <c:pt idx="7045">
                  <c:v>progressivegrooveacademy</c:v>
                </c:pt>
                <c:pt idx="7046">
                  <c:v>profoundequalityband</c:v>
                </c:pt>
                <c:pt idx="7047">
                  <c:v>profileunderconstruction</c:v>
                </c:pt>
                <c:pt idx="7048">
                  <c:v>professoruniversitymusic</c:v>
                </c:pt>
                <c:pt idx="7049">
                  <c:v>professorsprout_herbology</c:v>
                </c:pt>
                <c:pt idx="7050">
                  <c:v>professorlovelessons</c:v>
                </c:pt>
                <c:pt idx="7051">
                  <c:v>professorjigglestone</c:v>
                </c:pt>
                <c:pt idx="7052">
                  <c:v>professor_humpington</c:v>
                </c:pt>
                <c:pt idx="7053">
                  <c:v>professor_gigglefist</c:v>
                </c:pt>
                <c:pt idx="7054">
                  <c:v>professionaltitleexaminer</c:v>
                </c:pt>
                <c:pt idx="7055">
                  <c:v>professionalpotatopeeler</c:v>
                </c:pt>
                <c:pt idx="7056">
                  <c:v>professional_poker_playa</c:v>
                </c:pt>
                <c:pt idx="7057">
                  <c:v>professionalmalemodel</c:v>
                </c:pt>
                <c:pt idx="7058">
                  <c:v>professionaleyepoker</c:v>
                </c:pt>
                <c:pt idx="7059">
                  <c:v>professionalcivilengineer</c:v>
                </c:pt>
                <c:pt idx="7060">
                  <c:v>professionalbuzzkill</c:v>
                </c:pt>
                <c:pt idx="7061">
                  <c:v>professionalbullrider</c:v>
                </c:pt>
                <c:pt idx="7062">
                  <c:v>prodominoassociation</c:v>
                </c:pt>
                <c:pt idx="7063">
                  <c:v>prodigalsunmediagroup</c:v>
                </c:pt>
                <c:pt idx="7064">
                  <c:v>proctororchestramoose</c:v>
                </c:pt>
                <c:pt idx="7065">
                  <c:v>procitydynamiccertified</c:v>
                </c:pt>
                <c:pt idx="7066">
                  <c:v>processmassdestruction</c:v>
                </c:pt>
                <c:pt idx="7067">
                  <c:v>problemcausingsolution</c:v>
                </c:pt>
                <c:pt idx="7068">
                  <c:v>prizefightermanagement</c:v>
                </c:pt>
                <c:pt idx="7069">
                  <c:v>privateandconfidential</c:v>
                </c:pt>
                <c:pt idx="7070">
                  <c:v>prissyprincessdenise</c:v>
                </c:pt>
                <c:pt idx="7071">
                  <c:v>priscilla_pennington</c:v>
                </c:pt>
                <c:pt idx="7072">
                  <c:v>priscillacarolinefranco</c:v>
                </c:pt>
                <c:pt idx="7073">
                  <c:v>PRISCILLAAKAGUMMYBEAR</c:v>
                </c:pt>
                <c:pt idx="7074">
                  <c:v>princetonstockassociation</c:v>
                </c:pt>
                <c:pt idx="7075">
                  <c:v>princess_wonderwoman</c:v>
                </c:pt>
                <c:pt idx="7076">
                  <c:v>princesswinterwonder</c:v>
                </c:pt>
                <c:pt idx="7077">
                  <c:v>princess_white_thunder</c:v>
                </c:pt>
                <c:pt idx="7078">
                  <c:v>princess_white_kitty</c:v>
                </c:pt>
                <c:pt idx="7079">
                  <c:v>princesswarriordaughter</c:v>
                </c:pt>
                <c:pt idx="7080">
                  <c:v>princessvanessamarie</c:v>
                </c:pt>
                <c:pt idx="7081">
                  <c:v>princesstoadstoolpeach</c:v>
                </c:pt>
                <c:pt idx="7082">
                  <c:v>princesstinkerbelltutu</c:v>
                </c:pt>
                <c:pt idx="7083">
                  <c:v>princesstinkerbelllauren</c:v>
                </c:pt>
                <c:pt idx="7084">
                  <c:v>PrincessTinkerbell923</c:v>
                </c:pt>
                <c:pt idx="7085">
                  <c:v>princesstinkerbell89</c:v>
                </c:pt>
                <c:pt idx="7086">
                  <c:v>princess_tinkerbell2009</c:v>
                </c:pt>
                <c:pt idx="7087">
                  <c:v>princesstinkerbell18</c:v>
                </c:pt>
                <c:pt idx="7088">
                  <c:v>princess_tinkerbell09</c:v>
                </c:pt>
                <c:pt idx="7089">
                  <c:v>princess_tinker_bell</c:v>
                </c:pt>
                <c:pt idx="7090">
                  <c:v>princess_stephielynn</c:v>
                </c:pt>
                <c:pt idx="7091">
                  <c:v>princess_spoiled_baby</c:v>
                </c:pt>
                <c:pt idx="7092">
                  <c:v>princess_sparkle_sarah</c:v>
                </c:pt>
                <c:pt idx="7093">
                  <c:v>princesssparkle_carrie</c:v>
                </c:pt>
                <c:pt idx="7094">
                  <c:v>_princess_skellington_</c:v>
                </c:pt>
                <c:pt idx="7095">
                  <c:v>princessqueenbitch90</c:v>
                </c:pt>
                <c:pt idx="7096">
                  <c:v>princess_punkrock410</c:v>
                </c:pt>
                <c:pt idx="7097">
                  <c:v>princess_pink_lover_4ever</c:v>
                </c:pt>
                <c:pt idx="7098">
                  <c:v>princesspinkbabydoll</c:v>
                </c:pt>
                <c:pt idx="7099">
                  <c:v>princessnaomi1andonly</c:v>
                </c:pt>
                <c:pt idx="7100">
                  <c:v>princessmolliedollie</c:v>
                </c:pt>
                <c:pt idx="7101">
                  <c:v>princessmiahoneybunny</c:v>
                </c:pt>
                <c:pt idx="7102">
                  <c:v>princess_meadow_muffin</c:v>
                </c:pt>
                <c:pt idx="7103">
                  <c:v>princess_marshmallow</c:v>
                </c:pt>
                <c:pt idx="7104">
                  <c:v>princess_love_butterfly</c:v>
                </c:pt>
                <c:pt idx="7105">
                  <c:v>princesslotusblossom</c:v>
                </c:pt>
                <c:pt idx="7106">
                  <c:v>princesslivesinapalace</c:v>
                </c:pt>
                <c:pt idx="7107">
                  <c:v>princess_laura_jayne</c:v>
                </c:pt>
                <c:pt idx="7108">
                  <c:v>princess_laura_elizabeth</c:v>
                </c:pt>
                <c:pt idx="7109">
                  <c:v>princess_kristina_here</c:v>
                </c:pt>
                <c:pt idx="7110">
                  <c:v>princesskimberlyhart</c:v>
                </c:pt>
                <c:pt idx="7111">
                  <c:v>princesskayleigh90210</c:v>
                </c:pt>
                <c:pt idx="7112">
                  <c:v>princess_kayla_perry</c:v>
                </c:pt>
                <c:pt idx="7113">
                  <c:v>princesskaye_sunshine</c:v>
                </c:pt>
                <c:pt idx="7114">
                  <c:v>princesskatethevixen</c:v>
                </c:pt>
                <c:pt idx="7115">
                  <c:v>princesskarlathegreat</c:v>
                </c:pt>
                <c:pt idx="7116">
                  <c:v>princess_karina4ever</c:v>
                </c:pt>
                <c:pt idx="7117">
                  <c:v>princess_jess_sexy_babe</c:v>
                </c:pt>
                <c:pt idx="7118">
                  <c:v>princessjessiebessie</c:v>
                </c:pt>
                <c:pt idx="7119">
                  <c:v>princessjessicaalice</c:v>
                </c:pt>
                <c:pt idx="7120">
                  <c:v>princessimperialpalace</c:v>
                </c:pt>
                <c:pt idx="7121">
                  <c:v>princesshellokitty9</c:v>
                </c:pt>
                <c:pt idx="7122">
                  <c:v>princesshellokitty123</c:v>
                </c:pt>
                <c:pt idx="7123">
                  <c:v>princesshannahbanana</c:v>
                </c:pt>
                <c:pt idx="7124">
                  <c:v>princess_fatty_dipset</c:v>
                </c:pt>
                <c:pt idx="7125">
                  <c:v>princessfairyellenland</c:v>
                </c:pt>
                <c:pt idx="7126">
                  <c:v>princessdonnachristina</c:v>
                </c:pt>
                <c:pt idx="7127">
                  <c:v>PrincessDirtyFancyPants</c:v>
                </c:pt>
                <c:pt idx="7128">
                  <c:v>princessdianamartinez</c:v>
                </c:pt>
                <c:pt idx="7129">
                  <c:v>princessdayplaymatenight</c:v>
                </c:pt>
                <c:pt idx="7130">
                  <c:v>princess_cut_diamond</c:v>
                </c:pt>
                <c:pt idx="7131">
                  <c:v>princesscrunkenergydrink</c:v>
                </c:pt>
                <c:pt idx="7132">
                  <c:v>princess_crankypants</c:v>
                </c:pt>
                <c:pt idx="7133">
                  <c:v>princesscountrybuttercup</c:v>
                </c:pt>
                <c:pt idx="7134">
                  <c:v>princessconsuelacrapbag</c:v>
                </c:pt>
                <c:pt idx="7135">
                  <c:v>princesschristinamaria</c:v>
                </c:pt>
                <c:pt idx="7136">
                  <c:v>princess_chiquis_4eva</c:v>
                </c:pt>
                <c:pt idx="7137">
                  <c:v>princesscharlotteforever</c:v>
                </c:pt>
                <c:pt idx="7138">
                  <c:v>princess_celestial_star</c:v>
                </c:pt>
                <c:pt idx="7139">
                  <c:v>princess_cassandra_lynn</c:v>
                </c:pt>
                <c:pt idx="7140">
                  <c:v>princessbuttonwillow</c:v>
                </c:pt>
                <c:pt idx="7141">
                  <c:v>princessbuttercup4eva</c:v>
                </c:pt>
                <c:pt idx="7142">
                  <c:v>princess_bubblegum15</c:v>
                </c:pt>
                <c:pt idx="7143">
                  <c:v>princessbrittanyspiro</c:v>
                </c:pt>
                <c:pt idx="7144">
                  <c:v>princessbloodyshadow</c:v>
                </c:pt>
                <c:pt idx="7145">
                  <c:v>_princessbitchslave_</c:v>
                </c:pt>
                <c:pt idx="7146">
                  <c:v>princessbiancanicole</c:v>
                </c:pt>
                <c:pt idx="7147">
                  <c:v>princess_belle_monica</c:v>
                </c:pt>
                <c:pt idx="7148">
                  <c:v>princessbatmanforever</c:v>
                </c:pt>
                <c:pt idx="7149">
                  <c:v>princessbaileymorgan</c:v>
                </c:pt>
                <c:pt idx="7150">
                  <c:v>princessbabygurl99</c:v>
                </c:pt>
                <c:pt idx="7151">
                  <c:v>princessbabygirlerica</c:v>
                </c:pt>
                <c:pt idx="7152">
                  <c:v>princessbabydramaqueen</c:v>
                </c:pt>
                <c:pt idx="7153">
                  <c:v>princess_baby_dont_forget</c:v>
                </c:pt>
                <c:pt idx="7154">
                  <c:v>princess_ashleypaige</c:v>
                </c:pt>
                <c:pt idx="7155">
                  <c:v>princessashleynicole7</c:v>
                </c:pt>
                <c:pt idx="7156">
                  <c:v>princessashleylynn05</c:v>
                </c:pt>
                <c:pt idx="7157">
                  <c:v>princess_ariel_the_first</c:v>
                </c:pt>
                <c:pt idx="7158">
                  <c:v>princess_arielle_jade</c:v>
                </c:pt>
                <c:pt idx="7159">
                  <c:v>princess_anna_banana</c:v>
                </c:pt>
                <c:pt idx="7160">
                  <c:v>princessangelamichell</c:v>
                </c:pt>
                <c:pt idx="7161">
                  <c:v>princess_amy_sparkle</c:v>
                </c:pt>
                <c:pt idx="7162">
                  <c:v>princessamyelizabeth</c:v>
                </c:pt>
                <c:pt idx="7163">
                  <c:v>princessambermichelle</c:v>
                </c:pt>
                <c:pt idx="7164">
                  <c:v>princess_aka_babygirl</c:v>
                </c:pt>
                <c:pt idx="7165">
                  <c:v>prince_royalty_hot_boy</c:v>
                </c:pt>
                <c:pt idx="7166">
                  <c:v>princehottiecharming</c:v>
                </c:pt>
                <c:pt idx="7167">
                  <c:v>prince_darling_nikki</c:v>
                </c:pt>
                <c:pt idx="7168">
                  <c:v>princecharming_himself</c:v>
                </c:pt>
                <c:pt idx="7169">
                  <c:v>princecharmingbayarea</c:v>
                </c:pt>
                <c:pt idx="7170">
                  <c:v>primitivecountrylove</c:v>
                </c:pt>
                <c:pt idx="7171">
                  <c:v>primeministerpeterock</c:v>
                </c:pt>
                <c:pt idx="7172">
                  <c:v>primaljellysocialclub</c:v>
                </c:pt>
                <c:pt idx="7173">
                  <c:v>primal_concrete_sledge_9</c:v>
                </c:pt>
                <c:pt idx="7174">
                  <c:v>prima_donna_carlotta</c:v>
                </c:pt>
                <c:pt idx="7175">
                  <c:v>priestess_queen_raye</c:v>
                </c:pt>
                <c:pt idx="7176">
                  <c:v>pridefamentertainment</c:v>
                </c:pt>
                <c:pt idx="7177">
                  <c:v>pride_and_prejudice_13</c:v>
                </c:pt>
                <c:pt idx="7178">
                  <c:v>prickly_and_poisonous</c:v>
                </c:pt>
                <c:pt idx="7179">
                  <c:v>priceforstateassembly</c:v>
                </c:pt>
                <c:pt idx="7180">
                  <c:v>preventthepaintherapy</c:v>
                </c:pt>
                <c:pt idx="7181">
                  <c:v>pretty_young_thing_14</c:v>
                </c:pt>
                <c:pt idx="7182">
                  <c:v>prettyyoungthickchick</c:v>
                </c:pt>
                <c:pt idx="7183">
                  <c:v>pretty_young_tempting</c:v>
                </c:pt>
                <c:pt idx="7184">
                  <c:v>pretty_woman_claudia</c:v>
                </c:pt>
                <c:pt idx="7185">
                  <c:v>pretty_ugly_duckling</c:v>
                </c:pt>
                <c:pt idx="7186">
                  <c:v>prettytonywhattheycallhim</c:v>
                </c:pt>
                <c:pt idx="7187">
                  <c:v>prettysparkels_forme</c:v>
                </c:pt>
                <c:pt idx="7188">
                  <c:v>pretty_soldier_sailormoon</c:v>
                </c:pt>
                <c:pt idx="7189">
                  <c:v>prettyslickforawhitechick</c:v>
                </c:pt>
                <c:pt idx="7190">
                  <c:v>prettysexychocolate08</c:v>
                </c:pt>
                <c:pt idx="7191">
                  <c:v>prettyricky_pleasure</c:v>
                </c:pt>
                <c:pt idx="7192">
                  <c:v>prettyricky_lover_4eva</c:v>
                </c:pt>
                <c:pt idx="7193">
                  <c:v>pretty_punky_princess</c:v>
                </c:pt>
                <c:pt idx="7194">
                  <c:v>prettypunkprincess82</c:v>
                </c:pt>
                <c:pt idx="7195">
                  <c:v>prettyprincessvictoria</c:v>
                </c:pt>
                <c:pt idx="7196">
                  <c:v>pretty_princess_naeema</c:v>
                </c:pt>
                <c:pt idx="7197">
                  <c:v>prettyprincessnae233</c:v>
                </c:pt>
                <c:pt idx="7198">
                  <c:v>pretty_princess_megan</c:v>
                </c:pt>
                <c:pt idx="7199">
                  <c:v>pretty_princess_karen</c:v>
                </c:pt>
                <c:pt idx="7200">
                  <c:v>prettyprincessjenn1985</c:v>
                </c:pt>
                <c:pt idx="7201">
                  <c:v>prettyprincessgurl200</c:v>
                </c:pt>
                <c:pt idx="7202">
                  <c:v>prettyprincessdaniella</c:v>
                </c:pt>
                <c:pt idx="7203">
                  <c:v>prettyprincessbarbie1</c:v>
                </c:pt>
                <c:pt idx="7204">
                  <c:v>prettyprincessballerina</c:v>
                </c:pt>
                <c:pt idx="7205">
                  <c:v>prettyprincessashley</c:v>
                </c:pt>
                <c:pt idx="7206">
                  <c:v>prettyponyprincess0</c:v>
                </c:pt>
                <c:pt idx="7207">
                  <c:v>prettypinkprincessmeg</c:v>
                </c:pt>
                <c:pt idx="7208">
                  <c:v>prettypinkprincess90</c:v>
                </c:pt>
                <c:pt idx="7209">
                  <c:v>prettypinkprincess9</c:v>
                </c:pt>
                <c:pt idx="7210">
                  <c:v>prettypinkprincess140</c:v>
                </c:pt>
                <c:pt idx="7211">
                  <c:v>prettypinkprincess13</c:v>
                </c:pt>
                <c:pt idx="7212">
                  <c:v>pretty_pink_princess_0</c:v>
                </c:pt>
                <c:pt idx="7213">
                  <c:v>_pretty_pink_princess_</c:v>
                </c:pt>
                <c:pt idx="7214">
                  <c:v>prettypinkpopdramaqueen</c:v>
                </c:pt>
                <c:pt idx="7215">
                  <c:v>prettypinkbasketcase</c:v>
                </c:pt>
                <c:pt idx="7216">
                  <c:v>prettypinkbarbiegirl</c:v>
                </c:pt>
                <c:pt idx="7217">
                  <c:v>prettypictureperfect</c:v>
                </c:pt>
                <c:pt idx="7218">
                  <c:v>pretty_people_contest</c:v>
                </c:pt>
                <c:pt idx="7219">
                  <c:v>pretty_much_love_you</c:v>
                </c:pt>
                <c:pt idx="7220">
                  <c:v>prettymuchhardcoreextreme</c:v>
                </c:pt>
                <c:pt idx="7221">
                  <c:v>prettylittletrainwreck</c:v>
                </c:pt>
                <c:pt idx="7222">
                  <c:v>pretty_little_sea_nymph</c:v>
                </c:pt>
                <c:pt idx="7223">
                  <c:v>pretty_lil_princess_1</c:v>
                </c:pt>
                <c:pt idx="7224">
                  <c:v>pretty_lil_hispanic18</c:v>
                </c:pt>
                <c:pt idx="7225">
                  <c:v>prettylildemonicprincess</c:v>
                </c:pt>
                <c:pt idx="7226">
                  <c:v>pretty_lil_countrygurl</c:v>
                </c:pt>
                <c:pt idx="7227">
                  <c:v>pretty_hotpink_princess</c:v>
                </c:pt>
                <c:pt idx="7228">
                  <c:v>pretty_hot_pink_babe</c:v>
                </c:pt>
                <c:pt idx="7229">
                  <c:v>pretty_hot_and_thick</c:v>
                </c:pt>
                <c:pt idx="7230">
                  <c:v>pretty_hot_and_tempting13</c:v>
                </c:pt>
                <c:pt idx="7231">
                  <c:v>pretty_hot_and_tempting07</c:v>
                </c:pt>
                <c:pt idx="7232">
                  <c:v>prettyhatemachine7</c:v>
                </c:pt>
                <c:pt idx="7233">
                  <c:v>pretty_hardcore_court</c:v>
                </c:pt>
                <c:pt idx="7234">
                  <c:v>prettygurl_soccer_09</c:v>
                </c:pt>
                <c:pt idx="7235">
                  <c:v>prettygurlcaroline818</c:v>
                </c:pt>
                <c:pt idx="7236">
                  <c:v>pretty_gorgeous_nicole</c:v>
                </c:pt>
                <c:pt idx="7237">
                  <c:v>prettygirl_withstyle</c:v>
                </c:pt>
                <c:pt idx="7238">
                  <c:v>pretty_girl_position</c:v>
                </c:pt>
                <c:pt idx="7239">
                  <c:v>prettygirlbikinicarwash</c:v>
                </c:pt>
                <c:pt idx="7240">
                  <c:v>prettygirlbabygurl837</c:v>
                </c:pt>
                <c:pt idx="7241">
                  <c:v>pretty_frog_princess</c:v>
                </c:pt>
                <c:pt idx="7242">
                  <c:v>prettyflyforawhiteguy85</c:v>
                </c:pt>
                <c:pt idx="7243">
                  <c:v>prettyfly_forawhitegirl</c:v>
                </c:pt>
                <c:pt idx="7244">
                  <c:v>prettyfacethickwaist</c:v>
                </c:pt>
                <c:pt idx="7245">
                  <c:v>prettydukegirl14489</c:v>
                </c:pt>
                <c:pt idx="7246">
                  <c:v>prettydeadgirlshortfilm</c:v>
                </c:pt>
                <c:pt idx="7247">
                  <c:v>pretty_cute_princess</c:v>
                </c:pt>
                <c:pt idx="7248">
                  <c:v>prettycool_stephanie</c:v>
                </c:pt>
                <c:pt idx="7249">
                  <c:v>pretty_colors_forever</c:v>
                </c:pt>
                <c:pt idx="7250">
                  <c:v>prettybutbrokenhearted</c:v>
                </c:pt>
                <c:pt idx="7251">
                  <c:v>prettybrowneyedgirl89</c:v>
                </c:pt>
                <c:pt idx="7252">
                  <c:v>prettybrowncuttiepie</c:v>
                </c:pt>
                <c:pt idx="7253">
                  <c:v>prettyboyakasweetness</c:v>
                </c:pt>
                <c:pt idx="7254">
                  <c:v>prettyblondeprincess</c:v>
                </c:pt>
                <c:pt idx="7255">
                  <c:v>prettybabyprincess4life</c:v>
                </c:pt>
                <c:pt idx="7256">
                  <c:v>pretty_baby_girl_nikki</c:v>
                </c:pt>
                <c:pt idx="7257">
                  <c:v>prettybabybutterfly0</c:v>
                </c:pt>
                <c:pt idx="7258">
                  <c:v>pretty_athletic_lady</c:v>
                </c:pt>
                <c:pt idx="7259">
                  <c:v>prettyastashleymarie</c:v>
                </c:pt>
                <c:pt idx="7260">
                  <c:v>prettyandverydemented</c:v>
                </c:pt>
                <c:pt idx="7261">
                  <c:v>pretentiousrecordstoreguy</c:v>
                </c:pt>
                <c:pt idx="7262">
                  <c:v>pretend_its_brilliant</c:v>
                </c:pt>
                <c:pt idx="7263">
                  <c:v>prestigealtoclarinet</c:v>
                </c:pt>
                <c:pt idx="7264">
                  <c:v>pressuredropmanchester</c:v>
                </c:pt>
                <c:pt idx="7265">
                  <c:v>pressthisbuttonfortragedy</c:v>
                </c:pt>
                <c:pt idx="7266">
                  <c:v>pressplayentertainmentworld</c:v>
                </c:pt>
                <c:pt idx="7267">
                  <c:v>pressplayentertainment</c:v>
                </c:pt>
                <c:pt idx="7268">
                  <c:v>presscontrolaltdelete</c:v>
                </c:pt>
                <c:pt idx="7269">
                  <c:v>presidentgeorgewashington</c:v>
                </c:pt>
                <c:pt idx="7270">
                  <c:v>presidentbasketballcoach</c:v>
                </c:pt>
                <c:pt idx="7271">
                  <c:v>present_with_god_soon</c:v>
                </c:pt>
                <c:pt idx="7272">
                  <c:v>prescriptiondodgeball</c:v>
                </c:pt>
                <c:pt idx="7273">
                  <c:v>prepared2relocate4love</c:v>
                </c:pt>
                <c:pt idx="7274">
                  <c:v>prepare4peace_pray4war</c:v>
                </c:pt>
                <c:pt idx="7275">
                  <c:v>prepaidlegaljoshandjoe</c:v>
                </c:pt>
                <c:pt idx="7276">
                  <c:v>premierpersonalprotection</c:v>
                </c:pt>
                <c:pt idx="7277">
                  <c:v>premierimageentertainment</c:v>
                </c:pt>
                <c:pt idx="7278">
                  <c:v>premaritaltonguerape</c:v>
                </c:pt>
                <c:pt idx="7279">
                  <c:v>precisionscreenprinting</c:v>
                </c:pt>
                <c:pt idx="7280">
                  <c:v>precious_pretty_gurl</c:v>
                </c:pt>
                <c:pt idx="7281">
                  <c:v>preciouspoodleprincess</c:v>
                </c:pt>
                <c:pt idx="7282">
                  <c:v>precious_pearl_4ever</c:v>
                </c:pt>
                <c:pt idx="7283">
                  <c:v>precious_loca_morenita</c:v>
                </c:pt>
                <c:pt idx="7284">
                  <c:v>Precious_Little_Sweetie</c:v>
                </c:pt>
                <c:pt idx="7285">
                  <c:v>precious_little_butterfly</c:v>
                </c:pt>
                <c:pt idx="7286">
                  <c:v>precious_island_lady</c:v>
                </c:pt>
                <c:pt idx="7287">
                  <c:v>preciousgemstone2002</c:v>
                </c:pt>
                <c:pt idx="7288">
                  <c:v>precious_demon_from_below</c:v>
                </c:pt>
                <c:pt idx="7289">
                  <c:v>preciousblondesunshine</c:v>
                </c:pt>
                <c:pt idx="7290">
                  <c:v>precious_babydoll0813</c:v>
                </c:pt>
                <c:pt idx="7291">
                  <c:v>preciousbabyboy92104</c:v>
                </c:pt>
                <c:pt idx="7292">
                  <c:v>precious_applebottom</c:v>
                </c:pt>
                <c:pt idx="7293">
                  <c:v>preciousanimegirl025</c:v>
                </c:pt>
                <c:pt idx="7294">
                  <c:v>precious_angel_forever</c:v>
                </c:pt>
                <c:pt idx="7295">
                  <c:v>praytherosaryeveryday</c:v>
                </c:pt>
                <c:pt idx="7296">
                  <c:v>praisetoidinaandaustin</c:v>
                </c:pt>
                <c:pt idx="7297">
                  <c:v>praisetheloudsilkscreen</c:v>
                </c:pt>
                <c:pt idx="7298">
                  <c:v>praise_and_worship_team</c:v>
                </c:pt>
                <c:pt idx="7299">
                  <c:v>practicing_the_silence</c:v>
                </c:pt>
                <c:pt idx="7300">
                  <c:v>practicethekissingscene</c:v>
                </c:pt>
                <c:pt idx="7301">
                  <c:v>practice_page4brande</c:v>
                </c:pt>
                <c:pt idx="7302">
                  <c:v>practiceachieveperfection</c:v>
                </c:pt>
                <c:pt idx="7303">
                  <c:v>practicaltrainedkillas</c:v>
                </c:pt>
                <c:pt idx="7304">
                  <c:v>practicalselfdefense</c:v>
                </c:pt>
                <c:pt idx="7305">
                  <c:v>powersportsunlimited</c:v>
                </c:pt>
                <c:pt idx="7306">
                  <c:v>power_ranger_equality</c:v>
                </c:pt>
                <c:pt idx="7307">
                  <c:v>__powerpuff__blossom__</c:v>
                </c:pt>
                <c:pt idx="7308">
                  <c:v>powerlunchproduction</c:v>
                </c:pt>
                <c:pt idx="7309">
                  <c:v>powerfulbeyondmeasure</c:v>
                </c:pt>
                <c:pt idx="7310">
                  <c:v>powerentertainmentgroup</c:v>
                </c:pt>
                <c:pt idx="7311">
                  <c:v>powerbreathandlivingwater</c:v>
                </c:pt>
                <c:pt idx="7312">
                  <c:v>power2thewhitepeople</c:v>
                </c:pt>
                <c:pt idx="7313">
                  <c:v>powderedtoastman2082</c:v>
                </c:pt>
                <c:pt idx="7314">
                  <c:v>_powdered_toast_man_</c:v>
                </c:pt>
                <c:pt idx="7315">
                  <c:v>powdered_sweet_taste01</c:v>
                </c:pt>
                <c:pt idx="7316">
                  <c:v>powbiffsmackwallopbatman</c:v>
                </c:pt>
                <c:pt idx="7317">
                  <c:v>povertyneckhillbillygirl</c:v>
                </c:pt>
                <c:pt idx="7318">
                  <c:v>povertyjetsetofficial</c:v>
                </c:pt>
                <c:pt idx="7319">
                  <c:v>pour_thechampagne_darling</c:v>
                </c:pt>
                <c:pt idx="7320">
                  <c:v>pouringcrimsonregret521</c:v>
                </c:pt>
                <c:pt idx="7321">
                  <c:v>poultrymeatandfishflavour</c:v>
                </c:pt>
                <c:pt idx="7322">
                  <c:v>pottytraininggonebad</c:v>
                </c:pt>
                <c:pt idx="7323">
                  <c:v>potterjessicahaley721</c:v>
                </c:pt>
                <c:pt idx="7324">
                  <c:v>potsmokinghatchetman</c:v>
                </c:pt>
                <c:pt idx="7325">
                  <c:v>potentiallygoodmusic</c:v>
                </c:pt>
                <c:pt idx="7326">
                  <c:v>potatoes_arent_that_cool</c:v>
                </c:pt>
                <c:pt idx="7327">
                  <c:v>potatoes_are_awesome</c:v>
                </c:pt>
                <c:pt idx="7328">
                  <c:v>potatoesandcheesecake</c:v>
                </c:pt>
                <c:pt idx="7329">
                  <c:v>poststructuralismrox</c:v>
                </c:pt>
                <c:pt idx="7330">
                  <c:v>postmodernintellectual</c:v>
                </c:pt>
                <c:pt idx="7331">
                  <c:v>postmodernbeautyqueen</c:v>
                </c:pt>
                <c:pt idx="7332">
                  <c:v>postconcertdancecompany</c:v>
                </c:pt>
                <c:pt idx="7333">
                  <c:v>possessed_little_child</c:v>
                </c:pt>
                <c:pt idx="7334">
                  <c:v>possessedguitarwarrior</c:v>
                </c:pt>
                <c:pt idx="7335">
                  <c:v>positive_placement_tattoo</c:v>
                </c:pt>
                <c:pt idx="7336">
                  <c:v>positive_little_angel</c:v>
                </c:pt>
                <c:pt idx="7337">
                  <c:v>positionclosedofficial</c:v>
                </c:pt>
                <c:pt idx="7338">
                  <c:v>position9_girlsonly</c:v>
                </c:pt>
                <c:pt idx="7339">
                  <c:v>portsmouthlightercompany</c:v>
                </c:pt>
                <c:pt idx="7340">
                  <c:v>portsaintluciehighschool</c:v>
                </c:pt>
                <c:pt idx="7341">
                  <c:v>portlandporcelainveneer</c:v>
                </c:pt>
                <c:pt idx="7342">
                  <c:v>portlandfilmcollective</c:v>
                </c:pt>
                <c:pt idx="7343">
                  <c:v>porter_probaseball_player</c:v>
                </c:pt>
                <c:pt idx="7344">
                  <c:v>portcitylegendkiller</c:v>
                </c:pt>
                <c:pt idx="7345">
                  <c:v>portchestercoachdiner</c:v>
                </c:pt>
                <c:pt idx="7346">
                  <c:v>port_charlotte_comedy</c:v>
                </c:pt>
                <c:pt idx="7347">
                  <c:v>portapottyracoonlover</c:v>
                </c:pt>
                <c:pt idx="7348">
                  <c:v>porridge_springsteen</c:v>
                </c:pt>
                <c:pt idx="7349">
                  <c:v>pork_chop_concertguy</c:v>
                </c:pt>
                <c:pt idx="7350">
                  <c:v>porchmonkey4life1993</c:v>
                </c:pt>
                <c:pt idx="7351">
                  <c:v>porcelainveneerseattle</c:v>
                </c:pt>
                <c:pt idx="7352">
                  <c:v>porcelain_browneyed_girl</c:v>
                </c:pt>
                <c:pt idx="7353">
                  <c:v>pop_will_eat_itself0</c:v>
                </c:pt>
                <c:pt idx="7354">
                  <c:v>pop_went_the_present</c:v>
                </c:pt>
                <c:pt idx="7355">
                  <c:v>populationcontrolbooking</c:v>
                </c:pt>
                <c:pt idx="7356">
                  <c:v>popularentertainmentgroup</c:v>
                </c:pt>
                <c:pt idx="7357">
                  <c:v>poptartcookiemonster</c:v>
                </c:pt>
                <c:pt idx="7358">
                  <c:v>poprockscokesmackbang</c:v>
                </c:pt>
                <c:pt idx="7359">
                  <c:v>poppunkprincess2loveyou</c:v>
                </c:pt>
                <c:pt idx="7360">
                  <c:v>pop_off_entertainment</c:v>
                </c:pt>
                <c:pt idx="7361">
                  <c:v>popeyethesailorman41</c:v>
                </c:pt>
                <c:pt idx="7362">
                  <c:v>popeye_the_sailorman</c:v>
                </c:pt>
                <c:pt idx="7363">
                  <c:v>popcornsuperhetreceived</c:v>
                </c:pt>
                <c:pt idx="7364">
                  <c:v>popcornandstringcheese</c:v>
                </c:pt>
                <c:pt idx="7365">
                  <c:v>pooroldfashionedbaby</c:v>
                </c:pt>
                <c:pt idx="7366">
                  <c:v>poorlychosenscreenname</c:v>
                </c:pt>
                <c:pt idx="7367">
                  <c:v>_poor_little_monkey_</c:v>
                </c:pt>
                <c:pt idx="7368">
                  <c:v>poorlittleluckystrike</c:v>
                </c:pt>
                <c:pt idx="7369">
                  <c:v>pooranimalunderstudy</c:v>
                </c:pt>
                <c:pt idx="7370">
                  <c:v>poopsandthecornbread</c:v>
                </c:pt>
                <c:pt idx="7371">
                  <c:v>poolbeachsummerlovefun</c:v>
                </c:pt>
                <c:pt idx="7372">
                  <c:v>poohbearprincessjazzy</c:v>
                </c:pt>
                <c:pt idx="7373">
                  <c:v>___poohbear___harrypotter</c:v>
                </c:pt>
                <c:pt idx="7374">
                  <c:v>pooh_bear_eats_honey</c:v>
                </c:pt>
                <c:pt idx="7375">
                  <c:v>pontoonpelicanpussycat</c:v>
                </c:pt>
                <c:pt idx="7376">
                  <c:v>ponchocreativedesign</c:v>
                </c:pt>
                <c:pt idx="7377">
                  <c:v>polymorphbodypiercing</c:v>
                </c:pt>
                <c:pt idx="7378">
                  <c:v>pollyanddashabestfriend1997</c:v>
                </c:pt>
                <c:pt idx="7379">
                  <c:v>polkcountyredneck83</c:v>
                </c:pt>
                <c:pt idx="7380">
                  <c:v>polkapeteandhisorchestra</c:v>
                </c:pt>
                <c:pt idx="7381">
                  <c:v>polka_dotted_tragedy</c:v>
                </c:pt>
                <c:pt idx="7382">
                  <c:v>polkadotprincess2903</c:v>
                </c:pt>
                <c:pt idx="7383">
                  <c:v>politicaldancingprincess</c:v>
                </c:pt>
                <c:pt idx="7384">
                  <c:v>politicalagendapeace</c:v>
                </c:pt>
                <c:pt idx="7385">
                  <c:v>polish_diesel_performance</c:v>
                </c:pt>
                <c:pt idx="7386">
                  <c:v>police_constable_strong</c:v>
                </c:pt>
                <c:pt idx="7387">
                  <c:v>pokeyvalentineguitarist1</c:v>
                </c:pt>
                <c:pt idx="7388">
                  <c:v>pokertattooandpiercing</c:v>
                </c:pt>
                <c:pt idx="7389">
                  <c:v>poisonivyentertainment1</c:v>
                </c:pt>
                <c:pt idx="7390">
                  <c:v>poised_penguin_pusher</c:v>
                </c:pt>
                <c:pt idx="7391">
                  <c:v>_poiseandrationality</c:v>
                </c:pt>
                <c:pt idx="7392">
                  <c:v>pointlessmentalcruelty</c:v>
                </c:pt>
                <c:pt idx="7393">
                  <c:v>point44caliberkiller</c:v>
                </c:pt>
                <c:pt idx="7394">
                  <c:v>poetprophetphilosopher</c:v>
                </c:pt>
                <c:pt idx="7395">
                  <c:v>poet4lifealwaysandforever</c:v>
                </c:pt>
                <c:pt idx="7396">
                  <c:v>pocketprotectorposse</c:v>
                </c:pt>
                <c:pt idx="7397">
                  <c:v>plushponyiceprincess</c:v>
                </c:pt>
                <c:pt idx="7398">
                  <c:v>plump_perfection4eva</c:v>
                </c:pt>
                <c:pt idx="7399">
                  <c:v>plumflowerembroidery</c:v>
                </c:pt>
                <c:pt idx="7400">
                  <c:v>plumbingcherrypoppindaddy</c:v>
                </c:pt>
                <c:pt idx="7401">
                  <c:v>plum_always_and_4ever</c:v>
                </c:pt>
                <c:pt idx="7402">
                  <c:v>pluckedrightfromthebrain</c:v>
                </c:pt>
                <c:pt idx="7403">
                  <c:v>pluckedfromobscurity</c:v>
                </c:pt>
                <c:pt idx="7404">
                  <c:v>ploughthroughthischapter</c:v>
                </c:pt>
                <c:pt idx="7405">
                  <c:v>plentifulsexkitten02</c:v>
                </c:pt>
                <c:pt idx="7406">
                  <c:v>pleasureyourwayallday</c:v>
                </c:pt>
                <c:pt idx="7407">
                  <c:v>pleasureyoucantmeasure</c:v>
                </c:pt>
                <c:pt idx="7408">
                  <c:v>pleasureislandclubdread</c:v>
                </c:pt>
                <c:pt idx="7409">
                  <c:v>pleasurablepainclothing</c:v>
                </c:pt>
                <c:pt idx="7410">
                  <c:v>please_taste_the_rainbow</c:v>
                </c:pt>
                <c:pt idx="7411">
                  <c:v>please_stop_killing_music</c:v>
                </c:pt>
                <c:pt idx="7412">
                  <c:v>pleaserefrainfromknocking</c:v>
                </c:pt>
                <c:pt idx="7413">
                  <c:v>pleaseletthisonework</c:v>
                </c:pt>
                <c:pt idx="7414">
                  <c:v>please_enter_name_here</c:v>
                </c:pt>
                <c:pt idx="7415">
                  <c:v>please_dont_eat_that</c:v>
                </c:pt>
                <c:pt idx="7416">
                  <c:v>pleasantvalleyyouthgroup</c:v>
                </c:pt>
                <c:pt idx="7417">
                  <c:v>pleasantvalleylibrary</c:v>
                </c:pt>
                <c:pt idx="7418">
                  <c:v>pleasantstreetconspiracy</c:v>
                </c:pt>
                <c:pt idx="7419">
                  <c:v>plazaworldalldayeveryday</c:v>
                </c:pt>
                <c:pt idx="7420">
                  <c:v>playwithmatchsnothearts</c:v>
                </c:pt>
                <c:pt idx="7421">
                  <c:v>playthatgothicmusicwhiteboy</c:v>
                </c:pt>
                <c:pt idx="7422">
                  <c:v>playthatfunkymusicwhiteboy</c:v>
                </c:pt>
                <c:pt idx="7423">
                  <c:v>play_that_funkymusic</c:v>
                </c:pt>
                <c:pt idx="7424">
                  <c:v>playstation3_warehouse</c:v>
                </c:pt>
                <c:pt idx="7425">
                  <c:v>playstation3fistfight</c:v>
                </c:pt>
                <c:pt idx="7426">
                  <c:v>playmatestripper4life</c:v>
                </c:pt>
                <c:pt idx="7427">
                  <c:v>play_long_love_longer</c:v>
                </c:pt>
                <c:pt idx="7428">
                  <c:v>playlearnlivewithstyle</c:v>
                </c:pt>
                <c:pt idx="7429">
                  <c:v>playingwithnuclearfire</c:v>
                </c:pt>
                <c:pt idx="7430">
                  <c:v>playhannahmate212121</c:v>
                </c:pt>
                <c:pt idx="7431">
                  <c:v>playgurlprincessrena</c:v>
                </c:pt>
                <c:pt idx="7432">
                  <c:v>playgroundlegendband</c:v>
                </c:pt>
                <c:pt idx="7433">
                  <c:v>playgroundeventproduction</c:v>
                </c:pt>
                <c:pt idx="7434">
                  <c:v>playgirl_princess_melanie</c:v>
                </c:pt>
                <c:pt idx="7435">
                  <c:v>playgirl_princess_2007</c:v>
                </c:pt>
                <c:pt idx="7436">
                  <c:v>playgirlallnightlong</c:v>
                </c:pt>
                <c:pt idx="7437">
                  <c:v>playfulpartytimegirl</c:v>
                </c:pt>
                <c:pt idx="7438">
                  <c:v>playforpleasurehomeparty</c:v>
                </c:pt>
                <c:pt idx="7439">
                  <c:v>playdicewiththeuniverse</c:v>
                </c:pt>
                <c:pt idx="7440">
                  <c:v>playdeadillplayalong</c:v>
                </c:pt>
                <c:pt idx="7441">
                  <c:v>playboy_talent_scout</c:v>
                </c:pt>
                <c:pt idx="7442">
                  <c:v>playboy_rebel_bunnie</c:v>
                </c:pt>
                <c:pt idx="7443">
                  <c:v>PlayboyPrincess4life</c:v>
                </c:pt>
                <c:pt idx="7444">
                  <c:v>playboypenguin_bridgette</c:v>
                </c:pt>
                <c:pt idx="7445">
                  <c:v>playboy_central_51_bitch</c:v>
                </c:pt>
                <c:pt idx="7446">
                  <c:v>playboybunnystar29741</c:v>
                </c:pt>
                <c:pt idx="7447">
                  <c:v>playboy_bunny_mate_200</c:v>
                </c:pt>
                <c:pt idx="7448">
                  <c:v>_playboy_bunny_lover_</c:v>
                </c:pt>
                <c:pt idx="7449">
                  <c:v>playboy_bunny_girl14</c:v>
                </c:pt>
                <c:pt idx="7450">
                  <c:v>playboybunnyfromhell</c:v>
                </c:pt>
                <c:pt idx="7451">
                  <c:v>playboy_bunny_chick17</c:v>
                </c:pt>
                <c:pt idx="7452">
                  <c:v>playboybunnychick101</c:v>
                </c:pt>
                <c:pt idx="7453">
                  <c:v>playboy_bunny_bitch_9</c:v>
                </c:pt>
                <c:pt idx="7454">
                  <c:v>playboybunnybabe4life</c:v>
                </c:pt>
                <c:pt idx="7455">
                  <c:v>playboy_bunny_angel17</c:v>
                </c:pt>
                <c:pt idx="7456">
                  <c:v>playanothersweetsong</c:v>
                </c:pt>
                <c:pt idx="7457">
                  <c:v>playalyndasurfergirl</c:v>
                </c:pt>
                <c:pt idx="7458">
                  <c:v>platypuspilotcommunique</c:v>
                </c:pt>
                <c:pt idx="7459">
                  <c:v>platovisionaryphilosopher</c:v>
                </c:pt>
                <c:pt idx="7460">
                  <c:v>platinumsunnentertainment</c:v>
                </c:pt>
                <c:pt idx="7461">
                  <c:v>platinumrecordoperation</c:v>
                </c:pt>
                <c:pt idx="7462">
                  <c:v>platinumproductionsny</c:v>
                </c:pt>
                <c:pt idx="7463">
                  <c:v>platinum_mixed_4_life</c:v>
                </c:pt>
                <c:pt idx="7464">
                  <c:v>platinummarketinggroup</c:v>
                </c:pt>
                <c:pt idx="7465">
                  <c:v>platinumlevelentertainment</c:v>
                </c:pt>
                <c:pt idx="7466">
                  <c:v>platinumkatentertainment</c:v>
                </c:pt>
                <c:pt idx="7467">
                  <c:v>platinumboundmusicgroup</c:v>
                </c:pt>
                <c:pt idx="7468">
                  <c:v>platinumartistsearch1</c:v>
                </c:pt>
                <c:pt idx="7469">
                  <c:v>plastictrashprincess</c:v>
                </c:pt>
                <c:pt idx="7470">
                  <c:v>plasticthingonashoelace</c:v>
                </c:pt>
                <c:pt idx="7471">
                  <c:v>plastic_loveless_letter</c:v>
                </c:pt>
                <c:pt idx="7472">
                  <c:v>plasticfashionbandpage</c:v>
                </c:pt>
                <c:pt idx="7473">
                  <c:v>plasticfantasticjewelry</c:v>
                </c:pt>
                <c:pt idx="7474">
                  <c:v>planktonwillruletheworld</c:v>
                </c:pt>
                <c:pt idx="7475">
                  <c:v>planethollywoodresort</c:v>
                </c:pt>
                <c:pt idx="7476">
                  <c:v>planetgranitehustler</c:v>
                </c:pt>
                <c:pt idx="7477">
                  <c:v>planetexpressshipmusic</c:v>
                </c:pt>
                <c:pt idx="7478">
                  <c:v>planetdancejumpyjosh</c:v>
                </c:pt>
                <c:pt idx="7479">
                  <c:v>planetbudtron420nebula</c:v>
                </c:pt>
                <c:pt idx="7480">
                  <c:v>planetbeacholdmetairie</c:v>
                </c:pt>
                <c:pt idx="7481">
                  <c:v>plan4tomorrowparty2night</c:v>
                </c:pt>
                <c:pt idx="7482">
                  <c:v>plain_yellow_mustard</c:v>
                </c:pt>
                <c:pt idx="7483">
                  <c:v>plagiarizingtheapocalypse</c:v>
                </c:pt>
                <c:pt idx="7484">
                  <c:v>placetobewitthequeen9</c:v>
                </c:pt>
                <c:pt idx="7485">
                  <c:v>pixie_tinkerbell99</c:v>
                </c:pt>
                <c:pt idx="7486">
                  <c:v>pittsburghsteelersong</c:v>
                </c:pt>
                <c:pt idx="7487">
                  <c:v>pittsburghsteelerfan</c:v>
                </c:pt>
                <c:pt idx="7488">
                  <c:v>pittsburghrollerhockey</c:v>
                </c:pt>
                <c:pt idx="7489">
                  <c:v>pith_helmeted_maniac</c:v>
                </c:pt>
                <c:pt idx="7490">
                  <c:v>pitchblackphotography</c:v>
                </c:pt>
                <c:pt idx="7491">
                  <c:v>pitbull_fighting_champ07</c:v>
                </c:pt>
                <c:pt idx="7492">
                  <c:v>piston_basketball4ever</c:v>
                </c:pt>
                <c:pt idx="7493">
                  <c:v>pissingtheyellowfantastic</c:v>
                </c:pt>
                <c:pt idx="7494">
                  <c:v>PirateMonkeyPrincess</c:v>
                </c:pt>
                <c:pt idx="7495">
                  <c:v>pirate_juice_not_poison</c:v>
                </c:pt>
                <c:pt idx="7496">
                  <c:v>piratehookersarefunny</c:v>
                </c:pt>
                <c:pt idx="7497">
                  <c:v>pirate_fanatic_giselle</c:v>
                </c:pt>
                <c:pt idx="7498">
                  <c:v>pipsqueakloveslingling</c:v>
                </c:pt>
                <c:pt idx="7499">
                  <c:v>piper_phoebe_and_paige</c:v>
                </c:pt>
                <c:pt idx="7500">
                  <c:v>piperelizabethhalliwell</c:v>
                </c:pt>
                <c:pt idx="7501">
                  <c:v>pipbransoncorporation</c:v>
                </c:pt>
                <c:pt idx="7502">
                  <c:v>pioneersinparanoiddysfunction</c:v>
                </c:pt>
                <c:pt idx="7503">
                  <c:v>pintaandhergardengrove</c:v>
                </c:pt>
                <c:pt idx="7504">
                  <c:v>pinkystarfish_maroonheart</c:v>
                </c:pt>
                <c:pt idx="7505">
                  <c:v>pinkystarfishgurl_1</c:v>
                </c:pt>
                <c:pt idx="7506">
                  <c:v>pinky_fashionprincess</c:v>
                </c:pt>
                <c:pt idx="7507">
                  <c:v>pinkyandthebrainracing</c:v>
                </c:pt>
                <c:pt idx="7508">
                  <c:v>pinkwithbabybluetester</c:v>
                </c:pt>
                <c:pt idx="7509">
                  <c:v>pinksugarandblackspice12</c:v>
                </c:pt>
                <c:pt idx="7510">
                  <c:v>pink_strawberry_sunshine</c:v>
                </c:pt>
                <c:pt idx="7511">
                  <c:v>pink_strawberry_baller99</c:v>
                </c:pt>
                <c:pt idx="7512">
                  <c:v>pink_ribbonsare_love</c:v>
                </c:pt>
                <c:pt idx="7513">
                  <c:v>pink_princess_tina24</c:v>
                </c:pt>
                <c:pt idx="7514">
                  <c:v>pinkprincessmichelle</c:v>
                </c:pt>
                <c:pt idx="7515">
                  <c:v>pinkprincessforever215</c:v>
                </c:pt>
                <c:pt idx="7516">
                  <c:v>pinkprincesscrystal008</c:v>
                </c:pt>
                <c:pt idx="7517">
                  <c:v>pinkpowerrangerfromhell</c:v>
                </c:pt>
                <c:pt idx="7518">
                  <c:v>pink_powder_princess</c:v>
                </c:pt>
                <c:pt idx="7519">
                  <c:v>pinkpolkadottedpurple</c:v>
                </c:pt>
                <c:pt idx="7520">
                  <c:v>pink_polka_dot_bikini</c:v>
                </c:pt>
                <c:pt idx="7521">
                  <c:v>pink_playboy_bunny55</c:v>
                </c:pt>
                <c:pt idx="7522">
                  <c:v>pink_play_boy_bunny08</c:v>
                </c:pt>
                <c:pt idx="7523">
                  <c:v>pinkplaidpajamapants</c:v>
                </c:pt>
                <c:pt idx="7524">
                  <c:v>pink_passionate_taste</c:v>
                </c:pt>
                <c:pt idx="7525">
                  <c:v>pinkpantherprincess4ever</c:v>
                </c:pt>
                <c:pt idx="7526">
                  <c:v>pinkpantherladies39</c:v>
                </c:pt>
                <c:pt idx="7527">
                  <c:v>pinkpanthergirl24504</c:v>
                </c:pt>
                <c:pt idx="7528">
                  <c:v>pinkpantherbubblelewis</c:v>
                </c:pt>
                <c:pt idx="7529">
                  <c:v>pinkmysticforceranger</c:v>
                </c:pt>
                <c:pt idx="7530">
                  <c:v>pinkluminousinvocation</c:v>
                </c:pt>
                <c:pt idx="7531">
                  <c:v>pinkieswear_photography</c:v>
                </c:pt>
                <c:pt idx="7532">
                  <c:v>Pink_Ice_Princess_2010</c:v>
                </c:pt>
                <c:pt idx="7533">
                  <c:v>pinkhotprincessqueen</c:v>
                </c:pt>
                <c:pt idx="7534">
                  <c:v>pinkhelmetharleychick</c:v>
                </c:pt>
                <c:pt idx="7535">
                  <c:v>pinkgoesgoodwithgreen</c:v>
                </c:pt>
                <c:pt idx="7536">
                  <c:v>pinkfrostedsugarcookie</c:v>
                </c:pt>
                <c:pt idx="7537">
                  <c:v>pinkflipflopprincess</c:v>
                </c:pt>
                <c:pt idx="7538">
                  <c:v>pinkelephantsinlemonade</c:v>
                </c:pt>
                <c:pt idx="7539">
                  <c:v>pinkelephantpromotion</c:v>
                </c:pt>
                <c:pt idx="7540">
                  <c:v>pinkelephantprincess</c:v>
                </c:pt>
                <c:pt idx="7541">
                  <c:v>pinkelephantfromchina</c:v>
                </c:pt>
                <c:pt idx="7542">
                  <c:v>pinkdiamondqueenpooh</c:v>
                </c:pt>
                <c:pt idx="7543">
                  <c:v>pink_diamond_princess_21</c:v>
                </c:pt>
                <c:pt idx="7544">
                  <c:v>pinkdiamondprincess1</c:v>
                </c:pt>
                <c:pt idx="7545">
                  <c:v>pinkdiamondmanagement</c:v>
                </c:pt>
                <c:pt idx="7546">
                  <c:v>pink_cotton_candy_gurl</c:v>
                </c:pt>
                <c:pt idx="7547">
                  <c:v>pink_cookiemonster_500</c:v>
                </c:pt>
                <c:pt idx="7548">
                  <c:v>pinkcheese_greengoat</c:v>
                </c:pt>
                <c:pt idx="7549">
                  <c:v>pinkcheesegreenghost</c:v>
                </c:pt>
                <c:pt idx="7550">
                  <c:v>pinkcandy_totallyrad</c:v>
                </c:pt>
                <c:pt idx="7551">
                  <c:v>pinkbutteflylayoutpreview</c:v>
                </c:pt>
                <c:pt idx="7552">
                  <c:v>pinkblackwhite_layout</c:v>
                </c:pt>
                <c:pt idx="7553">
                  <c:v>pink_belt_rockerdude15</c:v>
                </c:pt>
                <c:pt idx="7554">
                  <c:v>pinkandpurpleforever</c:v>
                </c:pt>
                <c:pt idx="7555">
                  <c:v>pinkandorangeprincess19</c:v>
                </c:pt>
                <c:pt idx="7556">
                  <c:v>pink_and_black_rainbow</c:v>
                </c:pt>
                <c:pt idx="7557">
                  <c:v>pinheadfromhellraiser</c:v>
                </c:pt>
                <c:pt idx="7558">
                  <c:v>pineridgereservation</c:v>
                </c:pt>
                <c:pt idx="7559">
                  <c:v>pineridgeentertainment</c:v>
                </c:pt>
                <c:pt idx="7560">
                  <c:v>pinemountainrailroad</c:v>
                </c:pt>
                <c:pt idx="7561">
                  <c:v>pineapplesaregood100</c:v>
                </c:pt>
                <c:pt idx="7562">
                  <c:v>pineapple.prettygirl</c:v>
                </c:pt>
                <c:pt idx="7563">
                  <c:v>pinchcheekfeedcookie</c:v>
                </c:pt>
                <c:pt idx="7564">
                  <c:v>pinarecordAKAjonathan</c:v>
                </c:pt>
                <c:pt idx="7565">
                  <c:v>pimpsticksandgoldfish</c:v>
                </c:pt>
                <c:pt idx="7566">
                  <c:v>pimp_master_whiteboy</c:v>
                </c:pt>
                <c:pt idx="7567">
                  <c:v>pimpmancookiemonster</c:v>
                </c:pt>
                <c:pt idx="7568">
                  <c:v>pimpjuicethepromoter</c:v>
                </c:pt>
                <c:pt idx="7569">
                  <c:v>pimpinwithhoneyandmoney</c:v>
                </c:pt>
                <c:pt idx="7570">
                  <c:v>pimpinnnaptown317420</c:v>
                </c:pt>
                <c:pt idx="7571">
                  <c:v>pimpingaroundtheworld1</c:v>
                </c:pt>
                <c:pt idx="7572">
                  <c:v>pimpingallovertheworld7</c:v>
                </c:pt>
                <c:pt idx="7573">
                  <c:v>pilieva.adriana123321</c:v>
                </c:pt>
                <c:pt idx="7574">
                  <c:v>pigsarecreepyandugly</c:v>
                </c:pt>
                <c:pt idx="7575">
                  <c:v>pigletandtigger11871</c:v>
                </c:pt>
                <c:pt idx="7576">
                  <c:v>piggylexicookiemonster</c:v>
                </c:pt>
                <c:pt idx="7577">
                  <c:v>piggyandchocolatebutt</c:v>
                </c:pt>
                <c:pt idx="7578">
                  <c:v>pierson_hood_mob_bitch</c:v>
                </c:pt>
                <c:pt idx="7579">
                  <c:v>piercedfromwithinband</c:v>
                </c:pt>
                <c:pt idx="7580">
                  <c:v>pierceddrummerfreak</c:v>
                </c:pt>
                <c:pt idx="7581">
                  <c:v>picturesareeverything</c:v>
                </c:pt>
                <c:pt idx="7582">
                  <c:v>picture_perfect_party_gur</c:v>
                </c:pt>
                <c:pt idx="7583">
                  <c:v>picture_perfect_modeling</c:v>
                </c:pt>
                <c:pt idx="7584">
                  <c:v>pictureperfecthannah</c:v>
                </c:pt>
                <c:pt idx="7585">
                  <c:v>pictureimperfecttheband</c:v>
                </c:pt>
                <c:pt idx="7586">
                  <c:v>picadillycircusclown</c:v>
                </c:pt>
                <c:pt idx="7587">
                  <c:v>pianofeedbackdistortion</c:v>
                </c:pt>
                <c:pt idx="7588">
                  <c:v>physicaltherapydoctor</c:v>
                </c:pt>
                <c:pt idx="7589">
                  <c:v>phototyphoonphotography</c:v>
                </c:pt>
                <c:pt idx="7590">
                  <c:v>phoenixrisingfromtheashes</c:v>
                </c:pt>
                <c:pt idx="7591">
                  <c:v>phoenix_reborn_again</c:v>
                </c:pt>
                <c:pt idx="7592">
                  <c:v>phoenixministerevangelist</c:v>
                </c:pt>
                <c:pt idx="7593">
                  <c:v>phoenixkatherineflame</c:v>
                </c:pt>
                <c:pt idx="7594">
                  <c:v>phoenix_deadly_romance</c:v>
                </c:pt>
                <c:pt idx="7595">
                  <c:v>phoenixcarcleaningservice</c:v>
                </c:pt>
                <c:pt idx="7596">
                  <c:v>phoenix_and_the_harlot</c:v>
                </c:pt>
                <c:pt idx="7597">
                  <c:v>phisigbridgewaterstate</c:v>
                </c:pt>
                <c:pt idx="7598">
                  <c:v>phillyclublivefromtha215</c:v>
                </c:pt>
                <c:pt idx="7599">
                  <c:v>phillycheesesteak_5</c:v>
                </c:pt>
                <c:pt idx="7600">
                  <c:v>phillycheesesteak1992</c:v>
                </c:pt>
                <c:pt idx="7601">
                  <c:v>phillycheeseandjessica</c:v>
                </c:pt>
                <c:pt idx="7602">
                  <c:v>phillis_the_gay_lord</c:v>
                </c:pt>
                <c:pt idx="7603">
                  <c:v>philipinthemetalguitarist</c:v>
                </c:pt>
                <c:pt idx="7604">
                  <c:v>phil_from_the_future</c:v>
                </c:pt>
                <c:pt idx="7605">
                  <c:v>philboydandthehiddentwin</c:v>
                </c:pt>
                <c:pt idx="7606">
                  <c:v>philbentleystreetteam</c:v>
                </c:pt>
                <c:pt idx="7607">
                  <c:v>philandkristyforever</c:v>
                </c:pt>
                <c:pt idx="7608">
                  <c:v>philadelphiasoulfansite</c:v>
                </c:pt>
                <c:pt idx="7609">
                  <c:v>philadelphiamusicreview</c:v>
                </c:pt>
                <c:pt idx="7610">
                  <c:v>philadelphiamainline</c:v>
                </c:pt>
                <c:pt idx="7611">
                  <c:v>philadelphiajerseygirl</c:v>
                </c:pt>
                <c:pt idx="7612">
                  <c:v>phenomenonyouthgroup</c:v>
                </c:pt>
                <c:pt idx="7613">
                  <c:v>phase_2_the_original</c:v>
                </c:pt>
                <c:pt idx="7614">
                  <c:v>phantom_thief_network</c:v>
                </c:pt>
                <c:pt idx="7615">
                  <c:v>peytonmanningfanpage</c:v>
                </c:pt>
                <c:pt idx="7616">
                  <c:v>peytonhappywithlucas</c:v>
                </c:pt>
                <c:pt idx="7617">
                  <c:v>peyton_elizabeth_sawyer0</c:v>
                </c:pt>
                <c:pt idx="7618">
                  <c:v>petethesnowboarder8</c:v>
                </c:pt>
                <c:pt idx="7619">
                  <c:v>peter_the_guitar_dude</c:v>
                </c:pt>
                <c:pt idx="7620">
                  <c:v>peterthegreatandguitar</c:v>
                </c:pt>
                <c:pt idx="7621">
                  <c:v>petersen_stephanie09</c:v>
                </c:pt>
                <c:pt idx="7622">
                  <c:v>peter_parker_spiderman</c:v>
                </c:pt>
                <c:pt idx="7623">
                  <c:v>peterparkerandspiderman</c:v>
                </c:pt>
                <c:pt idx="7624">
                  <c:v>peterparker2spiderman</c:v>
                </c:pt>
                <c:pt idx="7625">
                  <c:v>PETERPANNEVERLAND1234578910</c:v>
                </c:pt>
                <c:pt idx="7626">
                  <c:v>petergriffinforpresident</c:v>
                </c:pt>
                <c:pt idx="7627">
                  <c:v>peter_griffin_4_president</c:v>
                </c:pt>
                <c:pt idx="7628">
                  <c:v>peterfischerguitarplayer</c:v>
                </c:pt>
                <c:pt idx="7629">
                  <c:v>peterferguson_baseball</c:v>
                </c:pt>
                <c:pt idx="7630">
                  <c:v>peter_family_guy_griffin</c:v>
                </c:pt>
                <c:pt idx="7631">
                  <c:v>peterdigitalorchestra</c:v>
                </c:pt>
                <c:pt idx="7632">
                  <c:v>petercrouchrobotdancesong</c:v>
                </c:pt>
                <c:pt idx="7633">
                  <c:v>peterbuiltwreckingmachine</c:v>
                </c:pt>
                <c:pt idx="7634">
                  <c:v>peterandpauline4ever</c:v>
                </c:pt>
                <c:pt idx="7635">
                  <c:v>peterandjacquiecampbell</c:v>
                </c:pt>
                <c:pt idx="7636">
                  <c:v>petelindstrom_photography</c:v>
                </c:pt>
                <c:pt idx="7637">
                  <c:v>petefromdownthestreet</c:v>
                </c:pt>
                <c:pt idx="7638">
                  <c:v>peteandchuckextravaganza</c:v>
                </c:pt>
                <c:pt idx="7639">
                  <c:v>pesky_the_flying_pig</c:v>
                </c:pt>
                <c:pt idx="7640">
                  <c:v>pervertedtwistedfreak</c:v>
                </c:pt>
                <c:pt idx="7641">
                  <c:v>perverseskullcrusher</c:v>
                </c:pt>
                <c:pt idx="7642">
                  <c:v>perversecorpsedeformingapparatus</c:v>
                </c:pt>
                <c:pt idx="7643">
                  <c:v>personalwellnesscoach</c:v>
                </c:pt>
                <c:pt idx="7644">
                  <c:v>personaltouchphotography</c:v>
                </c:pt>
                <c:pt idx="7645">
                  <c:v>personallyyourscollection</c:v>
                </c:pt>
                <c:pt idx="7646">
                  <c:v>personallayouttester</c:v>
                </c:pt>
                <c:pt idx="7647">
                  <c:v>personalitycrisisdeaddoll</c:v>
                </c:pt>
                <c:pt idx="7648">
                  <c:v>personalfocusmarketing</c:v>
                </c:pt>
                <c:pt idx="7649">
                  <c:v>personalchefmichelle</c:v>
                </c:pt>
                <c:pt idx="7650">
                  <c:v>personabletrainwreck</c:v>
                </c:pt>
                <c:pt idx="7651">
                  <c:v>persephone_wolf_goddess</c:v>
                </c:pt>
                <c:pt idx="7652">
                  <c:v>perpetualunderachiever</c:v>
                </c:pt>
                <c:pt idx="7653">
                  <c:v>perpetuallyundulatingman</c:v>
                </c:pt>
                <c:pt idx="7654">
                  <c:v>perpetualdamagemachine</c:v>
                </c:pt>
                <c:pt idx="7655">
                  <c:v>perpetual_black_second</c:v>
                </c:pt>
                <c:pt idx="7656">
                  <c:v>peroxidegirlphotography</c:v>
                </c:pt>
                <c:pt idx="7657">
                  <c:v>permanentcoastholiday</c:v>
                </c:pt>
                <c:pt idx="7658">
                  <c:v>perimeterandfortress</c:v>
                </c:pt>
                <c:pt idx="7659">
                  <c:v>peridianconstruction</c:v>
                </c:pt>
                <c:pt idx="7660">
                  <c:v>perfumeheartseverywhere</c:v>
                </c:pt>
                <c:pt idx="7661">
                  <c:v>performinnovateengineer</c:v>
                </c:pt>
                <c:pt idx="7662">
                  <c:v>performanceplussoftball</c:v>
                </c:pt>
                <c:pt idx="7663">
                  <c:v>perfect_snow_white_world</c:v>
                </c:pt>
                <c:pt idx="7664">
                  <c:v>perfectshotknoxville</c:v>
                </c:pt>
                <c:pt idx="7665">
                  <c:v>perfect_princess_sarah22</c:v>
                </c:pt>
                <c:pt idx="7666">
                  <c:v>perfect_princess_sarah</c:v>
                </c:pt>
                <c:pt idx="7667">
                  <c:v>perfect_playmate_harmony</c:v>
                </c:pt>
                <c:pt idx="7668">
                  <c:v>perfectly_organized_mess</c:v>
                </c:pt>
                <c:pt idx="7669">
                  <c:v>perfectlyjessieangel</c:v>
                </c:pt>
                <c:pt idx="7670">
                  <c:v>perfectly_imperfect4god</c:v>
                </c:pt>
                <c:pt idx="7671">
                  <c:v>perfectly_flawed_princess</c:v>
                </c:pt>
                <c:pt idx="7672">
                  <c:v>perfectlychaoticforlife</c:v>
                </c:pt>
                <c:pt idx="7673">
                  <c:v>perfect_little_angel_99</c:v>
                </c:pt>
                <c:pt idx="7674">
                  <c:v>perfectionwasjustadream</c:v>
                </c:pt>
                <c:pt idx="7675">
                  <c:v>PerfectionThroughSilence</c:v>
                </c:pt>
                <c:pt idx="7676">
                  <c:v>perfectionthroughloudness</c:v>
                </c:pt>
                <c:pt idx="7677">
                  <c:v>perfection_does_exist</c:v>
                </c:pt>
                <c:pt idx="7678">
                  <c:v>perfection_aint_easy</c:v>
                </c:pt>
                <c:pt idx="7679">
                  <c:v>perfectedchaos_renee</c:v>
                </c:pt>
                <c:pt idx="7680">
                  <c:v>perfectdarkskateteam</c:v>
                </c:pt>
                <c:pt idx="7681">
                  <c:v>perfect_angel_gone_bad89</c:v>
                </c:pt>
                <c:pt idx="7682">
                  <c:v>_perfect_and_poisonous_</c:v>
                </c:pt>
                <c:pt idx="7683">
                  <c:v>perennialsareforever</c:v>
                </c:pt>
                <c:pt idx="7684">
                  <c:v>peppyandthefiringsquad</c:v>
                </c:pt>
                <c:pt idx="7685">
                  <c:v>pepperoni_with_cheese</c:v>
                </c:pt>
                <c:pt idx="7686">
                  <c:v>peppermintstickicecream</c:v>
                </c:pt>
                <c:pt idx="7687">
                  <c:v>peppermintcontacttables</c:v>
                </c:pt>
                <c:pt idx="7688">
                  <c:v>peppergreen_contingent</c:v>
                </c:pt>
                <c:pt idx="7689">
                  <c:v>pepperdinehomecoming200</c:v>
                </c:pt>
                <c:pt idx="7690">
                  <c:v>peoplewhowearblacksuck</c:v>
                </c:pt>
                <c:pt idx="7691">
                  <c:v>peoplewhorockchristina</c:v>
                </c:pt>
                <c:pt idx="7692">
                  <c:v>peopleunifiedforflavor</c:v>
                </c:pt>
                <c:pt idx="7693">
                  <c:v>peoplefuckingthrower</c:v>
                </c:pt>
                <c:pt idx="7694">
                  <c:v>peopledonteatcatfood</c:v>
                </c:pt>
                <c:pt idx="7695">
                  <c:v>peoplealwaysleave_1</c:v>
                </c:pt>
                <c:pt idx="7696">
                  <c:v>peopleagainstpoverty</c:v>
                </c:pt>
                <c:pt idx="7697">
                  <c:v>peopleagainstlizmilligan</c:v>
                </c:pt>
                <c:pt idx="7698">
                  <c:v>pensilsharpener_bandit</c:v>
                </c:pt>
                <c:pt idx="7699">
                  <c:v>pennywise_will_eat_you</c:v>
                </c:pt>
                <c:pt idx="7700">
                  <c:v>pennywisepoundfoolish</c:v>
                </c:pt>
                <c:pt idx="7701">
                  <c:v>pennystocksinvesting</c:v>
                </c:pt>
                <c:pt idx="7702">
                  <c:v>pennylanealmostfamous</c:v>
                </c:pt>
                <c:pt idx="7703">
                  <c:v>pennybrightandfamily</c:v>
                </c:pt>
                <c:pt idx="7704">
                  <c:v>penislaserenlargement</c:v>
                </c:pt>
                <c:pt idx="7705">
                  <c:v>peniscockdickfacemother</c:v>
                </c:pt>
                <c:pt idx="7706">
                  <c:v>penisbreathcocksucker</c:v>
                </c:pt>
                <c:pt idx="7707">
                  <c:v>penguinsareprettycool</c:v>
                </c:pt>
                <c:pt idx="7708">
                  <c:v>penguinsareattacking</c:v>
                </c:pt>
                <c:pt idx="7709">
                  <c:v>penguin_lord_forever</c:v>
                </c:pt>
                <c:pt idx="7710">
                  <c:v>pendletondrumfestival</c:v>
                </c:pt>
                <c:pt idx="7711">
                  <c:v>pencilshavingsandstickers</c:v>
                </c:pt>
                <c:pt idx="7712">
                  <c:v>pencilsharpenermonster</c:v>
                </c:pt>
                <c:pt idx="7713">
                  <c:v>pencilfuckingsharpener</c:v>
                </c:pt>
                <c:pt idx="7714">
                  <c:v>pelon_and_dora_forever</c:v>
                </c:pt>
                <c:pt idx="7715">
                  <c:v>pelicanbeaverlip_itch</c:v>
                </c:pt>
                <c:pt idx="7716">
                  <c:v>peggysuedospuntocero</c:v>
                </c:pt>
                <c:pt idx="7717">
                  <c:v>peeweerustyandjessie</c:v>
                </c:pt>
                <c:pt idx="7718">
                  <c:v>peel_out_the_watchword</c:v>
                </c:pt>
                <c:pt idx="7719">
                  <c:v>peek_around_the_corner</c:v>
                </c:pt>
                <c:pt idx="7720">
                  <c:v>peekaboo_ashleyrae_22</c:v>
                </c:pt>
                <c:pt idx="7721">
                  <c:v>pedrovianainvitation</c:v>
                </c:pt>
                <c:pt idx="7722">
                  <c:v>pedroandthechocolatefactory</c:v>
                </c:pt>
                <c:pt idx="7723">
                  <c:v>pedroandrachael4ever</c:v>
                </c:pt>
                <c:pt idx="7724">
                  <c:v>pedestrianyouthgroup</c:v>
                </c:pt>
                <c:pt idx="7725">
                  <c:v>pedalsteeltransmission</c:v>
                </c:pt>
                <c:pt idx="7726">
                  <c:v>pecanchocolatedeluxe</c:v>
                </c:pt>
                <c:pt idx="7727">
                  <c:v>peanutbuttersandwichincorporated</c:v>
                </c:pt>
                <c:pt idx="7728">
                  <c:v>peanutbutterrevolution</c:v>
                </c:pt>
                <c:pt idx="7729">
                  <c:v>peanut_butter_orgasm</c:v>
                </c:pt>
                <c:pt idx="7730">
                  <c:v>peanutbutteronaspoon00</c:v>
                </c:pt>
                <c:pt idx="7731">
                  <c:v>peanutbutterjustworks</c:v>
                </c:pt>
                <c:pt idx="7732">
                  <c:v>peanutbutter_jellytime92</c:v>
                </c:pt>
                <c:pt idx="7733">
                  <c:v>peanut_butter_jelly_time5</c:v>
                </c:pt>
                <c:pt idx="7734">
                  <c:v>peanutbutterjellytime420</c:v>
                </c:pt>
                <c:pt idx="7735">
                  <c:v>peanutbutterjelly_time23</c:v>
                </c:pt>
                <c:pt idx="7736">
                  <c:v>peanutbutterjellytime09</c:v>
                </c:pt>
                <c:pt idx="7737">
                  <c:v>peanutbutterjellytime0</c:v>
                </c:pt>
                <c:pt idx="7738">
                  <c:v>peanutbutterjellyhelp</c:v>
                </c:pt>
                <c:pt idx="7739">
                  <c:v>peanut_butter_jelly_girl</c:v>
                </c:pt>
                <c:pt idx="7740">
                  <c:v>peanutbutter_jelly_dancer</c:v>
                </c:pt>
                <c:pt idx="7741">
                  <c:v>peanutbutterjellybean213</c:v>
                </c:pt>
                <c:pt idx="7742">
                  <c:v>peanutbutterjellybean0809</c:v>
                </c:pt>
                <c:pt idx="7743">
                  <c:v>peanut_butter_jelly_200</c:v>
                </c:pt>
                <c:pt idx="7744">
                  <c:v>peanut_butter_jelly_1</c:v>
                </c:pt>
                <c:pt idx="7745">
                  <c:v>peanut_butterjelly00</c:v>
                </c:pt>
                <c:pt idx="7746">
                  <c:v>peanutbutterholocaust</c:v>
                </c:pt>
                <c:pt idx="7747">
                  <c:v>peanutbutterforpresident2</c:v>
                </c:pt>
                <c:pt idx="7748">
                  <c:v>peanutbutter_delight07</c:v>
                </c:pt>
                <c:pt idx="7749">
                  <c:v>peanutbutter_brownie</c:v>
                </c:pt>
                <c:pt idx="7750">
                  <c:v>peanut_butter_bandit</c:v>
                </c:pt>
                <c:pt idx="7751">
                  <c:v>peanutbutterandkelly</c:v>
                </c:pt>
                <c:pt idx="7752">
                  <c:v>peanutbutterandjelly4life</c:v>
                </c:pt>
                <c:pt idx="7753">
                  <c:v>peanutbutterandjelly413</c:v>
                </c:pt>
                <c:pt idx="7754">
                  <c:v>peanutbutter0jelly0time</c:v>
                </c:pt>
                <c:pt idx="7755">
                  <c:v>peacockpaintingcontractor</c:v>
                </c:pt>
                <c:pt idx="7756">
                  <c:v>peachykeen_jellybean4</c:v>
                </c:pt>
                <c:pt idx="7757">
                  <c:v>peachykeen_hiker_girl</c:v>
                </c:pt>
                <c:pt idx="7758">
                  <c:v>peachyfuzzyotterbabypolar</c:v>
                </c:pt>
                <c:pt idx="7759">
                  <c:v>peachbottomrecruitment</c:v>
                </c:pt>
                <c:pt idx="7760">
                  <c:v>peace_pipe_princess420</c:v>
                </c:pt>
                <c:pt idx="7761">
                  <c:v>peacepandasandpropaganda</c:v>
                </c:pt>
                <c:pt idx="7762">
                  <c:v>_peace_out_gurl_scout_</c:v>
                </c:pt>
                <c:pt idx="7763">
                  <c:v>peace_love_unity_art</c:v>
                </c:pt>
                <c:pt idx="7764">
                  <c:v>peace_love_softball17</c:v>
                </c:pt>
                <c:pt idx="7765">
                  <c:v>peaceloveprayer_kerry</c:v>
                </c:pt>
                <c:pt idx="7766">
                  <c:v>peacelovemusicmaking</c:v>
                </c:pt>
                <c:pt idx="7767">
                  <c:v>peacelovemarinecorps07</c:v>
                </c:pt>
                <c:pt idx="7768">
                  <c:v>peace.love.happyness3</c:v>
                </c:pt>
                <c:pt idx="7769">
                  <c:v>peacelovehappinessman</c:v>
                </c:pt>
                <c:pt idx="7770">
                  <c:v>peacelovehappiness9441</c:v>
                </c:pt>
                <c:pt idx="7771">
                  <c:v>peacelovehappiness93</c:v>
                </c:pt>
                <c:pt idx="7772">
                  <c:v>peace_love_happiness90</c:v>
                </c:pt>
                <c:pt idx="7773">
                  <c:v>peace_love_everything_els</c:v>
                </c:pt>
                <c:pt idx="7774">
                  <c:v>peace_love_and_prosperity</c:v>
                </c:pt>
                <c:pt idx="7775">
                  <c:v>peaceloveandnormajean</c:v>
                </c:pt>
                <c:pt idx="7776">
                  <c:v>peace_loveandhappiness</c:v>
                </c:pt>
                <c:pt idx="7777">
                  <c:v>peaceloveandhappieness</c:v>
                </c:pt>
                <c:pt idx="7778">
                  <c:v>peace_love_and_hairgrease</c:v>
                </c:pt>
                <c:pt idx="7779">
                  <c:v>peace_love_and_erika</c:v>
                </c:pt>
                <c:pt idx="7780">
                  <c:v>peaceloveandchelsea3</c:v>
                </c:pt>
                <c:pt idx="7781">
                  <c:v>peace_love_and_casualty</c:v>
                </c:pt>
                <c:pt idx="7782">
                  <c:v>peace_justice_and_glory</c:v>
                </c:pt>
                <c:pt idx="7783">
                  <c:v>peacefulwarriormovie</c:v>
                </c:pt>
                <c:pt idx="7784">
                  <c:v>peacefulandpassionate</c:v>
                </c:pt>
                <c:pt idx="7785">
                  <c:v>paybackproductionsteam</c:v>
                </c:pt>
                <c:pt idx="7786">
                  <c:v>paxtonpullmanskywalker</c:v>
                </c:pt>
                <c:pt idx="7787">
                  <c:v>paulypocket_the_thrasher</c:v>
                </c:pt>
                <c:pt idx="7788">
                  <c:v>paulineakabingobrat2</c:v>
                </c:pt>
                <c:pt idx="7789">
                  <c:v>paulina_the_last_day</c:v>
                </c:pt>
                <c:pt idx="7790">
                  <c:v>paulinasexylatinaforever</c:v>
                </c:pt>
                <c:pt idx="7791">
                  <c:v>paulaandhappybunnyrox</c:v>
                </c:pt>
                <c:pt idx="7792">
                  <c:v>patwalkerlandscaping</c:v>
                </c:pt>
                <c:pt idx="7793">
                  <c:v>pattymayonnaisemusic</c:v>
                </c:pt>
                <c:pt idx="7794">
                  <c:v>patty_beautiful_nice</c:v>
                </c:pt>
                <c:pt idx="7795">
                  <c:v>patsybroughtsexyback</c:v>
                </c:pt>
                <c:pt idx="7796">
                  <c:v>patrioticplaya_core330</c:v>
                </c:pt>
                <c:pt idx="7797">
                  <c:v>patriciaperryfoundation</c:v>
                </c:pt>
                <c:pt idx="7798">
                  <c:v>patricia_heart_broken</c:v>
                </c:pt>
                <c:pt idx="7799">
                  <c:v>patricia_campos_loos</c:v>
                </c:pt>
                <c:pt idx="7800">
                  <c:v>patientlywaiting4love</c:v>
                </c:pt>
                <c:pt idx="7801">
                  <c:v>patiently_waiting4him</c:v>
                </c:pt>
                <c:pt idx="7802">
                  <c:v>patchworkchaos_christy</c:v>
                </c:pt>
                <c:pt idx="7803">
                  <c:v>pastthebreakingpoint</c:v>
                </c:pt>
                <c:pt idx="7804">
                  <c:v>pastortroyforpresident</c:v>
                </c:pt>
                <c:pt idx="7805">
                  <c:v>past_life_regression</c:v>
                </c:pt>
                <c:pt idx="7806">
                  <c:v>passthatthisdirection</c:v>
                </c:pt>
                <c:pt idx="7807">
                  <c:v>passion_works_bodyshop</c:v>
                </c:pt>
                <c:pt idx="7808">
                  <c:v>passion_with_the_wind</c:v>
                </c:pt>
                <c:pt idx="7809">
                  <c:v>passionfruitprincess</c:v>
                </c:pt>
                <c:pt idx="7810">
                  <c:v>passionfruitmagazine</c:v>
                </c:pt>
                <c:pt idx="7811">
                  <c:v>passion_for_fashion21</c:v>
                </c:pt>
                <c:pt idx="7812">
                  <c:v>passionfordanceproject</c:v>
                </c:pt>
                <c:pt idx="7813">
                  <c:v>passion_for_confusion</c:v>
                </c:pt>
                <c:pt idx="7814">
                  <c:v>passionforcompassion</c:v>
                </c:pt>
                <c:pt idx="7815">
                  <c:v>passionate_married_male</c:v>
                </c:pt>
                <c:pt idx="7816">
                  <c:v>passionatelyhatinglife</c:v>
                </c:pt>
                <c:pt idx="7817">
                  <c:v>passionatedivadanielle</c:v>
                </c:pt>
                <c:pt idx="7818">
                  <c:v>passionateaboutmusic</c:v>
                </c:pt>
                <c:pt idx="7819">
                  <c:v>pass_christian_jackie</c:v>
                </c:pt>
                <c:pt idx="7820">
                  <c:v>partywithoutthepeople</c:v>
                </c:pt>
                <c:pt idx="7821">
                  <c:v>partystarterentertainment</c:v>
                </c:pt>
                <c:pt idx="7822">
                  <c:v>partypoopers_getstuck</c:v>
                </c:pt>
                <c:pt idx="7823">
                  <c:v>partynowpuketomorrow</c:v>
                </c:pt>
                <c:pt idx="7824">
                  <c:v>partyman_all_night_long</c:v>
                </c:pt>
                <c:pt idx="7825">
                  <c:v>partylikerockstar555</c:v>
                </c:pt>
                <c:pt idx="7826">
                  <c:v>Partylikearockstar8</c:v>
                </c:pt>
                <c:pt idx="7827">
                  <c:v>partylikearockstar24</c:v>
                </c:pt>
                <c:pt idx="7828">
                  <c:v>partylikearockstar12</c:v>
                </c:pt>
                <c:pt idx="7829">
                  <c:v>partylikearockstar_09</c:v>
                </c:pt>
                <c:pt idx="7830">
                  <c:v>party_liason_officer</c:v>
                </c:pt>
                <c:pt idx="7831">
                  <c:v>partyitupallnighteveryday</c:v>
                </c:pt>
                <c:pt idx="7832">
                  <c:v>partying_hockey_player22</c:v>
                </c:pt>
                <c:pt idx="7833">
                  <c:v>party_hardy_girl_200</c:v>
                </c:pt>
                <c:pt idx="7834">
                  <c:v>party_hard_and_never_stop</c:v>
                </c:pt>
                <c:pt idx="7835">
                  <c:v>party_girl_brooke_davis</c:v>
                </c:pt>
                <c:pt idx="7836">
                  <c:v>party_girl_and_single</c:v>
                </c:pt>
                <c:pt idx="7837">
                  <c:v>partycrasherextremist</c:v>
                </c:pt>
                <c:pt idx="7838">
                  <c:v>partybreaker_rockstar</c:v>
                </c:pt>
                <c:pt idx="7839">
                  <c:v>partyboyforpresident</c:v>
                </c:pt>
                <c:pt idx="7840">
                  <c:v>party__all___the__time</c:v>
                </c:pt>
                <c:pt idx="7841">
                  <c:v>partyallthefuckingtime</c:v>
                </c:pt>
                <c:pt idx="7842">
                  <c:v>partnersincrimesociety</c:v>
                </c:pt>
                <c:pt idx="7843">
                  <c:v>partnersincrimemusic</c:v>
                </c:pt>
                <c:pt idx="7844">
                  <c:v>partly_confused_most_time</c:v>
                </c:pt>
                <c:pt idx="7845">
                  <c:v>partlycloudygraphics</c:v>
                </c:pt>
                <c:pt idx="7846">
                  <c:v>parsleysagerosemarynutmeg</c:v>
                </c:pt>
                <c:pt idx="7847">
                  <c:v>parklandhighschool98</c:v>
                </c:pt>
                <c:pt idx="7848">
                  <c:v>parkerthefunkymonkey</c:v>
                </c:pt>
                <c:pt idx="7849">
                  <c:v>parkchester_baby_718</c:v>
                </c:pt>
                <c:pt idx="7850">
                  <c:v>paris_and_nikki_rock</c:v>
                </c:pt>
                <c:pt idx="7851">
                  <c:v>parisandnicolereplacement</c:v>
                </c:pt>
                <c:pt idx="7852">
                  <c:v>paraplegiczombiepizzamen</c:v>
                </c:pt>
                <c:pt idx="7853">
                  <c:v>paranormalchickengeek</c:v>
                </c:pt>
                <c:pt idx="7854">
                  <c:v>paranoiaccriticalstudy</c:v>
                </c:pt>
                <c:pt idx="7855">
                  <c:v>paralegaladviceforum</c:v>
                </c:pt>
                <c:pt idx="7856">
                  <c:v>paragonsaxophonequartet</c:v>
                </c:pt>
                <c:pt idx="7857">
                  <c:v>paradoxoppositeattraction</c:v>
                </c:pt>
                <c:pt idx="7858">
                  <c:v>paradisescreenprinting</c:v>
                </c:pt>
                <c:pt idx="7859">
                  <c:v>paperstreetwebdesign</c:v>
                </c:pt>
                <c:pt idx="7860">
                  <c:v>paperscissorsstone82</c:v>
                </c:pt>
                <c:pt idx="7861">
                  <c:v>paperplatebeanshakers</c:v>
                </c:pt>
                <c:pt idx="7862">
                  <c:v>paperbagprincessband</c:v>
                </c:pt>
                <c:pt idx="7863">
                  <c:v>paperbagbanditswilleatyou</c:v>
                </c:pt>
                <c:pt idx="7864">
                  <c:v>paperbackwritertheband</c:v>
                </c:pt>
                <c:pt idx="7865">
                  <c:v>paperandpencilswithlove</c:v>
                </c:pt>
                <c:pt idx="7866">
                  <c:v>papa_thermos_tha_druglord</c:v>
                </c:pt>
                <c:pt idx="7867">
                  <c:v>pantherladypaulamichelle</c:v>
                </c:pt>
                <c:pt idx="7868">
                  <c:v>pantherfootballplaya</c:v>
                </c:pt>
                <c:pt idx="7869">
                  <c:v>panther_cheerdarliin2011</c:v>
                </c:pt>
                <c:pt idx="7870">
                  <c:v>panic_yourfuckinglame</c:v>
                </c:pt>
                <c:pt idx="7871">
                  <c:v>panicstrickenpapacyband</c:v>
                </c:pt>
                <c:pt idx="7872">
                  <c:v>panic_burn_piano_island</c:v>
                </c:pt>
                <c:pt idx="7873">
                  <c:v>pangalactic_gargleblaster</c:v>
                </c:pt>
                <c:pt idx="7874">
                  <c:v>pandoraandhissillybox</c:v>
                </c:pt>
                <c:pt idx="7875">
                  <c:v>pandora_aka_pandy_bear</c:v>
                </c:pt>
                <c:pt idx="7876">
                  <c:v>pandagroomingcompany</c:v>
                </c:pt>
                <c:pt idx="7877">
                  <c:v>pancreaticcancerfighter</c:v>
                </c:pt>
                <c:pt idx="7878">
                  <c:v>pamperedprincessblondie</c:v>
                </c:pt>
                <c:pt idx="7879">
                  <c:v>pamela_denise_anderson</c:v>
                </c:pt>
                <c:pt idx="7880">
                  <c:v>pamela_anderson_girly</c:v>
                </c:pt>
                <c:pt idx="7881">
                  <c:v>palmspringsyachtclub</c:v>
                </c:pt>
                <c:pt idx="7882">
                  <c:v>palmettoprincessmusic</c:v>
                </c:pt>
                <c:pt idx="7883">
                  <c:v>palmermitchellphotography</c:v>
                </c:pt>
                <c:pt idx="7884">
                  <c:v>palmbeachcountyhotboy</c:v>
                </c:pt>
                <c:pt idx="7885">
                  <c:v>pallmallschwaandcompany</c:v>
                </c:pt>
                <c:pt idx="7886">
                  <c:v>paleslaughteringmachine</c:v>
                </c:pt>
                <c:pt idx="7887">
                  <c:v>paisleyskycountrymusic</c:v>
                </c:pt>
                <c:pt idx="7888">
                  <c:v>paintyourwagonwithblood</c:v>
                </c:pt>
                <c:pt idx="7889">
                  <c:v>paintthecolorspretty</c:v>
                </c:pt>
                <c:pt idx="7890">
                  <c:v>paintpastelprincess3</c:v>
                </c:pt>
                <c:pt idx="7891">
                  <c:v>paintpastelprincess101</c:v>
                </c:pt>
                <c:pt idx="7892">
                  <c:v>paintlessdentremoval</c:v>
                </c:pt>
                <c:pt idx="7893">
                  <c:v>paintingwhilerunning</c:v>
                </c:pt>
                <c:pt idx="7894">
                  <c:v>painting_apathetic_truce</c:v>
                </c:pt>
                <c:pt idx="7895">
                  <c:v>painteverythingblack</c:v>
                </c:pt>
                <c:pt idx="7896">
                  <c:v>paintballmonkeyman15</c:v>
                </c:pt>
                <c:pt idx="7897">
                  <c:v>paintballfanaticforever</c:v>
                </c:pt>
                <c:pt idx="7898">
                  <c:v>paintballfanatic1993</c:v>
                </c:pt>
                <c:pt idx="7899">
                  <c:v>paintball4life2007sucker</c:v>
                </c:pt>
                <c:pt idx="7900">
                  <c:v>paine_kingdom_hearts</c:v>
                </c:pt>
                <c:pt idx="7901">
                  <c:v>pain_doesnt_hurt_alot</c:v>
                </c:pt>
                <c:pt idx="7902">
                  <c:v>paige_underscore_alex</c:v>
                </c:pt>
                <c:pt idx="7903">
                  <c:v>paige_the_heartbreaker</c:v>
                </c:pt>
                <c:pt idx="7904">
                  <c:v>paige_single_looking</c:v>
                </c:pt>
                <c:pt idx="7905">
                  <c:v>paigesillygirlstarlet</c:v>
                </c:pt>
                <c:pt idx="7906">
                  <c:v>pagan_whisper_goddess</c:v>
                </c:pt>
                <c:pt idx="7907">
                  <c:v>paddyandmarmaladerock</c:v>
                </c:pt>
                <c:pt idx="7908">
                  <c:v>pactrick_stump_chick</c:v>
                </c:pt>
                <c:pt idx="7909">
                  <c:v>pacific_soul_surfing</c:v>
                </c:pt>
                <c:pt idx="7910">
                  <c:v>pacificnorthwest_guy</c:v>
                </c:pt>
                <c:pt idx="7911">
                  <c:v>pacificnorthwestartist</c:v>
                </c:pt>
                <c:pt idx="7912">
                  <c:v>pacific_coast_academy</c:v>
                </c:pt>
                <c:pt idx="7913">
                  <c:v>pacificchambermanagementgroup</c:v>
                </c:pt>
                <c:pt idx="7914">
                  <c:v>pacificballroomdance</c:v>
                </c:pt>
                <c:pt idx="7915">
                  <c:v>pacificavenueofficial</c:v>
                </c:pt>
                <c:pt idx="7916">
                  <c:v>ozarkcheerleaderbabe</c:v>
                </c:pt>
                <c:pt idx="7917">
                  <c:v>oxfordlanguagecenter</c:v>
                </c:pt>
                <c:pt idx="7918">
                  <c:v>owningeveryonewithwinged</c:v>
                </c:pt>
                <c:pt idx="7919">
                  <c:v>overundergroundcompilation</c:v>
                </c:pt>
                <c:pt idx="7920">
                  <c:v>oversteppedauthority</c:v>
                </c:pt>
                <c:pt idx="7921">
                  <c:v>oversizedghettobubblebutt</c:v>
                </c:pt>
                <c:pt idx="7922">
                  <c:v>overgrownspunkbubble</c:v>
                </c:pt>
                <c:pt idx="7923">
                  <c:v>over40_fitness_expert</c:v>
                </c:pt>
                <c:pt idx="7924">
                  <c:v>outwardboundcostarica</c:v>
                </c:pt>
                <c:pt idx="7925">
                  <c:v>outtherepaperchasin1029</c:v>
                </c:pt>
                <c:pt idx="7926">
                  <c:v>outstandingtinkerbell</c:v>
                </c:pt>
                <c:pt idx="7927">
                  <c:v>outstandingpraisegospel</c:v>
                </c:pt>
                <c:pt idx="7928">
                  <c:v>outrageouslyloveable</c:v>
                </c:pt>
                <c:pt idx="7929">
                  <c:v>outrageoushypnosisshow</c:v>
                </c:pt>
                <c:pt idx="7930">
                  <c:v>outlawfromthedirtysouth</c:v>
                </c:pt>
                <c:pt idx="7931">
                  <c:v>outlandishfecalmatter</c:v>
                </c:pt>
                <c:pt idx="7932">
                  <c:v>outforfuckingrevenge</c:v>
                </c:pt>
                <c:pt idx="7933">
                  <c:v>outdoorsloverwisconsin</c:v>
                </c:pt>
                <c:pt idx="7934">
                  <c:v>outcomingsingingroup</c:v>
                </c:pt>
                <c:pt idx="7935">
                  <c:v>outbreakyouthfellowship</c:v>
                </c:pt>
                <c:pt idx="7936">
                  <c:v>oursuicideprocession</c:v>
                </c:pt>
                <c:pt idx="7937">
                  <c:v>oursilentprocessiontheband</c:v>
                </c:pt>
                <c:pt idx="7938">
                  <c:v>our_love_will_never_die_</c:v>
                </c:pt>
                <c:pt idx="7939">
                  <c:v>ourlovewilllastforever89</c:v>
                </c:pt>
                <c:pt idx="7940">
                  <c:v>ourlovewilllastforever</c:v>
                </c:pt>
                <c:pt idx="7941">
                  <c:v>ourlovespacedanderin</c:v>
                </c:pt>
                <c:pt idx="7942">
                  <c:v>ourloveremainsrestless</c:v>
                </c:pt>
                <c:pt idx="7943">
                  <c:v>our_little_secret_hideout</c:v>
                </c:pt>
                <c:pt idx="7944">
                  <c:v>ourhopefullygoodband</c:v>
                </c:pt>
                <c:pt idx="7945">
                  <c:v>OurHeavensmissingangel</c:v>
                </c:pt>
                <c:pt idx="7946">
                  <c:v>ourgovernmentneedshelp</c:v>
                </c:pt>
                <c:pt idx="7947">
                  <c:v>our_diabolical_rapture</c:v>
                </c:pt>
                <c:pt idx="7948">
                  <c:v>our_beautiful_baby512</c:v>
                </c:pt>
                <c:pt idx="7949">
                  <c:v>ouch_that_does_tickle</c:v>
                </c:pt>
                <c:pt idx="7950">
                  <c:v>otto_wetworks_division</c:v>
                </c:pt>
                <c:pt idx="7951">
                  <c:v>otherwisemusiccanada1</c:v>
                </c:pt>
                <c:pt idx="7952">
                  <c:v>otherwisemusiccanada</c:v>
                </c:pt>
                <c:pt idx="7953">
                  <c:v>otherthefarleftmovement</c:v>
                </c:pt>
                <c:pt idx="7954">
                  <c:v>osaka_the_space_cadet</c:v>
                </c:pt>
                <c:pt idx="7955">
                  <c:v>orlandopunkrockgirlie</c:v>
                </c:pt>
                <c:pt idx="7956">
                  <c:v>orlandopinkprincess21</c:v>
                </c:pt>
                <c:pt idx="7957">
                  <c:v>orlandopenasakabigboy101</c:v>
                </c:pt>
                <c:pt idx="7958">
                  <c:v>orlandokittenscarlet</c:v>
                </c:pt>
                <c:pt idx="7959">
                  <c:v>orlandobloomfansonly</c:v>
                </c:pt>
                <c:pt idx="7960">
                  <c:v>oriontoofeaturingcaitlin</c:v>
                </c:pt>
                <c:pt idx="7961">
                  <c:v>originalunknowndreamer</c:v>
                </c:pt>
                <c:pt idx="7962">
                  <c:v>original_unique_sexy</c:v>
                </c:pt>
                <c:pt idx="7963">
                  <c:v>original_taylor_high_scho</c:v>
                </c:pt>
                <c:pt idx="7964">
                  <c:v>originalstudclothing</c:v>
                </c:pt>
                <c:pt idx="7965">
                  <c:v>original_smooth_ass_bitch</c:v>
                </c:pt>
                <c:pt idx="7966">
                  <c:v>original_sin_drummer</c:v>
                </c:pt>
                <c:pt idx="7967">
                  <c:v>originalschoolgurl9</c:v>
                </c:pt>
                <c:pt idx="7968">
                  <c:v>original.scarlett.satine</c:v>
                </c:pt>
                <c:pt idx="7969">
                  <c:v>originalreefermadnesscast</c:v>
                </c:pt>
                <c:pt idx="7970">
                  <c:v>originalredhotchilipepper</c:v>
                </c:pt>
                <c:pt idx="7971">
                  <c:v>_original_pirate_material</c:v>
                </c:pt>
                <c:pt idx="7972">
                  <c:v>originalmeaganofficial</c:v>
                </c:pt>
                <c:pt idx="7973">
                  <c:v>original_king_eclipse</c:v>
                </c:pt>
                <c:pt idx="7974">
                  <c:v>originaliceprincess22</c:v>
                </c:pt>
                <c:pt idx="7975">
                  <c:v>originalhumanmaterial1</c:v>
                </c:pt>
                <c:pt idx="7976">
                  <c:v>originalhookerstabber</c:v>
                </c:pt>
                <c:pt idx="7977">
                  <c:v>originalgangsterangel</c:v>
                </c:pt>
                <c:pt idx="7978">
                  <c:v>originalfruitskittles</c:v>
                </c:pt>
                <c:pt idx="7979">
                  <c:v>originaldiamondprincess</c:v>
                </c:pt>
                <c:pt idx="7980">
                  <c:v>original_cowgirl_mud_deep</c:v>
                </c:pt>
                <c:pt idx="7981">
                  <c:v>original_cookie_monster</c:v>
                </c:pt>
                <c:pt idx="7982">
                  <c:v>original.baby.hostility</c:v>
                </c:pt>
                <c:pt idx="7983">
                  <c:v>original100percentcowgirl</c:v>
                </c:pt>
                <c:pt idx="7984">
                  <c:v>organizedtrainedsoulgaz</c:v>
                </c:pt>
                <c:pt idx="7985">
                  <c:v>organicpureandnatural</c:v>
                </c:pt>
                <c:pt idx="7986">
                  <c:v>organic_food_for_everyone</c:v>
                </c:pt>
                <c:pt idx="7987">
                  <c:v>oregonstateuniversity</c:v>
                </c:pt>
                <c:pt idx="7988">
                  <c:v>oregonrealestatebroker</c:v>
                </c:pt>
                <c:pt idx="7989">
                  <c:v>oregonparanormalsociety</c:v>
                </c:pt>
                <c:pt idx="7990">
                  <c:v>orderlychaosincorporated</c:v>
                </c:pt>
                <c:pt idx="7991">
                  <c:v>ordered_chaotic_mess</c:v>
                </c:pt>
                <c:pt idx="7992">
                  <c:v>orderedchaosfinalhour</c:v>
                </c:pt>
                <c:pt idx="7993">
                  <c:v>orchidfreakfeelunique</c:v>
                </c:pt>
                <c:pt idx="7994">
                  <c:v>orchardhillchurchband</c:v>
                </c:pt>
                <c:pt idx="7995">
                  <c:v>orange_with_dancing_man_</c:v>
                </c:pt>
                <c:pt idx="7996">
                  <c:v>orangetyedyeflamingo</c:v>
                </c:pt>
                <c:pt idx="7997">
                  <c:v>orange_tangy_tinkerbell</c:v>
                </c:pt>
                <c:pt idx="7998">
                  <c:v>orangetableentertainment</c:v>
                </c:pt>
                <c:pt idx="7999">
                  <c:v>orange_sunshine_girl</c:v>
                </c:pt>
                <c:pt idx="8000">
                  <c:v>orange_sunset_layout</c:v>
                </c:pt>
                <c:pt idx="8001">
                  <c:v>orange_root_vegetable</c:v>
                </c:pt>
                <c:pt idx="8002">
                  <c:v>orange_peanut_butter</c:v>
                </c:pt>
                <c:pt idx="8003">
                  <c:v>orangemochafrappicino93</c:v>
                </c:pt>
                <c:pt idx="8004">
                  <c:v>orangemochafrapbrand</c:v>
                </c:pt>
                <c:pt idx="8005">
                  <c:v>orange_meet_lemon1155</c:v>
                </c:pt>
                <c:pt idx="8006">
                  <c:v>orangejuiceandpotatoes</c:v>
                </c:pt>
                <c:pt idx="8007">
                  <c:v>orangedeliciousdodge</c:v>
                </c:pt>
                <c:pt idx="8008">
                  <c:v>orangecounty_santana</c:v>
                </c:pt>
                <c:pt idx="8009">
                  <c:v>orangecountypunkrock</c:v>
                </c:pt>
                <c:pt idx="8010">
                  <c:v>orangecountyhappyhour</c:v>
                </c:pt>
                <c:pt idx="8011">
                  <c:v>orange_cello_ranger_growl</c:v>
                </c:pt>
                <c:pt idx="8012">
                  <c:v>orangeblossom_bramble</c:v>
                </c:pt>
                <c:pt idx="8013">
                  <c:v>orange_banana_cherry</c:v>
                </c:pt>
                <c:pt idx="8014">
                  <c:v>optionalwordcoalition</c:v>
                </c:pt>
                <c:pt idx="8015">
                  <c:v>optimusprimewillsavedaday</c:v>
                </c:pt>
                <c:pt idx="8016">
                  <c:v>optimusentertainment</c:v>
                </c:pt>
                <c:pt idx="8017">
                  <c:v>optimumwindowcleaning</c:v>
                </c:pt>
                <c:pt idx="8018">
                  <c:v>optimumcapitalmanagement</c:v>
                </c:pt>
                <c:pt idx="8019">
                  <c:v>operation_worldhammer</c:v>
                </c:pt>
                <c:pt idx="8020">
                  <c:v>operationthunderchild</c:v>
                </c:pt>
                <c:pt idx="8021">
                  <c:v>operationsoundsystem</c:v>
                </c:pt>
                <c:pt idx="8022">
                  <c:v>operationfirstresponse</c:v>
                </c:pt>
                <c:pt idx="8023">
                  <c:v>operationfetusconsumption</c:v>
                </c:pt>
                <c:pt idx="8024">
                  <c:v>operation_desert_fox</c:v>
                </c:pt>
                <c:pt idx="8025">
                  <c:v>operationcatchtherabbit</c:v>
                </c:pt>
                <c:pt idx="8026">
                  <c:v>operationalbioticman1</c:v>
                </c:pt>
                <c:pt idx="8027">
                  <c:v>open_view_music_magazine</c:v>
                </c:pt>
                <c:pt idx="8028">
                  <c:v>opensourcetechadvice</c:v>
                </c:pt>
                <c:pt idx="8029">
                  <c:v>openmindfordifferentview</c:v>
                </c:pt>
                <c:pt idx="8030">
                  <c:v>onwardsoldiertheband</c:v>
                </c:pt>
                <c:pt idx="8031">
                  <c:v>ontariowrestlingrecap</c:v>
                </c:pt>
                <c:pt idx="8032">
                  <c:v>ontarioinsurancebroker</c:v>
                </c:pt>
                <c:pt idx="8033">
                  <c:v>onlywayoutentertainment</c:v>
                </c:pt>
                <c:pt idx="8034">
                  <c:v>only_the_strong_survive84</c:v>
                </c:pt>
                <c:pt idx="8035">
                  <c:v>onlythestrongsurvive_7</c:v>
                </c:pt>
                <c:pt idx="8036">
                  <c:v>onlythestrongsurvive13</c:v>
                </c:pt>
                <c:pt idx="8037">
                  <c:v>only_the_first_layer</c:v>
                </c:pt>
                <c:pt idx="8038">
                  <c:v>onlyspacedoutsometimes</c:v>
                </c:pt>
                <c:pt idx="8039">
                  <c:v>onlylovecanbringyouback</c:v>
                </c:pt>
                <c:pt idx="8040">
                  <c:v>_only_left_with_one_heart</c:v>
                </c:pt>
                <c:pt idx="8041">
                  <c:v>onlygodcanjudgekelly</c:v>
                </c:pt>
                <c:pt idx="8042">
                  <c:v>onlyexpecttheunexpected</c:v>
                </c:pt>
                <c:pt idx="8043">
                  <c:v>onlybrunettesarecrazy</c:v>
                </c:pt>
                <c:pt idx="8044">
                  <c:v>onlyanarchistsarepretty__</c:v>
                </c:pt>
                <c:pt idx="8045">
                  <c:v>only4thosewithtruegrit</c:v>
                </c:pt>
                <c:pt idx="8046">
                  <c:v>only_1_will_ever_know</c:v>
                </c:pt>
                <c:pt idx="8047">
                  <c:v>onewiththepuppydogface</c:v>
                </c:pt>
                <c:pt idx="8048">
                  <c:v>onewiththebulletmusic</c:v>
                </c:pt>
                <c:pt idx="8049">
                  <c:v>one_winged_swordsman</c:v>
                </c:pt>
                <c:pt idx="8050">
                  <c:v>onewingedangel_forever</c:v>
                </c:pt>
                <c:pt idx="8051">
                  <c:v>onewheelforlife_ridehard</c:v>
                </c:pt>
                <c:pt idx="8052">
                  <c:v>one_upon_the_journey</c:v>
                </c:pt>
                <c:pt idx="8053">
                  <c:v>onetruedelicateangel</c:v>
                </c:pt>
                <c:pt idx="8054">
                  <c:v>one_true_advice_king</c:v>
                </c:pt>
                <c:pt idx="8055">
                  <c:v>onetreehilllover11253</c:v>
                </c:pt>
                <c:pt idx="8056">
                  <c:v>one_track_mind_music</c:v>
                </c:pt>
                <c:pt idx="8057">
                  <c:v>onetrackmindmagazine</c:v>
                </c:pt>
                <c:pt idx="8058">
                  <c:v>onethousandtwohundred</c:v>
                </c:pt>
                <c:pt idx="8059">
                  <c:v>onethirtyeightphotography</c:v>
                </c:pt>
                <c:pt idx="8060">
                  <c:v>one_sweet_strawberry</c:v>
                </c:pt>
                <c:pt idx="8061">
                  <c:v>onesweetcountrychick</c:v>
                </c:pt>
                <c:pt idx="8062">
                  <c:v>one_stop_entertainment</c:v>
                </c:pt>
                <c:pt idx="8063">
                  <c:v>onesophisticatedchick</c:v>
                </c:pt>
                <c:pt idx="8064">
                  <c:v>onesnapbearphotography</c:v>
                </c:pt>
                <c:pt idx="8065">
                  <c:v>onesilvertongueddevil</c:v>
                </c:pt>
                <c:pt idx="8066">
                  <c:v>oneshorthappybunny87</c:v>
                </c:pt>
                <c:pt idx="8067">
                  <c:v>onesexymothertrucker</c:v>
                </c:pt>
                <c:pt idx="8068">
                  <c:v>one_pound_fifty_for_that</c:v>
                </c:pt>
                <c:pt idx="8069">
                  <c:v>oneparticularharbor7</c:v>
                </c:pt>
                <c:pt idx="8070">
                  <c:v>onenightafteryourdeath</c:v>
                </c:pt>
                <c:pt idx="8071">
                  <c:v>onenessbestkeptsecret</c:v>
                </c:pt>
                <c:pt idx="8072">
                  <c:v>onemissdadecounty305</c:v>
                </c:pt>
                <c:pt idx="8073">
                  <c:v>oneluckybitchsittinpretty</c:v>
                </c:pt>
                <c:pt idx="8074">
                  <c:v>oneloveinternational</c:v>
                </c:pt>
                <c:pt idx="8075">
                  <c:v>one_love_forever017</c:v>
                </c:pt>
                <c:pt idx="8076">
                  <c:v>onelove_aer_princess10</c:v>
                </c:pt>
                <c:pt idx="8077">
                  <c:v>OneLove2AllTheLiving</c:v>
                </c:pt>
                <c:pt idx="8078">
                  <c:v>onejokerafteranother</c:v>
                </c:pt>
                <c:pt idx="8079">
                  <c:v>onehundredpercentpure</c:v>
                </c:pt>
                <c:pt idx="8080">
                  <c:v>onehundredpercentprep</c:v>
                </c:pt>
                <c:pt idx="8081">
                  <c:v>onehundredpercentflirt</c:v>
                </c:pt>
                <c:pt idx="8082">
                  <c:v>onehundredandthirtyseven</c:v>
                </c:pt>
                <c:pt idx="8083">
                  <c:v>one_hot_and_sexy_bitch</c:v>
                </c:pt>
                <c:pt idx="8084">
                  <c:v>one_glorious_harmony</c:v>
                </c:pt>
                <c:pt idx="8085">
                  <c:v>oneglobaluniversemusic</c:v>
                </c:pt>
                <c:pt idx="8086">
                  <c:v>onefuckingcrazybitch</c:v>
                </c:pt>
                <c:pt idx="8087">
                  <c:v>onefingersnotshot1940</c:v>
                </c:pt>
                <c:pt idx="8088">
                  <c:v>onefierce_beercoaster</c:v>
                </c:pt>
                <c:pt idx="8089">
                  <c:v>_one_fierce_beer_coaster_</c:v>
                </c:pt>
                <c:pt idx="8090">
                  <c:v>onefelloutthechestnuttree</c:v>
                </c:pt>
                <c:pt idx="8091">
                  <c:v>oneelevenarcheravenue</c:v>
                </c:pt>
                <c:pt idx="8092">
                  <c:v>onedegreebelownormal</c:v>
                </c:pt>
                <c:pt idx="8093">
                  <c:v>one_crazy_ass_southern9</c:v>
                </c:pt>
                <c:pt idx="8094">
                  <c:v>onebreathremainsband</c:v>
                </c:pt>
                <c:pt idx="8095">
                  <c:v>one_blue_eyed_destiny</c:v>
                </c:pt>
                <c:pt idx="8096">
                  <c:v>oneblonde_bananahead</c:v>
                </c:pt>
                <c:pt idx="8097">
                  <c:v>one_black_winged_angel</c:v>
                </c:pt>
                <c:pt idx="8098">
                  <c:v>onebigwellingtonboot</c:v>
                </c:pt>
                <c:pt idx="8099">
                  <c:v>onebeautifulrose_0311</c:v>
                </c:pt>
                <c:pt idx="8100">
                  <c:v>one_badass_firefighter</c:v>
                </c:pt>
                <c:pt idx="8101">
                  <c:v>one_and_only_yours_truly</c:v>
                </c:pt>
                <c:pt idx="8102">
                  <c:v>oneandonlywhiteboy79</c:v>
                </c:pt>
                <c:pt idx="8103">
                  <c:v>one_and_only_toaster</c:v>
                </c:pt>
                <c:pt idx="8104">
                  <c:v>oneandonlyprincesskelly</c:v>
                </c:pt>
                <c:pt idx="8105">
                  <c:v>oneandonlyprincesscrystal</c:v>
                </c:pt>
                <c:pt idx="8106">
                  <c:v>oneandonlypoisongurl</c:v>
                </c:pt>
                <c:pt idx="8107">
                  <c:v>one_and_only_never_lonely</c:v>
                </c:pt>
                <c:pt idx="8108">
                  <c:v>oneandonlylovelytaylor</c:v>
                </c:pt>
                <c:pt idx="8109">
                  <c:v>oneandonlykelseymarie</c:v>
                </c:pt>
                <c:pt idx="8110">
                  <c:v>oneandonlyhotredhead</c:v>
                </c:pt>
                <c:pt idx="8111">
                  <c:v>one_and_only_ghetto_bitch</c:v>
                </c:pt>
                <c:pt idx="8112">
                  <c:v>one_and_only_farrock_star</c:v>
                </c:pt>
                <c:pt idx="8113">
                  <c:v>oneandonlyentertainment</c:v>
                </c:pt>
                <c:pt idx="8114">
                  <c:v>oneandonly_chrisbrown</c:v>
                </c:pt>
                <c:pt idx="8115">
                  <c:v>one_and_only_babygurl</c:v>
                </c:pt>
                <c:pt idx="8116">
                  <c:v>oneandfourentertainment</c:v>
                </c:pt>
                <c:pt idx="8117">
                  <c:v>one9westentertainment</c:v>
                </c:pt>
                <c:pt idx="8118">
                  <c:v>oncesexygoingdownhill</c:v>
                </c:pt>
                <c:pt idx="8119">
                  <c:v>oncemore_withfeeling</c:v>
                </c:pt>
                <c:pt idx="8120">
                  <c:v>oncearoundthesun355</c:v>
                </c:pt>
                <c:pt idx="8121">
                  <c:v>once_again_heartbroken</c:v>
                </c:pt>
                <c:pt idx="8122">
                  <c:v>omegaexpresstrinidad</c:v>
                </c:pt>
                <c:pt idx="8123">
                  <c:v>ollie_the_cheerleader</c:v>
                </c:pt>
                <c:pt idx="8124">
                  <c:v>oliviathebabygirlpup</c:v>
                </c:pt>
                <c:pt idx="8125">
                  <c:v>olivia_halliwell_again</c:v>
                </c:pt>
                <c:pt idx="8126">
                  <c:v>olive_juice_for_life</c:v>
                </c:pt>
                <c:pt idx="8127">
                  <c:v>olive_green_crayon91</c:v>
                </c:pt>
                <c:pt idx="8128">
                  <c:v>olga_vladimirova1988</c:v>
                </c:pt>
                <c:pt idx="8129">
                  <c:v>olgatatianamarieanastasia</c:v>
                </c:pt>
                <c:pt idx="8130">
                  <c:v>oldsouthalabamahippie</c:v>
                </c:pt>
                <c:pt idx="8131">
                  <c:v>oldschoolspeedskater</c:v>
                </c:pt>
                <c:pt idx="8132">
                  <c:v>oldschoolskatersonline</c:v>
                </c:pt>
                <c:pt idx="8133">
                  <c:v>oldschool_revolution</c:v>
                </c:pt>
                <c:pt idx="8134">
                  <c:v>oldschoolmintcondition</c:v>
                </c:pt>
                <c:pt idx="8135">
                  <c:v>oldschoolhollywood41</c:v>
                </c:pt>
                <c:pt idx="8136">
                  <c:v>oldschoolhiphop4ever</c:v>
                </c:pt>
                <c:pt idx="8137">
                  <c:v>oldschoolchocolate392</c:v>
                </c:pt>
                <c:pt idx="8138">
                  <c:v>oldpeoplehavegoodpot</c:v>
                </c:pt>
                <c:pt idx="8139">
                  <c:v>oldmixedtapesmarch14200</c:v>
                </c:pt>
                <c:pt idx="8140">
                  <c:v>oldgrumpymarkshotsauce</c:v>
                </c:pt>
                <c:pt idx="8141">
                  <c:v>oldgreendaylayoutred</c:v>
                </c:pt>
                <c:pt idx="8142">
                  <c:v>oldcrotchetystickjock</c:v>
                </c:pt>
                <c:pt idx="8143">
                  <c:v>oldbaldguyphotofreak</c:v>
                </c:pt>
                <c:pt idx="8144">
                  <c:v>oilfieldtrashwithhonor</c:v>
                </c:pt>
                <c:pt idx="8145">
                  <c:v>ohmloadtheexperience</c:v>
                </c:pt>
                <c:pt idx="8146">
                  <c:v>offthablockproduction</c:v>
                </c:pt>
                <c:pt idx="8147">
                  <c:v>offshorepowerboatracing</c:v>
                </c:pt>
                <c:pt idx="8148">
                  <c:v>offkiltersemiofficial</c:v>
                </c:pt>
                <c:pt idx="8149">
                  <c:v>officialworldwithout</c:v>
                </c:pt>
                <c:pt idx="8150">
                  <c:v>officialwhiteroseband</c:v>
                </c:pt>
                <c:pt idx="8151">
                  <c:v>officialwhiskermusic</c:v>
                </c:pt>
                <c:pt idx="8152">
                  <c:v>officialvisiondivine</c:v>
                </c:pt>
                <c:pt idx="8153">
                  <c:v>official_vincentvalentine</c:v>
                </c:pt>
                <c:pt idx="8154">
                  <c:v>officialtrustnobodymusic</c:v>
                </c:pt>
                <c:pt idx="8155">
                  <c:v>officialteamcatfacepage</c:v>
                </c:pt>
                <c:pt idx="8156">
                  <c:v>officialsweetinsanity</c:v>
                </c:pt>
                <c:pt idx="8157">
                  <c:v>officialstarvationarmy</c:v>
                </c:pt>
                <c:pt idx="8158">
                  <c:v>officialspiritualwar</c:v>
                </c:pt>
                <c:pt idx="8159">
                  <c:v>officialsilentshadow</c:v>
                </c:pt>
                <c:pt idx="8160">
                  <c:v>officialshadowgallery</c:v>
                </c:pt>
                <c:pt idx="8161">
                  <c:v>official_robby_gordon</c:v>
                </c:pt>
                <c:pt idx="8162">
                  <c:v>official_rick_springfield</c:v>
                </c:pt>
                <c:pt idx="8163">
                  <c:v>officialredneckyachtclub</c:v>
                </c:pt>
                <c:pt idx="8164">
                  <c:v>officialpurplepistol</c:v>
                </c:pt>
                <c:pt idx="8165">
                  <c:v>officialprojectsnowbeast</c:v>
                </c:pt>
                <c:pt idx="8166">
                  <c:v>official_pirate_hookers</c:v>
                </c:pt>
                <c:pt idx="8167">
                  <c:v>officialnightcrawler</c:v>
                </c:pt>
                <c:pt idx="8168">
                  <c:v>officialmiamiflorida</c:v>
                </c:pt>
                <c:pt idx="8169">
                  <c:v>officiallywickedcrew</c:v>
                </c:pt>
                <c:pt idx="8170">
                  <c:v>officially_supergirl_</c:v>
                </c:pt>
                <c:pt idx="8171">
                  <c:v>official_lucid_fan_club</c:v>
                </c:pt>
                <c:pt idx="8172">
                  <c:v>officiallowerclassbrass</c:v>
                </c:pt>
                <c:pt idx="8173">
                  <c:v>official_lil_luke_page</c:v>
                </c:pt>
                <c:pt idx="8174">
                  <c:v>officialkrystalsteal</c:v>
                </c:pt>
                <c:pt idx="8175">
                  <c:v>officialkassiedepaiva</c:v>
                </c:pt>
                <c:pt idx="8176">
                  <c:v>officialheavenshallburn</c:v>
                </c:pt>
                <c:pt idx="8177">
                  <c:v>official_ghostbuster3</c:v>
                </c:pt>
                <c:pt idx="8178">
                  <c:v>official_franzee_profile</c:v>
                </c:pt>
                <c:pt idx="8179">
                  <c:v>officialfourhorsemen</c:v>
                </c:pt>
                <c:pt idx="8180">
                  <c:v>officialfitnessmadesimple</c:v>
                </c:pt>
                <c:pt idx="8181">
                  <c:v>officialfeedbacksite</c:v>
                </c:pt>
                <c:pt idx="8182">
                  <c:v>officialdodgeviperpage</c:v>
                </c:pt>
                <c:pt idx="8183">
                  <c:v>officialdimepiece_101</c:v>
                </c:pt>
                <c:pt idx="8184">
                  <c:v>officialcrimsonmoonlight</c:v>
                </c:pt>
                <c:pt idx="8185">
                  <c:v>officialcomedycentral</c:v>
                </c:pt>
                <c:pt idx="8186">
                  <c:v>officialchrisbeckman</c:v>
                </c:pt>
                <c:pt idx="8187">
                  <c:v>official_blue_pokemon</c:v>
                </c:pt>
                <c:pt idx="8188">
                  <c:v>officialblacksheep_1997</c:v>
                </c:pt>
                <c:pt idx="8189">
                  <c:v>officialblackmarkethero</c:v>
                </c:pt>
                <c:pt idx="8190">
                  <c:v>officerfriendlymusic</c:v>
                </c:pt>
                <c:pt idx="8191">
                  <c:v>oceangirl_animalcrazed</c:v>
                </c:pt>
                <c:pt idx="8192">
                  <c:v>oceanfrontrealestate4sell</c:v>
                </c:pt>
                <c:pt idx="8193">
                  <c:v>ocean_avenue_babe1233</c:v>
                </c:pt>
                <c:pt idx="8194">
                  <c:v>obsessivemadwrestlingfan</c:v>
                </c:pt>
                <c:pt idx="8195">
                  <c:v>obsessivecompulsiveswine</c:v>
                </c:pt>
                <c:pt idx="8196">
                  <c:v>obsessivecompulsive4you</c:v>
                </c:pt>
                <c:pt idx="8197">
                  <c:v>obsessionwithperfection</c:v>
                </c:pt>
                <c:pt idx="8198">
                  <c:v>obscure_vanity_unknown</c:v>
                </c:pt>
                <c:pt idx="8199">
                  <c:v>obscureness_cute_girl</c:v>
                </c:pt>
                <c:pt idx="8200">
                  <c:v>obscene_hideous_dirty</c:v>
                </c:pt>
                <c:pt idx="8201">
                  <c:v>obnoxiouslycutetitle</c:v>
                </c:pt>
                <c:pt idx="8202">
                  <c:v>obliviousthepantomime</c:v>
                </c:pt>
                <c:pt idx="8203">
                  <c:v>objection_your_honor</c:v>
                </c:pt>
                <c:pt idx="8204">
                  <c:v>obesebuffetbeatsprod</c:v>
                </c:pt>
                <c:pt idx="8205">
                  <c:v>obelisk_thetormentor</c:v>
                </c:pt>
                <c:pt idx="8206">
                  <c:v>oath_simulcast_vocalist</c:v>
                </c:pt>
                <c:pt idx="8207">
                  <c:v>oathkeeper_oblivion170</c:v>
                </c:pt>
                <c:pt idx="8208">
                  <c:v>oakridgeentertainment</c:v>
                </c:pt>
                <c:pt idx="8209">
                  <c:v>oakley_mad_scientist</c:v>
                </c:pt>
                <c:pt idx="8210">
                  <c:v>oaklandvertskatepark</c:v>
                </c:pt>
                <c:pt idx="8211">
                  <c:v>oaklandraiderman192</c:v>
                </c:pt>
                <c:pt idx="8212">
                  <c:v>oakland_raider_4_life</c:v>
                </c:pt>
                <c:pt idx="8213">
                  <c:v>oakland_ice_princess23</c:v>
                </c:pt>
                <c:pt idx="8214">
                  <c:v>oakland_bound_4_life</c:v>
                </c:pt>
                <c:pt idx="8215">
                  <c:v>oaklandathleticsteam</c:v>
                </c:pt>
                <c:pt idx="8216">
                  <c:v>oaklandathleticsbaby15</c:v>
                </c:pt>
                <c:pt idx="8217">
                  <c:v>nurtureyourinnerwellbeing</c:v>
                </c:pt>
                <c:pt idx="8218">
                  <c:v>numberthirteenpreview</c:v>
                </c:pt>
                <c:pt idx="8219">
                  <c:v>numbersandlettersonly</c:v>
                </c:pt>
                <c:pt idx="8220">
                  <c:v>numberoneuniquebitch</c:v>
                </c:pt>
                <c:pt idx="8221">
                  <c:v>number_one_stunner_4_life</c:v>
                </c:pt>
                <c:pt idx="8222">
                  <c:v>NUMBERONESTUNNER232</c:v>
                </c:pt>
                <c:pt idx="8223">
                  <c:v>number_one_redneck_bitch</c:v>
                </c:pt>
                <c:pt idx="8224">
                  <c:v>numberoneplantmanager</c:v>
                </c:pt>
                <c:pt idx="8225">
                  <c:v>number_one_piss_head</c:v>
                </c:pt>
                <c:pt idx="8226">
                  <c:v>number_one_mommy2007</c:v>
                </c:pt>
                <c:pt idx="8227">
                  <c:v>numberonehottieplace</c:v>
                </c:pt>
                <c:pt idx="8228">
                  <c:v>numberonehottieforever</c:v>
                </c:pt>
                <c:pt idx="8229">
                  <c:v>numberonehitsongwriter</c:v>
                </c:pt>
                <c:pt idx="8230">
                  <c:v>numberonegreendayfan</c:v>
                </c:pt>
                <c:pt idx="8231">
                  <c:v>numberonecheesecakequeen</c:v>
                </c:pt>
                <c:pt idx="8232">
                  <c:v>number_one_charlotte</c:v>
                </c:pt>
                <c:pt idx="8233">
                  <c:v>number_one_bronco_fan</c:v>
                </c:pt>
                <c:pt idx="8234">
                  <c:v>numberoneaceyoungfan28</c:v>
                </c:pt>
                <c:pt idx="8235">
                  <c:v>number_1_wildcat_fan</c:v>
                </c:pt>
                <c:pt idx="8236">
                  <c:v>number_1_white_chocolate</c:v>
                </c:pt>
                <c:pt idx="8237">
                  <c:v>number_1_toon_supporter</c:v>
                </c:pt>
                <c:pt idx="8238">
                  <c:v>number1studentteacher</c:v>
                </c:pt>
                <c:pt idx="8239">
                  <c:v>number1_soldierlover</c:v>
                </c:pt>
                <c:pt idx="8240">
                  <c:v>number1softballplayer</c:v>
                </c:pt>
                <c:pt idx="8241">
                  <c:v>number1_princess_star</c:v>
                </c:pt>
                <c:pt idx="8242">
                  <c:v>number1party_champion</c:v>
                </c:pt>
                <c:pt idx="8243">
                  <c:v>number1franklinbeast</c:v>
                </c:pt>
                <c:pt idx="8244">
                  <c:v>number_1_evil_princess</c:v>
                </c:pt>
                <c:pt idx="8245">
                  <c:v>number_1cheer_leader</c:v>
                </c:pt>
                <c:pt idx="8246">
                  <c:v>number1badgurl4life9</c:v>
                </c:pt>
                <c:pt idx="8247">
                  <c:v>number_1_baby_girl513</c:v>
                </c:pt>
                <c:pt idx="8248">
                  <c:v>number_1_ashley_fansite</c:v>
                </c:pt>
                <c:pt idx="8249">
                  <c:v>number15southernchampion</c:v>
                </c:pt>
                <c:pt idx="8250">
                  <c:v>nowyouvegot2kill2believe</c:v>
                </c:pt>
                <c:pt idx="8251">
                  <c:v>now_then_stacey_leigh</c:v>
                </c:pt>
                <c:pt idx="8252">
                  <c:v>nowthatsratherfruity</c:v>
                </c:pt>
                <c:pt idx="8253">
                  <c:v>now_its_time_for_justice</c:v>
                </c:pt>
                <c:pt idx="8254">
                  <c:v>nowherenearredemption</c:v>
                </c:pt>
                <c:pt idx="8255">
                  <c:v>nowenteringneverlandranch</c:v>
                </c:pt>
                <c:pt idx="8256">
                  <c:v>novelistparexcellence</c:v>
                </c:pt>
                <c:pt idx="8257">
                  <c:v>novaprospectjamhouse</c:v>
                </c:pt>
                <c:pt idx="8258">
                  <c:v>notyourordinarygirl21</c:v>
                </c:pt>
                <c:pt idx="8259">
                  <c:v>notyourbestestfriend</c:v>
                </c:pt>
                <c:pt idx="8260">
                  <c:v>notyouraverageteenageslut</c:v>
                </c:pt>
                <c:pt idx="8261">
                  <c:v>not_your_average_pussy</c:v>
                </c:pt>
                <c:pt idx="8262">
                  <c:v>not_your_average_princess</c:v>
                </c:pt>
                <c:pt idx="8263">
                  <c:v>notyouraveragepancake</c:v>
                </c:pt>
                <c:pt idx="8264">
                  <c:v>not_your_average_mona</c:v>
                </c:pt>
                <c:pt idx="8265">
                  <c:v>notyouraveragegirl411</c:v>
                </c:pt>
                <c:pt idx="8266">
                  <c:v>notyouraveragegirl2</c:v>
                </c:pt>
                <c:pt idx="8267">
                  <c:v>not_your_average_girl001</c:v>
                </c:pt>
                <c:pt idx="8268">
                  <c:v>notyouraveragebreakdown</c:v>
                </c:pt>
                <c:pt idx="8269">
                  <c:v>notyouraveragebanjoplayer</c:v>
                </c:pt>
                <c:pt idx="8270">
                  <c:v>notworthyourfuckingtime</c:v>
                </c:pt>
                <c:pt idx="8271">
                  <c:v>not_wetback_scratchback_</c:v>
                </c:pt>
                <c:pt idx="8272">
                  <c:v>not_weird_just_random</c:v>
                </c:pt>
                <c:pt idx="8273">
                  <c:v>notvirginiacoalition</c:v>
                </c:pt>
                <c:pt idx="8274">
                  <c:v>not_the_one_two_three</c:v>
                </c:pt>
                <c:pt idx="8275">
                  <c:v>notthemermaidarielle</c:v>
                </c:pt>
                <c:pt idx="8276">
                  <c:v>notspoiled__justblessed</c:v>
                </c:pt>
                <c:pt idx="8277">
                  <c:v>notspecailjustdifferent</c:v>
                </c:pt>
                <c:pt idx="8278">
                  <c:v>not_small_space_efficient</c:v>
                </c:pt>
                <c:pt idx="8279">
                  <c:v>notsew_cool_after_all</c:v>
                </c:pt>
                <c:pt idx="8280">
                  <c:v>not_really_there_yet</c:v>
                </c:pt>
                <c:pt idx="8281">
                  <c:v>not_quite_famous_yet</c:v>
                </c:pt>
                <c:pt idx="8282">
                  <c:v>not_particularly_amusing</c:v>
                </c:pt>
                <c:pt idx="8283">
                  <c:v>notoriousoutlawsound</c:v>
                </c:pt>
                <c:pt idx="8284">
                  <c:v>notoriouslybigpickle</c:v>
                </c:pt>
                <c:pt idx="8285">
                  <c:v>notoriousdiamondqueen</c:v>
                </c:pt>
                <c:pt idx="8286">
                  <c:v>notoriousbeautyqueen</c:v>
                </c:pt>
                <c:pt idx="8287">
                  <c:v>notorious_87_trapstar</c:v>
                </c:pt>
                <c:pt idx="8288">
                  <c:v>notmuchbetterthanyou</c:v>
                </c:pt>
                <c:pt idx="8289">
                  <c:v>not_just_the_ginger_guy</c:v>
                </c:pt>
                <c:pt idx="8290">
                  <c:v>notjustblondebutperfect</c:v>
                </c:pt>
                <c:pt idx="8291">
                  <c:v>notjustanotherteentragedy</c:v>
                </c:pt>
                <c:pt idx="8292">
                  <c:v>not_justanotherprettyface</c:v>
                </c:pt>
                <c:pt idx="8293">
                  <c:v>nothingwhatsoeverband</c:v>
                </c:pt>
                <c:pt idx="8294">
                  <c:v>nothing_wait_everything</c:v>
                </c:pt>
                <c:pt idx="8295">
                  <c:v>nothingstaysthe_same</c:v>
                </c:pt>
                <c:pt idx="8296">
                  <c:v>nothing_stays_for_ever</c:v>
                </c:pt>
                <c:pt idx="8297">
                  <c:v>nothingshortforlauren</c:v>
                </c:pt>
                <c:pt idx="8298">
                  <c:v>nothingrhymeswithmusic</c:v>
                </c:pt>
                <c:pt idx="8299">
                  <c:v>nothinghigherthantruth</c:v>
                </c:pt>
                <c:pt idx="8300">
                  <c:v>nothing_from_nowhere_</c:v>
                </c:pt>
                <c:pt idx="8301">
                  <c:v>nothingforfreemelopunkfrom59</c:v>
                </c:pt>
                <c:pt idx="8302">
                  <c:v>nothingbuteverything101</c:v>
                </c:pt>
                <c:pt idx="8303">
                  <c:v>nothingbuteverything</c:v>
                </c:pt>
                <c:pt idx="8304">
                  <c:v>nothingbutcowboyboots</c:v>
                </c:pt>
                <c:pt idx="8305">
                  <c:v>nothingbutalaureltree</c:v>
                </c:pt>
                <c:pt idx="8306">
                  <c:v>nothing_big_just_piracy</c:v>
                </c:pt>
                <c:pt idx="8307">
                  <c:v>nothingbetterthanthis</c:v>
                </c:pt>
                <c:pt idx="8308">
                  <c:v>nothingandeverything</c:v>
                </c:pt>
                <c:pt idx="8309">
                  <c:v>notguiltyforbeingwhite</c:v>
                </c:pt>
                <c:pt idx="8310">
                  <c:v>not_good_enough_4_you</c:v>
                </c:pt>
                <c:pt idx="8311">
                  <c:v>notgoinganywerestudio</c:v>
                </c:pt>
                <c:pt idx="8312">
                  <c:v>notforhumanconsumption</c:v>
                </c:pt>
                <c:pt idx="8313">
                  <c:v>noteworthychristianmusic</c:v>
                </c:pt>
                <c:pt idx="8314">
                  <c:v>notentirelyperfectagain</c:v>
                </c:pt>
                <c:pt idx="8315">
                  <c:v>notenoughtstarsinthesky</c:v>
                </c:pt>
                <c:pt idx="8316">
                  <c:v>not_easy_being_green</c:v>
                </c:pt>
                <c:pt idx="8317">
                  <c:v>notdistinctlyaverage</c:v>
                </c:pt>
                <c:pt idx="8318">
                  <c:v>not_completely_useless</c:v>
                </c:pt>
                <c:pt idx="8319">
                  <c:v>notanotherprettyface</c:v>
                </c:pt>
                <c:pt idx="8320">
                  <c:v>not_another_plain_jane</c:v>
                </c:pt>
                <c:pt idx="8321">
                  <c:v>notanotherdixiechick</c:v>
                </c:pt>
                <c:pt idx="8322">
                  <c:v>not_another_chinaman</c:v>
                </c:pt>
                <c:pt idx="8323">
                  <c:v>not_another_broken_heart</c:v>
                </c:pt>
                <c:pt idx="8324">
                  <c:v>not_another_ashley_clone</c:v>
                </c:pt>
                <c:pt idx="8325">
                  <c:v>notan_average_whitgirl</c:v>
                </c:pt>
                <c:pt idx="8326">
                  <c:v>notanadvertformyself</c:v>
                </c:pt>
                <c:pt idx="8327">
                  <c:v>not_aloud_above_ground</c:v>
                </c:pt>
                <c:pt idx="8328">
                  <c:v>not_alone_and_lonely</c:v>
                </c:pt>
                <c:pt idx="8329">
                  <c:v>norwichparanormalsociety</c:v>
                </c:pt>
                <c:pt idx="8330">
                  <c:v>norwalkexplorerpost1085</c:v>
                </c:pt>
                <c:pt idx="8331">
                  <c:v>northwatchtowerguardian</c:v>
                </c:pt>
                <c:pt idx="8332">
                  <c:v>northvalleyplastering</c:v>
                </c:pt>
                <c:pt idx="8333">
                  <c:v>northstarshiningbright</c:v>
                </c:pt>
                <c:pt idx="8334">
                  <c:v>northstarphotography</c:v>
                </c:pt>
                <c:pt idx="8335">
                  <c:v>northstarentertainment</c:v>
                </c:pt>
                <c:pt idx="8336">
                  <c:v>northsouthinterstate</c:v>
                </c:pt>
                <c:pt idx="8337">
                  <c:v>northsoundsundaysession</c:v>
                </c:pt>
                <c:pt idx="8338">
                  <c:v>northsidenaughtygirl</c:v>
                </c:pt>
                <c:pt idx="8339">
                  <c:v>northside_knockoutqueen</c:v>
                </c:pt>
                <c:pt idx="8340">
                  <c:v>northside_hustler281</c:v>
                </c:pt>
                <c:pt idx="8341">
                  <c:v>northsideentertainment</c:v>
                </c:pt>
                <c:pt idx="8342">
                  <c:v>north_river_youth_leader</c:v>
                </c:pt>
                <c:pt idx="8343">
                  <c:v>northporthighschooltourchoir</c:v>
                </c:pt>
                <c:pt idx="8344">
                  <c:v>northphillyfreakgurl</c:v>
                </c:pt>
                <c:pt idx="8345">
                  <c:v>northlandyouthministry</c:v>
                </c:pt>
                <c:pt idx="8346">
                  <c:v>northgatehockeyleague</c:v>
                </c:pt>
                <c:pt idx="8347">
                  <c:v>northfloridasongcontest</c:v>
                </c:pt>
                <c:pt idx="8348">
                  <c:v>northeugenecampuslife</c:v>
                </c:pt>
                <c:pt idx="8349">
                  <c:v>northernstarspacedout</c:v>
                </c:pt>
                <c:pt idx="8350">
                  <c:v>northernstarcoffeehouse</c:v>
                </c:pt>
                <c:pt idx="8351">
                  <c:v>northernsouthernbell</c:v>
                </c:pt>
                <c:pt idx="8352">
                  <c:v>northernmonkeycheese</c:v>
                </c:pt>
                <c:pt idx="8353">
                  <c:v>northernhivemindritual</c:v>
                </c:pt>
                <c:pt idx="8354">
                  <c:v>northerngitbassplayer</c:v>
                </c:pt>
                <c:pt idx="8355">
                  <c:v>northernchicsouthernbelle</c:v>
                </c:pt>
                <c:pt idx="8356">
                  <c:v>northernbeachescapoeira</c:v>
                </c:pt>
                <c:pt idx="8357">
                  <c:v>northern_arapaho_angel</c:v>
                </c:pt>
                <c:pt idx="8358">
                  <c:v>north_east_street_tuff</c:v>
                </c:pt>
                <c:pt idx="8359">
                  <c:v>north_durham_bad_boy</c:v>
                </c:pt>
                <c:pt idx="8360">
                  <c:v>north_central_soldier</c:v>
                </c:pt>
                <c:pt idx="8361">
                  <c:v>northcarolinastate_lover</c:v>
                </c:pt>
                <c:pt idx="8362">
                  <c:v>northcarolinanetwork</c:v>
                </c:pt>
                <c:pt idx="8363">
                  <c:v>northcarolinafirefighter</c:v>
                </c:pt>
                <c:pt idx="8364">
                  <c:v>northcarolinaelectroacousticandexperimental</c:v>
                </c:pt>
                <c:pt idx="8365">
                  <c:v>northbroadwayentertainment</c:v>
                </c:pt>
                <c:pt idx="8366">
                  <c:v>northattleborowrestling</c:v>
                </c:pt>
                <c:pt idx="8367">
                  <c:v>northarlingtonskateteam</c:v>
                </c:pt>
                <c:pt idx="8368">
                  <c:v>northamptonstatehospital</c:v>
                </c:pt>
                <c:pt idx="8369">
                  <c:v>normanmisterwestport</c:v>
                </c:pt>
                <c:pt idx="8370">
                  <c:v>normalpeopledownthehall</c:v>
                </c:pt>
                <c:pt idx="8371">
                  <c:v>norma_jeane_mortenson</c:v>
                </c:pt>
                <c:pt idx="8372">
                  <c:v>nori_poet_12_02_1995_till</c:v>
                </c:pt>
                <c:pt idx="8373">
                  <c:v>norfolkthrillseakers</c:v>
                </c:pt>
                <c:pt idx="8374">
                  <c:v>norfolkrestaurantequip</c:v>
                </c:pt>
                <c:pt idx="8375">
                  <c:v>norfolkburritoproject</c:v>
                </c:pt>
                <c:pt idx="8376">
                  <c:v>norcal_noni_distributor</c:v>
                </c:pt>
                <c:pt idx="8377">
                  <c:v>norahluckyliketheceral</c:v>
                </c:pt>
                <c:pt idx="8378">
                  <c:v>nookionthebeach4life</c:v>
                </c:pt>
                <c:pt idx="8379">
                  <c:v>noodlethesoccerplaya10</c:v>
                </c:pt>
                <c:pt idx="8380">
                  <c:v>noodleeatingguitarplayer</c:v>
                </c:pt>
                <c:pt idx="8381">
                  <c:v>non_varsity_cheerleader</c:v>
                </c:pt>
                <c:pt idx="8382">
                  <c:v>nolliekickflip2bluntslide</c:v>
                </c:pt>
                <c:pt idx="8383">
                  <c:v>nolafairyprincess420</c:v>
                </c:pt>
                <c:pt idx="8384">
                  <c:v>nokiaconnectingpeople</c:v>
                </c:pt>
                <c:pt idx="8385">
                  <c:v>noiselesspatientspider</c:v>
                </c:pt>
                <c:pt idx="8386">
                  <c:v>noiseabatementprocedure</c:v>
                </c:pt>
                <c:pt idx="8387">
                  <c:v>noel_adrian_martinez</c:v>
                </c:pt>
                <c:pt idx="8388">
                  <c:v>nocturnalstreetracing</c:v>
                </c:pt>
                <c:pt idx="8389">
                  <c:v>nocturnalrampagemusic</c:v>
                </c:pt>
                <c:pt idx="8390">
                  <c:v>nocturnalmucusenvelope</c:v>
                </c:pt>
                <c:pt idx="8391">
                  <c:v>nobodyherebythatname</c:v>
                </c:pt>
                <c:pt idx="8392">
                  <c:v>nobodyeverybodymusic</c:v>
                </c:pt>
                <c:pt idx="8393">
                  <c:v>nittygrittycleveland</c:v>
                </c:pt>
                <c:pt idx="8394">
                  <c:v>nitro_nymph_pit_bitch</c:v>
                </c:pt>
                <c:pt idx="8395">
                  <c:v>nita_chrisbrown_baby</c:v>
                </c:pt>
                <c:pt idx="8396">
                  <c:v>nirvanawillrockforever</c:v>
                </c:pt>
                <c:pt idx="8397">
                  <c:v>nipplepiercingsarehot</c:v>
                </c:pt>
                <c:pt idx="8398">
                  <c:v>ninthfloorentertainment</c:v>
                </c:pt>
                <c:pt idx="8399">
                  <c:v>nineyearsandcounting</c:v>
                </c:pt>
                <c:pt idx="8400">
                  <c:v>ninetrampsandanunderpass</c:v>
                </c:pt>
                <c:pt idx="8401">
                  <c:v>nineteenthfighterpilot</c:v>
                </c:pt>
                <c:pt idx="8402">
                  <c:v>nina_thebondageworker</c:v>
                </c:pt>
                <c:pt idx="8403">
                  <c:v>nimjustthegirlnextdoor</c:v>
                </c:pt>
                <c:pt idx="8404">
                  <c:v>nikki_wit_the_ghetto_butt</c:v>
                </c:pt>
                <c:pt idx="8405">
                  <c:v>nikki_westerly_roleplayer</c:v>
                </c:pt>
                <c:pt idx="8406">
                  <c:v>nikkiturnertheauthor</c:v>
                </c:pt>
                <c:pt idx="8407">
                  <c:v>nikki_the_fortune_cookie</c:v>
                </c:pt>
                <c:pt idx="8408">
                  <c:v>nikkigiovannijackson</c:v>
                </c:pt>
                <c:pt idx="8409">
                  <c:v>nikkie_nightmarebaby</c:v>
                </c:pt>
                <c:pt idx="8410">
                  <c:v>nikkicreatesomething</c:v>
                </c:pt>
                <c:pt idx="8411">
                  <c:v>nikkicee4gettingthepast</c:v>
                </c:pt>
                <c:pt idx="8412">
                  <c:v>nikkibutterflyprincess</c:v>
                </c:pt>
                <c:pt idx="8413">
                  <c:v>nikiforova_dasha1994_2011</c:v>
                </c:pt>
                <c:pt idx="8414">
                  <c:v>nihilisticaxegrinder</c:v>
                </c:pt>
                <c:pt idx="8415">
                  <c:v>nighttimejoyrideband</c:v>
                </c:pt>
                <c:pt idx="8416">
                  <c:v>nightswatcorporation</c:v>
                </c:pt>
                <c:pt idx="8417">
                  <c:v>nightslocksmithservice</c:v>
                </c:pt>
                <c:pt idx="8418">
                  <c:v>nightslayerdragon123</c:v>
                </c:pt>
                <c:pt idx="8419">
                  <c:v>night_side_beautiful</c:v>
                </c:pt>
                <c:pt idx="8420">
                  <c:v>nightriderentertainment</c:v>
                </c:pt>
                <c:pt idx="8421">
                  <c:v>nightpassquiltseries</c:v>
                </c:pt>
                <c:pt idx="8422">
                  <c:v>night_owl_party_finder</c:v>
                </c:pt>
                <c:pt idx="8423">
                  <c:v>nightmarescreenprinting</c:v>
                </c:pt>
                <c:pt idx="8424">
                  <c:v>nightmare_nightangel</c:v>
                </c:pt>
                <c:pt idx="8425">
                  <c:v>NightmareHauntingyour</c:v>
                </c:pt>
                <c:pt idx="8426">
                  <c:v>nightmarefactoryaustin</c:v>
                </c:pt>
                <c:pt idx="8427">
                  <c:v>nightmarebeforethesleep</c:v>
                </c:pt>
                <c:pt idx="8428">
                  <c:v>nightmare_before_easter</c:v>
                </c:pt>
                <c:pt idx="8429">
                  <c:v>nightlightreflection</c:v>
                </c:pt>
                <c:pt idx="8430">
                  <c:v>nightlifeemeraldcoast</c:v>
                </c:pt>
                <c:pt idx="8431">
                  <c:v>nightfireentertainment</c:v>
                </c:pt>
                <c:pt idx="8432">
                  <c:v>nightfallwintershield</c:v>
                </c:pt>
                <c:pt idx="8433">
                  <c:v>niftynickfordtruckman</c:v>
                </c:pt>
                <c:pt idx="8434">
                  <c:v>niftylayout_samplepage005</c:v>
                </c:pt>
                <c:pt idx="8435">
                  <c:v>nicollebellefontaine</c:v>
                </c:pt>
                <c:pt idx="8436">
                  <c:v>nicolette_worthington</c:v>
                </c:pt>
                <c:pt idx="8437">
                  <c:v>nicolethomasacoustic</c:v>
                </c:pt>
                <c:pt idx="8438">
                  <c:v>nicolesoftballplayer34</c:v>
                </c:pt>
                <c:pt idx="8439">
                  <c:v>nicolemichellekim143</c:v>
                </c:pt>
                <c:pt idx="8440">
                  <c:v>nicolemariephotography</c:v>
                </c:pt>
                <c:pt idx="8441">
                  <c:v>nicole_leona_mae_babe</c:v>
                </c:pt>
                <c:pt idx="8442">
                  <c:v>nicolehutchcraft_foster</c:v>
                </c:pt>
                <c:pt idx="8443">
                  <c:v>nicolefrostphotography</c:v>
                </c:pt>
                <c:pt idx="8444">
                  <c:v>nicole_elizabeth_bolton</c:v>
                </c:pt>
                <c:pt idx="8445">
                  <c:v>nicolechristinamartinez</c:v>
                </c:pt>
                <c:pt idx="8446">
                  <c:v>nicolecampbellphotography</c:v>
                </c:pt>
                <c:pt idx="8447">
                  <c:v>nicolebradleyashleymartinkaren</c:v>
                </c:pt>
                <c:pt idx="8448">
                  <c:v>nicole_and_andy_forever</c:v>
                </c:pt>
                <c:pt idx="8449">
                  <c:v>nicky_the_super_bitch</c:v>
                </c:pt>
                <c:pt idx="8450">
                  <c:v>nicky_the_demented_teen</c:v>
                </c:pt>
                <c:pt idx="8451">
                  <c:v>nickyandfrankieforever</c:v>
                </c:pt>
                <c:pt idx="8452">
                  <c:v>nickthegeorgetownguy</c:v>
                </c:pt>
                <c:pt idx="8453">
                  <c:v>nick_prince_charming</c:v>
                </c:pt>
                <c:pt idx="8454">
                  <c:v>nickplayswithhisself</c:v>
                </c:pt>
                <c:pt idx="8455">
                  <c:v>nicklovesledzeppelin</c:v>
                </c:pt>
                <c:pt idx="8456">
                  <c:v>nickhouseentertainment</c:v>
                </c:pt>
                <c:pt idx="8457">
                  <c:v>nick_from_the_darkside</c:v>
                </c:pt>
                <c:pt idx="8458">
                  <c:v>nick_football_star_norcal</c:v>
                </c:pt>
                <c:pt idx="8459">
                  <c:v>nickelplatedcandyman</c:v>
                </c:pt>
                <c:pt idx="8460">
                  <c:v>nickelback_fan_forever</c:v>
                </c:pt>
                <c:pt idx="8461">
                  <c:v>nickeatsyourchocolate</c:v>
                </c:pt>
                <c:pt idx="8462">
                  <c:v>nick_carter_fan_site</c:v>
                </c:pt>
                <c:pt idx="8463">
                  <c:v>nickcarterfanforlife</c:v>
                </c:pt>
                <c:pt idx="8464">
                  <c:v>nickarnold4president</c:v>
                </c:pt>
                <c:pt idx="8465">
                  <c:v>nickandsabpopnatbrittbree</c:v>
                </c:pt>
                <c:pt idx="8466">
                  <c:v>nichole_northsidegirl</c:v>
                </c:pt>
                <c:pt idx="8467">
                  <c:v>nicholefrommissoulasuper</c:v>
                </c:pt>
                <c:pt idx="8468">
                  <c:v>nichole_cheerbabe_101</c:v>
                </c:pt>
                <c:pt idx="8469">
                  <c:v>nicesweetandprettygirl</c:v>
                </c:pt>
                <c:pt idx="8470">
                  <c:v>nice_lil_colorful_gurl14</c:v>
                </c:pt>
                <c:pt idx="8471">
                  <c:v>nice_guy_finish_last</c:v>
                </c:pt>
                <c:pt idx="8472">
                  <c:v>nicedifferentandunusual</c:v>
                </c:pt>
                <c:pt idx="8473">
                  <c:v>nicebutcouldactnasty</c:v>
                </c:pt>
                <c:pt idx="8474">
                  <c:v>nice_and_twisted_2004</c:v>
                </c:pt>
                <c:pt idx="8475">
                  <c:v>next_top_hairstylist</c:v>
                </c:pt>
                <c:pt idx="8476">
                  <c:v>next_stop_cedarville</c:v>
                </c:pt>
                <c:pt idx="8477">
                  <c:v>nextprofessionalstreaker</c:v>
                </c:pt>
                <c:pt idx="8478">
                  <c:v>nextgenerationguitar</c:v>
                </c:pt>
                <c:pt idx="8479">
                  <c:v>next_generation_alice</c:v>
                </c:pt>
                <c:pt idx="8480">
                  <c:v>next_duke_superstar_10</c:v>
                </c:pt>
                <c:pt idx="8481">
                  <c:v>nextdoorjazzfestival</c:v>
                </c:pt>
                <c:pt idx="8482">
                  <c:v>nextchapterentertainment</c:v>
                </c:pt>
                <c:pt idx="8483">
                  <c:v>next_champ_undertaker</c:v>
                </c:pt>
                <c:pt idx="8484">
                  <c:v>newyorkmusicconnection</c:v>
                </c:pt>
                <c:pt idx="8485">
                  <c:v>newyorkcity2shanghai</c:v>
                </c:pt>
                <c:pt idx="8486">
                  <c:v>new_york_chick_1047</c:v>
                </c:pt>
                <c:pt idx="8487">
                  <c:v>newyorkandcompany123</c:v>
                </c:pt>
                <c:pt idx="8488">
                  <c:v>newyorkalcoholicanxietyattack</c:v>
                </c:pt>
                <c:pt idx="8489">
                  <c:v>newwriter_virginiablanche</c:v>
                </c:pt>
                <c:pt idx="8490">
                  <c:v>newworldresourcecenter</c:v>
                </c:pt>
                <c:pt idx="8491">
                  <c:v>new_world_order_4life</c:v>
                </c:pt>
                <c:pt idx="8492">
                  <c:v>newwave_vintage_clothing</c:v>
                </c:pt>
                <c:pt idx="8493">
                  <c:v>newtonsouthhighschooljazz</c:v>
                </c:pt>
                <c:pt idx="8494">
                  <c:v>newtechnologydivision</c:v>
                </c:pt>
                <c:pt idx="8495">
                  <c:v>newspapperwinslottery</c:v>
                </c:pt>
                <c:pt idx="8496">
                  <c:v>newspaperdeafoldfriend</c:v>
                </c:pt>
                <c:pt idx="8497">
                  <c:v>news_and_destruction</c:v>
                </c:pt>
                <c:pt idx="8498">
                  <c:v>newsalemwitchhunters</c:v>
                </c:pt>
                <c:pt idx="8499">
                  <c:v>newportlivemusicsociety</c:v>
                </c:pt>
                <c:pt idx="8500">
                  <c:v>newporthottiemarissa</c:v>
                </c:pt>
                <c:pt idx="8501">
                  <c:v>newparadigmlogistics</c:v>
                </c:pt>
                <c:pt idx="8502">
                  <c:v>neworleansuptownruler</c:v>
                </c:pt>
                <c:pt idx="8503">
                  <c:v>neworleansshawtie504</c:v>
                </c:pt>
                <c:pt idx="8504">
                  <c:v>neworleansrebirthjazz</c:v>
                </c:pt>
                <c:pt idx="8505">
                  <c:v>neworleans_princess_504</c:v>
                </c:pt>
                <c:pt idx="8506">
                  <c:v>neworleansprincess200</c:v>
                </c:pt>
                <c:pt idx="8507">
                  <c:v>new_orleanshotgurl_4life</c:v>
                </c:pt>
                <c:pt idx="8508">
                  <c:v>neworleansbabygurl1</c:v>
                </c:pt>
                <c:pt idx="8509">
                  <c:v>neworleans504aftermath</c:v>
                </c:pt>
                <c:pt idx="8510">
                  <c:v>neworiginalsonicsound</c:v>
                </c:pt>
                <c:pt idx="8511">
                  <c:v>newly_discovered_space</c:v>
                </c:pt>
                <c:pt idx="8512">
                  <c:v>newlineentertainment</c:v>
                </c:pt>
                <c:pt idx="8513">
                  <c:v>newlifecommunitychurch2</c:v>
                </c:pt>
                <c:pt idx="8514">
                  <c:v>newjerseydimepiece1123</c:v>
                </c:pt>
                <c:pt idx="8515">
                  <c:v>newjerseydeathbrigade</c:v>
                </c:pt>
                <c:pt idx="8516">
                  <c:v>newimagepaintanddesign</c:v>
                </c:pt>
                <c:pt idx="8517">
                  <c:v>new_image_art_gallery</c:v>
                </c:pt>
                <c:pt idx="8518">
                  <c:v>newgroundsaudioportal1</c:v>
                </c:pt>
                <c:pt idx="8519">
                  <c:v>newgenerationentertainment</c:v>
                </c:pt>
                <c:pt idx="8520">
                  <c:v>newfoundglory_fan_2005</c:v>
                </c:pt>
                <c:pt idx="8521">
                  <c:v>newformatimprovisation</c:v>
                </c:pt>
                <c:pt idx="8522">
                  <c:v>newconceptphotography</c:v>
                </c:pt>
                <c:pt idx="8523">
                  <c:v>new_castle_brown_ale</c:v>
                </c:pt>
                <c:pt idx="8524">
                  <c:v>newburystreetadventure</c:v>
                </c:pt>
                <c:pt idx="8525">
                  <c:v>newbridgeposseeffect</c:v>
                </c:pt>
                <c:pt idx="8526">
                  <c:v>newbreedentertainment419</c:v>
                </c:pt>
                <c:pt idx="8527">
                  <c:v>newbreedentertainment1981</c:v>
                </c:pt>
                <c:pt idx="8528">
                  <c:v>newborndeltamike71_455</c:v>
                </c:pt>
                <c:pt idx="8529">
                  <c:v>new_blood_stalker_clan</c:v>
                </c:pt>
                <c:pt idx="8530">
                  <c:v>newberlinjazzguerrilla</c:v>
                </c:pt>
                <c:pt idx="8531">
                  <c:v>neverwasacornflakegirlie</c:v>
                </c:pt>
                <c:pt idx="8532">
                  <c:v>never_use_while_sleeping</c:v>
                </c:pt>
                <c:pt idx="8533">
                  <c:v>neverstopsshopping1992</c:v>
                </c:pt>
                <c:pt idx="8534">
                  <c:v>never_regret_anything</c:v>
                </c:pt>
                <c:pt idx="8535">
                  <c:v>never_really_knowing</c:v>
                </c:pt>
                <c:pt idx="8536">
                  <c:v>neverlovethesamefooltwice</c:v>
                </c:pt>
                <c:pt idx="8537">
                  <c:v>neverlimitdoingjoebeth</c:v>
                </c:pt>
                <c:pt idx="8538">
                  <c:v>neverletthemseeyousweat</c:v>
                </c:pt>
                <c:pt idx="8539">
                  <c:v>neverletgoofthatdream</c:v>
                </c:pt>
                <c:pt idx="8540">
                  <c:v>neverleftnorforsaken</c:v>
                </c:pt>
                <c:pt idx="8541">
                  <c:v>never_leave_this_space</c:v>
                </c:pt>
                <c:pt idx="8542">
                  <c:v>neverleavelonelyalone</c:v>
                </c:pt>
                <c:pt idx="8543">
                  <c:v>neverlandmusicproduction</c:v>
                </c:pt>
                <c:pt idx="8544">
                  <c:v>never_forgotten_randy</c:v>
                </c:pt>
                <c:pt idx="8545">
                  <c:v>neverforgetthatisland</c:v>
                </c:pt>
                <c:pt idx="8546">
                  <c:v>neverforgetgunpowderplot</c:v>
                </c:pt>
                <c:pt idx="8547">
                  <c:v>neverforgetglitterplane</c:v>
                </c:pt>
                <c:pt idx="8548">
                  <c:v>never_ever_forgotten</c:v>
                </c:pt>
                <c:pt idx="8549">
                  <c:v>neverendingvendingmachine</c:v>
                </c:pt>
                <c:pt idx="8550">
                  <c:v>never_ending_struggle</c:v>
                </c:pt>
                <c:pt idx="8551">
                  <c:v>never_ending_sausage</c:v>
                </c:pt>
                <c:pt idx="8552">
                  <c:v>neverendingnightmare101</c:v>
                </c:pt>
                <c:pt idx="8553">
                  <c:v>neverendinglove010109</c:v>
                </c:pt>
                <c:pt idx="8554">
                  <c:v>neverending_fairytale</c:v>
                </c:pt>
                <c:pt idx="8555">
                  <c:v>never_eat_sour_watermelon</c:v>
                </c:pt>
                <c:pt idx="8556">
                  <c:v>never_down_and_out182</c:v>
                </c:pt>
                <c:pt idx="8557">
                  <c:v>neverdiscounttheunderdog</c:v>
                </c:pt>
                <c:pt idx="8558">
                  <c:v>neverdiealwaysliving</c:v>
                </c:pt>
                <c:pt idx="8559">
                  <c:v>never_come_back_down_7</c:v>
                </c:pt>
                <c:pt idx="8560">
                  <c:v>neverbrokeagainentertainment</c:v>
                </c:pt>
                <c:pt idx="8561">
                  <c:v>neverbeenthegirlnextdoor</c:v>
                </c:pt>
                <c:pt idx="8562">
                  <c:v>neverbeenhappier8374</c:v>
                </c:pt>
                <c:pt idx="8563">
                  <c:v>never_been_better214</c:v>
                </c:pt>
                <c:pt idx="8564">
                  <c:v>neveragainwilliloseout</c:v>
                </c:pt>
                <c:pt idx="8565">
                  <c:v>never_4getting_jordan</c:v>
                </c:pt>
                <c:pt idx="8566">
                  <c:v>never4getalwaysremember</c:v>
                </c:pt>
                <c:pt idx="8567">
                  <c:v>neuroticsoundfoundation</c:v>
                </c:pt>
                <c:pt idx="8568">
                  <c:v>neurosisintopsychosis</c:v>
                </c:pt>
                <c:pt idx="8569">
                  <c:v>networkengineeringguy</c:v>
                </c:pt>
                <c:pt idx="8570">
                  <c:v>networkadministrator4hire</c:v>
                </c:pt>
                <c:pt idx="8571">
                  <c:v>nettletonhighschoolband</c:v>
                </c:pt>
                <c:pt idx="8572">
                  <c:v>nessatobydestruction</c:v>
                </c:pt>
                <c:pt idx="8573">
                  <c:v>nessa_tha_caramel_diva</c:v>
                </c:pt>
                <c:pt idx="8574">
                  <c:v>nessa_anne_hudgens_babe</c:v>
                </c:pt>
                <c:pt idx="8575">
                  <c:v>neoteric_always_single</c:v>
                </c:pt>
                <c:pt idx="8576">
                  <c:v>neonportraitphotography</c:v>
                </c:pt>
                <c:pt idx="8577">
                  <c:v>neon_genesis_anderson</c:v>
                </c:pt>
                <c:pt idx="8578">
                  <c:v>nelsonthesupercowboy</c:v>
                </c:pt>
                <c:pt idx="8579">
                  <c:v>nelly_not_the_rapper</c:v>
                </c:pt>
                <c:pt idx="8580">
                  <c:v>nell_finally_got_one</c:v>
                </c:pt>
                <c:pt idx="8581">
                  <c:v>neighborscornerstore</c:v>
                </c:pt>
                <c:pt idx="8582">
                  <c:v>neighborhoodsmokeman</c:v>
                </c:pt>
                <c:pt idx="8583">
                  <c:v>neighborhooddopedealer</c:v>
                </c:pt>
                <c:pt idx="8584">
                  <c:v>neighborhoodcreeprock</c:v>
                </c:pt>
                <c:pt idx="8585">
                  <c:v>neighborhoodbarrelspinner</c:v>
                </c:pt>
                <c:pt idx="8586">
                  <c:v>neighboorhod_trapstar</c:v>
                </c:pt>
                <c:pt idx="8587">
                  <c:v>negativefeedbackbios</c:v>
                </c:pt>
                <c:pt idx="8588">
                  <c:v>nefariousphilosophate</c:v>
                </c:pt>
                <c:pt idx="8589">
                  <c:v>needspecialcomforting</c:v>
                </c:pt>
                <c:pt idx="8590">
                  <c:v>needleandthreadclothes</c:v>
                </c:pt>
                <c:pt idx="8591">
                  <c:v>needleandthepainreaction</c:v>
                </c:pt>
                <c:pt idx="8592">
                  <c:v>needforspeedprostreet</c:v>
                </c:pt>
                <c:pt idx="8593">
                  <c:v>navyofficerrecruiter</c:v>
                </c:pt>
                <c:pt idx="8594">
                  <c:v>nauturalsouhernbeauty</c:v>
                </c:pt>
                <c:pt idx="8595">
                  <c:v>nauticalpearldrummer</c:v>
                </c:pt>
                <c:pt idx="8596">
                  <c:v>naughty_tinkerbell420</c:v>
                </c:pt>
                <c:pt idx="8597">
                  <c:v>naughtysouthernbelle</c:v>
                </c:pt>
                <c:pt idx="8598">
                  <c:v>naughtypolskaprincess913</c:v>
                </c:pt>
                <c:pt idx="8599">
                  <c:v>naughtyplayboypoohbear</c:v>
                </c:pt>
                <c:pt idx="8600">
                  <c:v>naughtyoneentertainment</c:v>
                </c:pt>
                <c:pt idx="8601">
                  <c:v>naughty_nurse_chic_5</c:v>
                </c:pt>
                <c:pt idx="8602">
                  <c:v>naughtynightfuzzymorning</c:v>
                </c:pt>
                <c:pt idx="8603">
                  <c:v>naughtylittleredhead</c:v>
                </c:pt>
                <c:pt idx="8604">
                  <c:v>naughtylilcountrygirl</c:v>
                </c:pt>
                <c:pt idx="8605">
                  <c:v>naughty_lil_angelic_one</c:v>
                </c:pt>
                <c:pt idx="8606">
                  <c:v>naughty_butt_nice_21</c:v>
                </c:pt>
                <c:pt idx="8607">
                  <c:v>naughtybutnicemartin</c:v>
                </c:pt>
                <c:pt idx="8608">
                  <c:v>naughty_but_nice_327</c:v>
                </c:pt>
                <c:pt idx="8609">
                  <c:v>naughtyboystreetclothing</c:v>
                </c:pt>
                <c:pt idx="8610">
                  <c:v>naughty_angel_girl2003</c:v>
                </c:pt>
                <c:pt idx="8611">
                  <c:v>naughtyandnicegirl0214</c:v>
                </c:pt>
                <c:pt idx="8612">
                  <c:v>naturial_born_killer</c:v>
                </c:pt>
                <c:pt idx="8613">
                  <c:v>naturalstory_thefaceshop</c:v>
                </c:pt>
                <c:pt idx="8614">
                  <c:v>naturalimagephotography</c:v>
                </c:pt>
                <c:pt idx="8615">
                  <c:v>naturalhealthandnutrition</c:v>
                </c:pt>
                <c:pt idx="8616">
                  <c:v>naturalessenceskincare</c:v>
                </c:pt>
                <c:pt idx="8617">
                  <c:v>natural_born_winner07</c:v>
                </c:pt>
                <c:pt idx="8618">
                  <c:v>Natural_Born_Sinner13</c:v>
                </c:pt>
                <c:pt idx="8619">
                  <c:v>naturalbornprincess83</c:v>
                </c:pt>
                <c:pt idx="8620">
                  <c:v>naturalbornguitarrist</c:v>
                </c:pt>
                <c:pt idx="8621">
                  <c:v>naturalbornbudsmoker</c:v>
                </c:pt>
                <c:pt idx="8622">
                  <c:v>naturalandmanmadedisaster</c:v>
                </c:pt>
                <c:pt idx="8623">
                  <c:v>nativenewyorker4ever</c:v>
                </c:pt>
                <c:pt idx="8624">
                  <c:v>nativegreenbutterfly</c:v>
                </c:pt>
                <c:pt idx="8625">
                  <c:v>nativeforlifeantuman</c:v>
                </c:pt>
                <c:pt idx="8626">
                  <c:v>native_animal_spirit</c:v>
                </c:pt>
                <c:pt idx="8627">
                  <c:v>nationalunderclassmen</c:v>
                </c:pt>
                <c:pt idx="8628">
                  <c:v>nationalstudentpride</c:v>
                </c:pt>
                <c:pt idx="8629">
                  <c:v>nationalsocialistmovement</c:v>
                </c:pt>
                <c:pt idx="8630">
                  <c:v>nationalpubpokerleague</c:v>
                </c:pt>
                <c:pt idx="8631">
                  <c:v>nationalproductiongroup</c:v>
                </c:pt>
                <c:pt idx="8632">
                  <c:v>nationalprettyboysociety</c:v>
                </c:pt>
                <c:pt idx="8633">
                  <c:v>nationallampooncollege</c:v>
                </c:pt>
                <c:pt idx="8634">
                  <c:v>national_guard_soldier</c:v>
                </c:pt>
                <c:pt idx="8635">
                  <c:v>nationaldisasterrock</c:v>
                </c:pt>
                <c:pt idx="8636">
                  <c:v>nationalcomedycompany</c:v>
                </c:pt>
                <c:pt idx="8637">
                  <c:v>nationalbodychallenge</c:v>
                </c:pt>
                <c:pt idx="8638">
                  <c:v>nationalbeerpongleague</c:v>
                </c:pt>
                <c:pt idx="8639">
                  <c:v>nationalarthonorsociety</c:v>
                </c:pt>
                <c:pt idx="8640">
                  <c:v>nathalienicholemonster</c:v>
                </c:pt>
                <c:pt idx="8641">
                  <c:v>natesyourhuckleberry</c:v>
                </c:pt>
                <c:pt idx="8642">
                  <c:v>nates_softball_gurl_93</c:v>
                </c:pt>
                <c:pt idx="8643">
                  <c:v>natashasciencefitness</c:v>
                </c:pt>
                <c:pt idx="8644">
                  <c:v>natashaonehundredpercent</c:v>
                </c:pt>
                <c:pt idx="8645">
                  <c:v>natasha_fencingmaster</c:v>
                </c:pt>
                <c:pt idx="8646">
                  <c:v>natasha_bedingfield_</c:v>
                </c:pt>
                <c:pt idx="8647">
                  <c:v>natashabananakingston</c:v>
                </c:pt>
                <c:pt idx="8648">
                  <c:v>natalya_gabriella_walker</c:v>
                </c:pt>
                <c:pt idx="8649">
                  <c:v>natalietheworldtraveler</c:v>
                </c:pt>
                <c:pt idx="8650">
                  <c:v>natalierebeccasinger</c:v>
                </c:pt>
                <c:pt idx="8651">
                  <c:v>natalie_rachel_marie</c:v>
                </c:pt>
                <c:pt idx="8652">
                  <c:v>natalierachelanderson</c:v>
                </c:pt>
                <c:pt idx="8653">
                  <c:v>natalie_miller_cocoapuff</c:v>
                </c:pt>
                <c:pt idx="8654">
                  <c:v>natalielaurensaunders</c:v>
                </c:pt>
                <c:pt idx="8655">
                  <c:v>natalie_jordan_lover</c:v>
                </c:pt>
                <c:pt idx="8656">
                  <c:v>nataliejadelouisegibson</c:v>
                </c:pt>
                <c:pt idx="8657">
                  <c:v>nataliedouglashazlewood</c:v>
                </c:pt>
                <c:pt idx="8658">
                  <c:v>nataliechristineward</c:v>
                </c:pt>
                <c:pt idx="8659">
                  <c:v>nataliecatanianelson</c:v>
                </c:pt>
                <c:pt idx="8660">
                  <c:v>nataliecarolinegrace</c:v>
                </c:pt>
                <c:pt idx="8661">
                  <c:v>natalee_thepokemon_master</c:v>
                </c:pt>
                <c:pt idx="8662">
                  <c:v>nasty_strawberry_gurl9</c:v>
                </c:pt>
                <c:pt idx="8663">
                  <c:v>nasty_sivaeva2010_1991</c:v>
                </c:pt>
                <c:pt idx="8664">
                  <c:v>nasty_nates_wicked_jungle</c:v>
                </c:pt>
                <c:pt idx="8665">
                  <c:v>nastyapanova21101997</c:v>
                </c:pt>
                <c:pt idx="8666">
                  <c:v>NashvilleSoccerLeague</c:v>
                </c:pt>
                <c:pt idx="8667">
                  <c:v>nashville_citysearch</c:v>
                </c:pt>
                <c:pt idx="8668">
                  <c:v>narutoakaninetailedfox</c:v>
                </c:pt>
                <c:pt idx="8669">
                  <c:v>naruto21119955991paha</c:v>
                </c:pt>
                <c:pt idx="8670">
                  <c:v>narcoticthrustofficial</c:v>
                </c:pt>
                <c:pt idx="8671">
                  <c:v>narcissitic_plastic_boy</c:v>
                </c:pt>
                <c:pt idx="8672">
                  <c:v>narcassisticdramaqueen</c:v>
                </c:pt>
                <c:pt idx="8673">
                  <c:v>naptownentertainment</c:v>
                </c:pt>
                <c:pt idx="8674">
                  <c:v>napoleon_across_globe</c:v>
                </c:pt>
                <c:pt idx="8675">
                  <c:v>naomicheriephotography</c:v>
                </c:pt>
                <c:pt idx="8676">
                  <c:v>nancymichellegreenberg</c:v>
                </c:pt>
                <c:pt idx="8677">
                  <c:v>nancy_drew_girl_detective</c:v>
                </c:pt>
                <c:pt idx="8678">
                  <c:v>nancy_always_smiling</c:v>
                </c:pt>
                <c:pt idx="8679">
                  <c:v>nana_ultra_absorbante</c:v>
                </c:pt>
                <c:pt idx="8680">
                  <c:v>nameunavailabletoobad</c:v>
                </c:pt>
                <c:pt idx="8681">
                  <c:v>name_that_was_not_picked</c:v>
                </c:pt>
                <c:pt idx="8682">
                  <c:v>nakedweapondarkangel</c:v>
                </c:pt>
                <c:pt idx="8683">
                  <c:v>nailbiterfromseaside</c:v>
                </c:pt>
                <c:pt idx="8684">
                  <c:v>mystifierforthblasphemy</c:v>
                </c:pt>
                <c:pt idx="8685">
                  <c:v>mysticgardennutrition</c:v>
                </c:pt>
                <c:pt idx="8686">
                  <c:v>mystic_force_red_ranger</c:v>
                </c:pt>
                <c:pt idx="8687">
                  <c:v>mystic_fire_entertainment</c:v>
                </c:pt>
                <c:pt idx="8688">
                  <c:v>mysticalsandfilledpit</c:v>
                </c:pt>
                <c:pt idx="8689">
                  <c:v>mysticalmagicalvienna</c:v>
                </c:pt>
                <c:pt idx="8690">
                  <c:v>mystical_flying_pixie91</c:v>
                </c:pt>
                <c:pt idx="8691">
                  <c:v>mysticalfashionscene</c:v>
                </c:pt>
                <c:pt idx="8692">
                  <c:v>mystical_dragon_druid</c:v>
                </c:pt>
                <c:pt idx="8693">
                  <c:v>mysticaldragonbreath</c:v>
                </c:pt>
                <c:pt idx="8694">
                  <c:v>mysticaldarkradiance</c:v>
                </c:pt>
                <c:pt idx="8695">
                  <c:v>mysteryskateboarder1</c:v>
                </c:pt>
                <c:pt idx="8696">
                  <c:v>mysterysciencetheater3000music</c:v>
                </c:pt>
                <c:pt idx="8697">
                  <c:v>mysterydinnerplayhouse</c:v>
                </c:pt>
                <c:pt idx="8698">
                  <c:v>mysterious_monkey_man</c:v>
                </c:pt>
                <c:pt idx="8699">
                  <c:v>mysteriousgranitesphere</c:v>
                </c:pt>
                <c:pt idx="8700">
                  <c:v>mysteriousfivepublishing</c:v>
                </c:pt>
                <c:pt idx="8701">
                  <c:v>mysteriousfallenangel</c:v>
                </c:pt>
                <c:pt idx="8702">
                  <c:v>mysteriousbassoonistgirl</c:v>
                </c:pt>
                <c:pt idx="8703">
                  <c:v>myselfandotherpeople</c:v>
                </c:pt>
                <c:pt idx="8704">
                  <c:v>myrtlethethunderturtle</c:v>
                </c:pt>
                <c:pt idx="8705">
                  <c:v>myriamakamachadolover</c:v>
                </c:pt>
                <c:pt idx="8706">
                  <c:v>mynameisnotavailable5</c:v>
                </c:pt>
                <c:pt idx="8707">
                  <c:v>muteblondiemomospringbaby</c:v>
                </c:pt>
                <c:pt idx="8708">
                  <c:v>mustmakewetforfulleffect</c:v>
                </c:pt>
                <c:pt idx="8709">
                  <c:v>mustlivethecomicallife</c:v>
                </c:pt>
                <c:pt idx="8710">
                  <c:v>mustkilllois100times</c:v>
                </c:pt>
                <c:pt idx="8711">
                  <c:v>muskokaexposurefestival</c:v>
                </c:pt>
                <c:pt idx="8712">
                  <c:v>musicyouwontfindanywhereelse</c:v>
                </c:pt>
                <c:pt idx="8713">
                  <c:v>music__wontletyou__down</c:v>
                </c:pt>
                <c:pt idx="8714">
                  <c:v>music_will_equal_life</c:v>
                </c:pt>
                <c:pt idx="8715">
                  <c:v>musicstephaniethinksisawesome</c:v>
                </c:pt>
                <c:pt idx="8716">
                  <c:v>musicstar_norderstedt</c:v>
                </c:pt>
                <c:pt idx="8717">
                  <c:v>musicstagetheatreislove</c:v>
                </c:pt>
                <c:pt idx="8718">
                  <c:v>musicskateboardinglife</c:v>
                </c:pt>
                <c:pt idx="8719">
                  <c:v>musicmonsterchick19</c:v>
                </c:pt>
                <c:pt idx="8720">
                  <c:v>musicmankaraoke_official</c:v>
                </c:pt>
                <c:pt idx="8721">
                  <c:v>musicmanagerkimberly</c:v>
                </c:pt>
                <c:pt idx="8722">
                  <c:v>musicmanagementunlimited</c:v>
                </c:pt>
                <c:pt idx="8723">
                  <c:v>music_lover_4_life_929</c:v>
                </c:pt>
                <c:pt idx="8724">
                  <c:v>music_love_live_life</c:v>
                </c:pt>
                <c:pt idx="8725">
                  <c:v>music_life_confusion</c:v>
                </c:pt>
                <c:pt idx="8726">
                  <c:v>musicindustryassociation</c:v>
                </c:pt>
                <c:pt idx="8727">
                  <c:v>musician_crazysongwriter</c:v>
                </c:pt>
                <c:pt idx="8728">
                  <c:v>musicforyourentertainment</c:v>
                </c:pt>
                <c:pt idx="8729">
                  <c:v>musicforyourbellybutton</c:v>
                </c:pt>
                <c:pt idx="8730">
                  <c:v>music_for_the_hearted</c:v>
                </c:pt>
                <c:pt idx="8731">
                  <c:v>musicforlifefestival</c:v>
                </c:pt>
                <c:pt idx="8732">
                  <c:v>musicfordaveandwhatnot</c:v>
                </c:pt>
                <c:pt idx="8733">
                  <c:v>musicfootballfanatic</c:v>
                </c:pt>
                <c:pt idx="8734">
                  <c:v>music_dealing_vampire</c:v>
                </c:pt>
                <c:pt idx="8735">
                  <c:v>musicconsultantservice</c:v>
                </c:pt>
                <c:pt idx="8736">
                  <c:v>musicbusinessoverdose</c:v>
                </c:pt>
                <c:pt idx="8737">
                  <c:v>musicbusiness101book</c:v>
                </c:pt>
                <c:pt idx="8738">
                  <c:v>musicandspeedfuelemotion</c:v>
                </c:pt>
                <c:pt idx="8739">
                  <c:v>musicandsongsandstuff</c:v>
                </c:pt>
                <c:pt idx="8740">
                  <c:v>music_always_forever</c:v>
                </c:pt>
                <c:pt idx="8741">
                  <c:v>musicalspiritualtraveler</c:v>
                </c:pt>
                <c:pt idx="8742">
                  <c:v>musicallyandlyrically</c:v>
                </c:pt>
                <c:pt idx="8743">
                  <c:v>musicaldrummer_lightspeed</c:v>
                </c:pt>
                <c:pt idx="8744">
                  <c:v>musicalartistmanagement</c:v>
                </c:pt>
                <c:pt idx="8745">
                  <c:v>musicalangelundercover</c:v>
                </c:pt>
                <c:pt idx="8746">
                  <c:v>music_addict_forever</c:v>
                </c:pt>
                <c:pt idx="8747">
                  <c:v>musicaddictedsassy1989</c:v>
                </c:pt>
                <c:pt idx="8748">
                  <c:v>musclemanjessesavage</c:v>
                </c:pt>
                <c:pt idx="8749">
                  <c:v>musclecarassociation</c:v>
                </c:pt>
                <c:pt idx="8750">
                  <c:v>murrayjuniorhighrockband</c:v>
                </c:pt>
                <c:pt idx="8751">
                  <c:v>murdersuicidemeteorslave</c:v>
                </c:pt>
                <c:pt idx="8752">
                  <c:v>murderousfiligreerox</c:v>
                </c:pt>
                <c:pt idx="8753">
                  <c:v>murderonasundaymorning</c:v>
                </c:pt>
                <c:pt idx="8754">
                  <c:v>murdercaseluxembourg</c:v>
                </c:pt>
                <c:pt idx="8755">
                  <c:v>murderblastingprocess</c:v>
                </c:pt>
                <c:pt idx="8756">
                  <c:v>munster_football_jake</c:v>
                </c:pt>
                <c:pt idx="8757">
                  <c:v>multiplepersonalitydisorder</c:v>
                </c:pt>
                <c:pt idx="8758">
                  <c:v>multimilliondollarrealtor</c:v>
                </c:pt>
                <c:pt idx="8759">
                  <c:v>multimilliondollarman</c:v>
                </c:pt>
                <c:pt idx="8760">
                  <c:v>mugshottentertainment</c:v>
                </c:pt>
                <c:pt idx="8761">
                  <c:v>muffy_the_vampire_slayer</c:v>
                </c:pt>
                <c:pt idx="8762">
                  <c:v>muffinsandthebreakfast</c:v>
                </c:pt>
                <c:pt idx="8763">
                  <c:v>muffin_man_from_hell</c:v>
                </c:pt>
                <c:pt idx="8764">
                  <c:v>muffenssmelllikenoodles</c:v>
                </c:pt>
                <c:pt idx="8765">
                  <c:v>muchbiggahproduction</c:v>
                </c:pt>
                <c:pt idx="8766">
                  <c:v>much_ado_about_nothing_</c:v>
                </c:pt>
                <c:pt idx="8767">
                  <c:v>moviesidefilmfestival</c:v>
                </c:pt>
                <c:pt idx="8768">
                  <c:v>__moviescriptending__</c:v>
                </c:pt>
                <c:pt idx="8769">
                  <c:v>move_out_the_way_bitch</c:v>
                </c:pt>
                <c:pt idx="8770">
                  <c:v>movementwesterndivision</c:v>
                </c:pt>
                <c:pt idx="8771">
                  <c:v>moveforwardneverlookback</c:v>
                </c:pt>
                <c:pt idx="8772">
                  <c:v>mouseturtlecheesecake</c:v>
                </c:pt>
                <c:pt idx="8773">
                  <c:v>mourningstar_clothing</c:v>
                </c:pt>
                <c:pt idx="8774">
                  <c:v>mountpleasantwrestler</c:v>
                </c:pt>
                <c:pt idx="8775">
                  <c:v>mountainstatewireless</c:v>
                </c:pt>
                <c:pt idx="8776">
                  <c:v>mountainshippiestarterkit</c:v>
                </c:pt>
                <c:pt idx="8777">
                  <c:v>mountainranchsamurai</c:v>
                </c:pt>
                <c:pt idx="8778">
                  <c:v>mountainheartofficial</c:v>
                </c:pt>
                <c:pt idx="8779">
                  <c:v>mountaineersportslounge</c:v>
                </c:pt>
                <c:pt idx="8780">
                  <c:v>mountaineerfromabove</c:v>
                </c:pt>
                <c:pt idx="8781">
                  <c:v>mountaineerfanmemphis</c:v>
                </c:pt>
                <c:pt idx="8782">
                  <c:v>mountainboardhireandride</c:v>
                </c:pt>
                <c:pt idx="8783">
                  <c:v>motorcrossracingbabe21</c:v>
                </c:pt>
                <c:pt idx="8784">
                  <c:v>motorcross_chick_135</c:v>
                </c:pt>
                <c:pt idx="8785">
                  <c:v>motivationandfrustration</c:v>
                </c:pt>
                <c:pt idx="8786">
                  <c:v>motionsicknessbeyond</c:v>
                </c:pt>
                <c:pt idx="8787">
                  <c:v>motionpublishingandfilm</c:v>
                </c:pt>
                <c:pt idx="8788">
                  <c:v>motionpicturesoundtrack3</c:v>
                </c:pt>
                <c:pt idx="8789">
                  <c:v>motioncitysoundtrack15</c:v>
                </c:pt>
                <c:pt idx="8790">
                  <c:v>motherwifesisterdaughter</c:v>
                </c:pt>
                <c:pt idx="8791">
                  <c:v>mothertruckerforlife</c:v>
                </c:pt>
                <c:pt idx="8792">
                  <c:v>motherfuckingrockstar</c:v>
                </c:pt>
                <c:pt idx="8793">
                  <c:v>motherfuckingprincess89</c:v>
                </c:pt>
                <c:pt idx="8794">
                  <c:v>motherfuckingprincess123</c:v>
                </c:pt>
                <c:pt idx="8795">
                  <c:v>motherfuckingniggerchrome</c:v>
                </c:pt>
                <c:pt idx="8796">
                  <c:v>motherfuckingcomputer</c:v>
                </c:pt>
                <c:pt idx="8797">
                  <c:v>motherfathersisterbrother</c:v>
                </c:pt>
                <c:pt idx="8798">
                  <c:v>mother_and_nurse1028</c:v>
                </c:pt>
                <c:pt idx="8799">
                  <c:v>motelroom_grandpiano</c:v>
                </c:pt>
                <c:pt idx="8800">
                  <c:v>most_wonderful_feeling</c:v>
                </c:pt>
                <c:pt idx="8801">
                  <c:v>mostvaluablewrestler</c:v>
                </c:pt>
                <c:pt idx="8802">
                  <c:v>most_valuable_princess_09</c:v>
                </c:pt>
                <c:pt idx="8803">
                  <c:v>mostvaluablemagician</c:v>
                </c:pt>
                <c:pt idx="8804">
                  <c:v>most_valuable_latina</c:v>
                </c:pt>
                <c:pt idx="8805">
                  <c:v>most_unique_man_ever</c:v>
                </c:pt>
                <c:pt idx="8806">
                  <c:v>mostmiserablemanindeed</c:v>
                </c:pt>
                <c:pt idx="8807">
                  <c:v>most_metal_since_iron_age</c:v>
                </c:pt>
                <c:pt idx="8808">
                  <c:v>mostknownunknown3000</c:v>
                </c:pt>
                <c:pt idx="8809">
                  <c:v>mostextraordinarymachine</c:v>
                </c:pt>
                <c:pt idx="8810">
                  <c:v>mostexaltedpotentate</c:v>
                </c:pt>
                <c:pt idx="8811">
                  <c:v>mosteligiblebachelor</c:v>
                </c:pt>
                <c:pt idx="8812">
                  <c:v>mostdisturbingprettymuch</c:v>
                </c:pt>
                <c:pt idx="8813">
                  <c:v>mostblueeyedblondeever</c:v>
                </c:pt>
                <c:pt idx="8814">
                  <c:v>mostbeautifulredhead</c:v>
                </c:pt>
                <c:pt idx="8815">
                  <c:v>mostbeautifulletdown</c:v>
                </c:pt>
                <c:pt idx="8816">
                  <c:v>MostBeautifullestThing</c:v>
                </c:pt>
                <c:pt idx="8817">
                  <c:v>mossy_oak_countryboy</c:v>
                </c:pt>
                <c:pt idx="8818">
                  <c:v>moscowdriftteamsuper</c:v>
                </c:pt>
                <c:pt idx="8819">
                  <c:v>mortuaryhackingsession</c:v>
                </c:pt>
                <c:pt idx="8820">
                  <c:v>mortgagecitycorporation</c:v>
                </c:pt>
                <c:pt idx="8821">
                  <c:v>mortalityfadingmusic</c:v>
                </c:pt>
                <c:pt idx="8822">
                  <c:v>morrislovesmashpotato</c:v>
                </c:pt>
                <c:pt idx="8823">
                  <c:v>morphosisenteractive</c:v>
                </c:pt>
                <c:pt idx="8824">
                  <c:v>morphineandchocolate</c:v>
                </c:pt>
                <c:pt idx="8825">
                  <c:v>moroccanprincess4eva</c:v>
                </c:pt>
                <c:pt idx="8826">
                  <c:v>morningstar_photography</c:v>
                </c:pt>
                <c:pt idx="8827">
                  <c:v>morninggloryyeahright</c:v>
                </c:pt>
                <c:pt idx="8828">
                  <c:v>morganthemagnificent</c:v>
                </c:pt>
                <c:pt idx="8829">
                  <c:v>morganreneeentertainment</c:v>
                </c:pt>
                <c:pt idx="8830">
                  <c:v>morganmichellefuller</c:v>
                </c:pt>
                <c:pt idx="8831">
                  <c:v>morganlax_player_2205</c:v>
                </c:pt>
                <c:pt idx="8832">
                  <c:v>morgan_its_all_inside</c:v>
                </c:pt>
                <c:pt idx="8833">
                  <c:v>morgan_elizabeth_compton</c:v>
                </c:pt>
                <c:pt idx="8834">
                  <c:v>morganelizabethbenson</c:v>
                </c:pt>
                <c:pt idx="8835">
                  <c:v>morgancoxphotography</c:v>
                </c:pt>
                <c:pt idx="8836">
                  <c:v>morgan1softballplayer</c:v>
                </c:pt>
                <c:pt idx="8837">
                  <c:v>moretroublethanitsworth</c:v>
                </c:pt>
                <c:pt idx="8838">
                  <c:v>more_than_whats_real</c:v>
                </c:pt>
                <c:pt idx="8839">
                  <c:v>more__than__useless__</c:v>
                </c:pt>
                <c:pt idx="8840">
                  <c:v>more_than_loneliness</c:v>
                </c:pt>
                <c:pt idx="8841">
                  <c:v>morescenethansonnymoore</c:v>
                </c:pt>
                <c:pt idx="8842">
                  <c:v>more_red_wine_please</c:v>
                </c:pt>
                <c:pt idx="8843">
                  <c:v>moreno_salvadorean_guy</c:v>
                </c:pt>
                <c:pt idx="8844">
                  <c:v>moreincrediblethanher</c:v>
                </c:pt>
                <c:pt idx="8845">
                  <c:v>morefairtomethanaprilrain</c:v>
                </c:pt>
                <c:pt idx="8846">
                  <c:v>morbidmollyholyholly</c:v>
                </c:pt>
                <c:pt idx="8847">
                  <c:v>morbid_depressionist</c:v>
                </c:pt>
                <c:pt idx="8848">
                  <c:v>moo_the_galloping_cat</c:v>
                </c:pt>
                <c:pt idx="8849">
                  <c:v>mooregirlcatastrophe</c:v>
                </c:pt>
                <c:pt idx="8850">
                  <c:v>moonwolfformallymindthegap</c:v>
                </c:pt>
                <c:pt idx="8851">
                  <c:v>moon_willow_cherokee</c:v>
                </c:pt>
                <c:pt idx="8852">
                  <c:v>moonshinyhappypeople</c:v>
                </c:pt>
                <c:pt idx="8853">
                  <c:v>MoonshineandHomeGrown</c:v>
                </c:pt>
                <c:pt idx="8854">
                  <c:v>moonscreamlovelyparade</c:v>
                </c:pt>
                <c:pt idx="8855">
                  <c:v>moonprincessprotector</c:v>
                </c:pt>
                <c:pt idx="8856">
                  <c:v>moonlightwalkerwoman</c:v>
                </c:pt>
                <c:pt idx="8857">
                  <c:v>moon_light_slaughter</c:v>
                </c:pt>
                <c:pt idx="8858">
                  <c:v>moonlight_knight_child</c:v>
                </c:pt>
                <c:pt idx="8859">
                  <c:v>moonlightgrahamgreer</c:v>
                </c:pt>
                <c:pt idx="8860">
                  <c:v>moonlightandparadise</c:v>
                </c:pt>
                <c:pt idx="8861">
                  <c:v>__moonlight_aka_luna__</c:v>
                </c:pt>
                <c:pt idx="8862">
                  <c:v>moonchild_blackhippie</c:v>
                </c:pt>
                <c:pt idx="8863">
                  <c:v>monster_under_the_bed</c:v>
                </c:pt>
                <c:pt idx="8864">
                  <c:v>monstertruckextravaganza</c:v>
                </c:pt>
                <c:pt idx="8865">
                  <c:v>monsterfromtheparasol</c:v>
                </c:pt>
                <c:pt idx="8866">
                  <c:v>monroehornetchic1313</c:v>
                </c:pt>
                <c:pt idx="8867">
                  <c:v>monochromeeyespectrum</c:v>
                </c:pt>
                <c:pt idx="8868">
                  <c:v>monkey__yes_the_real_one</c:v>
                </c:pt>
                <c:pt idx="8869">
                  <c:v>monkeywilldanceforfood</c:v>
                </c:pt>
                <c:pt idx="8870">
                  <c:v>monkeythebeautiful92</c:v>
                </c:pt>
                <c:pt idx="8871">
                  <c:v>monkeyquesteither1113</c:v>
                </c:pt>
                <c:pt idx="8872">
                  <c:v>monkeypuzzletreejanine</c:v>
                </c:pt>
                <c:pt idx="8873">
                  <c:v>monkeygoatdonkeychicken</c:v>
                </c:pt>
                <c:pt idx="8874">
                  <c:v>monkeycatchingpopstar</c:v>
                </c:pt>
                <c:pt idx="8875">
                  <c:v>monkeybusinessinstitute</c:v>
                </c:pt>
                <c:pt idx="8876">
                  <c:v>monkeybusiness9stuart</c:v>
                </c:pt>
                <c:pt idx="8877">
                  <c:v>monistaryentertainment</c:v>
                </c:pt>
                <c:pt idx="8878">
                  <c:v>moniquebuchanan_momo</c:v>
                </c:pt>
                <c:pt idx="8879">
                  <c:v>monica_was_here_12_18_0</c:v>
                </c:pt>
                <c:pt idx="8880">
                  <c:v>monicaraye_croballer_12</c:v>
                </c:pt>
                <c:pt idx="8881">
                  <c:v>monica_monique_martinez</c:v>
                </c:pt>
                <c:pt idx="8882">
                  <c:v>monica_merlin_aka_chola</c:v>
                </c:pt>
                <c:pt idx="8883">
                  <c:v>monicamarydivinemercy</c:v>
                </c:pt>
                <c:pt idx="8884">
                  <c:v>monicaforpresident2008</c:v>
                </c:pt>
                <c:pt idx="8885">
                  <c:v>monicafayepicklesmith</c:v>
                </c:pt>
                <c:pt idx="8886">
                  <c:v>mongooserideratheart</c:v>
                </c:pt>
                <c:pt idx="8887">
                  <c:v>mongolia_white_castle</c:v>
                </c:pt>
                <c:pt idx="8888">
                  <c:v>mongolianpopcornbutter</c:v>
                </c:pt>
                <c:pt idx="8889">
                  <c:v>moneytalksitdontspeak</c:v>
                </c:pt>
                <c:pt idx="8890">
                  <c:v>moneytalksandianswer</c:v>
                </c:pt>
                <c:pt idx="8891">
                  <c:v>moneyovereverything30</c:v>
                </c:pt>
                <c:pt idx="8892">
                  <c:v>moneyovereverything323</c:v>
                </c:pt>
                <c:pt idx="8893">
                  <c:v>moneyovereverything0</c:v>
                </c:pt>
                <c:pt idx="8894">
                  <c:v>money_over_everything</c:v>
                </c:pt>
                <c:pt idx="8895">
                  <c:v>moneyovamatterrecordsent</c:v>
                </c:pt>
                <c:pt idx="8896">
                  <c:v>moneymanentertainment</c:v>
                </c:pt>
                <c:pt idx="8897">
                  <c:v>money_maker_for_life</c:v>
                </c:pt>
                <c:pt idx="8898">
                  <c:v>moneymakerandgirltaker</c:v>
                </c:pt>
                <c:pt idx="8899">
                  <c:v>moneymaker4ever213444</c:v>
                </c:pt>
                <c:pt idx="8900">
                  <c:v>moneymachinedontplay</c:v>
                </c:pt>
                <c:pt idx="8901">
                  <c:v>MONEYGOESWITEVERYTHING</c:v>
                </c:pt>
                <c:pt idx="8902">
                  <c:v>moneydoesbuyhappiness</c:v>
                </c:pt>
                <c:pt idx="8903">
                  <c:v>moneyclipsproduction</c:v>
                </c:pt>
                <c:pt idx="8904">
                  <c:v>moneyandmuscleoutlaw</c:v>
                </c:pt>
                <c:pt idx="8905">
                  <c:v>money9power9respect9</c:v>
                </c:pt>
                <c:pt idx="8906">
                  <c:v>monavie_international</c:v>
                </c:pt>
                <c:pt idx="8907">
                  <c:v>monarchsoftballplaya</c:v>
                </c:pt>
                <c:pt idx="8908">
                  <c:v>monarchrevenuemanagement</c:v>
                </c:pt>
                <c:pt idx="8909">
                  <c:v>mona_lisa_photography</c:v>
                </c:pt>
                <c:pt idx="8910">
                  <c:v>mommytoeliandannacate</c:v>
                </c:pt>
                <c:pt idx="8911">
                  <c:v>mommylovesherprincess</c:v>
                </c:pt>
                <c:pt idx="8912">
                  <c:v>mommy_baseball_fan33</c:v>
                </c:pt>
                <c:pt idx="8913">
                  <c:v>mommy2rileyandmadison</c:v>
                </c:pt>
                <c:pt idx="8914">
                  <c:v>mommy2princesstaylor</c:v>
                </c:pt>
                <c:pt idx="8915">
                  <c:v>mommy2brandonandbradley</c:v>
                </c:pt>
                <c:pt idx="8916">
                  <c:v>molly_the_photographer</c:v>
                </c:pt>
                <c:pt idx="8917">
                  <c:v>molly_motorboat_penis</c:v>
                </c:pt>
                <c:pt idx="8918">
                  <c:v>mollydolly_melancholy</c:v>
                </c:pt>
                <c:pt idx="8919">
                  <c:v>mollybloomandherappetite</c:v>
                </c:pt>
                <c:pt idx="8920">
                  <c:v>molesterman99_killer99</c:v>
                </c:pt>
                <c:pt idx="8921">
                  <c:v>moe_money_ova_everything</c:v>
                </c:pt>
                <c:pt idx="8922">
                  <c:v>modestmousesadsappysucker</c:v>
                </c:pt>
                <c:pt idx="8923">
                  <c:v>modernyouthorchestra</c:v>
                </c:pt>
                <c:pt idx="8924">
                  <c:v>modernworldcollection</c:v>
                </c:pt>
                <c:pt idx="8925">
                  <c:v>modernrecordingtechnique</c:v>
                </c:pt>
                <c:pt idx="8926">
                  <c:v>modernrecordingcompany</c:v>
                </c:pt>
                <c:pt idx="8927">
                  <c:v>moderndayknight91290</c:v>
                </c:pt>
                <c:pt idx="8928">
                  <c:v>modernday_cinderella</c:v>
                </c:pt>
                <c:pt idx="8929">
                  <c:v>moderatesituationaleuphoria</c:v>
                </c:pt>
                <c:pt idx="8930">
                  <c:v>model_rockstar_actress</c:v>
                </c:pt>
                <c:pt idx="8931">
                  <c:v>model_jessica_nicole</c:v>
                </c:pt>
                <c:pt idx="8932">
                  <c:v>model_citizen_clothing</c:v>
                </c:pt>
                <c:pt idx="8933">
                  <c:v>modelcitizenclothing</c:v>
                </c:pt>
                <c:pt idx="8934">
                  <c:v>model_christina_hall</c:v>
                </c:pt>
                <c:pt idx="8935">
                  <c:v>mobile_addict_forever</c:v>
                </c:pt>
                <c:pt idx="8936">
                  <c:v>mixtapemeltdownsyracuse</c:v>
                </c:pt>
                <c:pt idx="8937">
                  <c:v>mixmastercolonelsanders</c:v>
                </c:pt>
                <c:pt idx="8938">
                  <c:v>mixed_with_spicy_honey</c:v>
                </c:pt>
                <c:pt idx="8939">
                  <c:v>mixedguyfromblackplanet</c:v>
                </c:pt>
                <c:pt idx="8940">
                  <c:v>mixagainstxenophobia</c:v>
                </c:pt>
                <c:pt idx="8941">
                  <c:v>mitzi.self-hazelwood</c:v>
                </c:pt>
                <c:pt idx="8942">
                  <c:v>mitchell_thomas_bird</c:v>
                </c:pt>
                <c:pt idx="8943">
                  <c:v>_mitchell_the_great_</c:v>
                </c:pt>
                <c:pt idx="8944">
                  <c:v>misunderstood_gurlshelly</c:v>
                </c:pt>
                <c:pt idx="8945">
                  <c:v>misty_madison_gilbert</c:v>
                </c:pt>
                <c:pt idx="8946">
                  <c:v>mistressvictorianorth</c:v>
                </c:pt>
                <c:pt idx="8947">
                  <c:v>mistressrobynleather</c:v>
                </c:pt>
                <c:pt idx="8948">
                  <c:v>mistresslesliesavage</c:v>
                </c:pt>
                <c:pt idx="8949">
                  <c:v>mistressbluespainslut</c:v>
                </c:pt>
                <c:pt idx="8950">
                  <c:v>mister_too_damn_good</c:v>
                </c:pt>
                <c:pt idx="8951">
                  <c:v>misterrustyshackleford</c:v>
                </c:pt>
                <c:pt idx="8952">
                  <c:v>misterinvisiblehiphop</c:v>
                </c:pt>
                <c:pt idx="8953">
                  <c:v>mister_good_from_the_hood</c:v>
                </c:pt>
                <c:pt idx="8954">
                  <c:v>misterconleyversion12</c:v>
                </c:pt>
                <c:pt idx="8955">
                  <c:v>misteradvancedplacement</c:v>
                </c:pt>
                <c:pt idx="8956">
                  <c:v>mist_and_midnight_skies</c:v>
                </c:pt>
                <c:pt idx="8957">
                  <c:v>missythecorpsefactory</c:v>
                </c:pt>
                <c:pt idx="8958">
                  <c:v>missy_imogen_princess</c:v>
                </c:pt>
                <c:pt idx="8959">
                  <c:v>missy_hearts_you_4ever</c:v>
                </c:pt>
                <c:pt idx="8960">
                  <c:v>misswhitegirlattitude</c:v>
                </c:pt>
                <c:pt idx="8961">
                  <c:v>misswestvirginia_2005</c:v>
                </c:pt>
                <c:pt idx="8962">
                  <c:v>miss_victoria_rogers</c:v>
                </c:pt>
                <c:pt idx="8963">
                  <c:v>missunderstoodvintage</c:v>
                </c:pt>
                <c:pt idx="8964">
                  <c:v>missunderstoodgurl11</c:v>
                </c:pt>
                <c:pt idx="8965">
                  <c:v>MissUnderstood_Bitch</c:v>
                </c:pt>
                <c:pt idx="8966">
                  <c:v>misstiffanymaryclaire_</c:v>
                </c:pt>
                <c:pt idx="8967">
                  <c:v>miss_tiffany_breakfast</c:v>
                </c:pt>
                <c:pt idx="8968">
                  <c:v>miss_sweet_angel_4ever</c:v>
                </c:pt>
                <c:pt idx="8969">
                  <c:v>miss_sweet_and_sassy</c:v>
                </c:pt>
                <c:pt idx="8970">
                  <c:v>miss_sexy_brianna_lynn</c:v>
                </c:pt>
                <c:pt idx="8971">
                  <c:v>missseductivezoechick</c:v>
                </c:pt>
                <c:pt idx="8972">
                  <c:v>miss_scandalous_bitch</c:v>
                </c:pt>
                <c:pt idx="8973">
                  <c:v>misssarah_thegothicshoppe</c:v>
                </c:pt>
                <c:pt idx="8974">
                  <c:v>miss_rock_trivia_200</c:v>
                </c:pt>
                <c:pt idx="8975">
                  <c:v>miss_republican_bowhead</c:v>
                </c:pt>
                <c:pt idx="8976">
                  <c:v>missreneefoxydivastyle</c:v>
                </c:pt>
                <c:pt idx="8977">
                  <c:v>miss_razorblade_romance</c:v>
                </c:pt>
                <c:pt idx="8978">
                  <c:v>missquanteriaalexandria</c:v>
                </c:pt>
                <c:pt idx="8979">
                  <c:v>miss_punk_rock_princess</c:v>
                </c:pt>
                <c:pt idx="8980">
                  <c:v>misspriss_maleficent</c:v>
                </c:pt>
                <c:pt idx="8981">
                  <c:v>missprincessjennifer</c:v>
                </c:pt>
                <c:pt idx="8982">
                  <c:v>missprincesscharming</c:v>
                </c:pt>
                <c:pt idx="8983">
                  <c:v>miss_princess_bonnie_</c:v>
                </c:pt>
                <c:pt idx="8984">
                  <c:v>miss_penny_lane_1980</c:v>
                </c:pt>
                <c:pt idx="8985">
                  <c:v>misspeanutbutterlover</c:v>
                </c:pt>
                <c:pt idx="8986">
                  <c:v>miss_peanutbuttercup</c:v>
                </c:pt>
                <c:pt idx="8987">
                  <c:v>missnortheastentertainer</c:v>
                </c:pt>
                <c:pt idx="8988">
                  <c:v>missneworleanscalliope3</c:v>
                </c:pt>
                <c:pt idx="8989">
                  <c:v>miss_new_latina_booty</c:v>
                </c:pt>
                <c:pt idx="8990">
                  <c:v>miss_new_booty_amanda</c:v>
                </c:pt>
                <c:pt idx="8991">
                  <c:v>miss.natalyaromanova</c:v>
                </c:pt>
                <c:pt idx="8992">
                  <c:v>miss_miranda_michelle</c:v>
                </c:pt>
                <c:pt idx="8993">
                  <c:v>missmichaelachatterbox</c:v>
                </c:pt>
                <c:pt idx="8994">
                  <c:v>miss_melissa_matthews</c:v>
                </c:pt>
                <c:pt idx="8995">
                  <c:v>missluckytinaforlife</c:v>
                </c:pt>
                <c:pt idx="8996">
                  <c:v>miss_loaded_god_complex</c:v>
                </c:pt>
                <c:pt idx="8997">
                  <c:v>misslindsaylouwilson</c:v>
                </c:pt>
                <c:pt idx="8998">
                  <c:v>miss_lily_evans_potter</c:v>
                </c:pt>
                <c:pt idx="8999">
                  <c:v>miss_kitty_fantastico_19</c:v>
                </c:pt>
                <c:pt idx="9000">
                  <c:v>misskittenandthehacker</c:v>
                </c:pt>
                <c:pt idx="9001">
                  <c:v>misskelseylovesheather</c:v>
                </c:pt>
                <c:pt idx="9002">
                  <c:v>missjennifromtheblock</c:v>
                </c:pt>
                <c:pt idx="9003">
                  <c:v>miss__jennifer__marie</c:v>
                </c:pt>
                <c:pt idx="9004">
                  <c:v>missjamaicaakadebbie</c:v>
                </c:pt>
                <c:pt idx="9005">
                  <c:v>miss_jacquelyn_michelle</c:v>
                </c:pt>
                <c:pt idx="9006">
                  <c:v>mississippist_basketball</c:v>
                </c:pt>
                <c:pt idx="9007">
                  <c:v>missionsemiimpossible</c:v>
                </c:pt>
                <c:pt idx="9008">
                  <c:v>missionimpossibleand1</c:v>
                </c:pt>
                <c:pt idx="9009">
                  <c:v>missinvisiblepenguin</c:v>
                </c:pt>
                <c:pt idx="9010">
                  <c:v>missinnocentprincess17</c:v>
                </c:pt>
                <c:pt idx="9011">
                  <c:v>missingthejerseyshore</c:v>
                </c:pt>
                <c:pt idx="9012">
                  <c:v>missingthefloridalife</c:v>
                </c:pt>
                <c:pt idx="9013">
                  <c:v>missinginactiontheband1</c:v>
                </c:pt>
                <c:pt idx="9014">
                  <c:v>missinginactionmusic</c:v>
                </c:pt>
                <c:pt idx="9015">
                  <c:v>missing_from_bethlehem</c:v>
                </c:pt>
                <c:pt idx="9016">
                  <c:v>missing_but_not_lost</c:v>
                </c:pt>
                <c:pt idx="9017">
                  <c:v>missingthe9beginning</c:v>
                </c:pt>
                <c:pt idx="9018">
                  <c:v>miss_hot_spicy_cherry</c:v>
                </c:pt>
                <c:pt idx="9019">
                  <c:v>miss_honey_christina18</c:v>
                </c:pt>
                <c:pt idx="9020">
                  <c:v>misshermionejanegranger</c:v>
                </c:pt>
                <c:pt idx="9021">
                  <c:v>missghettocunningham09</c:v>
                </c:pt>
                <c:pt idx="9022">
                  <c:v>miss_genevieve_marie</c:v>
                </c:pt>
                <c:pt idx="9023">
                  <c:v>missfuckingmurder</c:v>
                </c:pt>
                <c:pt idx="9024">
                  <c:v>miss_fortuneburlesque</c:v>
                </c:pt>
                <c:pt idx="9025">
                  <c:v>missflorencepecanfestival</c:v>
                </c:pt>
                <c:pt idx="9026">
                  <c:v>missfirebirdhottie74</c:v>
                </c:pt>
                <c:pt idx="9027">
                  <c:v>miss_fashion_queenie</c:v>
                </c:pt>
                <c:pt idx="9028">
                  <c:v>missfairytaledreamer</c:v>
                </c:pt>
                <c:pt idx="9029">
                  <c:v>missdiamondakaspoiledbaby</c:v>
                </c:pt>
                <c:pt idx="9030">
                  <c:v>miss_crystal_and_julia</c:v>
                </c:pt>
                <c:pt idx="9031">
                  <c:v>miss_conceited_booty</c:v>
                </c:pt>
                <c:pt idx="9032">
                  <c:v>missconceitedandspoiled</c:v>
                </c:pt>
                <c:pt idx="9033">
                  <c:v>missconceitedakamissy</c:v>
                </c:pt>
                <c:pt idx="9034">
                  <c:v>miss_cinnamon_spider</c:v>
                </c:pt>
                <c:pt idx="9035">
                  <c:v>misschocolategirl11</c:v>
                </c:pt>
                <c:pt idx="9036">
                  <c:v>miss_chocolate_delight07</c:v>
                </c:pt>
                <c:pt idx="9037">
                  <c:v>miss_chocolatedelight</c:v>
                </c:pt>
                <c:pt idx="9038">
                  <c:v>miss_chocolate_beauty</c:v>
                </c:pt>
                <c:pt idx="9039">
                  <c:v>misscheerleaderchick</c:v>
                </c:pt>
                <c:pt idx="9040">
                  <c:v>miss_cassandra_nicole</c:v>
                </c:pt>
                <c:pt idx="9041">
                  <c:v>misscarameldelight2000</c:v>
                </c:pt>
                <c:pt idx="9042">
                  <c:v>miss__brittany__lynn__21</c:v>
                </c:pt>
                <c:pt idx="9043">
                  <c:v>miss_bonita_del_barrio</c:v>
                </c:pt>
                <c:pt idx="9044">
                  <c:v>missblueberrymuffin0</c:v>
                </c:pt>
                <c:pt idx="9045">
                  <c:v>miss_blondie_thumper</c:v>
                </c:pt>
                <c:pt idx="9046">
                  <c:v>miss_beautiful_princess</c:v>
                </c:pt>
                <c:pt idx="9047">
                  <c:v>miss_beautiful_blonde</c:v>
                </c:pt>
                <c:pt idx="9048">
                  <c:v>miss_attitude_problem</c:v>
                </c:pt>
                <c:pt idx="9049">
                  <c:v>miss_ashley_michelle</c:v>
                </c:pt>
                <c:pt idx="9050">
                  <c:v>miss_ashley_ladybulldog09</c:v>
                </c:pt>
                <c:pt idx="9051">
                  <c:v>miss_ash_ley_danielle</c:v>
                </c:pt>
                <c:pt idx="9052">
                  <c:v>missashleychrisbrown</c:v>
                </c:pt>
                <c:pt idx="9053">
                  <c:v>miss_applebottom_kitty</c:v>
                </c:pt>
                <c:pt idx="9054">
                  <c:v>missangelinaballerina</c:v>
                </c:pt>
                <c:pt idx="9055">
                  <c:v>missamber_aka_bigbooty</c:v>
                </c:pt>
                <c:pt idx="9056">
                  <c:v>miss_aggie_ladynonya</c:v>
                </c:pt>
                <c:pt idx="9057">
                  <c:v>miss_adrianne_aka_nikki</c:v>
                </c:pt>
                <c:pt idx="9058">
                  <c:v>mishmash_the_almighty</c:v>
                </c:pt>
                <c:pt idx="9059">
                  <c:v>misfit_psychwardcrew</c:v>
                </c:pt>
                <c:pt idx="9060">
                  <c:v>misfitgurl_003_alejandra</c:v>
                </c:pt>
                <c:pt idx="9061">
                  <c:v>misery_needs_company</c:v>
                </c:pt>
                <c:pt idx="9062">
                  <c:v>miserymade_beautiful</c:v>
                </c:pt>
                <c:pt idx="9063">
                  <c:v>miseryandgingraphics</c:v>
                </c:pt>
                <c:pt idx="9064">
                  <c:v>mischievouslittleelf</c:v>
                </c:pt>
                <c:pt idx="9065">
                  <c:v>mischievous_lil_faery</c:v>
                </c:pt>
                <c:pt idx="9066">
                  <c:v>mischiefmayhemandsoap</c:v>
                </c:pt>
                <c:pt idx="9067">
                  <c:v>miscellaneousmusicgroup</c:v>
                </c:pt>
                <c:pt idx="9068">
                  <c:v>mirrorsonlytelloneside</c:v>
                </c:pt>
                <c:pt idx="9069">
                  <c:v>mirkwood_middle_earth</c:v>
                </c:pt>
                <c:pt idx="9070">
                  <c:v>mirkwoodforest_carin</c:v>
                </c:pt>
                <c:pt idx="9071">
                  <c:v>miriam_liltroublemaker</c:v>
                </c:pt>
                <c:pt idx="9072">
                  <c:v>miriam_fansite_and_backup</c:v>
                </c:pt>
                <c:pt idx="9073">
                  <c:v>mirandadeidreadriannebird</c:v>
                </c:pt>
                <c:pt idx="9074">
                  <c:v>miranda_and_peter_forever</c:v>
                </c:pt>
                <c:pt idx="9075">
                  <c:v>miraclesarehappening</c:v>
                </c:pt>
                <c:pt idx="9076">
                  <c:v>miracleandthesoulinterpreter</c:v>
                </c:pt>
                <c:pt idx="9077">
                  <c:v>minutemenbringingthepain</c:v>
                </c:pt>
                <c:pt idx="9078">
                  <c:v>minute_maid_lemonade</c:v>
                </c:pt>
                <c:pt idx="9079">
                  <c:v>mint_licorice_candydoll</c:v>
                </c:pt>
                <c:pt idx="9080">
                  <c:v>minsineyaratam5034250342</c:v>
                </c:pt>
                <c:pt idx="9081">
                  <c:v>minoritythebandmusic</c:v>
                </c:pt>
                <c:pt idx="9082">
                  <c:v>minorityclothinghome</c:v>
                </c:pt>
                <c:pt idx="9083">
                  <c:v>minnie_mouse__tinkerbell</c:v>
                </c:pt>
                <c:pt idx="9084">
                  <c:v>minneapolismessaround</c:v>
                </c:pt>
                <c:pt idx="9085">
                  <c:v>minium_wage_prostitute</c:v>
                </c:pt>
                <c:pt idx="9086">
                  <c:v>ministerwithoutportfolio</c:v>
                </c:pt>
                <c:pt idx="9087">
                  <c:v>mineralanimalvegetable</c:v>
                </c:pt>
                <c:pt idx="9088">
                  <c:v>minecraftstyle20031999</c:v>
                </c:pt>
                <c:pt idx="9089">
                  <c:v>mindwithfearatremble</c:v>
                </c:pt>
                <c:pt idx="9090">
                  <c:v>mindwalkrecordinglabel</c:v>
                </c:pt>
                <c:pt idx="9091">
                  <c:v>mindtripperdancesister</c:v>
                </c:pt>
                <c:pt idx="9092">
                  <c:v>mindstatethecerebralarchitect</c:v>
                </c:pt>
                <c:pt idx="9093">
                  <c:v>mindlessselfindulgence9</c:v>
                </c:pt>
                <c:pt idx="9094">
                  <c:v>mindlessgenocideband</c:v>
                </c:pt>
                <c:pt idx="9095">
                  <c:v>mindframeentertainment</c:v>
                </c:pt>
                <c:pt idx="9096">
                  <c:v>mindbodyspirit_musicman</c:v>
                </c:pt>
                <c:pt idx="9097">
                  <c:v>mindbendentertainment</c:v>
                </c:pt>
                <c:pt idx="9098">
                  <c:v>mimrahman0192115783</c:v>
                </c:pt>
                <c:pt idx="9099">
                  <c:v>mimi_made_allys_space</c:v>
                </c:pt>
                <c:pt idx="9100">
                  <c:v>mimi_aka_tha_princess</c:v>
                </c:pt>
                <c:pt idx="9101">
                  <c:v>milwaukeetoolsnotbeer</c:v>
                </c:pt>
                <c:pt idx="9102">
                  <c:v>milwaukeepunkrockmovie</c:v>
                </c:pt>
                <c:pt idx="9103">
                  <c:v>milwaukeepanfishclub</c:v>
                </c:pt>
                <c:pt idx="9104">
                  <c:v>milwaukee_brewer_girl</c:v>
                </c:pt>
                <c:pt idx="9105">
                  <c:v>miltown_representative</c:v>
                </c:pt>
                <c:pt idx="9106">
                  <c:v>mil_town_latina_gurl</c:v>
                </c:pt>
                <c:pt idx="9107">
                  <c:v>miltownhottestsinger</c:v>
                </c:pt>
                <c:pt idx="9108">
                  <c:v>milotheprojectionist</c:v>
                </c:pt>
                <c:pt idx="9109">
                  <c:v>milo3pointspecialist</c:v>
                </c:pt>
                <c:pt idx="9110">
                  <c:v>million_midget_march</c:v>
                </c:pt>
                <c:pt idx="9111">
                  <c:v>million_dollar_showgirl</c:v>
                </c:pt>
                <c:pt idx="9112">
                  <c:v>milliondollarmovieproject</c:v>
                </c:pt>
                <c:pt idx="9113">
                  <c:v>milliondollarmarijuana</c:v>
                </c:pt>
                <c:pt idx="9114">
                  <c:v>milliondollarman700</c:v>
                </c:pt>
                <c:pt idx="9115">
                  <c:v>milliondollarhappiness</c:v>
                </c:pt>
                <c:pt idx="9116">
                  <c:v>milliondollardrummer</c:v>
                </c:pt>
                <c:pt idx="9117">
                  <c:v>milliondollarcorporation</c:v>
                </c:pt>
                <c:pt idx="9118">
                  <c:v>milliondollarbaby54321</c:v>
                </c:pt>
                <c:pt idx="9119">
                  <c:v>milliondollarbaby_23</c:v>
                </c:pt>
                <c:pt idx="9120">
                  <c:v>million_dollar_baby21</c:v>
                </c:pt>
                <c:pt idx="9121">
                  <c:v>millionboyentertainment</c:v>
                </c:pt>
                <c:pt idx="9122">
                  <c:v>millionairess_lifestyle</c:v>
                </c:pt>
                <c:pt idx="9123">
                  <c:v>millionairemurdertrial</c:v>
                </c:pt>
                <c:pt idx="9124">
                  <c:v>milliethemightymouse</c:v>
                </c:pt>
                <c:pt idx="9125">
                  <c:v>milliethemagnificent</c:v>
                </c:pt>
                <c:pt idx="9126">
                  <c:v>millersixpack_2010hotmail</c:v>
                </c:pt>
                <c:pt idx="9127">
                  <c:v>millerlitelongisland</c:v>
                </c:pt>
                <c:pt idx="9128">
                  <c:v>millerlitecowgirl_02</c:v>
                </c:pt>
                <c:pt idx="9129">
                  <c:v>miller_genuine_draught</c:v>
                </c:pt>
                <c:pt idx="9130">
                  <c:v>millergenuindraftgirl</c:v>
                </c:pt>
                <c:pt idx="9131">
                  <c:v>millenniumrealtygroup</c:v>
                </c:pt>
                <c:pt idx="9132">
                  <c:v>millenniummusiccenter</c:v>
                </c:pt>
                <c:pt idx="9133">
                  <c:v>millenniummiddleschool</c:v>
                </c:pt>
                <c:pt idx="9134">
                  <c:v>millathebloodspiller</c:v>
                </c:pt>
                <c:pt idx="9135">
                  <c:v>milkthecowfeatjefflawrence</c:v>
                </c:pt>
                <c:pt idx="9136">
                  <c:v>milkshakebournemouth</c:v>
                </c:pt>
                <c:pt idx="9137">
                  <c:v>milkdoesabodygood_belle</c:v>
                </c:pt>
                <c:pt idx="9138">
                  <c:v>milkchocolate_crackbaby</c:v>
                </c:pt>
                <c:pt idx="9139">
                  <c:v>milkchocolatecandygirl</c:v>
                </c:pt>
                <c:pt idx="9140">
                  <c:v>milk_and_cookie_captain</c:v>
                </c:pt>
                <c:pt idx="9141">
                  <c:v>militarywifeandmommy</c:v>
                </c:pt>
                <c:pt idx="9142">
                  <c:v>militarygerlintraining</c:v>
                </c:pt>
                <c:pt idx="9143">
                  <c:v>militarycastrofamily</c:v>
                </c:pt>
                <c:pt idx="9144">
                  <c:v>milfordhighschooldrumline</c:v>
                </c:pt>
                <c:pt idx="9145">
                  <c:v>mikeyiscoolerthanyou</c:v>
                </c:pt>
                <c:pt idx="9146">
                  <c:v>mike_the_shadowdancer</c:v>
                </c:pt>
                <c:pt idx="9147">
                  <c:v>mike_the_magnificent</c:v>
                </c:pt>
                <c:pt idx="9148">
                  <c:v>mikethegoodlookingbrother</c:v>
                </c:pt>
                <c:pt idx="9149">
                  <c:v>mikethefatcocksucker</c:v>
                </c:pt>
                <c:pt idx="9150">
                  <c:v>mikesweetwiththemustang</c:v>
                </c:pt>
                <c:pt idx="9151">
                  <c:v>_mike_shela_burnside</c:v>
                </c:pt>
                <c:pt idx="9152">
                  <c:v>mikepleaseacceptthisname</c:v>
                </c:pt>
                <c:pt idx="9153">
                  <c:v>mike_metalforbreakfast</c:v>
                </c:pt>
                <c:pt idx="9154">
                  <c:v>mikemendozatalksport</c:v>
                </c:pt>
                <c:pt idx="9155">
                  <c:v>mikeloveakayoungdutch</c:v>
                </c:pt>
                <c:pt idx="9156">
                  <c:v>mike_king_football_playa</c:v>
                </c:pt>
                <c:pt idx="9157">
                  <c:v>mikejoechrissamapathy</c:v>
                </c:pt>
                <c:pt idx="9158">
                  <c:v>mikehelicoptertech2189</c:v>
                </c:pt>
                <c:pt idx="9159">
                  <c:v>mikefromsuperfreshanddope</c:v>
                </c:pt>
                <c:pt idx="9160">
                  <c:v>mike_collins_superstar</c:v>
                </c:pt>
                <c:pt idx="9161">
                  <c:v>mikecarrolllottolout</c:v>
                </c:pt>
                <c:pt idx="9162">
                  <c:v>mikeblackandemiliewhite</c:v>
                </c:pt>
                <c:pt idx="9163">
                  <c:v>mike_bearingtheblame</c:v>
                </c:pt>
                <c:pt idx="9164">
                  <c:v>mike_and_sarah_4ever</c:v>
                </c:pt>
                <c:pt idx="9165">
                  <c:v>mikeandmichellerobinson</c:v>
                </c:pt>
                <c:pt idx="9166">
                  <c:v>mikeandallisonforever</c:v>
                </c:pt>
                <c:pt idx="9167">
                  <c:v>mike31_the_unforgiven</c:v>
                </c:pt>
                <c:pt idx="9168">
                  <c:v>miharu_the_lone_wolf</c:v>
                </c:pt>
                <c:pt idx="9169">
                  <c:v>mightyjoeyoungsoundtrack</c:v>
                </c:pt>
                <c:pt idx="9170">
                  <c:v>mightyangel_for_life</c:v>
                </c:pt>
                <c:pt idx="9171">
                  <c:v>mightcauseacoldfront</c:v>
                </c:pt>
                <c:pt idx="9172">
                  <c:v>miffanychurbobblecobble</c:v>
                </c:pt>
                <c:pt idx="9173">
                  <c:v>midwestparanormalsociety</c:v>
                </c:pt>
                <c:pt idx="9174">
                  <c:v>midwestmustangassociation</c:v>
                </c:pt>
                <c:pt idx="9175">
                  <c:v>mid_west_entertainment</c:v>
                </c:pt>
                <c:pt idx="9176">
                  <c:v>midtermbreakstreetteam</c:v>
                </c:pt>
                <c:pt idx="9177">
                  <c:v>midtempointernational</c:v>
                </c:pt>
                <c:pt idx="9178">
                  <c:v>midsummersnowsideproject</c:v>
                </c:pt>
                <c:pt idx="9179">
                  <c:v>midnighttemptressamy</c:v>
                </c:pt>
                <c:pt idx="9180">
                  <c:v>midnightsun_lightningrain</c:v>
                </c:pt>
                <c:pt idx="9181">
                  <c:v>midnightsolareclipse</c:v>
                </c:pt>
                <c:pt idx="9182">
                  <c:v>midnightsocietycrashandburn</c:v>
                </c:pt>
                <c:pt idx="9183">
                  <c:v>midnight_snackattacksarah</c:v>
                </c:pt>
                <c:pt idx="9184">
                  <c:v>midnight_motion_band</c:v>
                </c:pt>
                <c:pt idx="9185">
                  <c:v>midnight_moon_mistress</c:v>
                </c:pt>
                <c:pt idx="9186">
                  <c:v>midnightmantheivorydream</c:v>
                </c:pt>
                <c:pt idx="9187">
                  <c:v>midnightloveensemble</c:v>
                </c:pt>
                <c:pt idx="9188">
                  <c:v>midnightillusionmusic</c:v>
                </c:pt>
                <c:pt idx="9189">
                  <c:v>midnight_hour_photography</c:v>
                </c:pt>
                <c:pt idx="9190">
                  <c:v>midnightgenesismetal</c:v>
                </c:pt>
                <c:pt idx="9191">
                  <c:v>midnightempresskingdom</c:v>
                </c:pt>
                <c:pt idx="9192">
                  <c:v>midmonroeanimalhospital</c:v>
                </c:pt>
                <c:pt idx="9193">
                  <c:v>midlifecrisisrockband</c:v>
                </c:pt>
                <c:pt idx="9194">
                  <c:v>midlifecrisisorlando</c:v>
                </c:pt>
                <c:pt idx="9195">
                  <c:v>midknightgamblerscarclub</c:v>
                </c:pt>
                <c:pt idx="9196">
                  <c:v>midgetsmugglerisland</c:v>
                </c:pt>
                <c:pt idx="9197">
                  <c:v>midget_munchkin_teacher</c:v>
                </c:pt>
                <c:pt idx="9198">
                  <c:v>middleschoolworshipteam</c:v>
                </c:pt>
                <c:pt idx="9199">
                  <c:v>middlematadorblocker</c:v>
                </c:pt>
                <c:pt idx="9200">
                  <c:v>middlegeorgiabaseball</c:v>
                </c:pt>
                <c:pt idx="9201">
                  <c:v>middlefingerguitarist</c:v>
                </c:pt>
                <c:pt idx="9202">
                  <c:v>middleeastpeaceorchestra</c:v>
                </c:pt>
                <c:pt idx="9203">
                  <c:v>middleeasternterrorist</c:v>
                </c:pt>
                <c:pt idx="9204">
                  <c:v>middleeasternliterature</c:v>
                </c:pt>
                <c:pt idx="9205">
                  <c:v>middle_eastern_holiday</c:v>
                </c:pt>
                <c:pt idx="9206">
                  <c:v>midbaseball2909blake</c:v>
                </c:pt>
                <c:pt idx="9207">
                  <c:v>midatlanticfilmfestival</c:v>
                </c:pt>
                <c:pt idx="9208">
                  <c:v>midaircollisionofficial</c:v>
                </c:pt>
                <c:pt idx="9209">
                  <c:v>mickymouseashenfelter</c:v>
                </c:pt>
                <c:pt idx="9210">
                  <c:v>micky_and_claire_4ever</c:v>
                </c:pt>
                <c:pt idx="9211">
                  <c:v>mick_master_mike200</c:v>
                </c:pt>
                <c:pt idx="9212">
                  <c:v>michigansportsfan1975</c:v>
                </c:pt>
                <c:pt idx="9213">
                  <c:v>michiganfootballfreak</c:v>
                </c:pt>
                <c:pt idx="9214">
                  <c:v>michiganfootballfan4ever</c:v>
                </c:pt>
                <c:pt idx="9215">
                  <c:v>michigandopedealer420</c:v>
                </c:pt>
                <c:pt idx="9216">
                  <c:v>michellethehappymommy</c:v>
                </c:pt>
                <c:pt idx="9217">
                  <c:v>michellethebombshell</c:v>
                </c:pt>
                <c:pt idx="9218">
                  <c:v>michelletaffyhearts21</c:v>
                </c:pt>
                <c:pt idx="9219">
                  <c:v>michellesoutherncharm</c:v>
                </c:pt>
                <c:pt idx="9220">
                  <c:v>michelle_singsongwriter</c:v>
                </c:pt>
                <c:pt idx="9221">
                  <c:v>michellesingersongwriter</c:v>
                </c:pt>
                <c:pt idx="9222">
                  <c:v>michelleshortandsweet</c:v>
                </c:pt>
                <c:pt idx="9223">
                  <c:v>michelleseckinger01204</c:v>
                </c:pt>
                <c:pt idx="9224">
                  <c:v>michelle_noel_sanders</c:v>
                </c:pt>
                <c:pt idx="9225">
                  <c:v>michelle_nicole_simpson</c:v>
                </c:pt>
                <c:pt idx="9226">
                  <c:v>michellemoralesvincent</c:v>
                </c:pt>
                <c:pt idx="9227">
                  <c:v>michelle_milstead2003</c:v>
                </c:pt>
                <c:pt idx="9228">
                  <c:v>michelle_messing_around</c:v>
                </c:pt>
                <c:pt idx="9229">
                  <c:v>michellemariefreeman</c:v>
                </c:pt>
                <c:pt idx="9230">
                  <c:v>michellelynncampbell</c:v>
                </c:pt>
                <c:pt idx="9231">
                  <c:v>michellelillycrowder</c:v>
                </c:pt>
                <c:pt idx="9232">
                  <c:v>michellelawrencemusic</c:v>
                </c:pt>
                <c:pt idx="9233">
                  <c:v>michelle_jayne_louise</c:v>
                </c:pt>
                <c:pt idx="9234">
                  <c:v>michellehudsontucker</c:v>
                </c:pt>
                <c:pt idx="9235">
                  <c:v>michellehotchocolate</c:v>
                </c:pt>
                <c:pt idx="9236">
                  <c:v>michelle_from_foolhouse</c:v>
                </c:pt>
                <c:pt idx="9237">
                  <c:v>michellefishheadpants</c:v>
                </c:pt>
                <c:pt idx="9238">
                  <c:v>michelle_crazy_like_whoa</c:v>
                </c:pt>
                <c:pt idx="9239">
                  <c:v>michelle_cheerleader4life</c:v>
                </c:pt>
                <c:pt idx="9240">
                  <c:v>michellebuchananmusic</c:v>
                </c:pt>
                <c:pt idx="9241">
                  <c:v>michellebranchhillaryclinton</c:v>
                </c:pt>
                <c:pt idx="9242">
                  <c:v>michellebonillamusic</c:v>
                </c:pt>
                <c:pt idx="9243">
                  <c:v>michelleblueicedtiger</c:v>
                </c:pt>
                <c:pt idx="9244">
                  <c:v>michelle_babygirl805</c:v>
                </c:pt>
                <c:pt idx="9245">
                  <c:v>michellebaby_forever</c:v>
                </c:pt>
                <c:pt idx="9246">
                  <c:v>michelleashleynicole</c:v>
                </c:pt>
                <c:pt idx="9247">
                  <c:v>michelleangelicamartinez</c:v>
                </c:pt>
                <c:pt idx="9248">
                  <c:v>michelleandylanforever</c:v>
                </c:pt>
                <c:pt idx="9249">
                  <c:v>michelleandlindsayfoo</c:v>
                </c:pt>
                <c:pt idx="9250">
                  <c:v>michelle_and_kari_kent</c:v>
                </c:pt>
                <c:pt idx="9251">
                  <c:v>michelle_and_joe_1998</c:v>
                </c:pt>
                <c:pt idx="9252">
                  <c:v>michelle_and_alexandra919</c:v>
                </c:pt>
                <c:pt idx="9253">
                  <c:v>michelle_aka_sunshine</c:v>
                </c:pt>
                <c:pt idx="9254">
                  <c:v>michele_the_sexy_beastie</c:v>
                </c:pt>
                <c:pt idx="9255">
                  <c:v>michele_prettypoison</c:v>
                </c:pt>
                <c:pt idx="9256">
                  <c:v>michelecoxphotography</c:v>
                </c:pt>
                <c:pt idx="9257">
                  <c:v>michaelalancarpenter</c:v>
                </c:pt>
                <c:pt idx="9258">
                  <c:v>michaela_and_maria_rock</c:v>
                </c:pt>
                <c:pt idx="9259">
                  <c:v>miasexysouthernbelle</c:v>
                </c:pt>
                <c:pt idx="9260">
                  <c:v>MiaNterry2gether4eva</c:v>
                </c:pt>
                <c:pt idx="9261">
                  <c:v>miamipolicepatrolsouthend</c:v>
                </c:pt>
                <c:pt idx="9262">
                  <c:v>miamimusicconference</c:v>
                </c:pt>
                <c:pt idx="9263">
                  <c:v>miamigurlindabuilding</c:v>
                </c:pt>
                <c:pt idx="9264">
                  <c:v>miamibeachrecordingstudio</c:v>
                </c:pt>
                <c:pt idx="9265">
                  <c:v>miamibeachrealestate</c:v>
                </c:pt>
                <c:pt idx="9266">
                  <c:v>mia_hearts_the_pepper</c:v>
                </c:pt>
                <c:pt idx="9267">
                  <c:v>mia_got_shot_like_yeah</c:v>
                </c:pt>
                <c:pt idx="9268">
                  <c:v>miabellaprincessmisty</c:v>
                </c:pt>
                <c:pt idx="9269">
                  <c:v>metropolitanmurderweapon</c:v>
                </c:pt>
                <c:pt idx="9270">
                  <c:v>meteorologistnickjohnston</c:v>
                </c:pt>
                <c:pt idx="9271">
                  <c:v>metaphysicalstreetteam</c:v>
                </c:pt>
                <c:pt idx="9272">
                  <c:v>metaphysicalrabbithole</c:v>
                </c:pt>
                <c:pt idx="9273">
                  <c:v>metal_thrashing_madman</c:v>
                </c:pt>
                <c:pt idx="9274">
                  <c:v>metalstormentertainment</c:v>
                </c:pt>
                <c:pt idx="9275">
                  <c:v>metalrockpunkmixtape</c:v>
                </c:pt>
                <c:pt idx="9276">
                  <c:v>metalpeekaboostranger</c:v>
                </c:pt>
                <c:pt idx="9277">
                  <c:v>metal_monster_maniac</c:v>
                </c:pt>
                <c:pt idx="9278">
                  <c:v>metal_head_freak_4_life_</c:v>
                </c:pt>
                <c:pt idx="9279">
                  <c:v>metalheadedguitarfreak</c:v>
                </c:pt>
                <c:pt idx="9280">
                  <c:v>metalbitchphotography</c:v>
                </c:pt>
                <c:pt idx="9281">
                  <c:v>metalandrockarewicked</c:v>
                </c:pt>
                <c:pt idx="9282">
                  <c:v>metalandhardcorefever</c:v>
                </c:pt>
                <c:pt idx="9283">
                  <c:v>messin_with_the_great</c:v>
                </c:pt>
                <c:pt idx="9284">
                  <c:v>messheadclothingtest</c:v>
                </c:pt>
                <c:pt idx="9285">
                  <c:v>messagefromthebeyond</c:v>
                </c:pt>
                <c:pt idx="9286">
                  <c:v>message_beneath_contempt</c:v>
                </c:pt>
                <c:pt idx="9287">
                  <c:v>mesquiteseniorprank0</c:v>
                </c:pt>
                <c:pt idx="9288">
                  <c:v>merrylittlemetalhead</c:v>
                </c:pt>
                <c:pt idx="9289">
                  <c:v>meredithloverforever</c:v>
                </c:pt>
                <c:pt idx="9290">
                  <c:v>meredithcorsonbaldwin</c:v>
                </c:pt>
                <c:pt idx="9291">
                  <c:v>mercynightclubregular</c:v>
                </c:pt>
                <c:pt idx="9292">
                  <c:v>mercyjusticehumilitylove</c:v>
                </c:pt>
                <c:pt idx="9293">
                  <c:v>mercilessmobsopranoboy</c:v>
                </c:pt>
                <c:pt idx="9294">
                  <c:v>mercedespinkiceprincess</c:v>
                </c:pt>
                <c:pt idx="9295">
                  <c:v>mercedes_lynn_conway</c:v>
                </c:pt>
                <c:pt idx="9296">
                  <c:v>mercedesdaniellesmith</c:v>
                </c:pt>
                <c:pt idx="9297">
                  <c:v>mercedesceceliasteelman</c:v>
                </c:pt>
                <c:pt idx="9298">
                  <c:v>mentorsonlyrealhiphop</c:v>
                </c:pt>
                <c:pt idx="9299">
                  <c:v>mentallyunstablegoalie</c:v>
                </c:pt>
                <c:pt idx="9300">
                  <c:v>mentallydisturbedguy</c:v>
                </c:pt>
                <c:pt idx="9301">
                  <c:v>menshouldnotfearpink</c:v>
                </c:pt>
                <c:pt idx="9302">
                  <c:v>mendontprotectyouanymore</c:v>
                </c:pt>
                <c:pt idx="9303">
                  <c:v>memphis_tiger_4_life</c:v>
                </c:pt>
                <c:pt idx="9304">
                  <c:v>memphis_blood_nigger</c:v>
                </c:pt>
                <c:pt idx="9305">
                  <c:v>memoryplayshideandseek</c:v>
                </c:pt>
                <c:pt idx="9306">
                  <c:v>memorial_hall_library</c:v>
                </c:pt>
                <c:pt idx="9307">
                  <c:v>memorialdayweekend4ever</c:v>
                </c:pt>
                <c:pt idx="9308">
                  <c:v>meloncholic_desperation</c:v>
                </c:pt>
                <c:pt idx="9309">
                  <c:v>melodystyleapartment</c:v>
                </c:pt>
                <c:pt idx="9310">
                  <c:v>melody_chapman_tucker</c:v>
                </c:pt>
                <c:pt idx="9311">
                  <c:v>melodicenergycommission</c:v>
                </c:pt>
                <c:pt idx="9312">
                  <c:v>melodicdeathmetalmike</c:v>
                </c:pt>
                <c:pt idx="9313">
                  <c:v>melodicabortionorchestra</c:v>
                </c:pt>
                <c:pt idx="9314">
                  <c:v>mellyloveskelly21385</c:v>
                </c:pt>
                <c:pt idx="9315">
                  <c:v>mellow_yellow_fellow</c:v>
                </c:pt>
                <c:pt idx="9316">
                  <c:v>MellonCollieButterfly</c:v>
                </c:pt>
                <c:pt idx="9317">
                  <c:v>melissatonyaustinevan</c:v>
                </c:pt>
                <c:pt idx="9318">
                  <c:v>melissatheweddingplanner</c:v>
                </c:pt>
                <c:pt idx="9319">
                  <c:v>melissa_the_notorious</c:v>
                </c:pt>
                <c:pt idx="9320">
                  <c:v>melissastinkerbellpage</c:v>
                </c:pt>
                <c:pt idx="9321">
                  <c:v>melissasteinphotography</c:v>
                </c:pt>
                <c:pt idx="9322">
                  <c:v>melissa_soccerbabe09</c:v>
                </c:pt>
                <c:pt idx="9323">
                  <c:v>melissa_sexyblonde_18</c:v>
                </c:pt>
                <c:pt idx="9324">
                  <c:v>melissa_sexy_baby_101</c:v>
                </c:pt>
                <c:pt idx="9325">
                  <c:v>melissa_rock_life_hard</c:v>
                </c:pt>
                <c:pt idx="9326">
                  <c:v>melissareneefranklin</c:v>
                </c:pt>
                <c:pt idx="9327">
                  <c:v>Melissa_Petersen1229</c:v>
                </c:pt>
                <c:pt idx="9328">
                  <c:v>melissa_missy_whatever</c:v>
                </c:pt>
                <c:pt idx="9329">
                  <c:v>melissamichellesmith0128</c:v>
                </c:pt>
                <c:pt idx="9330">
                  <c:v>melissamichellemitchell</c:v>
                </c:pt>
                <c:pt idx="9331">
                  <c:v>melissa_marie_walker</c:v>
                </c:pt>
                <c:pt idx="9332">
                  <c:v>melissamariemartinez</c:v>
                </c:pt>
                <c:pt idx="9333">
                  <c:v>melissa_marie_collins</c:v>
                </c:pt>
                <c:pt idx="9334">
                  <c:v>melissamadethisforme</c:v>
                </c:pt>
                <c:pt idx="9335">
                  <c:v>melissa_little_bastard</c:v>
                </c:pt>
                <c:pt idx="9336">
                  <c:v>melissa_joan_hart_fan</c:v>
                </c:pt>
                <c:pt idx="9337">
                  <c:v>melissa_exotic_piercer</c:v>
                </c:pt>
                <c:pt idx="9338">
                  <c:v>melissachrisanddanny</c:v>
                </c:pt>
                <c:pt idx="9339">
                  <c:v>melissa_aka_the_best</c:v>
                </c:pt>
                <c:pt idx="9340">
                  <c:v>melindawarrenhalliwell</c:v>
                </c:pt>
                <c:pt idx="9341">
                  <c:v>melinda_linda_whiteout</c:v>
                </c:pt>
                <c:pt idx="9342">
                  <c:v>melindajoshandalison</c:v>
                </c:pt>
                <c:pt idx="9343">
                  <c:v>mel_dirtycountrygirl</c:v>
                </c:pt>
                <c:pt idx="9344">
                  <c:v>melaniechapmanalways</c:v>
                </c:pt>
                <c:pt idx="9345">
                  <c:v>melanie__arellano100</c:v>
                </c:pt>
                <c:pt idx="9346">
                  <c:v>melancholymetalchick</c:v>
                </c:pt>
                <c:pt idx="9347">
                  <c:v>melancholicresidualdamage</c:v>
                </c:pt>
                <c:pt idx="9348">
                  <c:v>meitrixstudio54_chris</c:v>
                </c:pt>
                <c:pt idx="9349">
                  <c:v>meinernameristgunter</c:v>
                </c:pt>
                <c:pt idx="9350">
                  <c:v>meharchaingangsoldier54</c:v>
                </c:pt>
                <c:pt idx="9351">
                  <c:v>meghanfrigginelizabeth</c:v>
                </c:pt>
                <c:pt idx="9352">
                  <c:v>meghan7greenmountain</c:v>
                </c:pt>
                <c:pt idx="9353">
                  <c:v>megan_taylor_donahue</c:v>
                </c:pt>
                <c:pt idx="9354">
                  <c:v>meganparker_roleplayer</c:v>
                </c:pt>
                <c:pt idx="9355">
                  <c:v>meganpalmerspikedriver</c:v>
                </c:pt>
                <c:pt idx="9356">
                  <c:v>megan_middlename_gorman</c:v>
                </c:pt>
                <c:pt idx="9357">
                  <c:v>megan_gilbert_spicer</c:v>
                </c:pt>
                <c:pt idx="9358">
                  <c:v>meganelizabethparker</c:v>
                </c:pt>
                <c:pt idx="9359">
                  <c:v>megan_elizabeth_manning</c:v>
                </c:pt>
                <c:pt idx="9360">
                  <c:v>_megan_beautiful_kiss</c:v>
                </c:pt>
                <c:pt idx="9361">
                  <c:v>megan_babygurl_redbone</c:v>
                </c:pt>
                <c:pt idx="9362">
                  <c:v>meganandveetelevision</c:v>
                </c:pt>
                <c:pt idx="9363">
                  <c:v>meganandcarl4fourlife</c:v>
                </c:pt>
                <c:pt idx="9364">
                  <c:v>meganandbrandon4ever</c:v>
                </c:pt>
                <c:pt idx="9365">
                  <c:v>meetthaloverandthefighter</c:v>
                </c:pt>
                <c:pt idx="9366">
                  <c:v>meetandgreet_podcast</c:v>
                </c:pt>
                <c:pt idx="9367">
                  <c:v>medical_injury_lawyer</c:v>
                </c:pt>
                <c:pt idx="9368">
                  <c:v>medford_him_street_team</c:v>
                </c:pt>
                <c:pt idx="9369">
                  <c:v>mechanicaldeathwhore</c:v>
                </c:pt>
                <c:pt idx="9370">
                  <c:v>meatwadmoonmaster1</c:v>
                </c:pt>
                <c:pt idx="9371">
                  <c:v>meangreenturtlemachine</c:v>
                </c:pt>
                <c:pt idx="9372">
                  <c:v>meangreensloppyjoemachine</c:v>
                </c:pt>
                <c:pt idx="9373">
                  <c:v>meanfaceentertainment</c:v>
                </c:pt>
                <c:pt idx="9374">
                  <c:v>meaghan_rachel_ashley</c:v>
                </c:pt>
                <c:pt idx="9375">
                  <c:v>meagan_1andonly_beautiful</c:v>
                </c:pt>
                <c:pt idx="9376">
                  <c:v>meadowbrooknightlife</c:v>
                </c:pt>
                <c:pt idx="9377">
                  <c:v>mayraisprincess4ever</c:v>
                </c:pt>
                <c:pt idx="9378">
                  <c:v>maygoodprevailoverevil</c:v>
                </c:pt>
                <c:pt idx="9379">
                  <c:v>maygodblessourmilitary</c:v>
                </c:pt>
                <c:pt idx="9380">
                  <c:v>mayexperienceturbulence</c:v>
                </c:pt>
                <c:pt idx="9381">
                  <c:v>maycauseinternalbleeding</c:v>
                </c:pt>
                <c:pt idx="9382">
                  <c:v>maybridgerealitygroup</c:v>
                </c:pt>
                <c:pt idx="9383">
                  <c:v>may11981causticalone</c:v>
                </c:pt>
                <c:pt idx="9384">
                  <c:v>maxtownnotgrapestreet</c:v>
                </c:pt>
                <c:pt idx="9385">
                  <c:v>maxine_and_gwendolyn</c:v>
                </c:pt>
                <c:pt idx="9386">
                  <c:v>maximustheinvincible</c:v>
                </c:pt>
                <c:pt idx="9387">
                  <c:v>maximuslapteff472022934</c:v>
                </c:pt>
                <c:pt idx="9388">
                  <c:v>maximumarticulatingthing</c:v>
                </c:pt>
                <c:pt idx="9389">
                  <c:v>maximizeyourenjoyment</c:v>
                </c:pt>
                <c:pt idx="9390">
                  <c:v>maximillionvalentine</c:v>
                </c:pt>
                <c:pt idx="9391">
                  <c:v>maxhiding_questionmark</c:v>
                </c:pt>
                <c:pt idx="9392">
                  <c:v>max89042511499odapob48</c:v>
                </c:pt>
                <c:pt idx="9393">
                  <c:v>mavisbeaconteachestyping</c:v>
                </c:pt>
                <c:pt idx="9394">
                  <c:v>maverickallstarcheer</c:v>
                </c:pt>
                <c:pt idx="9395">
                  <c:v>mattison_basketball25</c:v>
                </c:pt>
                <c:pt idx="9396">
                  <c:v>mattisnotmusicallytalented</c:v>
                </c:pt>
                <c:pt idx="9397">
                  <c:v>mattie_depressed_single</c:v>
                </c:pt>
                <c:pt idx="9398">
                  <c:v>matthewutteruniversity</c:v>
                </c:pt>
                <c:pt idx="9399">
                  <c:v>matthewtravisperry802</c:v>
                </c:pt>
                <c:pt idx="9400">
                  <c:v>matthewthomasmartinez</c:v>
                </c:pt>
                <c:pt idx="9401">
                  <c:v>matthewspervertedorgan</c:v>
                </c:pt>
                <c:pt idx="9402">
                  <c:v>matthewsmusicandworld</c:v>
                </c:pt>
                <c:pt idx="9403">
                  <c:v>matthewpinballwizard</c:v>
                </c:pt>
                <c:pt idx="9404">
                  <c:v>matthewpattersonlancaster</c:v>
                </c:pt>
                <c:pt idx="9405">
                  <c:v>matthewharperphotography</c:v>
                </c:pt>
                <c:pt idx="9406">
                  <c:v>matthewgoodnightrock</c:v>
                </c:pt>
                <c:pt idx="9407">
                  <c:v>matthew_can_kick_ass</c:v>
                </c:pt>
                <c:pt idx="9408">
                  <c:v>matthewbrowncreative</c:v>
                </c:pt>
                <c:pt idx="9409">
                  <c:v>matthewbenjamincompton</c:v>
                </c:pt>
                <c:pt idx="9410">
                  <c:v>matthewandaprilevans</c:v>
                </c:pt>
                <c:pt idx="9411">
                  <c:v>matthewallenanderson</c:v>
                </c:pt>
                <c:pt idx="9412">
                  <c:v>matthew_aka_hollywud</c:v>
                </c:pt>
                <c:pt idx="9413">
                  <c:v>matthecreepycheerleader</c:v>
                </c:pt>
                <c:pt idx="9414">
                  <c:v>matlaevasvetlana1143</c:v>
                </c:pt>
                <c:pt idx="9415">
                  <c:v>mathsuccessunlimited</c:v>
                </c:pt>
                <c:pt idx="9416">
                  <c:v>mathfeaturingbritthuff</c:v>
                </c:pt>
                <c:pt idx="9417">
                  <c:v>matfromthesimpsonworld</c:v>
                </c:pt>
                <c:pt idx="9418">
                  <c:v>materialchickgonefamous</c:v>
                </c:pt>
                <c:pt idx="9419">
                  <c:v>mater_academy_lion_band</c:v>
                </c:pt>
                <c:pt idx="9420">
                  <c:v>matefeedkillrepeat90</c:v>
                </c:pt>
                <c:pt idx="9421">
                  <c:v>masturbateswithtoothbrush</c:v>
                </c:pt>
                <c:pt idx="9422">
                  <c:v>masterwayneakabatman</c:v>
                </c:pt>
                <c:pt idx="9423">
                  <c:v>masterstoneandthecobrakai</c:v>
                </c:pt>
                <c:pt idx="9424">
                  <c:v>mastersplinter_lopez</c:v>
                </c:pt>
                <c:pt idx="9425">
                  <c:v>master_splinter_band</c:v>
                </c:pt>
                <c:pt idx="9426">
                  <c:v>master_shake_the_drizzle</c:v>
                </c:pt>
                <c:pt idx="9427">
                  <c:v>masterplanmanagement</c:v>
                </c:pt>
                <c:pt idx="9428">
                  <c:v>masterpimpplayer200</c:v>
                </c:pt>
                <c:pt idx="9429">
                  <c:v>MasterMassageTherapist</c:v>
                </c:pt>
                <c:pt idx="9430">
                  <c:v>mastergeorgewashington</c:v>
                </c:pt>
                <c:pt idx="9431">
                  <c:v>masterfreckpettyofficer</c:v>
                </c:pt>
                <c:pt idx="9432">
                  <c:v>masterflydavisdazzle</c:v>
                </c:pt>
                <c:pt idx="9433">
                  <c:v>masterdarknessfallen</c:v>
                </c:pt>
                <c:pt idx="9434">
                  <c:v>master_chief_head_shot</c:v>
                </c:pt>
                <c:pt idx="9435">
                  <c:v>masterbedroomtheband</c:v>
                </c:pt>
                <c:pt idx="9436">
                  <c:v>masterandhisslavemarissa</c:v>
                </c:pt>
                <c:pt idx="9437">
                  <c:v>massundergroundtunnel</c:v>
                </c:pt>
                <c:pt idx="9438">
                  <c:v>massoud_atef_represent</c:v>
                </c:pt>
                <c:pt idx="9439">
                  <c:v>massive_paranoia_attack</c:v>
                </c:pt>
                <c:pt idx="9440">
                  <c:v>massiveattackorlando</c:v>
                </c:pt>
                <c:pt idx="9441">
                  <c:v>massage_west_chicago</c:v>
                </c:pt>
                <c:pt idx="9442">
                  <c:v>massagetherapybusiness</c:v>
                </c:pt>
                <c:pt idx="9443">
                  <c:v>massagetherapistmegan</c:v>
                </c:pt>
                <c:pt idx="9444">
                  <c:v>massagetherapistkendra</c:v>
                </c:pt>
                <c:pt idx="9445">
                  <c:v>masonwillruletheworld</c:v>
                </c:pt>
                <c:pt idx="9446">
                  <c:v>masochisticdeathcannibal</c:v>
                </c:pt>
                <c:pt idx="9447">
                  <c:v>maryvilleredneckgirl</c:v>
                </c:pt>
                <c:pt idx="9448">
                  <c:v>marytheresacolapinto</c:v>
                </c:pt>
                <c:pt idx="9449">
                  <c:v>marythehighlandmoocow</c:v>
                </c:pt>
                <c:pt idx="9450">
                  <c:v>mary_tha_brunette_chick</c:v>
                </c:pt>
                <c:pt idx="9451">
                  <c:v>marysflowersuperhead</c:v>
                </c:pt>
                <c:pt idx="9452">
                  <c:v>marypoppinsdeathumbrella</c:v>
                </c:pt>
                <c:pt idx="9453">
                  <c:v>marymargaretunderwood</c:v>
                </c:pt>
                <c:pt idx="9454">
                  <c:v>marylandstateboychoir</c:v>
                </c:pt>
                <c:pt idx="9455">
                  <c:v>mary.kristine.stanley</c:v>
                </c:pt>
                <c:pt idx="9456">
                  <c:v>marykathrynpatterson</c:v>
                </c:pt>
                <c:pt idx="9457">
                  <c:v>marykatherinesuperstar</c:v>
                </c:pt>
                <c:pt idx="9458">
                  <c:v>mary_kate_the_real_thing</c:v>
                </c:pt>
                <c:pt idx="9459">
                  <c:v>marykatelyndespelder</c:v>
                </c:pt>
                <c:pt idx="9460">
                  <c:v>MaryKateandAshleybestsis</c:v>
                </c:pt>
                <c:pt idx="9461">
                  <c:v>marykateandashley111</c:v>
                </c:pt>
                <c:pt idx="9462">
                  <c:v>mary_kate_and_ash_fan2212</c:v>
                </c:pt>
                <c:pt idx="9463">
                  <c:v>mary_ellen_christensen</c:v>
                </c:pt>
                <c:pt idx="9464">
                  <c:v>maryelizabethharkness</c:v>
                </c:pt>
                <c:pt idx="9465">
                  <c:v>maryclosemassagetherapy</c:v>
                </c:pt>
                <c:pt idx="9466">
                  <c:v>mary_catherine_gallager</c:v>
                </c:pt>
                <c:pt idx="9467">
                  <c:v>maryathedancingqueen</c:v>
                </c:pt>
                <c:pt idx="9468">
                  <c:v>maryallisonphotography</c:v>
                </c:pt>
                <c:pt idx="9469">
                  <c:v>marvelous_motion_moon</c:v>
                </c:pt>
                <c:pt idx="9470">
                  <c:v>martonicentertainment</c:v>
                </c:pt>
                <c:pt idx="9471">
                  <c:v>martinguyjazzdrummer</c:v>
                </c:pt>
                <c:pt idx="9472">
                  <c:v>martinezthebeatsmith</c:v>
                </c:pt>
                <c:pt idx="9473">
                  <c:v>martians_from_outerspace</c:v>
                </c:pt>
                <c:pt idx="9474">
                  <c:v>martialartistforlife</c:v>
                </c:pt>
                <c:pt idx="9475">
                  <c:v>marthaelizabethhocking</c:v>
                </c:pt>
                <c:pt idx="9476">
                  <c:v>marshymarshmellowlover</c:v>
                </c:pt>
                <c:pt idx="9477">
                  <c:v>marshmellow_madness51007</c:v>
                </c:pt>
                <c:pt idx="9478">
                  <c:v>marshmancomedyportland</c:v>
                </c:pt>
                <c:pt idx="9479">
                  <c:v>marshmallowsareyummy</c:v>
                </c:pt>
                <c:pt idx="9480">
                  <c:v>married_northwest_guy</c:v>
                </c:pt>
                <c:pt idx="9481">
                  <c:v>marriedmanlooking1973</c:v>
                </c:pt>
                <c:pt idx="9482">
                  <c:v>marriedandstillsingle</c:v>
                </c:pt>
                <c:pt idx="9483">
                  <c:v>marquita_thatbitch_miller</c:v>
                </c:pt>
                <c:pt idx="9484">
                  <c:v>maroon5shewillbeloved</c:v>
                </c:pt>
                <c:pt idx="9485">
                  <c:v>marni_elizabeth_anne</c:v>
                </c:pt>
                <c:pt idx="9486">
                  <c:v>marmitecheesecracker</c:v>
                </c:pt>
                <c:pt idx="9487">
                  <c:v>marmalade_chainsaw9</c:v>
                </c:pt>
                <c:pt idx="9488">
                  <c:v>marlitherainbowmaker</c:v>
                </c:pt>
                <c:pt idx="9489">
                  <c:v>marlinmonroewillifordtenor</c:v>
                </c:pt>
                <c:pt idx="9490">
                  <c:v>marlinmonroewilliford</c:v>
                </c:pt>
                <c:pt idx="9491">
                  <c:v>marleyjuniorthedragon</c:v>
                </c:pt>
                <c:pt idx="9492">
                  <c:v>markwatsonthecomedian</c:v>
                </c:pt>
                <c:pt idx="9493">
                  <c:v>mark_versus_the_world</c:v>
                </c:pt>
                <c:pt idx="9494">
                  <c:v>markthebaseballplayer</c:v>
                </c:pt>
                <c:pt idx="9495">
                  <c:v>mark_tha_cold_chilla</c:v>
                </c:pt>
                <c:pt idx="9496">
                  <c:v>MarksBrownEyedBabyGirl</c:v>
                </c:pt>
                <c:pt idx="9497">
                  <c:v>marks_better_than_blake</c:v>
                </c:pt>
                <c:pt idx="9498">
                  <c:v>marksandmantributepage</c:v>
                </c:pt>
                <c:pt idx="9499">
                  <c:v>marksandmanandmorphine</c:v>
                </c:pt>
                <c:pt idx="9500">
                  <c:v>mark_robinson_4_life</c:v>
                </c:pt>
                <c:pt idx="9501">
                  <c:v>markoneentertainment</c:v>
                </c:pt>
                <c:pt idx="9502">
                  <c:v>marknewtonphotography</c:v>
                </c:pt>
                <c:pt idx="9503">
                  <c:v>mark_hamilton_sloth4ever</c:v>
                </c:pt>
                <c:pt idx="9504">
                  <c:v>markgreenwoodexperience</c:v>
                </c:pt>
                <c:pt idx="9505">
                  <c:v>markgarthwaiteofficial</c:v>
                </c:pt>
                <c:pt idx="9506">
                  <c:v>marker_the_ass_clown</c:v>
                </c:pt>
                <c:pt idx="9507">
                  <c:v>markedhandlewithcare</c:v>
                </c:pt>
                <c:pt idx="9508">
                  <c:v>markdesigner_wisconsin</c:v>
                </c:pt>
                <c:pt idx="9509">
                  <c:v>mark_and_kristina_forever</c:v>
                </c:pt>
                <c:pt idx="9510">
                  <c:v>mark_anderson_fansite</c:v>
                </c:pt>
                <c:pt idx="9511">
                  <c:v>mark_and_brooke_200</c:v>
                </c:pt>
                <c:pt idx="9512">
                  <c:v>mark_aka_the_sax_master</c:v>
                </c:pt>
                <c:pt idx="9513">
                  <c:v>marissawoo_missfairy87</c:v>
                </c:pt>
                <c:pt idx="9514">
                  <c:v>marissatheprincess1234</c:v>
                </c:pt>
                <c:pt idx="9515">
                  <c:v>marissajunevandaveer</c:v>
                </c:pt>
                <c:pt idx="9516">
                  <c:v>marissa_fairchild420</c:v>
                </c:pt>
                <c:pt idx="9517">
                  <c:v>marissaandmanny4ever</c:v>
                </c:pt>
                <c:pt idx="9518">
                  <c:v>marisollachivadecorazon</c:v>
                </c:pt>
                <c:pt idx="9519">
                  <c:v>marisasoftballballer11</c:v>
                </c:pt>
                <c:pt idx="9520">
                  <c:v>marinegirliesecretsis</c:v>
                </c:pt>
                <c:pt idx="9521">
                  <c:v>marine_corp_madness20</c:v>
                </c:pt>
                <c:pt idx="9522">
                  <c:v>marina_miriam_michal</c:v>
                </c:pt>
                <c:pt idx="9523">
                  <c:v>marilynhotchkissmovie</c:v>
                </c:pt>
                <c:pt idx="9524">
                  <c:v>marie_zombie_hearts_you</c:v>
                </c:pt>
                <c:pt idx="9525">
                  <c:v>mariethesocialworker</c:v>
                </c:pt>
                <c:pt idx="9526">
                  <c:v>marieheleneberthelot</c:v>
                </c:pt>
                <c:pt idx="9527">
                  <c:v>marieandcheyenne4ever</c:v>
                </c:pt>
                <c:pt idx="9528">
                  <c:v>maricopacountyprisonband</c:v>
                </c:pt>
                <c:pt idx="9529">
                  <c:v>maribeladrianbrianna</c:v>
                </c:pt>
                <c:pt idx="9530">
                  <c:v>maria_sponge_bob_lover</c:v>
                </c:pt>
                <c:pt idx="9531">
                  <c:v>marianna_thegirlnextdoor</c:v>
                </c:pt>
                <c:pt idx="9532">
                  <c:v>marianaandterraarehot</c:v>
                </c:pt>
                <c:pt idx="9533">
                  <c:v>marialouisarodriguez</c:v>
                </c:pt>
                <c:pt idx="9534">
                  <c:v>mariaelizabethtucker</c:v>
                </c:pt>
                <c:pt idx="9535">
                  <c:v>mariadelcarmenmorales</c:v>
                </c:pt>
                <c:pt idx="9536">
                  <c:v>mariachristinanumber1</c:v>
                </c:pt>
                <c:pt idx="9537">
                  <c:v>mariachifromotherspace</c:v>
                </c:pt>
                <c:pt idx="9538">
                  <c:v>mari9alldayeveryday</c:v>
                </c:pt>
                <c:pt idx="9539">
                  <c:v>margomeganmindymommy</c:v>
                </c:pt>
                <c:pt idx="9540">
                  <c:v>margaritaivanova1990</c:v>
                </c:pt>
                <c:pt idx="9541">
                  <c:v>margaret_thatcher_naked</c:v>
                </c:pt>
                <c:pt idx="9542">
                  <c:v>margaret_spence_moon</c:v>
                </c:pt>
                <c:pt idx="9543">
                  <c:v>margaretrosecollection</c:v>
                </c:pt>
                <c:pt idx="9544">
                  <c:v>mardigrasdivaforever</c:v>
                </c:pt>
                <c:pt idx="9545">
                  <c:v>marcopolocanberraband</c:v>
                </c:pt>
                <c:pt idx="9546">
                  <c:v>marcie_the_killer_ant</c:v>
                </c:pt>
                <c:pt idx="9547">
                  <c:v>marching_band_reject</c:v>
                </c:pt>
                <c:pt idx="9548">
                  <c:v>marchingbandconductor</c:v>
                </c:pt>
                <c:pt idx="9549">
                  <c:v>marcella_thomas_4ever</c:v>
                </c:pt>
                <c:pt idx="9550">
                  <c:v>marcel_black_panther</c:v>
                </c:pt>
                <c:pt idx="9551">
                  <c:v>marbletulipjuicytree3</c:v>
                </c:pt>
                <c:pt idx="9552">
                  <c:v>marbletulipjuicytree</c:v>
                </c:pt>
                <c:pt idx="9553">
                  <c:v>man_your_battlestation</c:v>
                </c:pt>
                <c:pt idx="9554">
                  <c:v>man_with_the_plan_89</c:v>
                </c:pt>
                <c:pt idx="9555">
                  <c:v>man_with_the_golden_gun</c:v>
                </c:pt>
                <c:pt idx="9556">
                  <c:v>manwiththebeautifulface</c:v>
                </c:pt>
                <c:pt idx="9557">
                  <c:v>man_that_you_fear_199</c:v>
                </c:pt>
                <c:pt idx="9558">
                  <c:v>mantarayvocationalschool</c:v>
                </c:pt>
                <c:pt idx="9559">
                  <c:v>manly_eagle_cheerleader</c:v>
                </c:pt>
                <c:pt idx="9560">
                  <c:v>manisauselesspassion</c:v>
                </c:pt>
                <c:pt idx="9561">
                  <c:v>manipulateandeducate</c:v>
                </c:pt>
                <c:pt idx="9562">
                  <c:v>manifestationtheband</c:v>
                </c:pt>
                <c:pt idx="9563">
                  <c:v>manhattansideproject</c:v>
                </c:pt>
                <c:pt idx="9564">
                  <c:v>manhattanprojectgroup</c:v>
                </c:pt>
                <c:pt idx="9565">
                  <c:v>manhandsonmiserytoman</c:v>
                </c:pt>
                <c:pt idx="9566">
                  <c:v>man_eating_village_idiot</c:v>
                </c:pt>
                <c:pt idx="9567">
                  <c:v>Mandythesoutherngurl</c:v>
                </c:pt>
                <c:pt idx="9568">
                  <c:v>mandythapenguinfreak</c:v>
                </c:pt>
                <c:pt idx="9569">
                  <c:v>mandy_phoebe_stephane</c:v>
                </c:pt>
                <c:pt idx="9570">
                  <c:v>mandy_pandy_pooh_bear</c:v>
                </c:pt>
                <c:pt idx="9571">
                  <c:v>mandatorydeathsentence</c:v>
                </c:pt>
                <c:pt idx="9572">
                  <c:v>mandathepolkadotpanda</c:v>
                </c:pt>
                <c:pt idx="9573">
                  <c:v>mandamichellemabelle</c:v>
                </c:pt>
                <c:pt idx="9574">
                  <c:v>mandamanda_girlfriend</c:v>
                </c:pt>
                <c:pt idx="9575">
                  <c:v>manchild_the_original</c:v>
                </c:pt>
                <c:pt idx="9576">
                  <c:v>manchesterunited_lox</c:v>
                </c:pt>
                <c:pt idx="9577">
                  <c:v>Manchester_United_Freak</c:v>
                </c:pt>
                <c:pt idx="9578">
                  <c:v>manchesterunitedfan200</c:v>
                </c:pt>
                <c:pt idx="9579">
                  <c:v>manchesterunitedalex</c:v>
                </c:pt>
                <c:pt idx="9580">
                  <c:v>manchesterstreetdance</c:v>
                </c:pt>
                <c:pt idx="9581">
                  <c:v>manchestermusicsovietunion</c:v>
                </c:pt>
                <c:pt idx="9582">
                  <c:v>manchester_mooseworks</c:v>
                </c:pt>
                <c:pt idx="9583">
                  <c:v>mamma2carlee_courtnee</c:v>
                </c:pt>
                <c:pt idx="9584">
                  <c:v>mallrabbitmelancholic</c:v>
                </c:pt>
                <c:pt idx="9585">
                  <c:v>mallory_the_great_02</c:v>
                </c:pt>
                <c:pt idx="9586">
                  <c:v>mallorylaurencarroll</c:v>
                </c:pt>
                <c:pt idx="9587">
                  <c:v>malikchocolateboywonder</c:v>
                </c:pt>
                <c:pt idx="9588">
                  <c:v>maliciousdomesticgoblin</c:v>
                </c:pt>
                <c:pt idx="9589">
                  <c:v>malewithcamforfemale</c:v>
                </c:pt>
                <c:pt idx="9590">
                  <c:v>malakaientertainment</c:v>
                </c:pt>
                <c:pt idx="9591">
                  <c:v>maladaptiveperfectionism</c:v>
                </c:pt>
                <c:pt idx="9592">
                  <c:v>malachi_the_preacher</c:v>
                </c:pt>
                <c:pt idx="9593">
                  <c:v>makingyourselfbetter</c:v>
                </c:pt>
                <c:pt idx="9594">
                  <c:v>makingpeacewithdistance</c:v>
                </c:pt>
                <c:pt idx="9595">
                  <c:v>makingniggazcheatallova</c:v>
                </c:pt>
                <c:pt idx="9596">
                  <c:v>makeyourselfpittable</c:v>
                </c:pt>
                <c:pt idx="9597">
                  <c:v>makeyourownmoneytoday</c:v>
                </c:pt>
                <c:pt idx="9598">
                  <c:v>makevirginityhistory</c:v>
                </c:pt>
                <c:pt idx="9599">
                  <c:v>makethenightlast4ever</c:v>
                </c:pt>
                <c:pt idx="9600">
                  <c:v>maketheinnocentbleed</c:v>
                </c:pt>
                <c:pt idx="9601">
                  <c:v>makethegoodtimeslast</c:v>
                </c:pt>
                <c:pt idx="9602">
                  <c:v>makesweetslashlovetome</c:v>
                </c:pt>
                <c:pt idx="9603">
                  <c:v>makeskateboardinglegal</c:v>
                </c:pt>
                <c:pt idx="9604">
                  <c:v>make_room_for_the_tuna</c:v>
                </c:pt>
                <c:pt idx="9605">
                  <c:v>make_room_for_the_kim</c:v>
                </c:pt>
                <c:pt idx="9606">
                  <c:v>make_peace_all_around</c:v>
                </c:pt>
                <c:pt idx="9607">
                  <c:v>make_money_get_pussy</c:v>
                </c:pt>
                <c:pt idx="9608">
                  <c:v>make_love_not_war198</c:v>
                </c:pt>
                <c:pt idx="9609">
                  <c:v>makeheartsbeatfaster</c:v>
                </c:pt>
                <c:pt idx="9610">
                  <c:v>make_each_moment_count</c:v>
                </c:pt>
                <c:pt idx="9611">
                  <c:v>makedamnsureyoucantleave</c:v>
                </c:pt>
                <c:pt idx="9612">
                  <c:v>majo_the_dark_princess</c:v>
                </c:pt>
                <c:pt idx="9613">
                  <c:v>majormoneyentertainment200</c:v>
                </c:pt>
                <c:pt idx="9614">
                  <c:v>majormoneyentertainment</c:v>
                </c:pt>
                <c:pt idx="9615">
                  <c:v>majorleagueproduction</c:v>
                </c:pt>
                <c:pt idx="9616">
                  <c:v>majorjetthespacepilot</c:v>
                </c:pt>
                <c:pt idx="9617">
                  <c:v>majestysouthernprince</c:v>
                </c:pt>
                <c:pt idx="9618">
                  <c:v>maisiecrazyjaneinsane</c:v>
                </c:pt>
                <c:pt idx="9619">
                  <c:v>mainsqueezeorchestra</c:v>
                </c:pt>
                <c:pt idx="9620">
                  <c:v>maineventwrestlingfed</c:v>
                </c:pt>
                <c:pt idx="9621">
                  <c:v>magtheotherwhitemeat</c:v>
                </c:pt>
                <c:pt idx="9622">
                  <c:v>magpie_magazine_gallery</c:v>
                </c:pt>
                <c:pt idx="9623">
                  <c:v>magnificentflyingotter</c:v>
                </c:pt>
                <c:pt idx="9624">
                  <c:v>magnettheadvicegiver</c:v>
                </c:pt>
                <c:pt idx="9625">
                  <c:v>magnetfordestruction</c:v>
                </c:pt>
                <c:pt idx="9626">
                  <c:v>magic_tickle_sean_large</c:v>
                </c:pt>
                <c:pt idx="9627">
                  <c:v>magicsoftballplaya14</c:v>
                </c:pt>
                <c:pt idx="9628">
                  <c:v>magicnumberingarchestra</c:v>
                </c:pt>
                <c:pt idx="9629">
                  <c:v>magic_monkey_mushroom_man</c:v>
                </c:pt>
                <c:pt idx="9630">
                  <c:v>magicfairyglitterwand</c:v>
                </c:pt>
                <c:pt idx="9631">
                  <c:v>magicalunicorndancing</c:v>
                </c:pt>
                <c:pt idx="9632">
                  <c:v>magicalmysticalunicorn</c:v>
                </c:pt>
                <c:pt idx="9633">
                  <c:v>magicalbluemushroomtour7</c:v>
                </c:pt>
                <c:pt idx="9634">
                  <c:v>_maggot_illripyouapart</c:v>
                </c:pt>
                <c:pt idx="9635">
                  <c:v>maggothellspawn515</c:v>
                </c:pt>
                <c:pt idx="9636">
                  <c:v>maggiemooandjasminetoo</c:v>
                </c:pt>
                <c:pt idx="9637">
                  <c:v>madwomanfromtheattic</c:v>
                </c:pt>
                <c:pt idx="9638">
                  <c:v>madtown_waterpolo_1</c:v>
                </c:pt>
                <c:pt idx="9639">
                  <c:v>mad_snake_footy_head</c:v>
                </c:pt>
                <c:pt idx="9640">
                  <c:v>mad_scientist_professor</c:v>
                </c:pt>
                <c:pt idx="9641">
                  <c:v>MADmikeTHEshowSTOPPER</c:v>
                </c:pt>
                <c:pt idx="9642">
                  <c:v>madmartiganfromwillow</c:v>
                </c:pt>
                <c:pt idx="9643">
                  <c:v>madisonbellswimfan85</c:v>
                </c:pt>
                <c:pt idx="9644">
                  <c:v>madisonbasementpingpong</c:v>
                </c:pt>
                <c:pt idx="9645">
                  <c:v>mad_hatter_nursery_rhyme</c:v>
                </c:pt>
                <c:pt idx="9646">
                  <c:v>madhatterentertainment</c:v>
                </c:pt>
                <c:pt idx="9647">
                  <c:v>madewithpureoliveoil</c:v>
                </c:pt>
                <c:pt idx="9648">
                  <c:v>madekingentertainment</c:v>
                </c:pt>
                <c:pt idx="9649">
                  <c:v>madeinheavenlondonjeans</c:v>
                </c:pt>
                <c:pt idx="9650">
                  <c:v>made4war_youthministry</c:v>
                </c:pt>
                <c:pt idx="9651">
                  <c:v>maddy_bear_needs_love_</c:v>
                </c:pt>
                <c:pt idx="9652">
                  <c:v>maddie_will_rock_you</c:v>
                </c:pt>
                <c:pt idx="9653">
                  <c:v>maddie_thecandiegurl</c:v>
                </c:pt>
                <c:pt idx="9654">
                  <c:v>maddie_candy_countergirl</c:v>
                </c:pt>
                <c:pt idx="9655">
                  <c:v>maddie_ashley_candy_girl</c:v>
                </c:pt>
                <c:pt idx="9656">
                  <c:v>maddennationmixtapevol1</c:v>
                </c:pt>
                <c:pt idx="9657">
                  <c:v>madchichollistergirl</c:v>
                </c:pt>
                <c:pt idx="9658">
                  <c:v>madamesnoopy_firstlady</c:v>
                </c:pt>
                <c:pt idx="9659">
                  <c:v>madame_princess_jennifer</c:v>
                </c:pt>
                <c:pt idx="9660">
                  <c:v>madame_jojo_and_fluffy</c:v>
                </c:pt>
                <c:pt idx="9661">
                  <c:v>madadrenalinescientist</c:v>
                </c:pt>
                <c:pt idx="9662">
                  <c:v>mad_about_you_4_life</c:v>
                </c:pt>
                <c:pt idx="9663">
                  <c:v>mackwearclothingcompany</c:v>
                </c:pt>
                <c:pt idx="9664">
                  <c:v>macktheyouthminister</c:v>
                </c:pt>
                <c:pt idx="9665">
                  <c:v>mackdaddymiddleton89</c:v>
                </c:pt>
                <c:pt idx="9666">
                  <c:v>machinist_mate_watson</c:v>
                </c:pt>
                <c:pt idx="9667">
                  <c:v>lyssaashleyescalante</c:v>
                </c:pt>
                <c:pt idx="9668">
                  <c:v>lysanne_wrestlingfan</c:v>
                </c:pt>
                <c:pt idx="9669">
                  <c:v>lyricalwhitechocolate</c:v>
                </c:pt>
                <c:pt idx="9670">
                  <c:v>lyrical_stronghearts</c:v>
                </c:pt>
                <c:pt idx="9671">
                  <c:v>lyricalprincess4life</c:v>
                </c:pt>
                <c:pt idx="9672">
                  <c:v>lyrical_poetic_angel</c:v>
                </c:pt>
                <c:pt idx="9673">
                  <c:v>lyricallytherhymesaya</c:v>
                </c:pt>
                <c:pt idx="9674">
                  <c:v>lyntondenisetogether4eva</c:v>
                </c:pt>
                <c:pt idx="9675">
                  <c:v>lynnetteblakephotography</c:v>
                </c:pt>
                <c:pt idx="9676">
                  <c:v>lynnepattalockbarker</c:v>
                </c:pt>
                <c:pt idx="9677">
                  <c:v>lyndseyhattawaymusic</c:v>
                </c:pt>
                <c:pt idx="9678">
                  <c:v>lyingthroughyourteeth</c:v>
                </c:pt>
                <c:pt idx="9679">
                  <c:v>Lusty_love_goddess27</c:v>
                </c:pt>
                <c:pt idx="9680">
                  <c:v>luscious_very_talented</c:v>
                </c:pt>
                <c:pt idx="9681">
                  <c:v>lusciouslittlelauren</c:v>
                </c:pt>
                <c:pt idx="9682">
                  <c:v>luscious_little_babe</c:v>
                </c:pt>
                <c:pt idx="9683">
                  <c:v>lusciouscaramelbeauty</c:v>
                </c:pt>
                <c:pt idx="9684">
                  <c:v>lure_tattoo_and_piercing</c:v>
                </c:pt>
                <c:pt idx="9685">
                  <c:v>lunartacticsofficialpage</c:v>
                </c:pt>
                <c:pt idx="9686">
                  <c:v>lunarstar_mooncelestial</c:v>
                </c:pt>
                <c:pt idx="9687">
                  <c:v>lunamusicinternational</c:v>
                </c:pt>
                <c:pt idx="9688">
                  <c:v>luna_for_the_quibbler</c:v>
                </c:pt>
                <c:pt idx="9689">
                  <c:v>lumenslightandliving</c:v>
                </c:pt>
                <c:pt idx="9690">
                  <c:v>lukewhitephotographer</c:v>
                </c:pt>
                <c:pt idx="9691">
                  <c:v>luke_the_slightlyconfused</c:v>
                </c:pt>
                <c:pt idx="9692">
                  <c:v>luke_joe_awesomeness</c:v>
                </c:pt>
                <c:pt idx="9693">
                  <c:v>lukechosethisforjade</c:v>
                </c:pt>
                <c:pt idx="9694">
                  <c:v>luckythegreatandterrible</c:v>
                </c:pt>
                <c:pt idx="9695">
                  <c:v>luckystrikelouisville</c:v>
                </c:pt>
                <c:pt idx="9696">
                  <c:v>lucky_rich_white_bitch</c:v>
                </c:pt>
                <c:pt idx="9697">
                  <c:v>luckylittle13michelle</c:v>
                </c:pt>
                <c:pt idx="9698">
                  <c:v>lucky_leperchun_hippie</c:v>
                </c:pt>
                <c:pt idx="9699">
                  <c:v>luckycharmentertainment</c:v>
                </c:pt>
                <c:pt idx="9700">
                  <c:v>lucky_7_roses_are_red</c:v>
                </c:pt>
                <c:pt idx="9701">
                  <c:v>lucky13tattoosandpiercing</c:v>
                </c:pt>
                <c:pt idx="9702">
                  <c:v>luckchancefatedestiny</c:v>
                </c:pt>
                <c:pt idx="9703">
                  <c:v>lucindamarieelizabethrose</c:v>
                </c:pt>
                <c:pt idx="9704">
                  <c:v>lucidnightmareband01</c:v>
                </c:pt>
                <c:pt idx="9705">
                  <c:v>lucasandtheitchsensation</c:v>
                </c:pt>
                <c:pt idx="9706">
                  <c:v>loyalty_fidelity_truth</c:v>
                </c:pt>
                <c:pt idx="9707">
                  <c:v>loyalist_revolution_party</c:v>
                </c:pt>
                <c:pt idx="9708">
                  <c:v>lowsoftshoulderproject</c:v>
                </c:pt>
                <c:pt idx="9709">
                  <c:v>low_life_boogiewoogie</c:v>
                </c:pt>
                <c:pt idx="9710">
                  <c:v>lowflyingpanicattack</c:v>
                </c:pt>
                <c:pt idx="9711">
                  <c:v>lowerwoodlandskatepark</c:v>
                </c:pt>
                <c:pt idx="9712">
                  <c:v>lower_east_side_chick18</c:v>
                </c:pt>
                <c:pt idx="9713">
                  <c:v>lowcostmerchantaccount</c:v>
                </c:pt>
                <c:pt idx="9714">
                  <c:v>loving_you_forever0</c:v>
                </c:pt>
                <c:pt idx="9715">
                  <c:v>loving_you_4ever_421</c:v>
                </c:pt>
                <c:pt idx="9716">
                  <c:v>lovingwifeandmother4real</c:v>
                </c:pt>
                <c:pt idx="9717">
                  <c:v>lovingvanessahudgens</c:v>
                </c:pt>
                <c:pt idx="9718">
                  <c:v>lovingsis2_aka_maxine_law</c:v>
                </c:pt>
                <c:pt idx="9719">
                  <c:v>loving_leah_heartschi2</c:v>
                </c:pt>
                <c:pt idx="9720">
                  <c:v>lovingjessicaforever</c:v>
                </c:pt>
                <c:pt idx="9721">
                  <c:v>loving_jesse_forever</c:v>
                </c:pt>
                <c:pt idx="9722">
                  <c:v>lovinghiphopforever1212</c:v>
                </c:pt>
                <c:pt idx="9723">
                  <c:v>loving_hating_living</c:v>
                </c:pt>
                <c:pt idx="9724">
                  <c:v>lovingcaringgentleman</c:v>
                </c:pt>
                <c:pt idx="9725">
                  <c:v>lovingandlivinglife123</c:v>
                </c:pt>
                <c:pt idx="9726">
                  <c:v>love_your_sexy_kitten</c:v>
                </c:pt>
                <c:pt idx="9727">
                  <c:v>love_you_lots_brunette</c:v>
                </c:pt>
                <c:pt idx="9728">
                  <c:v>lovewithouthypocrisy</c:v>
                </c:pt>
                <c:pt idx="9729">
                  <c:v>lovewisdomunderstanding</c:v>
                </c:pt>
                <c:pt idx="9730">
                  <c:v>love_will_tear_you_apart</c:v>
                </c:pt>
                <c:pt idx="9731">
                  <c:v>lovewhatawonderfulword</c:v>
                </c:pt>
                <c:pt idx="9732">
                  <c:v>lovetravelsatillegalspeed</c:v>
                </c:pt>
                <c:pt idx="9733">
                  <c:v>lovetheworldregardless</c:v>
                </c:pt>
                <c:pt idx="9734">
                  <c:v>love_the_rain_likesilence</c:v>
                </c:pt>
                <c:pt idx="9735">
                  <c:v>lovetheplayboygirlalways</c:v>
                </c:pt>
                <c:pt idx="9736">
                  <c:v>lovethepersonyouarefirst</c:v>
                </c:pt>
                <c:pt idx="9737">
                  <c:v>love_the_lovely_laura</c:v>
                </c:pt>
                <c:pt idx="9738">
                  <c:v>lovethegame_vanessa21</c:v>
                </c:pt>
                <c:pt idx="9739">
                  <c:v>love_thats_different</c:v>
                </c:pt>
                <c:pt idx="9740">
                  <c:v>lovestruckpointblank</c:v>
                </c:pt>
                <c:pt idx="9741">
                  <c:v>love_struck_for_him_00</c:v>
                </c:pt>
                <c:pt idx="9742">
                  <c:v>lovesnotonlyblindbutdeaf</c:v>
                </c:pt>
                <c:pt idx="9743">
                  <c:v>lovesharkandthestonerfunkorchestra</c:v>
                </c:pt>
                <c:pt idx="9744">
                  <c:v>lover_under_the_cover</c:v>
                </c:pt>
                <c:pt idx="9745">
                  <c:v>loverly_beautiful_becca</c:v>
                </c:pt>
                <c:pt idx="9746">
                  <c:v>loverhymeswithkristen</c:v>
                </c:pt>
                <c:pt idx="9747">
                  <c:v>loverejoicesinthetruth</c:v>
                </c:pt>
                <c:pt idx="9748">
                  <c:v>loverboy1919hockey19</c:v>
                </c:pt>
                <c:pt idx="9749">
                  <c:v>lover_2_harry_potter</c:v>
                </c:pt>
                <c:pt idx="9750">
                  <c:v>love_pride_and_prejudice</c:v>
                </c:pt>
                <c:pt idx="9751">
                  <c:v>love_peace_joycoolness23</c:v>
                </c:pt>
                <c:pt idx="9752">
                  <c:v>lovepeacehippiegrease</c:v>
                </c:pt>
                <c:pt idx="9753">
                  <c:v>lovepeaceandtranquility</c:v>
                </c:pt>
                <c:pt idx="9754">
                  <c:v>love_peace_and_jackie</c:v>
                </c:pt>
                <c:pt idx="9755">
                  <c:v>lovepeaceandhappiness1</c:v>
                </c:pt>
                <c:pt idx="9756">
                  <c:v>lovepeaceandbacongrease</c:v>
                </c:pt>
                <c:pt idx="9757">
                  <c:v>love_over_everything</c:v>
                </c:pt>
                <c:pt idx="9758">
                  <c:v>love_oneyoualwayslike</c:v>
                </c:pt>
                <c:pt idx="9759">
                  <c:v>lovemysterious_chemistry</c:v>
                </c:pt>
                <c:pt idx="9760">
                  <c:v>lovemustfollowyouaround</c:v>
                </c:pt>
                <c:pt idx="9761">
                  <c:v>lovemusicangelbaby1234</c:v>
                </c:pt>
                <c:pt idx="9762">
                  <c:v>lovemeinthepouringrain</c:v>
                </c:pt>
                <c:pt idx="9763">
                  <c:v>love_marissa_allways</c:v>
                </c:pt>
                <c:pt idx="9764">
                  <c:v>lovelywhitechocolate510</c:v>
                </c:pt>
                <c:pt idx="9765">
                  <c:v>LovelySweetFantastic</c:v>
                </c:pt>
                <c:pt idx="9766">
                  <c:v>lovely_samantha_benson</c:v>
                </c:pt>
                <c:pt idx="9767">
                  <c:v>lovelyritametermaid5</c:v>
                </c:pt>
                <c:pt idx="9768">
                  <c:v>lovely_pink_princess</c:v>
                </c:pt>
                <c:pt idx="9769">
                  <c:v>lovelypalmspringshouse</c:v>
                </c:pt>
                <c:pt idx="9770">
                  <c:v>lovely_nessa_hudgens</c:v>
                </c:pt>
                <c:pt idx="9771">
                  <c:v>lovely_miss_elizabeth</c:v>
                </c:pt>
                <c:pt idx="9772">
                  <c:v>lovely_miss_christina</c:v>
                </c:pt>
                <c:pt idx="9773">
                  <c:v>lovelyloyalnettleton</c:v>
                </c:pt>
                <c:pt idx="9774">
                  <c:v>lovely_little_chelsea</c:v>
                </c:pt>
                <c:pt idx="9775">
                  <c:v>lovely_little_blonde</c:v>
                </c:pt>
                <c:pt idx="9776">
                  <c:v>lovelylayoutsandmore</c:v>
                </c:pt>
                <c:pt idx="9777">
                  <c:v>lovelygurlshavemorefun</c:v>
                </c:pt>
                <c:pt idx="9778">
                  <c:v>lovely_diva_princess</c:v>
                </c:pt>
                <c:pt idx="9779">
                  <c:v>lovely_but_dangerous</c:v>
                </c:pt>
                <c:pt idx="9780">
                  <c:v>lovelybrokenvampirekiss</c:v>
                </c:pt>
                <c:pt idx="9781">
                  <c:v>lovelyblackandsexy21</c:v>
                </c:pt>
                <c:pt idx="9782">
                  <c:v>lovelybabygurlprincess</c:v>
                </c:pt>
                <c:pt idx="9783">
                  <c:v>lovelyana_crazygirl_1</c:v>
                </c:pt>
                <c:pt idx="9784">
                  <c:v>love_live_laugh_party</c:v>
                </c:pt>
                <c:pt idx="9785">
                  <c:v>lovelikeelectrocution1111</c:v>
                </c:pt>
                <c:pt idx="9786">
                  <c:v>love_life_surf_smiling</c:v>
                </c:pt>
                <c:pt idx="9787">
                  <c:v>love_life_photography</c:v>
                </c:pt>
                <c:pt idx="9788">
                  <c:v>lovelie_mustangchick</c:v>
                </c:pt>
                <c:pt idx="9789">
                  <c:v>loveless_rocker_4ever</c:v>
                </c:pt>
                <c:pt idx="9790">
                  <c:v>love_laugh_live_party</c:v>
                </c:pt>
                <c:pt idx="9791">
                  <c:v>lovelaughlivelifealways</c:v>
                </c:pt>
                <c:pt idx="9792">
                  <c:v>lovelaughbelievesoar</c:v>
                </c:pt>
                <c:pt idx="9793">
                  <c:v>love_laugh_and_smile</c:v>
                </c:pt>
                <c:pt idx="9794">
                  <c:v>love_laugh_and_dream</c:v>
                </c:pt>
                <c:pt idx="9795">
                  <c:v>love_hope_beauty_death</c:v>
                </c:pt>
                <c:pt idx="9796">
                  <c:v>lovehimalwaysandforever</c:v>
                </c:pt>
                <c:pt idx="9797">
                  <c:v>loveherforever_natalie</c:v>
                </c:pt>
                <c:pt idx="9798">
                  <c:v>loveheartsandglitter</c:v>
                </c:pt>
                <c:pt idx="9799">
                  <c:v>love_hate_everything</c:v>
                </c:pt>
                <c:pt idx="9800">
                  <c:v>lovehatebodypiercing</c:v>
                </c:pt>
                <c:pt idx="9801">
                  <c:v>Love_hate_and_heartbreak</c:v>
                </c:pt>
                <c:pt idx="9802">
                  <c:v>lovefuryenergypassion_101</c:v>
                </c:pt>
                <c:pt idx="9803">
                  <c:v>loveforhighschoolmusical</c:v>
                </c:pt>
                <c:pt idx="9804">
                  <c:v>love_faith_happiness</c:v>
                </c:pt>
                <c:pt idx="9805">
                  <c:v>love_envy_admire_honor</c:v>
                </c:pt>
                <c:pt idx="9806">
                  <c:v>loveelizaweta11092000</c:v>
                </c:pt>
                <c:pt idx="9807">
                  <c:v>lovedrippingwithblood</c:v>
                </c:pt>
                <c:pt idx="9808">
                  <c:v>love_dont_last_4_ever</c:v>
                </c:pt>
                <c:pt idx="9809">
                  <c:v>lovedontcostathing2002</c:v>
                </c:pt>
                <c:pt idx="9810">
                  <c:v>lovedoesntworkthatway</c:v>
                </c:pt>
                <c:pt idx="9811">
                  <c:v>love_doesnt_last_4ever</c:v>
                </c:pt>
                <c:pt idx="9812">
                  <c:v>lovedoesntalwayshurt</c:v>
                </c:pt>
                <c:pt idx="9813">
                  <c:v>love_devotion_surrender</c:v>
                </c:pt>
                <c:pt idx="9814">
                  <c:v>lovecutieangelbeauty</c:v>
                </c:pt>
                <c:pt idx="9815">
                  <c:v>love_comes_softly909</c:v>
                </c:pt>
                <c:pt idx="9816">
                  <c:v>love_can_kill_your_heart</c:v>
                </c:pt>
                <c:pt idx="9817">
                  <c:v>lovebucketofficial05</c:v>
                </c:pt>
                <c:pt idx="9818">
                  <c:v>love_blink_182_forever</c:v>
                </c:pt>
                <c:pt idx="9819">
                  <c:v>love_big_hard_dick_24_7</c:v>
                </c:pt>
                <c:pt idx="9820">
                  <c:v>lovebeautyandphotography</c:v>
                </c:pt>
                <c:pt idx="9821">
                  <c:v>love_angle_music_baby_</c:v>
                </c:pt>
                <c:pt idx="9822">
                  <c:v>loveangelmusichayley</c:v>
                </c:pt>
                <c:pt idx="9823">
                  <c:v>loveangelmusicbabygirl</c:v>
                </c:pt>
                <c:pt idx="9824">
                  <c:v>love_angel_music_baby_</c:v>
                </c:pt>
                <c:pt idx="9825">
                  <c:v>love_angel_music_baby102</c:v>
                </c:pt>
                <c:pt idx="9826">
                  <c:v>love_angel_music_baby01</c:v>
                </c:pt>
                <c:pt idx="9827">
                  <c:v>love_and_pain_are_equal</c:v>
                </c:pt>
                <c:pt idx="9828">
                  <c:v>love_and_hate_collide</c:v>
                </c:pt>
                <c:pt idx="9829">
                  <c:v>loveandhappinessmusic</c:v>
                </c:pt>
                <c:pt idx="9830">
                  <c:v>loveandbasketball_jaybear</c:v>
                </c:pt>
                <c:pt idx="9831">
                  <c:v>Love_and_Basketball11</c:v>
                </c:pt>
                <c:pt idx="9832">
                  <c:v>loveandbasketball_10</c:v>
                </c:pt>
                <c:pt idx="9833">
                  <c:v>lovealways_liveforever</c:v>
                </c:pt>
                <c:pt idx="9834">
                  <c:v>love_always_laugh_often</c:v>
                </c:pt>
                <c:pt idx="9835">
                  <c:v>lovealwaysfailswithhim</c:v>
                </c:pt>
                <c:pt idx="9836">
                  <c:v>lovealwayscomesback_99</c:v>
                </c:pt>
                <c:pt idx="9837">
                  <c:v>lovealltrustfewwrongnone</c:v>
                </c:pt>
                <c:pt idx="9838">
                  <c:v>_love_all_trust_few_</c:v>
                </c:pt>
                <c:pt idx="9839">
                  <c:v>loveaffair_camera_whore</c:v>
                </c:pt>
                <c:pt idx="9840">
                  <c:v>loveactuallyprincess</c:v>
                </c:pt>
                <c:pt idx="9841">
                  <c:v>loveable_til_the_end</c:v>
                </c:pt>
                <c:pt idx="9842">
                  <c:v>loveablesweetdorkymamii</c:v>
                </c:pt>
                <c:pt idx="9843">
                  <c:v>loveable_kissable_nae</c:v>
                </c:pt>
                <c:pt idx="9844">
                  <c:v>loveable_harley_goddess</c:v>
                </c:pt>
                <c:pt idx="9845">
                  <c:v>loveablebrowneyedgurly</c:v>
                </c:pt>
                <c:pt idx="9846">
                  <c:v>loveablebrowneyedbaby</c:v>
                </c:pt>
                <c:pt idx="9847">
                  <c:v>love2lickthepussyyeah</c:v>
                </c:pt>
                <c:pt idx="9848">
                  <c:v>lovablesmalltowngirl</c:v>
                </c:pt>
                <c:pt idx="9849">
                  <c:v>lovable_kissable_woman</c:v>
                </c:pt>
                <c:pt idx="9850">
                  <c:v>lovablebadgirlgoneworse</c:v>
                </c:pt>
                <c:pt idx="9851">
                  <c:v>louisedreamphotography</c:v>
                </c:pt>
                <c:pt idx="9852">
                  <c:v>lost_without_progress</c:v>
                </c:pt>
                <c:pt idx="9853">
                  <c:v>lost_tribe_revolution</c:v>
                </c:pt>
                <c:pt idx="9854">
                  <c:v>lostsoultheotherteam</c:v>
                </c:pt>
                <c:pt idx="9855">
                  <c:v>lostscienceclubhouse</c:v>
                </c:pt>
                <c:pt idx="9856">
                  <c:v>lostmechanicalanimal</c:v>
                </c:pt>
                <c:pt idx="9857">
                  <c:v>lost_lonely_heartbroken</c:v>
                </c:pt>
                <c:pt idx="9858">
                  <c:v>lost_hopeless_romantic</c:v>
                </c:pt>
                <c:pt idx="9859">
                  <c:v>lostforeverandneverfound</c:v>
                </c:pt>
                <c:pt idx="9860">
                  <c:v>lostchildrennetlabel</c:v>
                </c:pt>
                <c:pt idx="9861">
                  <c:v>lostcausetilltuesday</c:v>
                </c:pt>
                <c:pt idx="9862">
                  <c:v>lost_but_not_forsaken</c:v>
                </c:pt>
                <c:pt idx="9863">
                  <c:v>lostbrokenandconfused</c:v>
                </c:pt>
                <c:pt idx="9864">
                  <c:v>lost_boy_incorporation2</c:v>
                </c:pt>
                <c:pt idx="9865">
                  <c:v>lostbodyinnerselfdestroy</c:v>
                </c:pt>
                <c:pt idx="9866">
                  <c:v>lostbetweenheavenandhell</c:v>
                </c:pt>
                <c:pt idx="9867">
                  <c:v>lost_and_lonely_angel</c:v>
                </c:pt>
                <c:pt idx="9868">
                  <c:v>lost_and_lonely_4ever</c:v>
                </c:pt>
                <c:pt idx="9869">
                  <c:v>lost_and_forgotten_love</c:v>
                </c:pt>
                <c:pt idx="9870">
                  <c:v>lost_and_forgotten_3</c:v>
                </c:pt>
                <c:pt idx="9871">
                  <c:v>loser_rockstar92002</c:v>
                </c:pt>
                <c:pt idx="9872">
                  <c:v>loserpaintcontractor</c:v>
                </c:pt>
                <c:pt idx="9873">
                  <c:v>loser_down_the_street</c:v>
                </c:pt>
                <c:pt idx="9874">
                  <c:v>losealmosteverything</c:v>
                </c:pt>
                <c:pt idx="9875">
                  <c:v>lorraineandgravytrainrock</c:v>
                </c:pt>
                <c:pt idx="9876">
                  <c:v>loreal_miss_volleyball_</c:v>
                </c:pt>
                <c:pt idx="9877">
                  <c:v>lordnelsonwhinchester</c:v>
                </c:pt>
                <c:pt idx="9878">
                  <c:v>lordmarshalchristian</c:v>
                </c:pt>
                <c:pt idx="9879">
                  <c:v>lordloverocket5times</c:v>
                </c:pt>
                <c:pt idx="9880">
                  <c:v>lordhighwhatshisname</c:v>
                </c:pt>
                <c:pt idx="9881">
                  <c:v>lordhavehisgrilledcheese</c:v>
                </c:pt>
                <c:pt idx="9882">
                  <c:v>lord_gold_throneroom</c:v>
                </c:pt>
                <c:pt idx="9883">
                  <c:v>lordfreddievalentine</c:v>
                </c:pt>
                <c:pt idx="9884">
                  <c:v>lord_balrog_and_ambrosia</c:v>
                </c:pt>
                <c:pt idx="9885">
                  <c:v>lorainerossphotography</c:v>
                </c:pt>
                <c:pt idx="9886">
                  <c:v>lopez_man_that_turret</c:v>
                </c:pt>
                <c:pt idx="9887">
                  <c:v>lopez_gurl_the_original_1</c:v>
                </c:pt>
                <c:pt idx="9888">
                  <c:v>loosespiritphotography</c:v>
                </c:pt>
                <c:pt idx="9889">
                  <c:v>looseoffthegreygoose</c:v>
                </c:pt>
                <c:pt idx="9890">
                  <c:v>loosecontrolwithlove</c:v>
                </c:pt>
                <c:pt idx="9891">
                  <c:v>looneytoonfromthehood</c:v>
                </c:pt>
                <c:pt idx="9892">
                  <c:v>lookwhatyouvedonetome</c:v>
                </c:pt>
                <c:pt idx="9893">
                  <c:v>look_poor_think_rich</c:v>
                </c:pt>
                <c:pt idx="9894">
                  <c:v>look_outside_tha_box</c:v>
                </c:pt>
                <c:pt idx="9895">
                  <c:v>look_its_savannah_35</c:v>
                </c:pt>
                <c:pt idx="9896">
                  <c:v>look_its_london_tipton</c:v>
                </c:pt>
                <c:pt idx="9897">
                  <c:v>lookinsideyourself21</c:v>
                </c:pt>
                <c:pt idx="9898">
                  <c:v>lookingthroughyourwindow</c:v>
                </c:pt>
                <c:pt idx="9899">
                  <c:v>lookingjustdiscovered</c:v>
                </c:pt>
                <c:pt idx="9900">
                  <c:v>lookingforward2weekend</c:v>
                </c:pt>
                <c:pt idx="9901">
                  <c:v>lookingforprincecharming2</c:v>
                </c:pt>
                <c:pt idx="9902">
                  <c:v>looking_for_paradise</c:v>
                </c:pt>
                <c:pt idx="9903">
                  <c:v>lookingformargaritaville</c:v>
                </c:pt>
                <c:pt idx="9904">
                  <c:v>looking_for_lucky_break</c:v>
                </c:pt>
                <c:pt idx="9905">
                  <c:v>lookingforintegrity2</c:v>
                </c:pt>
                <c:pt idx="9906">
                  <c:v>lookingforfemalesinger</c:v>
                </c:pt>
                <c:pt idx="9907">
                  <c:v>lookingforfemalebassist</c:v>
                </c:pt>
                <c:pt idx="9908">
                  <c:v>lookingforbeautyqueen</c:v>
                </c:pt>
                <c:pt idx="9909">
                  <c:v>lookingforaspecialgirl</c:v>
                </c:pt>
                <c:pt idx="9910">
                  <c:v>lookingforarelationship</c:v>
                </c:pt>
                <c:pt idx="9911">
                  <c:v>lookingforapurplerose</c:v>
                </c:pt>
                <c:pt idx="9912">
                  <c:v>lookingforaphotographer</c:v>
                </c:pt>
                <c:pt idx="9913">
                  <c:v>lookingbutnotwaiting</c:v>
                </c:pt>
                <c:pt idx="9914">
                  <c:v>lookingbeyondtomorrow</c:v>
                </c:pt>
                <c:pt idx="9915">
                  <c:v>lookfromlondonhosiery</c:v>
                </c:pt>
                <c:pt idx="9916">
                  <c:v>look_deep_into_the_parker</c:v>
                </c:pt>
                <c:pt idx="9917">
                  <c:v>lookbutdonttouch8800</c:v>
                </c:pt>
                <c:pt idx="9918">
                  <c:v>look_but_dont_touch07</c:v>
                </c:pt>
                <c:pt idx="9919">
                  <c:v>look_beyond_the_mask</c:v>
                </c:pt>
                <c:pt idx="9920">
                  <c:v>lookbetternakedparty</c:v>
                </c:pt>
                <c:pt idx="9921">
                  <c:v>lookbeforeyouleapkeep</c:v>
                </c:pt>
                <c:pt idx="9922">
                  <c:v>lonnie_followyourheart</c:v>
                </c:pt>
                <c:pt idx="9923">
                  <c:v>lonniefisherforpresident</c:v>
                </c:pt>
                <c:pt idx="9924">
                  <c:v>longwalksonthebeach9</c:v>
                </c:pt>
                <c:pt idx="9925">
                  <c:v>long_term_memory_loss</c:v>
                </c:pt>
                <c:pt idx="9926">
                  <c:v>longroadforashortcut0</c:v>
                </c:pt>
                <c:pt idx="9927">
                  <c:v>longmoneyheavyweight</c:v>
                </c:pt>
                <c:pt idx="9928">
                  <c:v>longlivethelivingend</c:v>
                </c:pt>
                <c:pt idx="9929">
                  <c:v>long_live_donnie_the_pimp</c:v>
                </c:pt>
                <c:pt idx="9930">
                  <c:v>longlastingconfusion</c:v>
                </c:pt>
                <c:pt idx="9931">
                  <c:v>longitudeandlatitude</c:v>
                </c:pt>
                <c:pt idx="9932">
                  <c:v>longislandverbalassaultsquad</c:v>
                </c:pt>
                <c:pt idx="9933">
                  <c:v>longislandphotography</c:v>
                </c:pt>
                <c:pt idx="9934">
                  <c:v>longislandblueswarehouse</c:v>
                </c:pt>
                <c:pt idx="9935">
                  <c:v>longing_for_your_touch</c:v>
                </c:pt>
                <c:pt idx="9936">
                  <c:v>longingforahappyheart</c:v>
                </c:pt>
                <c:pt idx="9937">
                  <c:v>longhornsareannoying</c:v>
                </c:pt>
                <c:pt idx="9938">
                  <c:v>longhorn_freak_4_life</c:v>
                </c:pt>
                <c:pt idx="9939">
                  <c:v>longhornfootballplaya10</c:v>
                </c:pt>
                <c:pt idx="9940">
                  <c:v>longhorn_fan_for_life</c:v>
                </c:pt>
                <c:pt idx="9941">
                  <c:v>longhorn_cutie_4ever</c:v>
                </c:pt>
                <c:pt idx="9942">
                  <c:v>longhair_countryboy3</c:v>
                </c:pt>
                <c:pt idx="9943">
                  <c:v>longcoolwomanblackdress</c:v>
                </c:pt>
                <c:pt idx="9944">
                  <c:v>longboyentertainment</c:v>
                </c:pt>
                <c:pt idx="9945">
                  <c:v>longboardingchristian89</c:v>
                </c:pt>
                <c:pt idx="9946">
                  <c:v>longbeachindoorpercussion</c:v>
                </c:pt>
                <c:pt idx="9947">
                  <c:v>long_beach_huntington</c:v>
                </c:pt>
                <c:pt idx="9948">
                  <c:v>longbeachhighschoolband</c:v>
                </c:pt>
                <c:pt idx="9949">
                  <c:v>longbeachdrinkingclub</c:v>
                </c:pt>
                <c:pt idx="9950">
                  <c:v>lonewolfbobbyoriginal</c:v>
                </c:pt>
                <c:pt idx="9951">
                  <c:v>lonesometravelerbluegrassband</c:v>
                </c:pt>
                <c:pt idx="9952">
                  <c:v>lonesomestandardtime</c:v>
                </c:pt>
                <c:pt idx="9953">
                  <c:v>lone_pine_landscaping</c:v>
                </c:pt>
                <c:pt idx="9954">
                  <c:v>lonely_suicidal_gurl</c:v>
                </c:pt>
                <c:pt idx="9955">
                  <c:v>lonelymalesocialworker</c:v>
                </c:pt>
                <c:pt idx="9956">
                  <c:v>lonely_lady_joker93</c:v>
                </c:pt>
                <c:pt idx="9957">
                  <c:v>lonely_heart_calling</c:v>
                </c:pt>
                <c:pt idx="9958">
                  <c:v>lonelydaycheerfulnight</c:v>
                </c:pt>
                <c:pt idx="9959">
                  <c:v>lonelybitchdamnright</c:v>
                </c:pt>
                <c:pt idx="9960">
                  <c:v>lonely_and_invisible</c:v>
                </c:pt>
                <c:pt idx="9961">
                  <c:v>lonely_and_heartbroken</c:v>
                </c:pt>
                <c:pt idx="9962">
                  <c:v>lonely_and_empty_inside</c:v>
                </c:pt>
                <c:pt idx="9963">
                  <c:v>londonphilharmonicchoir</c:v>
                </c:pt>
                <c:pt idx="9964">
                  <c:v>londonmusicphotography</c:v>
                </c:pt>
                <c:pt idx="9965">
                  <c:v>london.mentaldisorder</c:v>
                </c:pt>
                <c:pt idx="9966">
                  <c:v>lolly_lollipop_laura</c:v>
                </c:pt>
                <c:pt idx="9967">
                  <c:v>lolly_aka_lildreamer</c:v>
                </c:pt>
                <c:pt idx="9968">
                  <c:v>lollipopandpeppermint</c:v>
                </c:pt>
                <c:pt idx="9969">
                  <c:v>lolita_slut_ass_bitch</c:v>
                </c:pt>
                <c:pt idx="9970">
                  <c:v>lola_the_attack_parrot</c:v>
                </c:pt>
                <c:pt idx="9971">
                  <c:v>lolababe_personalaccount</c:v>
                </c:pt>
                <c:pt idx="9972">
                  <c:v>lois_shall_die_painfully</c:v>
                </c:pt>
                <c:pt idx="9973">
                  <c:v>logicandtheilluminati</c:v>
                </c:pt>
                <c:pt idx="9974">
                  <c:v>Logan_the_bone_mangler</c:v>
                </c:pt>
                <c:pt idx="9975">
                  <c:v>loganrogersvilledrumline</c:v>
                </c:pt>
                <c:pt idx="9976">
                  <c:v>loganknightphotography</c:v>
                </c:pt>
                <c:pt idx="9977">
                  <c:v>logandoesgainesville</c:v>
                </c:pt>
                <c:pt idx="9978">
                  <c:v>locophotophotography</c:v>
                </c:pt>
                <c:pt idx="9979">
                  <c:v>lockstockfascination</c:v>
                </c:pt>
                <c:pt idx="9980">
                  <c:v>lockhartstadiumjune25</c:v>
                </c:pt>
                <c:pt idx="9981">
                  <c:v>lockandloadpresident</c:v>
                </c:pt>
                <c:pt idx="9982">
                  <c:v>lochnessiethemonster</c:v>
                </c:pt>
                <c:pt idx="9983">
                  <c:v>localundergroundbeat</c:v>
                </c:pt>
                <c:pt idx="9984">
                  <c:v>localskatingandcoolstuff</c:v>
                </c:pt>
                <c:pt idx="9985">
                  <c:v>_local_music_support_</c:v>
                </c:pt>
                <c:pt idx="9986">
                  <c:v>locallybonedandbangerated</c:v>
                </c:pt>
                <c:pt idx="9987">
                  <c:v>local_islandgirl_808</c:v>
                </c:pt>
                <c:pt idx="9988">
                  <c:v>localcontractorsearch</c:v>
                </c:pt>
                <c:pt idx="9989">
                  <c:v>localcolorartistnetwork</c:v>
                </c:pt>
                <c:pt idx="9990">
                  <c:v>local313andpanicnightlife</c:v>
                </c:pt>
                <c:pt idx="9991">
                  <c:v>lobsterkittybiteshard</c:v>
                </c:pt>
                <c:pt idx="9992">
                  <c:v>loading123pleasewait</c:v>
                </c:pt>
                <c:pt idx="9993">
                  <c:v>loadedgoatsacramento</c:v>
                </c:pt>
                <c:pt idx="9994">
                  <c:v>loadedchamberorchestra</c:v>
                </c:pt>
                <c:pt idx="9995">
                  <c:v>llamaworlddomination</c:v>
                </c:pt>
                <c:pt idx="9996">
                  <c:v>lizwiththepurplehair</c:v>
                </c:pt>
                <c:pt idx="9997">
                  <c:v>lizsolomonimaginarygirl</c:v>
                </c:pt>
                <c:pt idx="9998">
                  <c:v>lizloveswill_1-18-2008</c:v>
                </c:pt>
              </c:strCache>
            </c:strRef>
          </c:cat>
          <c:val>
            <c:numRef>
              <c:f>Sheet1!$B$2:$B$10000</c:f>
              <c:numCache>
                <c:formatCode>General</c:formatCode>
                <c:ptCount val="9999"/>
                <c:pt idx="0">
                  <c:v>258.0</c:v>
                </c:pt>
                <c:pt idx="1">
                  <c:v>87.0</c:v>
                </c:pt>
                <c:pt idx="2">
                  <c:v>85.0</c:v>
                </c:pt>
                <c:pt idx="3">
                  <c:v>82.0</c:v>
                </c:pt>
                <c:pt idx="4">
                  <c:v>69.0</c:v>
                </c:pt>
                <c:pt idx="5">
                  <c:v>63.0</c:v>
                </c:pt>
                <c:pt idx="6">
                  <c:v>59.0</c:v>
                </c:pt>
                <c:pt idx="7">
                  <c:v>58.0</c:v>
                </c:pt>
                <c:pt idx="8">
                  <c:v>52.0</c:v>
                </c:pt>
                <c:pt idx="9">
                  <c:v>51.0</c:v>
                </c:pt>
                <c:pt idx="10">
                  <c:v>51.0</c:v>
                </c:pt>
                <c:pt idx="11">
                  <c:v>49.0</c:v>
                </c:pt>
                <c:pt idx="12">
                  <c:v>48.0</c:v>
                </c:pt>
                <c:pt idx="13">
                  <c:v>44.0</c:v>
                </c:pt>
                <c:pt idx="14">
                  <c:v>44.0</c:v>
                </c:pt>
                <c:pt idx="15">
                  <c:v>44.0</c:v>
                </c:pt>
                <c:pt idx="16">
                  <c:v>38.0</c:v>
                </c:pt>
                <c:pt idx="17">
                  <c:v>37.0</c:v>
                </c:pt>
                <c:pt idx="18">
                  <c:v>33.0</c:v>
                </c:pt>
                <c:pt idx="19">
                  <c:v>33.0</c:v>
                </c:pt>
                <c:pt idx="20">
                  <c:v>32.0</c:v>
                </c:pt>
                <c:pt idx="21">
                  <c:v>29.0</c:v>
                </c:pt>
                <c:pt idx="22">
                  <c:v>29.0</c:v>
                </c:pt>
                <c:pt idx="23">
                  <c:v>27.0</c:v>
                </c:pt>
                <c:pt idx="24">
                  <c:v>24.0</c:v>
                </c:pt>
                <c:pt idx="25">
                  <c:v>23.0</c:v>
                </c:pt>
                <c:pt idx="26">
                  <c:v>21.0</c:v>
                </c:pt>
                <c:pt idx="27">
                  <c:v>20.0</c:v>
                </c:pt>
                <c:pt idx="28">
                  <c:v>20.0</c:v>
                </c:pt>
                <c:pt idx="29">
                  <c:v>20.0</c:v>
                </c:pt>
                <c:pt idx="30">
                  <c:v>20.0</c:v>
                </c:pt>
                <c:pt idx="31">
                  <c:v>19.0</c:v>
                </c:pt>
                <c:pt idx="32">
                  <c:v>19.0</c:v>
                </c:pt>
                <c:pt idx="33">
                  <c:v>19.0</c:v>
                </c:pt>
                <c:pt idx="34">
                  <c:v>17.0</c:v>
                </c:pt>
                <c:pt idx="35">
                  <c:v>17.0</c:v>
                </c:pt>
                <c:pt idx="36">
                  <c:v>17.0</c:v>
                </c:pt>
                <c:pt idx="37">
                  <c:v>17.0</c:v>
                </c:pt>
                <c:pt idx="38">
                  <c:v>16.0</c:v>
                </c:pt>
                <c:pt idx="39">
                  <c:v>16.0</c:v>
                </c:pt>
                <c:pt idx="40">
                  <c:v>16.0</c:v>
                </c:pt>
                <c:pt idx="41">
                  <c:v>16.0</c:v>
                </c:pt>
                <c:pt idx="42">
                  <c:v>16.0</c:v>
                </c:pt>
                <c:pt idx="43">
                  <c:v>15.0</c:v>
                </c:pt>
                <c:pt idx="44">
                  <c:v>15.0</c:v>
                </c:pt>
                <c:pt idx="45">
                  <c:v>14.0</c:v>
                </c:pt>
                <c:pt idx="46">
                  <c:v>14.0</c:v>
                </c:pt>
                <c:pt idx="47">
                  <c:v>14.0</c:v>
                </c:pt>
                <c:pt idx="48">
                  <c:v>14.0</c:v>
                </c:pt>
                <c:pt idx="49">
                  <c:v>14.0</c:v>
                </c:pt>
                <c:pt idx="50">
                  <c:v>14.0</c:v>
                </c:pt>
                <c:pt idx="51">
                  <c:v>13.0</c:v>
                </c:pt>
                <c:pt idx="52">
                  <c:v>13.0</c:v>
                </c:pt>
                <c:pt idx="53">
                  <c:v>13.0</c:v>
                </c:pt>
                <c:pt idx="54">
                  <c:v>13.0</c:v>
                </c:pt>
                <c:pt idx="55">
                  <c:v>13.0</c:v>
                </c:pt>
                <c:pt idx="56">
                  <c:v>13.0</c:v>
                </c:pt>
                <c:pt idx="57">
                  <c:v>13.0</c:v>
                </c:pt>
                <c:pt idx="58">
                  <c:v>13.0</c:v>
                </c:pt>
                <c:pt idx="59">
                  <c:v>13.0</c:v>
                </c:pt>
                <c:pt idx="60">
                  <c:v>13.0</c:v>
                </c:pt>
                <c:pt idx="61">
                  <c:v>12.0</c:v>
                </c:pt>
                <c:pt idx="62">
                  <c:v>12.0</c:v>
                </c:pt>
                <c:pt idx="63">
                  <c:v>12.0</c:v>
                </c:pt>
                <c:pt idx="64">
                  <c:v>12.0</c:v>
                </c:pt>
                <c:pt idx="65">
                  <c:v>12.0</c:v>
                </c:pt>
                <c:pt idx="66">
                  <c:v>12.0</c:v>
                </c:pt>
                <c:pt idx="67">
                  <c:v>12.0</c:v>
                </c:pt>
                <c:pt idx="68">
                  <c:v>12.0</c:v>
                </c:pt>
                <c:pt idx="69">
                  <c:v>12.0</c:v>
                </c:pt>
                <c:pt idx="70">
                  <c:v>12.0</c:v>
                </c:pt>
                <c:pt idx="71">
                  <c:v>11.0</c:v>
                </c:pt>
                <c:pt idx="72">
                  <c:v>11.0</c:v>
                </c:pt>
                <c:pt idx="73">
                  <c:v>11.0</c:v>
                </c:pt>
                <c:pt idx="74">
                  <c:v>11.0</c:v>
                </c:pt>
                <c:pt idx="75">
                  <c:v>11.0</c:v>
                </c:pt>
                <c:pt idx="76">
                  <c:v>11.0</c:v>
                </c:pt>
                <c:pt idx="77">
                  <c:v>11.0</c:v>
                </c:pt>
                <c:pt idx="78">
                  <c:v>11.0</c:v>
                </c:pt>
                <c:pt idx="79">
                  <c:v>11.0</c:v>
                </c:pt>
                <c:pt idx="80">
                  <c:v>10.0</c:v>
                </c:pt>
                <c:pt idx="81">
                  <c:v>10.0</c:v>
                </c:pt>
                <c:pt idx="82">
                  <c:v>10.0</c:v>
                </c:pt>
                <c:pt idx="83">
                  <c:v>10.0</c:v>
                </c:pt>
                <c:pt idx="84">
                  <c:v>10.0</c:v>
                </c:pt>
                <c:pt idx="85">
                  <c:v>10.0</c:v>
                </c:pt>
                <c:pt idx="86">
                  <c:v>10.0</c:v>
                </c:pt>
                <c:pt idx="87">
                  <c:v>10.0</c:v>
                </c:pt>
                <c:pt idx="88">
                  <c:v>10.0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9.0</c:v>
                </c:pt>
                <c:pt idx="126">
                  <c:v>9.0</c:v>
                </c:pt>
                <c:pt idx="127">
                  <c:v>9.0</c:v>
                </c:pt>
                <c:pt idx="128">
                  <c:v>9.0</c:v>
                </c:pt>
                <c:pt idx="129">
                  <c:v>9.0</c:v>
                </c:pt>
                <c:pt idx="130">
                  <c:v>8.0</c:v>
                </c:pt>
                <c:pt idx="131">
                  <c:v>8.0</c:v>
                </c:pt>
                <c:pt idx="132">
                  <c:v>8.0</c:v>
                </c:pt>
                <c:pt idx="133">
                  <c:v>8.0</c:v>
                </c:pt>
                <c:pt idx="134">
                  <c:v>8.0</c:v>
                </c:pt>
                <c:pt idx="135">
                  <c:v>8.0</c:v>
                </c:pt>
                <c:pt idx="136">
                  <c:v>8.0</c:v>
                </c:pt>
                <c:pt idx="137">
                  <c:v>8.0</c:v>
                </c:pt>
                <c:pt idx="138">
                  <c:v>8.0</c:v>
                </c:pt>
                <c:pt idx="139">
                  <c:v>8.0</c:v>
                </c:pt>
                <c:pt idx="140">
                  <c:v>8.0</c:v>
                </c:pt>
                <c:pt idx="141">
                  <c:v>8.0</c:v>
                </c:pt>
                <c:pt idx="142">
                  <c:v>8.0</c:v>
                </c:pt>
                <c:pt idx="143">
                  <c:v>8.0</c:v>
                </c:pt>
                <c:pt idx="144">
                  <c:v>8.0</c:v>
                </c:pt>
                <c:pt idx="145">
                  <c:v>8.0</c:v>
                </c:pt>
                <c:pt idx="146">
                  <c:v>8.0</c:v>
                </c:pt>
                <c:pt idx="147">
                  <c:v>8.0</c:v>
                </c:pt>
                <c:pt idx="148">
                  <c:v>8.0</c:v>
                </c:pt>
                <c:pt idx="149">
                  <c:v>8.0</c:v>
                </c:pt>
                <c:pt idx="150">
                  <c:v>8.0</c:v>
                </c:pt>
                <c:pt idx="151">
                  <c:v>8.0</c:v>
                </c:pt>
                <c:pt idx="152">
                  <c:v>8.0</c:v>
                </c:pt>
                <c:pt idx="153">
                  <c:v>8.0</c:v>
                </c:pt>
                <c:pt idx="154">
                  <c:v>8.0</c:v>
                </c:pt>
                <c:pt idx="155">
                  <c:v>8.0</c:v>
                </c:pt>
                <c:pt idx="156">
                  <c:v>8.0</c:v>
                </c:pt>
                <c:pt idx="157">
                  <c:v>8.0</c:v>
                </c:pt>
                <c:pt idx="158">
                  <c:v>8.0</c:v>
                </c:pt>
                <c:pt idx="159">
                  <c:v>8.0</c:v>
                </c:pt>
                <c:pt idx="160">
                  <c:v>8.0</c:v>
                </c:pt>
                <c:pt idx="161">
                  <c:v>8.0</c:v>
                </c:pt>
                <c:pt idx="162">
                  <c:v>8.0</c:v>
                </c:pt>
                <c:pt idx="163">
                  <c:v>8.0</c:v>
                </c:pt>
                <c:pt idx="164">
                  <c:v>8.0</c:v>
                </c:pt>
                <c:pt idx="165">
                  <c:v>8.0</c:v>
                </c:pt>
                <c:pt idx="166">
                  <c:v>8.0</c:v>
                </c:pt>
                <c:pt idx="167">
                  <c:v>8.0</c:v>
                </c:pt>
                <c:pt idx="168">
                  <c:v>8.0</c:v>
                </c:pt>
                <c:pt idx="169">
                  <c:v>8.0</c:v>
                </c:pt>
                <c:pt idx="170">
                  <c:v>8.0</c:v>
                </c:pt>
                <c:pt idx="171">
                  <c:v>8.0</c:v>
                </c:pt>
                <c:pt idx="172">
                  <c:v>8.0</c:v>
                </c:pt>
                <c:pt idx="173">
                  <c:v>8.0</c:v>
                </c:pt>
                <c:pt idx="174">
                  <c:v>8.0</c:v>
                </c:pt>
                <c:pt idx="175">
                  <c:v>8.0</c:v>
                </c:pt>
                <c:pt idx="176">
                  <c:v>8.0</c:v>
                </c:pt>
                <c:pt idx="177">
                  <c:v>8.0</c:v>
                </c:pt>
                <c:pt idx="178">
                  <c:v>8.0</c:v>
                </c:pt>
                <c:pt idx="179">
                  <c:v>8.0</c:v>
                </c:pt>
                <c:pt idx="180">
                  <c:v>8.0</c:v>
                </c:pt>
                <c:pt idx="181">
                  <c:v>8.0</c:v>
                </c:pt>
                <c:pt idx="182">
                  <c:v>8.0</c:v>
                </c:pt>
                <c:pt idx="183">
                  <c:v>8.0</c:v>
                </c:pt>
                <c:pt idx="184">
                  <c:v>8.0</c:v>
                </c:pt>
                <c:pt idx="185">
                  <c:v>8.0</c:v>
                </c:pt>
                <c:pt idx="186">
                  <c:v>8.0</c:v>
                </c:pt>
                <c:pt idx="187">
                  <c:v>8.0</c:v>
                </c:pt>
                <c:pt idx="188">
                  <c:v>8.0</c:v>
                </c:pt>
                <c:pt idx="189">
                  <c:v>8.0</c:v>
                </c:pt>
                <c:pt idx="190">
                  <c:v>8.0</c:v>
                </c:pt>
                <c:pt idx="191">
                  <c:v>8.0</c:v>
                </c:pt>
                <c:pt idx="192">
                  <c:v>8.0</c:v>
                </c:pt>
                <c:pt idx="193">
                  <c:v>8.0</c:v>
                </c:pt>
                <c:pt idx="194">
                  <c:v>8.0</c:v>
                </c:pt>
                <c:pt idx="195">
                  <c:v>8.0</c:v>
                </c:pt>
                <c:pt idx="196">
                  <c:v>8.0</c:v>
                </c:pt>
                <c:pt idx="197">
                  <c:v>8.0</c:v>
                </c:pt>
                <c:pt idx="198">
                  <c:v>8.0</c:v>
                </c:pt>
                <c:pt idx="199">
                  <c:v>8.0</c:v>
                </c:pt>
                <c:pt idx="200">
                  <c:v>8.0</c:v>
                </c:pt>
                <c:pt idx="201">
                  <c:v>8.0</c:v>
                </c:pt>
                <c:pt idx="202">
                  <c:v>8.0</c:v>
                </c:pt>
                <c:pt idx="203">
                  <c:v>8.0</c:v>
                </c:pt>
                <c:pt idx="204">
                  <c:v>8.0</c:v>
                </c:pt>
                <c:pt idx="205">
                  <c:v>8.0</c:v>
                </c:pt>
                <c:pt idx="206">
                  <c:v>8.0</c:v>
                </c:pt>
                <c:pt idx="207">
                  <c:v>8.0</c:v>
                </c:pt>
                <c:pt idx="208">
                  <c:v>8.0</c:v>
                </c:pt>
                <c:pt idx="209">
                  <c:v>8.0</c:v>
                </c:pt>
                <c:pt idx="210">
                  <c:v>8.0</c:v>
                </c:pt>
                <c:pt idx="211">
                  <c:v>8.0</c:v>
                </c:pt>
                <c:pt idx="212">
                  <c:v>8.0</c:v>
                </c:pt>
                <c:pt idx="213">
                  <c:v>8.0</c:v>
                </c:pt>
                <c:pt idx="214">
                  <c:v>8.0</c:v>
                </c:pt>
                <c:pt idx="215">
                  <c:v>8.0</c:v>
                </c:pt>
                <c:pt idx="216">
                  <c:v>8.0</c:v>
                </c:pt>
                <c:pt idx="217">
                  <c:v>7.0</c:v>
                </c:pt>
                <c:pt idx="218">
                  <c:v>7.0</c:v>
                </c:pt>
                <c:pt idx="219">
                  <c:v>7.0</c:v>
                </c:pt>
                <c:pt idx="220">
                  <c:v>7.0</c:v>
                </c:pt>
                <c:pt idx="221">
                  <c:v>7.0</c:v>
                </c:pt>
                <c:pt idx="222">
                  <c:v>7.0</c:v>
                </c:pt>
                <c:pt idx="223">
                  <c:v>7.0</c:v>
                </c:pt>
                <c:pt idx="224">
                  <c:v>7.0</c:v>
                </c:pt>
                <c:pt idx="225">
                  <c:v>7.0</c:v>
                </c:pt>
                <c:pt idx="226">
                  <c:v>7.0</c:v>
                </c:pt>
                <c:pt idx="227">
                  <c:v>7.0</c:v>
                </c:pt>
                <c:pt idx="228">
                  <c:v>7.0</c:v>
                </c:pt>
                <c:pt idx="229">
                  <c:v>7.0</c:v>
                </c:pt>
                <c:pt idx="230">
                  <c:v>7.0</c:v>
                </c:pt>
                <c:pt idx="231">
                  <c:v>7.0</c:v>
                </c:pt>
                <c:pt idx="232">
                  <c:v>7.0</c:v>
                </c:pt>
                <c:pt idx="233">
                  <c:v>7.0</c:v>
                </c:pt>
                <c:pt idx="234">
                  <c:v>7.0</c:v>
                </c:pt>
                <c:pt idx="235">
                  <c:v>7.0</c:v>
                </c:pt>
                <c:pt idx="236">
                  <c:v>7.0</c:v>
                </c:pt>
                <c:pt idx="237">
                  <c:v>7.0</c:v>
                </c:pt>
                <c:pt idx="238">
                  <c:v>7.0</c:v>
                </c:pt>
                <c:pt idx="239">
                  <c:v>7.0</c:v>
                </c:pt>
                <c:pt idx="240">
                  <c:v>7.0</c:v>
                </c:pt>
                <c:pt idx="241">
                  <c:v>7.0</c:v>
                </c:pt>
                <c:pt idx="242">
                  <c:v>7.0</c:v>
                </c:pt>
                <c:pt idx="243">
                  <c:v>7.0</c:v>
                </c:pt>
                <c:pt idx="244">
                  <c:v>7.0</c:v>
                </c:pt>
                <c:pt idx="245">
                  <c:v>7.0</c:v>
                </c:pt>
                <c:pt idx="246">
                  <c:v>7.0</c:v>
                </c:pt>
                <c:pt idx="247">
                  <c:v>7.0</c:v>
                </c:pt>
                <c:pt idx="248">
                  <c:v>7.0</c:v>
                </c:pt>
                <c:pt idx="249">
                  <c:v>7.0</c:v>
                </c:pt>
                <c:pt idx="250">
                  <c:v>7.0</c:v>
                </c:pt>
                <c:pt idx="251">
                  <c:v>7.0</c:v>
                </c:pt>
                <c:pt idx="252">
                  <c:v>7.0</c:v>
                </c:pt>
                <c:pt idx="253">
                  <c:v>7.0</c:v>
                </c:pt>
                <c:pt idx="254">
                  <c:v>7.0</c:v>
                </c:pt>
                <c:pt idx="255">
                  <c:v>7.0</c:v>
                </c:pt>
                <c:pt idx="256">
                  <c:v>7.0</c:v>
                </c:pt>
                <c:pt idx="257">
                  <c:v>7.0</c:v>
                </c:pt>
                <c:pt idx="258">
                  <c:v>7.0</c:v>
                </c:pt>
                <c:pt idx="259">
                  <c:v>7.0</c:v>
                </c:pt>
                <c:pt idx="260">
                  <c:v>7.0</c:v>
                </c:pt>
                <c:pt idx="261">
                  <c:v>7.0</c:v>
                </c:pt>
                <c:pt idx="262">
                  <c:v>7.0</c:v>
                </c:pt>
                <c:pt idx="263">
                  <c:v>7.0</c:v>
                </c:pt>
                <c:pt idx="264">
                  <c:v>7.0</c:v>
                </c:pt>
                <c:pt idx="265">
                  <c:v>7.0</c:v>
                </c:pt>
                <c:pt idx="266">
                  <c:v>7.0</c:v>
                </c:pt>
                <c:pt idx="267">
                  <c:v>7.0</c:v>
                </c:pt>
                <c:pt idx="268">
                  <c:v>7.0</c:v>
                </c:pt>
                <c:pt idx="269">
                  <c:v>7.0</c:v>
                </c:pt>
                <c:pt idx="270">
                  <c:v>7.0</c:v>
                </c:pt>
                <c:pt idx="271">
                  <c:v>7.0</c:v>
                </c:pt>
                <c:pt idx="272">
                  <c:v>7.0</c:v>
                </c:pt>
                <c:pt idx="273">
                  <c:v>7.0</c:v>
                </c:pt>
                <c:pt idx="274">
                  <c:v>7.0</c:v>
                </c:pt>
                <c:pt idx="275">
                  <c:v>7.0</c:v>
                </c:pt>
                <c:pt idx="276">
                  <c:v>7.0</c:v>
                </c:pt>
                <c:pt idx="277">
                  <c:v>7.0</c:v>
                </c:pt>
                <c:pt idx="278">
                  <c:v>7.0</c:v>
                </c:pt>
                <c:pt idx="279">
                  <c:v>7.0</c:v>
                </c:pt>
                <c:pt idx="280">
                  <c:v>7.0</c:v>
                </c:pt>
                <c:pt idx="281">
                  <c:v>7.0</c:v>
                </c:pt>
                <c:pt idx="282">
                  <c:v>7.0</c:v>
                </c:pt>
                <c:pt idx="283">
                  <c:v>7.0</c:v>
                </c:pt>
                <c:pt idx="284">
                  <c:v>7.0</c:v>
                </c:pt>
                <c:pt idx="285">
                  <c:v>7.0</c:v>
                </c:pt>
                <c:pt idx="286">
                  <c:v>7.0</c:v>
                </c:pt>
                <c:pt idx="287">
                  <c:v>7.0</c:v>
                </c:pt>
                <c:pt idx="288">
                  <c:v>7.0</c:v>
                </c:pt>
                <c:pt idx="289">
                  <c:v>7.0</c:v>
                </c:pt>
                <c:pt idx="290">
                  <c:v>7.0</c:v>
                </c:pt>
                <c:pt idx="291">
                  <c:v>7.0</c:v>
                </c:pt>
                <c:pt idx="292">
                  <c:v>7.0</c:v>
                </c:pt>
                <c:pt idx="293">
                  <c:v>7.0</c:v>
                </c:pt>
                <c:pt idx="294">
                  <c:v>7.0</c:v>
                </c:pt>
                <c:pt idx="295">
                  <c:v>7.0</c:v>
                </c:pt>
                <c:pt idx="296">
                  <c:v>7.0</c:v>
                </c:pt>
                <c:pt idx="297">
                  <c:v>7.0</c:v>
                </c:pt>
                <c:pt idx="298">
                  <c:v>7.0</c:v>
                </c:pt>
                <c:pt idx="299">
                  <c:v>7.0</c:v>
                </c:pt>
                <c:pt idx="300">
                  <c:v>7.0</c:v>
                </c:pt>
                <c:pt idx="301">
                  <c:v>7.0</c:v>
                </c:pt>
                <c:pt idx="302">
                  <c:v>7.0</c:v>
                </c:pt>
                <c:pt idx="303">
                  <c:v>7.0</c:v>
                </c:pt>
                <c:pt idx="304">
                  <c:v>7.0</c:v>
                </c:pt>
                <c:pt idx="305">
                  <c:v>7.0</c:v>
                </c:pt>
                <c:pt idx="306">
                  <c:v>7.0</c:v>
                </c:pt>
                <c:pt idx="307">
                  <c:v>7.0</c:v>
                </c:pt>
                <c:pt idx="308">
                  <c:v>7.0</c:v>
                </c:pt>
                <c:pt idx="309">
                  <c:v>7.0</c:v>
                </c:pt>
                <c:pt idx="310">
                  <c:v>7.0</c:v>
                </c:pt>
                <c:pt idx="311">
                  <c:v>7.0</c:v>
                </c:pt>
                <c:pt idx="312">
                  <c:v>7.0</c:v>
                </c:pt>
                <c:pt idx="313">
                  <c:v>7.0</c:v>
                </c:pt>
                <c:pt idx="314">
                  <c:v>7.0</c:v>
                </c:pt>
                <c:pt idx="315">
                  <c:v>7.0</c:v>
                </c:pt>
                <c:pt idx="316">
                  <c:v>7.0</c:v>
                </c:pt>
                <c:pt idx="317">
                  <c:v>7.0</c:v>
                </c:pt>
                <c:pt idx="318">
                  <c:v>7.0</c:v>
                </c:pt>
                <c:pt idx="319">
                  <c:v>7.0</c:v>
                </c:pt>
                <c:pt idx="320">
                  <c:v>7.0</c:v>
                </c:pt>
                <c:pt idx="321">
                  <c:v>7.0</c:v>
                </c:pt>
                <c:pt idx="322">
                  <c:v>7.0</c:v>
                </c:pt>
                <c:pt idx="323">
                  <c:v>7.0</c:v>
                </c:pt>
                <c:pt idx="324">
                  <c:v>7.0</c:v>
                </c:pt>
                <c:pt idx="325">
                  <c:v>7.0</c:v>
                </c:pt>
                <c:pt idx="326">
                  <c:v>7.0</c:v>
                </c:pt>
                <c:pt idx="327">
                  <c:v>7.0</c:v>
                </c:pt>
                <c:pt idx="328">
                  <c:v>7.0</c:v>
                </c:pt>
                <c:pt idx="329">
                  <c:v>7.0</c:v>
                </c:pt>
                <c:pt idx="330">
                  <c:v>7.0</c:v>
                </c:pt>
                <c:pt idx="331">
                  <c:v>7.0</c:v>
                </c:pt>
                <c:pt idx="332">
                  <c:v>7.0</c:v>
                </c:pt>
                <c:pt idx="333">
                  <c:v>7.0</c:v>
                </c:pt>
                <c:pt idx="334">
                  <c:v>7.0</c:v>
                </c:pt>
                <c:pt idx="335">
                  <c:v>7.0</c:v>
                </c:pt>
                <c:pt idx="336">
                  <c:v>7.0</c:v>
                </c:pt>
                <c:pt idx="337">
                  <c:v>7.0</c:v>
                </c:pt>
                <c:pt idx="338">
                  <c:v>7.0</c:v>
                </c:pt>
                <c:pt idx="339">
                  <c:v>7.0</c:v>
                </c:pt>
                <c:pt idx="340">
                  <c:v>7.0</c:v>
                </c:pt>
                <c:pt idx="341">
                  <c:v>7.0</c:v>
                </c:pt>
                <c:pt idx="342">
                  <c:v>7.0</c:v>
                </c:pt>
                <c:pt idx="343">
                  <c:v>7.0</c:v>
                </c:pt>
                <c:pt idx="344">
                  <c:v>7.0</c:v>
                </c:pt>
                <c:pt idx="345">
                  <c:v>7.0</c:v>
                </c:pt>
                <c:pt idx="346">
                  <c:v>7.0</c:v>
                </c:pt>
                <c:pt idx="347">
                  <c:v>7.0</c:v>
                </c:pt>
                <c:pt idx="348">
                  <c:v>7.0</c:v>
                </c:pt>
                <c:pt idx="349">
                  <c:v>7.0</c:v>
                </c:pt>
                <c:pt idx="350">
                  <c:v>7.0</c:v>
                </c:pt>
                <c:pt idx="351">
                  <c:v>7.0</c:v>
                </c:pt>
                <c:pt idx="352">
                  <c:v>7.0</c:v>
                </c:pt>
                <c:pt idx="353">
                  <c:v>7.0</c:v>
                </c:pt>
                <c:pt idx="354">
                  <c:v>7.0</c:v>
                </c:pt>
                <c:pt idx="355">
                  <c:v>7.0</c:v>
                </c:pt>
                <c:pt idx="356">
                  <c:v>7.0</c:v>
                </c:pt>
                <c:pt idx="357">
                  <c:v>7.0</c:v>
                </c:pt>
                <c:pt idx="358">
                  <c:v>7.0</c:v>
                </c:pt>
                <c:pt idx="359">
                  <c:v>7.0</c:v>
                </c:pt>
                <c:pt idx="360">
                  <c:v>7.0</c:v>
                </c:pt>
                <c:pt idx="361">
                  <c:v>7.0</c:v>
                </c:pt>
                <c:pt idx="362">
                  <c:v>7.0</c:v>
                </c:pt>
                <c:pt idx="363">
                  <c:v>7.0</c:v>
                </c:pt>
                <c:pt idx="364">
                  <c:v>7.0</c:v>
                </c:pt>
                <c:pt idx="365">
                  <c:v>7.0</c:v>
                </c:pt>
                <c:pt idx="366">
                  <c:v>7.0</c:v>
                </c:pt>
                <c:pt idx="367">
                  <c:v>7.0</c:v>
                </c:pt>
                <c:pt idx="368">
                  <c:v>7.0</c:v>
                </c:pt>
                <c:pt idx="369">
                  <c:v>7.0</c:v>
                </c:pt>
                <c:pt idx="370">
                  <c:v>7.0</c:v>
                </c:pt>
                <c:pt idx="371">
                  <c:v>7.0</c:v>
                </c:pt>
                <c:pt idx="372">
                  <c:v>7.0</c:v>
                </c:pt>
                <c:pt idx="373">
                  <c:v>7.0</c:v>
                </c:pt>
                <c:pt idx="374">
                  <c:v>7.0</c:v>
                </c:pt>
                <c:pt idx="375">
                  <c:v>7.0</c:v>
                </c:pt>
                <c:pt idx="376">
                  <c:v>7.0</c:v>
                </c:pt>
                <c:pt idx="377">
                  <c:v>7.0</c:v>
                </c:pt>
                <c:pt idx="378">
                  <c:v>7.0</c:v>
                </c:pt>
                <c:pt idx="379">
                  <c:v>7.0</c:v>
                </c:pt>
                <c:pt idx="380">
                  <c:v>7.0</c:v>
                </c:pt>
                <c:pt idx="381">
                  <c:v>7.0</c:v>
                </c:pt>
                <c:pt idx="382">
                  <c:v>7.0</c:v>
                </c:pt>
                <c:pt idx="383">
                  <c:v>7.0</c:v>
                </c:pt>
                <c:pt idx="384">
                  <c:v>7.0</c:v>
                </c:pt>
                <c:pt idx="385">
                  <c:v>7.0</c:v>
                </c:pt>
                <c:pt idx="386">
                  <c:v>7.0</c:v>
                </c:pt>
                <c:pt idx="387">
                  <c:v>6.0</c:v>
                </c:pt>
                <c:pt idx="388">
                  <c:v>6.0</c:v>
                </c:pt>
                <c:pt idx="389">
                  <c:v>6.0</c:v>
                </c:pt>
                <c:pt idx="390">
                  <c:v>6.0</c:v>
                </c:pt>
                <c:pt idx="391">
                  <c:v>6.0</c:v>
                </c:pt>
                <c:pt idx="392">
                  <c:v>6.0</c:v>
                </c:pt>
                <c:pt idx="393">
                  <c:v>6.0</c:v>
                </c:pt>
                <c:pt idx="394">
                  <c:v>6.0</c:v>
                </c:pt>
                <c:pt idx="395">
                  <c:v>6.0</c:v>
                </c:pt>
                <c:pt idx="396">
                  <c:v>6.0</c:v>
                </c:pt>
                <c:pt idx="397">
                  <c:v>6.0</c:v>
                </c:pt>
                <c:pt idx="398">
                  <c:v>6.0</c:v>
                </c:pt>
                <c:pt idx="399">
                  <c:v>6.0</c:v>
                </c:pt>
                <c:pt idx="400">
                  <c:v>6.0</c:v>
                </c:pt>
                <c:pt idx="401">
                  <c:v>6.0</c:v>
                </c:pt>
                <c:pt idx="402">
                  <c:v>6.0</c:v>
                </c:pt>
                <c:pt idx="403">
                  <c:v>6.0</c:v>
                </c:pt>
                <c:pt idx="404">
                  <c:v>6.0</c:v>
                </c:pt>
                <c:pt idx="405">
                  <c:v>6.0</c:v>
                </c:pt>
                <c:pt idx="406">
                  <c:v>6.0</c:v>
                </c:pt>
                <c:pt idx="407">
                  <c:v>6.0</c:v>
                </c:pt>
                <c:pt idx="408">
                  <c:v>6.0</c:v>
                </c:pt>
                <c:pt idx="409">
                  <c:v>6.0</c:v>
                </c:pt>
                <c:pt idx="410">
                  <c:v>6.0</c:v>
                </c:pt>
                <c:pt idx="411">
                  <c:v>6.0</c:v>
                </c:pt>
                <c:pt idx="412">
                  <c:v>6.0</c:v>
                </c:pt>
                <c:pt idx="413">
                  <c:v>6.0</c:v>
                </c:pt>
                <c:pt idx="414">
                  <c:v>6.0</c:v>
                </c:pt>
                <c:pt idx="415">
                  <c:v>6.0</c:v>
                </c:pt>
                <c:pt idx="416">
                  <c:v>6.0</c:v>
                </c:pt>
                <c:pt idx="417">
                  <c:v>6.0</c:v>
                </c:pt>
                <c:pt idx="418">
                  <c:v>6.0</c:v>
                </c:pt>
                <c:pt idx="419">
                  <c:v>6.0</c:v>
                </c:pt>
                <c:pt idx="420">
                  <c:v>6.0</c:v>
                </c:pt>
                <c:pt idx="421">
                  <c:v>6.0</c:v>
                </c:pt>
                <c:pt idx="422">
                  <c:v>6.0</c:v>
                </c:pt>
                <c:pt idx="423">
                  <c:v>6.0</c:v>
                </c:pt>
                <c:pt idx="424">
                  <c:v>6.0</c:v>
                </c:pt>
                <c:pt idx="425">
                  <c:v>6.0</c:v>
                </c:pt>
                <c:pt idx="426">
                  <c:v>6.0</c:v>
                </c:pt>
                <c:pt idx="427">
                  <c:v>6.0</c:v>
                </c:pt>
                <c:pt idx="428">
                  <c:v>6.0</c:v>
                </c:pt>
                <c:pt idx="429">
                  <c:v>6.0</c:v>
                </c:pt>
                <c:pt idx="430">
                  <c:v>6.0</c:v>
                </c:pt>
                <c:pt idx="431">
                  <c:v>6.0</c:v>
                </c:pt>
                <c:pt idx="432">
                  <c:v>6.0</c:v>
                </c:pt>
                <c:pt idx="433">
                  <c:v>6.0</c:v>
                </c:pt>
                <c:pt idx="434">
                  <c:v>6.0</c:v>
                </c:pt>
                <c:pt idx="435">
                  <c:v>6.0</c:v>
                </c:pt>
                <c:pt idx="436">
                  <c:v>6.0</c:v>
                </c:pt>
                <c:pt idx="437">
                  <c:v>6.0</c:v>
                </c:pt>
                <c:pt idx="438">
                  <c:v>6.0</c:v>
                </c:pt>
                <c:pt idx="439">
                  <c:v>6.0</c:v>
                </c:pt>
                <c:pt idx="440">
                  <c:v>6.0</c:v>
                </c:pt>
                <c:pt idx="441">
                  <c:v>6.0</c:v>
                </c:pt>
                <c:pt idx="442">
                  <c:v>6.0</c:v>
                </c:pt>
                <c:pt idx="443">
                  <c:v>6.0</c:v>
                </c:pt>
                <c:pt idx="444">
                  <c:v>6.0</c:v>
                </c:pt>
                <c:pt idx="445">
                  <c:v>6.0</c:v>
                </c:pt>
                <c:pt idx="446">
                  <c:v>6.0</c:v>
                </c:pt>
                <c:pt idx="447">
                  <c:v>6.0</c:v>
                </c:pt>
                <c:pt idx="448">
                  <c:v>6.0</c:v>
                </c:pt>
                <c:pt idx="449">
                  <c:v>6.0</c:v>
                </c:pt>
                <c:pt idx="450">
                  <c:v>6.0</c:v>
                </c:pt>
                <c:pt idx="451">
                  <c:v>6.0</c:v>
                </c:pt>
                <c:pt idx="452">
                  <c:v>6.0</c:v>
                </c:pt>
                <c:pt idx="453">
                  <c:v>6.0</c:v>
                </c:pt>
                <c:pt idx="454">
                  <c:v>6.0</c:v>
                </c:pt>
                <c:pt idx="455">
                  <c:v>6.0</c:v>
                </c:pt>
                <c:pt idx="456">
                  <c:v>6.0</c:v>
                </c:pt>
                <c:pt idx="457">
                  <c:v>6.0</c:v>
                </c:pt>
                <c:pt idx="458">
                  <c:v>6.0</c:v>
                </c:pt>
                <c:pt idx="459">
                  <c:v>6.0</c:v>
                </c:pt>
                <c:pt idx="460">
                  <c:v>6.0</c:v>
                </c:pt>
                <c:pt idx="461">
                  <c:v>6.0</c:v>
                </c:pt>
                <c:pt idx="462">
                  <c:v>6.0</c:v>
                </c:pt>
                <c:pt idx="463">
                  <c:v>6.0</c:v>
                </c:pt>
                <c:pt idx="464">
                  <c:v>6.0</c:v>
                </c:pt>
                <c:pt idx="465">
                  <c:v>6.0</c:v>
                </c:pt>
                <c:pt idx="466">
                  <c:v>6.0</c:v>
                </c:pt>
                <c:pt idx="467">
                  <c:v>6.0</c:v>
                </c:pt>
                <c:pt idx="468">
                  <c:v>6.0</c:v>
                </c:pt>
                <c:pt idx="469">
                  <c:v>6.0</c:v>
                </c:pt>
                <c:pt idx="470">
                  <c:v>6.0</c:v>
                </c:pt>
                <c:pt idx="471">
                  <c:v>6.0</c:v>
                </c:pt>
                <c:pt idx="472">
                  <c:v>6.0</c:v>
                </c:pt>
                <c:pt idx="473">
                  <c:v>6.0</c:v>
                </c:pt>
                <c:pt idx="474">
                  <c:v>6.0</c:v>
                </c:pt>
                <c:pt idx="475">
                  <c:v>6.0</c:v>
                </c:pt>
                <c:pt idx="476">
                  <c:v>6.0</c:v>
                </c:pt>
                <c:pt idx="477">
                  <c:v>6.0</c:v>
                </c:pt>
                <c:pt idx="478">
                  <c:v>6.0</c:v>
                </c:pt>
                <c:pt idx="479">
                  <c:v>6.0</c:v>
                </c:pt>
                <c:pt idx="480">
                  <c:v>6.0</c:v>
                </c:pt>
                <c:pt idx="481">
                  <c:v>6.0</c:v>
                </c:pt>
                <c:pt idx="482">
                  <c:v>6.0</c:v>
                </c:pt>
                <c:pt idx="483">
                  <c:v>6.0</c:v>
                </c:pt>
                <c:pt idx="484">
                  <c:v>6.0</c:v>
                </c:pt>
                <c:pt idx="485">
                  <c:v>6.0</c:v>
                </c:pt>
                <c:pt idx="486">
                  <c:v>6.0</c:v>
                </c:pt>
                <c:pt idx="487">
                  <c:v>6.0</c:v>
                </c:pt>
                <c:pt idx="488">
                  <c:v>6.0</c:v>
                </c:pt>
                <c:pt idx="489">
                  <c:v>6.0</c:v>
                </c:pt>
                <c:pt idx="490">
                  <c:v>6.0</c:v>
                </c:pt>
                <c:pt idx="491">
                  <c:v>6.0</c:v>
                </c:pt>
                <c:pt idx="492">
                  <c:v>6.0</c:v>
                </c:pt>
                <c:pt idx="493">
                  <c:v>6.0</c:v>
                </c:pt>
                <c:pt idx="494">
                  <c:v>6.0</c:v>
                </c:pt>
                <c:pt idx="495">
                  <c:v>6.0</c:v>
                </c:pt>
                <c:pt idx="496">
                  <c:v>6.0</c:v>
                </c:pt>
                <c:pt idx="497">
                  <c:v>6.0</c:v>
                </c:pt>
                <c:pt idx="498">
                  <c:v>6.0</c:v>
                </c:pt>
                <c:pt idx="499">
                  <c:v>6.0</c:v>
                </c:pt>
                <c:pt idx="500">
                  <c:v>6.0</c:v>
                </c:pt>
                <c:pt idx="501">
                  <c:v>6.0</c:v>
                </c:pt>
                <c:pt idx="502">
                  <c:v>6.0</c:v>
                </c:pt>
                <c:pt idx="503">
                  <c:v>6.0</c:v>
                </c:pt>
                <c:pt idx="504">
                  <c:v>6.0</c:v>
                </c:pt>
                <c:pt idx="505">
                  <c:v>6.0</c:v>
                </c:pt>
                <c:pt idx="506">
                  <c:v>6.0</c:v>
                </c:pt>
                <c:pt idx="507">
                  <c:v>6.0</c:v>
                </c:pt>
                <c:pt idx="508">
                  <c:v>6.0</c:v>
                </c:pt>
                <c:pt idx="509">
                  <c:v>6.0</c:v>
                </c:pt>
                <c:pt idx="510">
                  <c:v>6.0</c:v>
                </c:pt>
                <c:pt idx="511">
                  <c:v>6.0</c:v>
                </c:pt>
                <c:pt idx="512">
                  <c:v>6.0</c:v>
                </c:pt>
                <c:pt idx="513">
                  <c:v>6.0</c:v>
                </c:pt>
                <c:pt idx="514">
                  <c:v>6.0</c:v>
                </c:pt>
                <c:pt idx="515">
                  <c:v>6.0</c:v>
                </c:pt>
                <c:pt idx="516">
                  <c:v>6.0</c:v>
                </c:pt>
                <c:pt idx="517">
                  <c:v>6.0</c:v>
                </c:pt>
                <c:pt idx="518">
                  <c:v>6.0</c:v>
                </c:pt>
                <c:pt idx="519">
                  <c:v>6.0</c:v>
                </c:pt>
                <c:pt idx="520">
                  <c:v>6.0</c:v>
                </c:pt>
                <c:pt idx="521">
                  <c:v>6.0</c:v>
                </c:pt>
                <c:pt idx="522">
                  <c:v>6.0</c:v>
                </c:pt>
                <c:pt idx="523">
                  <c:v>6.0</c:v>
                </c:pt>
                <c:pt idx="524">
                  <c:v>6.0</c:v>
                </c:pt>
                <c:pt idx="525">
                  <c:v>6.0</c:v>
                </c:pt>
                <c:pt idx="526">
                  <c:v>6.0</c:v>
                </c:pt>
                <c:pt idx="527">
                  <c:v>6.0</c:v>
                </c:pt>
                <c:pt idx="528">
                  <c:v>6.0</c:v>
                </c:pt>
                <c:pt idx="529">
                  <c:v>6.0</c:v>
                </c:pt>
                <c:pt idx="530">
                  <c:v>6.0</c:v>
                </c:pt>
                <c:pt idx="531">
                  <c:v>6.0</c:v>
                </c:pt>
                <c:pt idx="532">
                  <c:v>6.0</c:v>
                </c:pt>
                <c:pt idx="533">
                  <c:v>6.0</c:v>
                </c:pt>
                <c:pt idx="534">
                  <c:v>6.0</c:v>
                </c:pt>
                <c:pt idx="535">
                  <c:v>6.0</c:v>
                </c:pt>
                <c:pt idx="536">
                  <c:v>6.0</c:v>
                </c:pt>
                <c:pt idx="537">
                  <c:v>6.0</c:v>
                </c:pt>
                <c:pt idx="538">
                  <c:v>6.0</c:v>
                </c:pt>
                <c:pt idx="539">
                  <c:v>6.0</c:v>
                </c:pt>
                <c:pt idx="540">
                  <c:v>6.0</c:v>
                </c:pt>
                <c:pt idx="541">
                  <c:v>6.0</c:v>
                </c:pt>
                <c:pt idx="542">
                  <c:v>6.0</c:v>
                </c:pt>
                <c:pt idx="543">
                  <c:v>6.0</c:v>
                </c:pt>
                <c:pt idx="544">
                  <c:v>6.0</c:v>
                </c:pt>
                <c:pt idx="545">
                  <c:v>6.0</c:v>
                </c:pt>
                <c:pt idx="546">
                  <c:v>6.0</c:v>
                </c:pt>
                <c:pt idx="547">
                  <c:v>6.0</c:v>
                </c:pt>
                <c:pt idx="548">
                  <c:v>6.0</c:v>
                </c:pt>
                <c:pt idx="549">
                  <c:v>6.0</c:v>
                </c:pt>
                <c:pt idx="550">
                  <c:v>6.0</c:v>
                </c:pt>
                <c:pt idx="551">
                  <c:v>6.0</c:v>
                </c:pt>
                <c:pt idx="552">
                  <c:v>6.0</c:v>
                </c:pt>
                <c:pt idx="553">
                  <c:v>6.0</c:v>
                </c:pt>
                <c:pt idx="554">
                  <c:v>6.0</c:v>
                </c:pt>
                <c:pt idx="555">
                  <c:v>6.0</c:v>
                </c:pt>
                <c:pt idx="556">
                  <c:v>6.0</c:v>
                </c:pt>
                <c:pt idx="557">
                  <c:v>6.0</c:v>
                </c:pt>
                <c:pt idx="558">
                  <c:v>6.0</c:v>
                </c:pt>
                <c:pt idx="559">
                  <c:v>6.0</c:v>
                </c:pt>
                <c:pt idx="560">
                  <c:v>6.0</c:v>
                </c:pt>
                <c:pt idx="561">
                  <c:v>6.0</c:v>
                </c:pt>
                <c:pt idx="562">
                  <c:v>6.0</c:v>
                </c:pt>
                <c:pt idx="563">
                  <c:v>6.0</c:v>
                </c:pt>
                <c:pt idx="564">
                  <c:v>6.0</c:v>
                </c:pt>
                <c:pt idx="565">
                  <c:v>6.0</c:v>
                </c:pt>
                <c:pt idx="566">
                  <c:v>6.0</c:v>
                </c:pt>
                <c:pt idx="567">
                  <c:v>6.0</c:v>
                </c:pt>
                <c:pt idx="568">
                  <c:v>6.0</c:v>
                </c:pt>
                <c:pt idx="569">
                  <c:v>6.0</c:v>
                </c:pt>
                <c:pt idx="570">
                  <c:v>6.0</c:v>
                </c:pt>
                <c:pt idx="571">
                  <c:v>6.0</c:v>
                </c:pt>
                <c:pt idx="572">
                  <c:v>6.0</c:v>
                </c:pt>
                <c:pt idx="573">
                  <c:v>6.0</c:v>
                </c:pt>
                <c:pt idx="574">
                  <c:v>6.0</c:v>
                </c:pt>
                <c:pt idx="575">
                  <c:v>6.0</c:v>
                </c:pt>
                <c:pt idx="576">
                  <c:v>6.0</c:v>
                </c:pt>
                <c:pt idx="577">
                  <c:v>6.0</c:v>
                </c:pt>
                <c:pt idx="578">
                  <c:v>6.0</c:v>
                </c:pt>
                <c:pt idx="579">
                  <c:v>6.0</c:v>
                </c:pt>
                <c:pt idx="580">
                  <c:v>6.0</c:v>
                </c:pt>
                <c:pt idx="581">
                  <c:v>6.0</c:v>
                </c:pt>
                <c:pt idx="582">
                  <c:v>6.0</c:v>
                </c:pt>
                <c:pt idx="583">
                  <c:v>6.0</c:v>
                </c:pt>
                <c:pt idx="584">
                  <c:v>6.0</c:v>
                </c:pt>
                <c:pt idx="585">
                  <c:v>6.0</c:v>
                </c:pt>
                <c:pt idx="586">
                  <c:v>6.0</c:v>
                </c:pt>
                <c:pt idx="587">
                  <c:v>6.0</c:v>
                </c:pt>
                <c:pt idx="588">
                  <c:v>6.0</c:v>
                </c:pt>
                <c:pt idx="589">
                  <c:v>6.0</c:v>
                </c:pt>
                <c:pt idx="590">
                  <c:v>6.0</c:v>
                </c:pt>
                <c:pt idx="591">
                  <c:v>6.0</c:v>
                </c:pt>
                <c:pt idx="592">
                  <c:v>6.0</c:v>
                </c:pt>
                <c:pt idx="593">
                  <c:v>6.0</c:v>
                </c:pt>
                <c:pt idx="594">
                  <c:v>6.0</c:v>
                </c:pt>
                <c:pt idx="595">
                  <c:v>6.0</c:v>
                </c:pt>
                <c:pt idx="596">
                  <c:v>6.0</c:v>
                </c:pt>
                <c:pt idx="597">
                  <c:v>6.0</c:v>
                </c:pt>
                <c:pt idx="598">
                  <c:v>6.0</c:v>
                </c:pt>
                <c:pt idx="599">
                  <c:v>6.0</c:v>
                </c:pt>
                <c:pt idx="600">
                  <c:v>6.0</c:v>
                </c:pt>
                <c:pt idx="601">
                  <c:v>6.0</c:v>
                </c:pt>
                <c:pt idx="602">
                  <c:v>6.0</c:v>
                </c:pt>
                <c:pt idx="603">
                  <c:v>6.0</c:v>
                </c:pt>
                <c:pt idx="604">
                  <c:v>6.0</c:v>
                </c:pt>
                <c:pt idx="605">
                  <c:v>6.0</c:v>
                </c:pt>
                <c:pt idx="606">
                  <c:v>6.0</c:v>
                </c:pt>
                <c:pt idx="607">
                  <c:v>6.0</c:v>
                </c:pt>
                <c:pt idx="608">
                  <c:v>6.0</c:v>
                </c:pt>
                <c:pt idx="609">
                  <c:v>6.0</c:v>
                </c:pt>
                <c:pt idx="610">
                  <c:v>6.0</c:v>
                </c:pt>
                <c:pt idx="611">
                  <c:v>6.0</c:v>
                </c:pt>
                <c:pt idx="612">
                  <c:v>6.0</c:v>
                </c:pt>
                <c:pt idx="613">
                  <c:v>6.0</c:v>
                </c:pt>
                <c:pt idx="614">
                  <c:v>6.0</c:v>
                </c:pt>
                <c:pt idx="615">
                  <c:v>6.0</c:v>
                </c:pt>
                <c:pt idx="616">
                  <c:v>6.0</c:v>
                </c:pt>
                <c:pt idx="617">
                  <c:v>6.0</c:v>
                </c:pt>
                <c:pt idx="618">
                  <c:v>6.0</c:v>
                </c:pt>
                <c:pt idx="619">
                  <c:v>6.0</c:v>
                </c:pt>
                <c:pt idx="620">
                  <c:v>6.0</c:v>
                </c:pt>
                <c:pt idx="621">
                  <c:v>6.0</c:v>
                </c:pt>
                <c:pt idx="622">
                  <c:v>6.0</c:v>
                </c:pt>
                <c:pt idx="623">
                  <c:v>6.0</c:v>
                </c:pt>
                <c:pt idx="624">
                  <c:v>6.0</c:v>
                </c:pt>
                <c:pt idx="625">
                  <c:v>6.0</c:v>
                </c:pt>
                <c:pt idx="626">
                  <c:v>6.0</c:v>
                </c:pt>
                <c:pt idx="627">
                  <c:v>6.0</c:v>
                </c:pt>
                <c:pt idx="628">
                  <c:v>6.0</c:v>
                </c:pt>
                <c:pt idx="629">
                  <c:v>6.0</c:v>
                </c:pt>
                <c:pt idx="630">
                  <c:v>6.0</c:v>
                </c:pt>
                <c:pt idx="631">
                  <c:v>6.0</c:v>
                </c:pt>
                <c:pt idx="632">
                  <c:v>6.0</c:v>
                </c:pt>
                <c:pt idx="633">
                  <c:v>6.0</c:v>
                </c:pt>
                <c:pt idx="634">
                  <c:v>6.0</c:v>
                </c:pt>
                <c:pt idx="635">
                  <c:v>6.0</c:v>
                </c:pt>
                <c:pt idx="636">
                  <c:v>6.0</c:v>
                </c:pt>
                <c:pt idx="637">
                  <c:v>6.0</c:v>
                </c:pt>
                <c:pt idx="638">
                  <c:v>6.0</c:v>
                </c:pt>
                <c:pt idx="639">
                  <c:v>6.0</c:v>
                </c:pt>
                <c:pt idx="640">
                  <c:v>6.0</c:v>
                </c:pt>
                <c:pt idx="641">
                  <c:v>6.0</c:v>
                </c:pt>
                <c:pt idx="642">
                  <c:v>6.0</c:v>
                </c:pt>
                <c:pt idx="643">
                  <c:v>6.0</c:v>
                </c:pt>
                <c:pt idx="644">
                  <c:v>6.0</c:v>
                </c:pt>
                <c:pt idx="645">
                  <c:v>6.0</c:v>
                </c:pt>
                <c:pt idx="646">
                  <c:v>6.0</c:v>
                </c:pt>
                <c:pt idx="647">
                  <c:v>6.0</c:v>
                </c:pt>
                <c:pt idx="648">
                  <c:v>6.0</c:v>
                </c:pt>
                <c:pt idx="649">
                  <c:v>6.0</c:v>
                </c:pt>
                <c:pt idx="650">
                  <c:v>6.0</c:v>
                </c:pt>
                <c:pt idx="651">
                  <c:v>6.0</c:v>
                </c:pt>
                <c:pt idx="652">
                  <c:v>6.0</c:v>
                </c:pt>
                <c:pt idx="653">
                  <c:v>6.0</c:v>
                </c:pt>
                <c:pt idx="654">
                  <c:v>6.0</c:v>
                </c:pt>
                <c:pt idx="655">
                  <c:v>6.0</c:v>
                </c:pt>
                <c:pt idx="656">
                  <c:v>6.0</c:v>
                </c:pt>
                <c:pt idx="657">
                  <c:v>6.0</c:v>
                </c:pt>
                <c:pt idx="658">
                  <c:v>6.0</c:v>
                </c:pt>
                <c:pt idx="659">
                  <c:v>6.0</c:v>
                </c:pt>
                <c:pt idx="660">
                  <c:v>6.0</c:v>
                </c:pt>
                <c:pt idx="661">
                  <c:v>6.0</c:v>
                </c:pt>
                <c:pt idx="662">
                  <c:v>6.0</c:v>
                </c:pt>
                <c:pt idx="663">
                  <c:v>6.0</c:v>
                </c:pt>
                <c:pt idx="664">
                  <c:v>6.0</c:v>
                </c:pt>
                <c:pt idx="665">
                  <c:v>6.0</c:v>
                </c:pt>
                <c:pt idx="666">
                  <c:v>6.0</c:v>
                </c:pt>
                <c:pt idx="667">
                  <c:v>6.0</c:v>
                </c:pt>
                <c:pt idx="668">
                  <c:v>6.0</c:v>
                </c:pt>
                <c:pt idx="669">
                  <c:v>6.0</c:v>
                </c:pt>
                <c:pt idx="670">
                  <c:v>6.0</c:v>
                </c:pt>
                <c:pt idx="671">
                  <c:v>6.0</c:v>
                </c:pt>
                <c:pt idx="672">
                  <c:v>6.0</c:v>
                </c:pt>
                <c:pt idx="673">
                  <c:v>6.0</c:v>
                </c:pt>
                <c:pt idx="674">
                  <c:v>6.0</c:v>
                </c:pt>
                <c:pt idx="675">
                  <c:v>6.0</c:v>
                </c:pt>
                <c:pt idx="676">
                  <c:v>6.0</c:v>
                </c:pt>
                <c:pt idx="677">
                  <c:v>6.0</c:v>
                </c:pt>
                <c:pt idx="678">
                  <c:v>6.0</c:v>
                </c:pt>
                <c:pt idx="679">
                  <c:v>6.0</c:v>
                </c:pt>
                <c:pt idx="680">
                  <c:v>6.0</c:v>
                </c:pt>
                <c:pt idx="681">
                  <c:v>6.0</c:v>
                </c:pt>
                <c:pt idx="682">
                  <c:v>6.0</c:v>
                </c:pt>
                <c:pt idx="683">
                  <c:v>6.0</c:v>
                </c:pt>
                <c:pt idx="684">
                  <c:v>6.0</c:v>
                </c:pt>
                <c:pt idx="685">
                  <c:v>6.0</c:v>
                </c:pt>
                <c:pt idx="686">
                  <c:v>6.0</c:v>
                </c:pt>
                <c:pt idx="687">
                  <c:v>6.0</c:v>
                </c:pt>
                <c:pt idx="688">
                  <c:v>6.0</c:v>
                </c:pt>
                <c:pt idx="689">
                  <c:v>6.0</c:v>
                </c:pt>
                <c:pt idx="690">
                  <c:v>6.0</c:v>
                </c:pt>
                <c:pt idx="691">
                  <c:v>6.0</c:v>
                </c:pt>
                <c:pt idx="692">
                  <c:v>6.0</c:v>
                </c:pt>
                <c:pt idx="693">
                  <c:v>6.0</c:v>
                </c:pt>
                <c:pt idx="694">
                  <c:v>6.0</c:v>
                </c:pt>
                <c:pt idx="695">
                  <c:v>6.0</c:v>
                </c:pt>
                <c:pt idx="696">
                  <c:v>6.0</c:v>
                </c:pt>
                <c:pt idx="697">
                  <c:v>6.0</c:v>
                </c:pt>
                <c:pt idx="698">
                  <c:v>6.0</c:v>
                </c:pt>
                <c:pt idx="699">
                  <c:v>6.0</c:v>
                </c:pt>
                <c:pt idx="700">
                  <c:v>6.0</c:v>
                </c:pt>
                <c:pt idx="701">
                  <c:v>6.0</c:v>
                </c:pt>
                <c:pt idx="702">
                  <c:v>6.0</c:v>
                </c:pt>
                <c:pt idx="703">
                  <c:v>6.0</c:v>
                </c:pt>
                <c:pt idx="704">
                  <c:v>6.0</c:v>
                </c:pt>
                <c:pt idx="705">
                  <c:v>6.0</c:v>
                </c:pt>
                <c:pt idx="706">
                  <c:v>6.0</c:v>
                </c:pt>
                <c:pt idx="707">
                  <c:v>6.0</c:v>
                </c:pt>
                <c:pt idx="708">
                  <c:v>6.0</c:v>
                </c:pt>
                <c:pt idx="709">
                  <c:v>6.0</c:v>
                </c:pt>
                <c:pt idx="710">
                  <c:v>6.0</c:v>
                </c:pt>
                <c:pt idx="711">
                  <c:v>6.0</c:v>
                </c:pt>
                <c:pt idx="712">
                  <c:v>6.0</c:v>
                </c:pt>
                <c:pt idx="713">
                  <c:v>6.0</c:v>
                </c:pt>
                <c:pt idx="714">
                  <c:v>6.0</c:v>
                </c:pt>
                <c:pt idx="715">
                  <c:v>6.0</c:v>
                </c:pt>
                <c:pt idx="716">
                  <c:v>6.0</c:v>
                </c:pt>
                <c:pt idx="717">
                  <c:v>6.0</c:v>
                </c:pt>
                <c:pt idx="718">
                  <c:v>6.0</c:v>
                </c:pt>
                <c:pt idx="719">
                  <c:v>6.0</c:v>
                </c:pt>
                <c:pt idx="720">
                  <c:v>6.0</c:v>
                </c:pt>
                <c:pt idx="721">
                  <c:v>6.0</c:v>
                </c:pt>
                <c:pt idx="722">
                  <c:v>6.0</c:v>
                </c:pt>
                <c:pt idx="723">
                  <c:v>6.0</c:v>
                </c:pt>
                <c:pt idx="724">
                  <c:v>6.0</c:v>
                </c:pt>
                <c:pt idx="725">
                  <c:v>6.0</c:v>
                </c:pt>
                <c:pt idx="726">
                  <c:v>6.0</c:v>
                </c:pt>
                <c:pt idx="727">
                  <c:v>6.0</c:v>
                </c:pt>
                <c:pt idx="728">
                  <c:v>6.0</c:v>
                </c:pt>
                <c:pt idx="729">
                  <c:v>6.0</c:v>
                </c:pt>
                <c:pt idx="730">
                  <c:v>6.0</c:v>
                </c:pt>
                <c:pt idx="731">
                  <c:v>6.0</c:v>
                </c:pt>
                <c:pt idx="732">
                  <c:v>6.0</c:v>
                </c:pt>
                <c:pt idx="733">
                  <c:v>6.0</c:v>
                </c:pt>
                <c:pt idx="734">
                  <c:v>6.0</c:v>
                </c:pt>
                <c:pt idx="735">
                  <c:v>6.0</c:v>
                </c:pt>
                <c:pt idx="736">
                  <c:v>6.0</c:v>
                </c:pt>
                <c:pt idx="737">
                  <c:v>6.0</c:v>
                </c:pt>
                <c:pt idx="738">
                  <c:v>6.0</c:v>
                </c:pt>
                <c:pt idx="739">
                  <c:v>6.0</c:v>
                </c:pt>
                <c:pt idx="740">
                  <c:v>6.0</c:v>
                </c:pt>
                <c:pt idx="741">
                  <c:v>6.0</c:v>
                </c:pt>
                <c:pt idx="742">
                  <c:v>6.0</c:v>
                </c:pt>
                <c:pt idx="743">
                  <c:v>6.0</c:v>
                </c:pt>
                <c:pt idx="744">
                  <c:v>6.0</c:v>
                </c:pt>
                <c:pt idx="745">
                  <c:v>6.0</c:v>
                </c:pt>
                <c:pt idx="746">
                  <c:v>6.0</c:v>
                </c:pt>
                <c:pt idx="747">
                  <c:v>6.0</c:v>
                </c:pt>
                <c:pt idx="748">
                  <c:v>6.0</c:v>
                </c:pt>
                <c:pt idx="749">
                  <c:v>6.0</c:v>
                </c:pt>
                <c:pt idx="750">
                  <c:v>6.0</c:v>
                </c:pt>
                <c:pt idx="751">
                  <c:v>6.0</c:v>
                </c:pt>
                <c:pt idx="752">
                  <c:v>6.0</c:v>
                </c:pt>
                <c:pt idx="753">
                  <c:v>6.0</c:v>
                </c:pt>
                <c:pt idx="754">
                  <c:v>6.0</c:v>
                </c:pt>
                <c:pt idx="755">
                  <c:v>6.0</c:v>
                </c:pt>
                <c:pt idx="756">
                  <c:v>6.0</c:v>
                </c:pt>
                <c:pt idx="757">
                  <c:v>6.0</c:v>
                </c:pt>
                <c:pt idx="758">
                  <c:v>6.0</c:v>
                </c:pt>
                <c:pt idx="759">
                  <c:v>6.0</c:v>
                </c:pt>
                <c:pt idx="760">
                  <c:v>6.0</c:v>
                </c:pt>
                <c:pt idx="761">
                  <c:v>6.0</c:v>
                </c:pt>
                <c:pt idx="762">
                  <c:v>6.0</c:v>
                </c:pt>
                <c:pt idx="763">
                  <c:v>6.0</c:v>
                </c:pt>
                <c:pt idx="764">
                  <c:v>6.0</c:v>
                </c:pt>
                <c:pt idx="765">
                  <c:v>6.0</c:v>
                </c:pt>
                <c:pt idx="766">
                  <c:v>6.0</c:v>
                </c:pt>
                <c:pt idx="767">
                  <c:v>6.0</c:v>
                </c:pt>
                <c:pt idx="768">
                  <c:v>6.0</c:v>
                </c:pt>
                <c:pt idx="769">
                  <c:v>6.0</c:v>
                </c:pt>
                <c:pt idx="770">
                  <c:v>6.0</c:v>
                </c:pt>
                <c:pt idx="771">
                  <c:v>6.0</c:v>
                </c:pt>
                <c:pt idx="772">
                  <c:v>6.0</c:v>
                </c:pt>
                <c:pt idx="773">
                  <c:v>6.0</c:v>
                </c:pt>
                <c:pt idx="774">
                  <c:v>6.0</c:v>
                </c:pt>
                <c:pt idx="775">
                  <c:v>6.0</c:v>
                </c:pt>
                <c:pt idx="776">
                  <c:v>6.0</c:v>
                </c:pt>
                <c:pt idx="777">
                  <c:v>6.0</c:v>
                </c:pt>
                <c:pt idx="778">
                  <c:v>6.0</c:v>
                </c:pt>
                <c:pt idx="779">
                  <c:v>6.0</c:v>
                </c:pt>
                <c:pt idx="780">
                  <c:v>6.0</c:v>
                </c:pt>
                <c:pt idx="781">
                  <c:v>6.0</c:v>
                </c:pt>
                <c:pt idx="782">
                  <c:v>6.0</c:v>
                </c:pt>
                <c:pt idx="783">
                  <c:v>6.0</c:v>
                </c:pt>
                <c:pt idx="784">
                  <c:v>6.0</c:v>
                </c:pt>
                <c:pt idx="785">
                  <c:v>6.0</c:v>
                </c:pt>
                <c:pt idx="786">
                  <c:v>6.0</c:v>
                </c:pt>
                <c:pt idx="787">
                  <c:v>6.0</c:v>
                </c:pt>
                <c:pt idx="788">
                  <c:v>6.0</c:v>
                </c:pt>
                <c:pt idx="789">
                  <c:v>6.0</c:v>
                </c:pt>
                <c:pt idx="790">
                  <c:v>6.0</c:v>
                </c:pt>
                <c:pt idx="791">
                  <c:v>6.0</c:v>
                </c:pt>
                <c:pt idx="792">
                  <c:v>6.0</c:v>
                </c:pt>
                <c:pt idx="793">
                  <c:v>6.0</c:v>
                </c:pt>
                <c:pt idx="794">
                  <c:v>6.0</c:v>
                </c:pt>
                <c:pt idx="795">
                  <c:v>6.0</c:v>
                </c:pt>
                <c:pt idx="796">
                  <c:v>6.0</c:v>
                </c:pt>
                <c:pt idx="797">
                  <c:v>6.0</c:v>
                </c:pt>
                <c:pt idx="798">
                  <c:v>6.0</c:v>
                </c:pt>
                <c:pt idx="799">
                  <c:v>6.0</c:v>
                </c:pt>
                <c:pt idx="800">
                  <c:v>6.0</c:v>
                </c:pt>
                <c:pt idx="801">
                  <c:v>6.0</c:v>
                </c:pt>
                <c:pt idx="802">
                  <c:v>6.0</c:v>
                </c:pt>
                <c:pt idx="803">
                  <c:v>6.0</c:v>
                </c:pt>
                <c:pt idx="804">
                  <c:v>6.0</c:v>
                </c:pt>
                <c:pt idx="805">
                  <c:v>6.0</c:v>
                </c:pt>
                <c:pt idx="806">
                  <c:v>6.0</c:v>
                </c:pt>
                <c:pt idx="807">
                  <c:v>6.0</c:v>
                </c:pt>
                <c:pt idx="808">
                  <c:v>6.0</c:v>
                </c:pt>
                <c:pt idx="809">
                  <c:v>6.0</c:v>
                </c:pt>
                <c:pt idx="810">
                  <c:v>6.0</c:v>
                </c:pt>
                <c:pt idx="811">
                  <c:v>6.0</c:v>
                </c:pt>
                <c:pt idx="812">
                  <c:v>6.0</c:v>
                </c:pt>
                <c:pt idx="813">
                  <c:v>6.0</c:v>
                </c:pt>
                <c:pt idx="814">
                  <c:v>6.0</c:v>
                </c:pt>
                <c:pt idx="815">
                  <c:v>6.0</c:v>
                </c:pt>
                <c:pt idx="816">
                  <c:v>6.0</c:v>
                </c:pt>
                <c:pt idx="817">
                  <c:v>6.0</c:v>
                </c:pt>
                <c:pt idx="818">
                  <c:v>6.0</c:v>
                </c:pt>
                <c:pt idx="819">
                  <c:v>6.0</c:v>
                </c:pt>
                <c:pt idx="820">
                  <c:v>6.0</c:v>
                </c:pt>
                <c:pt idx="821">
                  <c:v>6.0</c:v>
                </c:pt>
                <c:pt idx="822">
                  <c:v>6.0</c:v>
                </c:pt>
                <c:pt idx="823">
                  <c:v>6.0</c:v>
                </c:pt>
                <c:pt idx="824">
                  <c:v>6.0</c:v>
                </c:pt>
                <c:pt idx="825">
                  <c:v>6.0</c:v>
                </c:pt>
                <c:pt idx="826">
                  <c:v>6.0</c:v>
                </c:pt>
                <c:pt idx="827">
                  <c:v>6.0</c:v>
                </c:pt>
                <c:pt idx="828">
                  <c:v>6.0</c:v>
                </c:pt>
                <c:pt idx="829">
                  <c:v>6.0</c:v>
                </c:pt>
                <c:pt idx="830">
                  <c:v>6.0</c:v>
                </c:pt>
                <c:pt idx="831">
                  <c:v>6.0</c:v>
                </c:pt>
                <c:pt idx="832">
                  <c:v>6.0</c:v>
                </c:pt>
                <c:pt idx="833">
                  <c:v>6.0</c:v>
                </c:pt>
                <c:pt idx="834">
                  <c:v>6.0</c:v>
                </c:pt>
                <c:pt idx="835">
                  <c:v>6.0</c:v>
                </c:pt>
                <c:pt idx="836">
                  <c:v>6.0</c:v>
                </c:pt>
                <c:pt idx="837">
                  <c:v>6.0</c:v>
                </c:pt>
                <c:pt idx="838">
                  <c:v>6.0</c:v>
                </c:pt>
                <c:pt idx="839">
                  <c:v>6.0</c:v>
                </c:pt>
                <c:pt idx="840">
                  <c:v>6.0</c:v>
                </c:pt>
                <c:pt idx="841">
                  <c:v>6.0</c:v>
                </c:pt>
                <c:pt idx="842">
                  <c:v>6.0</c:v>
                </c:pt>
                <c:pt idx="843">
                  <c:v>6.0</c:v>
                </c:pt>
                <c:pt idx="844">
                  <c:v>6.0</c:v>
                </c:pt>
                <c:pt idx="845">
                  <c:v>6.0</c:v>
                </c:pt>
                <c:pt idx="846">
                  <c:v>6.0</c:v>
                </c:pt>
                <c:pt idx="847">
                  <c:v>6.0</c:v>
                </c:pt>
                <c:pt idx="848">
                  <c:v>6.0</c:v>
                </c:pt>
                <c:pt idx="849">
                  <c:v>6.0</c:v>
                </c:pt>
                <c:pt idx="850">
                  <c:v>6.0</c:v>
                </c:pt>
                <c:pt idx="851">
                  <c:v>6.0</c:v>
                </c:pt>
                <c:pt idx="852">
                  <c:v>6.0</c:v>
                </c:pt>
                <c:pt idx="853">
                  <c:v>6.0</c:v>
                </c:pt>
                <c:pt idx="854">
                  <c:v>6.0</c:v>
                </c:pt>
                <c:pt idx="855">
                  <c:v>6.0</c:v>
                </c:pt>
                <c:pt idx="856">
                  <c:v>6.0</c:v>
                </c:pt>
                <c:pt idx="857">
                  <c:v>6.0</c:v>
                </c:pt>
                <c:pt idx="858">
                  <c:v>6.0</c:v>
                </c:pt>
                <c:pt idx="859">
                  <c:v>6.0</c:v>
                </c:pt>
                <c:pt idx="860">
                  <c:v>6.0</c:v>
                </c:pt>
                <c:pt idx="861">
                  <c:v>6.0</c:v>
                </c:pt>
                <c:pt idx="862">
                  <c:v>6.0</c:v>
                </c:pt>
                <c:pt idx="863">
                  <c:v>6.0</c:v>
                </c:pt>
                <c:pt idx="864">
                  <c:v>6.0</c:v>
                </c:pt>
                <c:pt idx="865">
                  <c:v>6.0</c:v>
                </c:pt>
                <c:pt idx="866">
                  <c:v>6.0</c:v>
                </c:pt>
                <c:pt idx="867">
                  <c:v>6.0</c:v>
                </c:pt>
                <c:pt idx="868">
                  <c:v>6.0</c:v>
                </c:pt>
                <c:pt idx="869">
                  <c:v>6.0</c:v>
                </c:pt>
                <c:pt idx="870">
                  <c:v>6.0</c:v>
                </c:pt>
                <c:pt idx="871">
                  <c:v>6.0</c:v>
                </c:pt>
                <c:pt idx="872">
                  <c:v>6.0</c:v>
                </c:pt>
                <c:pt idx="873">
                  <c:v>6.0</c:v>
                </c:pt>
                <c:pt idx="874">
                  <c:v>6.0</c:v>
                </c:pt>
                <c:pt idx="875">
                  <c:v>6.0</c:v>
                </c:pt>
                <c:pt idx="876">
                  <c:v>6.0</c:v>
                </c:pt>
                <c:pt idx="877">
                  <c:v>6.0</c:v>
                </c:pt>
                <c:pt idx="878">
                  <c:v>6.0</c:v>
                </c:pt>
                <c:pt idx="879">
                  <c:v>6.0</c:v>
                </c:pt>
                <c:pt idx="880">
                  <c:v>6.0</c:v>
                </c:pt>
                <c:pt idx="881">
                  <c:v>6.0</c:v>
                </c:pt>
                <c:pt idx="882">
                  <c:v>6.0</c:v>
                </c:pt>
                <c:pt idx="883">
                  <c:v>6.0</c:v>
                </c:pt>
                <c:pt idx="884">
                  <c:v>6.0</c:v>
                </c:pt>
                <c:pt idx="885">
                  <c:v>6.0</c:v>
                </c:pt>
                <c:pt idx="886">
                  <c:v>6.0</c:v>
                </c:pt>
                <c:pt idx="887">
                  <c:v>6.0</c:v>
                </c:pt>
                <c:pt idx="888">
                  <c:v>6.0</c:v>
                </c:pt>
                <c:pt idx="889">
                  <c:v>6.0</c:v>
                </c:pt>
                <c:pt idx="890">
                  <c:v>6.0</c:v>
                </c:pt>
                <c:pt idx="891">
                  <c:v>6.0</c:v>
                </c:pt>
                <c:pt idx="892">
                  <c:v>6.0</c:v>
                </c:pt>
                <c:pt idx="893">
                  <c:v>6.0</c:v>
                </c:pt>
                <c:pt idx="894">
                  <c:v>6.0</c:v>
                </c:pt>
                <c:pt idx="895">
                  <c:v>6.0</c:v>
                </c:pt>
                <c:pt idx="896">
                  <c:v>6.0</c:v>
                </c:pt>
                <c:pt idx="897">
                  <c:v>6.0</c:v>
                </c:pt>
                <c:pt idx="898">
                  <c:v>6.0</c:v>
                </c:pt>
                <c:pt idx="899">
                  <c:v>6.0</c:v>
                </c:pt>
                <c:pt idx="900">
                  <c:v>6.0</c:v>
                </c:pt>
                <c:pt idx="901">
                  <c:v>6.0</c:v>
                </c:pt>
                <c:pt idx="902">
                  <c:v>6.0</c:v>
                </c:pt>
                <c:pt idx="903">
                  <c:v>6.0</c:v>
                </c:pt>
                <c:pt idx="904">
                  <c:v>6.0</c:v>
                </c:pt>
                <c:pt idx="905">
                  <c:v>6.0</c:v>
                </c:pt>
                <c:pt idx="906">
                  <c:v>6.0</c:v>
                </c:pt>
                <c:pt idx="907">
                  <c:v>6.0</c:v>
                </c:pt>
                <c:pt idx="908">
                  <c:v>6.0</c:v>
                </c:pt>
                <c:pt idx="909">
                  <c:v>6.0</c:v>
                </c:pt>
                <c:pt idx="910">
                  <c:v>6.0</c:v>
                </c:pt>
                <c:pt idx="911">
                  <c:v>6.0</c:v>
                </c:pt>
                <c:pt idx="912">
                  <c:v>6.0</c:v>
                </c:pt>
                <c:pt idx="913">
                  <c:v>6.0</c:v>
                </c:pt>
                <c:pt idx="914">
                  <c:v>6.0</c:v>
                </c:pt>
                <c:pt idx="915">
                  <c:v>6.0</c:v>
                </c:pt>
                <c:pt idx="916">
                  <c:v>6.0</c:v>
                </c:pt>
                <c:pt idx="917">
                  <c:v>6.0</c:v>
                </c:pt>
                <c:pt idx="918">
                  <c:v>6.0</c:v>
                </c:pt>
                <c:pt idx="919">
                  <c:v>6.0</c:v>
                </c:pt>
                <c:pt idx="920">
                  <c:v>6.0</c:v>
                </c:pt>
                <c:pt idx="921">
                  <c:v>6.0</c:v>
                </c:pt>
                <c:pt idx="922">
                  <c:v>6.0</c:v>
                </c:pt>
                <c:pt idx="923">
                  <c:v>6.0</c:v>
                </c:pt>
                <c:pt idx="924">
                  <c:v>6.0</c:v>
                </c:pt>
                <c:pt idx="925">
                  <c:v>6.0</c:v>
                </c:pt>
                <c:pt idx="926">
                  <c:v>6.0</c:v>
                </c:pt>
                <c:pt idx="927">
                  <c:v>6.0</c:v>
                </c:pt>
                <c:pt idx="928">
                  <c:v>6.0</c:v>
                </c:pt>
                <c:pt idx="929">
                  <c:v>6.0</c:v>
                </c:pt>
                <c:pt idx="930">
                  <c:v>6.0</c:v>
                </c:pt>
                <c:pt idx="931">
                  <c:v>6.0</c:v>
                </c:pt>
                <c:pt idx="932">
                  <c:v>6.0</c:v>
                </c:pt>
                <c:pt idx="933">
                  <c:v>6.0</c:v>
                </c:pt>
                <c:pt idx="934">
                  <c:v>6.0</c:v>
                </c:pt>
                <c:pt idx="935">
                  <c:v>6.0</c:v>
                </c:pt>
                <c:pt idx="936">
                  <c:v>6.0</c:v>
                </c:pt>
                <c:pt idx="937">
                  <c:v>6.0</c:v>
                </c:pt>
                <c:pt idx="938">
                  <c:v>6.0</c:v>
                </c:pt>
                <c:pt idx="939">
                  <c:v>6.0</c:v>
                </c:pt>
                <c:pt idx="940">
                  <c:v>6.0</c:v>
                </c:pt>
                <c:pt idx="941">
                  <c:v>6.0</c:v>
                </c:pt>
                <c:pt idx="942">
                  <c:v>6.0</c:v>
                </c:pt>
                <c:pt idx="943">
                  <c:v>6.0</c:v>
                </c:pt>
                <c:pt idx="944">
                  <c:v>6.0</c:v>
                </c:pt>
                <c:pt idx="945">
                  <c:v>6.0</c:v>
                </c:pt>
                <c:pt idx="946">
                  <c:v>6.0</c:v>
                </c:pt>
                <c:pt idx="947">
                  <c:v>6.0</c:v>
                </c:pt>
                <c:pt idx="948">
                  <c:v>6.0</c:v>
                </c:pt>
                <c:pt idx="949">
                  <c:v>6.0</c:v>
                </c:pt>
                <c:pt idx="950">
                  <c:v>6.0</c:v>
                </c:pt>
                <c:pt idx="951">
                  <c:v>6.0</c:v>
                </c:pt>
                <c:pt idx="952">
                  <c:v>6.0</c:v>
                </c:pt>
                <c:pt idx="953">
                  <c:v>6.0</c:v>
                </c:pt>
                <c:pt idx="954">
                  <c:v>6.0</c:v>
                </c:pt>
                <c:pt idx="955">
                  <c:v>6.0</c:v>
                </c:pt>
                <c:pt idx="956">
                  <c:v>6.0</c:v>
                </c:pt>
                <c:pt idx="957">
                  <c:v>6.0</c:v>
                </c:pt>
                <c:pt idx="958">
                  <c:v>6.0</c:v>
                </c:pt>
                <c:pt idx="959">
                  <c:v>6.0</c:v>
                </c:pt>
                <c:pt idx="960">
                  <c:v>6.0</c:v>
                </c:pt>
                <c:pt idx="961">
                  <c:v>6.0</c:v>
                </c:pt>
                <c:pt idx="962">
                  <c:v>6.0</c:v>
                </c:pt>
                <c:pt idx="963">
                  <c:v>6.0</c:v>
                </c:pt>
                <c:pt idx="964">
                  <c:v>6.0</c:v>
                </c:pt>
                <c:pt idx="965">
                  <c:v>6.0</c:v>
                </c:pt>
                <c:pt idx="966">
                  <c:v>6.0</c:v>
                </c:pt>
                <c:pt idx="967">
                  <c:v>6.0</c:v>
                </c:pt>
                <c:pt idx="968">
                  <c:v>6.0</c:v>
                </c:pt>
                <c:pt idx="969">
                  <c:v>6.0</c:v>
                </c:pt>
                <c:pt idx="970">
                  <c:v>6.0</c:v>
                </c:pt>
                <c:pt idx="971">
                  <c:v>6.0</c:v>
                </c:pt>
                <c:pt idx="972">
                  <c:v>6.0</c:v>
                </c:pt>
                <c:pt idx="973">
                  <c:v>6.0</c:v>
                </c:pt>
                <c:pt idx="974">
                  <c:v>6.0</c:v>
                </c:pt>
                <c:pt idx="975">
                  <c:v>6.0</c:v>
                </c:pt>
                <c:pt idx="976">
                  <c:v>6.0</c:v>
                </c:pt>
                <c:pt idx="977">
                  <c:v>6.0</c:v>
                </c:pt>
                <c:pt idx="978">
                  <c:v>6.0</c:v>
                </c:pt>
                <c:pt idx="979">
                  <c:v>6.0</c:v>
                </c:pt>
                <c:pt idx="980">
                  <c:v>6.0</c:v>
                </c:pt>
                <c:pt idx="981">
                  <c:v>6.0</c:v>
                </c:pt>
                <c:pt idx="982">
                  <c:v>6.0</c:v>
                </c:pt>
                <c:pt idx="983">
                  <c:v>6.0</c:v>
                </c:pt>
                <c:pt idx="984">
                  <c:v>6.0</c:v>
                </c:pt>
                <c:pt idx="985">
                  <c:v>6.0</c:v>
                </c:pt>
                <c:pt idx="986">
                  <c:v>6.0</c:v>
                </c:pt>
                <c:pt idx="987">
                  <c:v>6.0</c:v>
                </c:pt>
                <c:pt idx="988">
                  <c:v>6.0</c:v>
                </c:pt>
                <c:pt idx="989">
                  <c:v>6.0</c:v>
                </c:pt>
                <c:pt idx="990">
                  <c:v>6.0</c:v>
                </c:pt>
                <c:pt idx="991">
                  <c:v>6.0</c:v>
                </c:pt>
                <c:pt idx="992">
                  <c:v>6.0</c:v>
                </c:pt>
                <c:pt idx="993">
                  <c:v>6.0</c:v>
                </c:pt>
                <c:pt idx="994">
                  <c:v>6.0</c:v>
                </c:pt>
                <c:pt idx="995">
                  <c:v>6.0</c:v>
                </c:pt>
                <c:pt idx="996">
                  <c:v>6.0</c:v>
                </c:pt>
                <c:pt idx="997">
                  <c:v>6.0</c:v>
                </c:pt>
                <c:pt idx="998">
                  <c:v>6.0</c:v>
                </c:pt>
                <c:pt idx="999">
                  <c:v>6.0</c:v>
                </c:pt>
                <c:pt idx="1000">
                  <c:v>6.0</c:v>
                </c:pt>
                <c:pt idx="1001">
                  <c:v>6.0</c:v>
                </c:pt>
                <c:pt idx="1002">
                  <c:v>6.0</c:v>
                </c:pt>
                <c:pt idx="1003">
                  <c:v>6.0</c:v>
                </c:pt>
                <c:pt idx="1004">
                  <c:v>6.0</c:v>
                </c:pt>
                <c:pt idx="1005">
                  <c:v>6.0</c:v>
                </c:pt>
                <c:pt idx="1006">
                  <c:v>6.0</c:v>
                </c:pt>
                <c:pt idx="1007">
                  <c:v>6.0</c:v>
                </c:pt>
                <c:pt idx="1008">
                  <c:v>6.0</c:v>
                </c:pt>
                <c:pt idx="1009">
                  <c:v>6.0</c:v>
                </c:pt>
                <c:pt idx="1010">
                  <c:v>6.0</c:v>
                </c:pt>
                <c:pt idx="1011">
                  <c:v>6.0</c:v>
                </c:pt>
                <c:pt idx="1012">
                  <c:v>6.0</c:v>
                </c:pt>
                <c:pt idx="1013">
                  <c:v>6.0</c:v>
                </c:pt>
                <c:pt idx="1014">
                  <c:v>6.0</c:v>
                </c:pt>
                <c:pt idx="1015">
                  <c:v>6.0</c:v>
                </c:pt>
                <c:pt idx="1016">
                  <c:v>6.0</c:v>
                </c:pt>
                <c:pt idx="1017">
                  <c:v>6.0</c:v>
                </c:pt>
                <c:pt idx="1018">
                  <c:v>6.0</c:v>
                </c:pt>
                <c:pt idx="1019">
                  <c:v>6.0</c:v>
                </c:pt>
                <c:pt idx="1020">
                  <c:v>6.0</c:v>
                </c:pt>
                <c:pt idx="1021">
                  <c:v>6.0</c:v>
                </c:pt>
                <c:pt idx="1022">
                  <c:v>6.0</c:v>
                </c:pt>
                <c:pt idx="1023">
                  <c:v>6.0</c:v>
                </c:pt>
                <c:pt idx="1024">
                  <c:v>6.0</c:v>
                </c:pt>
                <c:pt idx="1025">
                  <c:v>6.0</c:v>
                </c:pt>
                <c:pt idx="1026">
                  <c:v>6.0</c:v>
                </c:pt>
                <c:pt idx="1027">
                  <c:v>6.0</c:v>
                </c:pt>
                <c:pt idx="1028">
                  <c:v>6.0</c:v>
                </c:pt>
                <c:pt idx="1029">
                  <c:v>6.0</c:v>
                </c:pt>
                <c:pt idx="1030">
                  <c:v>6.0</c:v>
                </c:pt>
                <c:pt idx="1031">
                  <c:v>6.0</c:v>
                </c:pt>
                <c:pt idx="1032">
                  <c:v>6.0</c:v>
                </c:pt>
                <c:pt idx="1033">
                  <c:v>6.0</c:v>
                </c:pt>
                <c:pt idx="1034">
                  <c:v>6.0</c:v>
                </c:pt>
                <c:pt idx="1035">
                  <c:v>6.0</c:v>
                </c:pt>
                <c:pt idx="1036">
                  <c:v>6.0</c:v>
                </c:pt>
                <c:pt idx="1037">
                  <c:v>6.0</c:v>
                </c:pt>
                <c:pt idx="1038">
                  <c:v>6.0</c:v>
                </c:pt>
                <c:pt idx="1039">
                  <c:v>6.0</c:v>
                </c:pt>
                <c:pt idx="1040">
                  <c:v>6.0</c:v>
                </c:pt>
                <c:pt idx="1041">
                  <c:v>6.0</c:v>
                </c:pt>
                <c:pt idx="1042">
                  <c:v>6.0</c:v>
                </c:pt>
                <c:pt idx="1043">
                  <c:v>6.0</c:v>
                </c:pt>
                <c:pt idx="1044">
                  <c:v>6.0</c:v>
                </c:pt>
                <c:pt idx="1045">
                  <c:v>6.0</c:v>
                </c:pt>
                <c:pt idx="1046">
                  <c:v>6.0</c:v>
                </c:pt>
                <c:pt idx="1047">
                  <c:v>6.0</c:v>
                </c:pt>
                <c:pt idx="1048">
                  <c:v>6.0</c:v>
                </c:pt>
                <c:pt idx="1049">
                  <c:v>6.0</c:v>
                </c:pt>
                <c:pt idx="1050">
                  <c:v>6.0</c:v>
                </c:pt>
                <c:pt idx="1051">
                  <c:v>6.0</c:v>
                </c:pt>
                <c:pt idx="1052">
                  <c:v>6.0</c:v>
                </c:pt>
                <c:pt idx="1053">
                  <c:v>6.0</c:v>
                </c:pt>
                <c:pt idx="1054">
                  <c:v>6.0</c:v>
                </c:pt>
                <c:pt idx="1055">
                  <c:v>6.0</c:v>
                </c:pt>
                <c:pt idx="1056">
                  <c:v>6.0</c:v>
                </c:pt>
                <c:pt idx="1057">
                  <c:v>6.0</c:v>
                </c:pt>
                <c:pt idx="1058">
                  <c:v>6.0</c:v>
                </c:pt>
                <c:pt idx="1059">
                  <c:v>6.0</c:v>
                </c:pt>
                <c:pt idx="1060">
                  <c:v>6.0</c:v>
                </c:pt>
                <c:pt idx="1061">
                  <c:v>6.0</c:v>
                </c:pt>
                <c:pt idx="1062">
                  <c:v>6.0</c:v>
                </c:pt>
                <c:pt idx="1063">
                  <c:v>6.0</c:v>
                </c:pt>
                <c:pt idx="1064">
                  <c:v>6.0</c:v>
                </c:pt>
                <c:pt idx="1065">
                  <c:v>6.0</c:v>
                </c:pt>
                <c:pt idx="1066">
                  <c:v>6.0</c:v>
                </c:pt>
                <c:pt idx="1067">
                  <c:v>6.0</c:v>
                </c:pt>
                <c:pt idx="1068">
                  <c:v>6.0</c:v>
                </c:pt>
                <c:pt idx="1069">
                  <c:v>6.0</c:v>
                </c:pt>
                <c:pt idx="1070">
                  <c:v>6.0</c:v>
                </c:pt>
                <c:pt idx="1071">
                  <c:v>6.0</c:v>
                </c:pt>
                <c:pt idx="1072">
                  <c:v>6.0</c:v>
                </c:pt>
                <c:pt idx="1073">
                  <c:v>6.0</c:v>
                </c:pt>
                <c:pt idx="1074">
                  <c:v>6.0</c:v>
                </c:pt>
                <c:pt idx="1075">
                  <c:v>6.0</c:v>
                </c:pt>
                <c:pt idx="1076">
                  <c:v>6.0</c:v>
                </c:pt>
                <c:pt idx="1077">
                  <c:v>6.0</c:v>
                </c:pt>
                <c:pt idx="1078">
                  <c:v>6.0</c:v>
                </c:pt>
                <c:pt idx="1079">
                  <c:v>6.0</c:v>
                </c:pt>
                <c:pt idx="1080">
                  <c:v>6.0</c:v>
                </c:pt>
                <c:pt idx="1081">
                  <c:v>6.0</c:v>
                </c:pt>
                <c:pt idx="1082">
                  <c:v>6.0</c:v>
                </c:pt>
                <c:pt idx="1083">
                  <c:v>6.0</c:v>
                </c:pt>
                <c:pt idx="1084">
                  <c:v>6.0</c:v>
                </c:pt>
                <c:pt idx="1085">
                  <c:v>6.0</c:v>
                </c:pt>
                <c:pt idx="1086">
                  <c:v>6.0</c:v>
                </c:pt>
                <c:pt idx="1087">
                  <c:v>6.0</c:v>
                </c:pt>
                <c:pt idx="1088">
                  <c:v>6.0</c:v>
                </c:pt>
                <c:pt idx="1089">
                  <c:v>6.0</c:v>
                </c:pt>
                <c:pt idx="1090">
                  <c:v>6.0</c:v>
                </c:pt>
                <c:pt idx="1091">
                  <c:v>6.0</c:v>
                </c:pt>
                <c:pt idx="1092">
                  <c:v>6.0</c:v>
                </c:pt>
                <c:pt idx="1093">
                  <c:v>6.0</c:v>
                </c:pt>
                <c:pt idx="1094">
                  <c:v>6.0</c:v>
                </c:pt>
                <c:pt idx="1095">
                  <c:v>6.0</c:v>
                </c:pt>
                <c:pt idx="1096">
                  <c:v>6.0</c:v>
                </c:pt>
                <c:pt idx="1097">
                  <c:v>6.0</c:v>
                </c:pt>
                <c:pt idx="1098">
                  <c:v>6.0</c:v>
                </c:pt>
                <c:pt idx="1099">
                  <c:v>6.0</c:v>
                </c:pt>
                <c:pt idx="1100">
                  <c:v>6.0</c:v>
                </c:pt>
                <c:pt idx="1101">
                  <c:v>6.0</c:v>
                </c:pt>
                <c:pt idx="1102">
                  <c:v>6.0</c:v>
                </c:pt>
                <c:pt idx="1103">
                  <c:v>6.0</c:v>
                </c:pt>
                <c:pt idx="1104">
                  <c:v>6.0</c:v>
                </c:pt>
                <c:pt idx="1105">
                  <c:v>6.0</c:v>
                </c:pt>
                <c:pt idx="1106">
                  <c:v>6.0</c:v>
                </c:pt>
                <c:pt idx="1107">
                  <c:v>6.0</c:v>
                </c:pt>
                <c:pt idx="1108">
                  <c:v>6.0</c:v>
                </c:pt>
                <c:pt idx="1109">
                  <c:v>6.0</c:v>
                </c:pt>
                <c:pt idx="1110">
                  <c:v>6.0</c:v>
                </c:pt>
                <c:pt idx="1111">
                  <c:v>6.0</c:v>
                </c:pt>
                <c:pt idx="1112">
                  <c:v>6.0</c:v>
                </c:pt>
                <c:pt idx="1113">
                  <c:v>6.0</c:v>
                </c:pt>
                <c:pt idx="1114">
                  <c:v>6.0</c:v>
                </c:pt>
                <c:pt idx="1115">
                  <c:v>6.0</c:v>
                </c:pt>
                <c:pt idx="1116">
                  <c:v>6.0</c:v>
                </c:pt>
                <c:pt idx="1117">
                  <c:v>6.0</c:v>
                </c:pt>
                <c:pt idx="1118">
                  <c:v>6.0</c:v>
                </c:pt>
                <c:pt idx="1119">
                  <c:v>6.0</c:v>
                </c:pt>
                <c:pt idx="1120">
                  <c:v>6.0</c:v>
                </c:pt>
                <c:pt idx="1121">
                  <c:v>6.0</c:v>
                </c:pt>
                <c:pt idx="1122">
                  <c:v>6.0</c:v>
                </c:pt>
                <c:pt idx="1123">
                  <c:v>6.0</c:v>
                </c:pt>
                <c:pt idx="1124">
                  <c:v>6.0</c:v>
                </c:pt>
                <c:pt idx="1125">
                  <c:v>6.0</c:v>
                </c:pt>
                <c:pt idx="1126">
                  <c:v>6.0</c:v>
                </c:pt>
                <c:pt idx="1127">
                  <c:v>6.0</c:v>
                </c:pt>
                <c:pt idx="1128">
                  <c:v>6.0</c:v>
                </c:pt>
                <c:pt idx="1129">
                  <c:v>6.0</c:v>
                </c:pt>
                <c:pt idx="1130">
                  <c:v>6.0</c:v>
                </c:pt>
                <c:pt idx="1131">
                  <c:v>6.0</c:v>
                </c:pt>
                <c:pt idx="1132">
                  <c:v>6.0</c:v>
                </c:pt>
                <c:pt idx="1133">
                  <c:v>6.0</c:v>
                </c:pt>
                <c:pt idx="1134">
                  <c:v>6.0</c:v>
                </c:pt>
                <c:pt idx="1135">
                  <c:v>6.0</c:v>
                </c:pt>
                <c:pt idx="1136">
                  <c:v>6.0</c:v>
                </c:pt>
                <c:pt idx="1137">
                  <c:v>6.0</c:v>
                </c:pt>
                <c:pt idx="1138">
                  <c:v>6.0</c:v>
                </c:pt>
                <c:pt idx="1139">
                  <c:v>6.0</c:v>
                </c:pt>
                <c:pt idx="1140">
                  <c:v>6.0</c:v>
                </c:pt>
                <c:pt idx="1141">
                  <c:v>6.0</c:v>
                </c:pt>
                <c:pt idx="1142">
                  <c:v>6.0</c:v>
                </c:pt>
                <c:pt idx="1143">
                  <c:v>6.0</c:v>
                </c:pt>
                <c:pt idx="1144">
                  <c:v>6.0</c:v>
                </c:pt>
                <c:pt idx="1145">
                  <c:v>6.0</c:v>
                </c:pt>
                <c:pt idx="1146">
                  <c:v>6.0</c:v>
                </c:pt>
                <c:pt idx="1147">
                  <c:v>6.0</c:v>
                </c:pt>
                <c:pt idx="1148">
                  <c:v>6.0</c:v>
                </c:pt>
                <c:pt idx="1149">
                  <c:v>6.0</c:v>
                </c:pt>
                <c:pt idx="1150">
                  <c:v>6.0</c:v>
                </c:pt>
                <c:pt idx="1151">
                  <c:v>6.0</c:v>
                </c:pt>
                <c:pt idx="1152">
                  <c:v>6.0</c:v>
                </c:pt>
                <c:pt idx="1153">
                  <c:v>6.0</c:v>
                </c:pt>
                <c:pt idx="1154">
                  <c:v>6.0</c:v>
                </c:pt>
                <c:pt idx="1155">
                  <c:v>6.0</c:v>
                </c:pt>
                <c:pt idx="1156">
                  <c:v>6.0</c:v>
                </c:pt>
                <c:pt idx="1157">
                  <c:v>6.0</c:v>
                </c:pt>
                <c:pt idx="1158">
                  <c:v>6.0</c:v>
                </c:pt>
                <c:pt idx="1159">
                  <c:v>6.0</c:v>
                </c:pt>
                <c:pt idx="1160">
                  <c:v>6.0</c:v>
                </c:pt>
                <c:pt idx="1161">
                  <c:v>6.0</c:v>
                </c:pt>
                <c:pt idx="1162">
                  <c:v>6.0</c:v>
                </c:pt>
                <c:pt idx="1163">
                  <c:v>6.0</c:v>
                </c:pt>
                <c:pt idx="1164">
                  <c:v>6.0</c:v>
                </c:pt>
                <c:pt idx="1165">
                  <c:v>6.0</c:v>
                </c:pt>
                <c:pt idx="1166">
                  <c:v>6.0</c:v>
                </c:pt>
                <c:pt idx="1167">
                  <c:v>6.0</c:v>
                </c:pt>
                <c:pt idx="1168">
                  <c:v>6.0</c:v>
                </c:pt>
                <c:pt idx="1169">
                  <c:v>6.0</c:v>
                </c:pt>
                <c:pt idx="1170">
                  <c:v>6.0</c:v>
                </c:pt>
                <c:pt idx="1171">
                  <c:v>6.0</c:v>
                </c:pt>
                <c:pt idx="1172">
                  <c:v>6.0</c:v>
                </c:pt>
                <c:pt idx="1173">
                  <c:v>6.0</c:v>
                </c:pt>
                <c:pt idx="1174">
                  <c:v>6.0</c:v>
                </c:pt>
                <c:pt idx="1175">
                  <c:v>6.0</c:v>
                </c:pt>
                <c:pt idx="1176">
                  <c:v>6.0</c:v>
                </c:pt>
                <c:pt idx="1177">
                  <c:v>6.0</c:v>
                </c:pt>
                <c:pt idx="1178">
                  <c:v>6.0</c:v>
                </c:pt>
                <c:pt idx="1179">
                  <c:v>6.0</c:v>
                </c:pt>
                <c:pt idx="1180">
                  <c:v>6.0</c:v>
                </c:pt>
                <c:pt idx="1181">
                  <c:v>6.0</c:v>
                </c:pt>
                <c:pt idx="1182">
                  <c:v>6.0</c:v>
                </c:pt>
                <c:pt idx="1183">
                  <c:v>6.0</c:v>
                </c:pt>
                <c:pt idx="1184">
                  <c:v>6.0</c:v>
                </c:pt>
                <c:pt idx="1185">
                  <c:v>6.0</c:v>
                </c:pt>
                <c:pt idx="1186">
                  <c:v>6.0</c:v>
                </c:pt>
                <c:pt idx="1187">
                  <c:v>6.0</c:v>
                </c:pt>
                <c:pt idx="1188">
                  <c:v>6.0</c:v>
                </c:pt>
                <c:pt idx="1189">
                  <c:v>6.0</c:v>
                </c:pt>
                <c:pt idx="1190">
                  <c:v>6.0</c:v>
                </c:pt>
                <c:pt idx="1191">
                  <c:v>6.0</c:v>
                </c:pt>
                <c:pt idx="1192">
                  <c:v>6.0</c:v>
                </c:pt>
                <c:pt idx="1193">
                  <c:v>6.0</c:v>
                </c:pt>
                <c:pt idx="1194">
                  <c:v>6.0</c:v>
                </c:pt>
                <c:pt idx="1195">
                  <c:v>6.0</c:v>
                </c:pt>
                <c:pt idx="1196">
                  <c:v>6.0</c:v>
                </c:pt>
                <c:pt idx="1197">
                  <c:v>6.0</c:v>
                </c:pt>
                <c:pt idx="1198">
                  <c:v>6.0</c:v>
                </c:pt>
                <c:pt idx="1199">
                  <c:v>6.0</c:v>
                </c:pt>
                <c:pt idx="1200">
                  <c:v>6.0</c:v>
                </c:pt>
                <c:pt idx="1201">
                  <c:v>6.0</c:v>
                </c:pt>
                <c:pt idx="1202">
                  <c:v>6.0</c:v>
                </c:pt>
                <c:pt idx="1203">
                  <c:v>6.0</c:v>
                </c:pt>
                <c:pt idx="1204">
                  <c:v>6.0</c:v>
                </c:pt>
                <c:pt idx="1205">
                  <c:v>6.0</c:v>
                </c:pt>
                <c:pt idx="1206">
                  <c:v>6.0</c:v>
                </c:pt>
                <c:pt idx="1207">
                  <c:v>6.0</c:v>
                </c:pt>
                <c:pt idx="1208">
                  <c:v>6.0</c:v>
                </c:pt>
                <c:pt idx="1209">
                  <c:v>6.0</c:v>
                </c:pt>
                <c:pt idx="1210">
                  <c:v>6.0</c:v>
                </c:pt>
                <c:pt idx="1211">
                  <c:v>6.0</c:v>
                </c:pt>
                <c:pt idx="1212">
                  <c:v>6.0</c:v>
                </c:pt>
                <c:pt idx="1213">
                  <c:v>6.0</c:v>
                </c:pt>
                <c:pt idx="1214">
                  <c:v>6.0</c:v>
                </c:pt>
                <c:pt idx="1215">
                  <c:v>6.0</c:v>
                </c:pt>
                <c:pt idx="1216">
                  <c:v>6.0</c:v>
                </c:pt>
                <c:pt idx="1217">
                  <c:v>6.0</c:v>
                </c:pt>
                <c:pt idx="1218">
                  <c:v>6.0</c:v>
                </c:pt>
                <c:pt idx="1219">
                  <c:v>6.0</c:v>
                </c:pt>
                <c:pt idx="1220">
                  <c:v>6.0</c:v>
                </c:pt>
                <c:pt idx="1221">
                  <c:v>6.0</c:v>
                </c:pt>
                <c:pt idx="1222">
                  <c:v>6.0</c:v>
                </c:pt>
                <c:pt idx="1223">
                  <c:v>6.0</c:v>
                </c:pt>
                <c:pt idx="1224">
                  <c:v>6.0</c:v>
                </c:pt>
                <c:pt idx="1225">
                  <c:v>6.0</c:v>
                </c:pt>
                <c:pt idx="1226">
                  <c:v>6.0</c:v>
                </c:pt>
                <c:pt idx="1227">
                  <c:v>6.0</c:v>
                </c:pt>
                <c:pt idx="1228">
                  <c:v>6.0</c:v>
                </c:pt>
                <c:pt idx="1229">
                  <c:v>6.0</c:v>
                </c:pt>
                <c:pt idx="1230">
                  <c:v>6.0</c:v>
                </c:pt>
                <c:pt idx="1231">
                  <c:v>6.0</c:v>
                </c:pt>
                <c:pt idx="1232">
                  <c:v>6.0</c:v>
                </c:pt>
                <c:pt idx="1233">
                  <c:v>6.0</c:v>
                </c:pt>
                <c:pt idx="1234">
                  <c:v>6.0</c:v>
                </c:pt>
                <c:pt idx="1235">
                  <c:v>6.0</c:v>
                </c:pt>
                <c:pt idx="1236">
                  <c:v>6.0</c:v>
                </c:pt>
                <c:pt idx="1237">
                  <c:v>6.0</c:v>
                </c:pt>
                <c:pt idx="1238">
                  <c:v>6.0</c:v>
                </c:pt>
                <c:pt idx="1239">
                  <c:v>6.0</c:v>
                </c:pt>
                <c:pt idx="1240">
                  <c:v>6.0</c:v>
                </c:pt>
                <c:pt idx="1241">
                  <c:v>6.0</c:v>
                </c:pt>
                <c:pt idx="1242">
                  <c:v>6.0</c:v>
                </c:pt>
                <c:pt idx="1243">
                  <c:v>6.0</c:v>
                </c:pt>
                <c:pt idx="1244">
                  <c:v>6.0</c:v>
                </c:pt>
                <c:pt idx="1245">
                  <c:v>6.0</c:v>
                </c:pt>
                <c:pt idx="1246">
                  <c:v>6.0</c:v>
                </c:pt>
                <c:pt idx="1247">
                  <c:v>6.0</c:v>
                </c:pt>
                <c:pt idx="1248">
                  <c:v>6.0</c:v>
                </c:pt>
                <c:pt idx="1249">
                  <c:v>6.0</c:v>
                </c:pt>
                <c:pt idx="1250">
                  <c:v>6.0</c:v>
                </c:pt>
                <c:pt idx="1251">
                  <c:v>6.0</c:v>
                </c:pt>
                <c:pt idx="1252">
                  <c:v>6.0</c:v>
                </c:pt>
                <c:pt idx="1253">
                  <c:v>6.0</c:v>
                </c:pt>
                <c:pt idx="1254">
                  <c:v>6.0</c:v>
                </c:pt>
                <c:pt idx="1255">
                  <c:v>6.0</c:v>
                </c:pt>
                <c:pt idx="1256">
                  <c:v>6.0</c:v>
                </c:pt>
                <c:pt idx="1257">
                  <c:v>6.0</c:v>
                </c:pt>
                <c:pt idx="1258">
                  <c:v>6.0</c:v>
                </c:pt>
                <c:pt idx="1259">
                  <c:v>6.0</c:v>
                </c:pt>
                <c:pt idx="1260">
                  <c:v>6.0</c:v>
                </c:pt>
                <c:pt idx="1261">
                  <c:v>6.0</c:v>
                </c:pt>
                <c:pt idx="1262">
                  <c:v>6.0</c:v>
                </c:pt>
                <c:pt idx="1263">
                  <c:v>6.0</c:v>
                </c:pt>
                <c:pt idx="1264">
                  <c:v>6.0</c:v>
                </c:pt>
                <c:pt idx="1265">
                  <c:v>6.0</c:v>
                </c:pt>
                <c:pt idx="1266">
                  <c:v>6.0</c:v>
                </c:pt>
                <c:pt idx="1267">
                  <c:v>6.0</c:v>
                </c:pt>
                <c:pt idx="1268">
                  <c:v>6.0</c:v>
                </c:pt>
                <c:pt idx="1269">
                  <c:v>6.0</c:v>
                </c:pt>
                <c:pt idx="1270">
                  <c:v>6.0</c:v>
                </c:pt>
                <c:pt idx="1271">
                  <c:v>6.0</c:v>
                </c:pt>
                <c:pt idx="1272">
                  <c:v>6.0</c:v>
                </c:pt>
                <c:pt idx="1273">
                  <c:v>6.0</c:v>
                </c:pt>
                <c:pt idx="1274">
                  <c:v>6.0</c:v>
                </c:pt>
                <c:pt idx="1275">
                  <c:v>6.0</c:v>
                </c:pt>
                <c:pt idx="1276">
                  <c:v>6.0</c:v>
                </c:pt>
                <c:pt idx="1277">
                  <c:v>6.0</c:v>
                </c:pt>
                <c:pt idx="1278">
                  <c:v>6.0</c:v>
                </c:pt>
                <c:pt idx="1279">
                  <c:v>6.0</c:v>
                </c:pt>
                <c:pt idx="1280">
                  <c:v>6.0</c:v>
                </c:pt>
                <c:pt idx="1281">
                  <c:v>6.0</c:v>
                </c:pt>
                <c:pt idx="1282">
                  <c:v>6.0</c:v>
                </c:pt>
                <c:pt idx="1283">
                  <c:v>6.0</c:v>
                </c:pt>
                <c:pt idx="1284">
                  <c:v>6.0</c:v>
                </c:pt>
                <c:pt idx="1285">
                  <c:v>6.0</c:v>
                </c:pt>
                <c:pt idx="1286">
                  <c:v>6.0</c:v>
                </c:pt>
                <c:pt idx="1287">
                  <c:v>6.0</c:v>
                </c:pt>
                <c:pt idx="1288">
                  <c:v>6.0</c:v>
                </c:pt>
                <c:pt idx="1289">
                  <c:v>6.0</c:v>
                </c:pt>
                <c:pt idx="1290">
                  <c:v>6.0</c:v>
                </c:pt>
                <c:pt idx="1291">
                  <c:v>6.0</c:v>
                </c:pt>
                <c:pt idx="1292">
                  <c:v>6.0</c:v>
                </c:pt>
                <c:pt idx="1293">
                  <c:v>6.0</c:v>
                </c:pt>
                <c:pt idx="1294">
                  <c:v>6.0</c:v>
                </c:pt>
                <c:pt idx="1295">
                  <c:v>6.0</c:v>
                </c:pt>
                <c:pt idx="1296">
                  <c:v>6.0</c:v>
                </c:pt>
                <c:pt idx="1297">
                  <c:v>6.0</c:v>
                </c:pt>
                <c:pt idx="1298">
                  <c:v>6.0</c:v>
                </c:pt>
                <c:pt idx="1299">
                  <c:v>6.0</c:v>
                </c:pt>
                <c:pt idx="1300">
                  <c:v>6.0</c:v>
                </c:pt>
                <c:pt idx="1301">
                  <c:v>6.0</c:v>
                </c:pt>
                <c:pt idx="1302">
                  <c:v>6.0</c:v>
                </c:pt>
                <c:pt idx="1303">
                  <c:v>6.0</c:v>
                </c:pt>
                <c:pt idx="1304">
                  <c:v>6.0</c:v>
                </c:pt>
                <c:pt idx="1305">
                  <c:v>6.0</c:v>
                </c:pt>
                <c:pt idx="1306">
                  <c:v>6.0</c:v>
                </c:pt>
                <c:pt idx="1307">
                  <c:v>6.0</c:v>
                </c:pt>
                <c:pt idx="1308">
                  <c:v>6.0</c:v>
                </c:pt>
                <c:pt idx="1309">
                  <c:v>6.0</c:v>
                </c:pt>
                <c:pt idx="1310">
                  <c:v>6.0</c:v>
                </c:pt>
                <c:pt idx="1311">
                  <c:v>6.0</c:v>
                </c:pt>
                <c:pt idx="1312">
                  <c:v>6.0</c:v>
                </c:pt>
                <c:pt idx="1313">
                  <c:v>6.0</c:v>
                </c:pt>
                <c:pt idx="1314">
                  <c:v>6.0</c:v>
                </c:pt>
                <c:pt idx="1315">
                  <c:v>6.0</c:v>
                </c:pt>
                <c:pt idx="1316">
                  <c:v>6.0</c:v>
                </c:pt>
                <c:pt idx="1317">
                  <c:v>6.0</c:v>
                </c:pt>
                <c:pt idx="1318">
                  <c:v>6.0</c:v>
                </c:pt>
                <c:pt idx="1319">
                  <c:v>6.0</c:v>
                </c:pt>
                <c:pt idx="1320">
                  <c:v>6.0</c:v>
                </c:pt>
                <c:pt idx="1321">
                  <c:v>6.0</c:v>
                </c:pt>
                <c:pt idx="1322">
                  <c:v>6.0</c:v>
                </c:pt>
                <c:pt idx="1323">
                  <c:v>6.0</c:v>
                </c:pt>
                <c:pt idx="1324">
                  <c:v>6.0</c:v>
                </c:pt>
                <c:pt idx="1325">
                  <c:v>6.0</c:v>
                </c:pt>
                <c:pt idx="1326">
                  <c:v>6.0</c:v>
                </c:pt>
                <c:pt idx="1327">
                  <c:v>6.0</c:v>
                </c:pt>
                <c:pt idx="1328">
                  <c:v>6.0</c:v>
                </c:pt>
                <c:pt idx="1329">
                  <c:v>6.0</c:v>
                </c:pt>
                <c:pt idx="1330">
                  <c:v>6.0</c:v>
                </c:pt>
                <c:pt idx="1331">
                  <c:v>6.0</c:v>
                </c:pt>
                <c:pt idx="1332">
                  <c:v>6.0</c:v>
                </c:pt>
                <c:pt idx="1333">
                  <c:v>6.0</c:v>
                </c:pt>
                <c:pt idx="1334">
                  <c:v>6.0</c:v>
                </c:pt>
                <c:pt idx="1335">
                  <c:v>6.0</c:v>
                </c:pt>
                <c:pt idx="1336">
                  <c:v>6.0</c:v>
                </c:pt>
                <c:pt idx="1337">
                  <c:v>6.0</c:v>
                </c:pt>
                <c:pt idx="1338">
                  <c:v>6.0</c:v>
                </c:pt>
                <c:pt idx="1339">
                  <c:v>6.0</c:v>
                </c:pt>
                <c:pt idx="1340">
                  <c:v>6.0</c:v>
                </c:pt>
                <c:pt idx="1341">
                  <c:v>6.0</c:v>
                </c:pt>
                <c:pt idx="1342">
                  <c:v>6.0</c:v>
                </c:pt>
                <c:pt idx="1343">
                  <c:v>6.0</c:v>
                </c:pt>
                <c:pt idx="1344">
                  <c:v>6.0</c:v>
                </c:pt>
                <c:pt idx="1345">
                  <c:v>6.0</c:v>
                </c:pt>
                <c:pt idx="1346">
                  <c:v>6.0</c:v>
                </c:pt>
                <c:pt idx="1347">
                  <c:v>6.0</c:v>
                </c:pt>
                <c:pt idx="1348">
                  <c:v>6.0</c:v>
                </c:pt>
                <c:pt idx="1349">
                  <c:v>6.0</c:v>
                </c:pt>
                <c:pt idx="1350">
                  <c:v>6.0</c:v>
                </c:pt>
                <c:pt idx="1351">
                  <c:v>6.0</c:v>
                </c:pt>
                <c:pt idx="1352">
                  <c:v>6.0</c:v>
                </c:pt>
                <c:pt idx="1353">
                  <c:v>6.0</c:v>
                </c:pt>
                <c:pt idx="1354">
                  <c:v>6.0</c:v>
                </c:pt>
                <c:pt idx="1355">
                  <c:v>6.0</c:v>
                </c:pt>
                <c:pt idx="1356">
                  <c:v>6.0</c:v>
                </c:pt>
                <c:pt idx="1357">
                  <c:v>6.0</c:v>
                </c:pt>
                <c:pt idx="1358">
                  <c:v>6.0</c:v>
                </c:pt>
                <c:pt idx="1359">
                  <c:v>6.0</c:v>
                </c:pt>
                <c:pt idx="1360">
                  <c:v>6.0</c:v>
                </c:pt>
                <c:pt idx="1361">
                  <c:v>6.0</c:v>
                </c:pt>
                <c:pt idx="1362">
                  <c:v>6.0</c:v>
                </c:pt>
                <c:pt idx="1363">
                  <c:v>6.0</c:v>
                </c:pt>
                <c:pt idx="1364">
                  <c:v>6.0</c:v>
                </c:pt>
                <c:pt idx="1365">
                  <c:v>6.0</c:v>
                </c:pt>
                <c:pt idx="1366">
                  <c:v>6.0</c:v>
                </c:pt>
                <c:pt idx="1367">
                  <c:v>6.0</c:v>
                </c:pt>
                <c:pt idx="1368">
                  <c:v>6.0</c:v>
                </c:pt>
                <c:pt idx="1369">
                  <c:v>6.0</c:v>
                </c:pt>
                <c:pt idx="1370">
                  <c:v>6.0</c:v>
                </c:pt>
                <c:pt idx="1371">
                  <c:v>6.0</c:v>
                </c:pt>
                <c:pt idx="1372">
                  <c:v>6.0</c:v>
                </c:pt>
                <c:pt idx="1373">
                  <c:v>6.0</c:v>
                </c:pt>
                <c:pt idx="1374">
                  <c:v>6.0</c:v>
                </c:pt>
                <c:pt idx="1375">
                  <c:v>6.0</c:v>
                </c:pt>
                <c:pt idx="1376">
                  <c:v>6.0</c:v>
                </c:pt>
                <c:pt idx="1377">
                  <c:v>6.0</c:v>
                </c:pt>
                <c:pt idx="1378">
                  <c:v>6.0</c:v>
                </c:pt>
                <c:pt idx="1379">
                  <c:v>6.0</c:v>
                </c:pt>
                <c:pt idx="1380">
                  <c:v>6.0</c:v>
                </c:pt>
                <c:pt idx="1381">
                  <c:v>6.0</c:v>
                </c:pt>
                <c:pt idx="1382">
                  <c:v>6.0</c:v>
                </c:pt>
                <c:pt idx="1383">
                  <c:v>6.0</c:v>
                </c:pt>
                <c:pt idx="1384">
                  <c:v>6.0</c:v>
                </c:pt>
                <c:pt idx="1385">
                  <c:v>6.0</c:v>
                </c:pt>
                <c:pt idx="1386">
                  <c:v>6.0</c:v>
                </c:pt>
                <c:pt idx="1387">
                  <c:v>6.0</c:v>
                </c:pt>
                <c:pt idx="1388">
                  <c:v>6.0</c:v>
                </c:pt>
                <c:pt idx="1389">
                  <c:v>6.0</c:v>
                </c:pt>
                <c:pt idx="1390">
                  <c:v>6.0</c:v>
                </c:pt>
                <c:pt idx="1391">
                  <c:v>6.0</c:v>
                </c:pt>
                <c:pt idx="1392">
                  <c:v>6.0</c:v>
                </c:pt>
                <c:pt idx="1393">
                  <c:v>6.0</c:v>
                </c:pt>
                <c:pt idx="1394">
                  <c:v>6.0</c:v>
                </c:pt>
                <c:pt idx="1395">
                  <c:v>6.0</c:v>
                </c:pt>
                <c:pt idx="1396">
                  <c:v>6.0</c:v>
                </c:pt>
                <c:pt idx="1397">
                  <c:v>6.0</c:v>
                </c:pt>
                <c:pt idx="1398">
                  <c:v>6.0</c:v>
                </c:pt>
                <c:pt idx="1399">
                  <c:v>6.0</c:v>
                </c:pt>
                <c:pt idx="1400">
                  <c:v>6.0</c:v>
                </c:pt>
                <c:pt idx="1401">
                  <c:v>6.0</c:v>
                </c:pt>
                <c:pt idx="1402">
                  <c:v>6.0</c:v>
                </c:pt>
                <c:pt idx="1403">
                  <c:v>6.0</c:v>
                </c:pt>
                <c:pt idx="1404">
                  <c:v>6.0</c:v>
                </c:pt>
                <c:pt idx="1405">
                  <c:v>6.0</c:v>
                </c:pt>
                <c:pt idx="1406">
                  <c:v>6.0</c:v>
                </c:pt>
                <c:pt idx="1407">
                  <c:v>6.0</c:v>
                </c:pt>
                <c:pt idx="1408">
                  <c:v>6.0</c:v>
                </c:pt>
                <c:pt idx="1409">
                  <c:v>6.0</c:v>
                </c:pt>
                <c:pt idx="1410">
                  <c:v>6.0</c:v>
                </c:pt>
                <c:pt idx="1411">
                  <c:v>6.0</c:v>
                </c:pt>
                <c:pt idx="1412">
                  <c:v>6.0</c:v>
                </c:pt>
                <c:pt idx="1413">
                  <c:v>6.0</c:v>
                </c:pt>
                <c:pt idx="1414">
                  <c:v>6.0</c:v>
                </c:pt>
                <c:pt idx="1415">
                  <c:v>6.0</c:v>
                </c:pt>
                <c:pt idx="1416">
                  <c:v>6.0</c:v>
                </c:pt>
                <c:pt idx="1417">
                  <c:v>6.0</c:v>
                </c:pt>
                <c:pt idx="1418">
                  <c:v>6.0</c:v>
                </c:pt>
                <c:pt idx="1419">
                  <c:v>6.0</c:v>
                </c:pt>
                <c:pt idx="1420">
                  <c:v>6.0</c:v>
                </c:pt>
                <c:pt idx="1421">
                  <c:v>6.0</c:v>
                </c:pt>
                <c:pt idx="1422">
                  <c:v>6.0</c:v>
                </c:pt>
                <c:pt idx="1423">
                  <c:v>6.0</c:v>
                </c:pt>
                <c:pt idx="1424">
                  <c:v>6.0</c:v>
                </c:pt>
                <c:pt idx="1425">
                  <c:v>6.0</c:v>
                </c:pt>
                <c:pt idx="1426">
                  <c:v>6.0</c:v>
                </c:pt>
                <c:pt idx="1427">
                  <c:v>6.0</c:v>
                </c:pt>
                <c:pt idx="1428">
                  <c:v>6.0</c:v>
                </c:pt>
                <c:pt idx="1429">
                  <c:v>6.0</c:v>
                </c:pt>
                <c:pt idx="1430">
                  <c:v>6.0</c:v>
                </c:pt>
                <c:pt idx="1431">
                  <c:v>6.0</c:v>
                </c:pt>
                <c:pt idx="1432">
                  <c:v>6.0</c:v>
                </c:pt>
                <c:pt idx="1433">
                  <c:v>6.0</c:v>
                </c:pt>
                <c:pt idx="1434">
                  <c:v>6.0</c:v>
                </c:pt>
                <c:pt idx="1435">
                  <c:v>6.0</c:v>
                </c:pt>
                <c:pt idx="1436">
                  <c:v>6.0</c:v>
                </c:pt>
                <c:pt idx="1437">
                  <c:v>6.0</c:v>
                </c:pt>
                <c:pt idx="1438">
                  <c:v>6.0</c:v>
                </c:pt>
                <c:pt idx="1439">
                  <c:v>6.0</c:v>
                </c:pt>
                <c:pt idx="1440">
                  <c:v>6.0</c:v>
                </c:pt>
                <c:pt idx="1441">
                  <c:v>6.0</c:v>
                </c:pt>
                <c:pt idx="1442">
                  <c:v>6.0</c:v>
                </c:pt>
                <c:pt idx="1443">
                  <c:v>6.0</c:v>
                </c:pt>
                <c:pt idx="1444">
                  <c:v>6.0</c:v>
                </c:pt>
                <c:pt idx="1445">
                  <c:v>6.0</c:v>
                </c:pt>
                <c:pt idx="1446">
                  <c:v>6.0</c:v>
                </c:pt>
                <c:pt idx="1447">
                  <c:v>6.0</c:v>
                </c:pt>
                <c:pt idx="1448">
                  <c:v>6.0</c:v>
                </c:pt>
                <c:pt idx="1449">
                  <c:v>6.0</c:v>
                </c:pt>
                <c:pt idx="1450">
                  <c:v>6.0</c:v>
                </c:pt>
                <c:pt idx="1451">
                  <c:v>6.0</c:v>
                </c:pt>
                <c:pt idx="1452">
                  <c:v>6.0</c:v>
                </c:pt>
                <c:pt idx="1453">
                  <c:v>6.0</c:v>
                </c:pt>
                <c:pt idx="1454">
                  <c:v>6.0</c:v>
                </c:pt>
                <c:pt idx="1455">
                  <c:v>6.0</c:v>
                </c:pt>
                <c:pt idx="1456">
                  <c:v>6.0</c:v>
                </c:pt>
                <c:pt idx="1457">
                  <c:v>6.0</c:v>
                </c:pt>
                <c:pt idx="1458">
                  <c:v>6.0</c:v>
                </c:pt>
                <c:pt idx="1459">
                  <c:v>6.0</c:v>
                </c:pt>
                <c:pt idx="1460">
                  <c:v>6.0</c:v>
                </c:pt>
                <c:pt idx="1461">
                  <c:v>6.0</c:v>
                </c:pt>
                <c:pt idx="1462">
                  <c:v>6.0</c:v>
                </c:pt>
                <c:pt idx="1463">
                  <c:v>6.0</c:v>
                </c:pt>
                <c:pt idx="1464">
                  <c:v>6.0</c:v>
                </c:pt>
                <c:pt idx="1465">
                  <c:v>6.0</c:v>
                </c:pt>
                <c:pt idx="1466">
                  <c:v>6.0</c:v>
                </c:pt>
                <c:pt idx="1467">
                  <c:v>6.0</c:v>
                </c:pt>
                <c:pt idx="1468">
                  <c:v>6.0</c:v>
                </c:pt>
                <c:pt idx="1469">
                  <c:v>6.0</c:v>
                </c:pt>
                <c:pt idx="1470">
                  <c:v>6.0</c:v>
                </c:pt>
                <c:pt idx="1471">
                  <c:v>6.0</c:v>
                </c:pt>
                <c:pt idx="1472">
                  <c:v>6.0</c:v>
                </c:pt>
                <c:pt idx="1473">
                  <c:v>6.0</c:v>
                </c:pt>
                <c:pt idx="1474">
                  <c:v>6.0</c:v>
                </c:pt>
                <c:pt idx="1475">
                  <c:v>6.0</c:v>
                </c:pt>
                <c:pt idx="1476">
                  <c:v>6.0</c:v>
                </c:pt>
                <c:pt idx="1477">
                  <c:v>6.0</c:v>
                </c:pt>
                <c:pt idx="1478">
                  <c:v>6.0</c:v>
                </c:pt>
                <c:pt idx="1479">
                  <c:v>6.0</c:v>
                </c:pt>
                <c:pt idx="1480">
                  <c:v>6.0</c:v>
                </c:pt>
                <c:pt idx="1481">
                  <c:v>6.0</c:v>
                </c:pt>
                <c:pt idx="1482">
                  <c:v>6.0</c:v>
                </c:pt>
                <c:pt idx="1483">
                  <c:v>6.0</c:v>
                </c:pt>
                <c:pt idx="1484">
                  <c:v>6.0</c:v>
                </c:pt>
                <c:pt idx="1485">
                  <c:v>6.0</c:v>
                </c:pt>
                <c:pt idx="1486">
                  <c:v>6.0</c:v>
                </c:pt>
                <c:pt idx="1487">
                  <c:v>6.0</c:v>
                </c:pt>
                <c:pt idx="1488">
                  <c:v>6.0</c:v>
                </c:pt>
                <c:pt idx="1489">
                  <c:v>6.0</c:v>
                </c:pt>
                <c:pt idx="1490">
                  <c:v>6.0</c:v>
                </c:pt>
                <c:pt idx="1491">
                  <c:v>6.0</c:v>
                </c:pt>
                <c:pt idx="1492">
                  <c:v>6.0</c:v>
                </c:pt>
                <c:pt idx="1493">
                  <c:v>6.0</c:v>
                </c:pt>
                <c:pt idx="1494">
                  <c:v>6.0</c:v>
                </c:pt>
                <c:pt idx="1495">
                  <c:v>6.0</c:v>
                </c:pt>
                <c:pt idx="1496">
                  <c:v>6.0</c:v>
                </c:pt>
                <c:pt idx="1497">
                  <c:v>6.0</c:v>
                </c:pt>
                <c:pt idx="1498">
                  <c:v>6.0</c:v>
                </c:pt>
                <c:pt idx="1499">
                  <c:v>6.0</c:v>
                </c:pt>
                <c:pt idx="1500">
                  <c:v>6.0</c:v>
                </c:pt>
                <c:pt idx="1501">
                  <c:v>6.0</c:v>
                </c:pt>
                <c:pt idx="1502">
                  <c:v>6.0</c:v>
                </c:pt>
                <c:pt idx="1503">
                  <c:v>6.0</c:v>
                </c:pt>
                <c:pt idx="1504">
                  <c:v>6.0</c:v>
                </c:pt>
                <c:pt idx="1505">
                  <c:v>6.0</c:v>
                </c:pt>
                <c:pt idx="1506">
                  <c:v>6.0</c:v>
                </c:pt>
                <c:pt idx="1507">
                  <c:v>6.0</c:v>
                </c:pt>
                <c:pt idx="1508">
                  <c:v>6.0</c:v>
                </c:pt>
                <c:pt idx="1509">
                  <c:v>6.0</c:v>
                </c:pt>
                <c:pt idx="1510">
                  <c:v>6.0</c:v>
                </c:pt>
                <c:pt idx="1511">
                  <c:v>6.0</c:v>
                </c:pt>
                <c:pt idx="1512">
                  <c:v>6.0</c:v>
                </c:pt>
                <c:pt idx="1513">
                  <c:v>6.0</c:v>
                </c:pt>
                <c:pt idx="1514">
                  <c:v>6.0</c:v>
                </c:pt>
                <c:pt idx="1515">
                  <c:v>6.0</c:v>
                </c:pt>
                <c:pt idx="1516">
                  <c:v>6.0</c:v>
                </c:pt>
                <c:pt idx="1517">
                  <c:v>6.0</c:v>
                </c:pt>
                <c:pt idx="1518">
                  <c:v>6.0</c:v>
                </c:pt>
                <c:pt idx="1519">
                  <c:v>6.0</c:v>
                </c:pt>
                <c:pt idx="1520">
                  <c:v>6.0</c:v>
                </c:pt>
                <c:pt idx="1521">
                  <c:v>6.0</c:v>
                </c:pt>
                <c:pt idx="1522">
                  <c:v>6.0</c:v>
                </c:pt>
                <c:pt idx="1523">
                  <c:v>6.0</c:v>
                </c:pt>
                <c:pt idx="1524">
                  <c:v>6.0</c:v>
                </c:pt>
                <c:pt idx="1525">
                  <c:v>6.0</c:v>
                </c:pt>
                <c:pt idx="1526">
                  <c:v>6.0</c:v>
                </c:pt>
                <c:pt idx="1527">
                  <c:v>6.0</c:v>
                </c:pt>
                <c:pt idx="1528">
                  <c:v>6.0</c:v>
                </c:pt>
                <c:pt idx="1529">
                  <c:v>6.0</c:v>
                </c:pt>
                <c:pt idx="1530">
                  <c:v>6.0</c:v>
                </c:pt>
                <c:pt idx="1531">
                  <c:v>6.0</c:v>
                </c:pt>
                <c:pt idx="1532">
                  <c:v>6.0</c:v>
                </c:pt>
                <c:pt idx="1533">
                  <c:v>6.0</c:v>
                </c:pt>
                <c:pt idx="1534">
                  <c:v>6.0</c:v>
                </c:pt>
                <c:pt idx="1535">
                  <c:v>6.0</c:v>
                </c:pt>
                <c:pt idx="1536">
                  <c:v>6.0</c:v>
                </c:pt>
                <c:pt idx="1537">
                  <c:v>6.0</c:v>
                </c:pt>
                <c:pt idx="1538">
                  <c:v>6.0</c:v>
                </c:pt>
                <c:pt idx="1539">
                  <c:v>6.0</c:v>
                </c:pt>
                <c:pt idx="1540">
                  <c:v>6.0</c:v>
                </c:pt>
                <c:pt idx="1541">
                  <c:v>6.0</c:v>
                </c:pt>
                <c:pt idx="1542">
                  <c:v>6.0</c:v>
                </c:pt>
                <c:pt idx="1543">
                  <c:v>6.0</c:v>
                </c:pt>
                <c:pt idx="1544">
                  <c:v>6.0</c:v>
                </c:pt>
                <c:pt idx="1545">
                  <c:v>6.0</c:v>
                </c:pt>
                <c:pt idx="1546">
                  <c:v>6.0</c:v>
                </c:pt>
                <c:pt idx="1547">
                  <c:v>6.0</c:v>
                </c:pt>
                <c:pt idx="1548">
                  <c:v>6.0</c:v>
                </c:pt>
                <c:pt idx="1549">
                  <c:v>6.0</c:v>
                </c:pt>
                <c:pt idx="1550">
                  <c:v>6.0</c:v>
                </c:pt>
                <c:pt idx="1551">
                  <c:v>6.0</c:v>
                </c:pt>
                <c:pt idx="1552">
                  <c:v>6.0</c:v>
                </c:pt>
                <c:pt idx="1553">
                  <c:v>6.0</c:v>
                </c:pt>
                <c:pt idx="1554">
                  <c:v>6.0</c:v>
                </c:pt>
                <c:pt idx="1555">
                  <c:v>6.0</c:v>
                </c:pt>
                <c:pt idx="1556">
                  <c:v>6.0</c:v>
                </c:pt>
                <c:pt idx="1557">
                  <c:v>6.0</c:v>
                </c:pt>
                <c:pt idx="1558">
                  <c:v>6.0</c:v>
                </c:pt>
                <c:pt idx="1559">
                  <c:v>6.0</c:v>
                </c:pt>
                <c:pt idx="1560">
                  <c:v>6.0</c:v>
                </c:pt>
                <c:pt idx="1561">
                  <c:v>6.0</c:v>
                </c:pt>
                <c:pt idx="1562">
                  <c:v>6.0</c:v>
                </c:pt>
                <c:pt idx="1563">
                  <c:v>6.0</c:v>
                </c:pt>
                <c:pt idx="1564">
                  <c:v>6.0</c:v>
                </c:pt>
                <c:pt idx="1565">
                  <c:v>6.0</c:v>
                </c:pt>
                <c:pt idx="1566">
                  <c:v>6.0</c:v>
                </c:pt>
                <c:pt idx="1567">
                  <c:v>6.0</c:v>
                </c:pt>
                <c:pt idx="1568">
                  <c:v>6.0</c:v>
                </c:pt>
                <c:pt idx="1569">
                  <c:v>6.0</c:v>
                </c:pt>
                <c:pt idx="1570">
                  <c:v>6.0</c:v>
                </c:pt>
                <c:pt idx="1571">
                  <c:v>6.0</c:v>
                </c:pt>
                <c:pt idx="1572">
                  <c:v>6.0</c:v>
                </c:pt>
                <c:pt idx="1573">
                  <c:v>6.0</c:v>
                </c:pt>
                <c:pt idx="1574">
                  <c:v>6.0</c:v>
                </c:pt>
                <c:pt idx="1575">
                  <c:v>6.0</c:v>
                </c:pt>
                <c:pt idx="1576">
                  <c:v>6.0</c:v>
                </c:pt>
                <c:pt idx="1577">
                  <c:v>6.0</c:v>
                </c:pt>
                <c:pt idx="1578">
                  <c:v>6.0</c:v>
                </c:pt>
                <c:pt idx="1579">
                  <c:v>6.0</c:v>
                </c:pt>
                <c:pt idx="1580">
                  <c:v>6.0</c:v>
                </c:pt>
                <c:pt idx="1581">
                  <c:v>6.0</c:v>
                </c:pt>
                <c:pt idx="1582">
                  <c:v>6.0</c:v>
                </c:pt>
                <c:pt idx="1583">
                  <c:v>6.0</c:v>
                </c:pt>
                <c:pt idx="1584">
                  <c:v>6.0</c:v>
                </c:pt>
                <c:pt idx="1585">
                  <c:v>6.0</c:v>
                </c:pt>
                <c:pt idx="1586">
                  <c:v>6.0</c:v>
                </c:pt>
                <c:pt idx="1587">
                  <c:v>6.0</c:v>
                </c:pt>
                <c:pt idx="1588">
                  <c:v>6.0</c:v>
                </c:pt>
                <c:pt idx="1589">
                  <c:v>6.0</c:v>
                </c:pt>
                <c:pt idx="1590">
                  <c:v>6.0</c:v>
                </c:pt>
                <c:pt idx="1591">
                  <c:v>6.0</c:v>
                </c:pt>
                <c:pt idx="1592">
                  <c:v>6.0</c:v>
                </c:pt>
                <c:pt idx="1593">
                  <c:v>6.0</c:v>
                </c:pt>
                <c:pt idx="1594">
                  <c:v>6.0</c:v>
                </c:pt>
                <c:pt idx="1595">
                  <c:v>6.0</c:v>
                </c:pt>
                <c:pt idx="1596">
                  <c:v>6.0</c:v>
                </c:pt>
                <c:pt idx="1597">
                  <c:v>6.0</c:v>
                </c:pt>
                <c:pt idx="1598">
                  <c:v>6.0</c:v>
                </c:pt>
                <c:pt idx="1599">
                  <c:v>6.0</c:v>
                </c:pt>
                <c:pt idx="1600">
                  <c:v>6.0</c:v>
                </c:pt>
                <c:pt idx="1601">
                  <c:v>6.0</c:v>
                </c:pt>
                <c:pt idx="1602">
                  <c:v>6.0</c:v>
                </c:pt>
                <c:pt idx="1603">
                  <c:v>6.0</c:v>
                </c:pt>
                <c:pt idx="1604">
                  <c:v>6.0</c:v>
                </c:pt>
                <c:pt idx="1605">
                  <c:v>6.0</c:v>
                </c:pt>
                <c:pt idx="1606">
                  <c:v>6.0</c:v>
                </c:pt>
                <c:pt idx="1607">
                  <c:v>6.0</c:v>
                </c:pt>
                <c:pt idx="1608">
                  <c:v>6.0</c:v>
                </c:pt>
                <c:pt idx="1609">
                  <c:v>6.0</c:v>
                </c:pt>
                <c:pt idx="1610">
                  <c:v>6.0</c:v>
                </c:pt>
                <c:pt idx="1611">
                  <c:v>6.0</c:v>
                </c:pt>
                <c:pt idx="1612">
                  <c:v>6.0</c:v>
                </c:pt>
                <c:pt idx="1613">
                  <c:v>6.0</c:v>
                </c:pt>
                <c:pt idx="1614">
                  <c:v>6.0</c:v>
                </c:pt>
                <c:pt idx="1615">
                  <c:v>6.0</c:v>
                </c:pt>
                <c:pt idx="1616">
                  <c:v>6.0</c:v>
                </c:pt>
                <c:pt idx="1617">
                  <c:v>6.0</c:v>
                </c:pt>
                <c:pt idx="1618">
                  <c:v>6.0</c:v>
                </c:pt>
                <c:pt idx="1619">
                  <c:v>6.0</c:v>
                </c:pt>
                <c:pt idx="1620">
                  <c:v>6.0</c:v>
                </c:pt>
                <c:pt idx="1621">
                  <c:v>6.0</c:v>
                </c:pt>
                <c:pt idx="1622">
                  <c:v>6.0</c:v>
                </c:pt>
                <c:pt idx="1623">
                  <c:v>6.0</c:v>
                </c:pt>
                <c:pt idx="1624">
                  <c:v>6.0</c:v>
                </c:pt>
                <c:pt idx="1625">
                  <c:v>6.0</c:v>
                </c:pt>
                <c:pt idx="1626">
                  <c:v>6.0</c:v>
                </c:pt>
                <c:pt idx="1627">
                  <c:v>6.0</c:v>
                </c:pt>
                <c:pt idx="1628">
                  <c:v>6.0</c:v>
                </c:pt>
                <c:pt idx="1629">
                  <c:v>6.0</c:v>
                </c:pt>
                <c:pt idx="1630">
                  <c:v>6.0</c:v>
                </c:pt>
                <c:pt idx="1631">
                  <c:v>6.0</c:v>
                </c:pt>
                <c:pt idx="1632">
                  <c:v>6.0</c:v>
                </c:pt>
                <c:pt idx="1633">
                  <c:v>6.0</c:v>
                </c:pt>
                <c:pt idx="1634">
                  <c:v>6.0</c:v>
                </c:pt>
                <c:pt idx="1635">
                  <c:v>6.0</c:v>
                </c:pt>
                <c:pt idx="1636">
                  <c:v>6.0</c:v>
                </c:pt>
                <c:pt idx="1637">
                  <c:v>6.0</c:v>
                </c:pt>
                <c:pt idx="1638">
                  <c:v>6.0</c:v>
                </c:pt>
                <c:pt idx="1639">
                  <c:v>6.0</c:v>
                </c:pt>
                <c:pt idx="1640">
                  <c:v>6.0</c:v>
                </c:pt>
                <c:pt idx="1641">
                  <c:v>6.0</c:v>
                </c:pt>
                <c:pt idx="1642">
                  <c:v>6.0</c:v>
                </c:pt>
                <c:pt idx="1643">
                  <c:v>6.0</c:v>
                </c:pt>
                <c:pt idx="1644">
                  <c:v>6.0</c:v>
                </c:pt>
                <c:pt idx="1645">
                  <c:v>6.0</c:v>
                </c:pt>
                <c:pt idx="1646">
                  <c:v>6.0</c:v>
                </c:pt>
                <c:pt idx="1647">
                  <c:v>6.0</c:v>
                </c:pt>
                <c:pt idx="1648">
                  <c:v>6.0</c:v>
                </c:pt>
                <c:pt idx="1649">
                  <c:v>6.0</c:v>
                </c:pt>
                <c:pt idx="1650">
                  <c:v>6.0</c:v>
                </c:pt>
                <c:pt idx="1651">
                  <c:v>6.0</c:v>
                </c:pt>
                <c:pt idx="1652">
                  <c:v>6.0</c:v>
                </c:pt>
                <c:pt idx="1653">
                  <c:v>6.0</c:v>
                </c:pt>
                <c:pt idx="1654">
                  <c:v>6.0</c:v>
                </c:pt>
                <c:pt idx="1655">
                  <c:v>6.0</c:v>
                </c:pt>
                <c:pt idx="1656">
                  <c:v>6.0</c:v>
                </c:pt>
                <c:pt idx="1657">
                  <c:v>6.0</c:v>
                </c:pt>
                <c:pt idx="1658">
                  <c:v>6.0</c:v>
                </c:pt>
                <c:pt idx="1659">
                  <c:v>6.0</c:v>
                </c:pt>
                <c:pt idx="1660">
                  <c:v>6.0</c:v>
                </c:pt>
                <c:pt idx="1661">
                  <c:v>6.0</c:v>
                </c:pt>
                <c:pt idx="1662">
                  <c:v>6.0</c:v>
                </c:pt>
                <c:pt idx="1663">
                  <c:v>6.0</c:v>
                </c:pt>
                <c:pt idx="1664">
                  <c:v>6.0</c:v>
                </c:pt>
                <c:pt idx="1665">
                  <c:v>6.0</c:v>
                </c:pt>
                <c:pt idx="1666">
                  <c:v>6.0</c:v>
                </c:pt>
                <c:pt idx="1667">
                  <c:v>6.0</c:v>
                </c:pt>
                <c:pt idx="1668">
                  <c:v>6.0</c:v>
                </c:pt>
                <c:pt idx="1669">
                  <c:v>6.0</c:v>
                </c:pt>
                <c:pt idx="1670">
                  <c:v>6.0</c:v>
                </c:pt>
                <c:pt idx="1671">
                  <c:v>6.0</c:v>
                </c:pt>
                <c:pt idx="1672">
                  <c:v>6.0</c:v>
                </c:pt>
                <c:pt idx="1673">
                  <c:v>6.0</c:v>
                </c:pt>
                <c:pt idx="1674">
                  <c:v>6.0</c:v>
                </c:pt>
                <c:pt idx="1675">
                  <c:v>6.0</c:v>
                </c:pt>
                <c:pt idx="1676">
                  <c:v>6.0</c:v>
                </c:pt>
                <c:pt idx="1677">
                  <c:v>6.0</c:v>
                </c:pt>
                <c:pt idx="1678">
                  <c:v>6.0</c:v>
                </c:pt>
                <c:pt idx="1679">
                  <c:v>6.0</c:v>
                </c:pt>
                <c:pt idx="1680">
                  <c:v>6.0</c:v>
                </c:pt>
                <c:pt idx="1681">
                  <c:v>6.0</c:v>
                </c:pt>
                <c:pt idx="1682">
                  <c:v>6.0</c:v>
                </c:pt>
                <c:pt idx="1683">
                  <c:v>6.0</c:v>
                </c:pt>
                <c:pt idx="1684">
                  <c:v>6.0</c:v>
                </c:pt>
                <c:pt idx="1685">
                  <c:v>6.0</c:v>
                </c:pt>
                <c:pt idx="1686">
                  <c:v>6.0</c:v>
                </c:pt>
                <c:pt idx="1687">
                  <c:v>6.0</c:v>
                </c:pt>
                <c:pt idx="1688">
                  <c:v>6.0</c:v>
                </c:pt>
                <c:pt idx="1689">
                  <c:v>6.0</c:v>
                </c:pt>
                <c:pt idx="1690">
                  <c:v>6.0</c:v>
                </c:pt>
                <c:pt idx="1691">
                  <c:v>6.0</c:v>
                </c:pt>
                <c:pt idx="1692">
                  <c:v>6.0</c:v>
                </c:pt>
                <c:pt idx="1693">
                  <c:v>6.0</c:v>
                </c:pt>
                <c:pt idx="1694">
                  <c:v>6.0</c:v>
                </c:pt>
                <c:pt idx="1695">
                  <c:v>6.0</c:v>
                </c:pt>
                <c:pt idx="1696">
                  <c:v>6.0</c:v>
                </c:pt>
                <c:pt idx="1697">
                  <c:v>6.0</c:v>
                </c:pt>
                <c:pt idx="1698">
                  <c:v>6.0</c:v>
                </c:pt>
                <c:pt idx="1699">
                  <c:v>6.0</c:v>
                </c:pt>
                <c:pt idx="1700">
                  <c:v>6.0</c:v>
                </c:pt>
                <c:pt idx="1701">
                  <c:v>6.0</c:v>
                </c:pt>
                <c:pt idx="1702">
                  <c:v>6.0</c:v>
                </c:pt>
                <c:pt idx="1703">
                  <c:v>6.0</c:v>
                </c:pt>
                <c:pt idx="1704">
                  <c:v>6.0</c:v>
                </c:pt>
                <c:pt idx="1705">
                  <c:v>6.0</c:v>
                </c:pt>
                <c:pt idx="1706">
                  <c:v>6.0</c:v>
                </c:pt>
                <c:pt idx="1707">
                  <c:v>6.0</c:v>
                </c:pt>
                <c:pt idx="1708">
                  <c:v>6.0</c:v>
                </c:pt>
                <c:pt idx="1709">
                  <c:v>6.0</c:v>
                </c:pt>
                <c:pt idx="1710">
                  <c:v>6.0</c:v>
                </c:pt>
                <c:pt idx="1711">
                  <c:v>6.0</c:v>
                </c:pt>
                <c:pt idx="1712">
                  <c:v>6.0</c:v>
                </c:pt>
                <c:pt idx="1713">
                  <c:v>6.0</c:v>
                </c:pt>
                <c:pt idx="1714">
                  <c:v>6.0</c:v>
                </c:pt>
                <c:pt idx="1715">
                  <c:v>6.0</c:v>
                </c:pt>
                <c:pt idx="1716">
                  <c:v>6.0</c:v>
                </c:pt>
                <c:pt idx="1717">
                  <c:v>6.0</c:v>
                </c:pt>
                <c:pt idx="1718">
                  <c:v>6.0</c:v>
                </c:pt>
                <c:pt idx="1719">
                  <c:v>6.0</c:v>
                </c:pt>
                <c:pt idx="1720">
                  <c:v>6.0</c:v>
                </c:pt>
                <c:pt idx="1721">
                  <c:v>6.0</c:v>
                </c:pt>
                <c:pt idx="1722">
                  <c:v>6.0</c:v>
                </c:pt>
                <c:pt idx="1723">
                  <c:v>6.0</c:v>
                </c:pt>
                <c:pt idx="1724">
                  <c:v>6.0</c:v>
                </c:pt>
                <c:pt idx="1725">
                  <c:v>6.0</c:v>
                </c:pt>
                <c:pt idx="1726">
                  <c:v>6.0</c:v>
                </c:pt>
                <c:pt idx="1727">
                  <c:v>6.0</c:v>
                </c:pt>
                <c:pt idx="1728">
                  <c:v>6.0</c:v>
                </c:pt>
                <c:pt idx="1729">
                  <c:v>6.0</c:v>
                </c:pt>
                <c:pt idx="1730">
                  <c:v>6.0</c:v>
                </c:pt>
                <c:pt idx="1731">
                  <c:v>6.0</c:v>
                </c:pt>
                <c:pt idx="1732">
                  <c:v>6.0</c:v>
                </c:pt>
                <c:pt idx="1733">
                  <c:v>6.0</c:v>
                </c:pt>
                <c:pt idx="1734">
                  <c:v>6.0</c:v>
                </c:pt>
                <c:pt idx="1735">
                  <c:v>6.0</c:v>
                </c:pt>
                <c:pt idx="1736">
                  <c:v>6.0</c:v>
                </c:pt>
                <c:pt idx="1737">
                  <c:v>6.0</c:v>
                </c:pt>
                <c:pt idx="1738">
                  <c:v>6.0</c:v>
                </c:pt>
                <c:pt idx="1739">
                  <c:v>6.0</c:v>
                </c:pt>
                <c:pt idx="1740">
                  <c:v>6.0</c:v>
                </c:pt>
                <c:pt idx="1741">
                  <c:v>6.0</c:v>
                </c:pt>
                <c:pt idx="1742">
                  <c:v>6.0</c:v>
                </c:pt>
                <c:pt idx="1743">
                  <c:v>6.0</c:v>
                </c:pt>
                <c:pt idx="1744">
                  <c:v>6.0</c:v>
                </c:pt>
                <c:pt idx="1745">
                  <c:v>6.0</c:v>
                </c:pt>
                <c:pt idx="1746">
                  <c:v>6.0</c:v>
                </c:pt>
                <c:pt idx="1747">
                  <c:v>6.0</c:v>
                </c:pt>
                <c:pt idx="1748">
                  <c:v>6.0</c:v>
                </c:pt>
                <c:pt idx="1749">
                  <c:v>6.0</c:v>
                </c:pt>
                <c:pt idx="1750">
                  <c:v>6.0</c:v>
                </c:pt>
                <c:pt idx="1751">
                  <c:v>6.0</c:v>
                </c:pt>
                <c:pt idx="1752">
                  <c:v>6.0</c:v>
                </c:pt>
                <c:pt idx="1753">
                  <c:v>6.0</c:v>
                </c:pt>
                <c:pt idx="1754">
                  <c:v>6.0</c:v>
                </c:pt>
                <c:pt idx="1755">
                  <c:v>6.0</c:v>
                </c:pt>
                <c:pt idx="1756">
                  <c:v>6.0</c:v>
                </c:pt>
                <c:pt idx="1757">
                  <c:v>6.0</c:v>
                </c:pt>
                <c:pt idx="1758">
                  <c:v>6.0</c:v>
                </c:pt>
                <c:pt idx="1759">
                  <c:v>6.0</c:v>
                </c:pt>
                <c:pt idx="1760">
                  <c:v>6.0</c:v>
                </c:pt>
                <c:pt idx="1761">
                  <c:v>6.0</c:v>
                </c:pt>
                <c:pt idx="1762">
                  <c:v>6.0</c:v>
                </c:pt>
                <c:pt idx="1763">
                  <c:v>6.0</c:v>
                </c:pt>
                <c:pt idx="1764">
                  <c:v>6.0</c:v>
                </c:pt>
                <c:pt idx="1765">
                  <c:v>6.0</c:v>
                </c:pt>
                <c:pt idx="1766">
                  <c:v>6.0</c:v>
                </c:pt>
                <c:pt idx="1767">
                  <c:v>6.0</c:v>
                </c:pt>
                <c:pt idx="1768">
                  <c:v>6.0</c:v>
                </c:pt>
                <c:pt idx="1769">
                  <c:v>6.0</c:v>
                </c:pt>
                <c:pt idx="1770">
                  <c:v>6.0</c:v>
                </c:pt>
                <c:pt idx="1771">
                  <c:v>6.0</c:v>
                </c:pt>
                <c:pt idx="1772">
                  <c:v>6.0</c:v>
                </c:pt>
                <c:pt idx="1773">
                  <c:v>6.0</c:v>
                </c:pt>
                <c:pt idx="1774">
                  <c:v>6.0</c:v>
                </c:pt>
                <c:pt idx="1775">
                  <c:v>6.0</c:v>
                </c:pt>
                <c:pt idx="1776">
                  <c:v>6.0</c:v>
                </c:pt>
                <c:pt idx="1777">
                  <c:v>6.0</c:v>
                </c:pt>
                <c:pt idx="1778">
                  <c:v>6.0</c:v>
                </c:pt>
                <c:pt idx="1779">
                  <c:v>6.0</c:v>
                </c:pt>
                <c:pt idx="1780">
                  <c:v>6.0</c:v>
                </c:pt>
                <c:pt idx="1781">
                  <c:v>6.0</c:v>
                </c:pt>
                <c:pt idx="1782">
                  <c:v>6.0</c:v>
                </c:pt>
                <c:pt idx="1783">
                  <c:v>6.0</c:v>
                </c:pt>
                <c:pt idx="1784">
                  <c:v>6.0</c:v>
                </c:pt>
                <c:pt idx="1785">
                  <c:v>6.0</c:v>
                </c:pt>
                <c:pt idx="1786">
                  <c:v>6.0</c:v>
                </c:pt>
                <c:pt idx="1787">
                  <c:v>6.0</c:v>
                </c:pt>
                <c:pt idx="1788">
                  <c:v>6.0</c:v>
                </c:pt>
                <c:pt idx="1789">
                  <c:v>6.0</c:v>
                </c:pt>
                <c:pt idx="1790">
                  <c:v>6.0</c:v>
                </c:pt>
                <c:pt idx="1791">
                  <c:v>6.0</c:v>
                </c:pt>
                <c:pt idx="1792">
                  <c:v>6.0</c:v>
                </c:pt>
                <c:pt idx="1793">
                  <c:v>6.0</c:v>
                </c:pt>
                <c:pt idx="1794">
                  <c:v>6.0</c:v>
                </c:pt>
                <c:pt idx="1795">
                  <c:v>6.0</c:v>
                </c:pt>
                <c:pt idx="1796">
                  <c:v>6.0</c:v>
                </c:pt>
                <c:pt idx="1797">
                  <c:v>6.0</c:v>
                </c:pt>
                <c:pt idx="1798">
                  <c:v>6.0</c:v>
                </c:pt>
                <c:pt idx="1799">
                  <c:v>6.0</c:v>
                </c:pt>
                <c:pt idx="1800">
                  <c:v>6.0</c:v>
                </c:pt>
                <c:pt idx="1801">
                  <c:v>6.0</c:v>
                </c:pt>
                <c:pt idx="1802">
                  <c:v>6.0</c:v>
                </c:pt>
                <c:pt idx="1803">
                  <c:v>6.0</c:v>
                </c:pt>
                <c:pt idx="1804">
                  <c:v>6.0</c:v>
                </c:pt>
                <c:pt idx="1805">
                  <c:v>6.0</c:v>
                </c:pt>
                <c:pt idx="1806">
                  <c:v>6.0</c:v>
                </c:pt>
                <c:pt idx="1807">
                  <c:v>6.0</c:v>
                </c:pt>
                <c:pt idx="1808">
                  <c:v>6.0</c:v>
                </c:pt>
                <c:pt idx="1809">
                  <c:v>6.0</c:v>
                </c:pt>
                <c:pt idx="1810">
                  <c:v>6.0</c:v>
                </c:pt>
                <c:pt idx="1811">
                  <c:v>6.0</c:v>
                </c:pt>
                <c:pt idx="1812">
                  <c:v>6.0</c:v>
                </c:pt>
                <c:pt idx="1813">
                  <c:v>6.0</c:v>
                </c:pt>
                <c:pt idx="1814">
                  <c:v>6.0</c:v>
                </c:pt>
                <c:pt idx="1815">
                  <c:v>6.0</c:v>
                </c:pt>
                <c:pt idx="1816">
                  <c:v>6.0</c:v>
                </c:pt>
                <c:pt idx="1817">
                  <c:v>6.0</c:v>
                </c:pt>
                <c:pt idx="1818">
                  <c:v>6.0</c:v>
                </c:pt>
                <c:pt idx="1819">
                  <c:v>6.0</c:v>
                </c:pt>
                <c:pt idx="1820">
                  <c:v>6.0</c:v>
                </c:pt>
                <c:pt idx="1821">
                  <c:v>6.0</c:v>
                </c:pt>
                <c:pt idx="1822">
                  <c:v>6.0</c:v>
                </c:pt>
                <c:pt idx="1823">
                  <c:v>6.0</c:v>
                </c:pt>
                <c:pt idx="1824">
                  <c:v>6.0</c:v>
                </c:pt>
                <c:pt idx="1825">
                  <c:v>6.0</c:v>
                </c:pt>
                <c:pt idx="1826">
                  <c:v>6.0</c:v>
                </c:pt>
                <c:pt idx="1827">
                  <c:v>6.0</c:v>
                </c:pt>
                <c:pt idx="1828">
                  <c:v>6.0</c:v>
                </c:pt>
                <c:pt idx="1829">
                  <c:v>6.0</c:v>
                </c:pt>
                <c:pt idx="1830">
                  <c:v>6.0</c:v>
                </c:pt>
                <c:pt idx="1831">
                  <c:v>6.0</c:v>
                </c:pt>
                <c:pt idx="1832">
                  <c:v>6.0</c:v>
                </c:pt>
                <c:pt idx="1833">
                  <c:v>6.0</c:v>
                </c:pt>
                <c:pt idx="1834">
                  <c:v>6.0</c:v>
                </c:pt>
                <c:pt idx="1835">
                  <c:v>6.0</c:v>
                </c:pt>
                <c:pt idx="1836">
                  <c:v>6.0</c:v>
                </c:pt>
                <c:pt idx="1837">
                  <c:v>6.0</c:v>
                </c:pt>
                <c:pt idx="1838">
                  <c:v>6.0</c:v>
                </c:pt>
                <c:pt idx="1839">
                  <c:v>6.0</c:v>
                </c:pt>
                <c:pt idx="1840">
                  <c:v>6.0</c:v>
                </c:pt>
                <c:pt idx="1841">
                  <c:v>6.0</c:v>
                </c:pt>
                <c:pt idx="1842">
                  <c:v>6.0</c:v>
                </c:pt>
                <c:pt idx="1843">
                  <c:v>6.0</c:v>
                </c:pt>
                <c:pt idx="1844">
                  <c:v>6.0</c:v>
                </c:pt>
                <c:pt idx="1845">
                  <c:v>6.0</c:v>
                </c:pt>
                <c:pt idx="1846">
                  <c:v>6.0</c:v>
                </c:pt>
                <c:pt idx="1847">
                  <c:v>6.0</c:v>
                </c:pt>
                <c:pt idx="1848">
                  <c:v>6.0</c:v>
                </c:pt>
                <c:pt idx="1849">
                  <c:v>6.0</c:v>
                </c:pt>
                <c:pt idx="1850">
                  <c:v>6.0</c:v>
                </c:pt>
                <c:pt idx="1851">
                  <c:v>6.0</c:v>
                </c:pt>
                <c:pt idx="1852">
                  <c:v>6.0</c:v>
                </c:pt>
                <c:pt idx="1853">
                  <c:v>6.0</c:v>
                </c:pt>
                <c:pt idx="1854">
                  <c:v>6.0</c:v>
                </c:pt>
                <c:pt idx="1855">
                  <c:v>6.0</c:v>
                </c:pt>
                <c:pt idx="1856">
                  <c:v>6.0</c:v>
                </c:pt>
                <c:pt idx="1857">
                  <c:v>6.0</c:v>
                </c:pt>
                <c:pt idx="1858">
                  <c:v>6.0</c:v>
                </c:pt>
                <c:pt idx="1859">
                  <c:v>6.0</c:v>
                </c:pt>
                <c:pt idx="1860">
                  <c:v>6.0</c:v>
                </c:pt>
                <c:pt idx="1861">
                  <c:v>6.0</c:v>
                </c:pt>
                <c:pt idx="1862">
                  <c:v>6.0</c:v>
                </c:pt>
                <c:pt idx="1863">
                  <c:v>6.0</c:v>
                </c:pt>
                <c:pt idx="1864">
                  <c:v>6.0</c:v>
                </c:pt>
                <c:pt idx="1865">
                  <c:v>6.0</c:v>
                </c:pt>
                <c:pt idx="1866">
                  <c:v>6.0</c:v>
                </c:pt>
                <c:pt idx="1867">
                  <c:v>6.0</c:v>
                </c:pt>
                <c:pt idx="1868">
                  <c:v>6.0</c:v>
                </c:pt>
                <c:pt idx="1869">
                  <c:v>6.0</c:v>
                </c:pt>
                <c:pt idx="1870">
                  <c:v>6.0</c:v>
                </c:pt>
                <c:pt idx="1871">
                  <c:v>6.0</c:v>
                </c:pt>
                <c:pt idx="1872">
                  <c:v>6.0</c:v>
                </c:pt>
                <c:pt idx="1873">
                  <c:v>6.0</c:v>
                </c:pt>
                <c:pt idx="1874">
                  <c:v>6.0</c:v>
                </c:pt>
                <c:pt idx="1875">
                  <c:v>6.0</c:v>
                </c:pt>
                <c:pt idx="1876">
                  <c:v>6.0</c:v>
                </c:pt>
                <c:pt idx="1877">
                  <c:v>6.0</c:v>
                </c:pt>
                <c:pt idx="1878">
                  <c:v>6.0</c:v>
                </c:pt>
                <c:pt idx="1879">
                  <c:v>6.0</c:v>
                </c:pt>
                <c:pt idx="1880">
                  <c:v>6.0</c:v>
                </c:pt>
                <c:pt idx="1881">
                  <c:v>6.0</c:v>
                </c:pt>
                <c:pt idx="1882">
                  <c:v>6.0</c:v>
                </c:pt>
                <c:pt idx="1883">
                  <c:v>6.0</c:v>
                </c:pt>
                <c:pt idx="1884">
                  <c:v>6.0</c:v>
                </c:pt>
                <c:pt idx="1885">
                  <c:v>6.0</c:v>
                </c:pt>
                <c:pt idx="1886">
                  <c:v>6.0</c:v>
                </c:pt>
                <c:pt idx="1887">
                  <c:v>6.0</c:v>
                </c:pt>
                <c:pt idx="1888">
                  <c:v>6.0</c:v>
                </c:pt>
                <c:pt idx="1889">
                  <c:v>6.0</c:v>
                </c:pt>
                <c:pt idx="1890">
                  <c:v>6.0</c:v>
                </c:pt>
                <c:pt idx="1891">
                  <c:v>6.0</c:v>
                </c:pt>
                <c:pt idx="1892">
                  <c:v>6.0</c:v>
                </c:pt>
                <c:pt idx="1893">
                  <c:v>6.0</c:v>
                </c:pt>
                <c:pt idx="1894">
                  <c:v>6.0</c:v>
                </c:pt>
                <c:pt idx="1895">
                  <c:v>6.0</c:v>
                </c:pt>
                <c:pt idx="1896">
                  <c:v>6.0</c:v>
                </c:pt>
                <c:pt idx="1897">
                  <c:v>6.0</c:v>
                </c:pt>
                <c:pt idx="1898">
                  <c:v>6.0</c:v>
                </c:pt>
                <c:pt idx="1899">
                  <c:v>6.0</c:v>
                </c:pt>
                <c:pt idx="1900">
                  <c:v>6.0</c:v>
                </c:pt>
                <c:pt idx="1901">
                  <c:v>6.0</c:v>
                </c:pt>
                <c:pt idx="1902">
                  <c:v>6.0</c:v>
                </c:pt>
                <c:pt idx="1903">
                  <c:v>6.0</c:v>
                </c:pt>
                <c:pt idx="1904">
                  <c:v>6.0</c:v>
                </c:pt>
                <c:pt idx="1905">
                  <c:v>6.0</c:v>
                </c:pt>
                <c:pt idx="1906">
                  <c:v>6.0</c:v>
                </c:pt>
                <c:pt idx="1907">
                  <c:v>6.0</c:v>
                </c:pt>
                <c:pt idx="1908">
                  <c:v>6.0</c:v>
                </c:pt>
                <c:pt idx="1909">
                  <c:v>6.0</c:v>
                </c:pt>
                <c:pt idx="1910">
                  <c:v>6.0</c:v>
                </c:pt>
                <c:pt idx="1911">
                  <c:v>6.0</c:v>
                </c:pt>
                <c:pt idx="1912">
                  <c:v>6.0</c:v>
                </c:pt>
                <c:pt idx="1913">
                  <c:v>6.0</c:v>
                </c:pt>
                <c:pt idx="1914">
                  <c:v>6.0</c:v>
                </c:pt>
                <c:pt idx="1915">
                  <c:v>6.0</c:v>
                </c:pt>
                <c:pt idx="1916">
                  <c:v>6.0</c:v>
                </c:pt>
                <c:pt idx="1917">
                  <c:v>6.0</c:v>
                </c:pt>
                <c:pt idx="1918">
                  <c:v>6.0</c:v>
                </c:pt>
                <c:pt idx="1919">
                  <c:v>6.0</c:v>
                </c:pt>
                <c:pt idx="1920">
                  <c:v>6.0</c:v>
                </c:pt>
                <c:pt idx="1921">
                  <c:v>6.0</c:v>
                </c:pt>
                <c:pt idx="1922">
                  <c:v>6.0</c:v>
                </c:pt>
                <c:pt idx="1923">
                  <c:v>6.0</c:v>
                </c:pt>
                <c:pt idx="1924">
                  <c:v>6.0</c:v>
                </c:pt>
                <c:pt idx="1925">
                  <c:v>6.0</c:v>
                </c:pt>
                <c:pt idx="1926">
                  <c:v>6.0</c:v>
                </c:pt>
                <c:pt idx="1927">
                  <c:v>6.0</c:v>
                </c:pt>
                <c:pt idx="1928">
                  <c:v>6.0</c:v>
                </c:pt>
                <c:pt idx="1929">
                  <c:v>6.0</c:v>
                </c:pt>
                <c:pt idx="1930">
                  <c:v>6.0</c:v>
                </c:pt>
                <c:pt idx="1931">
                  <c:v>6.0</c:v>
                </c:pt>
                <c:pt idx="1932">
                  <c:v>6.0</c:v>
                </c:pt>
                <c:pt idx="1933">
                  <c:v>6.0</c:v>
                </c:pt>
                <c:pt idx="1934">
                  <c:v>6.0</c:v>
                </c:pt>
                <c:pt idx="1935">
                  <c:v>6.0</c:v>
                </c:pt>
                <c:pt idx="1936">
                  <c:v>6.0</c:v>
                </c:pt>
                <c:pt idx="1937">
                  <c:v>6.0</c:v>
                </c:pt>
                <c:pt idx="1938">
                  <c:v>6.0</c:v>
                </c:pt>
                <c:pt idx="1939">
                  <c:v>6.0</c:v>
                </c:pt>
                <c:pt idx="1940">
                  <c:v>6.0</c:v>
                </c:pt>
                <c:pt idx="1941">
                  <c:v>6.0</c:v>
                </c:pt>
                <c:pt idx="1942">
                  <c:v>6.0</c:v>
                </c:pt>
                <c:pt idx="1943">
                  <c:v>6.0</c:v>
                </c:pt>
                <c:pt idx="1944">
                  <c:v>6.0</c:v>
                </c:pt>
                <c:pt idx="1945">
                  <c:v>6.0</c:v>
                </c:pt>
                <c:pt idx="1946">
                  <c:v>6.0</c:v>
                </c:pt>
                <c:pt idx="1947">
                  <c:v>6.0</c:v>
                </c:pt>
                <c:pt idx="1948">
                  <c:v>6.0</c:v>
                </c:pt>
                <c:pt idx="1949">
                  <c:v>6.0</c:v>
                </c:pt>
                <c:pt idx="1950">
                  <c:v>6.0</c:v>
                </c:pt>
                <c:pt idx="1951">
                  <c:v>6.0</c:v>
                </c:pt>
                <c:pt idx="1952">
                  <c:v>6.0</c:v>
                </c:pt>
                <c:pt idx="1953">
                  <c:v>6.0</c:v>
                </c:pt>
                <c:pt idx="1954">
                  <c:v>6.0</c:v>
                </c:pt>
                <c:pt idx="1955">
                  <c:v>6.0</c:v>
                </c:pt>
                <c:pt idx="1956">
                  <c:v>6.0</c:v>
                </c:pt>
                <c:pt idx="1957">
                  <c:v>6.0</c:v>
                </c:pt>
                <c:pt idx="1958">
                  <c:v>6.0</c:v>
                </c:pt>
                <c:pt idx="1959">
                  <c:v>6.0</c:v>
                </c:pt>
                <c:pt idx="1960">
                  <c:v>6.0</c:v>
                </c:pt>
                <c:pt idx="1961">
                  <c:v>6.0</c:v>
                </c:pt>
                <c:pt idx="1962">
                  <c:v>6.0</c:v>
                </c:pt>
                <c:pt idx="1963">
                  <c:v>6.0</c:v>
                </c:pt>
                <c:pt idx="1964">
                  <c:v>6.0</c:v>
                </c:pt>
                <c:pt idx="1965">
                  <c:v>6.0</c:v>
                </c:pt>
                <c:pt idx="1966">
                  <c:v>6.0</c:v>
                </c:pt>
                <c:pt idx="1967">
                  <c:v>6.0</c:v>
                </c:pt>
                <c:pt idx="1968">
                  <c:v>6.0</c:v>
                </c:pt>
                <c:pt idx="1969">
                  <c:v>6.0</c:v>
                </c:pt>
                <c:pt idx="1970">
                  <c:v>6.0</c:v>
                </c:pt>
                <c:pt idx="1971">
                  <c:v>6.0</c:v>
                </c:pt>
                <c:pt idx="1972">
                  <c:v>6.0</c:v>
                </c:pt>
                <c:pt idx="1973">
                  <c:v>6.0</c:v>
                </c:pt>
                <c:pt idx="1974">
                  <c:v>6.0</c:v>
                </c:pt>
                <c:pt idx="1975">
                  <c:v>6.0</c:v>
                </c:pt>
                <c:pt idx="1976">
                  <c:v>6.0</c:v>
                </c:pt>
                <c:pt idx="1977">
                  <c:v>6.0</c:v>
                </c:pt>
                <c:pt idx="1978">
                  <c:v>6.0</c:v>
                </c:pt>
                <c:pt idx="1979">
                  <c:v>6.0</c:v>
                </c:pt>
                <c:pt idx="1980">
                  <c:v>6.0</c:v>
                </c:pt>
                <c:pt idx="1981">
                  <c:v>6.0</c:v>
                </c:pt>
                <c:pt idx="1982">
                  <c:v>6.0</c:v>
                </c:pt>
                <c:pt idx="1983">
                  <c:v>6.0</c:v>
                </c:pt>
                <c:pt idx="1984">
                  <c:v>6.0</c:v>
                </c:pt>
                <c:pt idx="1985">
                  <c:v>6.0</c:v>
                </c:pt>
                <c:pt idx="1986">
                  <c:v>6.0</c:v>
                </c:pt>
                <c:pt idx="1987">
                  <c:v>6.0</c:v>
                </c:pt>
                <c:pt idx="1988">
                  <c:v>6.0</c:v>
                </c:pt>
                <c:pt idx="1989">
                  <c:v>6.0</c:v>
                </c:pt>
                <c:pt idx="1990">
                  <c:v>6.0</c:v>
                </c:pt>
                <c:pt idx="1991">
                  <c:v>6.0</c:v>
                </c:pt>
                <c:pt idx="1992">
                  <c:v>6.0</c:v>
                </c:pt>
                <c:pt idx="1993">
                  <c:v>6.0</c:v>
                </c:pt>
                <c:pt idx="1994">
                  <c:v>6.0</c:v>
                </c:pt>
                <c:pt idx="1995">
                  <c:v>6.0</c:v>
                </c:pt>
                <c:pt idx="1996">
                  <c:v>6.0</c:v>
                </c:pt>
                <c:pt idx="1997">
                  <c:v>6.0</c:v>
                </c:pt>
                <c:pt idx="1998">
                  <c:v>6.0</c:v>
                </c:pt>
                <c:pt idx="1999">
                  <c:v>6.0</c:v>
                </c:pt>
                <c:pt idx="2000">
                  <c:v>6.0</c:v>
                </c:pt>
                <c:pt idx="2001">
                  <c:v>6.0</c:v>
                </c:pt>
                <c:pt idx="2002">
                  <c:v>6.0</c:v>
                </c:pt>
                <c:pt idx="2003">
                  <c:v>6.0</c:v>
                </c:pt>
                <c:pt idx="2004">
                  <c:v>6.0</c:v>
                </c:pt>
                <c:pt idx="2005">
                  <c:v>6.0</c:v>
                </c:pt>
                <c:pt idx="2006">
                  <c:v>6.0</c:v>
                </c:pt>
                <c:pt idx="2007">
                  <c:v>6.0</c:v>
                </c:pt>
                <c:pt idx="2008">
                  <c:v>6.0</c:v>
                </c:pt>
                <c:pt idx="2009">
                  <c:v>6.0</c:v>
                </c:pt>
                <c:pt idx="2010">
                  <c:v>6.0</c:v>
                </c:pt>
                <c:pt idx="2011">
                  <c:v>6.0</c:v>
                </c:pt>
                <c:pt idx="2012">
                  <c:v>6.0</c:v>
                </c:pt>
                <c:pt idx="2013">
                  <c:v>6.0</c:v>
                </c:pt>
                <c:pt idx="2014">
                  <c:v>6.0</c:v>
                </c:pt>
                <c:pt idx="2015">
                  <c:v>6.0</c:v>
                </c:pt>
                <c:pt idx="2016">
                  <c:v>6.0</c:v>
                </c:pt>
                <c:pt idx="2017">
                  <c:v>6.0</c:v>
                </c:pt>
                <c:pt idx="2018">
                  <c:v>6.0</c:v>
                </c:pt>
                <c:pt idx="2019">
                  <c:v>6.0</c:v>
                </c:pt>
                <c:pt idx="2020">
                  <c:v>6.0</c:v>
                </c:pt>
                <c:pt idx="2021">
                  <c:v>6.0</c:v>
                </c:pt>
                <c:pt idx="2022">
                  <c:v>6.0</c:v>
                </c:pt>
                <c:pt idx="2023">
                  <c:v>6.0</c:v>
                </c:pt>
                <c:pt idx="2024">
                  <c:v>6.0</c:v>
                </c:pt>
                <c:pt idx="2025">
                  <c:v>6.0</c:v>
                </c:pt>
                <c:pt idx="2026">
                  <c:v>6.0</c:v>
                </c:pt>
                <c:pt idx="2027">
                  <c:v>6.0</c:v>
                </c:pt>
                <c:pt idx="2028">
                  <c:v>6.0</c:v>
                </c:pt>
                <c:pt idx="2029">
                  <c:v>6.0</c:v>
                </c:pt>
                <c:pt idx="2030">
                  <c:v>6.0</c:v>
                </c:pt>
                <c:pt idx="2031">
                  <c:v>6.0</c:v>
                </c:pt>
                <c:pt idx="2032">
                  <c:v>6.0</c:v>
                </c:pt>
                <c:pt idx="2033">
                  <c:v>6.0</c:v>
                </c:pt>
                <c:pt idx="2034">
                  <c:v>6.0</c:v>
                </c:pt>
                <c:pt idx="2035">
                  <c:v>6.0</c:v>
                </c:pt>
                <c:pt idx="2036">
                  <c:v>6.0</c:v>
                </c:pt>
                <c:pt idx="2037">
                  <c:v>6.0</c:v>
                </c:pt>
                <c:pt idx="2038">
                  <c:v>6.0</c:v>
                </c:pt>
                <c:pt idx="2039">
                  <c:v>6.0</c:v>
                </c:pt>
                <c:pt idx="2040">
                  <c:v>6.0</c:v>
                </c:pt>
                <c:pt idx="2041">
                  <c:v>6.0</c:v>
                </c:pt>
                <c:pt idx="2042">
                  <c:v>6.0</c:v>
                </c:pt>
                <c:pt idx="2043">
                  <c:v>6.0</c:v>
                </c:pt>
                <c:pt idx="2044">
                  <c:v>6.0</c:v>
                </c:pt>
                <c:pt idx="2045">
                  <c:v>6.0</c:v>
                </c:pt>
                <c:pt idx="2046">
                  <c:v>6.0</c:v>
                </c:pt>
                <c:pt idx="2047">
                  <c:v>6.0</c:v>
                </c:pt>
                <c:pt idx="2048">
                  <c:v>6.0</c:v>
                </c:pt>
                <c:pt idx="2049">
                  <c:v>6.0</c:v>
                </c:pt>
                <c:pt idx="2050">
                  <c:v>6.0</c:v>
                </c:pt>
                <c:pt idx="2051">
                  <c:v>6.0</c:v>
                </c:pt>
                <c:pt idx="2052">
                  <c:v>6.0</c:v>
                </c:pt>
                <c:pt idx="2053">
                  <c:v>6.0</c:v>
                </c:pt>
                <c:pt idx="2054">
                  <c:v>6.0</c:v>
                </c:pt>
                <c:pt idx="2055">
                  <c:v>6.0</c:v>
                </c:pt>
                <c:pt idx="2056">
                  <c:v>6.0</c:v>
                </c:pt>
                <c:pt idx="2057">
                  <c:v>6.0</c:v>
                </c:pt>
                <c:pt idx="2058">
                  <c:v>6.0</c:v>
                </c:pt>
                <c:pt idx="2059">
                  <c:v>6.0</c:v>
                </c:pt>
                <c:pt idx="2060">
                  <c:v>6.0</c:v>
                </c:pt>
                <c:pt idx="2061">
                  <c:v>6.0</c:v>
                </c:pt>
                <c:pt idx="2062">
                  <c:v>6.0</c:v>
                </c:pt>
                <c:pt idx="2063">
                  <c:v>6.0</c:v>
                </c:pt>
                <c:pt idx="2064">
                  <c:v>6.0</c:v>
                </c:pt>
                <c:pt idx="2065">
                  <c:v>6.0</c:v>
                </c:pt>
                <c:pt idx="2066">
                  <c:v>6.0</c:v>
                </c:pt>
                <c:pt idx="2067">
                  <c:v>6.0</c:v>
                </c:pt>
                <c:pt idx="2068">
                  <c:v>6.0</c:v>
                </c:pt>
                <c:pt idx="2069">
                  <c:v>6.0</c:v>
                </c:pt>
                <c:pt idx="2070">
                  <c:v>6.0</c:v>
                </c:pt>
                <c:pt idx="2071">
                  <c:v>6.0</c:v>
                </c:pt>
                <c:pt idx="2072">
                  <c:v>6.0</c:v>
                </c:pt>
                <c:pt idx="2073">
                  <c:v>6.0</c:v>
                </c:pt>
                <c:pt idx="2074">
                  <c:v>6.0</c:v>
                </c:pt>
                <c:pt idx="2075">
                  <c:v>6.0</c:v>
                </c:pt>
                <c:pt idx="2076">
                  <c:v>6.0</c:v>
                </c:pt>
                <c:pt idx="2077">
                  <c:v>6.0</c:v>
                </c:pt>
                <c:pt idx="2078">
                  <c:v>6.0</c:v>
                </c:pt>
                <c:pt idx="2079">
                  <c:v>6.0</c:v>
                </c:pt>
                <c:pt idx="2080">
                  <c:v>6.0</c:v>
                </c:pt>
                <c:pt idx="2081">
                  <c:v>6.0</c:v>
                </c:pt>
                <c:pt idx="2082">
                  <c:v>6.0</c:v>
                </c:pt>
                <c:pt idx="2083">
                  <c:v>6.0</c:v>
                </c:pt>
                <c:pt idx="2084">
                  <c:v>6.0</c:v>
                </c:pt>
                <c:pt idx="2085">
                  <c:v>6.0</c:v>
                </c:pt>
                <c:pt idx="2086">
                  <c:v>6.0</c:v>
                </c:pt>
                <c:pt idx="2087">
                  <c:v>6.0</c:v>
                </c:pt>
                <c:pt idx="2088">
                  <c:v>6.0</c:v>
                </c:pt>
                <c:pt idx="2089">
                  <c:v>6.0</c:v>
                </c:pt>
                <c:pt idx="2090">
                  <c:v>6.0</c:v>
                </c:pt>
                <c:pt idx="2091">
                  <c:v>6.0</c:v>
                </c:pt>
                <c:pt idx="2092">
                  <c:v>6.0</c:v>
                </c:pt>
                <c:pt idx="2093">
                  <c:v>6.0</c:v>
                </c:pt>
                <c:pt idx="2094">
                  <c:v>6.0</c:v>
                </c:pt>
                <c:pt idx="2095">
                  <c:v>6.0</c:v>
                </c:pt>
                <c:pt idx="2096">
                  <c:v>6.0</c:v>
                </c:pt>
                <c:pt idx="2097">
                  <c:v>6.0</c:v>
                </c:pt>
                <c:pt idx="2098">
                  <c:v>6.0</c:v>
                </c:pt>
                <c:pt idx="2099">
                  <c:v>6.0</c:v>
                </c:pt>
                <c:pt idx="2100">
                  <c:v>6.0</c:v>
                </c:pt>
                <c:pt idx="2101">
                  <c:v>6.0</c:v>
                </c:pt>
                <c:pt idx="2102">
                  <c:v>6.0</c:v>
                </c:pt>
                <c:pt idx="2103">
                  <c:v>6.0</c:v>
                </c:pt>
                <c:pt idx="2104">
                  <c:v>6.0</c:v>
                </c:pt>
                <c:pt idx="2105">
                  <c:v>6.0</c:v>
                </c:pt>
                <c:pt idx="2106">
                  <c:v>6.0</c:v>
                </c:pt>
                <c:pt idx="2107">
                  <c:v>6.0</c:v>
                </c:pt>
                <c:pt idx="2108">
                  <c:v>6.0</c:v>
                </c:pt>
                <c:pt idx="2109">
                  <c:v>6.0</c:v>
                </c:pt>
                <c:pt idx="2110">
                  <c:v>6.0</c:v>
                </c:pt>
                <c:pt idx="2111">
                  <c:v>6.0</c:v>
                </c:pt>
                <c:pt idx="2112">
                  <c:v>6.0</c:v>
                </c:pt>
                <c:pt idx="2113">
                  <c:v>6.0</c:v>
                </c:pt>
                <c:pt idx="2114">
                  <c:v>6.0</c:v>
                </c:pt>
                <c:pt idx="2115">
                  <c:v>6.0</c:v>
                </c:pt>
                <c:pt idx="2116">
                  <c:v>6.0</c:v>
                </c:pt>
                <c:pt idx="2117">
                  <c:v>6.0</c:v>
                </c:pt>
                <c:pt idx="2118">
                  <c:v>6.0</c:v>
                </c:pt>
                <c:pt idx="2119">
                  <c:v>6.0</c:v>
                </c:pt>
                <c:pt idx="2120">
                  <c:v>6.0</c:v>
                </c:pt>
                <c:pt idx="2121">
                  <c:v>6.0</c:v>
                </c:pt>
                <c:pt idx="2122">
                  <c:v>6.0</c:v>
                </c:pt>
                <c:pt idx="2123">
                  <c:v>6.0</c:v>
                </c:pt>
                <c:pt idx="2124">
                  <c:v>6.0</c:v>
                </c:pt>
                <c:pt idx="2125">
                  <c:v>6.0</c:v>
                </c:pt>
                <c:pt idx="2126">
                  <c:v>6.0</c:v>
                </c:pt>
                <c:pt idx="2127">
                  <c:v>6.0</c:v>
                </c:pt>
                <c:pt idx="2128">
                  <c:v>6.0</c:v>
                </c:pt>
                <c:pt idx="2129">
                  <c:v>6.0</c:v>
                </c:pt>
                <c:pt idx="2130">
                  <c:v>6.0</c:v>
                </c:pt>
                <c:pt idx="2131">
                  <c:v>6.0</c:v>
                </c:pt>
                <c:pt idx="2132">
                  <c:v>6.0</c:v>
                </c:pt>
                <c:pt idx="2133">
                  <c:v>6.0</c:v>
                </c:pt>
                <c:pt idx="2134">
                  <c:v>6.0</c:v>
                </c:pt>
                <c:pt idx="2135">
                  <c:v>6.0</c:v>
                </c:pt>
                <c:pt idx="2136">
                  <c:v>6.0</c:v>
                </c:pt>
                <c:pt idx="2137">
                  <c:v>6.0</c:v>
                </c:pt>
                <c:pt idx="2138">
                  <c:v>6.0</c:v>
                </c:pt>
                <c:pt idx="2139">
                  <c:v>6.0</c:v>
                </c:pt>
                <c:pt idx="2140">
                  <c:v>6.0</c:v>
                </c:pt>
                <c:pt idx="2141">
                  <c:v>6.0</c:v>
                </c:pt>
                <c:pt idx="2142">
                  <c:v>6.0</c:v>
                </c:pt>
                <c:pt idx="2143">
                  <c:v>6.0</c:v>
                </c:pt>
                <c:pt idx="2144">
                  <c:v>6.0</c:v>
                </c:pt>
                <c:pt idx="2145">
                  <c:v>6.0</c:v>
                </c:pt>
                <c:pt idx="2146">
                  <c:v>6.0</c:v>
                </c:pt>
                <c:pt idx="2147">
                  <c:v>6.0</c:v>
                </c:pt>
                <c:pt idx="2148">
                  <c:v>6.0</c:v>
                </c:pt>
                <c:pt idx="2149">
                  <c:v>6.0</c:v>
                </c:pt>
                <c:pt idx="2150">
                  <c:v>6.0</c:v>
                </c:pt>
                <c:pt idx="2151">
                  <c:v>6.0</c:v>
                </c:pt>
                <c:pt idx="2152">
                  <c:v>6.0</c:v>
                </c:pt>
                <c:pt idx="2153">
                  <c:v>6.0</c:v>
                </c:pt>
                <c:pt idx="2154">
                  <c:v>6.0</c:v>
                </c:pt>
                <c:pt idx="2155">
                  <c:v>6.0</c:v>
                </c:pt>
                <c:pt idx="2156">
                  <c:v>6.0</c:v>
                </c:pt>
                <c:pt idx="2157">
                  <c:v>6.0</c:v>
                </c:pt>
                <c:pt idx="2158">
                  <c:v>6.0</c:v>
                </c:pt>
                <c:pt idx="2159">
                  <c:v>6.0</c:v>
                </c:pt>
                <c:pt idx="2160">
                  <c:v>6.0</c:v>
                </c:pt>
                <c:pt idx="2161">
                  <c:v>6.0</c:v>
                </c:pt>
                <c:pt idx="2162">
                  <c:v>6.0</c:v>
                </c:pt>
                <c:pt idx="2163">
                  <c:v>6.0</c:v>
                </c:pt>
                <c:pt idx="2164">
                  <c:v>6.0</c:v>
                </c:pt>
                <c:pt idx="2165">
                  <c:v>6.0</c:v>
                </c:pt>
                <c:pt idx="2166">
                  <c:v>6.0</c:v>
                </c:pt>
                <c:pt idx="2167">
                  <c:v>6.0</c:v>
                </c:pt>
                <c:pt idx="2168">
                  <c:v>6.0</c:v>
                </c:pt>
                <c:pt idx="2169">
                  <c:v>6.0</c:v>
                </c:pt>
                <c:pt idx="2170">
                  <c:v>6.0</c:v>
                </c:pt>
                <c:pt idx="2171">
                  <c:v>6.0</c:v>
                </c:pt>
                <c:pt idx="2172">
                  <c:v>6.0</c:v>
                </c:pt>
                <c:pt idx="2173">
                  <c:v>6.0</c:v>
                </c:pt>
                <c:pt idx="2174">
                  <c:v>6.0</c:v>
                </c:pt>
                <c:pt idx="2175">
                  <c:v>6.0</c:v>
                </c:pt>
                <c:pt idx="2176">
                  <c:v>6.0</c:v>
                </c:pt>
                <c:pt idx="2177">
                  <c:v>6.0</c:v>
                </c:pt>
                <c:pt idx="2178">
                  <c:v>6.0</c:v>
                </c:pt>
                <c:pt idx="2179">
                  <c:v>6.0</c:v>
                </c:pt>
                <c:pt idx="2180">
                  <c:v>6.0</c:v>
                </c:pt>
                <c:pt idx="2181">
                  <c:v>6.0</c:v>
                </c:pt>
                <c:pt idx="2182">
                  <c:v>6.0</c:v>
                </c:pt>
                <c:pt idx="2183">
                  <c:v>6.0</c:v>
                </c:pt>
                <c:pt idx="2184">
                  <c:v>6.0</c:v>
                </c:pt>
                <c:pt idx="2185">
                  <c:v>6.0</c:v>
                </c:pt>
                <c:pt idx="2186">
                  <c:v>6.0</c:v>
                </c:pt>
                <c:pt idx="2187">
                  <c:v>6.0</c:v>
                </c:pt>
                <c:pt idx="2188">
                  <c:v>6.0</c:v>
                </c:pt>
                <c:pt idx="2189">
                  <c:v>6.0</c:v>
                </c:pt>
                <c:pt idx="2190">
                  <c:v>6.0</c:v>
                </c:pt>
                <c:pt idx="2191">
                  <c:v>6.0</c:v>
                </c:pt>
                <c:pt idx="2192">
                  <c:v>6.0</c:v>
                </c:pt>
                <c:pt idx="2193">
                  <c:v>6.0</c:v>
                </c:pt>
                <c:pt idx="2194">
                  <c:v>6.0</c:v>
                </c:pt>
                <c:pt idx="2195">
                  <c:v>6.0</c:v>
                </c:pt>
                <c:pt idx="2196">
                  <c:v>6.0</c:v>
                </c:pt>
                <c:pt idx="2197">
                  <c:v>6.0</c:v>
                </c:pt>
                <c:pt idx="2198">
                  <c:v>6.0</c:v>
                </c:pt>
                <c:pt idx="2199">
                  <c:v>6.0</c:v>
                </c:pt>
                <c:pt idx="2200">
                  <c:v>6.0</c:v>
                </c:pt>
                <c:pt idx="2201">
                  <c:v>6.0</c:v>
                </c:pt>
                <c:pt idx="2202">
                  <c:v>6.0</c:v>
                </c:pt>
                <c:pt idx="2203">
                  <c:v>6.0</c:v>
                </c:pt>
                <c:pt idx="2204">
                  <c:v>6.0</c:v>
                </c:pt>
                <c:pt idx="2205">
                  <c:v>6.0</c:v>
                </c:pt>
                <c:pt idx="2206">
                  <c:v>6.0</c:v>
                </c:pt>
                <c:pt idx="2207">
                  <c:v>6.0</c:v>
                </c:pt>
                <c:pt idx="2208">
                  <c:v>6.0</c:v>
                </c:pt>
                <c:pt idx="2209">
                  <c:v>6.0</c:v>
                </c:pt>
                <c:pt idx="2210">
                  <c:v>6.0</c:v>
                </c:pt>
                <c:pt idx="2211">
                  <c:v>6.0</c:v>
                </c:pt>
                <c:pt idx="2212">
                  <c:v>6.0</c:v>
                </c:pt>
                <c:pt idx="2213">
                  <c:v>6.0</c:v>
                </c:pt>
                <c:pt idx="2214">
                  <c:v>6.0</c:v>
                </c:pt>
                <c:pt idx="2215">
                  <c:v>6.0</c:v>
                </c:pt>
                <c:pt idx="2216">
                  <c:v>6.0</c:v>
                </c:pt>
                <c:pt idx="2217">
                  <c:v>6.0</c:v>
                </c:pt>
                <c:pt idx="2218">
                  <c:v>6.0</c:v>
                </c:pt>
                <c:pt idx="2219">
                  <c:v>6.0</c:v>
                </c:pt>
                <c:pt idx="2220">
                  <c:v>6.0</c:v>
                </c:pt>
                <c:pt idx="2221">
                  <c:v>6.0</c:v>
                </c:pt>
                <c:pt idx="2222">
                  <c:v>6.0</c:v>
                </c:pt>
                <c:pt idx="2223">
                  <c:v>6.0</c:v>
                </c:pt>
                <c:pt idx="2224">
                  <c:v>6.0</c:v>
                </c:pt>
                <c:pt idx="2225">
                  <c:v>6.0</c:v>
                </c:pt>
                <c:pt idx="2226">
                  <c:v>6.0</c:v>
                </c:pt>
                <c:pt idx="2227">
                  <c:v>6.0</c:v>
                </c:pt>
                <c:pt idx="2228">
                  <c:v>6.0</c:v>
                </c:pt>
                <c:pt idx="2229">
                  <c:v>6.0</c:v>
                </c:pt>
                <c:pt idx="2230">
                  <c:v>6.0</c:v>
                </c:pt>
                <c:pt idx="2231">
                  <c:v>6.0</c:v>
                </c:pt>
                <c:pt idx="2232">
                  <c:v>6.0</c:v>
                </c:pt>
                <c:pt idx="2233">
                  <c:v>6.0</c:v>
                </c:pt>
                <c:pt idx="2234">
                  <c:v>6.0</c:v>
                </c:pt>
                <c:pt idx="2235">
                  <c:v>6.0</c:v>
                </c:pt>
                <c:pt idx="2236">
                  <c:v>6.0</c:v>
                </c:pt>
                <c:pt idx="2237">
                  <c:v>6.0</c:v>
                </c:pt>
                <c:pt idx="2238">
                  <c:v>6.0</c:v>
                </c:pt>
                <c:pt idx="2239">
                  <c:v>6.0</c:v>
                </c:pt>
                <c:pt idx="2240">
                  <c:v>6.0</c:v>
                </c:pt>
                <c:pt idx="2241">
                  <c:v>6.0</c:v>
                </c:pt>
                <c:pt idx="2242">
                  <c:v>6.0</c:v>
                </c:pt>
                <c:pt idx="2243">
                  <c:v>6.0</c:v>
                </c:pt>
                <c:pt idx="2244">
                  <c:v>6.0</c:v>
                </c:pt>
                <c:pt idx="2245">
                  <c:v>6.0</c:v>
                </c:pt>
                <c:pt idx="2246">
                  <c:v>6.0</c:v>
                </c:pt>
                <c:pt idx="2247">
                  <c:v>6.0</c:v>
                </c:pt>
                <c:pt idx="2248">
                  <c:v>6.0</c:v>
                </c:pt>
                <c:pt idx="2249">
                  <c:v>6.0</c:v>
                </c:pt>
                <c:pt idx="2250">
                  <c:v>6.0</c:v>
                </c:pt>
                <c:pt idx="2251">
                  <c:v>6.0</c:v>
                </c:pt>
                <c:pt idx="2252">
                  <c:v>6.0</c:v>
                </c:pt>
                <c:pt idx="2253">
                  <c:v>6.0</c:v>
                </c:pt>
                <c:pt idx="2254">
                  <c:v>6.0</c:v>
                </c:pt>
                <c:pt idx="2255">
                  <c:v>6.0</c:v>
                </c:pt>
                <c:pt idx="2256">
                  <c:v>6.0</c:v>
                </c:pt>
                <c:pt idx="2257">
                  <c:v>6.0</c:v>
                </c:pt>
                <c:pt idx="2258">
                  <c:v>6.0</c:v>
                </c:pt>
                <c:pt idx="2259">
                  <c:v>6.0</c:v>
                </c:pt>
                <c:pt idx="2260">
                  <c:v>6.0</c:v>
                </c:pt>
                <c:pt idx="2261">
                  <c:v>6.0</c:v>
                </c:pt>
                <c:pt idx="2262">
                  <c:v>6.0</c:v>
                </c:pt>
                <c:pt idx="2263">
                  <c:v>6.0</c:v>
                </c:pt>
                <c:pt idx="2264">
                  <c:v>6.0</c:v>
                </c:pt>
                <c:pt idx="2265">
                  <c:v>6.0</c:v>
                </c:pt>
                <c:pt idx="2266">
                  <c:v>6.0</c:v>
                </c:pt>
                <c:pt idx="2267">
                  <c:v>6.0</c:v>
                </c:pt>
                <c:pt idx="2268">
                  <c:v>6.0</c:v>
                </c:pt>
                <c:pt idx="2269">
                  <c:v>6.0</c:v>
                </c:pt>
                <c:pt idx="2270">
                  <c:v>6.0</c:v>
                </c:pt>
                <c:pt idx="2271">
                  <c:v>6.0</c:v>
                </c:pt>
                <c:pt idx="2272">
                  <c:v>6.0</c:v>
                </c:pt>
                <c:pt idx="2273">
                  <c:v>6.0</c:v>
                </c:pt>
                <c:pt idx="2274">
                  <c:v>6.0</c:v>
                </c:pt>
                <c:pt idx="2275">
                  <c:v>6.0</c:v>
                </c:pt>
                <c:pt idx="2276">
                  <c:v>6.0</c:v>
                </c:pt>
                <c:pt idx="2277">
                  <c:v>6.0</c:v>
                </c:pt>
                <c:pt idx="2278">
                  <c:v>6.0</c:v>
                </c:pt>
                <c:pt idx="2279">
                  <c:v>6.0</c:v>
                </c:pt>
                <c:pt idx="2280">
                  <c:v>6.0</c:v>
                </c:pt>
                <c:pt idx="2281">
                  <c:v>6.0</c:v>
                </c:pt>
                <c:pt idx="2282">
                  <c:v>6.0</c:v>
                </c:pt>
                <c:pt idx="2283">
                  <c:v>6.0</c:v>
                </c:pt>
                <c:pt idx="2284">
                  <c:v>6.0</c:v>
                </c:pt>
                <c:pt idx="2285">
                  <c:v>6.0</c:v>
                </c:pt>
                <c:pt idx="2286">
                  <c:v>6.0</c:v>
                </c:pt>
                <c:pt idx="2287">
                  <c:v>6.0</c:v>
                </c:pt>
                <c:pt idx="2288">
                  <c:v>6.0</c:v>
                </c:pt>
                <c:pt idx="2289">
                  <c:v>6.0</c:v>
                </c:pt>
                <c:pt idx="2290">
                  <c:v>6.0</c:v>
                </c:pt>
                <c:pt idx="2291">
                  <c:v>6.0</c:v>
                </c:pt>
                <c:pt idx="2292">
                  <c:v>6.0</c:v>
                </c:pt>
                <c:pt idx="2293">
                  <c:v>6.0</c:v>
                </c:pt>
                <c:pt idx="2294">
                  <c:v>6.0</c:v>
                </c:pt>
                <c:pt idx="2295">
                  <c:v>6.0</c:v>
                </c:pt>
                <c:pt idx="2296">
                  <c:v>6.0</c:v>
                </c:pt>
                <c:pt idx="2297">
                  <c:v>6.0</c:v>
                </c:pt>
                <c:pt idx="2298">
                  <c:v>6.0</c:v>
                </c:pt>
                <c:pt idx="2299">
                  <c:v>6.0</c:v>
                </c:pt>
                <c:pt idx="2300">
                  <c:v>6.0</c:v>
                </c:pt>
                <c:pt idx="2301">
                  <c:v>6.0</c:v>
                </c:pt>
                <c:pt idx="2302">
                  <c:v>6.0</c:v>
                </c:pt>
                <c:pt idx="2303">
                  <c:v>6.0</c:v>
                </c:pt>
                <c:pt idx="2304">
                  <c:v>6.0</c:v>
                </c:pt>
                <c:pt idx="2305">
                  <c:v>6.0</c:v>
                </c:pt>
                <c:pt idx="2306">
                  <c:v>6.0</c:v>
                </c:pt>
                <c:pt idx="2307">
                  <c:v>6.0</c:v>
                </c:pt>
                <c:pt idx="2308">
                  <c:v>6.0</c:v>
                </c:pt>
                <c:pt idx="2309">
                  <c:v>6.0</c:v>
                </c:pt>
                <c:pt idx="2310">
                  <c:v>6.0</c:v>
                </c:pt>
                <c:pt idx="2311">
                  <c:v>6.0</c:v>
                </c:pt>
                <c:pt idx="2312">
                  <c:v>6.0</c:v>
                </c:pt>
                <c:pt idx="2313">
                  <c:v>6.0</c:v>
                </c:pt>
                <c:pt idx="2314">
                  <c:v>6.0</c:v>
                </c:pt>
                <c:pt idx="2315">
                  <c:v>6.0</c:v>
                </c:pt>
                <c:pt idx="2316">
                  <c:v>6.0</c:v>
                </c:pt>
                <c:pt idx="2317">
                  <c:v>6.0</c:v>
                </c:pt>
                <c:pt idx="2318">
                  <c:v>6.0</c:v>
                </c:pt>
                <c:pt idx="2319">
                  <c:v>6.0</c:v>
                </c:pt>
                <c:pt idx="2320">
                  <c:v>6.0</c:v>
                </c:pt>
                <c:pt idx="2321">
                  <c:v>6.0</c:v>
                </c:pt>
                <c:pt idx="2322">
                  <c:v>6.0</c:v>
                </c:pt>
                <c:pt idx="2323">
                  <c:v>6.0</c:v>
                </c:pt>
                <c:pt idx="2324">
                  <c:v>6.0</c:v>
                </c:pt>
                <c:pt idx="2325">
                  <c:v>6.0</c:v>
                </c:pt>
                <c:pt idx="2326">
                  <c:v>6.0</c:v>
                </c:pt>
                <c:pt idx="2327">
                  <c:v>6.0</c:v>
                </c:pt>
                <c:pt idx="2328">
                  <c:v>6.0</c:v>
                </c:pt>
                <c:pt idx="2329">
                  <c:v>6.0</c:v>
                </c:pt>
                <c:pt idx="2330">
                  <c:v>6.0</c:v>
                </c:pt>
                <c:pt idx="2331">
                  <c:v>6.0</c:v>
                </c:pt>
                <c:pt idx="2332">
                  <c:v>6.0</c:v>
                </c:pt>
                <c:pt idx="2333">
                  <c:v>6.0</c:v>
                </c:pt>
                <c:pt idx="2334">
                  <c:v>6.0</c:v>
                </c:pt>
                <c:pt idx="2335">
                  <c:v>6.0</c:v>
                </c:pt>
                <c:pt idx="2336">
                  <c:v>6.0</c:v>
                </c:pt>
                <c:pt idx="2337">
                  <c:v>6.0</c:v>
                </c:pt>
                <c:pt idx="2338">
                  <c:v>6.0</c:v>
                </c:pt>
                <c:pt idx="2339">
                  <c:v>6.0</c:v>
                </c:pt>
                <c:pt idx="2340">
                  <c:v>6.0</c:v>
                </c:pt>
                <c:pt idx="2341">
                  <c:v>6.0</c:v>
                </c:pt>
                <c:pt idx="2342">
                  <c:v>6.0</c:v>
                </c:pt>
                <c:pt idx="2343">
                  <c:v>6.0</c:v>
                </c:pt>
                <c:pt idx="2344">
                  <c:v>6.0</c:v>
                </c:pt>
                <c:pt idx="2345">
                  <c:v>6.0</c:v>
                </c:pt>
                <c:pt idx="2346">
                  <c:v>6.0</c:v>
                </c:pt>
                <c:pt idx="2347">
                  <c:v>6.0</c:v>
                </c:pt>
                <c:pt idx="2348">
                  <c:v>6.0</c:v>
                </c:pt>
                <c:pt idx="2349">
                  <c:v>6.0</c:v>
                </c:pt>
                <c:pt idx="2350">
                  <c:v>6.0</c:v>
                </c:pt>
                <c:pt idx="2351">
                  <c:v>6.0</c:v>
                </c:pt>
                <c:pt idx="2352">
                  <c:v>6.0</c:v>
                </c:pt>
                <c:pt idx="2353">
                  <c:v>6.0</c:v>
                </c:pt>
                <c:pt idx="2354">
                  <c:v>6.0</c:v>
                </c:pt>
                <c:pt idx="2355">
                  <c:v>6.0</c:v>
                </c:pt>
                <c:pt idx="2356">
                  <c:v>6.0</c:v>
                </c:pt>
                <c:pt idx="2357">
                  <c:v>6.0</c:v>
                </c:pt>
                <c:pt idx="2358">
                  <c:v>6.0</c:v>
                </c:pt>
                <c:pt idx="2359">
                  <c:v>6.0</c:v>
                </c:pt>
                <c:pt idx="2360">
                  <c:v>6.0</c:v>
                </c:pt>
                <c:pt idx="2361">
                  <c:v>6.0</c:v>
                </c:pt>
                <c:pt idx="2362">
                  <c:v>6.0</c:v>
                </c:pt>
                <c:pt idx="2363">
                  <c:v>6.0</c:v>
                </c:pt>
                <c:pt idx="2364">
                  <c:v>6.0</c:v>
                </c:pt>
                <c:pt idx="2365">
                  <c:v>6.0</c:v>
                </c:pt>
                <c:pt idx="2366">
                  <c:v>6.0</c:v>
                </c:pt>
                <c:pt idx="2367">
                  <c:v>6.0</c:v>
                </c:pt>
                <c:pt idx="2368">
                  <c:v>6.0</c:v>
                </c:pt>
                <c:pt idx="2369">
                  <c:v>6.0</c:v>
                </c:pt>
                <c:pt idx="2370">
                  <c:v>6.0</c:v>
                </c:pt>
                <c:pt idx="2371">
                  <c:v>6.0</c:v>
                </c:pt>
                <c:pt idx="2372">
                  <c:v>6.0</c:v>
                </c:pt>
                <c:pt idx="2373">
                  <c:v>6.0</c:v>
                </c:pt>
                <c:pt idx="2374">
                  <c:v>6.0</c:v>
                </c:pt>
                <c:pt idx="2375">
                  <c:v>6.0</c:v>
                </c:pt>
                <c:pt idx="2376">
                  <c:v>6.0</c:v>
                </c:pt>
                <c:pt idx="2377">
                  <c:v>6.0</c:v>
                </c:pt>
                <c:pt idx="2378">
                  <c:v>6.0</c:v>
                </c:pt>
                <c:pt idx="2379">
                  <c:v>6.0</c:v>
                </c:pt>
                <c:pt idx="2380">
                  <c:v>6.0</c:v>
                </c:pt>
                <c:pt idx="2381">
                  <c:v>6.0</c:v>
                </c:pt>
                <c:pt idx="2382">
                  <c:v>6.0</c:v>
                </c:pt>
                <c:pt idx="2383">
                  <c:v>6.0</c:v>
                </c:pt>
                <c:pt idx="2384">
                  <c:v>6.0</c:v>
                </c:pt>
                <c:pt idx="2385">
                  <c:v>6.0</c:v>
                </c:pt>
                <c:pt idx="2386">
                  <c:v>6.0</c:v>
                </c:pt>
                <c:pt idx="2387">
                  <c:v>6.0</c:v>
                </c:pt>
                <c:pt idx="2388">
                  <c:v>6.0</c:v>
                </c:pt>
                <c:pt idx="2389">
                  <c:v>6.0</c:v>
                </c:pt>
                <c:pt idx="2390">
                  <c:v>6.0</c:v>
                </c:pt>
                <c:pt idx="2391">
                  <c:v>6.0</c:v>
                </c:pt>
                <c:pt idx="2392">
                  <c:v>6.0</c:v>
                </c:pt>
                <c:pt idx="2393">
                  <c:v>6.0</c:v>
                </c:pt>
                <c:pt idx="2394">
                  <c:v>6.0</c:v>
                </c:pt>
                <c:pt idx="2395">
                  <c:v>6.0</c:v>
                </c:pt>
                <c:pt idx="2396">
                  <c:v>6.0</c:v>
                </c:pt>
                <c:pt idx="2397">
                  <c:v>6.0</c:v>
                </c:pt>
                <c:pt idx="2398">
                  <c:v>6.0</c:v>
                </c:pt>
                <c:pt idx="2399">
                  <c:v>6.0</c:v>
                </c:pt>
                <c:pt idx="2400">
                  <c:v>6.0</c:v>
                </c:pt>
                <c:pt idx="2401">
                  <c:v>6.0</c:v>
                </c:pt>
                <c:pt idx="2402">
                  <c:v>6.0</c:v>
                </c:pt>
                <c:pt idx="2403">
                  <c:v>6.0</c:v>
                </c:pt>
                <c:pt idx="2404">
                  <c:v>6.0</c:v>
                </c:pt>
                <c:pt idx="2405">
                  <c:v>6.0</c:v>
                </c:pt>
                <c:pt idx="2406">
                  <c:v>6.0</c:v>
                </c:pt>
                <c:pt idx="2407">
                  <c:v>6.0</c:v>
                </c:pt>
                <c:pt idx="2408">
                  <c:v>6.0</c:v>
                </c:pt>
                <c:pt idx="2409">
                  <c:v>6.0</c:v>
                </c:pt>
                <c:pt idx="2410">
                  <c:v>6.0</c:v>
                </c:pt>
                <c:pt idx="2411">
                  <c:v>6.0</c:v>
                </c:pt>
                <c:pt idx="2412">
                  <c:v>6.0</c:v>
                </c:pt>
                <c:pt idx="2413">
                  <c:v>6.0</c:v>
                </c:pt>
                <c:pt idx="2414">
                  <c:v>6.0</c:v>
                </c:pt>
                <c:pt idx="2415">
                  <c:v>6.0</c:v>
                </c:pt>
                <c:pt idx="2416">
                  <c:v>6.0</c:v>
                </c:pt>
                <c:pt idx="2417">
                  <c:v>6.0</c:v>
                </c:pt>
                <c:pt idx="2418">
                  <c:v>6.0</c:v>
                </c:pt>
                <c:pt idx="2419">
                  <c:v>6.0</c:v>
                </c:pt>
                <c:pt idx="2420">
                  <c:v>6.0</c:v>
                </c:pt>
                <c:pt idx="2421">
                  <c:v>6.0</c:v>
                </c:pt>
                <c:pt idx="2422">
                  <c:v>6.0</c:v>
                </c:pt>
                <c:pt idx="2423">
                  <c:v>6.0</c:v>
                </c:pt>
                <c:pt idx="2424">
                  <c:v>6.0</c:v>
                </c:pt>
                <c:pt idx="2425">
                  <c:v>6.0</c:v>
                </c:pt>
                <c:pt idx="2426">
                  <c:v>6.0</c:v>
                </c:pt>
                <c:pt idx="2427">
                  <c:v>6.0</c:v>
                </c:pt>
                <c:pt idx="2428">
                  <c:v>6.0</c:v>
                </c:pt>
                <c:pt idx="2429">
                  <c:v>6.0</c:v>
                </c:pt>
                <c:pt idx="2430">
                  <c:v>6.0</c:v>
                </c:pt>
                <c:pt idx="2431">
                  <c:v>6.0</c:v>
                </c:pt>
                <c:pt idx="2432">
                  <c:v>6.0</c:v>
                </c:pt>
                <c:pt idx="2433">
                  <c:v>6.0</c:v>
                </c:pt>
                <c:pt idx="2434">
                  <c:v>6.0</c:v>
                </c:pt>
                <c:pt idx="2435">
                  <c:v>6.0</c:v>
                </c:pt>
                <c:pt idx="2436">
                  <c:v>6.0</c:v>
                </c:pt>
                <c:pt idx="2437">
                  <c:v>6.0</c:v>
                </c:pt>
                <c:pt idx="2438">
                  <c:v>6.0</c:v>
                </c:pt>
                <c:pt idx="2439">
                  <c:v>6.0</c:v>
                </c:pt>
                <c:pt idx="2440">
                  <c:v>6.0</c:v>
                </c:pt>
                <c:pt idx="2441">
                  <c:v>6.0</c:v>
                </c:pt>
                <c:pt idx="2442">
                  <c:v>6.0</c:v>
                </c:pt>
                <c:pt idx="2443">
                  <c:v>6.0</c:v>
                </c:pt>
                <c:pt idx="2444">
                  <c:v>6.0</c:v>
                </c:pt>
                <c:pt idx="2445">
                  <c:v>6.0</c:v>
                </c:pt>
                <c:pt idx="2446">
                  <c:v>6.0</c:v>
                </c:pt>
                <c:pt idx="2447">
                  <c:v>6.0</c:v>
                </c:pt>
                <c:pt idx="2448">
                  <c:v>6.0</c:v>
                </c:pt>
                <c:pt idx="2449">
                  <c:v>6.0</c:v>
                </c:pt>
                <c:pt idx="2450">
                  <c:v>6.0</c:v>
                </c:pt>
                <c:pt idx="2451">
                  <c:v>6.0</c:v>
                </c:pt>
                <c:pt idx="2452">
                  <c:v>6.0</c:v>
                </c:pt>
                <c:pt idx="2453">
                  <c:v>6.0</c:v>
                </c:pt>
                <c:pt idx="2454">
                  <c:v>6.0</c:v>
                </c:pt>
                <c:pt idx="2455">
                  <c:v>6.0</c:v>
                </c:pt>
                <c:pt idx="2456">
                  <c:v>6.0</c:v>
                </c:pt>
                <c:pt idx="2457">
                  <c:v>6.0</c:v>
                </c:pt>
                <c:pt idx="2458">
                  <c:v>6.0</c:v>
                </c:pt>
                <c:pt idx="2459">
                  <c:v>6.0</c:v>
                </c:pt>
                <c:pt idx="2460">
                  <c:v>6.0</c:v>
                </c:pt>
                <c:pt idx="2461">
                  <c:v>6.0</c:v>
                </c:pt>
                <c:pt idx="2462">
                  <c:v>6.0</c:v>
                </c:pt>
                <c:pt idx="2463">
                  <c:v>6.0</c:v>
                </c:pt>
                <c:pt idx="2464">
                  <c:v>6.0</c:v>
                </c:pt>
                <c:pt idx="2465">
                  <c:v>6.0</c:v>
                </c:pt>
                <c:pt idx="2466">
                  <c:v>6.0</c:v>
                </c:pt>
                <c:pt idx="2467">
                  <c:v>6.0</c:v>
                </c:pt>
                <c:pt idx="2468">
                  <c:v>6.0</c:v>
                </c:pt>
                <c:pt idx="2469">
                  <c:v>6.0</c:v>
                </c:pt>
                <c:pt idx="2470">
                  <c:v>6.0</c:v>
                </c:pt>
                <c:pt idx="2471">
                  <c:v>6.0</c:v>
                </c:pt>
                <c:pt idx="2472">
                  <c:v>6.0</c:v>
                </c:pt>
                <c:pt idx="2473">
                  <c:v>6.0</c:v>
                </c:pt>
                <c:pt idx="2474">
                  <c:v>6.0</c:v>
                </c:pt>
                <c:pt idx="2475">
                  <c:v>6.0</c:v>
                </c:pt>
                <c:pt idx="2476">
                  <c:v>6.0</c:v>
                </c:pt>
                <c:pt idx="2477">
                  <c:v>6.0</c:v>
                </c:pt>
                <c:pt idx="2478">
                  <c:v>6.0</c:v>
                </c:pt>
                <c:pt idx="2479">
                  <c:v>6.0</c:v>
                </c:pt>
                <c:pt idx="2480">
                  <c:v>6.0</c:v>
                </c:pt>
                <c:pt idx="2481">
                  <c:v>6.0</c:v>
                </c:pt>
                <c:pt idx="2482">
                  <c:v>6.0</c:v>
                </c:pt>
                <c:pt idx="2483">
                  <c:v>6.0</c:v>
                </c:pt>
                <c:pt idx="2484">
                  <c:v>6.0</c:v>
                </c:pt>
                <c:pt idx="2485">
                  <c:v>6.0</c:v>
                </c:pt>
                <c:pt idx="2486">
                  <c:v>6.0</c:v>
                </c:pt>
                <c:pt idx="2487">
                  <c:v>6.0</c:v>
                </c:pt>
                <c:pt idx="2488">
                  <c:v>6.0</c:v>
                </c:pt>
                <c:pt idx="2489">
                  <c:v>6.0</c:v>
                </c:pt>
                <c:pt idx="2490">
                  <c:v>6.0</c:v>
                </c:pt>
                <c:pt idx="2491">
                  <c:v>6.0</c:v>
                </c:pt>
                <c:pt idx="2492">
                  <c:v>6.0</c:v>
                </c:pt>
                <c:pt idx="2493">
                  <c:v>6.0</c:v>
                </c:pt>
                <c:pt idx="2494">
                  <c:v>6.0</c:v>
                </c:pt>
                <c:pt idx="2495">
                  <c:v>6.0</c:v>
                </c:pt>
                <c:pt idx="2496">
                  <c:v>6.0</c:v>
                </c:pt>
                <c:pt idx="2497">
                  <c:v>6.0</c:v>
                </c:pt>
                <c:pt idx="2498">
                  <c:v>6.0</c:v>
                </c:pt>
                <c:pt idx="2499">
                  <c:v>6.0</c:v>
                </c:pt>
                <c:pt idx="2500">
                  <c:v>6.0</c:v>
                </c:pt>
                <c:pt idx="2501">
                  <c:v>6.0</c:v>
                </c:pt>
                <c:pt idx="2502">
                  <c:v>6.0</c:v>
                </c:pt>
                <c:pt idx="2503">
                  <c:v>6.0</c:v>
                </c:pt>
                <c:pt idx="2504">
                  <c:v>6.0</c:v>
                </c:pt>
                <c:pt idx="2505">
                  <c:v>6.0</c:v>
                </c:pt>
                <c:pt idx="2506">
                  <c:v>6.0</c:v>
                </c:pt>
                <c:pt idx="2507">
                  <c:v>6.0</c:v>
                </c:pt>
                <c:pt idx="2508">
                  <c:v>6.0</c:v>
                </c:pt>
                <c:pt idx="2509">
                  <c:v>6.0</c:v>
                </c:pt>
                <c:pt idx="2510">
                  <c:v>6.0</c:v>
                </c:pt>
                <c:pt idx="2511">
                  <c:v>6.0</c:v>
                </c:pt>
                <c:pt idx="2512">
                  <c:v>6.0</c:v>
                </c:pt>
                <c:pt idx="2513">
                  <c:v>6.0</c:v>
                </c:pt>
                <c:pt idx="2514">
                  <c:v>6.0</c:v>
                </c:pt>
                <c:pt idx="2515">
                  <c:v>6.0</c:v>
                </c:pt>
                <c:pt idx="2516">
                  <c:v>6.0</c:v>
                </c:pt>
                <c:pt idx="2517">
                  <c:v>6.0</c:v>
                </c:pt>
                <c:pt idx="2518">
                  <c:v>6.0</c:v>
                </c:pt>
                <c:pt idx="2519">
                  <c:v>6.0</c:v>
                </c:pt>
                <c:pt idx="2520">
                  <c:v>6.0</c:v>
                </c:pt>
                <c:pt idx="2521">
                  <c:v>6.0</c:v>
                </c:pt>
                <c:pt idx="2522">
                  <c:v>6.0</c:v>
                </c:pt>
                <c:pt idx="2523">
                  <c:v>6.0</c:v>
                </c:pt>
                <c:pt idx="2524">
                  <c:v>6.0</c:v>
                </c:pt>
                <c:pt idx="2525">
                  <c:v>6.0</c:v>
                </c:pt>
                <c:pt idx="2526">
                  <c:v>6.0</c:v>
                </c:pt>
                <c:pt idx="2527">
                  <c:v>6.0</c:v>
                </c:pt>
                <c:pt idx="2528">
                  <c:v>6.0</c:v>
                </c:pt>
                <c:pt idx="2529">
                  <c:v>6.0</c:v>
                </c:pt>
                <c:pt idx="2530">
                  <c:v>6.0</c:v>
                </c:pt>
                <c:pt idx="2531">
                  <c:v>6.0</c:v>
                </c:pt>
                <c:pt idx="2532">
                  <c:v>6.0</c:v>
                </c:pt>
                <c:pt idx="2533">
                  <c:v>6.0</c:v>
                </c:pt>
                <c:pt idx="2534">
                  <c:v>6.0</c:v>
                </c:pt>
                <c:pt idx="2535">
                  <c:v>6.0</c:v>
                </c:pt>
                <c:pt idx="2536">
                  <c:v>6.0</c:v>
                </c:pt>
                <c:pt idx="2537">
                  <c:v>6.0</c:v>
                </c:pt>
                <c:pt idx="2538">
                  <c:v>6.0</c:v>
                </c:pt>
                <c:pt idx="2539">
                  <c:v>6.0</c:v>
                </c:pt>
                <c:pt idx="2540">
                  <c:v>6.0</c:v>
                </c:pt>
                <c:pt idx="2541">
                  <c:v>6.0</c:v>
                </c:pt>
                <c:pt idx="2542">
                  <c:v>6.0</c:v>
                </c:pt>
                <c:pt idx="2543">
                  <c:v>6.0</c:v>
                </c:pt>
                <c:pt idx="2544">
                  <c:v>6.0</c:v>
                </c:pt>
                <c:pt idx="2545">
                  <c:v>6.0</c:v>
                </c:pt>
                <c:pt idx="2546">
                  <c:v>6.0</c:v>
                </c:pt>
                <c:pt idx="2547">
                  <c:v>6.0</c:v>
                </c:pt>
                <c:pt idx="2548">
                  <c:v>6.0</c:v>
                </c:pt>
                <c:pt idx="2549">
                  <c:v>6.0</c:v>
                </c:pt>
                <c:pt idx="2550">
                  <c:v>6.0</c:v>
                </c:pt>
                <c:pt idx="2551">
                  <c:v>6.0</c:v>
                </c:pt>
                <c:pt idx="2552">
                  <c:v>6.0</c:v>
                </c:pt>
                <c:pt idx="2553">
                  <c:v>6.0</c:v>
                </c:pt>
                <c:pt idx="2554">
                  <c:v>6.0</c:v>
                </c:pt>
                <c:pt idx="2555">
                  <c:v>6.0</c:v>
                </c:pt>
                <c:pt idx="2556">
                  <c:v>6.0</c:v>
                </c:pt>
                <c:pt idx="2557">
                  <c:v>6.0</c:v>
                </c:pt>
                <c:pt idx="2558">
                  <c:v>6.0</c:v>
                </c:pt>
                <c:pt idx="2559">
                  <c:v>6.0</c:v>
                </c:pt>
                <c:pt idx="2560">
                  <c:v>6.0</c:v>
                </c:pt>
                <c:pt idx="2561">
                  <c:v>6.0</c:v>
                </c:pt>
                <c:pt idx="2562">
                  <c:v>6.0</c:v>
                </c:pt>
                <c:pt idx="2563">
                  <c:v>6.0</c:v>
                </c:pt>
                <c:pt idx="2564">
                  <c:v>6.0</c:v>
                </c:pt>
                <c:pt idx="2565">
                  <c:v>6.0</c:v>
                </c:pt>
                <c:pt idx="2566">
                  <c:v>6.0</c:v>
                </c:pt>
                <c:pt idx="2567">
                  <c:v>6.0</c:v>
                </c:pt>
                <c:pt idx="2568">
                  <c:v>6.0</c:v>
                </c:pt>
                <c:pt idx="2569">
                  <c:v>6.0</c:v>
                </c:pt>
                <c:pt idx="2570">
                  <c:v>6.0</c:v>
                </c:pt>
                <c:pt idx="2571">
                  <c:v>6.0</c:v>
                </c:pt>
                <c:pt idx="2572">
                  <c:v>6.0</c:v>
                </c:pt>
                <c:pt idx="2573">
                  <c:v>6.0</c:v>
                </c:pt>
                <c:pt idx="2574">
                  <c:v>6.0</c:v>
                </c:pt>
                <c:pt idx="2575">
                  <c:v>6.0</c:v>
                </c:pt>
                <c:pt idx="2576">
                  <c:v>6.0</c:v>
                </c:pt>
                <c:pt idx="2577">
                  <c:v>6.0</c:v>
                </c:pt>
                <c:pt idx="2578">
                  <c:v>6.0</c:v>
                </c:pt>
                <c:pt idx="2579">
                  <c:v>6.0</c:v>
                </c:pt>
                <c:pt idx="2580">
                  <c:v>6.0</c:v>
                </c:pt>
                <c:pt idx="2581">
                  <c:v>6.0</c:v>
                </c:pt>
                <c:pt idx="2582">
                  <c:v>6.0</c:v>
                </c:pt>
                <c:pt idx="2583">
                  <c:v>6.0</c:v>
                </c:pt>
                <c:pt idx="2584">
                  <c:v>6.0</c:v>
                </c:pt>
                <c:pt idx="2585">
                  <c:v>6.0</c:v>
                </c:pt>
                <c:pt idx="2586">
                  <c:v>6.0</c:v>
                </c:pt>
                <c:pt idx="2587">
                  <c:v>6.0</c:v>
                </c:pt>
                <c:pt idx="2588">
                  <c:v>6.0</c:v>
                </c:pt>
                <c:pt idx="2589">
                  <c:v>6.0</c:v>
                </c:pt>
                <c:pt idx="2590">
                  <c:v>6.0</c:v>
                </c:pt>
                <c:pt idx="2591">
                  <c:v>6.0</c:v>
                </c:pt>
                <c:pt idx="2592">
                  <c:v>6.0</c:v>
                </c:pt>
                <c:pt idx="2593">
                  <c:v>6.0</c:v>
                </c:pt>
                <c:pt idx="2594">
                  <c:v>6.0</c:v>
                </c:pt>
                <c:pt idx="2595">
                  <c:v>6.0</c:v>
                </c:pt>
                <c:pt idx="2596">
                  <c:v>6.0</c:v>
                </c:pt>
                <c:pt idx="2597">
                  <c:v>6.0</c:v>
                </c:pt>
                <c:pt idx="2598">
                  <c:v>6.0</c:v>
                </c:pt>
                <c:pt idx="2599">
                  <c:v>6.0</c:v>
                </c:pt>
                <c:pt idx="2600">
                  <c:v>6.0</c:v>
                </c:pt>
                <c:pt idx="2601">
                  <c:v>6.0</c:v>
                </c:pt>
                <c:pt idx="2602">
                  <c:v>6.0</c:v>
                </c:pt>
                <c:pt idx="2603">
                  <c:v>6.0</c:v>
                </c:pt>
                <c:pt idx="2604">
                  <c:v>6.0</c:v>
                </c:pt>
                <c:pt idx="2605">
                  <c:v>6.0</c:v>
                </c:pt>
                <c:pt idx="2606">
                  <c:v>6.0</c:v>
                </c:pt>
                <c:pt idx="2607">
                  <c:v>6.0</c:v>
                </c:pt>
                <c:pt idx="2608">
                  <c:v>6.0</c:v>
                </c:pt>
                <c:pt idx="2609">
                  <c:v>6.0</c:v>
                </c:pt>
                <c:pt idx="2610">
                  <c:v>6.0</c:v>
                </c:pt>
                <c:pt idx="2611">
                  <c:v>6.0</c:v>
                </c:pt>
                <c:pt idx="2612">
                  <c:v>6.0</c:v>
                </c:pt>
                <c:pt idx="2613">
                  <c:v>6.0</c:v>
                </c:pt>
                <c:pt idx="2614">
                  <c:v>6.0</c:v>
                </c:pt>
                <c:pt idx="2615">
                  <c:v>6.0</c:v>
                </c:pt>
                <c:pt idx="2616">
                  <c:v>6.0</c:v>
                </c:pt>
                <c:pt idx="2617">
                  <c:v>6.0</c:v>
                </c:pt>
                <c:pt idx="2618">
                  <c:v>6.0</c:v>
                </c:pt>
                <c:pt idx="2619">
                  <c:v>6.0</c:v>
                </c:pt>
                <c:pt idx="2620">
                  <c:v>6.0</c:v>
                </c:pt>
                <c:pt idx="2621">
                  <c:v>6.0</c:v>
                </c:pt>
                <c:pt idx="2622">
                  <c:v>6.0</c:v>
                </c:pt>
                <c:pt idx="2623">
                  <c:v>6.0</c:v>
                </c:pt>
                <c:pt idx="2624">
                  <c:v>6.0</c:v>
                </c:pt>
                <c:pt idx="2625">
                  <c:v>6.0</c:v>
                </c:pt>
                <c:pt idx="2626">
                  <c:v>6.0</c:v>
                </c:pt>
                <c:pt idx="2627">
                  <c:v>6.0</c:v>
                </c:pt>
                <c:pt idx="2628">
                  <c:v>6.0</c:v>
                </c:pt>
                <c:pt idx="2629">
                  <c:v>6.0</c:v>
                </c:pt>
                <c:pt idx="2630">
                  <c:v>6.0</c:v>
                </c:pt>
                <c:pt idx="2631">
                  <c:v>6.0</c:v>
                </c:pt>
                <c:pt idx="2632">
                  <c:v>6.0</c:v>
                </c:pt>
                <c:pt idx="2633">
                  <c:v>6.0</c:v>
                </c:pt>
                <c:pt idx="2634">
                  <c:v>6.0</c:v>
                </c:pt>
                <c:pt idx="2635">
                  <c:v>6.0</c:v>
                </c:pt>
                <c:pt idx="2636">
                  <c:v>6.0</c:v>
                </c:pt>
                <c:pt idx="2637">
                  <c:v>6.0</c:v>
                </c:pt>
                <c:pt idx="2638">
                  <c:v>6.0</c:v>
                </c:pt>
                <c:pt idx="2639">
                  <c:v>6.0</c:v>
                </c:pt>
                <c:pt idx="2640">
                  <c:v>6.0</c:v>
                </c:pt>
                <c:pt idx="2641">
                  <c:v>6.0</c:v>
                </c:pt>
                <c:pt idx="2642">
                  <c:v>6.0</c:v>
                </c:pt>
                <c:pt idx="2643">
                  <c:v>6.0</c:v>
                </c:pt>
                <c:pt idx="2644">
                  <c:v>6.0</c:v>
                </c:pt>
                <c:pt idx="2645">
                  <c:v>6.0</c:v>
                </c:pt>
                <c:pt idx="2646">
                  <c:v>6.0</c:v>
                </c:pt>
                <c:pt idx="2647">
                  <c:v>6.0</c:v>
                </c:pt>
                <c:pt idx="2648">
                  <c:v>6.0</c:v>
                </c:pt>
                <c:pt idx="2649">
                  <c:v>6.0</c:v>
                </c:pt>
                <c:pt idx="2650">
                  <c:v>6.0</c:v>
                </c:pt>
                <c:pt idx="2651">
                  <c:v>6.0</c:v>
                </c:pt>
                <c:pt idx="2652">
                  <c:v>6.0</c:v>
                </c:pt>
                <c:pt idx="2653">
                  <c:v>6.0</c:v>
                </c:pt>
                <c:pt idx="2654">
                  <c:v>6.0</c:v>
                </c:pt>
                <c:pt idx="2655">
                  <c:v>6.0</c:v>
                </c:pt>
                <c:pt idx="2656">
                  <c:v>6.0</c:v>
                </c:pt>
                <c:pt idx="2657">
                  <c:v>6.0</c:v>
                </c:pt>
                <c:pt idx="2658">
                  <c:v>6.0</c:v>
                </c:pt>
                <c:pt idx="2659">
                  <c:v>6.0</c:v>
                </c:pt>
                <c:pt idx="2660">
                  <c:v>6.0</c:v>
                </c:pt>
                <c:pt idx="2661">
                  <c:v>6.0</c:v>
                </c:pt>
                <c:pt idx="2662">
                  <c:v>6.0</c:v>
                </c:pt>
                <c:pt idx="2663">
                  <c:v>6.0</c:v>
                </c:pt>
                <c:pt idx="2664">
                  <c:v>6.0</c:v>
                </c:pt>
                <c:pt idx="2665">
                  <c:v>6.0</c:v>
                </c:pt>
                <c:pt idx="2666">
                  <c:v>6.0</c:v>
                </c:pt>
                <c:pt idx="2667">
                  <c:v>6.0</c:v>
                </c:pt>
                <c:pt idx="2668">
                  <c:v>6.0</c:v>
                </c:pt>
                <c:pt idx="2669">
                  <c:v>6.0</c:v>
                </c:pt>
                <c:pt idx="2670">
                  <c:v>6.0</c:v>
                </c:pt>
                <c:pt idx="2671">
                  <c:v>6.0</c:v>
                </c:pt>
                <c:pt idx="2672">
                  <c:v>6.0</c:v>
                </c:pt>
                <c:pt idx="2673">
                  <c:v>6.0</c:v>
                </c:pt>
                <c:pt idx="2674">
                  <c:v>6.0</c:v>
                </c:pt>
                <c:pt idx="2675">
                  <c:v>6.0</c:v>
                </c:pt>
                <c:pt idx="2676">
                  <c:v>6.0</c:v>
                </c:pt>
                <c:pt idx="2677">
                  <c:v>6.0</c:v>
                </c:pt>
                <c:pt idx="2678">
                  <c:v>6.0</c:v>
                </c:pt>
                <c:pt idx="2679">
                  <c:v>6.0</c:v>
                </c:pt>
                <c:pt idx="2680">
                  <c:v>6.0</c:v>
                </c:pt>
                <c:pt idx="2681">
                  <c:v>6.0</c:v>
                </c:pt>
                <c:pt idx="2682">
                  <c:v>6.0</c:v>
                </c:pt>
                <c:pt idx="2683">
                  <c:v>6.0</c:v>
                </c:pt>
                <c:pt idx="2684">
                  <c:v>6.0</c:v>
                </c:pt>
                <c:pt idx="2685">
                  <c:v>6.0</c:v>
                </c:pt>
                <c:pt idx="2686">
                  <c:v>6.0</c:v>
                </c:pt>
                <c:pt idx="2687">
                  <c:v>6.0</c:v>
                </c:pt>
                <c:pt idx="2688">
                  <c:v>6.0</c:v>
                </c:pt>
                <c:pt idx="2689">
                  <c:v>6.0</c:v>
                </c:pt>
                <c:pt idx="2690">
                  <c:v>6.0</c:v>
                </c:pt>
                <c:pt idx="2691">
                  <c:v>6.0</c:v>
                </c:pt>
                <c:pt idx="2692">
                  <c:v>6.0</c:v>
                </c:pt>
                <c:pt idx="2693">
                  <c:v>6.0</c:v>
                </c:pt>
                <c:pt idx="2694">
                  <c:v>6.0</c:v>
                </c:pt>
                <c:pt idx="2695">
                  <c:v>6.0</c:v>
                </c:pt>
                <c:pt idx="2696">
                  <c:v>6.0</c:v>
                </c:pt>
                <c:pt idx="2697">
                  <c:v>6.0</c:v>
                </c:pt>
                <c:pt idx="2698">
                  <c:v>6.0</c:v>
                </c:pt>
                <c:pt idx="2699">
                  <c:v>6.0</c:v>
                </c:pt>
                <c:pt idx="2700">
                  <c:v>6.0</c:v>
                </c:pt>
                <c:pt idx="2701">
                  <c:v>6.0</c:v>
                </c:pt>
                <c:pt idx="2702">
                  <c:v>6.0</c:v>
                </c:pt>
                <c:pt idx="2703">
                  <c:v>6.0</c:v>
                </c:pt>
                <c:pt idx="2704">
                  <c:v>6.0</c:v>
                </c:pt>
                <c:pt idx="2705">
                  <c:v>6.0</c:v>
                </c:pt>
                <c:pt idx="2706">
                  <c:v>6.0</c:v>
                </c:pt>
                <c:pt idx="2707">
                  <c:v>6.0</c:v>
                </c:pt>
                <c:pt idx="2708">
                  <c:v>6.0</c:v>
                </c:pt>
                <c:pt idx="2709">
                  <c:v>6.0</c:v>
                </c:pt>
                <c:pt idx="2710">
                  <c:v>6.0</c:v>
                </c:pt>
                <c:pt idx="2711">
                  <c:v>6.0</c:v>
                </c:pt>
                <c:pt idx="2712">
                  <c:v>6.0</c:v>
                </c:pt>
                <c:pt idx="2713">
                  <c:v>6.0</c:v>
                </c:pt>
                <c:pt idx="2714">
                  <c:v>6.0</c:v>
                </c:pt>
                <c:pt idx="2715">
                  <c:v>6.0</c:v>
                </c:pt>
                <c:pt idx="2716">
                  <c:v>6.0</c:v>
                </c:pt>
                <c:pt idx="2717">
                  <c:v>6.0</c:v>
                </c:pt>
                <c:pt idx="2718">
                  <c:v>6.0</c:v>
                </c:pt>
                <c:pt idx="2719">
                  <c:v>6.0</c:v>
                </c:pt>
                <c:pt idx="2720">
                  <c:v>6.0</c:v>
                </c:pt>
                <c:pt idx="2721">
                  <c:v>6.0</c:v>
                </c:pt>
                <c:pt idx="2722">
                  <c:v>6.0</c:v>
                </c:pt>
                <c:pt idx="2723">
                  <c:v>6.0</c:v>
                </c:pt>
                <c:pt idx="2724">
                  <c:v>6.0</c:v>
                </c:pt>
                <c:pt idx="2725">
                  <c:v>6.0</c:v>
                </c:pt>
                <c:pt idx="2726">
                  <c:v>6.0</c:v>
                </c:pt>
                <c:pt idx="2727">
                  <c:v>6.0</c:v>
                </c:pt>
                <c:pt idx="2728">
                  <c:v>6.0</c:v>
                </c:pt>
                <c:pt idx="2729">
                  <c:v>6.0</c:v>
                </c:pt>
                <c:pt idx="2730">
                  <c:v>6.0</c:v>
                </c:pt>
                <c:pt idx="2731">
                  <c:v>6.0</c:v>
                </c:pt>
                <c:pt idx="2732">
                  <c:v>6.0</c:v>
                </c:pt>
                <c:pt idx="2733">
                  <c:v>6.0</c:v>
                </c:pt>
                <c:pt idx="2734">
                  <c:v>6.0</c:v>
                </c:pt>
                <c:pt idx="2735">
                  <c:v>6.0</c:v>
                </c:pt>
                <c:pt idx="2736">
                  <c:v>6.0</c:v>
                </c:pt>
                <c:pt idx="2737">
                  <c:v>6.0</c:v>
                </c:pt>
                <c:pt idx="2738">
                  <c:v>6.0</c:v>
                </c:pt>
                <c:pt idx="2739">
                  <c:v>6.0</c:v>
                </c:pt>
                <c:pt idx="2740">
                  <c:v>6.0</c:v>
                </c:pt>
                <c:pt idx="2741">
                  <c:v>6.0</c:v>
                </c:pt>
                <c:pt idx="2742">
                  <c:v>6.0</c:v>
                </c:pt>
                <c:pt idx="2743">
                  <c:v>6.0</c:v>
                </c:pt>
                <c:pt idx="2744">
                  <c:v>6.0</c:v>
                </c:pt>
                <c:pt idx="2745">
                  <c:v>6.0</c:v>
                </c:pt>
                <c:pt idx="2746">
                  <c:v>6.0</c:v>
                </c:pt>
                <c:pt idx="2747">
                  <c:v>6.0</c:v>
                </c:pt>
                <c:pt idx="2748">
                  <c:v>6.0</c:v>
                </c:pt>
                <c:pt idx="2749">
                  <c:v>6.0</c:v>
                </c:pt>
                <c:pt idx="2750">
                  <c:v>6.0</c:v>
                </c:pt>
                <c:pt idx="2751">
                  <c:v>6.0</c:v>
                </c:pt>
                <c:pt idx="2752">
                  <c:v>6.0</c:v>
                </c:pt>
                <c:pt idx="2753">
                  <c:v>6.0</c:v>
                </c:pt>
                <c:pt idx="2754">
                  <c:v>6.0</c:v>
                </c:pt>
                <c:pt idx="2755">
                  <c:v>6.0</c:v>
                </c:pt>
                <c:pt idx="2756">
                  <c:v>6.0</c:v>
                </c:pt>
                <c:pt idx="2757">
                  <c:v>6.0</c:v>
                </c:pt>
                <c:pt idx="2758">
                  <c:v>6.0</c:v>
                </c:pt>
                <c:pt idx="2759">
                  <c:v>6.0</c:v>
                </c:pt>
                <c:pt idx="2760">
                  <c:v>6.0</c:v>
                </c:pt>
                <c:pt idx="2761">
                  <c:v>6.0</c:v>
                </c:pt>
                <c:pt idx="2762">
                  <c:v>6.0</c:v>
                </c:pt>
                <c:pt idx="2763">
                  <c:v>6.0</c:v>
                </c:pt>
                <c:pt idx="2764">
                  <c:v>6.0</c:v>
                </c:pt>
                <c:pt idx="2765">
                  <c:v>6.0</c:v>
                </c:pt>
                <c:pt idx="2766">
                  <c:v>6.0</c:v>
                </c:pt>
                <c:pt idx="2767">
                  <c:v>6.0</c:v>
                </c:pt>
                <c:pt idx="2768">
                  <c:v>6.0</c:v>
                </c:pt>
                <c:pt idx="2769">
                  <c:v>6.0</c:v>
                </c:pt>
                <c:pt idx="2770">
                  <c:v>6.0</c:v>
                </c:pt>
                <c:pt idx="2771">
                  <c:v>6.0</c:v>
                </c:pt>
                <c:pt idx="2772">
                  <c:v>6.0</c:v>
                </c:pt>
                <c:pt idx="2773">
                  <c:v>6.0</c:v>
                </c:pt>
                <c:pt idx="2774">
                  <c:v>6.0</c:v>
                </c:pt>
                <c:pt idx="2775">
                  <c:v>6.0</c:v>
                </c:pt>
                <c:pt idx="2776">
                  <c:v>6.0</c:v>
                </c:pt>
                <c:pt idx="2777">
                  <c:v>6.0</c:v>
                </c:pt>
                <c:pt idx="2778">
                  <c:v>6.0</c:v>
                </c:pt>
                <c:pt idx="2779">
                  <c:v>6.0</c:v>
                </c:pt>
                <c:pt idx="2780">
                  <c:v>6.0</c:v>
                </c:pt>
                <c:pt idx="2781">
                  <c:v>6.0</c:v>
                </c:pt>
                <c:pt idx="2782">
                  <c:v>6.0</c:v>
                </c:pt>
                <c:pt idx="2783">
                  <c:v>6.0</c:v>
                </c:pt>
                <c:pt idx="2784">
                  <c:v>6.0</c:v>
                </c:pt>
                <c:pt idx="2785">
                  <c:v>6.0</c:v>
                </c:pt>
                <c:pt idx="2786">
                  <c:v>6.0</c:v>
                </c:pt>
                <c:pt idx="2787">
                  <c:v>6.0</c:v>
                </c:pt>
                <c:pt idx="2788">
                  <c:v>6.0</c:v>
                </c:pt>
                <c:pt idx="2789">
                  <c:v>6.0</c:v>
                </c:pt>
                <c:pt idx="2790">
                  <c:v>6.0</c:v>
                </c:pt>
                <c:pt idx="2791">
                  <c:v>6.0</c:v>
                </c:pt>
                <c:pt idx="2792">
                  <c:v>6.0</c:v>
                </c:pt>
                <c:pt idx="2793">
                  <c:v>6.0</c:v>
                </c:pt>
                <c:pt idx="2794">
                  <c:v>6.0</c:v>
                </c:pt>
                <c:pt idx="2795">
                  <c:v>6.0</c:v>
                </c:pt>
                <c:pt idx="2796">
                  <c:v>6.0</c:v>
                </c:pt>
                <c:pt idx="2797">
                  <c:v>6.0</c:v>
                </c:pt>
                <c:pt idx="2798">
                  <c:v>6.0</c:v>
                </c:pt>
                <c:pt idx="2799">
                  <c:v>6.0</c:v>
                </c:pt>
                <c:pt idx="2800">
                  <c:v>6.0</c:v>
                </c:pt>
                <c:pt idx="2801">
                  <c:v>6.0</c:v>
                </c:pt>
                <c:pt idx="2802">
                  <c:v>6.0</c:v>
                </c:pt>
                <c:pt idx="2803">
                  <c:v>6.0</c:v>
                </c:pt>
                <c:pt idx="2804">
                  <c:v>6.0</c:v>
                </c:pt>
                <c:pt idx="2805">
                  <c:v>6.0</c:v>
                </c:pt>
                <c:pt idx="2806">
                  <c:v>6.0</c:v>
                </c:pt>
                <c:pt idx="2807">
                  <c:v>6.0</c:v>
                </c:pt>
                <c:pt idx="2808">
                  <c:v>6.0</c:v>
                </c:pt>
                <c:pt idx="2809">
                  <c:v>6.0</c:v>
                </c:pt>
                <c:pt idx="2810">
                  <c:v>6.0</c:v>
                </c:pt>
                <c:pt idx="2811">
                  <c:v>6.0</c:v>
                </c:pt>
                <c:pt idx="2812">
                  <c:v>6.0</c:v>
                </c:pt>
                <c:pt idx="2813">
                  <c:v>6.0</c:v>
                </c:pt>
                <c:pt idx="2814">
                  <c:v>6.0</c:v>
                </c:pt>
                <c:pt idx="2815">
                  <c:v>6.0</c:v>
                </c:pt>
                <c:pt idx="2816">
                  <c:v>6.0</c:v>
                </c:pt>
                <c:pt idx="2817">
                  <c:v>6.0</c:v>
                </c:pt>
                <c:pt idx="2818">
                  <c:v>6.0</c:v>
                </c:pt>
                <c:pt idx="2819">
                  <c:v>6.0</c:v>
                </c:pt>
                <c:pt idx="2820">
                  <c:v>6.0</c:v>
                </c:pt>
                <c:pt idx="2821">
                  <c:v>6.0</c:v>
                </c:pt>
                <c:pt idx="2822">
                  <c:v>6.0</c:v>
                </c:pt>
                <c:pt idx="2823">
                  <c:v>6.0</c:v>
                </c:pt>
                <c:pt idx="2824">
                  <c:v>6.0</c:v>
                </c:pt>
                <c:pt idx="2825">
                  <c:v>6.0</c:v>
                </c:pt>
                <c:pt idx="2826">
                  <c:v>6.0</c:v>
                </c:pt>
                <c:pt idx="2827">
                  <c:v>6.0</c:v>
                </c:pt>
                <c:pt idx="2828">
                  <c:v>6.0</c:v>
                </c:pt>
                <c:pt idx="2829">
                  <c:v>6.0</c:v>
                </c:pt>
                <c:pt idx="2830">
                  <c:v>6.0</c:v>
                </c:pt>
                <c:pt idx="2831">
                  <c:v>6.0</c:v>
                </c:pt>
                <c:pt idx="2832">
                  <c:v>6.0</c:v>
                </c:pt>
                <c:pt idx="2833">
                  <c:v>6.0</c:v>
                </c:pt>
                <c:pt idx="2834">
                  <c:v>6.0</c:v>
                </c:pt>
                <c:pt idx="2835">
                  <c:v>6.0</c:v>
                </c:pt>
                <c:pt idx="2836">
                  <c:v>6.0</c:v>
                </c:pt>
                <c:pt idx="2837">
                  <c:v>6.0</c:v>
                </c:pt>
                <c:pt idx="2838">
                  <c:v>6.0</c:v>
                </c:pt>
                <c:pt idx="2839">
                  <c:v>6.0</c:v>
                </c:pt>
                <c:pt idx="2840">
                  <c:v>6.0</c:v>
                </c:pt>
                <c:pt idx="2841">
                  <c:v>6.0</c:v>
                </c:pt>
                <c:pt idx="2842">
                  <c:v>6.0</c:v>
                </c:pt>
                <c:pt idx="2843">
                  <c:v>6.0</c:v>
                </c:pt>
                <c:pt idx="2844">
                  <c:v>6.0</c:v>
                </c:pt>
                <c:pt idx="2845">
                  <c:v>6.0</c:v>
                </c:pt>
                <c:pt idx="2846">
                  <c:v>6.0</c:v>
                </c:pt>
                <c:pt idx="2847">
                  <c:v>6.0</c:v>
                </c:pt>
                <c:pt idx="2848">
                  <c:v>6.0</c:v>
                </c:pt>
                <c:pt idx="2849">
                  <c:v>6.0</c:v>
                </c:pt>
                <c:pt idx="2850">
                  <c:v>6.0</c:v>
                </c:pt>
                <c:pt idx="2851">
                  <c:v>6.0</c:v>
                </c:pt>
                <c:pt idx="2852">
                  <c:v>6.0</c:v>
                </c:pt>
                <c:pt idx="2853">
                  <c:v>6.0</c:v>
                </c:pt>
                <c:pt idx="2854">
                  <c:v>6.0</c:v>
                </c:pt>
                <c:pt idx="2855">
                  <c:v>6.0</c:v>
                </c:pt>
                <c:pt idx="2856">
                  <c:v>6.0</c:v>
                </c:pt>
                <c:pt idx="2857">
                  <c:v>6.0</c:v>
                </c:pt>
                <c:pt idx="2858">
                  <c:v>6.0</c:v>
                </c:pt>
                <c:pt idx="2859">
                  <c:v>6.0</c:v>
                </c:pt>
                <c:pt idx="2860">
                  <c:v>6.0</c:v>
                </c:pt>
                <c:pt idx="2861">
                  <c:v>6.0</c:v>
                </c:pt>
                <c:pt idx="2862">
                  <c:v>6.0</c:v>
                </c:pt>
                <c:pt idx="2863">
                  <c:v>6.0</c:v>
                </c:pt>
                <c:pt idx="2864">
                  <c:v>6.0</c:v>
                </c:pt>
                <c:pt idx="2865">
                  <c:v>6.0</c:v>
                </c:pt>
                <c:pt idx="2866">
                  <c:v>6.0</c:v>
                </c:pt>
                <c:pt idx="2867">
                  <c:v>6.0</c:v>
                </c:pt>
                <c:pt idx="2868">
                  <c:v>6.0</c:v>
                </c:pt>
                <c:pt idx="2869">
                  <c:v>6.0</c:v>
                </c:pt>
                <c:pt idx="2870">
                  <c:v>6.0</c:v>
                </c:pt>
                <c:pt idx="2871">
                  <c:v>6.0</c:v>
                </c:pt>
                <c:pt idx="2872">
                  <c:v>6.0</c:v>
                </c:pt>
                <c:pt idx="2873">
                  <c:v>6.0</c:v>
                </c:pt>
                <c:pt idx="2874">
                  <c:v>6.0</c:v>
                </c:pt>
                <c:pt idx="2875">
                  <c:v>6.0</c:v>
                </c:pt>
                <c:pt idx="2876">
                  <c:v>6.0</c:v>
                </c:pt>
                <c:pt idx="2877">
                  <c:v>6.0</c:v>
                </c:pt>
                <c:pt idx="2878">
                  <c:v>6.0</c:v>
                </c:pt>
                <c:pt idx="2879">
                  <c:v>6.0</c:v>
                </c:pt>
                <c:pt idx="2880">
                  <c:v>6.0</c:v>
                </c:pt>
                <c:pt idx="2881">
                  <c:v>6.0</c:v>
                </c:pt>
                <c:pt idx="2882">
                  <c:v>6.0</c:v>
                </c:pt>
                <c:pt idx="2883">
                  <c:v>6.0</c:v>
                </c:pt>
                <c:pt idx="2884">
                  <c:v>6.0</c:v>
                </c:pt>
                <c:pt idx="2885">
                  <c:v>6.0</c:v>
                </c:pt>
                <c:pt idx="2886">
                  <c:v>6.0</c:v>
                </c:pt>
                <c:pt idx="2887">
                  <c:v>6.0</c:v>
                </c:pt>
                <c:pt idx="2888">
                  <c:v>6.0</c:v>
                </c:pt>
                <c:pt idx="2889">
                  <c:v>6.0</c:v>
                </c:pt>
                <c:pt idx="2890">
                  <c:v>6.0</c:v>
                </c:pt>
                <c:pt idx="2891">
                  <c:v>6.0</c:v>
                </c:pt>
                <c:pt idx="2892">
                  <c:v>6.0</c:v>
                </c:pt>
                <c:pt idx="2893">
                  <c:v>6.0</c:v>
                </c:pt>
                <c:pt idx="2894">
                  <c:v>6.0</c:v>
                </c:pt>
                <c:pt idx="2895">
                  <c:v>6.0</c:v>
                </c:pt>
                <c:pt idx="2896">
                  <c:v>6.0</c:v>
                </c:pt>
                <c:pt idx="2897">
                  <c:v>6.0</c:v>
                </c:pt>
                <c:pt idx="2898">
                  <c:v>6.0</c:v>
                </c:pt>
                <c:pt idx="2899">
                  <c:v>6.0</c:v>
                </c:pt>
                <c:pt idx="2900">
                  <c:v>6.0</c:v>
                </c:pt>
                <c:pt idx="2901">
                  <c:v>6.0</c:v>
                </c:pt>
                <c:pt idx="2902">
                  <c:v>6.0</c:v>
                </c:pt>
                <c:pt idx="2903">
                  <c:v>6.0</c:v>
                </c:pt>
                <c:pt idx="2904">
                  <c:v>6.0</c:v>
                </c:pt>
                <c:pt idx="2905">
                  <c:v>6.0</c:v>
                </c:pt>
                <c:pt idx="2906">
                  <c:v>6.0</c:v>
                </c:pt>
                <c:pt idx="2907">
                  <c:v>6.0</c:v>
                </c:pt>
                <c:pt idx="2908">
                  <c:v>6.0</c:v>
                </c:pt>
                <c:pt idx="2909">
                  <c:v>6.0</c:v>
                </c:pt>
                <c:pt idx="2910">
                  <c:v>6.0</c:v>
                </c:pt>
                <c:pt idx="2911">
                  <c:v>6.0</c:v>
                </c:pt>
                <c:pt idx="2912">
                  <c:v>6.0</c:v>
                </c:pt>
                <c:pt idx="2913">
                  <c:v>6.0</c:v>
                </c:pt>
                <c:pt idx="2914">
                  <c:v>6.0</c:v>
                </c:pt>
                <c:pt idx="2915">
                  <c:v>6.0</c:v>
                </c:pt>
                <c:pt idx="2916">
                  <c:v>6.0</c:v>
                </c:pt>
                <c:pt idx="2917">
                  <c:v>6.0</c:v>
                </c:pt>
                <c:pt idx="2918">
                  <c:v>6.0</c:v>
                </c:pt>
                <c:pt idx="2919">
                  <c:v>6.0</c:v>
                </c:pt>
                <c:pt idx="2920">
                  <c:v>6.0</c:v>
                </c:pt>
                <c:pt idx="2921">
                  <c:v>6.0</c:v>
                </c:pt>
                <c:pt idx="2922">
                  <c:v>6.0</c:v>
                </c:pt>
                <c:pt idx="2923">
                  <c:v>6.0</c:v>
                </c:pt>
                <c:pt idx="2924">
                  <c:v>6.0</c:v>
                </c:pt>
                <c:pt idx="2925">
                  <c:v>6.0</c:v>
                </c:pt>
                <c:pt idx="2926">
                  <c:v>6.0</c:v>
                </c:pt>
                <c:pt idx="2927">
                  <c:v>6.0</c:v>
                </c:pt>
                <c:pt idx="2928">
                  <c:v>6.0</c:v>
                </c:pt>
                <c:pt idx="2929">
                  <c:v>6.0</c:v>
                </c:pt>
                <c:pt idx="2930">
                  <c:v>6.0</c:v>
                </c:pt>
                <c:pt idx="2931">
                  <c:v>6.0</c:v>
                </c:pt>
                <c:pt idx="2932">
                  <c:v>6.0</c:v>
                </c:pt>
                <c:pt idx="2933">
                  <c:v>6.0</c:v>
                </c:pt>
                <c:pt idx="2934">
                  <c:v>6.0</c:v>
                </c:pt>
                <c:pt idx="2935">
                  <c:v>6.0</c:v>
                </c:pt>
                <c:pt idx="2936">
                  <c:v>6.0</c:v>
                </c:pt>
                <c:pt idx="2937">
                  <c:v>6.0</c:v>
                </c:pt>
                <c:pt idx="2938">
                  <c:v>6.0</c:v>
                </c:pt>
                <c:pt idx="2939">
                  <c:v>6.0</c:v>
                </c:pt>
                <c:pt idx="2940">
                  <c:v>6.0</c:v>
                </c:pt>
                <c:pt idx="2941">
                  <c:v>6.0</c:v>
                </c:pt>
                <c:pt idx="2942">
                  <c:v>6.0</c:v>
                </c:pt>
                <c:pt idx="2943">
                  <c:v>6.0</c:v>
                </c:pt>
                <c:pt idx="2944">
                  <c:v>6.0</c:v>
                </c:pt>
                <c:pt idx="2945">
                  <c:v>6.0</c:v>
                </c:pt>
                <c:pt idx="2946">
                  <c:v>6.0</c:v>
                </c:pt>
                <c:pt idx="2947">
                  <c:v>6.0</c:v>
                </c:pt>
                <c:pt idx="2948">
                  <c:v>6.0</c:v>
                </c:pt>
                <c:pt idx="2949">
                  <c:v>6.0</c:v>
                </c:pt>
                <c:pt idx="2950">
                  <c:v>6.0</c:v>
                </c:pt>
                <c:pt idx="2951">
                  <c:v>6.0</c:v>
                </c:pt>
                <c:pt idx="2952">
                  <c:v>6.0</c:v>
                </c:pt>
                <c:pt idx="2953">
                  <c:v>6.0</c:v>
                </c:pt>
                <c:pt idx="2954">
                  <c:v>6.0</c:v>
                </c:pt>
                <c:pt idx="2955">
                  <c:v>6.0</c:v>
                </c:pt>
                <c:pt idx="2956">
                  <c:v>6.0</c:v>
                </c:pt>
                <c:pt idx="2957">
                  <c:v>6.0</c:v>
                </c:pt>
                <c:pt idx="2958">
                  <c:v>6.0</c:v>
                </c:pt>
                <c:pt idx="2959">
                  <c:v>6.0</c:v>
                </c:pt>
                <c:pt idx="2960">
                  <c:v>6.0</c:v>
                </c:pt>
                <c:pt idx="2961">
                  <c:v>6.0</c:v>
                </c:pt>
                <c:pt idx="2962">
                  <c:v>6.0</c:v>
                </c:pt>
                <c:pt idx="2963">
                  <c:v>6.0</c:v>
                </c:pt>
                <c:pt idx="2964">
                  <c:v>6.0</c:v>
                </c:pt>
                <c:pt idx="2965">
                  <c:v>6.0</c:v>
                </c:pt>
                <c:pt idx="2966">
                  <c:v>6.0</c:v>
                </c:pt>
                <c:pt idx="2967">
                  <c:v>6.0</c:v>
                </c:pt>
                <c:pt idx="2968">
                  <c:v>6.0</c:v>
                </c:pt>
                <c:pt idx="2969">
                  <c:v>6.0</c:v>
                </c:pt>
                <c:pt idx="2970">
                  <c:v>6.0</c:v>
                </c:pt>
                <c:pt idx="2971">
                  <c:v>6.0</c:v>
                </c:pt>
                <c:pt idx="2972">
                  <c:v>6.0</c:v>
                </c:pt>
                <c:pt idx="2973">
                  <c:v>6.0</c:v>
                </c:pt>
                <c:pt idx="2974">
                  <c:v>6.0</c:v>
                </c:pt>
                <c:pt idx="2975">
                  <c:v>6.0</c:v>
                </c:pt>
                <c:pt idx="2976">
                  <c:v>6.0</c:v>
                </c:pt>
                <c:pt idx="2977">
                  <c:v>6.0</c:v>
                </c:pt>
                <c:pt idx="2978">
                  <c:v>6.0</c:v>
                </c:pt>
                <c:pt idx="2979">
                  <c:v>6.0</c:v>
                </c:pt>
                <c:pt idx="2980">
                  <c:v>6.0</c:v>
                </c:pt>
                <c:pt idx="2981">
                  <c:v>6.0</c:v>
                </c:pt>
                <c:pt idx="2982">
                  <c:v>6.0</c:v>
                </c:pt>
                <c:pt idx="2983">
                  <c:v>6.0</c:v>
                </c:pt>
                <c:pt idx="2984">
                  <c:v>6.0</c:v>
                </c:pt>
                <c:pt idx="2985">
                  <c:v>6.0</c:v>
                </c:pt>
                <c:pt idx="2986">
                  <c:v>6.0</c:v>
                </c:pt>
                <c:pt idx="2987">
                  <c:v>6.0</c:v>
                </c:pt>
                <c:pt idx="2988">
                  <c:v>6.0</c:v>
                </c:pt>
                <c:pt idx="2989">
                  <c:v>6.0</c:v>
                </c:pt>
                <c:pt idx="2990">
                  <c:v>6.0</c:v>
                </c:pt>
                <c:pt idx="2991">
                  <c:v>6.0</c:v>
                </c:pt>
                <c:pt idx="2992">
                  <c:v>6.0</c:v>
                </c:pt>
                <c:pt idx="2993">
                  <c:v>6.0</c:v>
                </c:pt>
                <c:pt idx="2994">
                  <c:v>6.0</c:v>
                </c:pt>
                <c:pt idx="2995">
                  <c:v>6.0</c:v>
                </c:pt>
                <c:pt idx="2996">
                  <c:v>6.0</c:v>
                </c:pt>
                <c:pt idx="2997">
                  <c:v>6.0</c:v>
                </c:pt>
                <c:pt idx="2998">
                  <c:v>6.0</c:v>
                </c:pt>
                <c:pt idx="2999">
                  <c:v>6.0</c:v>
                </c:pt>
                <c:pt idx="3000">
                  <c:v>6.0</c:v>
                </c:pt>
                <c:pt idx="3001">
                  <c:v>6.0</c:v>
                </c:pt>
                <c:pt idx="3002">
                  <c:v>6.0</c:v>
                </c:pt>
                <c:pt idx="3003">
                  <c:v>6.0</c:v>
                </c:pt>
                <c:pt idx="3004">
                  <c:v>6.0</c:v>
                </c:pt>
                <c:pt idx="3005">
                  <c:v>6.0</c:v>
                </c:pt>
                <c:pt idx="3006">
                  <c:v>6.0</c:v>
                </c:pt>
                <c:pt idx="3007">
                  <c:v>6.0</c:v>
                </c:pt>
                <c:pt idx="3008">
                  <c:v>6.0</c:v>
                </c:pt>
                <c:pt idx="3009">
                  <c:v>6.0</c:v>
                </c:pt>
                <c:pt idx="3010">
                  <c:v>6.0</c:v>
                </c:pt>
                <c:pt idx="3011">
                  <c:v>6.0</c:v>
                </c:pt>
                <c:pt idx="3012">
                  <c:v>6.0</c:v>
                </c:pt>
                <c:pt idx="3013">
                  <c:v>6.0</c:v>
                </c:pt>
                <c:pt idx="3014">
                  <c:v>6.0</c:v>
                </c:pt>
                <c:pt idx="3015">
                  <c:v>6.0</c:v>
                </c:pt>
                <c:pt idx="3016">
                  <c:v>6.0</c:v>
                </c:pt>
                <c:pt idx="3017">
                  <c:v>6.0</c:v>
                </c:pt>
                <c:pt idx="3018">
                  <c:v>6.0</c:v>
                </c:pt>
                <c:pt idx="3019">
                  <c:v>6.0</c:v>
                </c:pt>
                <c:pt idx="3020">
                  <c:v>6.0</c:v>
                </c:pt>
                <c:pt idx="3021">
                  <c:v>6.0</c:v>
                </c:pt>
                <c:pt idx="3022">
                  <c:v>6.0</c:v>
                </c:pt>
                <c:pt idx="3023">
                  <c:v>6.0</c:v>
                </c:pt>
                <c:pt idx="3024">
                  <c:v>6.0</c:v>
                </c:pt>
                <c:pt idx="3025">
                  <c:v>6.0</c:v>
                </c:pt>
                <c:pt idx="3026">
                  <c:v>6.0</c:v>
                </c:pt>
                <c:pt idx="3027">
                  <c:v>6.0</c:v>
                </c:pt>
                <c:pt idx="3028">
                  <c:v>6.0</c:v>
                </c:pt>
                <c:pt idx="3029">
                  <c:v>6.0</c:v>
                </c:pt>
                <c:pt idx="3030">
                  <c:v>6.0</c:v>
                </c:pt>
                <c:pt idx="3031">
                  <c:v>6.0</c:v>
                </c:pt>
                <c:pt idx="3032">
                  <c:v>6.0</c:v>
                </c:pt>
                <c:pt idx="3033">
                  <c:v>6.0</c:v>
                </c:pt>
                <c:pt idx="3034">
                  <c:v>6.0</c:v>
                </c:pt>
                <c:pt idx="3035">
                  <c:v>6.0</c:v>
                </c:pt>
                <c:pt idx="3036">
                  <c:v>6.0</c:v>
                </c:pt>
                <c:pt idx="3037">
                  <c:v>6.0</c:v>
                </c:pt>
                <c:pt idx="3038">
                  <c:v>6.0</c:v>
                </c:pt>
                <c:pt idx="3039">
                  <c:v>6.0</c:v>
                </c:pt>
                <c:pt idx="3040">
                  <c:v>6.0</c:v>
                </c:pt>
                <c:pt idx="3041">
                  <c:v>6.0</c:v>
                </c:pt>
                <c:pt idx="3042">
                  <c:v>6.0</c:v>
                </c:pt>
                <c:pt idx="3043">
                  <c:v>6.0</c:v>
                </c:pt>
                <c:pt idx="3044">
                  <c:v>6.0</c:v>
                </c:pt>
                <c:pt idx="3045">
                  <c:v>6.0</c:v>
                </c:pt>
                <c:pt idx="3046">
                  <c:v>6.0</c:v>
                </c:pt>
                <c:pt idx="3047">
                  <c:v>6.0</c:v>
                </c:pt>
                <c:pt idx="3048">
                  <c:v>6.0</c:v>
                </c:pt>
                <c:pt idx="3049">
                  <c:v>6.0</c:v>
                </c:pt>
                <c:pt idx="3050">
                  <c:v>6.0</c:v>
                </c:pt>
                <c:pt idx="3051">
                  <c:v>6.0</c:v>
                </c:pt>
                <c:pt idx="3052">
                  <c:v>6.0</c:v>
                </c:pt>
                <c:pt idx="3053">
                  <c:v>6.0</c:v>
                </c:pt>
                <c:pt idx="3054">
                  <c:v>6.0</c:v>
                </c:pt>
                <c:pt idx="3055">
                  <c:v>6.0</c:v>
                </c:pt>
                <c:pt idx="3056">
                  <c:v>6.0</c:v>
                </c:pt>
                <c:pt idx="3057">
                  <c:v>6.0</c:v>
                </c:pt>
                <c:pt idx="3058">
                  <c:v>6.0</c:v>
                </c:pt>
                <c:pt idx="3059">
                  <c:v>6.0</c:v>
                </c:pt>
                <c:pt idx="3060">
                  <c:v>6.0</c:v>
                </c:pt>
                <c:pt idx="3061">
                  <c:v>6.0</c:v>
                </c:pt>
                <c:pt idx="3062">
                  <c:v>6.0</c:v>
                </c:pt>
                <c:pt idx="3063">
                  <c:v>6.0</c:v>
                </c:pt>
                <c:pt idx="3064">
                  <c:v>6.0</c:v>
                </c:pt>
                <c:pt idx="3065">
                  <c:v>6.0</c:v>
                </c:pt>
                <c:pt idx="3066">
                  <c:v>6.0</c:v>
                </c:pt>
                <c:pt idx="3067">
                  <c:v>6.0</c:v>
                </c:pt>
                <c:pt idx="3068">
                  <c:v>6.0</c:v>
                </c:pt>
                <c:pt idx="3069">
                  <c:v>6.0</c:v>
                </c:pt>
                <c:pt idx="3070">
                  <c:v>6.0</c:v>
                </c:pt>
                <c:pt idx="3071">
                  <c:v>6.0</c:v>
                </c:pt>
                <c:pt idx="3072">
                  <c:v>6.0</c:v>
                </c:pt>
                <c:pt idx="3073">
                  <c:v>6.0</c:v>
                </c:pt>
                <c:pt idx="3074">
                  <c:v>6.0</c:v>
                </c:pt>
                <c:pt idx="3075">
                  <c:v>6.0</c:v>
                </c:pt>
                <c:pt idx="3076">
                  <c:v>6.0</c:v>
                </c:pt>
                <c:pt idx="3077">
                  <c:v>6.0</c:v>
                </c:pt>
                <c:pt idx="3078">
                  <c:v>6.0</c:v>
                </c:pt>
                <c:pt idx="3079">
                  <c:v>6.0</c:v>
                </c:pt>
                <c:pt idx="3080">
                  <c:v>6.0</c:v>
                </c:pt>
                <c:pt idx="3081">
                  <c:v>6.0</c:v>
                </c:pt>
                <c:pt idx="3082">
                  <c:v>6.0</c:v>
                </c:pt>
                <c:pt idx="3083">
                  <c:v>6.0</c:v>
                </c:pt>
                <c:pt idx="3084">
                  <c:v>6.0</c:v>
                </c:pt>
                <c:pt idx="3085">
                  <c:v>6.0</c:v>
                </c:pt>
                <c:pt idx="3086">
                  <c:v>6.0</c:v>
                </c:pt>
                <c:pt idx="3087">
                  <c:v>6.0</c:v>
                </c:pt>
                <c:pt idx="3088">
                  <c:v>6.0</c:v>
                </c:pt>
                <c:pt idx="3089">
                  <c:v>6.0</c:v>
                </c:pt>
                <c:pt idx="3090">
                  <c:v>6.0</c:v>
                </c:pt>
                <c:pt idx="3091">
                  <c:v>6.0</c:v>
                </c:pt>
                <c:pt idx="3092">
                  <c:v>6.0</c:v>
                </c:pt>
                <c:pt idx="3093">
                  <c:v>6.0</c:v>
                </c:pt>
                <c:pt idx="3094">
                  <c:v>6.0</c:v>
                </c:pt>
                <c:pt idx="3095">
                  <c:v>6.0</c:v>
                </c:pt>
                <c:pt idx="3096">
                  <c:v>6.0</c:v>
                </c:pt>
                <c:pt idx="3097">
                  <c:v>6.0</c:v>
                </c:pt>
                <c:pt idx="3098">
                  <c:v>6.0</c:v>
                </c:pt>
                <c:pt idx="3099">
                  <c:v>6.0</c:v>
                </c:pt>
                <c:pt idx="3100">
                  <c:v>6.0</c:v>
                </c:pt>
                <c:pt idx="3101">
                  <c:v>6.0</c:v>
                </c:pt>
                <c:pt idx="3102">
                  <c:v>6.0</c:v>
                </c:pt>
                <c:pt idx="3103">
                  <c:v>6.0</c:v>
                </c:pt>
                <c:pt idx="3104">
                  <c:v>6.0</c:v>
                </c:pt>
                <c:pt idx="3105">
                  <c:v>6.0</c:v>
                </c:pt>
                <c:pt idx="3106">
                  <c:v>6.0</c:v>
                </c:pt>
                <c:pt idx="3107">
                  <c:v>6.0</c:v>
                </c:pt>
                <c:pt idx="3108">
                  <c:v>6.0</c:v>
                </c:pt>
                <c:pt idx="3109">
                  <c:v>6.0</c:v>
                </c:pt>
                <c:pt idx="3110">
                  <c:v>6.0</c:v>
                </c:pt>
                <c:pt idx="3111">
                  <c:v>6.0</c:v>
                </c:pt>
                <c:pt idx="3112">
                  <c:v>6.0</c:v>
                </c:pt>
                <c:pt idx="3113">
                  <c:v>6.0</c:v>
                </c:pt>
                <c:pt idx="3114">
                  <c:v>6.0</c:v>
                </c:pt>
                <c:pt idx="3115">
                  <c:v>6.0</c:v>
                </c:pt>
                <c:pt idx="3116">
                  <c:v>6.0</c:v>
                </c:pt>
                <c:pt idx="3117">
                  <c:v>6.0</c:v>
                </c:pt>
                <c:pt idx="3118">
                  <c:v>6.0</c:v>
                </c:pt>
                <c:pt idx="3119">
                  <c:v>6.0</c:v>
                </c:pt>
                <c:pt idx="3120">
                  <c:v>6.0</c:v>
                </c:pt>
                <c:pt idx="3121">
                  <c:v>6.0</c:v>
                </c:pt>
                <c:pt idx="3122">
                  <c:v>6.0</c:v>
                </c:pt>
                <c:pt idx="3123">
                  <c:v>6.0</c:v>
                </c:pt>
                <c:pt idx="3124">
                  <c:v>6.0</c:v>
                </c:pt>
                <c:pt idx="3125">
                  <c:v>6.0</c:v>
                </c:pt>
                <c:pt idx="3126">
                  <c:v>6.0</c:v>
                </c:pt>
                <c:pt idx="3127">
                  <c:v>6.0</c:v>
                </c:pt>
                <c:pt idx="3128">
                  <c:v>6.0</c:v>
                </c:pt>
                <c:pt idx="3129">
                  <c:v>6.0</c:v>
                </c:pt>
                <c:pt idx="3130">
                  <c:v>6.0</c:v>
                </c:pt>
                <c:pt idx="3131">
                  <c:v>6.0</c:v>
                </c:pt>
                <c:pt idx="3132">
                  <c:v>6.0</c:v>
                </c:pt>
                <c:pt idx="3133">
                  <c:v>6.0</c:v>
                </c:pt>
                <c:pt idx="3134">
                  <c:v>6.0</c:v>
                </c:pt>
                <c:pt idx="3135">
                  <c:v>6.0</c:v>
                </c:pt>
                <c:pt idx="3136">
                  <c:v>6.0</c:v>
                </c:pt>
                <c:pt idx="3137">
                  <c:v>6.0</c:v>
                </c:pt>
                <c:pt idx="3138">
                  <c:v>6.0</c:v>
                </c:pt>
                <c:pt idx="3139">
                  <c:v>6.0</c:v>
                </c:pt>
                <c:pt idx="3140">
                  <c:v>6.0</c:v>
                </c:pt>
                <c:pt idx="3141">
                  <c:v>6.0</c:v>
                </c:pt>
                <c:pt idx="3142">
                  <c:v>6.0</c:v>
                </c:pt>
                <c:pt idx="3143">
                  <c:v>6.0</c:v>
                </c:pt>
                <c:pt idx="3144">
                  <c:v>6.0</c:v>
                </c:pt>
                <c:pt idx="3145">
                  <c:v>6.0</c:v>
                </c:pt>
                <c:pt idx="3146">
                  <c:v>6.0</c:v>
                </c:pt>
                <c:pt idx="3147">
                  <c:v>6.0</c:v>
                </c:pt>
                <c:pt idx="3148">
                  <c:v>6.0</c:v>
                </c:pt>
                <c:pt idx="3149">
                  <c:v>6.0</c:v>
                </c:pt>
                <c:pt idx="3150">
                  <c:v>6.0</c:v>
                </c:pt>
                <c:pt idx="3151">
                  <c:v>6.0</c:v>
                </c:pt>
                <c:pt idx="3152">
                  <c:v>6.0</c:v>
                </c:pt>
                <c:pt idx="3153">
                  <c:v>6.0</c:v>
                </c:pt>
                <c:pt idx="3154">
                  <c:v>6.0</c:v>
                </c:pt>
                <c:pt idx="3155">
                  <c:v>6.0</c:v>
                </c:pt>
                <c:pt idx="3156">
                  <c:v>6.0</c:v>
                </c:pt>
                <c:pt idx="3157">
                  <c:v>6.0</c:v>
                </c:pt>
                <c:pt idx="3158">
                  <c:v>6.0</c:v>
                </c:pt>
                <c:pt idx="3159">
                  <c:v>6.0</c:v>
                </c:pt>
                <c:pt idx="3160">
                  <c:v>6.0</c:v>
                </c:pt>
                <c:pt idx="3161">
                  <c:v>6.0</c:v>
                </c:pt>
                <c:pt idx="3162">
                  <c:v>6.0</c:v>
                </c:pt>
                <c:pt idx="3163">
                  <c:v>6.0</c:v>
                </c:pt>
                <c:pt idx="3164">
                  <c:v>6.0</c:v>
                </c:pt>
                <c:pt idx="3165">
                  <c:v>6.0</c:v>
                </c:pt>
                <c:pt idx="3166">
                  <c:v>6.0</c:v>
                </c:pt>
                <c:pt idx="3167">
                  <c:v>6.0</c:v>
                </c:pt>
                <c:pt idx="3168">
                  <c:v>6.0</c:v>
                </c:pt>
                <c:pt idx="3169">
                  <c:v>6.0</c:v>
                </c:pt>
                <c:pt idx="3170">
                  <c:v>6.0</c:v>
                </c:pt>
                <c:pt idx="3171">
                  <c:v>6.0</c:v>
                </c:pt>
                <c:pt idx="3172">
                  <c:v>6.0</c:v>
                </c:pt>
                <c:pt idx="3173">
                  <c:v>6.0</c:v>
                </c:pt>
                <c:pt idx="3174">
                  <c:v>6.0</c:v>
                </c:pt>
                <c:pt idx="3175">
                  <c:v>6.0</c:v>
                </c:pt>
                <c:pt idx="3176">
                  <c:v>6.0</c:v>
                </c:pt>
                <c:pt idx="3177">
                  <c:v>6.0</c:v>
                </c:pt>
                <c:pt idx="3178">
                  <c:v>6.0</c:v>
                </c:pt>
                <c:pt idx="3179">
                  <c:v>6.0</c:v>
                </c:pt>
                <c:pt idx="3180">
                  <c:v>6.0</c:v>
                </c:pt>
                <c:pt idx="3181">
                  <c:v>6.0</c:v>
                </c:pt>
                <c:pt idx="3182">
                  <c:v>6.0</c:v>
                </c:pt>
                <c:pt idx="3183">
                  <c:v>6.0</c:v>
                </c:pt>
                <c:pt idx="3184">
                  <c:v>6.0</c:v>
                </c:pt>
                <c:pt idx="3185">
                  <c:v>6.0</c:v>
                </c:pt>
                <c:pt idx="3186">
                  <c:v>6.0</c:v>
                </c:pt>
                <c:pt idx="3187">
                  <c:v>6.0</c:v>
                </c:pt>
                <c:pt idx="3188">
                  <c:v>6.0</c:v>
                </c:pt>
                <c:pt idx="3189">
                  <c:v>6.0</c:v>
                </c:pt>
                <c:pt idx="3190">
                  <c:v>6.0</c:v>
                </c:pt>
                <c:pt idx="3191">
                  <c:v>6.0</c:v>
                </c:pt>
                <c:pt idx="3192">
                  <c:v>6.0</c:v>
                </c:pt>
                <c:pt idx="3193">
                  <c:v>6.0</c:v>
                </c:pt>
                <c:pt idx="3194">
                  <c:v>6.0</c:v>
                </c:pt>
                <c:pt idx="3195">
                  <c:v>6.0</c:v>
                </c:pt>
                <c:pt idx="3196">
                  <c:v>6.0</c:v>
                </c:pt>
                <c:pt idx="3197">
                  <c:v>6.0</c:v>
                </c:pt>
                <c:pt idx="3198">
                  <c:v>6.0</c:v>
                </c:pt>
                <c:pt idx="3199">
                  <c:v>6.0</c:v>
                </c:pt>
                <c:pt idx="3200">
                  <c:v>6.0</c:v>
                </c:pt>
                <c:pt idx="3201">
                  <c:v>6.0</c:v>
                </c:pt>
                <c:pt idx="3202">
                  <c:v>6.0</c:v>
                </c:pt>
                <c:pt idx="3203">
                  <c:v>6.0</c:v>
                </c:pt>
                <c:pt idx="3204">
                  <c:v>6.0</c:v>
                </c:pt>
                <c:pt idx="3205">
                  <c:v>6.0</c:v>
                </c:pt>
                <c:pt idx="3206">
                  <c:v>6.0</c:v>
                </c:pt>
                <c:pt idx="3207">
                  <c:v>6.0</c:v>
                </c:pt>
                <c:pt idx="3208">
                  <c:v>6.0</c:v>
                </c:pt>
                <c:pt idx="3209">
                  <c:v>6.0</c:v>
                </c:pt>
                <c:pt idx="3210">
                  <c:v>6.0</c:v>
                </c:pt>
                <c:pt idx="3211">
                  <c:v>6.0</c:v>
                </c:pt>
                <c:pt idx="3212">
                  <c:v>6.0</c:v>
                </c:pt>
                <c:pt idx="3213">
                  <c:v>6.0</c:v>
                </c:pt>
                <c:pt idx="3214">
                  <c:v>6.0</c:v>
                </c:pt>
                <c:pt idx="3215">
                  <c:v>6.0</c:v>
                </c:pt>
                <c:pt idx="3216">
                  <c:v>6.0</c:v>
                </c:pt>
                <c:pt idx="3217">
                  <c:v>6.0</c:v>
                </c:pt>
                <c:pt idx="3218">
                  <c:v>6.0</c:v>
                </c:pt>
                <c:pt idx="3219">
                  <c:v>6.0</c:v>
                </c:pt>
                <c:pt idx="3220">
                  <c:v>6.0</c:v>
                </c:pt>
                <c:pt idx="3221">
                  <c:v>6.0</c:v>
                </c:pt>
                <c:pt idx="3222">
                  <c:v>6.0</c:v>
                </c:pt>
                <c:pt idx="3223">
                  <c:v>6.0</c:v>
                </c:pt>
                <c:pt idx="3224">
                  <c:v>6.0</c:v>
                </c:pt>
                <c:pt idx="3225">
                  <c:v>6.0</c:v>
                </c:pt>
                <c:pt idx="3226">
                  <c:v>6.0</c:v>
                </c:pt>
                <c:pt idx="3227">
                  <c:v>6.0</c:v>
                </c:pt>
                <c:pt idx="3228">
                  <c:v>6.0</c:v>
                </c:pt>
                <c:pt idx="3229">
                  <c:v>6.0</c:v>
                </c:pt>
                <c:pt idx="3230">
                  <c:v>6.0</c:v>
                </c:pt>
                <c:pt idx="3231">
                  <c:v>6.0</c:v>
                </c:pt>
                <c:pt idx="3232">
                  <c:v>6.0</c:v>
                </c:pt>
                <c:pt idx="3233">
                  <c:v>6.0</c:v>
                </c:pt>
                <c:pt idx="3234">
                  <c:v>6.0</c:v>
                </c:pt>
                <c:pt idx="3235">
                  <c:v>6.0</c:v>
                </c:pt>
                <c:pt idx="3236">
                  <c:v>6.0</c:v>
                </c:pt>
                <c:pt idx="3237">
                  <c:v>6.0</c:v>
                </c:pt>
                <c:pt idx="3238">
                  <c:v>6.0</c:v>
                </c:pt>
                <c:pt idx="3239">
                  <c:v>6.0</c:v>
                </c:pt>
                <c:pt idx="3240">
                  <c:v>6.0</c:v>
                </c:pt>
                <c:pt idx="3241">
                  <c:v>6.0</c:v>
                </c:pt>
                <c:pt idx="3242">
                  <c:v>6.0</c:v>
                </c:pt>
                <c:pt idx="3243">
                  <c:v>6.0</c:v>
                </c:pt>
                <c:pt idx="3244">
                  <c:v>6.0</c:v>
                </c:pt>
                <c:pt idx="3245">
                  <c:v>6.0</c:v>
                </c:pt>
                <c:pt idx="3246">
                  <c:v>6.0</c:v>
                </c:pt>
                <c:pt idx="3247">
                  <c:v>6.0</c:v>
                </c:pt>
                <c:pt idx="3248">
                  <c:v>6.0</c:v>
                </c:pt>
                <c:pt idx="3249">
                  <c:v>6.0</c:v>
                </c:pt>
                <c:pt idx="3250">
                  <c:v>6.0</c:v>
                </c:pt>
                <c:pt idx="3251">
                  <c:v>6.0</c:v>
                </c:pt>
                <c:pt idx="3252">
                  <c:v>6.0</c:v>
                </c:pt>
                <c:pt idx="3253">
                  <c:v>6.0</c:v>
                </c:pt>
                <c:pt idx="3254">
                  <c:v>6.0</c:v>
                </c:pt>
                <c:pt idx="3255">
                  <c:v>6.0</c:v>
                </c:pt>
                <c:pt idx="3256">
                  <c:v>6.0</c:v>
                </c:pt>
                <c:pt idx="3257">
                  <c:v>6.0</c:v>
                </c:pt>
                <c:pt idx="3258">
                  <c:v>6.0</c:v>
                </c:pt>
                <c:pt idx="3259">
                  <c:v>6.0</c:v>
                </c:pt>
                <c:pt idx="3260">
                  <c:v>6.0</c:v>
                </c:pt>
                <c:pt idx="3261">
                  <c:v>6.0</c:v>
                </c:pt>
                <c:pt idx="3262">
                  <c:v>6.0</c:v>
                </c:pt>
                <c:pt idx="3263">
                  <c:v>6.0</c:v>
                </c:pt>
                <c:pt idx="3264">
                  <c:v>6.0</c:v>
                </c:pt>
                <c:pt idx="3265">
                  <c:v>6.0</c:v>
                </c:pt>
                <c:pt idx="3266">
                  <c:v>6.0</c:v>
                </c:pt>
                <c:pt idx="3267">
                  <c:v>6.0</c:v>
                </c:pt>
                <c:pt idx="3268">
                  <c:v>6.0</c:v>
                </c:pt>
                <c:pt idx="3269">
                  <c:v>6.0</c:v>
                </c:pt>
                <c:pt idx="3270">
                  <c:v>6.0</c:v>
                </c:pt>
                <c:pt idx="3271">
                  <c:v>6.0</c:v>
                </c:pt>
                <c:pt idx="3272">
                  <c:v>6.0</c:v>
                </c:pt>
                <c:pt idx="3273">
                  <c:v>6.0</c:v>
                </c:pt>
                <c:pt idx="3274">
                  <c:v>6.0</c:v>
                </c:pt>
                <c:pt idx="3275">
                  <c:v>6.0</c:v>
                </c:pt>
                <c:pt idx="3276">
                  <c:v>6.0</c:v>
                </c:pt>
                <c:pt idx="3277">
                  <c:v>6.0</c:v>
                </c:pt>
                <c:pt idx="3278">
                  <c:v>6.0</c:v>
                </c:pt>
                <c:pt idx="3279">
                  <c:v>6.0</c:v>
                </c:pt>
                <c:pt idx="3280">
                  <c:v>6.0</c:v>
                </c:pt>
                <c:pt idx="3281">
                  <c:v>6.0</c:v>
                </c:pt>
                <c:pt idx="3282">
                  <c:v>6.0</c:v>
                </c:pt>
                <c:pt idx="3283">
                  <c:v>6.0</c:v>
                </c:pt>
                <c:pt idx="3284">
                  <c:v>6.0</c:v>
                </c:pt>
                <c:pt idx="3285">
                  <c:v>6.0</c:v>
                </c:pt>
                <c:pt idx="3286">
                  <c:v>6.0</c:v>
                </c:pt>
                <c:pt idx="3287">
                  <c:v>6.0</c:v>
                </c:pt>
                <c:pt idx="3288">
                  <c:v>6.0</c:v>
                </c:pt>
                <c:pt idx="3289">
                  <c:v>6.0</c:v>
                </c:pt>
                <c:pt idx="3290">
                  <c:v>6.0</c:v>
                </c:pt>
                <c:pt idx="3291">
                  <c:v>6.0</c:v>
                </c:pt>
                <c:pt idx="3292">
                  <c:v>6.0</c:v>
                </c:pt>
                <c:pt idx="3293">
                  <c:v>6.0</c:v>
                </c:pt>
                <c:pt idx="3294">
                  <c:v>6.0</c:v>
                </c:pt>
                <c:pt idx="3295">
                  <c:v>6.0</c:v>
                </c:pt>
                <c:pt idx="3296">
                  <c:v>6.0</c:v>
                </c:pt>
                <c:pt idx="3297">
                  <c:v>6.0</c:v>
                </c:pt>
                <c:pt idx="3298">
                  <c:v>6.0</c:v>
                </c:pt>
                <c:pt idx="3299">
                  <c:v>6.0</c:v>
                </c:pt>
                <c:pt idx="3300">
                  <c:v>6.0</c:v>
                </c:pt>
                <c:pt idx="3301">
                  <c:v>6.0</c:v>
                </c:pt>
                <c:pt idx="3302">
                  <c:v>6.0</c:v>
                </c:pt>
                <c:pt idx="3303">
                  <c:v>6.0</c:v>
                </c:pt>
                <c:pt idx="3304">
                  <c:v>6.0</c:v>
                </c:pt>
                <c:pt idx="3305">
                  <c:v>6.0</c:v>
                </c:pt>
                <c:pt idx="3306">
                  <c:v>6.0</c:v>
                </c:pt>
                <c:pt idx="3307">
                  <c:v>6.0</c:v>
                </c:pt>
                <c:pt idx="3308">
                  <c:v>6.0</c:v>
                </c:pt>
                <c:pt idx="3309">
                  <c:v>6.0</c:v>
                </c:pt>
                <c:pt idx="3310">
                  <c:v>6.0</c:v>
                </c:pt>
                <c:pt idx="3311">
                  <c:v>6.0</c:v>
                </c:pt>
                <c:pt idx="3312">
                  <c:v>6.0</c:v>
                </c:pt>
                <c:pt idx="3313">
                  <c:v>6.0</c:v>
                </c:pt>
                <c:pt idx="3314">
                  <c:v>6.0</c:v>
                </c:pt>
                <c:pt idx="3315">
                  <c:v>6.0</c:v>
                </c:pt>
                <c:pt idx="3316">
                  <c:v>6.0</c:v>
                </c:pt>
                <c:pt idx="3317">
                  <c:v>6.0</c:v>
                </c:pt>
                <c:pt idx="3318">
                  <c:v>6.0</c:v>
                </c:pt>
                <c:pt idx="3319">
                  <c:v>6.0</c:v>
                </c:pt>
                <c:pt idx="3320">
                  <c:v>6.0</c:v>
                </c:pt>
                <c:pt idx="3321">
                  <c:v>6.0</c:v>
                </c:pt>
                <c:pt idx="3322">
                  <c:v>6.0</c:v>
                </c:pt>
                <c:pt idx="3323">
                  <c:v>6.0</c:v>
                </c:pt>
                <c:pt idx="3324">
                  <c:v>6.0</c:v>
                </c:pt>
                <c:pt idx="3325">
                  <c:v>6.0</c:v>
                </c:pt>
                <c:pt idx="3326">
                  <c:v>6.0</c:v>
                </c:pt>
                <c:pt idx="3327">
                  <c:v>6.0</c:v>
                </c:pt>
                <c:pt idx="3328">
                  <c:v>6.0</c:v>
                </c:pt>
                <c:pt idx="3329">
                  <c:v>6.0</c:v>
                </c:pt>
                <c:pt idx="3330">
                  <c:v>6.0</c:v>
                </c:pt>
                <c:pt idx="3331">
                  <c:v>6.0</c:v>
                </c:pt>
                <c:pt idx="3332">
                  <c:v>6.0</c:v>
                </c:pt>
                <c:pt idx="3333">
                  <c:v>6.0</c:v>
                </c:pt>
                <c:pt idx="3334">
                  <c:v>6.0</c:v>
                </c:pt>
                <c:pt idx="3335">
                  <c:v>6.0</c:v>
                </c:pt>
                <c:pt idx="3336">
                  <c:v>6.0</c:v>
                </c:pt>
                <c:pt idx="3337">
                  <c:v>6.0</c:v>
                </c:pt>
                <c:pt idx="3338">
                  <c:v>6.0</c:v>
                </c:pt>
                <c:pt idx="3339">
                  <c:v>6.0</c:v>
                </c:pt>
                <c:pt idx="3340">
                  <c:v>6.0</c:v>
                </c:pt>
                <c:pt idx="3341">
                  <c:v>6.0</c:v>
                </c:pt>
                <c:pt idx="3342">
                  <c:v>6.0</c:v>
                </c:pt>
                <c:pt idx="3343">
                  <c:v>6.0</c:v>
                </c:pt>
                <c:pt idx="3344">
                  <c:v>6.0</c:v>
                </c:pt>
                <c:pt idx="3345">
                  <c:v>6.0</c:v>
                </c:pt>
                <c:pt idx="3346">
                  <c:v>6.0</c:v>
                </c:pt>
                <c:pt idx="3347">
                  <c:v>6.0</c:v>
                </c:pt>
                <c:pt idx="3348">
                  <c:v>6.0</c:v>
                </c:pt>
                <c:pt idx="3349">
                  <c:v>6.0</c:v>
                </c:pt>
                <c:pt idx="3350">
                  <c:v>6.0</c:v>
                </c:pt>
                <c:pt idx="3351">
                  <c:v>6.0</c:v>
                </c:pt>
                <c:pt idx="3352">
                  <c:v>6.0</c:v>
                </c:pt>
                <c:pt idx="3353">
                  <c:v>6.0</c:v>
                </c:pt>
                <c:pt idx="3354">
                  <c:v>6.0</c:v>
                </c:pt>
                <c:pt idx="3355">
                  <c:v>6.0</c:v>
                </c:pt>
                <c:pt idx="3356">
                  <c:v>6.0</c:v>
                </c:pt>
                <c:pt idx="3357">
                  <c:v>6.0</c:v>
                </c:pt>
                <c:pt idx="3358">
                  <c:v>6.0</c:v>
                </c:pt>
                <c:pt idx="3359">
                  <c:v>6.0</c:v>
                </c:pt>
                <c:pt idx="3360">
                  <c:v>6.0</c:v>
                </c:pt>
                <c:pt idx="3361">
                  <c:v>6.0</c:v>
                </c:pt>
                <c:pt idx="3362">
                  <c:v>6.0</c:v>
                </c:pt>
                <c:pt idx="3363">
                  <c:v>6.0</c:v>
                </c:pt>
                <c:pt idx="3364">
                  <c:v>6.0</c:v>
                </c:pt>
                <c:pt idx="3365">
                  <c:v>6.0</c:v>
                </c:pt>
                <c:pt idx="3366">
                  <c:v>6.0</c:v>
                </c:pt>
                <c:pt idx="3367">
                  <c:v>6.0</c:v>
                </c:pt>
                <c:pt idx="3368">
                  <c:v>6.0</c:v>
                </c:pt>
                <c:pt idx="3369">
                  <c:v>6.0</c:v>
                </c:pt>
                <c:pt idx="3370">
                  <c:v>6.0</c:v>
                </c:pt>
                <c:pt idx="3371">
                  <c:v>6.0</c:v>
                </c:pt>
                <c:pt idx="3372">
                  <c:v>6.0</c:v>
                </c:pt>
                <c:pt idx="3373">
                  <c:v>6.0</c:v>
                </c:pt>
                <c:pt idx="3374">
                  <c:v>6.0</c:v>
                </c:pt>
                <c:pt idx="3375">
                  <c:v>6.0</c:v>
                </c:pt>
                <c:pt idx="3376">
                  <c:v>6.0</c:v>
                </c:pt>
                <c:pt idx="3377">
                  <c:v>6.0</c:v>
                </c:pt>
                <c:pt idx="3378">
                  <c:v>6.0</c:v>
                </c:pt>
                <c:pt idx="3379">
                  <c:v>6.0</c:v>
                </c:pt>
                <c:pt idx="3380">
                  <c:v>6.0</c:v>
                </c:pt>
                <c:pt idx="3381">
                  <c:v>6.0</c:v>
                </c:pt>
                <c:pt idx="3382">
                  <c:v>6.0</c:v>
                </c:pt>
                <c:pt idx="3383">
                  <c:v>6.0</c:v>
                </c:pt>
                <c:pt idx="3384">
                  <c:v>6.0</c:v>
                </c:pt>
                <c:pt idx="3385">
                  <c:v>6.0</c:v>
                </c:pt>
                <c:pt idx="3386">
                  <c:v>6.0</c:v>
                </c:pt>
                <c:pt idx="3387">
                  <c:v>6.0</c:v>
                </c:pt>
                <c:pt idx="3388">
                  <c:v>6.0</c:v>
                </c:pt>
                <c:pt idx="3389">
                  <c:v>6.0</c:v>
                </c:pt>
                <c:pt idx="3390">
                  <c:v>6.0</c:v>
                </c:pt>
                <c:pt idx="3391">
                  <c:v>6.0</c:v>
                </c:pt>
                <c:pt idx="3392">
                  <c:v>6.0</c:v>
                </c:pt>
                <c:pt idx="3393">
                  <c:v>6.0</c:v>
                </c:pt>
                <c:pt idx="3394">
                  <c:v>6.0</c:v>
                </c:pt>
                <c:pt idx="3395">
                  <c:v>6.0</c:v>
                </c:pt>
                <c:pt idx="3396">
                  <c:v>6.0</c:v>
                </c:pt>
                <c:pt idx="3397">
                  <c:v>6.0</c:v>
                </c:pt>
                <c:pt idx="3398">
                  <c:v>6.0</c:v>
                </c:pt>
                <c:pt idx="3399">
                  <c:v>6.0</c:v>
                </c:pt>
                <c:pt idx="3400">
                  <c:v>6.0</c:v>
                </c:pt>
                <c:pt idx="3401">
                  <c:v>6.0</c:v>
                </c:pt>
                <c:pt idx="3402">
                  <c:v>6.0</c:v>
                </c:pt>
                <c:pt idx="3403">
                  <c:v>6.0</c:v>
                </c:pt>
                <c:pt idx="3404">
                  <c:v>6.0</c:v>
                </c:pt>
                <c:pt idx="3405">
                  <c:v>6.0</c:v>
                </c:pt>
                <c:pt idx="3406">
                  <c:v>6.0</c:v>
                </c:pt>
                <c:pt idx="3407">
                  <c:v>6.0</c:v>
                </c:pt>
                <c:pt idx="3408">
                  <c:v>6.0</c:v>
                </c:pt>
                <c:pt idx="3409">
                  <c:v>6.0</c:v>
                </c:pt>
                <c:pt idx="3410">
                  <c:v>6.0</c:v>
                </c:pt>
                <c:pt idx="3411">
                  <c:v>6.0</c:v>
                </c:pt>
                <c:pt idx="3412">
                  <c:v>6.0</c:v>
                </c:pt>
                <c:pt idx="3413">
                  <c:v>6.0</c:v>
                </c:pt>
                <c:pt idx="3414">
                  <c:v>6.0</c:v>
                </c:pt>
                <c:pt idx="3415">
                  <c:v>6.0</c:v>
                </c:pt>
                <c:pt idx="3416">
                  <c:v>6.0</c:v>
                </c:pt>
                <c:pt idx="3417">
                  <c:v>6.0</c:v>
                </c:pt>
                <c:pt idx="3418">
                  <c:v>6.0</c:v>
                </c:pt>
                <c:pt idx="3419">
                  <c:v>6.0</c:v>
                </c:pt>
                <c:pt idx="3420">
                  <c:v>6.0</c:v>
                </c:pt>
                <c:pt idx="3421">
                  <c:v>6.0</c:v>
                </c:pt>
                <c:pt idx="3422">
                  <c:v>6.0</c:v>
                </c:pt>
                <c:pt idx="3423">
                  <c:v>6.0</c:v>
                </c:pt>
                <c:pt idx="3424">
                  <c:v>6.0</c:v>
                </c:pt>
                <c:pt idx="3425">
                  <c:v>6.0</c:v>
                </c:pt>
                <c:pt idx="3426">
                  <c:v>6.0</c:v>
                </c:pt>
                <c:pt idx="3427">
                  <c:v>6.0</c:v>
                </c:pt>
                <c:pt idx="3428">
                  <c:v>6.0</c:v>
                </c:pt>
                <c:pt idx="3429">
                  <c:v>6.0</c:v>
                </c:pt>
                <c:pt idx="3430">
                  <c:v>6.0</c:v>
                </c:pt>
                <c:pt idx="3431">
                  <c:v>6.0</c:v>
                </c:pt>
                <c:pt idx="3432">
                  <c:v>6.0</c:v>
                </c:pt>
                <c:pt idx="3433">
                  <c:v>6.0</c:v>
                </c:pt>
                <c:pt idx="3434">
                  <c:v>6.0</c:v>
                </c:pt>
                <c:pt idx="3435">
                  <c:v>6.0</c:v>
                </c:pt>
                <c:pt idx="3436">
                  <c:v>6.0</c:v>
                </c:pt>
                <c:pt idx="3437">
                  <c:v>6.0</c:v>
                </c:pt>
                <c:pt idx="3438">
                  <c:v>6.0</c:v>
                </c:pt>
                <c:pt idx="3439">
                  <c:v>6.0</c:v>
                </c:pt>
                <c:pt idx="3440">
                  <c:v>6.0</c:v>
                </c:pt>
                <c:pt idx="3441">
                  <c:v>6.0</c:v>
                </c:pt>
                <c:pt idx="3442">
                  <c:v>6.0</c:v>
                </c:pt>
                <c:pt idx="3443">
                  <c:v>6.0</c:v>
                </c:pt>
                <c:pt idx="3444">
                  <c:v>6.0</c:v>
                </c:pt>
                <c:pt idx="3445">
                  <c:v>6.0</c:v>
                </c:pt>
                <c:pt idx="3446">
                  <c:v>6.0</c:v>
                </c:pt>
                <c:pt idx="3447">
                  <c:v>6.0</c:v>
                </c:pt>
                <c:pt idx="3448">
                  <c:v>6.0</c:v>
                </c:pt>
                <c:pt idx="3449">
                  <c:v>6.0</c:v>
                </c:pt>
                <c:pt idx="3450">
                  <c:v>6.0</c:v>
                </c:pt>
                <c:pt idx="3451">
                  <c:v>6.0</c:v>
                </c:pt>
                <c:pt idx="3452">
                  <c:v>6.0</c:v>
                </c:pt>
                <c:pt idx="3453">
                  <c:v>6.0</c:v>
                </c:pt>
                <c:pt idx="3454">
                  <c:v>6.0</c:v>
                </c:pt>
                <c:pt idx="3455">
                  <c:v>6.0</c:v>
                </c:pt>
                <c:pt idx="3456">
                  <c:v>6.0</c:v>
                </c:pt>
                <c:pt idx="3457">
                  <c:v>6.0</c:v>
                </c:pt>
                <c:pt idx="3458">
                  <c:v>6.0</c:v>
                </c:pt>
                <c:pt idx="3459">
                  <c:v>6.0</c:v>
                </c:pt>
                <c:pt idx="3460">
                  <c:v>6.0</c:v>
                </c:pt>
                <c:pt idx="3461">
                  <c:v>6.0</c:v>
                </c:pt>
                <c:pt idx="3462">
                  <c:v>6.0</c:v>
                </c:pt>
                <c:pt idx="3463">
                  <c:v>6.0</c:v>
                </c:pt>
                <c:pt idx="3464">
                  <c:v>6.0</c:v>
                </c:pt>
                <c:pt idx="3465">
                  <c:v>6.0</c:v>
                </c:pt>
                <c:pt idx="3466">
                  <c:v>6.0</c:v>
                </c:pt>
                <c:pt idx="3467">
                  <c:v>6.0</c:v>
                </c:pt>
                <c:pt idx="3468">
                  <c:v>6.0</c:v>
                </c:pt>
                <c:pt idx="3469">
                  <c:v>6.0</c:v>
                </c:pt>
                <c:pt idx="3470">
                  <c:v>6.0</c:v>
                </c:pt>
                <c:pt idx="3471">
                  <c:v>6.0</c:v>
                </c:pt>
                <c:pt idx="3472">
                  <c:v>6.0</c:v>
                </c:pt>
                <c:pt idx="3473">
                  <c:v>6.0</c:v>
                </c:pt>
                <c:pt idx="3474">
                  <c:v>6.0</c:v>
                </c:pt>
                <c:pt idx="3475">
                  <c:v>6.0</c:v>
                </c:pt>
                <c:pt idx="3476">
                  <c:v>6.0</c:v>
                </c:pt>
                <c:pt idx="3477">
                  <c:v>6.0</c:v>
                </c:pt>
                <c:pt idx="3478">
                  <c:v>6.0</c:v>
                </c:pt>
                <c:pt idx="3479">
                  <c:v>6.0</c:v>
                </c:pt>
                <c:pt idx="3480">
                  <c:v>6.0</c:v>
                </c:pt>
                <c:pt idx="3481">
                  <c:v>6.0</c:v>
                </c:pt>
                <c:pt idx="3482">
                  <c:v>6.0</c:v>
                </c:pt>
                <c:pt idx="3483">
                  <c:v>6.0</c:v>
                </c:pt>
                <c:pt idx="3484">
                  <c:v>6.0</c:v>
                </c:pt>
                <c:pt idx="3485">
                  <c:v>6.0</c:v>
                </c:pt>
                <c:pt idx="3486">
                  <c:v>6.0</c:v>
                </c:pt>
                <c:pt idx="3487">
                  <c:v>6.0</c:v>
                </c:pt>
                <c:pt idx="3488">
                  <c:v>6.0</c:v>
                </c:pt>
                <c:pt idx="3489">
                  <c:v>6.0</c:v>
                </c:pt>
                <c:pt idx="3490">
                  <c:v>6.0</c:v>
                </c:pt>
                <c:pt idx="3491">
                  <c:v>6.0</c:v>
                </c:pt>
                <c:pt idx="3492">
                  <c:v>6.0</c:v>
                </c:pt>
                <c:pt idx="3493">
                  <c:v>6.0</c:v>
                </c:pt>
                <c:pt idx="3494">
                  <c:v>6.0</c:v>
                </c:pt>
                <c:pt idx="3495">
                  <c:v>6.0</c:v>
                </c:pt>
                <c:pt idx="3496">
                  <c:v>6.0</c:v>
                </c:pt>
                <c:pt idx="3497">
                  <c:v>6.0</c:v>
                </c:pt>
                <c:pt idx="3498">
                  <c:v>6.0</c:v>
                </c:pt>
                <c:pt idx="3499">
                  <c:v>6.0</c:v>
                </c:pt>
                <c:pt idx="3500">
                  <c:v>6.0</c:v>
                </c:pt>
                <c:pt idx="3501">
                  <c:v>6.0</c:v>
                </c:pt>
                <c:pt idx="3502">
                  <c:v>6.0</c:v>
                </c:pt>
                <c:pt idx="3503">
                  <c:v>6.0</c:v>
                </c:pt>
                <c:pt idx="3504">
                  <c:v>6.0</c:v>
                </c:pt>
                <c:pt idx="3505">
                  <c:v>6.0</c:v>
                </c:pt>
                <c:pt idx="3506">
                  <c:v>6.0</c:v>
                </c:pt>
                <c:pt idx="3507">
                  <c:v>6.0</c:v>
                </c:pt>
                <c:pt idx="3508">
                  <c:v>6.0</c:v>
                </c:pt>
                <c:pt idx="3509">
                  <c:v>6.0</c:v>
                </c:pt>
                <c:pt idx="3510">
                  <c:v>6.0</c:v>
                </c:pt>
                <c:pt idx="3511">
                  <c:v>6.0</c:v>
                </c:pt>
                <c:pt idx="3512">
                  <c:v>6.0</c:v>
                </c:pt>
                <c:pt idx="3513">
                  <c:v>6.0</c:v>
                </c:pt>
                <c:pt idx="3514">
                  <c:v>6.0</c:v>
                </c:pt>
                <c:pt idx="3515">
                  <c:v>6.0</c:v>
                </c:pt>
                <c:pt idx="3516">
                  <c:v>6.0</c:v>
                </c:pt>
                <c:pt idx="3517">
                  <c:v>6.0</c:v>
                </c:pt>
                <c:pt idx="3518">
                  <c:v>6.0</c:v>
                </c:pt>
                <c:pt idx="3519">
                  <c:v>6.0</c:v>
                </c:pt>
                <c:pt idx="3520">
                  <c:v>6.0</c:v>
                </c:pt>
                <c:pt idx="3521">
                  <c:v>6.0</c:v>
                </c:pt>
                <c:pt idx="3522">
                  <c:v>6.0</c:v>
                </c:pt>
                <c:pt idx="3523">
                  <c:v>6.0</c:v>
                </c:pt>
                <c:pt idx="3524">
                  <c:v>6.0</c:v>
                </c:pt>
                <c:pt idx="3525">
                  <c:v>6.0</c:v>
                </c:pt>
                <c:pt idx="3526">
                  <c:v>6.0</c:v>
                </c:pt>
                <c:pt idx="3527">
                  <c:v>6.0</c:v>
                </c:pt>
                <c:pt idx="3528">
                  <c:v>6.0</c:v>
                </c:pt>
                <c:pt idx="3529">
                  <c:v>6.0</c:v>
                </c:pt>
                <c:pt idx="3530">
                  <c:v>6.0</c:v>
                </c:pt>
                <c:pt idx="3531">
                  <c:v>6.0</c:v>
                </c:pt>
                <c:pt idx="3532">
                  <c:v>6.0</c:v>
                </c:pt>
                <c:pt idx="3533">
                  <c:v>6.0</c:v>
                </c:pt>
                <c:pt idx="3534">
                  <c:v>6.0</c:v>
                </c:pt>
                <c:pt idx="3535">
                  <c:v>6.0</c:v>
                </c:pt>
                <c:pt idx="3536">
                  <c:v>6.0</c:v>
                </c:pt>
                <c:pt idx="3537">
                  <c:v>6.0</c:v>
                </c:pt>
                <c:pt idx="3538">
                  <c:v>6.0</c:v>
                </c:pt>
                <c:pt idx="3539">
                  <c:v>6.0</c:v>
                </c:pt>
                <c:pt idx="3540">
                  <c:v>6.0</c:v>
                </c:pt>
                <c:pt idx="3541">
                  <c:v>6.0</c:v>
                </c:pt>
                <c:pt idx="3542">
                  <c:v>6.0</c:v>
                </c:pt>
                <c:pt idx="3543">
                  <c:v>6.0</c:v>
                </c:pt>
                <c:pt idx="3544">
                  <c:v>6.0</c:v>
                </c:pt>
                <c:pt idx="3545">
                  <c:v>6.0</c:v>
                </c:pt>
                <c:pt idx="3546">
                  <c:v>6.0</c:v>
                </c:pt>
                <c:pt idx="3547">
                  <c:v>6.0</c:v>
                </c:pt>
                <c:pt idx="3548">
                  <c:v>6.0</c:v>
                </c:pt>
                <c:pt idx="3549">
                  <c:v>6.0</c:v>
                </c:pt>
                <c:pt idx="3550">
                  <c:v>6.0</c:v>
                </c:pt>
                <c:pt idx="3551">
                  <c:v>6.0</c:v>
                </c:pt>
                <c:pt idx="3552">
                  <c:v>6.0</c:v>
                </c:pt>
                <c:pt idx="3553">
                  <c:v>6.0</c:v>
                </c:pt>
                <c:pt idx="3554">
                  <c:v>6.0</c:v>
                </c:pt>
                <c:pt idx="3555">
                  <c:v>6.0</c:v>
                </c:pt>
                <c:pt idx="3556">
                  <c:v>6.0</c:v>
                </c:pt>
                <c:pt idx="3557">
                  <c:v>6.0</c:v>
                </c:pt>
                <c:pt idx="3558">
                  <c:v>6.0</c:v>
                </c:pt>
                <c:pt idx="3559">
                  <c:v>6.0</c:v>
                </c:pt>
                <c:pt idx="3560">
                  <c:v>6.0</c:v>
                </c:pt>
                <c:pt idx="3561">
                  <c:v>6.0</c:v>
                </c:pt>
                <c:pt idx="3562">
                  <c:v>6.0</c:v>
                </c:pt>
                <c:pt idx="3563">
                  <c:v>6.0</c:v>
                </c:pt>
                <c:pt idx="3564">
                  <c:v>6.0</c:v>
                </c:pt>
                <c:pt idx="3565">
                  <c:v>6.0</c:v>
                </c:pt>
                <c:pt idx="3566">
                  <c:v>6.0</c:v>
                </c:pt>
                <c:pt idx="3567">
                  <c:v>6.0</c:v>
                </c:pt>
                <c:pt idx="3568">
                  <c:v>6.0</c:v>
                </c:pt>
                <c:pt idx="3569">
                  <c:v>6.0</c:v>
                </c:pt>
                <c:pt idx="3570">
                  <c:v>6.0</c:v>
                </c:pt>
                <c:pt idx="3571">
                  <c:v>6.0</c:v>
                </c:pt>
                <c:pt idx="3572">
                  <c:v>6.0</c:v>
                </c:pt>
                <c:pt idx="3573">
                  <c:v>6.0</c:v>
                </c:pt>
                <c:pt idx="3574">
                  <c:v>6.0</c:v>
                </c:pt>
                <c:pt idx="3575">
                  <c:v>6.0</c:v>
                </c:pt>
                <c:pt idx="3576">
                  <c:v>6.0</c:v>
                </c:pt>
                <c:pt idx="3577">
                  <c:v>6.0</c:v>
                </c:pt>
                <c:pt idx="3578">
                  <c:v>6.0</c:v>
                </c:pt>
                <c:pt idx="3579">
                  <c:v>6.0</c:v>
                </c:pt>
                <c:pt idx="3580">
                  <c:v>6.0</c:v>
                </c:pt>
                <c:pt idx="3581">
                  <c:v>6.0</c:v>
                </c:pt>
                <c:pt idx="3582">
                  <c:v>6.0</c:v>
                </c:pt>
                <c:pt idx="3583">
                  <c:v>6.0</c:v>
                </c:pt>
                <c:pt idx="3584">
                  <c:v>6.0</c:v>
                </c:pt>
                <c:pt idx="3585">
                  <c:v>6.0</c:v>
                </c:pt>
                <c:pt idx="3586">
                  <c:v>6.0</c:v>
                </c:pt>
                <c:pt idx="3587">
                  <c:v>6.0</c:v>
                </c:pt>
                <c:pt idx="3588">
                  <c:v>6.0</c:v>
                </c:pt>
                <c:pt idx="3589">
                  <c:v>6.0</c:v>
                </c:pt>
                <c:pt idx="3590">
                  <c:v>6.0</c:v>
                </c:pt>
                <c:pt idx="3591">
                  <c:v>6.0</c:v>
                </c:pt>
                <c:pt idx="3592">
                  <c:v>6.0</c:v>
                </c:pt>
                <c:pt idx="3593">
                  <c:v>6.0</c:v>
                </c:pt>
                <c:pt idx="3594">
                  <c:v>6.0</c:v>
                </c:pt>
                <c:pt idx="3595">
                  <c:v>6.0</c:v>
                </c:pt>
                <c:pt idx="3596">
                  <c:v>6.0</c:v>
                </c:pt>
                <c:pt idx="3597">
                  <c:v>6.0</c:v>
                </c:pt>
                <c:pt idx="3598">
                  <c:v>6.0</c:v>
                </c:pt>
                <c:pt idx="3599">
                  <c:v>6.0</c:v>
                </c:pt>
                <c:pt idx="3600">
                  <c:v>6.0</c:v>
                </c:pt>
                <c:pt idx="3601">
                  <c:v>6.0</c:v>
                </c:pt>
                <c:pt idx="3602">
                  <c:v>6.0</c:v>
                </c:pt>
                <c:pt idx="3603">
                  <c:v>6.0</c:v>
                </c:pt>
                <c:pt idx="3604">
                  <c:v>6.0</c:v>
                </c:pt>
                <c:pt idx="3605">
                  <c:v>6.0</c:v>
                </c:pt>
                <c:pt idx="3606">
                  <c:v>6.0</c:v>
                </c:pt>
                <c:pt idx="3607">
                  <c:v>6.0</c:v>
                </c:pt>
                <c:pt idx="3608">
                  <c:v>6.0</c:v>
                </c:pt>
                <c:pt idx="3609">
                  <c:v>6.0</c:v>
                </c:pt>
                <c:pt idx="3610">
                  <c:v>6.0</c:v>
                </c:pt>
                <c:pt idx="3611">
                  <c:v>6.0</c:v>
                </c:pt>
                <c:pt idx="3612">
                  <c:v>6.0</c:v>
                </c:pt>
                <c:pt idx="3613">
                  <c:v>6.0</c:v>
                </c:pt>
                <c:pt idx="3614">
                  <c:v>6.0</c:v>
                </c:pt>
                <c:pt idx="3615">
                  <c:v>6.0</c:v>
                </c:pt>
                <c:pt idx="3616">
                  <c:v>6.0</c:v>
                </c:pt>
                <c:pt idx="3617">
                  <c:v>6.0</c:v>
                </c:pt>
                <c:pt idx="3618">
                  <c:v>6.0</c:v>
                </c:pt>
                <c:pt idx="3619">
                  <c:v>6.0</c:v>
                </c:pt>
                <c:pt idx="3620">
                  <c:v>6.0</c:v>
                </c:pt>
                <c:pt idx="3621">
                  <c:v>6.0</c:v>
                </c:pt>
                <c:pt idx="3622">
                  <c:v>6.0</c:v>
                </c:pt>
                <c:pt idx="3623">
                  <c:v>6.0</c:v>
                </c:pt>
                <c:pt idx="3624">
                  <c:v>6.0</c:v>
                </c:pt>
                <c:pt idx="3625">
                  <c:v>6.0</c:v>
                </c:pt>
                <c:pt idx="3626">
                  <c:v>6.0</c:v>
                </c:pt>
                <c:pt idx="3627">
                  <c:v>6.0</c:v>
                </c:pt>
                <c:pt idx="3628">
                  <c:v>6.0</c:v>
                </c:pt>
                <c:pt idx="3629">
                  <c:v>6.0</c:v>
                </c:pt>
                <c:pt idx="3630">
                  <c:v>6.0</c:v>
                </c:pt>
                <c:pt idx="3631">
                  <c:v>6.0</c:v>
                </c:pt>
                <c:pt idx="3632">
                  <c:v>6.0</c:v>
                </c:pt>
                <c:pt idx="3633">
                  <c:v>6.0</c:v>
                </c:pt>
                <c:pt idx="3634">
                  <c:v>6.0</c:v>
                </c:pt>
                <c:pt idx="3635">
                  <c:v>6.0</c:v>
                </c:pt>
                <c:pt idx="3636">
                  <c:v>6.0</c:v>
                </c:pt>
                <c:pt idx="3637">
                  <c:v>6.0</c:v>
                </c:pt>
                <c:pt idx="3638">
                  <c:v>6.0</c:v>
                </c:pt>
                <c:pt idx="3639">
                  <c:v>6.0</c:v>
                </c:pt>
                <c:pt idx="3640">
                  <c:v>6.0</c:v>
                </c:pt>
                <c:pt idx="3641">
                  <c:v>6.0</c:v>
                </c:pt>
                <c:pt idx="3642">
                  <c:v>6.0</c:v>
                </c:pt>
                <c:pt idx="3643">
                  <c:v>6.0</c:v>
                </c:pt>
                <c:pt idx="3644">
                  <c:v>6.0</c:v>
                </c:pt>
                <c:pt idx="3645">
                  <c:v>6.0</c:v>
                </c:pt>
                <c:pt idx="3646">
                  <c:v>6.0</c:v>
                </c:pt>
                <c:pt idx="3647">
                  <c:v>6.0</c:v>
                </c:pt>
                <c:pt idx="3648">
                  <c:v>6.0</c:v>
                </c:pt>
                <c:pt idx="3649">
                  <c:v>6.0</c:v>
                </c:pt>
                <c:pt idx="3650">
                  <c:v>6.0</c:v>
                </c:pt>
                <c:pt idx="3651">
                  <c:v>6.0</c:v>
                </c:pt>
                <c:pt idx="3652">
                  <c:v>6.0</c:v>
                </c:pt>
                <c:pt idx="3653">
                  <c:v>6.0</c:v>
                </c:pt>
                <c:pt idx="3654">
                  <c:v>6.0</c:v>
                </c:pt>
                <c:pt idx="3655">
                  <c:v>6.0</c:v>
                </c:pt>
                <c:pt idx="3656">
                  <c:v>6.0</c:v>
                </c:pt>
                <c:pt idx="3657">
                  <c:v>6.0</c:v>
                </c:pt>
                <c:pt idx="3658">
                  <c:v>6.0</c:v>
                </c:pt>
                <c:pt idx="3659">
                  <c:v>6.0</c:v>
                </c:pt>
                <c:pt idx="3660">
                  <c:v>6.0</c:v>
                </c:pt>
                <c:pt idx="3661">
                  <c:v>6.0</c:v>
                </c:pt>
                <c:pt idx="3662">
                  <c:v>6.0</c:v>
                </c:pt>
                <c:pt idx="3663">
                  <c:v>6.0</c:v>
                </c:pt>
                <c:pt idx="3664">
                  <c:v>6.0</c:v>
                </c:pt>
                <c:pt idx="3665">
                  <c:v>6.0</c:v>
                </c:pt>
                <c:pt idx="3666">
                  <c:v>6.0</c:v>
                </c:pt>
                <c:pt idx="3667">
                  <c:v>6.0</c:v>
                </c:pt>
                <c:pt idx="3668">
                  <c:v>6.0</c:v>
                </c:pt>
                <c:pt idx="3669">
                  <c:v>6.0</c:v>
                </c:pt>
                <c:pt idx="3670">
                  <c:v>6.0</c:v>
                </c:pt>
                <c:pt idx="3671">
                  <c:v>6.0</c:v>
                </c:pt>
                <c:pt idx="3672">
                  <c:v>6.0</c:v>
                </c:pt>
                <c:pt idx="3673">
                  <c:v>6.0</c:v>
                </c:pt>
                <c:pt idx="3674">
                  <c:v>6.0</c:v>
                </c:pt>
                <c:pt idx="3675">
                  <c:v>6.0</c:v>
                </c:pt>
                <c:pt idx="3676">
                  <c:v>6.0</c:v>
                </c:pt>
                <c:pt idx="3677">
                  <c:v>6.0</c:v>
                </c:pt>
                <c:pt idx="3678">
                  <c:v>6.0</c:v>
                </c:pt>
                <c:pt idx="3679">
                  <c:v>6.0</c:v>
                </c:pt>
                <c:pt idx="3680">
                  <c:v>6.0</c:v>
                </c:pt>
                <c:pt idx="3681">
                  <c:v>6.0</c:v>
                </c:pt>
                <c:pt idx="3682">
                  <c:v>6.0</c:v>
                </c:pt>
                <c:pt idx="3683">
                  <c:v>6.0</c:v>
                </c:pt>
                <c:pt idx="3684">
                  <c:v>6.0</c:v>
                </c:pt>
                <c:pt idx="3685">
                  <c:v>6.0</c:v>
                </c:pt>
                <c:pt idx="3686">
                  <c:v>6.0</c:v>
                </c:pt>
                <c:pt idx="3687">
                  <c:v>6.0</c:v>
                </c:pt>
                <c:pt idx="3688">
                  <c:v>6.0</c:v>
                </c:pt>
                <c:pt idx="3689">
                  <c:v>6.0</c:v>
                </c:pt>
                <c:pt idx="3690">
                  <c:v>6.0</c:v>
                </c:pt>
                <c:pt idx="3691">
                  <c:v>6.0</c:v>
                </c:pt>
                <c:pt idx="3692">
                  <c:v>6.0</c:v>
                </c:pt>
                <c:pt idx="3693">
                  <c:v>6.0</c:v>
                </c:pt>
                <c:pt idx="3694">
                  <c:v>6.0</c:v>
                </c:pt>
                <c:pt idx="3695">
                  <c:v>6.0</c:v>
                </c:pt>
                <c:pt idx="3696">
                  <c:v>6.0</c:v>
                </c:pt>
                <c:pt idx="3697">
                  <c:v>6.0</c:v>
                </c:pt>
                <c:pt idx="3698">
                  <c:v>6.0</c:v>
                </c:pt>
                <c:pt idx="3699">
                  <c:v>6.0</c:v>
                </c:pt>
                <c:pt idx="3700">
                  <c:v>6.0</c:v>
                </c:pt>
                <c:pt idx="3701">
                  <c:v>6.0</c:v>
                </c:pt>
                <c:pt idx="3702">
                  <c:v>6.0</c:v>
                </c:pt>
                <c:pt idx="3703">
                  <c:v>6.0</c:v>
                </c:pt>
                <c:pt idx="3704">
                  <c:v>6.0</c:v>
                </c:pt>
                <c:pt idx="3705">
                  <c:v>6.0</c:v>
                </c:pt>
                <c:pt idx="3706">
                  <c:v>6.0</c:v>
                </c:pt>
                <c:pt idx="3707">
                  <c:v>6.0</c:v>
                </c:pt>
                <c:pt idx="3708">
                  <c:v>6.0</c:v>
                </c:pt>
                <c:pt idx="3709">
                  <c:v>6.0</c:v>
                </c:pt>
                <c:pt idx="3710">
                  <c:v>6.0</c:v>
                </c:pt>
                <c:pt idx="3711">
                  <c:v>6.0</c:v>
                </c:pt>
                <c:pt idx="3712">
                  <c:v>6.0</c:v>
                </c:pt>
                <c:pt idx="3713">
                  <c:v>6.0</c:v>
                </c:pt>
                <c:pt idx="3714">
                  <c:v>6.0</c:v>
                </c:pt>
                <c:pt idx="3715">
                  <c:v>6.0</c:v>
                </c:pt>
                <c:pt idx="3716">
                  <c:v>6.0</c:v>
                </c:pt>
                <c:pt idx="3717">
                  <c:v>6.0</c:v>
                </c:pt>
                <c:pt idx="3718">
                  <c:v>6.0</c:v>
                </c:pt>
                <c:pt idx="3719">
                  <c:v>6.0</c:v>
                </c:pt>
                <c:pt idx="3720">
                  <c:v>6.0</c:v>
                </c:pt>
                <c:pt idx="3721">
                  <c:v>6.0</c:v>
                </c:pt>
                <c:pt idx="3722">
                  <c:v>6.0</c:v>
                </c:pt>
                <c:pt idx="3723">
                  <c:v>6.0</c:v>
                </c:pt>
                <c:pt idx="3724">
                  <c:v>6.0</c:v>
                </c:pt>
                <c:pt idx="3725">
                  <c:v>6.0</c:v>
                </c:pt>
                <c:pt idx="3726">
                  <c:v>6.0</c:v>
                </c:pt>
                <c:pt idx="3727">
                  <c:v>6.0</c:v>
                </c:pt>
                <c:pt idx="3728">
                  <c:v>6.0</c:v>
                </c:pt>
                <c:pt idx="3729">
                  <c:v>6.0</c:v>
                </c:pt>
                <c:pt idx="3730">
                  <c:v>6.0</c:v>
                </c:pt>
                <c:pt idx="3731">
                  <c:v>6.0</c:v>
                </c:pt>
                <c:pt idx="3732">
                  <c:v>6.0</c:v>
                </c:pt>
                <c:pt idx="3733">
                  <c:v>6.0</c:v>
                </c:pt>
                <c:pt idx="3734">
                  <c:v>6.0</c:v>
                </c:pt>
                <c:pt idx="3735">
                  <c:v>6.0</c:v>
                </c:pt>
                <c:pt idx="3736">
                  <c:v>6.0</c:v>
                </c:pt>
                <c:pt idx="3737">
                  <c:v>6.0</c:v>
                </c:pt>
                <c:pt idx="3738">
                  <c:v>6.0</c:v>
                </c:pt>
                <c:pt idx="3739">
                  <c:v>6.0</c:v>
                </c:pt>
                <c:pt idx="3740">
                  <c:v>6.0</c:v>
                </c:pt>
                <c:pt idx="3741">
                  <c:v>6.0</c:v>
                </c:pt>
                <c:pt idx="3742">
                  <c:v>6.0</c:v>
                </c:pt>
                <c:pt idx="3743">
                  <c:v>6.0</c:v>
                </c:pt>
                <c:pt idx="3744">
                  <c:v>6.0</c:v>
                </c:pt>
                <c:pt idx="3745">
                  <c:v>6.0</c:v>
                </c:pt>
                <c:pt idx="3746">
                  <c:v>6.0</c:v>
                </c:pt>
                <c:pt idx="3747">
                  <c:v>6.0</c:v>
                </c:pt>
                <c:pt idx="3748">
                  <c:v>6.0</c:v>
                </c:pt>
                <c:pt idx="3749">
                  <c:v>6.0</c:v>
                </c:pt>
                <c:pt idx="3750">
                  <c:v>6.0</c:v>
                </c:pt>
                <c:pt idx="3751">
                  <c:v>6.0</c:v>
                </c:pt>
                <c:pt idx="3752">
                  <c:v>6.0</c:v>
                </c:pt>
                <c:pt idx="3753">
                  <c:v>6.0</c:v>
                </c:pt>
                <c:pt idx="3754">
                  <c:v>6.0</c:v>
                </c:pt>
                <c:pt idx="3755">
                  <c:v>6.0</c:v>
                </c:pt>
                <c:pt idx="3756">
                  <c:v>6.0</c:v>
                </c:pt>
                <c:pt idx="3757">
                  <c:v>6.0</c:v>
                </c:pt>
                <c:pt idx="3758">
                  <c:v>6.0</c:v>
                </c:pt>
                <c:pt idx="3759">
                  <c:v>6.0</c:v>
                </c:pt>
                <c:pt idx="3760">
                  <c:v>6.0</c:v>
                </c:pt>
                <c:pt idx="3761">
                  <c:v>6.0</c:v>
                </c:pt>
                <c:pt idx="3762">
                  <c:v>6.0</c:v>
                </c:pt>
                <c:pt idx="3763">
                  <c:v>6.0</c:v>
                </c:pt>
                <c:pt idx="3764">
                  <c:v>6.0</c:v>
                </c:pt>
                <c:pt idx="3765">
                  <c:v>6.0</c:v>
                </c:pt>
                <c:pt idx="3766">
                  <c:v>6.0</c:v>
                </c:pt>
                <c:pt idx="3767">
                  <c:v>6.0</c:v>
                </c:pt>
                <c:pt idx="3768">
                  <c:v>6.0</c:v>
                </c:pt>
                <c:pt idx="3769">
                  <c:v>6.0</c:v>
                </c:pt>
                <c:pt idx="3770">
                  <c:v>6.0</c:v>
                </c:pt>
                <c:pt idx="3771">
                  <c:v>6.0</c:v>
                </c:pt>
                <c:pt idx="3772">
                  <c:v>6.0</c:v>
                </c:pt>
                <c:pt idx="3773">
                  <c:v>6.0</c:v>
                </c:pt>
                <c:pt idx="3774">
                  <c:v>6.0</c:v>
                </c:pt>
                <c:pt idx="3775">
                  <c:v>6.0</c:v>
                </c:pt>
                <c:pt idx="3776">
                  <c:v>6.0</c:v>
                </c:pt>
                <c:pt idx="3777">
                  <c:v>6.0</c:v>
                </c:pt>
                <c:pt idx="3778">
                  <c:v>6.0</c:v>
                </c:pt>
                <c:pt idx="3779">
                  <c:v>6.0</c:v>
                </c:pt>
                <c:pt idx="3780">
                  <c:v>6.0</c:v>
                </c:pt>
                <c:pt idx="3781">
                  <c:v>6.0</c:v>
                </c:pt>
                <c:pt idx="3782">
                  <c:v>6.0</c:v>
                </c:pt>
                <c:pt idx="3783">
                  <c:v>6.0</c:v>
                </c:pt>
                <c:pt idx="3784">
                  <c:v>6.0</c:v>
                </c:pt>
                <c:pt idx="3785">
                  <c:v>6.0</c:v>
                </c:pt>
                <c:pt idx="3786">
                  <c:v>6.0</c:v>
                </c:pt>
                <c:pt idx="3787">
                  <c:v>6.0</c:v>
                </c:pt>
                <c:pt idx="3788">
                  <c:v>6.0</c:v>
                </c:pt>
                <c:pt idx="3789">
                  <c:v>6.0</c:v>
                </c:pt>
                <c:pt idx="3790">
                  <c:v>6.0</c:v>
                </c:pt>
                <c:pt idx="3791">
                  <c:v>6.0</c:v>
                </c:pt>
                <c:pt idx="3792">
                  <c:v>6.0</c:v>
                </c:pt>
                <c:pt idx="3793">
                  <c:v>6.0</c:v>
                </c:pt>
                <c:pt idx="3794">
                  <c:v>6.0</c:v>
                </c:pt>
                <c:pt idx="3795">
                  <c:v>6.0</c:v>
                </c:pt>
                <c:pt idx="3796">
                  <c:v>6.0</c:v>
                </c:pt>
                <c:pt idx="3797">
                  <c:v>6.0</c:v>
                </c:pt>
                <c:pt idx="3798">
                  <c:v>6.0</c:v>
                </c:pt>
                <c:pt idx="3799">
                  <c:v>6.0</c:v>
                </c:pt>
                <c:pt idx="3800">
                  <c:v>6.0</c:v>
                </c:pt>
                <c:pt idx="3801">
                  <c:v>6.0</c:v>
                </c:pt>
                <c:pt idx="3802">
                  <c:v>6.0</c:v>
                </c:pt>
                <c:pt idx="3803">
                  <c:v>6.0</c:v>
                </c:pt>
                <c:pt idx="3804">
                  <c:v>6.0</c:v>
                </c:pt>
                <c:pt idx="3805">
                  <c:v>6.0</c:v>
                </c:pt>
                <c:pt idx="3806">
                  <c:v>6.0</c:v>
                </c:pt>
                <c:pt idx="3807">
                  <c:v>6.0</c:v>
                </c:pt>
                <c:pt idx="3808">
                  <c:v>6.0</c:v>
                </c:pt>
                <c:pt idx="3809">
                  <c:v>6.0</c:v>
                </c:pt>
                <c:pt idx="3810">
                  <c:v>6.0</c:v>
                </c:pt>
                <c:pt idx="3811">
                  <c:v>6.0</c:v>
                </c:pt>
                <c:pt idx="3812">
                  <c:v>6.0</c:v>
                </c:pt>
                <c:pt idx="3813">
                  <c:v>6.0</c:v>
                </c:pt>
                <c:pt idx="3814">
                  <c:v>6.0</c:v>
                </c:pt>
                <c:pt idx="3815">
                  <c:v>6.0</c:v>
                </c:pt>
                <c:pt idx="3816">
                  <c:v>6.0</c:v>
                </c:pt>
                <c:pt idx="3817">
                  <c:v>6.0</c:v>
                </c:pt>
                <c:pt idx="3818">
                  <c:v>6.0</c:v>
                </c:pt>
                <c:pt idx="3819">
                  <c:v>6.0</c:v>
                </c:pt>
                <c:pt idx="3820">
                  <c:v>6.0</c:v>
                </c:pt>
                <c:pt idx="3821">
                  <c:v>6.0</c:v>
                </c:pt>
                <c:pt idx="3822">
                  <c:v>6.0</c:v>
                </c:pt>
                <c:pt idx="3823">
                  <c:v>6.0</c:v>
                </c:pt>
                <c:pt idx="3824">
                  <c:v>6.0</c:v>
                </c:pt>
                <c:pt idx="3825">
                  <c:v>6.0</c:v>
                </c:pt>
                <c:pt idx="3826">
                  <c:v>6.0</c:v>
                </c:pt>
                <c:pt idx="3827">
                  <c:v>6.0</c:v>
                </c:pt>
                <c:pt idx="3828">
                  <c:v>6.0</c:v>
                </c:pt>
                <c:pt idx="3829">
                  <c:v>6.0</c:v>
                </c:pt>
                <c:pt idx="3830">
                  <c:v>6.0</c:v>
                </c:pt>
                <c:pt idx="3831">
                  <c:v>6.0</c:v>
                </c:pt>
                <c:pt idx="3832">
                  <c:v>6.0</c:v>
                </c:pt>
                <c:pt idx="3833">
                  <c:v>6.0</c:v>
                </c:pt>
                <c:pt idx="3834">
                  <c:v>6.0</c:v>
                </c:pt>
                <c:pt idx="3835">
                  <c:v>6.0</c:v>
                </c:pt>
                <c:pt idx="3836">
                  <c:v>6.0</c:v>
                </c:pt>
                <c:pt idx="3837">
                  <c:v>6.0</c:v>
                </c:pt>
                <c:pt idx="3838">
                  <c:v>6.0</c:v>
                </c:pt>
                <c:pt idx="3839">
                  <c:v>6.0</c:v>
                </c:pt>
                <c:pt idx="3840">
                  <c:v>6.0</c:v>
                </c:pt>
                <c:pt idx="3841">
                  <c:v>6.0</c:v>
                </c:pt>
                <c:pt idx="3842">
                  <c:v>6.0</c:v>
                </c:pt>
                <c:pt idx="3843">
                  <c:v>6.0</c:v>
                </c:pt>
                <c:pt idx="3844">
                  <c:v>6.0</c:v>
                </c:pt>
                <c:pt idx="3845">
                  <c:v>6.0</c:v>
                </c:pt>
                <c:pt idx="3846">
                  <c:v>6.0</c:v>
                </c:pt>
                <c:pt idx="3847">
                  <c:v>6.0</c:v>
                </c:pt>
                <c:pt idx="3848">
                  <c:v>6.0</c:v>
                </c:pt>
                <c:pt idx="3849">
                  <c:v>6.0</c:v>
                </c:pt>
                <c:pt idx="3850">
                  <c:v>6.0</c:v>
                </c:pt>
                <c:pt idx="3851">
                  <c:v>6.0</c:v>
                </c:pt>
                <c:pt idx="3852">
                  <c:v>6.0</c:v>
                </c:pt>
                <c:pt idx="3853">
                  <c:v>6.0</c:v>
                </c:pt>
                <c:pt idx="3854">
                  <c:v>6.0</c:v>
                </c:pt>
                <c:pt idx="3855">
                  <c:v>6.0</c:v>
                </c:pt>
                <c:pt idx="3856">
                  <c:v>6.0</c:v>
                </c:pt>
                <c:pt idx="3857">
                  <c:v>6.0</c:v>
                </c:pt>
                <c:pt idx="3858">
                  <c:v>6.0</c:v>
                </c:pt>
                <c:pt idx="3859">
                  <c:v>6.0</c:v>
                </c:pt>
                <c:pt idx="3860">
                  <c:v>6.0</c:v>
                </c:pt>
                <c:pt idx="3861">
                  <c:v>6.0</c:v>
                </c:pt>
                <c:pt idx="3862">
                  <c:v>6.0</c:v>
                </c:pt>
                <c:pt idx="3863">
                  <c:v>6.0</c:v>
                </c:pt>
                <c:pt idx="3864">
                  <c:v>6.0</c:v>
                </c:pt>
                <c:pt idx="3865">
                  <c:v>6.0</c:v>
                </c:pt>
                <c:pt idx="3866">
                  <c:v>6.0</c:v>
                </c:pt>
                <c:pt idx="3867">
                  <c:v>6.0</c:v>
                </c:pt>
                <c:pt idx="3868">
                  <c:v>6.0</c:v>
                </c:pt>
                <c:pt idx="3869">
                  <c:v>6.0</c:v>
                </c:pt>
                <c:pt idx="3870">
                  <c:v>6.0</c:v>
                </c:pt>
                <c:pt idx="3871">
                  <c:v>6.0</c:v>
                </c:pt>
                <c:pt idx="3872">
                  <c:v>6.0</c:v>
                </c:pt>
                <c:pt idx="3873">
                  <c:v>6.0</c:v>
                </c:pt>
                <c:pt idx="3874">
                  <c:v>6.0</c:v>
                </c:pt>
                <c:pt idx="3875">
                  <c:v>6.0</c:v>
                </c:pt>
                <c:pt idx="3876">
                  <c:v>6.0</c:v>
                </c:pt>
                <c:pt idx="3877">
                  <c:v>6.0</c:v>
                </c:pt>
                <c:pt idx="3878">
                  <c:v>6.0</c:v>
                </c:pt>
                <c:pt idx="3879">
                  <c:v>6.0</c:v>
                </c:pt>
                <c:pt idx="3880">
                  <c:v>6.0</c:v>
                </c:pt>
                <c:pt idx="3881">
                  <c:v>6.0</c:v>
                </c:pt>
                <c:pt idx="3882">
                  <c:v>6.0</c:v>
                </c:pt>
                <c:pt idx="3883">
                  <c:v>6.0</c:v>
                </c:pt>
                <c:pt idx="3884">
                  <c:v>6.0</c:v>
                </c:pt>
                <c:pt idx="3885">
                  <c:v>6.0</c:v>
                </c:pt>
                <c:pt idx="3886">
                  <c:v>6.0</c:v>
                </c:pt>
                <c:pt idx="3887">
                  <c:v>6.0</c:v>
                </c:pt>
                <c:pt idx="3888">
                  <c:v>6.0</c:v>
                </c:pt>
                <c:pt idx="3889">
                  <c:v>6.0</c:v>
                </c:pt>
                <c:pt idx="3890">
                  <c:v>6.0</c:v>
                </c:pt>
                <c:pt idx="3891">
                  <c:v>6.0</c:v>
                </c:pt>
                <c:pt idx="3892">
                  <c:v>6.0</c:v>
                </c:pt>
                <c:pt idx="3893">
                  <c:v>6.0</c:v>
                </c:pt>
                <c:pt idx="3894">
                  <c:v>6.0</c:v>
                </c:pt>
                <c:pt idx="3895">
                  <c:v>6.0</c:v>
                </c:pt>
                <c:pt idx="3896">
                  <c:v>6.0</c:v>
                </c:pt>
                <c:pt idx="3897">
                  <c:v>6.0</c:v>
                </c:pt>
                <c:pt idx="3898">
                  <c:v>6.0</c:v>
                </c:pt>
                <c:pt idx="3899">
                  <c:v>6.0</c:v>
                </c:pt>
                <c:pt idx="3900">
                  <c:v>6.0</c:v>
                </c:pt>
                <c:pt idx="3901">
                  <c:v>6.0</c:v>
                </c:pt>
                <c:pt idx="3902">
                  <c:v>6.0</c:v>
                </c:pt>
                <c:pt idx="3903">
                  <c:v>6.0</c:v>
                </c:pt>
                <c:pt idx="3904">
                  <c:v>6.0</c:v>
                </c:pt>
                <c:pt idx="3905">
                  <c:v>6.0</c:v>
                </c:pt>
                <c:pt idx="3906">
                  <c:v>6.0</c:v>
                </c:pt>
                <c:pt idx="3907">
                  <c:v>6.0</c:v>
                </c:pt>
                <c:pt idx="3908">
                  <c:v>6.0</c:v>
                </c:pt>
                <c:pt idx="3909">
                  <c:v>6.0</c:v>
                </c:pt>
                <c:pt idx="3910">
                  <c:v>6.0</c:v>
                </c:pt>
                <c:pt idx="3911">
                  <c:v>6.0</c:v>
                </c:pt>
                <c:pt idx="3912">
                  <c:v>6.0</c:v>
                </c:pt>
                <c:pt idx="3913">
                  <c:v>6.0</c:v>
                </c:pt>
                <c:pt idx="3914">
                  <c:v>6.0</c:v>
                </c:pt>
                <c:pt idx="3915">
                  <c:v>6.0</c:v>
                </c:pt>
                <c:pt idx="3916">
                  <c:v>6.0</c:v>
                </c:pt>
                <c:pt idx="3917">
                  <c:v>6.0</c:v>
                </c:pt>
                <c:pt idx="3918">
                  <c:v>6.0</c:v>
                </c:pt>
                <c:pt idx="3919">
                  <c:v>6.0</c:v>
                </c:pt>
                <c:pt idx="3920">
                  <c:v>6.0</c:v>
                </c:pt>
                <c:pt idx="3921">
                  <c:v>6.0</c:v>
                </c:pt>
                <c:pt idx="3922">
                  <c:v>6.0</c:v>
                </c:pt>
                <c:pt idx="3923">
                  <c:v>6.0</c:v>
                </c:pt>
                <c:pt idx="3924">
                  <c:v>6.0</c:v>
                </c:pt>
                <c:pt idx="3925">
                  <c:v>6.0</c:v>
                </c:pt>
                <c:pt idx="3926">
                  <c:v>6.0</c:v>
                </c:pt>
                <c:pt idx="3927">
                  <c:v>6.0</c:v>
                </c:pt>
                <c:pt idx="3928">
                  <c:v>6.0</c:v>
                </c:pt>
                <c:pt idx="3929">
                  <c:v>6.0</c:v>
                </c:pt>
                <c:pt idx="3930">
                  <c:v>6.0</c:v>
                </c:pt>
                <c:pt idx="3931">
                  <c:v>6.0</c:v>
                </c:pt>
                <c:pt idx="3932">
                  <c:v>6.0</c:v>
                </c:pt>
                <c:pt idx="3933">
                  <c:v>6.0</c:v>
                </c:pt>
                <c:pt idx="3934">
                  <c:v>6.0</c:v>
                </c:pt>
                <c:pt idx="3935">
                  <c:v>6.0</c:v>
                </c:pt>
                <c:pt idx="3936">
                  <c:v>6.0</c:v>
                </c:pt>
                <c:pt idx="3937">
                  <c:v>6.0</c:v>
                </c:pt>
                <c:pt idx="3938">
                  <c:v>6.0</c:v>
                </c:pt>
                <c:pt idx="3939">
                  <c:v>6.0</c:v>
                </c:pt>
                <c:pt idx="3940">
                  <c:v>6.0</c:v>
                </c:pt>
                <c:pt idx="3941">
                  <c:v>6.0</c:v>
                </c:pt>
                <c:pt idx="3942">
                  <c:v>6.0</c:v>
                </c:pt>
                <c:pt idx="3943">
                  <c:v>6.0</c:v>
                </c:pt>
                <c:pt idx="3944">
                  <c:v>6.0</c:v>
                </c:pt>
                <c:pt idx="3945">
                  <c:v>6.0</c:v>
                </c:pt>
                <c:pt idx="3946">
                  <c:v>6.0</c:v>
                </c:pt>
                <c:pt idx="3947">
                  <c:v>6.0</c:v>
                </c:pt>
                <c:pt idx="3948">
                  <c:v>6.0</c:v>
                </c:pt>
                <c:pt idx="3949">
                  <c:v>6.0</c:v>
                </c:pt>
                <c:pt idx="3950">
                  <c:v>6.0</c:v>
                </c:pt>
                <c:pt idx="3951">
                  <c:v>6.0</c:v>
                </c:pt>
                <c:pt idx="3952">
                  <c:v>6.0</c:v>
                </c:pt>
                <c:pt idx="3953">
                  <c:v>6.0</c:v>
                </c:pt>
                <c:pt idx="3954">
                  <c:v>6.0</c:v>
                </c:pt>
                <c:pt idx="3955">
                  <c:v>6.0</c:v>
                </c:pt>
                <c:pt idx="3956">
                  <c:v>6.0</c:v>
                </c:pt>
                <c:pt idx="3957">
                  <c:v>6.0</c:v>
                </c:pt>
                <c:pt idx="3958">
                  <c:v>6.0</c:v>
                </c:pt>
                <c:pt idx="3959">
                  <c:v>6.0</c:v>
                </c:pt>
                <c:pt idx="3960">
                  <c:v>6.0</c:v>
                </c:pt>
                <c:pt idx="3961">
                  <c:v>6.0</c:v>
                </c:pt>
                <c:pt idx="3962">
                  <c:v>6.0</c:v>
                </c:pt>
                <c:pt idx="3963">
                  <c:v>6.0</c:v>
                </c:pt>
                <c:pt idx="3964">
                  <c:v>6.0</c:v>
                </c:pt>
                <c:pt idx="3965">
                  <c:v>6.0</c:v>
                </c:pt>
                <c:pt idx="3966">
                  <c:v>6.0</c:v>
                </c:pt>
                <c:pt idx="3967">
                  <c:v>6.0</c:v>
                </c:pt>
                <c:pt idx="3968">
                  <c:v>6.0</c:v>
                </c:pt>
                <c:pt idx="3969">
                  <c:v>6.0</c:v>
                </c:pt>
                <c:pt idx="3970">
                  <c:v>6.0</c:v>
                </c:pt>
                <c:pt idx="3971">
                  <c:v>6.0</c:v>
                </c:pt>
                <c:pt idx="3972">
                  <c:v>6.0</c:v>
                </c:pt>
                <c:pt idx="3973">
                  <c:v>6.0</c:v>
                </c:pt>
                <c:pt idx="3974">
                  <c:v>6.0</c:v>
                </c:pt>
                <c:pt idx="3975">
                  <c:v>6.0</c:v>
                </c:pt>
                <c:pt idx="3976">
                  <c:v>6.0</c:v>
                </c:pt>
                <c:pt idx="3977">
                  <c:v>6.0</c:v>
                </c:pt>
                <c:pt idx="3978">
                  <c:v>6.0</c:v>
                </c:pt>
                <c:pt idx="3979">
                  <c:v>6.0</c:v>
                </c:pt>
                <c:pt idx="3980">
                  <c:v>6.0</c:v>
                </c:pt>
                <c:pt idx="3981">
                  <c:v>6.0</c:v>
                </c:pt>
                <c:pt idx="3982">
                  <c:v>6.0</c:v>
                </c:pt>
                <c:pt idx="3983">
                  <c:v>6.0</c:v>
                </c:pt>
                <c:pt idx="3984">
                  <c:v>6.0</c:v>
                </c:pt>
                <c:pt idx="3985">
                  <c:v>6.0</c:v>
                </c:pt>
                <c:pt idx="3986">
                  <c:v>6.0</c:v>
                </c:pt>
                <c:pt idx="3987">
                  <c:v>6.0</c:v>
                </c:pt>
                <c:pt idx="3988">
                  <c:v>6.0</c:v>
                </c:pt>
                <c:pt idx="3989">
                  <c:v>6.0</c:v>
                </c:pt>
                <c:pt idx="3990">
                  <c:v>6.0</c:v>
                </c:pt>
                <c:pt idx="3991">
                  <c:v>6.0</c:v>
                </c:pt>
                <c:pt idx="3992">
                  <c:v>6.0</c:v>
                </c:pt>
                <c:pt idx="3993">
                  <c:v>6.0</c:v>
                </c:pt>
                <c:pt idx="3994">
                  <c:v>6.0</c:v>
                </c:pt>
                <c:pt idx="3995">
                  <c:v>6.0</c:v>
                </c:pt>
                <c:pt idx="3996">
                  <c:v>6.0</c:v>
                </c:pt>
                <c:pt idx="3997">
                  <c:v>6.0</c:v>
                </c:pt>
                <c:pt idx="3998">
                  <c:v>6.0</c:v>
                </c:pt>
                <c:pt idx="3999">
                  <c:v>6.0</c:v>
                </c:pt>
                <c:pt idx="4000">
                  <c:v>6.0</c:v>
                </c:pt>
                <c:pt idx="4001">
                  <c:v>6.0</c:v>
                </c:pt>
                <c:pt idx="4002">
                  <c:v>6.0</c:v>
                </c:pt>
                <c:pt idx="4003">
                  <c:v>6.0</c:v>
                </c:pt>
                <c:pt idx="4004">
                  <c:v>6.0</c:v>
                </c:pt>
                <c:pt idx="4005">
                  <c:v>6.0</c:v>
                </c:pt>
                <c:pt idx="4006">
                  <c:v>6.0</c:v>
                </c:pt>
                <c:pt idx="4007">
                  <c:v>6.0</c:v>
                </c:pt>
                <c:pt idx="4008">
                  <c:v>6.0</c:v>
                </c:pt>
                <c:pt idx="4009">
                  <c:v>6.0</c:v>
                </c:pt>
                <c:pt idx="4010">
                  <c:v>6.0</c:v>
                </c:pt>
                <c:pt idx="4011">
                  <c:v>6.0</c:v>
                </c:pt>
                <c:pt idx="4012">
                  <c:v>6.0</c:v>
                </c:pt>
                <c:pt idx="4013">
                  <c:v>6.0</c:v>
                </c:pt>
                <c:pt idx="4014">
                  <c:v>6.0</c:v>
                </c:pt>
                <c:pt idx="4015">
                  <c:v>6.0</c:v>
                </c:pt>
                <c:pt idx="4016">
                  <c:v>6.0</c:v>
                </c:pt>
                <c:pt idx="4017">
                  <c:v>6.0</c:v>
                </c:pt>
                <c:pt idx="4018">
                  <c:v>6.0</c:v>
                </c:pt>
                <c:pt idx="4019">
                  <c:v>6.0</c:v>
                </c:pt>
                <c:pt idx="4020">
                  <c:v>6.0</c:v>
                </c:pt>
                <c:pt idx="4021">
                  <c:v>6.0</c:v>
                </c:pt>
                <c:pt idx="4022">
                  <c:v>6.0</c:v>
                </c:pt>
                <c:pt idx="4023">
                  <c:v>6.0</c:v>
                </c:pt>
                <c:pt idx="4024">
                  <c:v>6.0</c:v>
                </c:pt>
                <c:pt idx="4025">
                  <c:v>6.0</c:v>
                </c:pt>
                <c:pt idx="4026">
                  <c:v>6.0</c:v>
                </c:pt>
                <c:pt idx="4027">
                  <c:v>6.0</c:v>
                </c:pt>
                <c:pt idx="4028">
                  <c:v>6.0</c:v>
                </c:pt>
                <c:pt idx="4029">
                  <c:v>6.0</c:v>
                </c:pt>
                <c:pt idx="4030">
                  <c:v>6.0</c:v>
                </c:pt>
                <c:pt idx="4031">
                  <c:v>6.0</c:v>
                </c:pt>
                <c:pt idx="4032">
                  <c:v>6.0</c:v>
                </c:pt>
                <c:pt idx="4033">
                  <c:v>6.0</c:v>
                </c:pt>
                <c:pt idx="4034">
                  <c:v>6.0</c:v>
                </c:pt>
                <c:pt idx="4035">
                  <c:v>6.0</c:v>
                </c:pt>
                <c:pt idx="4036">
                  <c:v>6.0</c:v>
                </c:pt>
                <c:pt idx="4037">
                  <c:v>6.0</c:v>
                </c:pt>
                <c:pt idx="4038">
                  <c:v>6.0</c:v>
                </c:pt>
                <c:pt idx="4039">
                  <c:v>6.0</c:v>
                </c:pt>
                <c:pt idx="4040">
                  <c:v>6.0</c:v>
                </c:pt>
                <c:pt idx="4041">
                  <c:v>6.0</c:v>
                </c:pt>
                <c:pt idx="4042">
                  <c:v>6.0</c:v>
                </c:pt>
                <c:pt idx="4043">
                  <c:v>6.0</c:v>
                </c:pt>
                <c:pt idx="4044">
                  <c:v>6.0</c:v>
                </c:pt>
                <c:pt idx="4045">
                  <c:v>6.0</c:v>
                </c:pt>
                <c:pt idx="4046">
                  <c:v>6.0</c:v>
                </c:pt>
                <c:pt idx="4047">
                  <c:v>6.0</c:v>
                </c:pt>
                <c:pt idx="4048">
                  <c:v>6.0</c:v>
                </c:pt>
                <c:pt idx="4049">
                  <c:v>6.0</c:v>
                </c:pt>
                <c:pt idx="4050">
                  <c:v>6.0</c:v>
                </c:pt>
                <c:pt idx="4051">
                  <c:v>6.0</c:v>
                </c:pt>
                <c:pt idx="4052">
                  <c:v>6.0</c:v>
                </c:pt>
                <c:pt idx="4053">
                  <c:v>6.0</c:v>
                </c:pt>
                <c:pt idx="4054">
                  <c:v>6.0</c:v>
                </c:pt>
                <c:pt idx="4055">
                  <c:v>6.0</c:v>
                </c:pt>
                <c:pt idx="4056">
                  <c:v>6.0</c:v>
                </c:pt>
                <c:pt idx="4057">
                  <c:v>6.0</c:v>
                </c:pt>
                <c:pt idx="4058">
                  <c:v>6.0</c:v>
                </c:pt>
                <c:pt idx="4059">
                  <c:v>6.0</c:v>
                </c:pt>
                <c:pt idx="4060">
                  <c:v>6.0</c:v>
                </c:pt>
                <c:pt idx="4061">
                  <c:v>6.0</c:v>
                </c:pt>
                <c:pt idx="4062">
                  <c:v>6.0</c:v>
                </c:pt>
                <c:pt idx="4063">
                  <c:v>6.0</c:v>
                </c:pt>
                <c:pt idx="4064">
                  <c:v>6.0</c:v>
                </c:pt>
                <c:pt idx="4065">
                  <c:v>6.0</c:v>
                </c:pt>
                <c:pt idx="4066">
                  <c:v>6.0</c:v>
                </c:pt>
                <c:pt idx="4067">
                  <c:v>6.0</c:v>
                </c:pt>
                <c:pt idx="4068">
                  <c:v>6.0</c:v>
                </c:pt>
                <c:pt idx="4069">
                  <c:v>6.0</c:v>
                </c:pt>
                <c:pt idx="4070">
                  <c:v>6.0</c:v>
                </c:pt>
                <c:pt idx="4071">
                  <c:v>6.0</c:v>
                </c:pt>
                <c:pt idx="4072">
                  <c:v>6.0</c:v>
                </c:pt>
                <c:pt idx="4073">
                  <c:v>6.0</c:v>
                </c:pt>
                <c:pt idx="4074">
                  <c:v>6.0</c:v>
                </c:pt>
                <c:pt idx="4075">
                  <c:v>6.0</c:v>
                </c:pt>
                <c:pt idx="4076">
                  <c:v>6.0</c:v>
                </c:pt>
                <c:pt idx="4077">
                  <c:v>6.0</c:v>
                </c:pt>
                <c:pt idx="4078">
                  <c:v>6.0</c:v>
                </c:pt>
                <c:pt idx="4079">
                  <c:v>6.0</c:v>
                </c:pt>
                <c:pt idx="4080">
                  <c:v>6.0</c:v>
                </c:pt>
                <c:pt idx="4081">
                  <c:v>6.0</c:v>
                </c:pt>
                <c:pt idx="4082">
                  <c:v>6.0</c:v>
                </c:pt>
                <c:pt idx="4083">
                  <c:v>6.0</c:v>
                </c:pt>
                <c:pt idx="4084">
                  <c:v>6.0</c:v>
                </c:pt>
                <c:pt idx="4085">
                  <c:v>6.0</c:v>
                </c:pt>
                <c:pt idx="4086">
                  <c:v>6.0</c:v>
                </c:pt>
                <c:pt idx="4087">
                  <c:v>6.0</c:v>
                </c:pt>
                <c:pt idx="4088">
                  <c:v>6.0</c:v>
                </c:pt>
                <c:pt idx="4089">
                  <c:v>6.0</c:v>
                </c:pt>
                <c:pt idx="4090">
                  <c:v>6.0</c:v>
                </c:pt>
                <c:pt idx="4091">
                  <c:v>6.0</c:v>
                </c:pt>
                <c:pt idx="4092">
                  <c:v>6.0</c:v>
                </c:pt>
                <c:pt idx="4093">
                  <c:v>6.0</c:v>
                </c:pt>
                <c:pt idx="4094">
                  <c:v>6.0</c:v>
                </c:pt>
                <c:pt idx="4095">
                  <c:v>6.0</c:v>
                </c:pt>
                <c:pt idx="4096">
                  <c:v>6.0</c:v>
                </c:pt>
                <c:pt idx="4097">
                  <c:v>6.0</c:v>
                </c:pt>
                <c:pt idx="4098">
                  <c:v>6.0</c:v>
                </c:pt>
                <c:pt idx="4099">
                  <c:v>6.0</c:v>
                </c:pt>
                <c:pt idx="4100">
                  <c:v>6.0</c:v>
                </c:pt>
                <c:pt idx="4101">
                  <c:v>6.0</c:v>
                </c:pt>
                <c:pt idx="4102">
                  <c:v>6.0</c:v>
                </c:pt>
                <c:pt idx="4103">
                  <c:v>6.0</c:v>
                </c:pt>
                <c:pt idx="4104">
                  <c:v>6.0</c:v>
                </c:pt>
                <c:pt idx="4105">
                  <c:v>6.0</c:v>
                </c:pt>
                <c:pt idx="4106">
                  <c:v>6.0</c:v>
                </c:pt>
                <c:pt idx="4107">
                  <c:v>6.0</c:v>
                </c:pt>
                <c:pt idx="4108">
                  <c:v>6.0</c:v>
                </c:pt>
                <c:pt idx="4109">
                  <c:v>6.0</c:v>
                </c:pt>
                <c:pt idx="4110">
                  <c:v>6.0</c:v>
                </c:pt>
                <c:pt idx="4111">
                  <c:v>6.0</c:v>
                </c:pt>
                <c:pt idx="4112">
                  <c:v>6.0</c:v>
                </c:pt>
                <c:pt idx="4113">
                  <c:v>6.0</c:v>
                </c:pt>
                <c:pt idx="4114">
                  <c:v>6.0</c:v>
                </c:pt>
                <c:pt idx="4115">
                  <c:v>6.0</c:v>
                </c:pt>
                <c:pt idx="4116">
                  <c:v>6.0</c:v>
                </c:pt>
                <c:pt idx="4117">
                  <c:v>6.0</c:v>
                </c:pt>
                <c:pt idx="4118">
                  <c:v>6.0</c:v>
                </c:pt>
                <c:pt idx="4119">
                  <c:v>6.0</c:v>
                </c:pt>
                <c:pt idx="4120">
                  <c:v>6.0</c:v>
                </c:pt>
                <c:pt idx="4121">
                  <c:v>6.0</c:v>
                </c:pt>
                <c:pt idx="4122">
                  <c:v>6.0</c:v>
                </c:pt>
                <c:pt idx="4123">
                  <c:v>6.0</c:v>
                </c:pt>
                <c:pt idx="4124">
                  <c:v>6.0</c:v>
                </c:pt>
                <c:pt idx="4125">
                  <c:v>6.0</c:v>
                </c:pt>
                <c:pt idx="4126">
                  <c:v>6.0</c:v>
                </c:pt>
                <c:pt idx="4127">
                  <c:v>6.0</c:v>
                </c:pt>
                <c:pt idx="4128">
                  <c:v>6.0</c:v>
                </c:pt>
                <c:pt idx="4129">
                  <c:v>6.0</c:v>
                </c:pt>
                <c:pt idx="4130">
                  <c:v>6.0</c:v>
                </c:pt>
                <c:pt idx="4131">
                  <c:v>6.0</c:v>
                </c:pt>
                <c:pt idx="4132">
                  <c:v>6.0</c:v>
                </c:pt>
                <c:pt idx="4133">
                  <c:v>6.0</c:v>
                </c:pt>
                <c:pt idx="4134">
                  <c:v>6.0</c:v>
                </c:pt>
                <c:pt idx="4135">
                  <c:v>6.0</c:v>
                </c:pt>
                <c:pt idx="4136">
                  <c:v>6.0</c:v>
                </c:pt>
                <c:pt idx="4137">
                  <c:v>6.0</c:v>
                </c:pt>
                <c:pt idx="4138">
                  <c:v>6.0</c:v>
                </c:pt>
                <c:pt idx="4139">
                  <c:v>6.0</c:v>
                </c:pt>
                <c:pt idx="4140">
                  <c:v>6.0</c:v>
                </c:pt>
                <c:pt idx="4141">
                  <c:v>6.0</c:v>
                </c:pt>
                <c:pt idx="4142">
                  <c:v>6.0</c:v>
                </c:pt>
                <c:pt idx="4143">
                  <c:v>6.0</c:v>
                </c:pt>
                <c:pt idx="4144">
                  <c:v>6.0</c:v>
                </c:pt>
                <c:pt idx="4145">
                  <c:v>6.0</c:v>
                </c:pt>
                <c:pt idx="4146">
                  <c:v>6.0</c:v>
                </c:pt>
                <c:pt idx="4147">
                  <c:v>6.0</c:v>
                </c:pt>
                <c:pt idx="4148">
                  <c:v>6.0</c:v>
                </c:pt>
                <c:pt idx="4149">
                  <c:v>6.0</c:v>
                </c:pt>
                <c:pt idx="4150">
                  <c:v>6.0</c:v>
                </c:pt>
                <c:pt idx="4151">
                  <c:v>6.0</c:v>
                </c:pt>
                <c:pt idx="4152">
                  <c:v>6.0</c:v>
                </c:pt>
                <c:pt idx="4153">
                  <c:v>6.0</c:v>
                </c:pt>
                <c:pt idx="4154">
                  <c:v>6.0</c:v>
                </c:pt>
                <c:pt idx="4155">
                  <c:v>6.0</c:v>
                </c:pt>
                <c:pt idx="4156">
                  <c:v>6.0</c:v>
                </c:pt>
                <c:pt idx="4157">
                  <c:v>6.0</c:v>
                </c:pt>
                <c:pt idx="4158">
                  <c:v>6.0</c:v>
                </c:pt>
                <c:pt idx="4159">
                  <c:v>6.0</c:v>
                </c:pt>
                <c:pt idx="4160">
                  <c:v>6.0</c:v>
                </c:pt>
                <c:pt idx="4161">
                  <c:v>6.0</c:v>
                </c:pt>
                <c:pt idx="4162">
                  <c:v>6.0</c:v>
                </c:pt>
                <c:pt idx="4163">
                  <c:v>6.0</c:v>
                </c:pt>
                <c:pt idx="4164">
                  <c:v>6.0</c:v>
                </c:pt>
                <c:pt idx="4165">
                  <c:v>6.0</c:v>
                </c:pt>
                <c:pt idx="4166">
                  <c:v>6.0</c:v>
                </c:pt>
                <c:pt idx="4167">
                  <c:v>6.0</c:v>
                </c:pt>
                <c:pt idx="4168">
                  <c:v>6.0</c:v>
                </c:pt>
                <c:pt idx="4169">
                  <c:v>6.0</c:v>
                </c:pt>
                <c:pt idx="4170">
                  <c:v>6.0</c:v>
                </c:pt>
                <c:pt idx="4171">
                  <c:v>6.0</c:v>
                </c:pt>
                <c:pt idx="4172">
                  <c:v>6.0</c:v>
                </c:pt>
                <c:pt idx="4173">
                  <c:v>6.0</c:v>
                </c:pt>
                <c:pt idx="4174">
                  <c:v>6.0</c:v>
                </c:pt>
                <c:pt idx="4175">
                  <c:v>6.0</c:v>
                </c:pt>
                <c:pt idx="4176">
                  <c:v>6.0</c:v>
                </c:pt>
                <c:pt idx="4177">
                  <c:v>6.0</c:v>
                </c:pt>
                <c:pt idx="4178">
                  <c:v>6.0</c:v>
                </c:pt>
                <c:pt idx="4179">
                  <c:v>6.0</c:v>
                </c:pt>
                <c:pt idx="4180">
                  <c:v>6.0</c:v>
                </c:pt>
                <c:pt idx="4181">
                  <c:v>6.0</c:v>
                </c:pt>
                <c:pt idx="4182">
                  <c:v>6.0</c:v>
                </c:pt>
                <c:pt idx="4183">
                  <c:v>6.0</c:v>
                </c:pt>
                <c:pt idx="4184">
                  <c:v>6.0</c:v>
                </c:pt>
                <c:pt idx="4185">
                  <c:v>6.0</c:v>
                </c:pt>
                <c:pt idx="4186">
                  <c:v>6.0</c:v>
                </c:pt>
                <c:pt idx="4187">
                  <c:v>6.0</c:v>
                </c:pt>
                <c:pt idx="4188">
                  <c:v>6.0</c:v>
                </c:pt>
                <c:pt idx="4189">
                  <c:v>6.0</c:v>
                </c:pt>
                <c:pt idx="4190">
                  <c:v>6.0</c:v>
                </c:pt>
                <c:pt idx="4191">
                  <c:v>6.0</c:v>
                </c:pt>
                <c:pt idx="4192">
                  <c:v>6.0</c:v>
                </c:pt>
                <c:pt idx="4193">
                  <c:v>6.0</c:v>
                </c:pt>
                <c:pt idx="4194">
                  <c:v>6.0</c:v>
                </c:pt>
                <c:pt idx="4195">
                  <c:v>6.0</c:v>
                </c:pt>
                <c:pt idx="4196">
                  <c:v>6.0</c:v>
                </c:pt>
                <c:pt idx="4197">
                  <c:v>6.0</c:v>
                </c:pt>
                <c:pt idx="4198">
                  <c:v>6.0</c:v>
                </c:pt>
                <c:pt idx="4199">
                  <c:v>6.0</c:v>
                </c:pt>
                <c:pt idx="4200">
                  <c:v>6.0</c:v>
                </c:pt>
                <c:pt idx="4201">
                  <c:v>6.0</c:v>
                </c:pt>
                <c:pt idx="4202">
                  <c:v>6.0</c:v>
                </c:pt>
                <c:pt idx="4203">
                  <c:v>6.0</c:v>
                </c:pt>
                <c:pt idx="4204">
                  <c:v>6.0</c:v>
                </c:pt>
                <c:pt idx="4205">
                  <c:v>6.0</c:v>
                </c:pt>
                <c:pt idx="4206">
                  <c:v>6.0</c:v>
                </c:pt>
                <c:pt idx="4207">
                  <c:v>6.0</c:v>
                </c:pt>
                <c:pt idx="4208">
                  <c:v>6.0</c:v>
                </c:pt>
                <c:pt idx="4209">
                  <c:v>6.0</c:v>
                </c:pt>
                <c:pt idx="4210">
                  <c:v>6.0</c:v>
                </c:pt>
                <c:pt idx="4211">
                  <c:v>6.0</c:v>
                </c:pt>
                <c:pt idx="4212">
                  <c:v>6.0</c:v>
                </c:pt>
                <c:pt idx="4213">
                  <c:v>6.0</c:v>
                </c:pt>
                <c:pt idx="4214">
                  <c:v>6.0</c:v>
                </c:pt>
                <c:pt idx="4215">
                  <c:v>6.0</c:v>
                </c:pt>
                <c:pt idx="4216">
                  <c:v>6.0</c:v>
                </c:pt>
                <c:pt idx="4217">
                  <c:v>6.0</c:v>
                </c:pt>
                <c:pt idx="4218">
                  <c:v>6.0</c:v>
                </c:pt>
                <c:pt idx="4219">
                  <c:v>6.0</c:v>
                </c:pt>
                <c:pt idx="4220">
                  <c:v>6.0</c:v>
                </c:pt>
                <c:pt idx="4221">
                  <c:v>6.0</c:v>
                </c:pt>
                <c:pt idx="4222">
                  <c:v>6.0</c:v>
                </c:pt>
                <c:pt idx="4223">
                  <c:v>6.0</c:v>
                </c:pt>
                <c:pt idx="4224">
                  <c:v>6.0</c:v>
                </c:pt>
                <c:pt idx="4225">
                  <c:v>6.0</c:v>
                </c:pt>
                <c:pt idx="4226">
                  <c:v>6.0</c:v>
                </c:pt>
                <c:pt idx="4227">
                  <c:v>6.0</c:v>
                </c:pt>
                <c:pt idx="4228">
                  <c:v>6.0</c:v>
                </c:pt>
                <c:pt idx="4229">
                  <c:v>6.0</c:v>
                </c:pt>
                <c:pt idx="4230">
                  <c:v>6.0</c:v>
                </c:pt>
                <c:pt idx="4231">
                  <c:v>6.0</c:v>
                </c:pt>
                <c:pt idx="4232">
                  <c:v>6.0</c:v>
                </c:pt>
                <c:pt idx="4233">
                  <c:v>6.0</c:v>
                </c:pt>
                <c:pt idx="4234">
                  <c:v>6.0</c:v>
                </c:pt>
                <c:pt idx="4235">
                  <c:v>6.0</c:v>
                </c:pt>
                <c:pt idx="4236">
                  <c:v>6.0</c:v>
                </c:pt>
                <c:pt idx="4237">
                  <c:v>6.0</c:v>
                </c:pt>
                <c:pt idx="4238">
                  <c:v>6.0</c:v>
                </c:pt>
                <c:pt idx="4239">
                  <c:v>6.0</c:v>
                </c:pt>
                <c:pt idx="4240">
                  <c:v>6.0</c:v>
                </c:pt>
                <c:pt idx="4241">
                  <c:v>6.0</c:v>
                </c:pt>
                <c:pt idx="4242">
                  <c:v>6.0</c:v>
                </c:pt>
                <c:pt idx="4243">
                  <c:v>6.0</c:v>
                </c:pt>
                <c:pt idx="4244">
                  <c:v>6.0</c:v>
                </c:pt>
                <c:pt idx="4245">
                  <c:v>6.0</c:v>
                </c:pt>
                <c:pt idx="4246">
                  <c:v>6.0</c:v>
                </c:pt>
                <c:pt idx="4247">
                  <c:v>6.0</c:v>
                </c:pt>
                <c:pt idx="4248">
                  <c:v>6.0</c:v>
                </c:pt>
                <c:pt idx="4249">
                  <c:v>6.0</c:v>
                </c:pt>
                <c:pt idx="4250">
                  <c:v>6.0</c:v>
                </c:pt>
                <c:pt idx="4251">
                  <c:v>6.0</c:v>
                </c:pt>
                <c:pt idx="4252">
                  <c:v>6.0</c:v>
                </c:pt>
                <c:pt idx="4253">
                  <c:v>6.0</c:v>
                </c:pt>
                <c:pt idx="4254">
                  <c:v>6.0</c:v>
                </c:pt>
                <c:pt idx="4255">
                  <c:v>6.0</c:v>
                </c:pt>
                <c:pt idx="4256">
                  <c:v>6.0</c:v>
                </c:pt>
                <c:pt idx="4257">
                  <c:v>6.0</c:v>
                </c:pt>
                <c:pt idx="4258">
                  <c:v>6.0</c:v>
                </c:pt>
                <c:pt idx="4259">
                  <c:v>6.0</c:v>
                </c:pt>
                <c:pt idx="4260">
                  <c:v>6.0</c:v>
                </c:pt>
                <c:pt idx="4261">
                  <c:v>6.0</c:v>
                </c:pt>
                <c:pt idx="4262">
                  <c:v>6.0</c:v>
                </c:pt>
                <c:pt idx="4263">
                  <c:v>6.0</c:v>
                </c:pt>
                <c:pt idx="4264">
                  <c:v>6.0</c:v>
                </c:pt>
                <c:pt idx="4265">
                  <c:v>6.0</c:v>
                </c:pt>
                <c:pt idx="4266">
                  <c:v>6.0</c:v>
                </c:pt>
                <c:pt idx="4267">
                  <c:v>6.0</c:v>
                </c:pt>
                <c:pt idx="4268">
                  <c:v>6.0</c:v>
                </c:pt>
                <c:pt idx="4269">
                  <c:v>6.0</c:v>
                </c:pt>
                <c:pt idx="4270">
                  <c:v>6.0</c:v>
                </c:pt>
                <c:pt idx="4271">
                  <c:v>6.0</c:v>
                </c:pt>
                <c:pt idx="4272">
                  <c:v>6.0</c:v>
                </c:pt>
                <c:pt idx="4273">
                  <c:v>6.0</c:v>
                </c:pt>
                <c:pt idx="4274">
                  <c:v>6.0</c:v>
                </c:pt>
                <c:pt idx="4275">
                  <c:v>6.0</c:v>
                </c:pt>
                <c:pt idx="4276">
                  <c:v>6.0</c:v>
                </c:pt>
                <c:pt idx="4277">
                  <c:v>6.0</c:v>
                </c:pt>
                <c:pt idx="4278">
                  <c:v>6.0</c:v>
                </c:pt>
                <c:pt idx="4279">
                  <c:v>6.0</c:v>
                </c:pt>
                <c:pt idx="4280">
                  <c:v>6.0</c:v>
                </c:pt>
                <c:pt idx="4281">
                  <c:v>6.0</c:v>
                </c:pt>
                <c:pt idx="4282">
                  <c:v>6.0</c:v>
                </c:pt>
                <c:pt idx="4283">
                  <c:v>6.0</c:v>
                </c:pt>
                <c:pt idx="4284">
                  <c:v>6.0</c:v>
                </c:pt>
                <c:pt idx="4285">
                  <c:v>6.0</c:v>
                </c:pt>
                <c:pt idx="4286">
                  <c:v>6.0</c:v>
                </c:pt>
                <c:pt idx="4287">
                  <c:v>6.0</c:v>
                </c:pt>
                <c:pt idx="4288">
                  <c:v>6.0</c:v>
                </c:pt>
                <c:pt idx="4289">
                  <c:v>6.0</c:v>
                </c:pt>
                <c:pt idx="4290">
                  <c:v>6.0</c:v>
                </c:pt>
                <c:pt idx="4291">
                  <c:v>6.0</c:v>
                </c:pt>
                <c:pt idx="4292">
                  <c:v>6.0</c:v>
                </c:pt>
                <c:pt idx="4293">
                  <c:v>6.0</c:v>
                </c:pt>
                <c:pt idx="4294">
                  <c:v>6.0</c:v>
                </c:pt>
                <c:pt idx="4295">
                  <c:v>6.0</c:v>
                </c:pt>
                <c:pt idx="4296">
                  <c:v>6.0</c:v>
                </c:pt>
                <c:pt idx="4297">
                  <c:v>6.0</c:v>
                </c:pt>
                <c:pt idx="4298">
                  <c:v>6.0</c:v>
                </c:pt>
                <c:pt idx="4299">
                  <c:v>6.0</c:v>
                </c:pt>
                <c:pt idx="4300">
                  <c:v>6.0</c:v>
                </c:pt>
                <c:pt idx="4301">
                  <c:v>6.0</c:v>
                </c:pt>
                <c:pt idx="4302">
                  <c:v>6.0</c:v>
                </c:pt>
                <c:pt idx="4303">
                  <c:v>6.0</c:v>
                </c:pt>
                <c:pt idx="4304">
                  <c:v>6.0</c:v>
                </c:pt>
                <c:pt idx="4305">
                  <c:v>6.0</c:v>
                </c:pt>
                <c:pt idx="4306">
                  <c:v>6.0</c:v>
                </c:pt>
                <c:pt idx="4307">
                  <c:v>6.0</c:v>
                </c:pt>
                <c:pt idx="4308">
                  <c:v>6.0</c:v>
                </c:pt>
                <c:pt idx="4309">
                  <c:v>6.0</c:v>
                </c:pt>
                <c:pt idx="4310">
                  <c:v>6.0</c:v>
                </c:pt>
                <c:pt idx="4311">
                  <c:v>6.0</c:v>
                </c:pt>
                <c:pt idx="4312">
                  <c:v>6.0</c:v>
                </c:pt>
                <c:pt idx="4313">
                  <c:v>6.0</c:v>
                </c:pt>
                <c:pt idx="4314">
                  <c:v>6.0</c:v>
                </c:pt>
                <c:pt idx="4315">
                  <c:v>6.0</c:v>
                </c:pt>
                <c:pt idx="4316">
                  <c:v>6.0</c:v>
                </c:pt>
                <c:pt idx="4317">
                  <c:v>6.0</c:v>
                </c:pt>
                <c:pt idx="4318">
                  <c:v>6.0</c:v>
                </c:pt>
                <c:pt idx="4319">
                  <c:v>6.0</c:v>
                </c:pt>
                <c:pt idx="4320">
                  <c:v>6.0</c:v>
                </c:pt>
                <c:pt idx="4321">
                  <c:v>6.0</c:v>
                </c:pt>
                <c:pt idx="4322">
                  <c:v>6.0</c:v>
                </c:pt>
                <c:pt idx="4323">
                  <c:v>6.0</c:v>
                </c:pt>
                <c:pt idx="4324">
                  <c:v>6.0</c:v>
                </c:pt>
                <c:pt idx="4325">
                  <c:v>6.0</c:v>
                </c:pt>
                <c:pt idx="4326">
                  <c:v>6.0</c:v>
                </c:pt>
                <c:pt idx="4327">
                  <c:v>6.0</c:v>
                </c:pt>
                <c:pt idx="4328">
                  <c:v>6.0</c:v>
                </c:pt>
                <c:pt idx="4329">
                  <c:v>6.0</c:v>
                </c:pt>
                <c:pt idx="4330">
                  <c:v>6.0</c:v>
                </c:pt>
                <c:pt idx="4331">
                  <c:v>6.0</c:v>
                </c:pt>
                <c:pt idx="4332">
                  <c:v>6.0</c:v>
                </c:pt>
                <c:pt idx="4333">
                  <c:v>6.0</c:v>
                </c:pt>
                <c:pt idx="4334">
                  <c:v>6.0</c:v>
                </c:pt>
                <c:pt idx="4335">
                  <c:v>6.0</c:v>
                </c:pt>
                <c:pt idx="4336">
                  <c:v>6.0</c:v>
                </c:pt>
                <c:pt idx="4337">
                  <c:v>6.0</c:v>
                </c:pt>
                <c:pt idx="4338">
                  <c:v>6.0</c:v>
                </c:pt>
                <c:pt idx="4339">
                  <c:v>6.0</c:v>
                </c:pt>
                <c:pt idx="4340">
                  <c:v>6.0</c:v>
                </c:pt>
                <c:pt idx="4341">
                  <c:v>6.0</c:v>
                </c:pt>
                <c:pt idx="4342">
                  <c:v>6.0</c:v>
                </c:pt>
                <c:pt idx="4343">
                  <c:v>6.0</c:v>
                </c:pt>
                <c:pt idx="4344">
                  <c:v>6.0</c:v>
                </c:pt>
                <c:pt idx="4345">
                  <c:v>6.0</c:v>
                </c:pt>
                <c:pt idx="4346">
                  <c:v>6.0</c:v>
                </c:pt>
                <c:pt idx="4347">
                  <c:v>6.0</c:v>
                </c:pt>
                <c:pt idx="4348">
                  <c:v>6.0</c:v>
                </c:pt>
                <c:pt idx="4349">
                  <c:v>6.0</c:v>
                </c:pt>
                <c:pt idx="4350">
                  <c:v>6.0</c:v>
                </c:pt>
                <c:pt idx="4351">
                  <c:v>6.0</c:v>
                </c:pt>
                <c:pt idx="4352">
                  <c:v>6.0</c:v>
                </c:pt>
                <c:pt idx="4353">
                  <c:v>6.0</c:v>
                </c:pt>
                <c:pt idx="4354">
                  <c:v>6.0</c:v>
                </c:pt>
                <c:pt idx="4355">
                  <c:v>6.0</c:v>
                </c:pt>
                <c:pt idx="4356">
                  <c:v>6.0</c:v>
                </c:pt>
                <c:pt idx="4357">
                  <c:v>6.0</c:v>
                </c:pt>
                <c:pt idx="4358">
                  <c:v>6.0</c:v>
                </c:pt>
                <c:pt idx="4359">
                  <c:v>6.0</c:v>
                </c:pt>
                <c:pt idx="4360">
                  <c:v>6.0</c:v>
                </c:pt>
                <c:pt idx="4361">
                  <c:v>6.0</c:v>
                </c:pt>
                <c:pt idx="4362">
                  <c:v>6.0</c:v>
                </c:pt>
                <c:pt idx="4363">
                  <c:v>6.0</c:v>
                </c:pt>
                <c:pt idx="4364">
                  <c:v>6.0</c:v>
                </c:pt>
                <c:pt idx="4365">
                  <c:v>6.0</c:v>
                </c:pt>
                <c:pt idx="4366">
                  <c:v>6.0</c:v>
                </c:pt>
                <c:pt idx="4367">
                  <c:v>6.0</c:v>
                </c:pt>
                <c:pt idx="4368">
                  <c:v>6.0</c:v>
                </c:pt>
                <c:pt idx="4369">
                  <c:v>6.0</c:v>
                </c:pt>
                <c:pt idx="4370">
                  <c:v>6.0</c:v>
                </c:pt>
                <c:pt idx="4371">
                  <c:v>6.0</c:v>
                </c:pt>
                <c:pt idx="4372">
                  <c:v>6.0</c:v>
                </c:pt>
                <c:pt idx="4373">
                  <c:v>6.0</c:v>
                </c:pt>
                <c:pt idx="4374">
                  <c:v>6.0</c:v>
                </c:pt>
                <c:pt idx="4375">
                  <c:v>6.0</c:v>
                </c:pt>
                <c:pt idx="4376">
                  <c:v>6.0</c:v>
                </c:pt>
                <c:pt idx="4377">
                  <c:v>6.0</c:v>
                </c:pt>
                <c:pt idx="4378">
                  <c:v>6.0</c:v>
                </c:pt>
                <c:pt idx="4379">
                  <c:v>6.0</c:v>
                </c:pt>
                <c:pt idx="4380">
                  <c:v>6.0</c:v>
                </c:pt>
                <c:pt idx="4381">
                  <c:v>6.0</c:v>
                </c:pt>
                <c:pt idx="4382">
                  <c:v>6.0</c:v>
                </c:pt>
                <c:pt idx="4383">
                  <c:v>6.0</c:v>
                </c:pt>
                <c:pt idx="4384">
                  <c:v>6.0</c:v>
                </c:pt>
                <c:pt idx="4385">
                  <c:v>6.0</c:v>
                </c:pt>
                <c:pt idx="4386">
                  <c:v>6.0</c:v>
                </c:pt>
                <c:pt idx="4387">
                  <c:v>6.0</c:v>
                </c:pt>
                <c:pt idx="4388">
                  <c:v>6.0</c:v>
                </c:pt>
                <c:pt idx="4389">
                  <c:v>6.0</c:v>
                </c:pt>
                <c:pt idx="4390">
                  <c:v>6.0</c:v>
                </c:pt>
                <c:pt idx="4391">
                  <c:v>6.0</c:v>
                </c:pt>
                <c:pt idx="4392">
                  <c:v>6.0</c:v>
                </c:pt>
                <c:pt idx="4393">
                  <c:v>6.0</c:v>
                </c:pt>
                <c:pt idx="4394">
                  <c:v>6.0</c:v>
                </c:pt>
                <c:pt idx="4395">
                  <c:v>6.0</c:v>
                </c:pt>
                <c:pt idx="4396">
                  <c:v>6.0</c:v>
                </c:pt>
                <c:pt idx="4397">
                  <c:v>6.0</c:v>
                </c:pt>
                <c:pt idx="4398">
                  <c:v>6.0</c:v>
                </c:pt>
                <c:pt idx="4399">
                  <c:v>6.0</c:v>
                </c:pt>
                <c:pt idx="4400">
                  <c:v>6.0</c:v>
                </c:pt>
                <c:pt idx="4401">
                  <c:v>6.0</c:v>
                </c:pt>
                <c:pt idx="4402">
                  <c:v>6.0</c:v>
                </c:pt>
                <c:pt idx="4403">
                  <c:v>6.0</c:v>
                </c:pt>
                <c:pt idx="4404">
                  <c:v>6.0</c:v>
                </c:pt>
                <c:pt idx="4405">
                  <c:v>6.0</c:v>
                </c:pt>
                <c:pt idx="4406">
                  <c:v>6.0</c:v>
                </c:pt>
                <c:pt idx="4407">
                  <c:v>6.0</c:v>
                </c:pt>
                <c:pt idx="4408">
                  <c:v>6.0</c:v>
                </c:pt>
                <c:pt idx="4409">
                  <c:v>6.0</c:v>
                </c:pt>
                <c:pt idx="4410">
                  <c:v>6.0</c:v>
                </c:pt>
                <c:pt idx="4411">
                  <c:v>6.0</c:v>
                </c:pt>
                <c:pt idx="4412">
                  <c:v>6.0</c:v>
                </c:pt>
                <c:pt idx="4413">
                  <c:v>6.0</c:v>
                </c:pt>
                <c:pt idx="4414">
                  <c:v>6.0</c:v>
                </c:pt>
                <c:pt idx="4415">
                  <c:v>6.0</c:v>
                </c:pt>
                <c:pt idx="4416">
                  <c:v>6.0</c:v>
                </c:pt>
                <c:pt idx="4417">
                  <c:v>6.0</c:v>
                </c:pt>
                <c:pt idx="4418">
                  <c:v>6.0</c:v>
                </c:pt>
                <c:pt idx="4419">
                  <c:v>6.0</c:v>
                </c:pt>
                <c:pt idx="4420">
                  <c:v>6.0</c:v>
                </c:pt>
                <c:pt idx="4421">
                  <c:v>6.0</c:v>
                </c:pt>
                <c:pt idx="4422">
                  <c:v>6.0</c:v>
                </c:pt>
                <c:pt idx="4423">
                  <c:v>6.0</c:v>
                </c:pt>
                <c:pt idx="4424">
                  <c:v>6.0</c:v>
                </c:pt>
                <c:pt idx="4425">
                  <c:v>6.0</c:v>
                </c:pt>
                <c:pt idx="4426">
                  <c:v>6.0</c:v>
                </c:pt>
                <c:pt idx="4427">
                  <c:v>6.0</c:v>
                </c:pt>
                <c:pt idx="4428">
                  <c:v>6.0</c:v>
                </c:pt>
                <c:pt idx="4429">
                  <c:v>6.0</c:v>
                </c:pt>
                <c:pt idx="4430">
                  <c:v>6.0</c:v>
                </c:pt>
                <c:pt idx="4431">
                  <c:v>6.0</c:v>
                </c:pt>
                <c:pt idx="4432">
                  <c:v>6.0</c:v>
                </c:pt>
                <c:pt idx="4433">
                  <c:v>6.0</c:v>
                </c:pt>
                <c:pt idx="4434">
                  <c:v>6.0</c:v>
                </c:pt>
                <c:pt idx="4435">
                  <c:v>6.0</c:v>
                </c:pt>
                <c:pt idx="4436">
                  <c:v>6.0</c:v>
                </c:pt>
                <c:pt idx="4437">
                  <c:v>6.0</c:v>
                </c:pt>
                <c:pt idx="4438">
                  <c:v>6.0</c:v>
                </c:pt>
                <c:pt idx="4439">
                  <c:v>6.0</c:v>
                </c:pt>
                <c:pt idx="4440">
                  <c:v>6.0</c:v>
                </c:pt>
                <c:pt idx="4441">
                  <c:v>6.0</c:v>
                </c:pt>
                <c:pt idx="4442">
                  <c:v>6.0</c:v>
                </c:pt>
                <c:pt idx="4443">
                  <c:v>6.0</c:v>
                </c:pt>
                <c:pt idx="4444">
                  <c:v>6.0</c:v>
                </c:pt>
                <c:pt idx="4445">
                  <c:v>6.0</c:v>
                </c:pt>
                <c:pt idx="4446">
                  <c:v>6.0</c:v>
                </c:pt>
                <c:pt idx="4447">
                  <c:v>6.0</c:v>
                </c:pt>
                <c:pt idx="4448">
                  <c:v>6.0</c:v>
                </c:pt>
                <c:pt idx="4449">
                  <c:v>6.0</c:v>
                </c:pt>
                <c:pt idx="4450">
                  <c:v>6.0</c:v>
                </c:pt>
                <c:pt idx="4451">
                  <c:v>6.0</c:v>
                </c:pt>
                <c:pt idx="4452">
                  <c:v>6.0</c:v>
                </c:pt>
                <c:pt idx="4453">
                  <c:v>6.0</c:v>
                </c:pt>
                <c:pt idx="4454">
                  <c:v>6.0</c:v>
                </c:pt>
                <c:pt idx="4455">
                  <c:v>6.0</c:v>
                </c:pt>
                <c:pt idx="4456">
                  <c:v>6.0</c:v>
                </c:pt>
                <c:pt idx="4457">
                  <c:v>6.0</c:v>
                </c:pt>
                <c:pt idx="4458">
                  <c:v>6.0</c:v>
                </c:pt>
                <c:pt idx="4459">
                  <c:v>6.0</c:v>
                </c:pt>
                <c:pt idx="4460">
                  <c:v>6.0</c:v>
                </c:pt>
                <c:pt idx="4461">
                  <c:v>6.0</c:v>
                </c:pt>
                <c:pt idx="4462">
                  <c:v>6.0</c:v>
                </c:pt>
                <c:pt idx="4463">
                  <c:v>6.0</c:v>
                </c:pt>
                <c:pt idx="4464">
                  <c:v>6.0</c:v>
                </c:pt>
                <c:pt idx="4465">
                  <c:v>6.0</c:v>
                </c:pt>
                <c:pt idx="4466">
                  <c:v>6.0</c:v>
                </c:pt>
                <c:pt idx="4467">
                  <c:v>6.0</c:v>
                </c:pt>
                <c:pt idx="4468">
                  <c:v>6.0</c:v>
                </c:pt>
                <c:pt idx="4469">
                  <c:v>6.0</c:v>
                </c:pt>
                <c:pt idx="4470">
                  <c:v>6.0</c:v>
                </c:pt>
                <c:pt idx="4471">
                  <c:v>6.0</c:v>
                </c:pt>
                <c:pt idx="4472">
                  <c:v>6.0</c:v>
                </c:pt>
                <c:pt idx="4473">
                  <c:v>6.0</c:v>
                </c:pt>
                <c:pt idx="4474">
                  <c:v>6.0</c:v>
                </c:pt>
                <c:pt idx="4475">
                  <c:v>6.0</c:v>
                </c:pt>
                <c:pt idx="4476">
                  <c:v>6.0</c:v>
                </c:pt>
                <c:pt idx="4477">
                  <c:v>6.0</c:v>
                </c:pt>
                <c:pt idx="4478">
                  <c:v>6.0</c:v>
                </c:pt>
                <c:pt idx="4479">
                  <c:v>6.0</c:v>
                </c:pt>
                <c:pt idx="4480">
                  <c:v>6.0</c:v>
                </c:pt>
                <c:pt idx="4481">
                  <c:v>6.0</c:v>
                </c:pt>
                <c:pt idx="4482">
                  <c:v>6.0</c:v>
                </c:pt>
                <c:pt idx="4483">
                  <c:v>6.0</c:v>
                </c:pt>
                <c:pt idx="4484">
                  <c:v>6.0</c:v>
                </c:pt>
                <c:pt idx="4485">
                  <c:v>6.0</c:v>
                </c:pt>
                <c:pt idx="4486">
                  <c:v>6.0</c:v>
                </c:pt>
                <c:pt idx="4487">
                  <c:v>6.0</c:v>
                </c:pt>
                <c:pt idx="4488">
                  <c:v>6.0</c:v>
                </c:pt>
                <c:pt idx="4489">
                  <c:v>6.0</c:v>
                </c:pt>
                <c:pt idx="4490">
                  <c:v>6.0</c:v>
                </c:pt>
                <c:pt idx="4491">
                  <c:v>6.0</c:v>
                </c:pt>
                <c:pt idx="4492">
                  <c:v>6.0</c:v>
                </c:pt>
                <c:pt idx="4493">
                  <c:v>6.0</c:v>
                </c:pt>
                <c:pt idx="4494">
                  <c:v>6.0</c:v>
                </c:pt>
                <c:pt idx="4495">
                  <c:v>6.0</c:v>
                </c:pt>
                <c:pt idx="4496">
                  <c:v>6.0</c:v>
                </c:pt>
                <c:pt idx="4497">
                  <c:v>6.0</c:v>
                </c:pt>
                <c:pt idx="4498">
                  <c:v>6.0</c:v>
                </c:pt>
                <c:pt idx="4499">
                  <c:v>6.0</c:v>
                </c:pt>
                <c:pt idx="4500">
                  <c:v>6.0</c:v>
                </c:pt>
                <c:pt idx="4501">
                  <c:v>6.0</c:v>
                </c:pt>
                <c:pt idx="4502">
                  <c:v>6.0</c:v>
                </c:pt>
                <c:pt idx="4503">
                  <c:v>6.0</c:v>
                </c:pt>
                <c:pt idx="4504">
                  <c:v>6.0</c:v>
                </c:pt>
                <c:pt idx="4505">
                  <c:v>6.0</c:v>
                </c:pt>
                <c:pt idx="4506">
                  <c:v>6.0</c:v>
                </c:pt>
                <c:pt idx="4507">
                  <c:v>6.0</c:v>
                </c:pt>
                <c:pt idx="4508">
                  <c:v>6.0</c:v>
                </c:pt>
                <c:pt idx="4509">
                  <c:v>6.0</c:v>
                </c:pt>
                <c:pt idx="4510">
                  <c:v>6.0</c:v>
                </c:pt>
                <c:pt idx="4511">
                  <c:v>6.0</c:v>
                </c:pt>
                <c:pt idx="4512">
                  <c:v>6.0</c:v>
                </c:pt>
                <c:pt idx="4513">
                  <c:v>6.0</c:v>
                </c:pt>
                <c:pt idx="4514">
                  <c:v>6.0</c:v>
                </c:pt>
                <c:pt idx="4515">
                  <c:v>6.0</c:v>
                </c:pt>
                <c:pt idx="4516">
                  <c:v>6.0</c:v>
                </c:pt>
                <c:pt idx="4517">
                  <c:v>6.0</c:v>
                </c:pt>
                <c:pt idx="4518">
                  <c:v>6.0</c:v>
                </c:pt>
                <c:pt idx="4519">
                  <c:v>6.0</c:v>
                </c:pt>
                <c:pt idx="4520">
                  <c:v>6.0</c:v>
                </c:pt>
                <c:pt idx="4521">
                  <c:v>6.0</c:v>
                </c:pt>
                <c:pt idx="4522">
                  <c:v>6.0</c:v>
                </c:pt>
                <c:pt idx="4523">
                  <c:v>6.0</c:v>
                </c:pt>
                <c:pt idx="4524">
                  <c:v>6.0</c:v>
                </c:pt>
                <c:pt idx="4525">
                  <c:v>6.0</c:v>
                </c:pt>
                <c:pt idx="4526">
                  <c:v>6.0</c:v>
                </c:pt>
                <c:pt idx="4527">
                  <c:v>6.0</c:v>
                </c:pt>
                <c:pt idx="4528">
                  <c:v>6.0</c:v>
                </c:pt>
                <c:pt idx="4529">
                  <c:v>6.0</c:v>
                </c:pt>
                <c:pt idx="4530">
                  <c:v>6.0</c:v>
                </c:pt>
                <c:pt idx="4531">
                  <c:v>6.0</c:v>
                </c:pt>
                <c:pt idx="4532">
                  <c:v>6.0</c:v>
                </c:pt>
                <c:pt idx="4533">
                  <c:v>6.0</c:v>
                </c:pt>
                <c:pt idx="4534">
                  <c:v>6.0</c:v>
                </c:pt>
                <c:pt idx="4535">
                  <c:v>6.0</c:v>
                </c:pt>
                <c:pt idx="4536">
                  <c:v>6.0</c:v>
                </c:pt>
                <c:pt idx="4537">
                  <c:v>6.0</c:v>
                </c:pt>
                <c:pt idx="4538">
                  <c:v>6.0</c:v>
                </c:pt>
                <c:pt idx="4539">
                  <c:v>6.0</c:v>
                </c:pt>
                <c:pt idx="4540">
                  <c:v>6.0</c:v>
                </c:pt>
                <c:pt idx="4541">
                  <c:v>6.0</c:v>
                </c:pt>
                <c:pt idx="4542">
                  <c:v>6.0</c:v>
                </c:pt>
                <c:pt idx="4543">
                  <c:v>6.0</c:v>
                </c:pt>
                <c:pt idx="4544">
                  <c:v>6.0</c:v>
                </c:pt>
                <c:pt idx="4545">
                  <c:v>6.0</c:v>
                </c:pt>
                <c:pt idx="4546">
                  <c:v>6.0</c:v>
                </c:pt>
                <c:pt idx="4547">
                  <c:v>6.0</c:v>
                </c:pt>
                <c:pt idx="4548">
                  <c:v>6.0</c:v>
                </c:pt>
                <c:pt idx="4549">
                  <c:v>6.0</c:v>
                </c:pt>
                <c:pt idx="4550">
                  <c:v>6.0</c:v>
                </c:pt>
                <c:pt idx="4551">
                  <c:v>6.0</c:v>
                </c:pt>
                <c:pt idx="4552">
                  <c:v>6.0</c:v>
                </c:pt>
                <c:pt idx="4553">
                  <c:v>6.0</c:v>
                </c:pt>
                <c:pt idx="4554">
                  <c:v>6.0</c:v>
                </c:pt>
                <c:pt idx="4555">
                  <c:v>6.0</c:v>
                </c:pt>
                <c:pt idx="4556">
                  <c:v>6.0</c:v>
                </c:pt>
                <c:pt idx="4557">
                  <c:v>6.0</c:v>
                </c:pt>
                <c:pt idx="4558">
                  <c:v>6.0</c:v>
                </c:pt>
                <c:pt idx="4559">
                  <c:v>6.0</c:v>
                </c:pt>
                <c:pt idx="4560">
                  <c:v>6.0</c:v>
                </c:pt>
                <c:pt idx="4561">
                  <c:v>6.0</c:v>
                </c:pt>
                <c:pt idx="4562">
                  <c:v>6.0</c:v>
                </c:pt>
                <c:pt idx="4563">
                  <c:v>6.0</c:v>
                </c:pt>
                <c:pt idx="4564">
                  <c:v>6.0</c:v>
                </c:pt>
                <c:pt idx="4565">
                  <c:v>6.0</c:v>
                </c:pt>
                <c:pt idx="4566">
                  <c:v>6.0</c:v>
                </c:pt>
                <c:pt idx="4567">
                  <c:v>6.0</c:v>
                </c:pt>
                <c:pt idx="4568">
                  <c:v>6.0</c:v>
                </c:pt>
                <c:pt idx="4569">
                  <c:v>6.0</c:v>
                </c:pt>
                <c:pt idx="4570">
                  <c:v>6.0</c:v>
                </c:pt>
                <c:pt idx="4571">
                  <c:v>6.0</c:v>
                </c:pt>
                <c:pt idx="4572">
                  <c:v>6.0</c:v>
                </c:pt>
                <c:pt idx="4573">
                  <c:v>6.0</c:v>
                </c:pt>
                <c:pt idx="4574">
                  <c:v>6.0</c:v>
                </c:pt>
                <c:pt idx="4575">
                  <c:v>6.0</c:v>
                </c:pt>
                <c:pt idx="4576">
                  <c:v>6.0</c:v>
                </c:pt>
                <c:pt idx="4577">
                  <c:v>6.0</c:v>
                </c:pt>
                <c:pt idx="4578">
                  <c:v>6.0</c:v>
                </c:pt>
                <c:pt idx="4579">
                  <c:v>6.0</c:v>
                </c:pt>
                <c:pt idx="4580">
                  <c:v>6.0</c:v>
                </c:pt>
                <c:pt idx="4581">
                  <c:v>6.0</c:v>
                </c:pt>
                <c:pt idx="4582">
                  <c:v>6.0</c:v>
                </c:pt>
                <c:pt idx="4583">
                  <c:v>6.0</c:v>
                </c:pt>
                <c:pt idx="4584">
                  <c:v>6.0</c:v>
                </c:pt>
                <c:pt idx="4585">
                  <c:v>6.0</c:v>
                </c:pt>
                <c:pt idx="4586">
                  <c:v>6.0</c:v>
                </c:pt>
                <c:pt idx="4587">
                  <c:v>6.0</c:v>
                </c:pt>
                <c:pt idx="4588">
                  <c:v>6.0</c:v>
                </c:pt>
                <c:pt idx="4589">
                  <c:v>6.0</c:v>
                </c:pt>
                <c:pt idx="4590">
                  <c:v>6.0</c:v>
                </c:pt>
                <c:pt idx="4591">
                  <c:v>6.0</c:v>
                </c:pt>
                <c:pt idx="4592">
                  <c:v>6.0</c:v>
                </c:pt>
                <c:pt idx="4593">
                  <c:v>6.0</c:v>
                </c:pt>
                <c:pt idx="4594">
                  <c:v>6.0</c:v>
                </c:pt>
                <c:pt idx="4595">
                  <c:v>6.0</c:v>
                </c:pt>
                <c:pt idx="4596">
                  <c:v>6.0</c:v>
                </c:pt>
                <c:pt idx="4597">
                  <c:v>6.0</c:v>
                </c:pt>
                <c:pt idx="4598">
                  <c:v>6.0</c:v>
                </c:pt>
                <c:pt idx="4599">
                  <c:v>6.0</c:v>
                </c:pt>
                <c:pt idx="4600">
                  <c:v>6.0</c:v>
                </c:pt>
                <c:pt idx="4601">
                  <c:v>6.0</c:v>
                </c:pt>
                <c:pt idx="4602">
                  <c:v>6.0</c:v>
                </c:pt>
                <c:pt idx="4603">
                  <c:v>6.0</c:v>
                </c:pt>
                <c:pt idx="4604">
                  <c:v>6.0</c:v>
                </c:pt>
                <c:pt idx="4605">
                  <c:v>6.0</c:v>
                </c:pt>
                <c:pt idx="4606">
                  <c:v>6.0</c:v>
                </c:pt>
                <c:pt idx="4607">
                  <c:v>6.0</c:v>
                </c:pt>
                <c:pt idx="4608">
                  <c:v>6.0</c:v>
                </c:pt>
                <c:pt idx="4609">
                  <c:v>6.0</c:v>
                </c:pt>
                <c:pt idx="4610">
                  <c:v>6.0</c:v>
                </c:pt>
                <c:pt idx="4611">
                  <c:v>6.0</c:v>
                </c:pt>
                <c:pt idx="4612">
                  <c:v>6.0</c:v>
                </c:pt>
                <c:pt idx="4613">
                  <c:v>6.0</c:v>
                </c:pt>
                <c:pt idx="4614">
                  <c:v>6.0</c:v>
                </c:pt>
                <c:pt idx="4615">
                  <c:v>6.0</c:v>
                </c:pt>
                <c:pt idx="4616">
                  <c:v>6.0</c:v>
                </c:pt>
                <c:pt idx="4617">
                  <c:v>6.0</c:v>
                </c:pt>
                <c:pt idx="4618">
                  <c:v>6.0</c:v>
                </c:pt>
                <c:pt idx="4619">
                  <c:v>6.0</c:v>
                </c:pt>
                <c:pt idx="4620">
                  <c:v>6.0</c:v>
                </c:pt>
                <c:pt idx="4621">
                  <c:v>6.0</c:v>
                </c:pt>
                <c:pt idx="4622">
                  <c:v>6.0</c:v>
                </c:pt>
                <c:pt idx="4623">
                  <c:v>6.0</c:v>
                </c:pt>
                <c:pt idx="4624">
                  <c:v>6.0</c:v>
                </c:pt>
                <c:pt idx="4625">
                  <c:v>6.0</c:v>
                </c:pt>
                <c:pt idx="4626">
                  <c:v>6.0</c:v>
                </c:pt>
                <c:pt idx="4627">
                  <c:v>6.0</c:v>
                </c:pt>
                <c:pt idx="4628">
                  <c:v>6.0</c:v>
                </c:pt>
                <c:pt idx="4629">
                  <c:v>6.0</c:v>
                </c:pt>
                <c:pt idx="4630">
                  <c:v>6.0</c:v>
                </c:pt>
                <c:pt idx="4631">
                  <c:v>6.0</c:v>
                </c:pt>
                <c:pt idx="4632">
                  <c:v>6.0</c:v>
                </c:pt>
                <c:pt idx="4633">
                  <c:v>6.0</c:v>
                </c:pt>
                <c:pt idx="4634">
                  <c:v>6.0</c:v>
                </c:pt>
                <c:pt idx="4635">
                  <c:v>6.0</c:v>
                </c:pt>
                <c:pt idx="4636">
                  <c:v>6.0</c:v>
                </c:pt>
                <c:pt idx="4637">
                  <c:v>6.0</c:v>
                </c:pt>
                <c:pt idx="4638">
                  <c:v>6.0</c:v>
                </c:pt>
                <c:pt idx="4639">
                  <c:v>6.0</c:v>
                </c:pt>
                <c:pt idx="4640">
                  <c:v>6.0</c:v>
                </c:pt>
                <c:pt idx="4641">
                  <c:v>6.0</c:v>
                </c:pt>
                <c:pt idx="4642">
                  <c:v>6.0</c:v>
                </c:pt>
                <c:pt idx="4643">
                  <c:v>6.0</c:v>
                </c:pt>
                <c:pt idx="4644">
                  <c:v>6.0</c:v>
                </c:pt>
                <c:pt idx="4645">
                  <c:v>6.0</c:v>
                </c:pt>
                <c:pt idx="4646">
                  <c:v>6.0</c:v>
                </c:pt>
                <c:pt idx="4647">
                  <c:v>6.0</c:v>
                </c:pt>
                <c:pt idx="4648">
                  <c:v>6.0</c:v>
                </c:pt>
                <c:pt idx="4649">
                  <c:v>6.0</c:v>
                </c:pt>
                <c:pt idx="4650">
                  <c:v>6.0</c:v>
                </c:pt>
                <c:pt idx="4651">
                  <c:v>6.0</c:v>
                </c:pt>
                <c:pt idx="4652">
                  <c:v>6.0</c:v>
                </c:pt>
                <c:pt idx="4653">
                  <c:v>6.0</c:v>
                </c:pt>
                <c:pt idx="4654">
                  <c:v>6.0</c:v>
                </c:pt>
                <c:pt idx="4655">
                  <c:v>6.0</c:v>
                </c:pt>
                <c:pt idx="4656">
                  <c:v>6.0</c:v>
                </c:pt>
                <c:pt idx="4657">
                  <c:v>6.0</c:v>
                </c:pt>
                <c:pt idx="4658">
                  <c:v>6.0</c:v>
                </c:pt>
                <c:pt idx="4659">
                  <c:v>6.0</c:v>
                </c:pt>
                <c:pt idx="4660">
                  <c:v>6.0</c:v>
                </c:pt>
                <c:pt idx="4661">
                  <c:v>6.0</c:v>
                </c:pt>
                <c:pt idx="4662">
                  <c:v>6.0</c:v>
                </c:pt>
                <c:pt idx="4663">
                  <c:v>6.0</c:v>
                </c:pt>
                <c:pt idx="4664">
                  <c:v>6.0</c:v>
                </c:pt>
                <c:pt idx="4665">
                  <c:v>6.0</c:v>
                </c:pt>
                <c:pt idx="4666">
                  <c:v>6.0</c:v>
                </c:pt>
                <c:pt idx="4667">
                  <c:v>6.0</c:v>
                </c:pt>
                <c:pt idx="4668">
                  <c:v>6.0</c:v>
                </c:pt>
                <c:pt idx="4669">
                  <c:v>6.0</c:v>
                </c:pt>
                <c:pt idx="4670">
                  <c:v>6.0</c:v>
                </c:pt>
                <c:pt idx="4671">
                  <c:v>6.0</c:v>
                </c:pt>
                <c:pt idx="4672">
                  <c:v>6.0</c:v>
                </c:pt>
                <c:pt idx="4673">
                  <c:v>6.0</c:v>
                </c:pt>
                <c:pt idx="4674">
                  <c:v>6.0</c:v>
                </c:pt>
                <c:pt idx="4675">
                  <c:v>6.0</c:v>
                </c:pt>
                <c:pt idx="4676">
                  <c:v>6.0</c:v>
                </c:pt>
                <c:pt idx="4677">
                  <c:v>6.0</c:v>
                </c:pt>
                <c:pt idx="4678">
                  <c:v>6.0</c:v>
                </c:pt>
                <c:pt idx="4679">
                  <c:v>6.0</c:v>
                </c:pt>
                <c:pt idx="4680">
                  <c:v>6.0</c:v>
                </c:pt>
                <c:pt idx="4681">
                  <c:v>6.0</c:v>
                </c:pt>
                <c:pt idx="4682">
                  <c:v>6.0</c:v>
                </c:pt>
                <c:pt idx="4683">
                  <c:v>6.0</c:v>
                </c:pt>
                <c:pt idx="4684">
                  <c:v>6.0</c:v>
                </c:pt>
                <c:pt idx="4685">
                  <c:v>6.0</c:v>
                </c:pt>
                <c:pt idx="4686">
                  <c:v>6.0</c:v>
                </c:pt>
                <c:pt idx="4687">
                  <c:v>6.0</c:v>
                </c:pt>
                <c:pt idx="4688">
                  <c:v>6.0</c:v>
                </c:pt>
                <c:pt idx="4689">
                  <c:v>6.0</c:v>
                </c:pt>
                <c:pt idx="4690">
                  <c:v>6.0</c:v>
                </c:pt>
                <c:pt idx="4691">
                  <c:v>6.0</c:v>
                </c:pt>
                <c:pt idx="4692">
                  <c:v>6.0</c:v>
                </c:pt>
                <c:pt idx="4693">
                  <c:v>6.0</c:v>
                </c:pt>
                <c:pt idx="4694">
                  <c:v>6.0</c:v>
                </c:pt>
                <c:pt idx="4695">
                  <c:v>6.0</c:v>
                </c:pt>
                <c:pt idx="4696">
                  <c:v>6.0</c:v>
                </c:pt>
                <c:pt idx="4697">
                  <c:v>6.0</c:v>
                </c:pt>
                <c:pt idx="4698">
                  <c:v>6.0</c:v>
                </c:pt>
                <c:pt idx="4699">
                  <c:v>6.0</c:v>
                </c:pt>
                <c:pt idx="4700">
                  <c:v>6.0</c:v>
                </c:pt>
                <c:pt idx="4701">
                  <c:v>6.0</c:v>
                </c:pt>
                <c:pt idx="4702">
                  <c:v>6.0</c:v>
                </c:pt>
                <c:pt idx="4703">
                  <c:v>6.0</c:v>
                </c:pt>
                <c:pt idx="4704">
                  <c:v>6.0</c:v>
                </c:pt>
                <c:pt idx="4705">
                  <c:v>6.0</c:v>
                </c:pt>
                <c:pt idx="4706">
                  <c:v>6.0</c:v>
                </c:pt>
                <c:pt idx="4707">
                  <c:v>6.0</c:v>
                </c:pt>
                <c:pt idx="4708">
                  <c:v>6.0</c:v>
                </c:pt>
                <c:pt idx="4709">
                  <c:v>6.0</c:v>
                </c:pt>
                <c:pt idx="4710">
                  <c:v>6.0</c:v>
                </c:pt>
                <c:pt idx="4711">
                  <c:v>6.0</c:v>
                </c:pt>
                <c:pt idx="4712">
                  <c:v>6.0</c:v>
                </c:pt>
                <c:pt idx="4713">
                  <c:v>6.0</c:v>
                </c:pt>
                <c:pt idx="4714">
                  <c:v>6.0</c:v>
                </c:pt>
                <c:pt idx="4715">
                  <c:v>6.0</c:v>
                </c:pt>
                <c:pt idx="4716">
                  <c:v>6.0</c:v>
                </c:pt>
                <c:pt idx="4717">
                  <c:v>6.0</c:v>
                </c:pt>
                <c:pt idx="4718">
                  <c:v>6.0</c:v>
                </c:pt>
                <c:pt idx="4719">
                  <c:v>6.0</c:v>
                </c:pt>
                <c:pt idx="4720">
                  <c:v>6.0</c:v>
                </c:pt>
                <c:pt idx="4721">
                  <c:v>6.0</c:v>
                </c:pt>
                <c:pt idx="4722">
                  <c:v>6.0</c:v>
                </c:pt>
                <c:pt idx="4723">
                  <c:v>6.0</c:v>
                </c:pt>
                <c:pt idx="4724">
                  <c:v>6.0</c:v>
                </c:pt>
                <c:pt idx="4725">
                  <c:v>6.0</c:v>
                </c:pt>
                <c:pt idx="4726">
                  <c:v>6.0</c:v>
                </c:pt>
                <c:pt idx="4727">
                  <c:v>6.0</c:v>
                </c:pt>
                <c:pt idx="4728">
                  <c:v>6.0</c:v>
                </c:pt>
                <c:pt idx="4729">
                  <c:v>6.0</c:v>
                </c:pt>
                <c:pt idx="4730">
                  <c:v>6.0</c:v>
                </c:pt>
                <c:pt idx="4731">
                  <c:v>6.0</c:v>
                </c:pt>
                <c:pt idx="4732">
                  <c:v>6.0</c:v>
                </c:pt>
                <c:pt idx="4733">
                  <c:v>6.0</c:v>
                </c:pt>
                <c:pt idx="4734">
                  <c:v>6.0</c:v>
                </c:pt>
                <c:pt idx="4735">
                  <c:v>6.0</c:v>
                </c:pt>
                <c:pt idx="4736">
                  <c:v>6.0</c:v>
                </c:pt>
                <c:pt idx="4737">
                  <c:v>6.0</c:v>
                </c:pt>
                <c:pt idx="4738">
                  <c:v>6.0</c:v>
                </c:pt>
                <c:pt idx="4739">
                  <c:v>6.0</c:v>
                </c:pt>
                <c:pt idx="4740">
                  <c:v>6.0</c:v>
                </c:pt>
                <c:pt idx="4741">
                  <c:v>6.0</c:v>
                </c:pt>
                <c:pt idx="4742">
                  <c:v>6.0</c:v>
                </c:pt>
                <c:pt idx="4743">
                  <c:v>6.0</c:v>
                </c:pt>
                <c:pt idx="4744">
                  <c:v>6.0</c:v>
                </c:pt>
                <c:pt idx="4745">
                  <c:v>6.0</c:v>
                </c:pt>
                <c:pt idx="4746">
                  <c:v>6.0</c:v>
                </c:pt>
                <c:pt idx="4747">
                  <c:v>6.0</c:v>
                </c:pt>
                <c:pt idx="4748">
                  <c:v>6.0</c:v>
                </c:pt>
                <c:pt idx="4749">
                  <c:v>6.0</c:v>
                </c:pt>
                <c:pt idx="4750">
                  <c:v>6.0</c:v>
                </c:pt>
                <c:pt idx="4751">
                  <c:v>6.0</c:v>
                </c:pt>
                <c:pt idx="4752">
                  <c:v>6.0</c:v>
                </c:pt>
                <c:pt idx="4753">
                  <c:v>6.0</c:v>
                </c:pt>
                <c:pt idx="4754">
                  <c:v>6.0</c:v>
                </c:pt>
                <c:pt idx="4755">
                  <c:v>6.0</c:v>
                </c:pt>
                <c:pt idx="4756">
                  <c:v>6.0</c:v>
                </c:pt>
                <c:pt idx="4757">
                  <c:v>6.0</c:v>
                </c:pt>
                <c:pt idx="4758">
                  <c:v>6.0</c:v>
                </c:pt>
                <c:pt idx="4759">
                  <c:v>6.0</c:v>
                </c:pt>
                <c:pt idx="4760">
                  <c:v>6.0</c:v>
                </c:pt>
                <c:pt idx="4761">
                  <c:v>6.0</c:v>
                </c:pt>
                <c:pt idx="4762">
                  <c:v>6.0</c:v>
                </c:pt>
                <c:pt idx="4763">
                  <c:v>6.0</c:v>
                </c:pt>
                <c:pt idx="4764">
                  <c:v>6.0</c:v>
                </c:pt>
                <c:pt idx="4765">
                  <c:v>6.0</c:v>
                </c:pt>
                <c:pt idx="4766">
                  <c:v>6.0</c:v>
                </c:pt>
                <c:pt idx="4767">
                  <c:v>6.0</c:v>
                </c:pt>
                <c:pt idx="4768">
                  <c:v>6.0</c:v>
                </c:pt>
                <c:pt idx="4769">
                  <c:v>6.0</c:v>
                </c:pt>
                <c:pt idx="4770">
                  <c:v>6.0</c:v>
                </c:pt>
                <c:pt idx="4771">
                  <c:v>6.0</c:v>
                </c:pt>
                <c:pt idx="4772">
                  <c:v>6.0</c:v>
                </c:pt>
                <c:pt idx="4773">
                  <c:v>6.0</c:v>
                </c:pt>
                <c:pt idx="4774">
                  <c:v>6.0</c:v>
                </c:pt>
                <c:pt idx="4775">
                  <c:v>6.0</c:v>
                </c:pt>
                <c:pt idx="4776">
                  <c:v>6.0</c:v>
                </c:pt>
                <c:pt idx="4777">
                  <c:v>6.0</c:v>
                </c:pt>
                <c:pt idx="4778">
                  <c:v>6.0</c:v>
                </c:pt>
                <c:pt idx="4779">
                  <c:v>6.0</c:v>
                </c:pt>
                <c:pt idx="4780">
                  <c:v>6.0</c:v>
                </c:pt>
                <c:pt idx="4781">
                  <c:v>6.0</c:v>
                </c:pt>
                <c:pt idx="4782">
                  <c:v>6.0</c:v>
                </c:pt>
                <c:pt idx="4783">
                  <c:v>6.0</c:v>
                </c:pt>
                <c:pt idx="4784">
                  <c:v>6.0</c:v>
                </c:pt>
                <c:pt idx="4785">
                  <c:v>6.0</c:v>
                </c:pt>
                <c:pt idx="4786">
                  <c:v>6.0</c:v>
                </c:pt>
                <c:pt idx="4787">
                  <c:v>6.0</c:v>
                </c:pt>
                <c:pt idx="4788">
                  <c:v>6.0</c:v>
                </c:pt>
                <c:pt idx="4789">
                  <c:v>6.0</c:v>
                </c:pt>
                <c:pt idx="4790">
                  <c:v>6.0</c:v>
                </c:pt>
                <c:pt idx="4791">
                  <c:v>6.0</c:v>
                </c:pt>
                <c:pt idx="4792">
                  <c:v>6.0</c:v>
                </c:pt>
                <c:pt idx="4793">
                  <c:v>6.0</c:v>
                </c:pt>
                <c:pt idx="4794">
                  <c:v>6.0</c:v>
                </c:pt>
                <c:pt idx="4795">
                  <c:v>6.0</c:v>
                </c:pt>
                <c:pt idx="4796">
                  <c:v>6.0</c:v>
                </c:pt>
                <c:pt idx="4797">
                  <c:v>6.0</c:v>
                </c:pt>
                <c:pt idx="4798">
                  <c:v>6.0</c:v>
                </c:pt>
                <c:pt idx="4799">
                  <c:v>6.0</c:v>
                </c:pt>
                <c:pt idx="4800">
                  <c:v>6.0</c:v>
                </c:pt>
                <c:pt idx="4801">
                  <c:v>6.0</c:v>
                </c:pt>
                <c:pt idx="4802">
                  <c:v>6.0</c:v>
                </c:pt>
                <c:pt idx="4803">
                  <c:v>6.0</c:v>
                </c:pt>
                <c:pt idx="4804">
                  <c:v>6.0</c:v>
                </c:pt>
                <c:pt idx="4805">
                  <c:v>6.0</c:v>
                </c:pt>
                <c:pt idx="4806">
                  <c:v>6.0</c:v>
                </c:pt>
                <c:pt idx="4807">
                  <c:v>6.0</c:v>
                </c:pt>
                <c:pt idx="4808">
                  <c:v>6.0</c:v>
                </c:pt>
                <c:pt idx="4809">
                  <c:v>6.0</c:v>
                </c:pt>
                <c:pt idx="4810">
                  <c:v>6.0</c:v>
                </c:pt>
                <c:pt idx="4811">
                  <c:v>6.0</c:v>
                </c:pt>
                <c:pt idx="4812">
                  <c:v>6.0</c:v>
                </c:pt>
                <c:pt idx="4813">
                  <c:v>6.0</c:v>
                </c:pt>
                <c:pt idx="4814">
                  <c:v>6.0</c:v>
                </c:pt>
                <c:pt idx="4815">
                  <c:v>6.0</c:v>
                </c:pt>
                <c:pt idx="4816">
                  <c:v>6.0</c:v>
                </c:pt>
                <c:pt idx="4817">
                  <c:v>6.0</c:v>
                </c:pt>
                <c:pt idx="4818">
                  <c:v>6.0</c:v>
                </c:pt>
                <c:pt idx="4819">
                  <c:v>6.0</c:v>
                </c:pt>
                <c:pt idx="4820">
                  <c:v>6.0</c:v>
                </c:pt>
                <c:pt idx="4821">
                  <c:v>6.0</c:v>
                </c:pt>
                <c:pt idx="4822">
                  <c:v>6.0</c:v>
                </c:pt>
                <c:pt idx="4823">
                  <c:v>6.0</c:v>
                </c:pt>
                <c:pt idx="4824">
                  <c:v>6.0</c:v>
                </c:pt>
                <c:pt idx="4825">
                  <c:v>6.0</c:v>
                </c:pt>
                <c:pt idx="4826">
                  <c:v>6.0</c:v>
                </c:pt>
                <c:pt idx="4827">
                  <c:v>6.0</c:v>
                </c:pt>
                <c:pt idx="4828">
                  <c:v>6.0</c:v>
                </c:pt>
                <c:pt idx="4829">
                  <c:v>6.0</c:v>
                </c:pt>
                <c:pt idx="4830">
                  <c:v>6.0</c:v>
                </c:pt>
                <c:pt idx="4831">
                  <c:v>6.0</c:v>
                </c:pt>
                <c:pt idx="4832">
                  <c:v>6.0</c:v>
                </c:pt>
                <c:pt idx="4833">
                  <c:v>6.0</c:v>
                </c:pt>
                <c:pt idx="4834">
                  <c:v>6.0</c:v>
                </c:pt>
                <c:pt idx="4835">
                  <c:v>6.0</c:v>
                </c:pt>
                <c:pt idx="4836">
                  <c:v>6.0</c:v>
                </c:pt>
                <c:pt idx="4837">
                  <c:v>6.0</c:v>
                </c:pt>
                <c:pt idx="4838">
                  <c:v>6.0</c:v>
                </c:pt>
                <c:pt idx="4839">
                  <c:v>6.0</c:v>
                </c:pt>
                <c:pt idx="4840">
                  <c:v>6.0</c:v>
                </c:pt>
                <c:pt idx="4841">
                  <c:v>6.0</c:v>
                </c:pt>
                <c:pt idx="4842">
                  <c:v>6.0</c:v>
                </c:pt>
                <c:pt idx="4843">
                  <c:v>6.0</c:v>
                </c:pt>
                <c:pt idx="4844">
                  <c:v>6.0</c:v>
                </c:pt>
                <c:pt idx="4845">
                  <c:v>6.0</c:v>
                </c:pt>
                <c:pt idx="4846">
                  <c:v>6.0</c:v>
                </c:pt>
                <c:pt idx="4847">
                  <c:v>6.0</c:v>
                </c:pt>
                <c:pt idx="4848">
                  <c:v>6.0</c:v>
                </c:pt>
                <c:pt idx="4849">
                  <c:v>6.0</c:v>
                </c:pt>
                <c:pt idx="4850">
                  <c:v>6.0</c:v>
                </c:pt>
                <c:pt idx="4851">
                  <c:v>6.0</c:v>
                </c:pt>
                <c:pt idx="4852">
                  <c:v>6.0</c:v>
                </c:pt>
                <c:pt idx="4853">
                  <c:v>6.0</c:v>
                </c:pt>
                <c:pt idx="4854">
                  <c:v>6.0</c:v>
                </c:pt>
                <c:pt idx="4855">
                  <c:v>6.0</c:v>
                </c:pt>
                <c:pt idx="4856">
                  <c:v>6.0</c:v>
                </c:pt>
                <c:pt idx="4857">
                  <c:v>6.0</c:v>
                </c:pt>
                <c:pt idx="4858">
                  <c:v>6.0</c:v>
                </c:pt>
                <c:pt idx="4859">
                  <c:v>6.0</c:v>
                </c:pt>
                <c:pt idx="4860">
                  <c:v>6.0</c:v>
                </c:pt>
                <c:pt idx="4861">
                  <c:v>6.0</c:v>
                </c:pt>
                <c:pt idx="4862">
                  <c:v>6.0</c:v>
                </c:pt>
                <c:pt idx="4863">
                  <c:v>6.0</c:v>
                </c:pt>
                <c:pt idx="4864">
                  <c:v>6.0</c:v>
                </c:pt>
                <c:pt idx="4865">
                  <c:v>6.0</c:v>
                </c:pt>
                <c:pt idx="4866">
                  <c:v>6.0</c:v>
                </c:pt>
                <c:pt idx="4867">
                  <c:v>6.0</c:v>
                </c:pt>
                <c:pt idx="4868">
                  <c:v>6.0</c:v>
                </c:pt>
                <c:pt idx="4869">
                  <c:v>6.0</c:v>
                </c:pt>
                <c:pt idx="4870">
                  <c:v>6.0</c:v>
                </c:pt>
                <c:pt idx="4871">
                  <c:v>6.0</c:v>
                </c:pt>
                <c:pt idx="4872">
                  <c:v>6.0</c:v>
                </c:pt>
                <c:pt idx="4873">
                  <c:v>6.0</c:v>
                </c:pt>
                <c:pt idx="4874">
                  <c:v>6.0</c:v>
                </c:pt>
                <c:pt idx="4875">
                  <c:v>6.0</c:v>
                </c:pt>
                <c:pt idx="4876">
                  <c:v>6.0</c:v>
                </c:pt>
                <c:pt idx="4877">
                  <c:v>6.0</c:v>
                </c:pt>
                <c:pt idx="4878">
                  <c:v>6.0</c:v>
                </c:pt>
                <c:pt idx="4879">
                  <c:v>6.0</c:v>
                </c:pt>
                <c:pt idx="4880">
                  <c:v>6.0</c:v>
                </c:pt>
                <c:pt idx="4881">
                  <c:v>6.0</c:v>
                </c:pt>
                <c:pt idx="4882">
                  <c:v>6.0</c:v>
                </c:pt>
                <c:pt idx="4883">
                  <c:v>6.0</c:v>
                </c:pt>
                <c:pt idx="4884">
                  <c:v>6.0</c:v>
                </c:pt>
                <c:pt idx="4885">
                  <c:v>6.0</c:v>
                </c:pt>
                <c:pt idx="4886">
                  <c:v>6.0</c:v>
                </c:pt>
                <c:pt idx="4887">
                  <c:v>6.0</c:v>
                </c:pt>
                <c:pt idx="4888">
                  <c:v>6.0</c:v>
                </c:pt>
                <c:pt idx="4889">
                  <c:v>6.0</c:v>
                </c:pt>
                <c:pt idx="4890">
                  <c:v>6.0</c:v>
                </c:pt>
                <c:pt idx="4891">
                  <c:v>6.0</c:v>
                </c:pt>
                <c:pt idx="4892">
                  <c:v>6.0</c:v>
                </c:pt>
                <c:pt idx="4893">
                  <c:v>6.0</c:v>
                </c:pt>
                <c:pt idx="4894">
                  <c:v>6.0</c:v>
                </c:pt>
                <c:pt idx="4895">
                  <c:v>6.0</c:v>
                </c:pt>
                <c:pt idx="4896">
                  <c:v>6.0</c:v>
                </c:pt>
                <c:pt idx="4897">
                  <c:v>6.0</c:v>
                </c:pt>
                <c:pt idx="4898">
                  <c:v>6.0</c:v>
                </c:pt>
                <c:pt idx="4899">
                  <c:v>6.0</c:v>
                </c:pt>
                <c:pt idx="4900">
                  <c:v>6.0</c:v>
                </c:pt>
                <c:pt idx="4901">
                  <c:v>6.0</c:v>
                </c:pt>
                <c:pt idx="4902">
                  <c:v>6.0</c:v>
                </c:pt>
                <c:pt idx="4903">
                  <c:v>6.0</c:v>
                </c:pt>
                <c:pt idx="4904">
                  <c:v>6.0</c:v>
                </c:pt>
                <c:pt idx="4905">
                  <c:v>6.0</c:v>
                </c:pt>
                <c:pt idx="4906">
                  <c:v>6.0</c:v>
                </c:pt>
                <c:pt idx="4907">
                  <c:v>6.0</c:v>
                </c:pt>
                <c:pt idx="4908">
                  <c:v>6.0</c:v>
                </c:pt>
                <c:pt idx="4909">
                  <c:v>6.0</c:v>
                </c:pt>
                <c:pt idx="4910">
                  <c:v>6.0</c:v>
                </c:pt>
                <c:pt idx="4911">
                  <c:v>6.0</c:v>
                </c:pt>
                <c:pt idx="4912">
                  <c:v>6.0</c:v>
                </c:pt>
                <c:pt idx="4913">
                  <c:v>6.0</c:v>
                </c:pt>
                <c:pt idx="4914">
                  <c:v>6.0</c:v>
                </c:pt>
                <c:pt idx="4915">
                  <c:v>6.0</c:v>
                </c:pt>
                <c:pt idx="4916">
                  <c:v>6.0</c:v>
                </c:pt>
                <c:pt idx="4917">
                  <c:v>6.0</c:v>
                </c:pt>
                <c:pt idx="4918">
                  <c:v>6.0</c:v>
                </c:pt>
                <c:pt idx="4919">
                  <c:v>6.0</c:v>
                </c:pt>
                <c:pt idx="4920">
                  <c:v>6.0</c:v>
                </c:pt>
                <c:pt idx="4921">
                  <c:v>6.0</c:v>
                </c:pt>
                <c:pt idx="4922">
                  <c:v>6.0</c:v>
                </c:pt>
                <c:pt idx="4923">
                  <c:v>6.0</c:v>
                </c:pt>
                <c:pt idx="4924">
                  <c:v>6.0</c:v>
                </c:pt>
                <c:pt idx="4925">
                  <c:v>6.0</c:v>
                </c:pt>
                <c:pt idx="4926">
                  <c:v>6.0</c:v>
                </c:pt>
                <c:pt idx="4927">
                  <c:v>6.0</c:v>
                </c:pt>
                <c:pt idx="4928">
                  <c:v>6.0</c:v>
                </c:pt>
                <c:pt idx="4929">
                  <c:v>6.0</c:v>
                </c:pt>
                <c:pt idx="4930">
                  <c:v>6.0</c:v>
                </c:pt>
                <c:pt idx="4931">
                  <c:v>6.0</c:v>
                </c:pt>
                <c:pt idx="4932">
                  <c:v>6.0</c:v>
                </c:pt>
                <c:pt idx="4933">
                  <c:v>6.0</c:v>
                </c:pt>
                <c:pt idx="4934">
                  <c:v>6.0</c:v>
                </c:pt>
                <c:pt idx="4935">
                  <c:v>6.0</c:v>
                </c:pt>
                <c:pt idx="4936">
                  <c:v>6.0</c:v>
                </c:pt>
                <c:pt idx="4937">
                  <c:v>6.0</c:v>
                </c:pt>
                <c:pt idx="4938">
                  <c:v>6.0</c:v>
                </c:pt>
                <c:pt idx="4939">
                  <c:v>6.0</c:v>
                </c:pt>
                <c:pt idx="4940">
                  <c:v>6.0</c:v>
                </c:pt>
                <c:pt idx="4941">
                  <c:v>6.0</c:v>
                </c:pt>
                <c:pt idx="4942">
                  <c:v>6.0</c:v>
                </c:pt>
                <c:pt idx="4943">
                  <c:v>6.0</c:v>
                </c:pt>
                <c:pt idx="4944">
                  <c:v>6.0</c:v>
                </c:pt>
                <c:pt idx="4945">
                  <c:v>6.0</c:v>
                </c:pt>
                <c:pt idx="4946">
                  <c:v>6.0</c:v>
                </c:pt>
                <c:pt idx="4947">
                  <c:v>6.0</c:v>
                </c:pt>
                <c:pt idx="4948">
                  <c:v>6.0</c:v>
                </c:pt>
                <c:pt idx="4949">
                  <c:v>6.0</c:v>
                </c:pt>
                <c:pt idx="4950">
                  <c:v>6.0</c:v>
                </c:pt>
                <c:pt idx="4951">
                  <c:v>6.0</c:v>
                </c:pt>
                <c:pt idx="4952">
                  <c:v>6.0</c:v>
                </c:pt>
                <c:pt idx="4953">
                  <c:v>6.0</c:v>
                </c:pt>
                <c:pt idx="4954">
                  <c:v>6.0</c:v>
                </c:pt>
                <c:pt idx="4955">
                  <c:v>6.0</c:v>
                </c:pt>
                <c:pt idx="4956">
                  <c:v>6.0</c:v>
                </c:pt>
                <c:pt idx="4957">
                  <c:v>6.0</c:v>
                </c:pt>
                <c:pt idx="4958">
                  <c:v>6.0</c:v>
                </c:pt>
                <c:pt idx="4959">
                  <c:v>6.0</c:v>
                </c:pt>
                <c:pt idx="4960">
                  <c:v>6.0</c:v>
                </c:pt>
                <c:pt idx="4961">
                  <c:v>6.0</c:v>
                </c:pt>
                <c:pt idx="4962">
                  <c:v>6.0</c:v>
                </c:pt>
                <c:pt idx="4963">
                  <c:v>6.0</c:v>
                </c:pt>
                <c:pt idx="4964">
                  <c:v>6.0</c:v>
                </c:pt>
                <c:pt idx="4965">
                  <c:v>6.0</c:v>
                </c:pt>
                <c:pt idx="4966">
                  <c:v>6.0</c:v>
                </c:pt>
                <c:pt idx="4967">
                  <c:v>6.0</c:v>
                </c:pt>
                <c:pt idx="4968">
                  <c:v>6.0</c:v>
                </c:pt>
                <c:pt idx="4969">
                  <c:v>6.0</c:v>
                </c:pt>
                <c:pt idx="4970">
                  <c:v>6.0</c:v>
                </c:pt>
                <c:pt idx="4971">
                  <c:v>6.0</c:v>
                </c:pt>
                <c:pt idx="4972">
                  <c:v>6.0</c:v>
                </c:pt>
                <c:pt idx="4973">
                  <c:v>6.0</c:v>
                </c:pt>
                <c:pt idx="4974">
                  <c:v>6.0</c:v>
                </c:pt>
                <c:pt idx="4975">
                  <c:v>6.0</c:v>
                </c:pt>
                <c:pt idx="4976">
                  <c:v>6.0</c:v>
                </c:pt>
                <c:pt idx="4977">
                  <c:v>6.0</c:v>
                </c:pt>
                <c:pt idx="4978">
                  <c:v>6.0</c:v>
                </c:pt>
                <c:pt idx="4979">
                  <c:v>6.0</c:v>
                </c:pt>
                <c:pt idx="4980">
                  <c:v>6.0</c:v>
                </c:pt>
                <c:pt idx="4981">
                  <c:v>6.0</c:v>
                </c:pt>
                <c:pt idx="4982">
                  <c:v>6.0</c:v>
                </c:pt>
                <c:pt idx="4983">
                  <c:v>6.0</c:v>
                </c:pt>
                <c:pt idx="4984">
                  <c:v>6.0</c:v>
                </c:pt>
                <c:pt idx="4985">
                  <c:v>6.0</c:v>
                </c:pt>
                <c:pt idx="4986">
                  <c:v>6.0</c:v>
                </c:pt>
                <c:pt idx="4987">
                  <c:v>6.0</c:v>
                </c:pt>
                <c:pt idx="4988">
                  <c:v>6.0</c:v>
                </c:pt>
                <c:pt idx="4989">
                  <c:v>6.0</c:v>
                </c:pt>
                <c:pt idx="4990">
                  <c:v>6.0</c:v>
                </c:pt>
                <c:pt idx="4991">
                  <c:v>6.0</c:v>
                </c:pt>
                <c:pt idx="4992">
                  <c:v>6.0</c:v>
                </c:pt>
                <c:pt idx="4993">
                  <c:v>6.0</c:v>
                </c:pt>
                <c:pt idx="4994">
                  <c:v>6.0</c:v>
                </c:pt>
                <c:pt idx="4995">
                  <c:v>6.0</c:v>
                </c:pt>
                <c:pt idx="4996">
                  <c:v>6.0</c:v>
                </c:pt>
                <c:pt idx="4997">
                  <c:v>6.0</c:v>
                </c:pt>
                <c:pt idx="4998">
                  <c:v>6.0</c:v>
                </c:pt>
                <c:pt idx="4999">
                  <c:v>6.0</c:v>
                </c:pt>
                <c:pt idx="5000">
                  <c:v>6.0</c:v>
                </c:pt>
                <c:pt idx="5001">
                  <c:v>6.0</c:v>
                </c:pt>
                <c:pt idx="5002">
                  <c:v>6.0</c:v>
                </c:pt>
                <c:pt idx="5003">
                  <c:v>6.0</c:v>
                </c:pt>
                <c:pt idx="5004">
                  <c:v>6.0</c:v>
                </c:pt>
                <c:pt idx="5005">
                  <c:v>6.0</c:v>
                </c:pt>
                <c:pt idx="5006">
                  <c:v>6.0</c:v>
                </c:pt>
                <c:pt idx="5007">
                  <c:v>6.0</c:v>
                </c:pt>
                <c:pt idx="5008">
                  <c:v>6.0</c:v>
                </c:pt>
                <c:pt idx="5009">
                  <c:v>6.0</c:v>
                </c:pt>
                <c:pt idx="5010">
                  <c:v>6.0</c:v>
                </c:pt>
                <c:pt idx="5011">
                  <c:v>6.0</c:v>
                </c:pt>
                <c:pt idx="5012">
                  <c:v>6.0</c:v>
                </c:pt>
                <c:pt idx="5013">
                  <c:v>6.0</c:v>
                </c:pt>
                <c:pt idx="5014">
                  <c:v>6.0</c:v>
                </c:pt>
                <c:pt idx="5015">
                  <c:v>6.0</c:v>
                </c:pt>
                <c:pt idx="5016">
                  <c:v>6.0</c:v>
                </c:pt>
                <c:pt idx="5017">
                  <c:v>6.0</c:v>
                </c:pt>
                <c:pt idx="5018">
                  <c:v>6.0</c:v>
                </c:pt>
                <c:pt idx="5019">
                  <c:v>6.0</c:v>
                </c:pt>
                <c:pt idx="5020">
                  <c:v>6.0</c:v>
                </c:pt>
                <c:pt idx="5021">
                  <c:v>6.0</c:v>
                </c:pt>
                <c:pt idx="5022">
                  <c:v>6.0</c:v>
                </c:pt>
                <c:pt idx="5023">
                  <c:v>6.0</c:v>
                </c:pt>
                <c:pt idx="5024">
                  <c:v>6.0</c:v>
                </c:pt>
                <c:pt idx="5025">
                  <c:v>6.0</c:v>
                </c:pt>
                <c:pt idx="5026">
                  <c:v>6.0</c:v>
                </c:pt>
                <c:pt idx="5027">
                  <c:v>6.0</c:v>
                </c:pt>
                <c:pt idx="5028">
                  <c:v>6.0</c:v>
                </c:pt>
                <c:pt idx="5029">
                  <c:v>6.0</c:v>
                </c:pt>
                <c:pt idx="5030">
                  <c:v>6.0</c:v>
                </c:pt>
                <c:pt idx="5031">
                  <c:v>6.0</c:v>
                </c:pt>
                <c:pt idx="5032">
                  <c:v>6.0</c:v>
                </c:pt>
                <c:pt idx="5033">
                  <c:v>6.0</c:v>
                </c:pt>
                <c:pt idx="5034">
                  <c:v>6.0</c:v>
                </c:pt>
                <c:pt idx="5035">
                  <c:v>6.0</c:v>
                </c:pt>
                <c:pt idx="5036">
                  <c:v>6.0</c:v>
                </c:pt>
                <c:pt idx="5037">
                  <c:v>6.0</c:v>
                </c:pt>
                <c:pt idx="5038">
                  <c:v>6.0</c:v>
                </c:pt>
                <c:pt idx="5039">
                  <c:v>6.0</c:v>
                </c:pt>
                <c:pt idx="5040">
                  <c:v>6.0</c:v>
                </c:pt>
                <c:pt idx="5041">
                  <c:v>6.0</c:v>
                </c:pt>
                <c:pt idx="5042">
                  <c:v>6.0</c:v>
                </c:pt>
                <c:pt idx="5043">
                  <c:v>6.0</c:v>
                </c:pt>
                <c:pt idx="5044">
                  <c:v>6.0</c:v>
                </c:pt>
                <c:pt idx="5045">
                  <c:v>6.0</c:v>
                </c:pt>
                <c:pt idx="5046">
                  <c:v>6.0</c:v>
                </c:pt>
                <c:pt idx="5047">
                  <c:v>6.0</c:v>
                </c:pt>
                <c:pt idx="5048">
                  <c:v>6.0</c:v>
                </c:pt>
                <c:pt idx="5049">
                  <c:v>6.0</c:v>
                </c:pt>
                <c:pt idx="5050">
                  <c:v>6.0</c:v>
                </c:pt>
                <c:pt idx="5051">
                  <c:v>6.0</c:v>
                </c:pt>
                <c:pt idx="5052">
                  <c:v>6.0</c:v>
                </c:pt>
                <c:pt idx="5053">
                  <c:v>6.0</c:v>
                </c:pt>
                <c:pt idx="5054">
                  <c:v>6.0</c:v>
                </c:pt>
                <c:pt idx="5055">
                  <c:v>6.0</c:v>
                </c:pt>
                <c:pt idx="5056">
                  <c:v>6.0</c:v>
                </c:pt>
                <c:pt idx="5057">
                  <c:v>6.0</c:v>
                </c:pt>
                <c:pt idx="5058">
                  <c:v>6.0</c:v>
                </c:pt>
                <c:pt idx="5059">
                  <c:v>6.0</c:v>
                </c:pt>
                <c:pt idx="5060">
                  <c:v>6.0</c:v>
                </c:pt>
                <c:pt idx="5061">
                  <c:v>6.0</c:v>
                </c:pt>
                <c:pt idx="5062">
                  <c:v>6.0</c:v>
                </c:pt>
                <c:pt idx="5063">
                  <c:v>6.0</c:v>
                </c:pt>
                <c:pt idx="5064">
                  <c:v>6.0</c:v>
                </c:pt>
                <c:pt idx="5065">
                  <c:v>6.0</c:v>
                </c:pt>
                <c:pt idx="5066">
                  <c:v>6.0</c:v>
                </c:pt>
                <c:pt idx="5067">
                  <c:v>6.0</c:v>
                </c:pt>
                <c:pt idx="5068">
                  <c:v>6.0</c:v>
                </c:pt>
                <c:pt idx="5069">
                  <c:v>6.0</c:v>
                </c:pt>
                <c:pt idx="5070">
                  <c:v>6.0</c:v>
                </c:pt>
                <c:pt idx="5071">
                  <c:v>6.0</c:v>
                </c:pt>
                <c:pt idx="5072">
                  <c:v>6.0</c:v>
                </c:pt>
                <c:pt idx="5073">
                  <c:v>6.0</c:v>
                </c:pt>
                <c:pt idx="5074">
                  <c:v>6.0</c:v>
                </c:pt>
                <c:pt idx="5075">
                  <c:v>6.0</c:v>
                </c:pt>
                <c:pt idx="5076">
                  <c:v>6.0</c:v>
                </c:pt>
                <c:pt idx="5077">
                  <c:v>6.0</c:v>
                </c:pt>
                <c:pt idx="5078">
                  <c:v>6.0</c:v>
                </c:pt>
                <c:pt idx="5079">
                  <c:v>6.0</c:v>
                </c:pt>
                <c:pt idx="5080">
                  <c:v>6.0</c:v>
                </c:pt>
                <c:pt idx="5081">
                  <c:v>6.0</c:v>
                </c:pt>
                <c:pt idx="5082">
                  <c:v>6.0</c:v>
                </c:pt>
                <c:pt idx="5083">
                  <c:v>6.0</c:v>
                </c:pt>
                <c:pt idx="5084">
                  <c:v>6.0</c:v>
                </c:pt>
                <c:pt idx="5085">
                  <c:v>6.0</c:v>
                </c:pt>
                <c:pt idx="5086">
                  <c:v>6.0</c:v>
                </c:pt>
                <c:pt idx="5087">
                  <c:v>6.0</c:v>
                </c:pt>
                <c:pt idx="5088">
                  <c:v>6.0</c:v>
                </c:pt>
                <c:pt idx="5089">
                  <c:v>6.0</c:v>
                </c:pt>
                <c:pt idx="5090">
                  <c:v>6.0</c:v>
                </c:pt>
                <c:pt idx="5091">
                  <c:v>6.0</c:v>
                </c:pt>
                <c:pt idx="5092">
                  <c:v>6.0</c:v>
                </c:pt>
                <c:pt idx="5093">
                  <c:v>6.0</c:v>
                </c:pt>
                <c:pt idx="5094">
                  <c:v>6.0</c:v>
                </c:pt>
                <c:pt idx="5095">
                  <c:v>6.0</c:v>
                </c:pt>
                <c:pt idx="5096">
                  <c:v>6.0</c:v>
                </c:pt>
                <c:pt idx="5097">
                  <c:v>6.0</c:v>
                </c:pt>
                <c:pt idx="5098">
                  <c:v>6.0</c:v>
                </c:pt>
                <c:pt idx="5099">
                  <c:v>6.0</c:v>
                </c:pt>
                <c:pt idx="5100">
                  <c:v>6.0</c:v>
                </c:pt>
                <c:pt idx="5101">
                  <c:v>6.0</c:v>
                </c:pt>
                <c:pt idx="5102">
                  <c:v>6.0</c:v>
                </c:pt>
                <c:pt idx="5103">
                  <c:v>6.0</c:v>
                </c:pt>
                <c:pt idx="5104">
                  <c:v>6.0</c:v>
                </c:pt>
                <c:pt idx="5105">
                  <c:v>6.0</c:v>
                </c:pt>
                <c:pt idx="5106">
                  <c:v>6.0</c:v>
                </c:pt>
                <c:pt idx="5107">
                  <c:v>6.0</c:v>
                </c:pt>
                <c:pt idx="5108">
                  <c:v>6.0</c:v>
                </c:pt>
                <c:pt idx="5109">
                  <c:v>6.0</c:v>
                </c:pt>
                <c:pt idx="5110">
                  <c:v>6.0</c:v>
                </c:pt>
                <c:pt idx="5111">
                  <c:v>6.0</c:v>
                </c:pt>
                <c:pt idx="5112">
                  <c:v>6.0</c:v>
                </c:pt>
                <c:pt idx="5113">
                  <c:v>6.0</c:v>
                </c:pt>
                <c:pt idx="5114">
                  <c:v>6.0</c:v>
                </c:pt>
                <c:pt idx="5115">
                  <c:v>6.0</c:v>
                </c:pt>
                <c:pt idx="5116">
                  <c:v>6.0</c:v>
                </c:pt>
                <c:pt idx="5117">
                  <c:v>6.0</c:v>
                </c:pt>
                <c:pt idx="5118">
                  <c:v>6.0</c:v>
                </c:pt>
                <c:pt idx="5119">
                  <c:v>6.0</c:v>
                </c:pt>
                <c:pt idx="5120">
                  <c:v>6.0</c:v>
                </c:pt>
                <c:pt idx="5121">
                  <c:v>6.0</c:v>
                </c:pt>
                <c:pt idx="5122">
                  <c:v>6.0</c:v>
                </c:pt>
                <c:pt idx="5123">
                  <c:v>6.0</c:v>
                </c:pt>
                <c:pt idx="5124">
                  <c:v>6.0</c:v>
                </c:pt>
                <c:pt idx="5125">
                  <c:v>6.0</c:v>
                </c:pt>
                <c:pt idx="5126">
                  <c:v>6.0</c:v>
                </c:pt>
                <c:pt idx="5127">
                  <c:v>6.0</c:v>
                </c:pt>
                <c:pt idx="5128">
                  <c:v>6.0</c:v>
                </c:pt>
                <c:pt idx="5129">
                  <c:v>6.0</c:v>
                </c:pt>
                <c:pt idx="5130">
                  <c:v>6.0</c:v>
                </c:pt>
                <c:pt idx="5131">
                  <c:v>6.0</c:v>
                </c:pt>
                <c:pt idx="5132">
                  <c:v>6.0</c:v>
                </c:pt>
                <c:pt idx="5133">
                  <c:v>6.0</c:v>
                </c:pt>
                <c:pt idx="5134">
                  <c:v>6.0</c:v>
                </c:pt>
                <c:pt idx="5135">
                  <c:v>6.0</c:v>
                </c:pt>
                <c:pt idx="5136">
                  <c:v>6.0</c:v>
                </c:pt>
                <c:pt idx="5137">
                  <c:v>6.0</c:v>
                </c:pt>
                <c:pt idx="5138">
                  <c:v>6.0</c:v>
                </c:pt>
                <c:pt idx="5139">
                  <c:v>6.0</c:v>
                </c:pt>
                <c:pt idx="5140">
                  <c:v>6.0</c:v>
                </c:pt>
                <c:pt idx="5141">
                  <c:v>6.0</c:v>
                </c:pt>
                <c:pt idx="5142">
                  <c:v>6.0</c:v>
                </c:pt>
                <c:pt idx="5143">
                  <c:v>6.0</c:v>
                </c:pt>
                <c:pt idx="5144">
                  <c:v>6.0</c:v>
                </c:pt>
                <c:pt idx="5145">
                  <c:v>6.0</c:v>
                </c:pt>
                <c:pt idx="5146">
                  <c:v>6.0</c:v>
                </c:pt>
                <c:pt idx="5147">
                  <c:v>6.0</c:v>
                </c:pt>
                <c:pt idx="5148">
                  <c:v>6.0</c:v>
                </c:pt>
                <c:pt idx="5149">
                  <c:v>6.0</c:v>
                </c:pt>
                <c:pt idx="5150">
                  <c:v>6.0</c:v>
                </c:pt>
                <c:pt idx="5151">
                  <c:v>6.0</c:v>
                </c:pt>
                <c:pt idx="5152">
                  <c:v>6.0</c:v>
                </c:pt>
                <c:pt idx="5153">
                  <c:v>6.0</c:v>
                </c:pt>
                <c:pt idx="5154">
                  <c:v>6.0</c:v>
                </c:pt>
                <c:pt idx="5155">
                  <c:v>6.0</c:v>
                </c:pt>
                <c:pt idx="5156">
                  <c:v>6.0</c:v>
                </c:pt>
                <c:pt idx="5157">
                  <c:v>6.0</c:v>
                </c:pt>
                <c:pt idx="5158">
                  <c:v>6.0</c:v>
                </c:pt>
                <c:pt idx="5159">
                  <c:v>6.0</c:v>
                </c:pt>
                <c:pt idx="5160">
                  <c:v>6.0</c:v>
                </c:pt>
                <c:pt idx="5161">
                  <c:v>6.0</c:v>
                </c:pt>
                <c:pt idx="5162">
                  <c:v>6.0</c:v>
                </c:pt>
                <c:pt idx="5163">
                  <c:v>6.0</c:v>
                </c:pt>
                <c:pt idx="5164">
                  <c:v>6.0</c:v>
                </c:pt>
                <c:pt idx="5165">
                  <c:v>6.0</c:v>
                </c:pt>
                <c:pt idx="5166">
                  <c:v>6.0</c:v>
                </c:pt>
                <c:pt idx="5167">
                  <c:v>6.0</c:v>
                </c:pt>
                <c:pt idx="5168">
                  <c:v>6.0</c:v>
                </c:pt>
                <c:pt idx="5169">
                  <c:v>6.0</c:v>
                </c:pt>
                <c:pt idx="5170">
                  <c:v>6.0</c:v>
                </c:pt>
                <c:pt idx="5171">
                  <c:v>6.0</c:v>
                </c:pt>
                <c:pt idx="5172">
                  <c:v>6.0</c:v>
                </c:pt>
                <c:pt idx="5173">
                  <c:v>6.0</c:v>
                </c:pt>
                <c:pt idx="5174">
                  <c:v>6.0</c:v>
                </c:pt>
                <c:pt idx="5175">
                  <c:v>6.0</c:v>
                </c:pt>
                <c:pt idx="5176">
                  <c:v>6.0</c:v>
                </c:pt>
                <c:pt idx="5177">
                  <c:v>6.0</c:v>
                </c:pt>
                <c:pt idx="5178">
                  <c:v>6.0</c:v>
                </c:pt>
                <c:pt idx="5179">
                  <c:v>6.0</c:v>
                </c:pt>
                <c:pt idx="5180">
                  <c:v>6.0</c:v>
                </c:pt>
                <c:pt idx="5181">
                  <c:v>6.0</c:v>
                </c:pt>
                <c:pt idx="5182">
                  <c:v>6.0</c:v>
                </c:pt>
                <c:pt idx="5183">
                  <c:v>6.0</c:v>
                </c:pt>
                <c:pt idx="5184">
                  <c:v>6.0</c:v>
                </c:pt>
                <c:pt idx="5185">
                  <c:v>6.0</c:v>
                </c:pt>
                <c:pt idx="5186">
                  <c:v>6.0</c:v>
                </c:pt>
                <c:pt idx="5187">
                  <c:v>6.0</c:v>
                </c:pt>
                <c:pt idx="5188">
                  <c:v>6.0</c:v>
                </c:pt>
                <c:pt idx="5189">
                  <c:v>6.0</c:v>
                </c:pt>
                <c:pt idx="5190">
                  <c:v>6.0</c:v>
                </c:pt>
                <c:pt idx="5191">
                  <c:v>6.0</c:v>
                </c:pt>
                <c:pt idx="5192">
                  <c:v>6.0</c:v>
                </c:pt>
                <c:pt idx="5193">
                  <c:v>6.0</c:v>
                </c:pt>
                <c:pt idx="5194">
                  <c:v>6.0</c:v>
                </c:pt>
                <c:pt idx="5195">
                  <c:v>6.0</c:v>
                </c:pt>
                <c:pt idx="5196">
                  <c:v>6.0</c:v>
                </c:pt>
                <c:pt idx="5197">
                  <c:v>6.0</c:v>
                </c:pt>
                <c:pt idx="5198">
                  <c:v>6.0</c:v>
                </c:pt>
                <c:pt idx="5199">
                  <c:v>6.0</c:v>
                </c:pt>
                <c:pt idx="5200">
                  <c:v>6.0</c:v>
                </c:pt>
                <c:pt idx="5201">
                  <c:v>6.0</c:v>
                </c:pt>
                <c:pt idx="5202">
                  <c:v>6.0</c:v>
                </c:pt>
                <c:pt idx="5203">
                  <c:v>6.0</c:v>
                </c:pt>
                <c:pt idx="5204">
                  <c:v>6.0</c:v>
                </c:pt>
                <c:pt idx="5205">
                  <c:v>6.0</c:v>
                </c:pt>
                <c:pt idx="5206">
                  <c:v>6.0</c:v>
                </c:pt>
                <c:pt idx="5207">
                  <c:v>6.0</c:v>
                </c:pt>
                <c:pt idx="5208">
                  <c:v>6.0</c:v>
                </c:pt>
                <c:pt idx="5209">
                  <c:v>6.0</c:v>
                </c:pt>
                <c:pt idx="5210">
                  <c:v>6.0</c:v>
                </c:pt>
                <c:pt idx="5211">
                  <c:v>6.0</c:v>
                </c:pt>
                <c:pt idx="5212">
                  <c:v>6.0</c:v>
                </c:pt>
                <c:pt idx="5213">
                  <c:v>6.0</c:v>
                </c:pt>
                <c:pt idx="5214">
                  <c:v>6.0</c:v>
                </c:pt>
                <c:pt idx="5215">
                  <c:v>6.0</c:v>
                </c:pt>
                <c:pt idx="5216">
                  <c:v>6.0</c:v>
                </c:pt>
                <c:pt idx="5217">
                  <c:v>6.0</c:v>
                </c:pt>
                <c:pt idx="5218">
                  <c:v>6.0</c:v>
                </c:pt>
                <c:pt idx="5219">
                  <c:v>6.0</c:v>
                </c:pt>
                <c:pt idx="5220">
                  <c:v>6.0</c:v>
                </c:pt>
                <c:pt idx="5221">
                  <c:v>6.0</c:v>
                </c:pt>
                <c:pt idx="5222">
                  <c:v>6.0</c:v>
                </c:pt>
                <c:pt idx="5223">
                  <c:v>6.0</c:v>
                </c:pt>
                <c:pt idx="5224">
                  <c:v>6.0</c:v>
                </c:pt>
                <c:pt idx="5225">
                  <c:v>6.0</c:v>
                </c:pt>
                <c:pt idx="5226">
                  <c:v>6.0</c:v>
                </c:pt>
                <c:pt idx="5227">
                  <c:v>6.0</c:v>
                </c:pt>
                <c:pt idx="5228">
                  <c:v>6.0</c:v>
                </c:pt>
                <c:pt idx="5229">
                  <c:v>6.0</c:v>
                </c:pt>
                <c:pt idx="5230">
                  <c:v>6.0</c:v>
                </c:pt>
                <c:pt idx="5231">
                  <c:v>6.0</c:v>
                </c:pt>
                <c:pt idx="5232">
                  <c:v>6.0</c:v>
                </c:pt>
                <c:pt idx="5233">
                  <c:v>6.0</c:v>
                </c:pt>
                <c:pt idx="5234">
                  <c:v>6.0</c:v>
                </c:pt>
                <c:pt idx="5235">
                  <c:v>6.0</c:v>
                </c:pt>
                <c:pt idx="5236">
                  <c:v>6.0</c:v>
                </c:pt>
                <c:pt idx="5237">
                  <c:v>6.0</c:v>
                </c:pt>
                <c:pt idx="5238">
                  <c:v>6.0</c:v>
                </c:pt>
                <c:pt idx="5239">
                  <c:v>6.0</c:v>
                </c:pt>
                <c:pt idx="5240">
                  <c:v>6.0</c:v>
                </c:pt>
                <c:pt idx="5241">
                  <c:v>6.0</c:v>
                </c:pt>
                <c:pt idx="5242">
                  <c:v>6.0</c:v>
                </c:pt>
                <c:pt idx="5243">
                  <c:v>6.0</c:v>
                </c:pt>
                <c:pt idx="5244">
                  <c:v>6.0</c:v>
                </c:pt>
                <c:pt idx="5245">
                  <c:v>6.0</c:v>
                </c:pt>
                <c:pt idx="5246">
                  <c:v>6.0</c:v>
                </c:pt>
                <c:pt idx="5247">
                  <c:v>6.0</c:v>
                </c:pt>
                <c:pt idx="5248">
                  <c:v>6.0</c:v>
                </c:pt>
                <c:pt idx="5249">
                  <c:v>6.0</c:v>
                </c:pt>
                <c:pt idx="5250">
                  <c:v>6.0</c:v>
                </c:pt>
                <c:pt idx="5251">
                  <c:v>6.0</c:v>
                </c:pt>
                <c:pt idx="5252">
                  <c:v>6.0</c:v>
                </c:pt>
                <c:pt idx="5253">
                  <c:v>6.0</c:v>
                </c:pt>
                <c:pt idx="5254">
                  <c:v>6.0</c:v>
                </c:pt>
                <c:pt idx="5255">
                  <c:v>6.0</c:v>
                </c:pt>
                <c:pt idx="5256">
                  <c:v>6.0</c:v>
                </c:pt>
                <c:pt idx="5257">
                  <c:v>6.0</c:v>
                </c:pt>
                <c:pt idx="5258">
                  <c:v>6.0</c:v>
                </c:pt>
                <c:pt idx="5259">
                  <c:v>6.0</c:v>
                </c:pt>
                <c:pt idx="5260">
                  <c:v>6.0</c:v>
                </c:pt>
                <c:pt idx="5261">
                  <c:v>6.0</c:v>
                </c:pt>
                <c:pt idx="5262">
                  <c:v>6.0</c:v>
                </c:pt>
                <c:pt idx="5263">
                  <c:v>6.0</c:v>
                </c:pt>
                <c:pt idx="5264">
                  <c:v>6.0</c:v>
                </c:pt>
                <c:pt idx="5265">
                  <c:v>6.0</c:v>
                </c:pt>
                <c:pt idx="5266">
                  <c:v>6.0</c:v>
                </c:pt>
                <c:pt idx="5267">
                  <c:v>6.0</c:v>
                </c:pt>
                <c:pt idx="5268">
                  <c:v>6.0</c:v>
                </c:pt>
                <c:pt idx="5269">
                  <c:v>6.0</c:v>
                </c:pt>
                <c:pt idx="5270">
                  <c:v>6.0</c:v>
                </c:pt>
                <c:pt idx="5271">
                  <c:v>6.0</c:v>
                </c:pt>
                <c:pt idx="5272">
                  <c:v>6.0</c:v>
                </c:pt>
                <c:pt idx="5273">
                  <c:v>6.0</c:v>
                </c:pt>
                <c:pt idx="5274">
                  <c:v>6.0</c:v>
                </c:pt>
                <c:pt idx="5275">
                  <c:v>6.0</c:v>
                </c:pt>
                <c:pt idx="5276">
                  <c:v>6.0</c:v>
                </c:pt>
                <c:pt idx="5277">
                  <c:v>6.0</c:v>
                </c:pt>
                <c:pt idx="5278">
                  <c:v>6.0</c:v>
                </c:pt>
                <c:pt idx="5279">
                  <c:v>6.0</c:v>
                </c:pt>
                <c:pt idx="5280">
                  <c:v>6.0</c:v>
                </c:pt>
                <c:pt idx="5281">
                  <c:v>6.0</c:v>
                </c:pt>
                <c:pt idx="5282">
                  <c:v>6.0</c:v>
                </c:pt>
                <c:pt idx="5283">
                  <c:v>6.0</c:v>
                </c:pt>
                <c:pt idx="5284">
                  <c:v>6.0</c:v>
                </c:pt>
                <c:pt idx="5285">
                  <c:v>6.0</c:v>
                </c:pt>
                <c:pt idx="5286">
                  <c:v>6.0</c:v>
                </c:pt>
                <c:pt idx="5287">
                  <c:v>6.0</c:v>
                </c:pt>
                <c:pt idx="5288">
                  <c:v>6.0</c:v>
                </c:pt>
                <c:pt idx="5289">
                  <c:v>6.0</c:v>
                </c:pt>
                <c:pt idx="5290">
                  <c:v>6.0</c:v>
                </c:pt>
                <c:pt idx="5291">
                  <c:v>6.0</c:v>
                </c:pt>
                <c:pt idx="5292">
                  <c:v>6.0</c:v>
                </c:pt>
                <c:pt idx="5293">
                  <c:v>6.0</c:v>
                </c:pt>
                <c:pt idx="5294">
                  <c:v>6.0</c:v>
                </c:pt>
                <c:pt idx="5295">
                  <c:v>6.0</c:v>
                </c:pt>
                <c:pt idx="5296">
                  <c:v>6.0</c:v>
                </c:pt>
                <c:pt idx="5297">
                  <c:v>6.0</c:v>
                </c:pt>
                <c:pt idx="5298">
                  <c:v>6.0</c:v>
                </c:pt>
                <c:pt idx="5299">
                  <c:v>6.0</c:v>
                </c:pt>
                <c:pt idx="5300">
                  <c:v>6.0</c:v>
                </c:pt>
                <c:pt idx="5301">
                  <c:v>6.0</c:v>
                </c:pt>
                <c:pt idx="5302">
                  <c:v>6.0</c:v>
                </c:pt>
                <c:pt idx="5303">
                  <c:v>6.0</c:v>
                </c:pt>
                <c:pt idx="5304">
                  <c:v>6.0</c:v>
                </c:pt>
                <c:pt idx="5305">
                  <c:v>6.0</c:v>
                </c:pt>
                <c:pt idx="5306">
                  <c:v>6.0</c:v>
                </c:pt>
                <c:pt idx="5307">
                  <c:v>6.0</c:v>
                </c:pt>
                <c:pt idx="5308">
                  <c:v>6.0</c:v>
                </c:pt>
                <c:pt idx="5309">
                  <c:v>6.0</c:v>
                </c:pt>
                <c:pt idx="5310">
                  <c:v>6.0</c:v>
                </c:pt>
                <c:pt idx="5311">
                  <c:v>6.0</c:v>
                </c:pt>
                <c:pt idx="5312">
                  <c:v>6.0</c:v>
                </c:pt>
                <c:pt idx="5313">
                  <c:v>6.0</c:v>
                </c:pt>
                <c:pt idx="5314">
                  <c:v>6.0</c:v>
                </c:pt>
                <c:pt idx="5315">
                  <c:v>6.0</c:v>
                </c:pt>
                <c:pt idx="5316">
                  <c:v>6.0</c:v>
                </c:pt>
                <c:pt idx="5317">
                  <c:v>6.0</c:v>
                </c:pt>
                <c:pt idx="5318">
                  <c:v>6.0</c:v>
                </c:pt>
                <c:pt idx="5319">
                  <c:v>6.0</c:v>
                </c:pt>
                <c:pt idx="5320">
                  <c:v>6.0</c:v>
                </c:pt>
                <c:pt idx="5321">
                  <c:v>6.0</c:v>
                </c:pt>
                <c:pt idx="5322">
                  <c:v>6.0</c:v>
                </c:pt>
                <c:pt idx="5323">
                  <c:v>6.0</c:v>
                </c:pt>
                <c:pt idx="5324">
                  <c:v>6.0</c:v>
                </c:pt>
                <c:pt idx="5325">
                  <c:v>6.0</c:v>
                </c:pt>
                <c:pt idx="5326">
                  <c:v>6.0</c:v>
                </c:pt>
                <c:pt idx="5327">
                  <c:v>6.0</c:v>
                </c:pt>
                <c:pt idx="5328">
                  <c:v>6.0</c:v>
                </c:pt>
                <c:pt idx="5329">
                  <c:v>6.0</c:v>
                </c:pt>
                <c:pt idx="5330">
                  <c:v>6.0</c:v>
                </c:pt>
                <c:pt idx="5331">
                  <c:v>6.0</c:v>
                </c:pt>
                <c:pt idx="5332">
                  <c:v>6.0</c:v>
                </c:pt>
                <c:pt idx="5333">
                  <c:v>6.0</c:v>
                </c:pt>
                <c:pt idx="5334">
                  <c:v>6.0</c:v>
                </c:pt>
                <c:pt idx="5335">
                  <c:v>6.0</c:v>
                </c:pt>
                <c:pt idx="5336">
                  <c:v>6.0</c:v>
                </c:pt>
                <c:pt idx="5337">
                  <c:v>6.0</c:v>
                </c:pt>
                <c:pt idx="5338">
                  <c:v>6.0</c:v>
                </c:pt>
                <c:pt idx="5339">
                  <c:v>6.0</c:v>
                </c:pt>
                <c:pt idx="5340">
                  <c:v>6.0</c:v>
                </c:pt>
                <c:pt idx="5341">
                  <c:v>6.0</c:v>
                </c:pt>
                <c:pt idx="5342">
                  <c:v>6.0</c:v>
                </c:pt>
                <c:pt idx="5343">
                  <c:v>6.0</c:v>
                </c:pt>
                <c:pt idx="5344">
                  <c:v>6.0</c:v>
                </c:pt>
                <c:pt idx="5345">
                  <c:v>6.0</c:v>
                </c:pt>
                <c:pt idx="5346">
                  <c:v>6.0</c:v>
                </c:pt>
                <c:pt idx="5347">
                  <c:v>6.0</c:v>
                </c:pt>
                <c:pt idx="5348">
                  <c:v>6.0</c:v>
                </c:pt>
                <c:pt idx="5349">
                  <c:v>6.0</c:v>
                </c:pt>
                <c:pt idx="5350">
                  <c:v>6.0</c:v>
                </c:pt>
                <c:pt idx="5351">
                  <c:v>6.0</c:v>
                </c:pt>
                <c:pt idx="5352">
                  <c:v>6.0</c:v>
                </c:pt>
                <c:pt idx="5353">
                  <c:v>6.0</c:v>
                </c:pt>
                <c:pt idx="5354">
                  <c:v>6.0</c:v>
                </c:pt>
                <c:pt idx="5355">
                  <c:v>6.0</c:v>
                </c:pt>
                <c:pt idx="5356">
                  <c:v>6.0</c:v>
                </c:pt>
                <c:pt idx="5357">
                  <c:v>6.0</c:v>
                </c:pt>
                <c:pt idx="5358">
                  <c:v>6.0</c:v>
                </c:pt>
                <c:pt idx="5359">
                  <c:v>6.0</c:v>
                </c:pt>
                <c:pt idx="5360">
                  <c:v>6.0</c:v>
                </c:pt>
                <c:pt idx="5361">
                  <c:v>6.0</c:v>
                </c:pt>
                <c:pt idx="5362">
                  <c:v>6.0</c:v>
                </c:pt>
                <c:pt idx="5363">
                  <c:v>6.0</c:v>
                </c:pt>
                <c:pt idx="5364">
                  <c:v>6.0</c:v>
                </c:pt>
                <c:pt idx="5365">
                  <c:v>6.0</c:v>
                </c:pt>
                <c:pt idx="5366">
                  <c:v>6.0</c:v>
                </c:pt>
                <c:pt idx="5367">
                  <c:v>6.0</c:v>
                </c:pt>
                <c:pt idx="5368">
                  <c:v>6.0</c:v>
                </c:pt>
                <c:pt idx="5369">
                  <c:v>6.0</c:v>
                </c:pt>
                <c:pt idx="5370">
                  <c:v>6.0</c:v>
                </c:pt>
                <c:pt idx="5371">
                  <c:v>6.0</c:v>
                </c:pt>
                <c:pt idx="5372">
                  <c:v>6.0</c:v>
                </c:pt>
                <c:pt idx="5373">
                  <c:v>6.0</c:v>
                </c:pt>
                <c:pt idx="5374">
                  <c:v>6.0</c:v>
                </c:pt>
                <c:pt idx="5375">
                  <c:v>6.0</c:v>
                </c:pt>
                <c:pt idx="5376">
                  <c:v>6.0</c:v>
                </c:pt>
                <c:pt idx="5377">
                  <c:v>6.0</c:v>
                </c:pt>
                <c:pt idx="5378">
                  <c:v>6.0</c:v>
                </c:pt>
                <c:pt idx="5379">
                  <c:v>6.0</c:v>
                </c:pt>
                <c:pt idx="5380">
                  <c:v>6.0</c:v>
                </c:pt>
                <c:pt idx="5381">
                  <c:v>6.0</c:v>
                </c:pt>
                <c:pt idx="5382">
                  <c:v>6.0</c:v>
                </c:pt>
                <c:pt idx="5383">
                  <c:v>6.0</c:v>
                </c:pt>
                <c:pt idx="5384">
                  <c:v>6.0</c:v>
                </c:pt>
                <c:pt idx="5385">
                  <c:v>6.0</c:v>
                </c:pt>
                <c:pt idx="5386">
                  <c:v>6.0</c:v>
                </c:pt>
                <c:pt idx="5387">
                  <c:v>6.0</c:v>
                </c:pt>
                <c:pt idx="5388">
                  <c:v>6.0</c:v>
                </c:pt>
                <c:pt idx="5389">
                  <c:v>6.0</c:v>
                </c:pt>
                <c:pt idx="5390">
                  <c:v>6.0</c:v>
                </c:pt>
                <c:pt idx="5391">
                  <c:v>6.0</c:v>
                </c:pt>
                <c:pt idx="5392">
                  <c:v>6.0</c:v>
                </c:pt>
                <c:pt idx="5393">
                  <c:v>6.0</c:v>
                </c:pt>
                <c:pt idx="5394">
                  <c:v>6.0</c:v>
                </c:pt>
                <c:pt idx="5395">
                  <c:v>6.0</c:v>
                </c:pt>
                <c:pt idx="5396">
                  <c:v>6.0</c:v>
                </c:pt>
                <c:pt idx="5397">
                  <c:v>6.0</c:v>
                </c:pt>
                <c:pt idx="5398">
                  <c:v>6.0</c:v>
                </c:pt>
                <c:pt idx="5399">
                  <c:v>6.0</c:v>
                </c:pt>
                <c:pt idx="5400">
                  <c:v>6.0</c:v>
                </c:pt>
                <c:pt idx="5401">
                  <c:v>6.0</c:v>
                </c:pt>
                <c:pt idx="5402">
                  <c:v>6.0</c:v>
                </c:pt>
                <c:pt idx="5403">
                  <c:v>6.0</c:v>
                </c:pt>
                <c:pt idx="5404">
                  <c:v>6.0</c:v>
                </c:pt>
                <c:pt idx="5405">
                  <c:v>6.0</c:v>
                </c:pt>
                <c:pt idx="5406">
                  <c:v>6.0</c:v>
                </c:pt>
                <c:pt idx="5407">
                  <c:v>6.0</c:v>
                </c:pt>
                <c:pt idx="5408">
                  <c:v>6.0</c:v>
                </c:pt>
                <c:pt idx="5409">
                  <c:v>6.0</c:v>
                </c:pt>
                <c:pt idx="5410">
                  <c:v>6.0</c:v>
                </c:pt>
                <c:pt idx="5411">
                  <c:v>6.0</c:v>
                </c:pt>
                <c:pt idx="5412">
                  <c:v>6.0</c:v>
                </c:pt>
                <c:pt idx="5413">
                  <c:v>6.0</c:v>
                </c:pt>
                <c:pt idx="5414">
                  <c:v>6.0</c:v>
                </c:pt>
                <c:pt idx="5415">
                  <c:v>6.0</c:v>
                </c:pt>
                <c:pt idx="5416">
                  <c:v>6.0</c:v>
                </c:pt>
                <c:pt idx="5417">
                  <c:v>6.0</c:v>
                </c:pt>
                <c:pt idx="5418">
                  <c:v>6.0</c:v>
                </c:pt>
                <c:pt idx="5419">
                  <c:v>6.0</c:v>
                </c:pt>
                <c:pt idx="5420">
                  <c:v>6.0</c:v>
                </c:pt>
                <c:pt idx="5421">
                  <c:v>6.0</c:v>
                </c:pt>
                <c:pt idx="5422">
                  <c:v>6.0</c:v>
                </c:pt>
                <c:pt idx="5423">
                  <c:v>6.0</c:v>
                </c:pt>
                <c:pt idx="5424">
                  <c:v>6.0</c:v>
                </c:pt>
                <c:pt idx="5425">
                  <c:v>6.0</c:v>
                </c:pt>
                <c:pt idx="5426">
                  <c:v>6.0</c:v>
                </c:pt>
                <c:pt idx="5427">
                  <c:v>6.0</c:v>
                </c:pt>
                <c:pt idx="5428">
                  <c:v>6.0</c:v>
                </c:pt>
                <c:pt idx="5429">
                  <c:v>6.0</c:v>
                </c:pt>
                <c:pt idx="5430">
                  <c:v>6.0</c:v>
                </c:pt>
                <c:pt idx="5431">
                  <c:v>6.0</c:v>
                </c:pt>
                <c:pt idx="5432">
                  <c:v>6.0</c:v>
                </c:pt>
                <c:pt idx="5433">
                  <c:v>6.0</c:v>
                </c:pt>
                <c:pt idx="5434">
                  <c:v>6.0</c:v>
                </c:pt>
                <c:pt idx="5435">
                  <c:v>6.0</c:v>
                </c:pt>
                <c:pt idx="5436">
                  <c:v>6.0</c:v>
                </c:pt>
                <c:pt idx="5437">
                  <c:v>6.0</c:v>
                </c:pt>
                <c:pt idx="5438">
                  <c:v>6.0</c:v>
                </c:pt>
                <c:pt idx="5439">
                  <c:v>6.0</c:v>
                </c:pt>
                <c:pt idx="5440">
                  <c:v>6.0</c:v>
                </c:pt>
                <c:pt idx="5441">
                  <c:v>6.0</c:v>
                </c:pt>
                <c:pt idx="5442">
                  <c:v>6.0</c:v>
                </c:pt>
                <c:pt idx="5443">
                  <c:v>6.0</c:v>
                </c:pt>
                <c:pt idx="5444">
                  <c:v>6.0</c:v>
                </c:pt>
                <c:pt idx="5445">
                  <c:v>6.0</c:v>
                </c:pt>
                <c:pt idx="5446">
                  <c:v>6.0</c:v>
                </c:pt>
                <c:pt idx="5447">
                  <c:v>6.0</c:v>
                </c:pt>
                <c:pt idx="5448">
                  <c:v>6.0</c:v>
                </c:pt>
                <c:pt idx="5449">
                  <c:v>6.0</c:v>
                </c:pt>
                <c:pt idx="5450">
                  <c:v>6.0</c:v>
                </c:pt>
                <c:pt idx="5451">
                  <c:v>6.0</c:v>
                </c:pt>
                <c:pt idx="5452">
                  <c:v>6.0</c:v>
                </c:pt>
                <c:pt idx="5453">
                  <c:v>6.0</c:v>
                </c:pt>
                <c:pt idx="5454">
                  <c:v>6.0</c:v>
                </c:pt>
                <c:pt idx="5455">
                  <c:v>6.0</c:v>
                </c:pt>
                <c:pt idx="5456">
                  <c:v>6.0</c:v>
                </c:pt>
                <c:pt idx="5457">
                  <c:v>6.0</c:v>
                </c:pt>
                <c:pt idx="5458">
                  <c:v>6.0</c:v>
                </c:pt>
                <c:pt idx="5459">
                  <c:v>6.0</c:v>
                </c:pt>
                <c:pt idx="5460">
                  <c:v>6.0</c:v>
                </c:pt>
                <c:pt idx="5461">
                  <c:v>6.0</c:v>
                </c:pt>
                <c:pt idx="5462">
                  <c:v>6.0</c:v>
                </c:pt>
                <c:pt idx="5463">
                  <c:v>6.0</c:v>
                </c:pt>
                <c:pt idx="5464">
                  <c:v>6.0</c:v>
                </c:pt>
                <c:pt idx="5465">
                  <c:v>6.0</c:v>
                </c:pt>
                <c:pt idx="5466">
                  <c:v>6.0</c:v>
                </c:pt>
                <c:pt idx="5467">
                  <c:v>6.0</c:v>
                </c:pt>
                <c:pt idx="5468">
                  <c:v>6.0</c:v>
                </c:pt>
                <c:pt idx="5469">
                  <c:v>6.0</c:v>
                </c:pt>
                <c:pt idx="5470">
                  <c:v>6.0</c:v>
                </c:pt>
                <c:pt idx="5471">
                  <c:v>6.0</c:v>
                </c:pt>
                <c:pt idx="5472">
                  <c:v>6.0</c:v>
                </c:pt>
                <c:pt idx="5473">
                  <c:v>6.0</c:v>
                </c:pt>
                <c:pt idx="5474">
                  <c:v>6.0</c:v>
                </c:pt>
                <c:pt idx="5475">
                  <c:v>6.0</c:v>
                </c:pt>
                <c:pt idx="5476">
                  <c:v>6.0</c:v>
                </c:pt>
                <c:pt idx="5477">
                  <c:v>6.0</c:v>
                </c:pt>
                <c:pt idx="5478">
                  <c:v>6.0</c:v>
                </c:pt>
                <c:pt idx="5479">
                  <c:v>6.0</c:v>
                </c:pt>
                <c:pt idx="5480">
                  <c:v>6.0</c:v>
                </c:pt>
                <c:pt idx="5481">
                  <c:v>6.0</c:v>
                </c:pt>
                <c:pt idx="5482">
                  <c:v>6.0</c:v>
                </c:pt>
                <c:pt idx="5483">
                  <c:v>6.0</c:v>
                </c:pt>
                <c:pt idx="5484">
                  <c:v>6.0</c:v>
                </c:pt>
                <c:pt idx="5485">
                  <c:v>6.0</c:v>
                </c:pt>
                <c:pt idx="5486">
                  <c:v>6.0</c:v>
                </c:pt>
                <c:pt idx="5487">
                  <c:v>6.0</c:v>
                </c:pt>
                <c:pt idx="5488">
                  <c:v>6.0</c:v>
                </c:pt>
                <c:pt idx="5489">
                  <c:v>6.0</c:v>
                </c:pt>
                <c:pt idx="5490">
                  <c:v>6.0</c:v>
                </c:pt>
                <c:pt idx="5491">
                  <c:v>6.0</c:v>
                </c:pt>
                <c:pt idx="5492">
                  <c:v>6.0</c:v>
                </c:pt>
                <c:pt idx="5493">
                  <c:v>6.0</c:v>
                </c:pt>
                <c:pt idx="5494">
                  <c:v>6.0</c:v>
                </c:pt>
                <c:pt idx="5495">
                  <c:v>6.0</c:v>
                </c:pt>
                <c:pt idx="5496">
                  <c:v>6.0</c:v>
                </c:pt>
                <c:pt idx="5497">
                  <c:v>6.0</c:v>
                </c:pt>
                <c:pt idx="5498">
                  <c:v>6.0</c:v>
                </c:pt>
                <c:pt idx="5499">
                  <c:v>6.0</c:v>
                </c:pt>
                <c:pt idx="5500">
                  <c:v>6.0</c:v>
                </c:pt>
                <c:pt idx="5501">
                  <c:v>6.0</c:v>
                </c:pt>
                <c:pt idx="5502">
                  <c:v>6.0</c:v>
                </c:pt>
                <c:pt idx="5503">
                  <c:v>6.0</c:v>
                </c:pt>
                <c:pt idx="5504">
                  <c:v>6.0</c:v>
                </c:pt>
                <c:pt idx="5505">
                  <c:v>6.0</c:v>
                </c:pt>
                <c:pt idx="5506">
                  <c:v>6.0</c:v>
                </c:pt>
                <c:pt idx="5507">
                  <c:v>6.0</c:v>
                </c:pt>
                <c:pt idx="5508">
                  <c:v>6.0</c:v>
                </c:pt>
                <c:pt idx="5509">
                  <c:v>6.0</c:v>
                </c:pt>
                <c:pt idx="5510">
                  <c:v>6.0</c:v>
                </c:pt>
                <c:pt idx="5511">
                  <c:v>6.0</c:v>
                </c:pt>
                <c:pt idx="5512">
                  <c:v>6.0</c:v>
                </c:pt>
                <c:pt idx="5513">
                  <c:v>6.0</c:v>
                </c:pt>
                <c:pt idx="5514">
                  <c:v>6.0</c:v>
                </c:pt>
                <c:pt idx="5515">
                  <c:v>6.0</c:v>
                </c:pt>
                <c:pt idx="5516">
                  <c:v>6.0</c:v>
                </c:pt>
                <c:pt idx="5517">
                  <c:v>6.0</c:v>
                </c:pt>
                <c:pt idx="5518">
                  <c:v>6.0</c:v>
                </c:pt>
                <c:pt idx="5519">
                  <c:v>6.0</c:v>
                </c:pt>
                <c:pt idx="5520">
                  <c:v>6.0</c:v>
                </c:pt>
                <c:pt idx="5521">
                  <c:v>6.0</c:v>
                </c:pt>
                <c:pt idx="5522">
                  <c:v>6.0</c:v>
                </c:pt>
                <c:pt idx="5523">
                  <c:v>6.0</c:v>
                </c:pt>
                <c:pt idx="5524">
                  <c:v>6.0</c:v>
                </c:pt>
                <c:pt idx="5525">
                  <c:v>6.0</c:v>
                </c:pt>
                <c:pt idx="5526">
                  <c:v>6.0</c:v>
                </c:pt>
                <c:pt idx="5527">
                  <c:v>6.0</c:v>
                </c:pt>
                <c:pt idx="5528">
                  <c:v>6.0</c:v>
                </c:pt>
                <c:pt idx="5529">
                  <c:v>6.0</c:v>
                </c:pt>
                <c:pt idx="5530">
                  <c:v>6.0</c:v>
                </c:pt>
                <c:pt idx="5531">
                  <c:v>6.0</c:v>
                </c:pt>
                <c:pt idx="5532">
                  <c:v>6.0</c:v>
                </c:pt>
                <c:pt idx="5533">
                  <c:v>6.0</c:v>
                </c:pt>
                <c:pt idx="5534">
                  <c:v>6.0</c:v>
                </c:pt>
                <c:pt idx="5535">
                  <c:v>6.0</c:v>
                </c:pt>
                <c:pt idx="5536">
                  <c:v>6.0</c:v>
                </c:pt>
                <c:pt idx="5537">
                  <c:v>6.0</c:v>
                </c:pt>
                <c:pt idx="5538">
                  <c:v>6.0</c:v>
                </c:pt>
                <c:pt idx="5539">
                  <c:v>6.0</c:v>
                </c:pt>
                <c:pt idx="5540">
                  <c:v>6.0</c:v>
                </c:pt>
                <c:pt idx="5541">
                  <c:v>6.0</c:v>
                </c:pt>
                <c:pt idx="5542">
                  <c:v>6.0</c:v>
                </c:pt>
                <c:pt idx="5543">
                  <c:v>6.0</c:v>
                </c:pt>
                <c:pt idx="5544">
                  <c:v>6.0</c:v>
                </c:pt>
                <c:pt idx="5545">
                  <c:v>6.0</c:v>
                </c:pt>
                <c:pt idx="5546">
                  <c:v>6.0</c:v>
                </c:pt>
                <c:pt idx="5547">
                  <c:v>6.0</c:v>
                </c:pt>
                <c:pt idx="5548">
                  <c:v>6.0</c:v>
                </c:pt>
                <c:pt idx="5549">
                  <c:v>6.0</c:v>
                </c:pt>
                <c:pt idx="5550">
                  <c:v>6.0</c:v>
                </c:pt>
                <c:pt idx="5551">
                  <c:v>6.0</c:v>
                </c:pt>
                <c:pt idx="5552">
                  <c:v>6.0</c:v>
                </c:pt>
                <c:pt idx="5553">
                  <c:v>6.0</c:v>
                </c:pt>
                <c:pt idx="5554">
                  <c:v>6.0</c:v>
                </c:pt>
                <c:pt idx="5555">
                  <c:v>6.0</c:v>
                </c:pt>
                <c:pt idx="5556">
                  <c:v>6.0</c:v>
                </c:pt>
                <c:pt idx="5557">
                  <c:v>6.0</c:v>
                </c:pt>
                <c:pt idx="5558">
                  <c:v>6.0</c:v>
                </c:pt>
                <c:pt idx="5559">
                  <c:v>6.0</c:v>
                </c:pt>
                <c:pt idx="5560">
                  <c:v>6.0</c:v>
                </c:pt>
                <c:pt idx="5561">
                  <c:v>6.0</c:v>
                </c:pt>
                <c:pt idx="5562">
                  <c:v>6.0</c:v>
                </c:pt>
                <c:pt idx="5563">
                  <c:v>6.0</c:v>
                </c:pt>
                <c:pt idx="5564">
                  <c:v>6.0</c:v>
                </c:pt>
                <c:pt idx="5565">
                  <c:v>6.0</c:v>
                </c:pt>
                <c:pt idx="5566">
                  <c:v>6.0</c:v>
                </c:pt>
                <c:pt idx="5567">
                  <c:v>6.0</c:v>
                </c:pt>
                <c:pt idx="5568">
                  <c:v>6.0</c:v>
                </c:pt>
                <c:pt idx="5569">
                  <c:v>6.0</c:v>
                </c:pt>
                <c:pt idx="5570">
                  <c:v>6.0</c:v>
                </c:pt>
                <c:pt idx="5571">
                  <c:v>6.0</c:v>
                </c:pt>
                <c:pt idx="5572">
                  <c:v>6.0</c:v>
                </c:pt>
                <c:pt idx="5573">
                  <c:v>6.0</c:v>
                </c:pt>
                <c:pt idx="5574">
                  <c:v>6.0</c:v>
                </c:pt>
                <c:pt idx="5575">
                  <c:v>6.0</c:v>
                </c:pt>
                <c:pt idx="5576">
                  <c:v>6.0</c:v>
                </c:pt>
                <c:pt idx="5577">
                  <c:v>6.0</c:v>
                </c:pt>
                <c:pt idx="5578">
                  <c:v>6.0</c:v>
                </c:pt>
                <c:pt idx="5579">
                  <c:v>6.0</c:v>
                </c:pt>
                <c:pt idx="5580">
                  <c:v>6.0</c:v>
                </c:pt>
                <c:pt idx="5581">
                  <c:v>6.0</c:v>
                </c:pt>
                <c:pt idx="5582">
                  <c:v>6.0</c:v>
                </c:pt>
                <c:pt idx="5583">
                  <c:v>6.0</c:v>
                </c:pt>
                <c:pt idx="5584">
                  <c:v>6.0</c:v>
                </c:pt>
                <c:pt idx="5585">
                  <c:v>6.0</c:v>
                </c:pt>
                <c:pt idx="5586">
                  <c:v>6.0</c:v>
                </c:pt>
                <c:pt idx="5587">
                  <c:v>6.0</c:v>
                </c:pt>
                <c:pt idx="5588">
                  <c:v>6.0</c:v>
                </c:pt>
                <c:pt idx="5589">
                  <c:v>6.0</c:v>
                </c:pt>
                <c:pt idx="5590">
                  <c:v>6.0</c:v>
                </c:pt>
                <c:pt idx="5591">
                  <c:v>6.0</c:v>
                </c:pt>
                <c:pt idx="5592">
                  <c:v>6.0</c:v>
                </c:pt>
                <c:pt idx="5593">
                  <c:v>6.0</c:v>
                </c:pt>
                <c:pt idx="5594">
                  <c:v>6.0</c:v>
                </c:pt>
                <c:pt idx="5595">
                  <c:v>6.0</c:v>
                </c:pt>
                <c:pt idx="5596">
                  <c:v>6.0</c:v>
                </c:pt>
                <c:pt idx="5597">
                  <c:v>6.0</c:v>
                </c:pt>
                <c:pt idx="5598">
                  <c:v>6.0</c:v>
                </c:pt>
                <c:pt idx="5599">
                  <c:v>6.0</c:v>
                </c:pt>
                <c:pt idx="5600">
                  <c:v>6.0</c:v>
                </c:pt>
                <c:pt idx="5601">
                  <c:v>6.0</c:v>
                </c:pt>
                <c:pt idx="5602">
                  <c:v>6.0</c:v>
                </c:pt>
                <c:pt idx="5603">
                  <c:v>6.0</c:v>
                </c:pt>
                <c:pt idx="5604">
                  <c:v>6.0</c:v>
                </c:pt>
                <c:pt idx="5605">
                  <c:v>6.0</c:v>
                </c:pt>
                <c:pt idx="5606">
                  <c:v>6.0</c:v>
                </c:pt>
                <c:pt idx="5607">
                  <c:v>6.0</c:v>
                </c:pt>
                <c:pt idx="5608">
                  <c:v>6.0</c:v>
                </c:pt>
                <c:pt idx="5609">
                  <c:v>6.0</c:v>
                </c:pt>
                <c:pt idx="5610">
                  <c:v>6.0</c:v>
                </c:pt>
                <c:pt idx="5611">
                  <c:v>6.0</c:v>
                </c:pt>
                <c:pt idx="5612">
                  <c:v>6.0</c:v>
                </c:pt>
                <c:pt idx="5613">
                  <c:v>6.0</c:v>
                </c:pt>
                <c:pt idx="5614">
                  <c:v>6.0</c:v>
                </c:pt>
                <c:pt idx="5615">
                  <c:v>6.0</c:v>
                </c:pt>
                <c:pt idx="5616">
                  <c:v>6.0</c:v>
                </c:pt>
                <c:pt idx="5617">
                  <c:v>6.0</c:v>
                </c:pt>
                <c:pt idx="5618">
                  <c:v>6.0</c:v>
                </c:pt>
                <c:pt idx="5619">
                  <c:v>6.0</c:v>
                </c:pt>
                <c:pt idx="5620">
                  <c:v>6.0</c:v>
                </c:pt>
                <c:pt idx="5621">
                  <c:v>6.0</c:v>
                </c:pt>
                <c:pt idx="5622">
                  <c:v>6.0</c:v>
                </c:pt>
                <c:pt idx="5623">
                  <c:v>6.0</c:v>
                </c:pt>
                <c:pt idx="5624">
                  <c:v>6.0</c:v>
                </c:pt>
                <c:pt idx="5625">
                  <c:v>6.0</c:v>
                </c:pt>
                <c:pt idx="5626">
                  <c:v>6.0</c:v>
                </c:pt>
                <c:pt idx="5627">
                  <c:v>6.0</c:v>
                </c:pt>
                <c:pt idx="5628">
                  <c:v>6.0</c:v>
                </c:pt>
                <c:pt idx="5629">
                  <c:v>6.0</c:v>
                </c:pt>
                <c:pt idx="5630">
                  <c:v>6.0</c:v>
                </c:pt>
                <c:pt idx="5631">
                  <c:v>6.0</c:v>
                </c:pt>
                <c:pt idx="5632">
                  <c:v>6.0</c:v>
                </c:pt>
                <c:pt idx="5633">
                  <c:v>6.0</c:v>
                </c:pt>
                <c:pt idx="5634">
                  <c:v>6.0</c:v>
                </c:pt>
                <c:pt idx="5635">
                  <c:v>6.0</c:v>
                </c:pt>
                <c:pt idx="5636">
                  <c:v>6.0</c:v>
                </c:pt>
                <c:pt idx="5637">
                  <c:v>6.0</c:v>
                </c:pt>
                <c:pt idx="5638">
                  <c:v>6.0</c:v>
                </c:pt>
                <c:pt idx="5639">
                  <c:v>6.0</c:v>
                </c:pt>
                <c:pt idx="5640">
                  <c:v>6.0</c:v>
                </c:pt>
                <c:pt idx="5641">
                  <c:v>6.0</c:v>
                </c:pt>
                <c:pt idx="5642">
                  <c:v>6.0</c:v>
                </c:pt>
                <c:pt idx="5643">
                  <c:v>6.0</c:v>
                </c:pt>
                <c:pt idx="5644">
                  <c:v>6.0</c:v>
                </c:pt>
                <c:pt idx="5645">
                  <c:v>6.0</c:v>
                </c:pt>
                <c:pt idx="5646">
                  <c:v>6.0</c:v>
                </c:pt>
                <c:pt idx="5647">
                  <c:v>6.0</c:v>
                </c:pt>
                <c:pt idx="5648">
                  <c:v>6.0</c:v>
                </c:pt>
                <c:pt idx="5649">
                  <c:v>6.0</c:v>
                </c:pt>
                <c:pt idx="5650">
                  <c:v>6.0</c:v>
                </c:pt>
                <c:pt idx="5651">
                  <c:v>6.0</c:v>
                </c:pt>
                <c:pt idx="5652">
                  <c:v>6.0</c:v>
                </c:pt>
                <c:pt idx="5653">
                  <c:v>6.0</c:v>
                </c:pt>
                <c:pt idx="5654">
                  <c:v>6.0</c:v>
                </c:pt>
                <c:pt idx="5655">
                  <c:v>6.0</c:v>
                </c:pt>
                <c:pt idx="5656">
                  <c:v>6.0</c:v>
                </c:pt>
                <c:pt idx="5657">
                  <c:v>6.0</c:v>
                </c:pt>
                <c:pt idx="5658">
                  <c:v>6.0</c:v>
                </c:pt>
                <c:pt idx="5659">
                  <c:v>6.0</c:v>
                </c:pt>
                <c:pt idx="5660">
                  <c:v>6.0</c:v>
                </c:pt>
                <c:pt idx="5661">
                  <c:v>6.0</c:v>
                </c:pt>
                <c:pt idx="5662">
                  <c:v>6.0</c:v>
                </c:pt>
                <c:pt idx="5663">
                  <c:v>6.0</c:v>
                </c:pt>
                <c:pt idx="5664">
                  <c:v>6.0</c:v>
                </c:pt>
                <c:pt idx="5665">
                  <c:v>6.0</c:v>
                </c:pt>
                <c:pt idx="5666">
                  <c:v>6.0</c:v>
                </c:pt>
                <c:pt idx="5667">
                  <c:v>6.0</c:v>
                </c:pt>
                <c:pt idx="5668">
                  <c:v>6.0</c:v>
                </c:pt>
                <c:pt idx="5669">
                  <c:v>6.0</c:v>
                </c:pt>
                <c:pt idx="5670">
                  <c:v>6.0</c:v>
                </c:pt>
                <c:pt idx="5671">
                  <c:v>6.0</c:v>
                </c:pt>
                <c:pt idx="5672">
                  <c:v>6.0</c:v>
                </c:pt>
                <c:pt idx="5673">
                  <c:v>6.0</c:v>
                </c:pt>
                <c:pt idx="5674">
                  <c:v>6.0</c:v>
                </c:pt>
                <c:pt idx="5675">
                  <c:v>6.0</c:v>
                </c:pt>
                <c:pt idx="5676">
                  <c:v>6.0</c:v>
                </c:pt>
                <c:pt idx="5677">
                  <c:v>6.0</c:v>
                </c:pt>
                <c:pt idx="5678">
                  <c:v>6.0</c:v>
                </c:pt>
                <c:pt idx="5679">
                  <c:v>6.0</c:v>
                </c:pt>
                <c:pt idx="5680">
                  <c:v>6.0</c:v>
                </c:pt>
                <c:pt idx="5681">
                  <c:v>6.0</c:v>
                </c:pt>
                <c:pt idx="5682">
                  <c:v>6.0</c:v>
                </c:pt>
                <c:pt idx="5683">
                  <c:v>6.0</c:v>
                </c:pt>
                <c:pt idx="5684">
                  <c:v>6.0</c:v>
                </c:pt>
                <c:pt idx="5685">
                  <c:v>6.0</c:v>
                </c:pt>
                <c:pt idx="5686">
                  <c:v>6.0</c:v>
                </c:pt>
                <c:pt idx="5687">
                  <c:v>6.0</c:v>
                </c:pt>
                <c:pt idx="5688">
                  <c:v>6.0</c:v>
                </c:pt>
                <c:pt idx="5689">
                  <c:v>6.0</c:v>
                </c:pt>
                <c:pt idx="5690">
                  <c:v>6.0</c:v>
                </c:pt>
                <c:pt idx="5691">
                  <c:v>6.0</c:v>
                </c:pt>
                <c:pt idx="5692">
                  <c:v>6.0</c:v>
                </c:pt>
                <c:pt idx="5693">
                  <c:v>6.0</c:v>
                </c:pt>
                <c:pt idx="5694">
                  <c:v>6.0</c:v>
                </c:pt>
                <c:pt idx="5695">
                  <c:v>6.0</c:v>
                </c:pt>
                <c:pt idx="5696">
                  <c:v>6.0</c:v>
                </c:pt>
                <c:pt idx="5697">
                  <c:v>6.0</c:v>
                </c:pt>
                <c:pt idx="5698">
                  <c:v>6.0</c:v>
                </c:pt>
                <c:pt idx="5699">
                  <c:v>6.0</c:v>
                </c:pt>
                <c:pt idx="5700">
                  <c:v>6.0</c:v>
                </c:pt>
                <c:pt idx="5701">
                  <c:v>6.0</c:v>
                </c:pt>
                <c:pt idx="5702">
                  <c:v>6.0</c:v>
                </c:pt>
                <c:pt idx="5703">
                  <c:v>6.0</c:v>
                </c:pt>
                <c:pt idx="5704">
                  <c:v>6.0</c:v>
                </c:pt>
                <c:pt idx="5705">
                  <c:v>6.0</c:v>
                </c:pt>
                <c:pt idx="5706">
                  <c:v>6.0</c:v>
                </c:pt>
                <c:pt idx="5707">
                  <c:v>6.0</c:v>
                </c:pt>
                <c:pt idx="5708">
                  <c:v>6.0</c:v>
                </c:pt>
                <c:pt idx="5709">
                  <c:v>6.0</c:v>
                </c:pt>
                <c:pt idx="5710">
                  <c:v>6.0</c:v>
                </c:pt>
                <c:pt idx="5711">
                  <c:v>6.0</c:v>
                </c:pt>
                <c:pt idx="5712">
                  <c:v>6.0</c:v>
                </c:pt>
                <c:pt idx="5713">
                  <c:v>6.0</c:v>
                </c:pt>
                <c:pt idx="5714">
                  <c:v>6.0</c:v>
                </c:pt>
                <c:pt idx="5715">
                  <c:v>6.0</c:v>
                </c:pt>
                <c:pt idx="5716">
                  <c:v>6.0</c:v>
                </c:pt>
                <c:pt idx="5717">
                  <c:v>6.0</c:v>
                </c:pt>
                <c:pt idx="5718">
                  <c:v>6.0</c:v>
                </c:pt>
                <c:pt idx="5719">
                  <c:v>6.0</c:v>
                </c:pt>
                <c:pt idx="5720">
                  <c:v>6.0</c:v>
                </c:pt>
                <c:pt idx="5721">
                  <c:v>6.0</c:v>
                </c:pt>
                <c:pt idx="5722">
                  <c:v>6.0</c:v>
                </c:pt>
                <c:pt idx="5723">
                  <c:v>6.0</c:v>
                </c:pt>
                <c:pt idx="5724">
                  <c:v>6.0</c:v>
                </c:pt>
                <c:pt idx="5725">
                  <c:v>6.0</c:v>
                </c:pt>
                <c:pt idx="5726">
                  <c:v>6.0</c:v>
                </c:pt>
                <c:pt idx="5727">
                  <c:v>6.0</c:v>
                </c:pt>
                <c:pt idx="5728">
                  <c:v>6.0</c:v>
                </c:pt>
                <c:pt idx="5729">
                  <c:v>6.0</c:v>
                </c:pt>
                <c:pt idx="5730">
                  <c:v>6.0</c:v>
                </c:pt>
                <c:pt idx="5731">
                  <c:v>6.0</c:v>
                </c:pt>
                <c:pt idx="5732">
                  <c:v>6.0</c:v>
                </c:pt>
                <c:pt idx="5733">
                  <c:v>6.0</c:v>
                </c:pt>
                <c:pt idx="5734">
                  <c:v>6.0</c:v>
                </c:pt>
                <c:pt idx="5735">
                  <c:v>6.0</c:v>
                </c:pt>
                <c:pt idx="5736">
                  <c:v>6.0</c:v>
                </c:pt>
                <c:pt idx="5737">
                  <c:v>6.0</c:v>
                </c:pt>
                <c:pt idx="5738">
                  <c:v>6.0</c:v>
                </c:pt>
                <c:pt idx="5739">
                  <c:v>6.0</c:v>
                </c:pt>
                <c:pt idx="5740">
                  <c:v>6.0</c:v>
                </c:pt>
                <c:pt idx="5741">
                  <c:v>6.0</c:v>
                </c:pt>
                <c:pt idx="5742">
                  <c:v>6.0</c:v>
                </c:pt>
                <c:pt idx="5743">
                  <c:v>6.0</c:v>
                </c:pt>
                <c:pt idx="5744">
                  <c:v>6.0</c:v>
                </c:pt>
                <c:pt idx="5745">
                  <c:v>6.0</c:v>
                </c:pt>
                <c:pt idx="5746">
                  <c:v>6.0</c:v>
                </c:pt>
                <c:pt idx="5747">
                  <c:v>6.0</c:v>
                </c:pt>
                <c:pt idx="5748">
                  <c:v>6.0</c:v>
                </c:pt>
                <c:pt idx="5749">
                  <c:v>6.0</c:v>
                </c:pt>
                <c:pt idx="5750">
                  <c:v>6.0</c:v>
                </c:pt>
                <c:pt idx="5751">
                  <c:v>6.0</c:v>
                </c:pt>
                <c:pt idx="5752">
                  <c:v>6.0</c:v>
                </c:pt>
                <c:pt idx="5753">
                  <c:v>6.0</c:v>
                </c:pt>
                <c:pt idx="5754">
                  <c:v>6.0</c:v>
                </c:pt>
                <c:pt idx="5755">
                  <c:v>6.0</c:v>
                </c:pt>
                <c:pt idx="5756">
                  <c:v>6.0</c:v>
                </c:pt>
                <c:pt idx="5757">
                  <c:v>6.0</c:v>
                </c:pt>
                <c:pt idx="5758">
                  <c:v>6.0</c:v>
                </c:pt>
                <c:pt idx="5759">
                  <c:v>6.0</c:v>
                </c:pt>
                <c:pt idx="5760">
                  <c:v>6.0</c:v>
                </c:pt>
                <c:pt idx="5761">
                  <c:v>6.0</c:v>
                </c:pt>
                <c:pt idx="5762">
                  <c:v>6.0</c:v>
                </c:pt>
                <c:pt idx="5763">
                  <c:v>6.0</c:v>
                </c:pt>
                <c:pt idx="5764">
                  <c:v>6.0</c:v>
                </c:pt>
                <c:pt idx="5765">
                  <c:v>6.0</c:v>
                </c:pt>
                <c:pt idx="5766">
                  <c:v>6.0</c:v>
                </c:pt>
                <c:pt idx="5767">
                  <c:v>6.0</c:v>
                </c:pt>
                <c:pt idx="5768">
                  <c:v>6.0</c:v>
                </c:pt>
                <c:pt idx="5769">
                  <c:v>6.0</c:v>
                </c:pt>
                <c:pt idx="5770">
                  <c:v>6.0</c:v>
                </c:pt>
                <c:pt idx="5771">
                  <c:v>6.0</c:v>
                </c:pt>
                <c:pt idx="5772">
                  <c:v>6.0</c:v>
                </c:pt>
                <c:pt idx="5773">
                  <c:v>6.0</c:v>
                </c:pt>
                <c:pt idx="5774">
                  <c:v>6.0</c:v>
                </c:pt>
                <c:pt idx="5775">
                  <c:v>6.0</c:v>
                </c:pt>
                <c:pt idx="5776">
                  <c:v>6.0</c:v>
                </c:pt>
                <c:pt idx="5777">
                  <c:v>6.0</c:v>
                </c:pt>
                <c:pt idx="5778">
                  <c:v>6.0</c:v>
                </c:pt>
                <c:pt idx="5779">
                  <c:v>6.0</c:v>
                </c:pt>
                <c:pt idx="5780">
                  <c:v>6.0</c:v>
                </c:pt>
                <c:pt idx="5781">
                  <c:v>6.0</c:v>
                </c:pt>
                <c:pt idx="5782">
                  <c:v>6.0</c:v>
                </c:pt>
                <c:pt idx="5783">
                  <c:v>6.0</c:v>
                </c:pt>
                <c:pt idx="5784">
                  <c:v>6.0</c:v>
                </c:pt>
                <c:pt idx="5785">
                  <c:v>6.0</c:v>
                </c:pt>
                <c:pt idx="5786">
                  <c:v>6.0</c:v>
                </c:pt>
                <c:pt idx="5787">
                  <c:v>6.0</c:v>
                </c:pt>
                <c:pt idx="5788">
                  <c:v>6.0</c:v>
                </c:pt>
                <c:pt idx="5789">
                  <c:v>6.0</c:v>
                </c:pt>
                <c:pt idx="5790">
                  <c:v>6.0</c:v>
                </c:pt>
                <c:pt idx="5791">
                  <c:v>6.0</c:v>
                </c:pt>
                <c:pt idx="5792">
                  <c:v>6.0</c:v>
                </c:pt>
                <c:pt idx="5793">
                  <c:v>6.0</c:v>
                </c:pt>
                <c:pt idx="5794">
                  <c:v>6.0</c:v>
                </c:pt>
                <c:pt idx="5795">
                  <c:v>6.0</c:v>
                </c:pt>
                <c:pt idx="5796">
                  <c:v>6.0</c:v>
                </c:pt>
                <c:pt idx="5797">
                  <c:v>6.0</c:v>
                </c:pt>
                <c:pt idx="5798">
                  <c:v>6.0</c:v>
                </c:pt>
                <c:pt idx="5799">
                  <c:v>6.0</c:v>
                </c:pt>
                <c:pt idx="5800">
                  <c:v>6.0</c:v>
                </c:pt>
                <c:pt idx="5801">
                  <c:v>6.0</c:v>
                </c:pt>
                <c:pt idx="5802">
                  <c:v>6.0</c:v>
                </c:pt>
                <c:pt idx="5803">
                  <c:v>6.0</c:v>
                </c:pt>
                <c:pt idx="5804">
                  <c:v>6.0</c:v>
                </c:pt>
                <c:pt idx="5805">
                  <c:v>6.0</c:v>
                </c:pt>
                <c:pt idx="5806">
                  <c:v>6.0</c:v>
                </c:pt>
                <c:pt idx="5807">
                  <c:v>6.0</c:v>
                </c:pt>
                <c:pt idx="5808">
                  <c:v>6.0</c:v>
                </c:pt>
                <c:pt idx="5809">
                  <c:v>6.0</c:v>
                </c:pt>
                <c:pt idx="5810">
                  <c:v>6.0</c:v>
                </c:pt>
                <c:pt idx="5811">
                  <c:v>6.0</c:v>
                </c:pt>
                <c:pt idx="5812">
                  <c:v>6.0</c:v>
                </c:pt>
                <c:pt idx="5813">
                  <c:v>6.0</c:v>
                </c:pt>
                <c:pt idx="5814">
                  <c:v>6.0</c:v>
                </c:pt>
                <c:pt idx="5815">
                  <c:v>6.0</c:v>
                </c:pt>
                <c:pt idx="5816">
                  <c:v>6.0</c:v>
                </c:pt>
                <c:pt idx="5817">
                  <c:v>6.0</c:v>
                </c:pt>
                <c:pt idx="5818">
                  <c:v>6.0</c:v>
                </c:pt>
                <c:pt idx="5819">
                  <c:v>6.0</c:v>
                </c:pt>
                <c:pt idx="5820">
                  <c:v>6.0</c:v>
                </c:pt>
                <c:pt idx="5821">
                  <c:v>6.0</c:v>
                </c:pt>
                <c:pt idx="5822">
                  <c:v>6.0</c:v>
                </c:pt>
                <c:pt idx="5823">
                  <c:v>6.0</c:v>
                </c:pt>
                <c:pt idx="5824">
                  <c:v>6.0</c:v>
                </c:pt>
                <c:pt idx="5825">
                  <c:v>6.0</c:v>
                </c:pt>
                <c:pt idx="5826">
                  <c:v>6.0</c:v>
                </c:pt>
                <c:pt idx="5827">
                  <c:v>6.0</c:v>
                </c:pt>
                <c:pt idx="5828">
                  <c:v>6.0</c:v>
                </c:pt>
                <c:pt idx="5829">
                  <c:v>6.0</c:v>
                </c:pt>
                <c:pt idx="5830">
                  <c:v>6.0</c:v>
                </c:pt>
                <c:pt idx="5831">
                  <c:v>6.0</c:v>
                </c:pt>
                <c:pt idx="5832">
                  <c:v>6.0</c:v>
                </c:pt>
                <c:pt idx="5833">
                  <c:v>6.0</c:v>
                </c:pt>
                <c:pt idx="5834">
                  <c:v>6.0</c:v>
                </c:pt>
                <c:pt idx="5835">
                  <c:v>6.0</c:v>
                </c:pt>
                <c:pt idx="5836">
                  <c:v>6.0</c:v>
                </c:pt>
                <c:pt idx="5837">
                  <c:v>6.0</c:v>
                </c:pt>
                <c:pt idx="5838">
                  <c:v>6.0</c:v>
                </c:pt>
                <c:pt idx="5839">
                  <c:v>6.0</c:v>
                </c:pt>
                <c:pt idx="5840">
                  <c:v>6.0</c:v>
                </c:pt>
                <c:pt idx="5841">
                  <c:v>6.0</c:v>
                </c:pt>
                <c:pt idx="5842">
                  <c:v>6.0</c:v>
                </c:pt>
                <c:pt idx="5843">
                  <c:v>6.0</c:v>
                </c:pt>
                <c:pt idx="5844">
                  <c:v>6.0</c:v>
                </c:pt>
                <c:pt idx="5845">
                  <c:v>6.0</c:v>
                </c:pt>
                <c:pt idx="5846">
                  <c:v>6.0</c:v>
                </c:pt>
                <c:pt idx="5847">
                  <c:v>6.0</c:v>
                </c:pt>
                <c:pt idx="5848">
                  <c:v>6.0</c:v>
                </c:pt>
                <c:pt idx="5849">
                  <c:v>6.0</c:v>
                </c:pt>
                <c:pt idx="5850">
                  <c:v>6.0</c:v>
                </c:pt>
                <c:pt idx="5851">
                  <c:v>6.0</c:v>
                </c:pt>
                <c:pt idx="5852">
                  <c:v>6.0</c:v>
                </c:pt>
                <c:pt idx="5853">
                  <c:v>6.0</c:v>
                </c:pt>
                <c:pt idx="5854">
                  <c:v>6.0</c:v>
                </c:pt>
                <c:pt idx="5855">
                  <c:v>6.0</c:v>
                </c:pt>
                <c:pt idx="5856">
                  <c:v>6.0</c:v>
                </c:pt>
                <c:pt idx="5857">
                  <c:v>6.0</c:v>
                </c:pt>
                <c:pt idx="5858">
                  <c:v>6.0</c:v>
                </c:pt>
                <c:pt idx="5859">
                  <c:v>6.0</c:v>
                </c:pt>
                <c:pt idx="5860">
                  <c:v>6.0</c:v>
                </c:pt>
                <c:pt idx="5861">
                  <c:v>6.0</c:v>
                </c:pt>
                <c:pt idx="5862">
                  <c:v>6.0</c:v>
                </c:pt>
                <c:pt idx="5863">
                  <c:v>6.0</c:v>
                </c:pt>
                <c:pt idx="5864">
                  <c:v>6.0</c:v>
                </c:pt>
                <c:pt idx="5865">
                  <c:v>6.0</c:v>
                </c:pt>
                <c:pt idx="5866">
                  <c:v>6.0</c:v>
                </c:pt>
                <c:pt idx="5867">
                  <c:v>6.0</c:v>
                </c:pt>
                <c:pt idx="5868">
                  <c:v>6.0</c:v>
                </c:pt>
                <c:pt idx="5869">
                  <c:v>6.0</c:v>
                </c:pt>
                <c:pt idx="5870">
                  <c:v>6.0</c:v>
                </c:pt>
                <c:pt idx="5871">
                  <c:v>6.0</c:v>
                </c:pt>
                <c:pt idx="5872">
                  <c:v>6.0</c:v>
                </c:pt>
                <c:pt idx="5873">
                  <c:v>6.0</c:v>
                </c:pt>
                <c:pt idx="5874">
                  <c:v>6.0</c:v>
                </c:pt>
                <c:pt idx="5875">
                  <c:v>6.0</c:v>
                </c:pt>
                <c:pt idx="5876">
                  <c:v>6.0</c:v>
                </c:pt>
                <c:pt idx="5877">
                  <c:v>6.0</c:v>
                </c:pt>
                <c:pt idx="5878">
                  <c:v>6.0</c:v>
                </c:pt>
                <c:pt idx="5879">
                  <c:v>6.0</c:v>
                </c:pt>
                <c:pt idx="5880">
                  <c:v>6.0</c:v>
                </c:pt>
                <c:pt idx="5881">
                  <c:v>6.0</c:v>
                </c:pt>
                <c:pt idx="5882">
                  <c:v>6.0</c:v>
                </c:pt>
                <c:pt idx="5883">
                  <c:v>6.0</c:v>
                </c:pt>
                <c:pt idx="5884">
                  <c:v>6.0</c:v>
                </c:pt>
                <c:pt idx="5885">
                  <c:v>6.0</c:v>
                </c:pt>
                <c:pt idx="5886">
                  <c:v>6.0</c:v>
                </c:pt>
                <c:pt idx="5887">
                  <c:v>6.0</c:v>
                </c:pt>
                <c:pt idx="5888">
                  <c:v>6.0</c:v>
                </c:pt>
                <c:pt idx="5889">
                  <c:v>6.0</c:v>
                </c:pt>
                <c:pt idx="5890">
                  <c:v>6.0</c:v>
                </c:pt>
                <c:pt idx="5891">
                  <c:v>6.0</c:v>
                </c:pt>
                <c:pt idx="5892">
                  <c:v>6.0</c:v>
                </c:pt>
                <c:pt idx="5893">
                  <c:v>6.0</c:v>
                </c:pt>
                <c:pt idx="5894">
                  <c:v>6.0</c:v>
                </c:pt>
                <c:pt idx="5895">
                  <c:v>6.0</c:v>
                </c:pt>
                <c:pt idx="5896">
                  <c:v>6.0</c:v>
                </c:pt>
                <c:pt idx="5897">
                  <c:v>6.0</c:v>
                </c:pt>
                <c:pt idx="5898">
                  <c:v>6.0</c:v>
                </c:pt>
                <c:pt idx="5899">
                  <c:v>6.0</c:v>
                </c:pt>
                <c:pt idx="5900">
                  <c:v>6.0</c:v>
                </c:pt>
                <c:pt idx="5901">
                  <c:v>6.0</c:v>
                </c:pt>
                <c:pt idx="5902">
                  <c:v>6.0</c:v>
                </c:pt>
                <c:pt idx="5903">
                  <c:v>6.0</c:v>
                </c:pt>
                <c:pt idx="5904">
                  <c:v>6.0</c:v>
                </c:pt>
                <c:pt idx="5905">
                  <c:v>6.0</c:v>
                </c:pt>
                <c:pt idx="5906">
                  <c:v>6.0</c:v>
                </c:pt>
                <c:pt idx="5907">
                  <c:v>6.0</c:v>
                </c:pt>
                <c:pt idx="5908">
                  <c:v>6.0</c:v>
                </c:pt>
                <c:pt idx="5909">
                  <c:v>6.0</c:v>
                </c:pt>
                <c:pt idx="5910">
                  <c:v>6.0</c:v>
                </c:pt>
                <c:pt idx="5911">
                  <c:v>6.0</c:v>
                </c:pt>
                <c:pt idx="5912">
                  <c:v>6.0</c:v>
                </c:pt>
                <c:pt idx="5913">
                  <c:v>6.0</c:v>
                </c:pt>
                <c:pt idx="5914">
                  <c:v>6.0</c:v>
                </c:pt>
                <c:pt idx="5915">
                  <c:v>6.0</c:v>
                </c:pt>
                <c:pt idx="5916">
                  <c:v>6.0</c:v>
                </c:pt>
                <c:pt idx="5917">
                  <c:v>6.0</c:v>
                </c:pt>
                <c:pt idx="5918">
                  <c:v>6.0</c:v>
                </c:pt>
                <c:pt idx="5919">
                  <c:v>6.0</c:v>
                </c:pt>
                <c:pt idx="5920">
                  <c:v>6.0</c:v>
                </c:pt>
                <c:pt idx="5921">
                  <c:v>6.0</c:v>
                </c:pt>
                <c:pt idx="5922">
                  <c:v>6.0</c:v>
                </c:pt>
                <c:pt idx="5923">
                  <c:v>6.0</c:v>
                </c:pt>
                <c:pt idx="5924">
                  <c:v>6.0</c:v>
                </c:pt>
                <c:pt idx="5925">
                  <c:v>6.0</c:v>
                </c:pt>
                <c:pt idx="5926">
                  <c:v>6.0</c:v>
                </c:pt>
                <c:pt idx="5927">
                  <c:v>6.0</c:v>
                </c:pt>
                <c:pt idx="5928">
                  <c:v>6.0</c:v>
                </c:pt>
                <c:pt idx="5929">
                  <c:v>6.0</c:v>
                </c:pt>
                <c:pt idx="5930">
                  <c:v>6.0</c:v>
                </c:pt>
                <c:pt idx="5931">
                  <c:v>6.0</c:v>
                </c:pt>
                <c:pt idx="5932">
                  <c:v>6.0</c:v>
                </c:pt>
                <c:pt idx="5933">
                  <c:v>6.0</c:v>
                </c:pt>
                <c:pt idx="5934">
                  <c:v>6.0</c:v>
                </c:pt>
                <c:pt idx="5935">
                  <c:v>6.0</c:v>
                </c:pt>
                <c:pt idx="5936">
                  <c:v>6.0</c:v>
                </c:pt>
                <c:pt idx="5937">
                  <c:v>6.0</c:v>
                </c:pt>
                <c:pt idx="5938">
                  <c:v>6.0</c:v>
                </c:pt>
                <c:pt idx="5939">
                  <c:v>6.0</c:v>
                </c:pt>
                <c:pt idx="5940">
                  <c:v>6.0</c:v>
                </c:pt>
                <c:pt idx="5941">
                  <c:v>6.0</c:v>
                </c:pt>
                <c:pt idx="5942">
                  <c:v>6.0</c:v>
                </c:pt>
                <c:pt idx="5943">
                  <c:v>6.0</c:v>
                </c:pt>
                <c:pt idx="5944">
                  <c:v>6.0</c:v>
                </c:pt>
                <c:pt idx="5945">
                  <c:v>6.0</c:v>
                </c:pt>
                <c:pt idx="5946">
                  <c:v>6.0</c:v>
                </c:pt>
                <c:pt idx="5947">
                  <c:v>6.0</c:v>
                </c:pt>
                <c:pt idx="5948">
                  <c:v>6.0</c:v>
                </c:pt>
                <c:pt idx="5949">
                  <c:v>6.0</c:v>
                </c:pt>
                <c:pt idx="5950">
                  <c:v>6.0</c:v>
                </c:pt>
                <c:pt idx="5951">
                  <c:v>6.0</c:v>
                </c:pt>
                <c:pt idx="5952">
                  <c:v>6.0</c:v>
                </c:pt>
                <c:pt idx="5953">
                  <c:v>6.0</c:v>
                </c:pt>
                <c:pt idx="5954">
                  <c:v>6.0</c:v>
                </c:pt>
                <c:pt idx="5955">
                  <c:v>6.0</c:v>
                </c:pt>
                <c:pt idx="5956">
                  <c:v>6.0</c:v>
                </c:pt>
                <c:pt idx="5957">
                  <c:v>6.0</c:v>
                </c:pt>
                <c:pt idx="5958">
                  <c:v>6.0</c:v>
                </c:pt>
                <c:pt idx="5959">
                  <c:v>6.0</c:v>
                </c:pt>
                <c:pt idx="5960">
                  <c:v>6.0</c:v>
                </c:pt>
                <c:pt idx="5961">
                  <c:v>6.0</c:v>
                </c:pt>
                <c:pt idx="5962">
                  <c:v>6.0</c:v>
                </c:pt>
                <c:pt idx="5963">
                  <c:v>6.0</c:v>
                </c:pt>
                <c:pt idx="5964">
                  <c:v>6.0</c:v>
                </c:pt>
                <c:pt idx="5965">
                  <c:v>6.0</c:v>
                </c:pt>
                <c:pt idx="5966">
                  <c:v>6.0</c:v>
                </c:pt>
                <c:pt idx="5967">
                  <c:v>6.0</c:v>
                </c:pt>
                <c:pt idx="5968">
                  <c:v>6.0</c:v>
                </c:pt>
                <c:pt idx="5969">
                  <c:v>6.0</c:v>
                </c:pt>
                <c:pt idx="5970">
                  <c:v>6.0</c:v>
                </c:pt>
                <c:pt idx="5971">
                  <c:v>6.0</c:v>
                </c:pt>
                <c:pt idx="5972">
                  <c:v>6.0</c:v>
                </c:pt>
                <c:pt idx="5973">
                  <c:v>6.0</c:v>
                </c:pt>
                <c:pt idx="5974">
                  <c:v>6.0</c:v>
                </c:pt>
                <c:pt idx="5975">
                  <c:v>6.0</c:v>
                </c:pt>
                <c:pt idx="5976">
                  <c:v>6.0</c:v>
                </c:pt>
                <c:pt idx="5977">
                  <c:v>6.0</c:v>
                </c:pt>
                <c:pt idx="5978">
                  <c:v>6.0</c:v>
                </c:pt>
                <c:pt idx="5979">
                  <c:v>6.0</c:v>
                </c:pt>
                <c:pt idx="5980">
                  <c:v>6.0</c:v>
                </c:pt>
                <c:pt idx="5981">
                  <c:v>6.0</c:v>
                </c:pt>
                <c:pt idx="5982">
                  <c:v>6.0</c:v>
                </c:pt>
                <c:pt idx="5983">
                  <c:v>6.0</c:v>
                </c:pt>
                <c:pt idx="5984">
                  <c:v>6.0</c:v>
                </c:pt>
                <c:pt idx="5985">
                  <c:v>6.0</c:v>
                </c:pt>
                <c:pt idx="5986">
                  <c:v>6.0</c:v>
                </c:pt>
                <c:pt idx="5987">
                  <c:v>6.0</c:v>
                </c:pt>
                <c:pt idx="5988">
                  <c:v>6.0</c:v>
                </c:pt>
                <c:pt idx="5989">
                  <c:v>6.0</c:v>
                </c:pt>
                <c:pt idx="5990">
                  <c:v>6.0</c:v>
                </c:pt>
                <c:pt idx="5991">
                  <c:v>6.0</c:v>
                </c:pt>
                <c:pt idx="5992">
                  <c:v>6.0</c:v>
                </c:pt>
                <c:pt idx="5993">
                  <c:v>6.0</c:v>
                </c:pt>
                <c:pt idx="5994">
                  <c:v>6.0</c:v>
                </c:pt>
                <c:pt idx="5995">
                  <c:v>6.0</c:v>
                </c:pt>
                <c:pt idx="5996">
                  <c:v>6.0</c:v>
                </c:pt>
                <c:pt idx="5997">
                  <c:v>6.0</c:v>
                </c:pt>
                <c:pt idx="5998">
                  <c:v>6.0</c:v>
                </c:pt>
                <c:pt idx="5999">
                  <c:v>6.0</c:v>
                </c:pt>
                <c:pt idx="6000">
                  <c:v>6.0</c:v>
                </c:pt>
                <c:pt idx="6001">
                  <c:v>6.0</c:v>
                </c:pt>
                <c:pt idx="6002">
                  <c:v>6.0</c:v>
                </c:pt>
                <c:pt idx="6003">
                  <c:v>6.0</c:v>
                </c:pt>
                <c:pt idx="6004">
                  <c:v>6.0</c:v>
                </c:pt>
                <c:pt idx="6005">
                  <c:v>6.0</c:v>
                </c:pt>
                <c:pt idx="6006">
                  <c:v>6.0</c:v>
                </c:pt>
                <c:pt idx="6007">
                  <c:v>6.0</c:v>
                </c:pt>
                <c:pt idx="6008">
                  <c:v>6.0</c:v>
                </c:pt>
                <c:pt idx="6009">
                  <c:v>6.0</c:v>
                </c:pt>
                <c:pt idx="6010">
                  <c:v>6.0</c:v>
                </c:pt>
                <c:pt idx="6011">
                  <c:v>6.0</c:v>
                </c:pt>
                <c:pt idx="6012">
                  <c:v>6.0</c:v>
                </c:pt>
                <c:pt idx="6013">
                  <c:v>6.0</c:v>
                </c:pt>
                <c:pt idx="6014">
                  <c:v>6.0</c:v>
                </c:pt>
                <c:pt idx="6015">
                  <c:v>6.0</c:v>
                </c:pt>
                <c:pt idx="6016">
                  <c:v>6.0</c:v>
                </c:pt>
                <c:pt idx="6017">
                  <c:v>6.0</c:v>
                </c:pt>
                <c:pt idx="6018">
                  <c:v>6.0</c:v>
                </c:pt>
                <c:pt idx="6019">
                  <c:v>6.0</c:v>
                </c:pt>
                <c:pt idx="6020">
                  <c:v>6.0</c:v>
                </c:pt>
                <c:pt idx="6021">
                  <c:v>6.0</c:v>
                </c:pt>
                <c:pt idx="6022">
                  <c:v>6.0</c:v>
                </c:pt>
                <c:pt idx="6023">
                  <c:v>6.0</c:v>
                </c:pt>
                <c:pt idx="6024">
                  <c:v>6.0</c:v>
                </c:pt>
                <c:pt idx="6025">
                  <c:v>6.0</c:v>
                </c:pt>
                <c:pt idx="6026">
                  <c:v>6.0</c:v>
                </c:pt>
                <c:pt idx="6027">
                  <c:v>6.0</c:v>
                </c:pt>
                <c:pt idx="6028">
                  <c:v>6.0</c:v>
                </c:pt>
                <c:pt idx="6029">
                  <c:v>6.0</c:v>
                </c:pt>
                <c:pt idx="6030">
                  <c:v>6.0</c:v>
                </c:pt>
                <c:pt idx="6031">
                  <c:v>6.0</c:v>
                </c:pt>
                <c:pt idx="6032">
                  <c:v>6.0</c:v>
                </c:pt>
                <c:pt idx="6033">
                  <c:v>6.0</c:v>
                </c:pt>
                <c:pt idx="6034">
                  <c:v>6.0</c:v>
                </c:pt>
                <c:pt idx="6035">
                  <c:v>6.0</c:v>
                </c:pt>
                <c:pt idx="6036">
                  <c:v>6.0</c:v>
                </c:pt>
                <c:pt idx="6037">
                  <c:v>6.0</c:v>
                </c:pt>
                <c:pt idx="6038">
                  <c:v>6.0</c:v>
                </c:pt>
                <c:pt idx="6039">
                  <c:v>6.0</c:v>
                </c:pt>
                <c:pt idx="6040">
                  <c:v>6.0</c:v>
                </c:pt>
                <c:pt idx="6041">
                  <c:v>6.0</c:v>
                </c:pt>
                <c:pt idx="6042">
                  <c:v>6.0</c:v>
                </c:pt>
                <c:pt idx="6043">
                  <c:v>6.0</c:v>
                </c:pt>
                <c:pt idx="6044">
                  <c:v>6.0</c:v>
                </c:pt>
                <c:pt idx="6045">
                  <c:v>6.0</c:v>
                </c:pt>
                <c:pt idx="6046">
                  <c:v>6.0</c:v>
                </c:pt>
                <c:pt idx="6047">
                  <c:v>6.0</c:v>
                </c:pt>
                <c:pt idx="6048">
                  <c:v>6.0</c:v>
                </c:pt>
                <c:pt idx="6049">
                  <c:v>6.0</c:v>
                </c:pt>
                <c:pt idx="6050">
                  <c:v>6.0</c:v>
                </c:pt>
                <c:pt idx="6051">
                  <c:v>6.0</c:v>
                </c:pt>
                <c:pt idx="6052">
                  <c:v>6.0</c:v>
                </c:pt>
                <c:pt idx="6053">
                  <c:v>6.0</c:v>
                </c:pt>
                <c:pt idx="6054">
                  <c:v>6.0</c:v>
                </c:pt>
                <c:pt idx="6055">
                  <c:v>6.0</c:v>
                </c:pt>
                <c:pt idx="6056">
                  <c:v>6.0</c:v>
                </c:pt>
                <c:pt idx="6057">
                  <c:v>6.0</c:v>
                </c:pt>
                <c:pt idx="6058">
                  <c:v>6.0</c:v>
                </c:pt>
                <c:pt idx="6059">
                  <c:v>6.0</c:v>
                </c:pt>
                <c:pt idx="6060">
                  <c:v>6.0</c:v>
                </c:pt>
                <c:pt idx="6061">
                  <c:v>6.0</c:v>
                </c:pt>
                <c:pt idx="6062">
                  <c:v>6.0</c:v>
                </c:pt>
                <c:pt idx="6063">
                  <c:v>6.0</c:v>
                </c:pt>
                <c:pt idx="6064">
                  <c:v>6.0</c:v>
                </c:pt>
                <c:pt idx="6065">
                  <c:v>6.0</c:v>
                </c:pt>
                <c:pt idx="6066">
                  <c:v>6.0</c:v>
                </c:pt>
                <c:pt idx="6067">
                  <c:v>6.0</c:v>
                </c:pt>
                <c:pt idx="6068">
                  <c:v>6.0</c:v>
                </c:pt>
                <c:pt idx="6069">
                  <c:v>6.0</c:v>
                </c:pt>
                <c:pt idx="6070">
                  <c:v>6.0</c:v>
                </c:pt>
                <c:pt idx="6071">
                  <c:v>6.0</c:v>
                </c:pt>
                <c:pt idx="6072">
                  <c:v>6.0</c:v>
                </c:pt>
                <c:pt idx="6073">
                  <c:v>6.0</c:v>
                </c:pt>
                <c:pt idx="6074">
                  <c:v>6.0</c:v>
                </c:pt>
                <c:pt idx="6075">
                  <c:v>6.0</c:v>
                </c:pt>
                <c:pt idx="6076">
                  <c:v>6.0</c:v>
                </c:pt>
                <c:pt idx="6077">
                  <c:v>6.0</c:v>
                </c:pt>
                <c:pt idx="6078">
                  <c:v>6.0</c:v>
                </c:pt>
                <c:pt idx="6079">
                  <c:v>6.0</c:v>
                </c:pt>
                <c:pt idx="6080">
                  <c:v>6.0</c:v>
                </c:pt>
                <c:pt idx="6081">
                  <c:v>6.0</c:v>
                </c:pt>
                <c:pt idx="6082">
                  <c:v>6.0</c:v>
                </c:pt>
                <c:pt idx="6083">
                  <c:v>6.0</c:v>
                </c:pt>
                <c:pt idx="6084">
                  <c:v>6.0</c:v>
                </c:pt>
                <c:pt idx="6085">
                  <c:v>6.0</c:v>
                </c:pt>
                <c:pt idx="6086">
                  <c:v>6.0</c:v>
                </c:pt>
                <c:pt idx="6087">
                  <c:v>6.0</c:v>
                </c:pt>
                <c:pt idx="6088">
                  <c:v>6.0</c:v>
                </c:pt>
                <c:pt idx="6089">
                  <c:v>6.0</c:v>
                </c:pt>
                <c:pt idx="6090">
                  <c:v>6.0</c:v>
                </c:pt>
                <c:pt idx="6091">
                  <c:v>6.0</c:v>
                </c:pt>
                <c:pt idx="6092">
                  <c:v>6.0</c:v>
                </c:pt>
                <c:pt idx="6093">
                  <c:v>6.0</c:v>
                </c:pt>
                <c:pt idx="6094">
                  <c:v>6.0</c:v>
                </c:pt>
                <c:pt idx="6095">
                  <c:v>6.0</c:v>
                </c:pt>
                <c:pt idx="6096">
                  <c:v>6.0</c:v>
                </c:pt>
                <c:pt idx="6097">
                  <c:v>6.0</c:v>
                </c:pt>
                <c:pt idx="6098">
                  <c:v>6.0</c:v>
                </c:pt>
                <c:pt idx="6099">
                  <c:v>6.0</c:v>
                </c:pt>
                <c:pt idx="6100">
                  <c:v>6.0</c:v>
                </c:pt>
                <c:pt idx="6101">
                  <c:v>6.0</c:v>
                </c:pt>
                <c:pt idx="6102">
                  <c:v>6.0</c:v>
                </c:pt>
                <c:pt idx="6103">
                  <c:v>6.0</c:v>
                </c:pt>
                <c:pt idx="6104">
                  <c:v>6.0</c:v>
                </c:pt>
                <c:pt idx="6105">
                  <c:v>6.0</c:v>
                </c:pt>
                <c:pt idx="6106">
                  <c:v>6.0</c:v>
                </c:pt>
                <c:pt idx="6107">
                  <c:v>6.0</c:v>
                </c:pt>
                <c:pt idx="6108">
                  <c:v>6.0</c:v>
                </c:pt>
                <c:pt idx="6109">
                  <c:v>6.0</c:v>
                </c:pt>
                <c:pt idx="6110">
                  <c:v>6.0</c:v>
                </c:pt>
                <c:pt idx="6111">
                  <c:v>6.0</c:v>
                </c:pt>
                <c:pt idx="6112">
                  <c:v>6.0</c:v>
                </c:pt>
                <c:pt idx="6113">
                  <c:v>6.0</c:v>
                </c:pt>
                <c:pt idx="6114">
                  <c:v>6.0</c:v>
                </c:pt>
                <c:pt idx="6115">
                  <c:v>6.0</c:v>
                </c:pt>
                <c:pt idx="6116">
                  <c:v>6.0</c:v>
                </c:pt>
                <c:pt idx="6117">
                  <c:v>6.0</c:v>
                </c:pt>
                <c:pt idx="6118">
                  <c:v>6.0</c:v>
                </c:pt>
                <c:pt idx="6119">
                  <c:v>6.0</c:v>
                </c:pt>
                <c:pt idx="6120">
                  <c:v>6.0</c:v>
                </c:pt>
                <c:pt idx="6121">
                  <c:v>6.0</c:v>
                </c:pt>
                <c:pt idx="6122">
                  <c:v>6.0</c:v>
                </c:pt>
                <c:pt idx="6123">
                  <c:v>6.0</c:v>
                </c:pt>
                <c:pt idx="6124">
                  <c:v>6.0</c:v>
                </c:pt>
                <c:pt idx="6125">
                  <c:v>6.0</c:v>
                </c:pt>
                <c:pt idx="6126">
                  <c:v>6.0</c:v>
                </c:pt>
                <c:pt idx="6127">
                  <c:v>6.0</c:v>
                </c:pt>
                <c:pt idx="6128">
                  <c:v>6.0</c:v>
                </c:pt>
                <c:pt idx="6129">
                  <c:v>6.0</c:v>
                </c:pt>
                <c:pt idx="6130">
                  <c:v>6.0</c:v>
                </c:pt>
                <c:pt idx="6131">
                  <c:v>6.0</c:v>
                </c:pt>
                <c:pt idx="6132">
                  <c:v>6.0</c:v>
                </c:pt>
                <c:pt idx="6133">
                  <c:v>6.0</c:v>
                </c:pt>
                <c:pt idx="6134">
                  <c:v>6.0</c:v>
                </c:pt>
                <c:pt idx="6135">
                  <c:v>6.0</c:v>
                </c:pt>
                <c:pt idx="6136">
                  <c:v>6.0</c:v>
                </c:pt>
                <c:pt idx="6137">
                  <c:v>6.0</c:v>
                </c:pt>
                <c:pt idx="6138">
                  <c:v>6.0</c:v>
                </c:pt>
                <c:pt idx="6139">
                  <c:v>6.0</c:v>
                </c:pt>
                <c:pt idx="6140">
                  <c:v>6.0</c:v>
                </c:pt>
                <c:pt idx="6141">
                  <c:v>6.0</c:v>
                </c:pt>
                <c:pt idx="6142">
                  <c:v>6.0</c:v>
                </c:pt>
                <c:pt idx="6143">
                  <c:v>6.0</c:v>
                </c:pt>
                <c:pt idx="6144">
                  <c:v>6.0</c:v>
                </c:pt>
                <c:pt idx="6145">
                  <c:v>6.0</c:v>
                </c:pt>
                <c:pt idx="6146">
                  <c:v>6.0</c:v>
                </c:pt>
                <c:pt idx="6147">
                  <c:v>6.0</c:v>
                </c:pt>
                <c:pt idx="6148">
                  <c:v>6.0</c:v>
                </c:pt>
                <c:pt idx="6149">
                  <c:v>6.0</c:v>
                </c:pt>
                <c:pt idx="6150">
                  <c:v>6.0</c:v>
                </c:pt>
                <c:pt idx="6151">
                  <c:v>6.0</c:v>
                </c:pt>
                <c:pt idx="6152">
                  <c:v>6.0</c:v>
                </c:pt>
                <c:pt idx="6153">
                  <c:v>6.0</c:v>
                </c:pt>
                <c:pt idx="6154">
                  <c:v>6.0</c:v>
                </c:pt>
                <c:pt idx="6155">
                  <c:v>6.0</c:v>
                </c:pt>
                <c:pt idx="6156">
                  <c:v>6.0</c:v>
                </c:pt>
                <c:pt idx="6157">
                  <c:v>6.0</c:v>
                </c:pt>
                <c:pt idx="6158">
                  <c:v>6.0</c:v>
                </c:pt>
                <c:pt idx="6159">
                  <c:v>6.0</c:v>
                </c:pt>
                <c:pt idx="6160">
                  <c:v>6.0</c:v>
                </c:pt>
                <c:pt idx="6161">
                  <c:v>6.0</c:v>
                </c:pt>
                <c:pt idx="6162">
                  <c:v>6.0</c:v>
                </c:pt>
                <c:pt idx="6163">
                  <c:v>6.0</c:v>
                </c:pt>
                <c:pt idx="6164">
                  <c:v>6.0</c:v>
                </c:pt>
                <c:pt idx="6165">
                  <c:v>6.0</c:v>
                </c:pt>
                <c:pt idx="6166">
                  <c:v>6.0</c:v>
                </c:pt>
                <c:pt idx="6167">
                  <c:v>6.0</c:v>
                </c:pt>
                <c:pt idx="6168">
                  <c:v>6.0</c:v>
                </c:pt>
                <c:pt idx="6169">
                  <c:v>6.0</c:v>
                </c:pt>
                <c:pt idx="6170">
                  <c:v>6.0</c:v>
                </c:pt>
                <c:pt idx="6171">
                  <c:v>6.0</c:v>
                </c:pt>
                <c:pt idx="6172">
                  <c:v>6.0</c:v>
                </c:pt>
                <c:pt idx="6173">
                  <c:v>6.0</c:v>
                </c:pt>
                <c:pt idx="6174">
                  <c:v>6.0</c:v>
                </c:pt>
                <c:pt idx="6175">
                  <c:v>6.0</c:v>
                </c:pt>
                <c:pt idx="6176">
                  <c:v>6.0</c:v>
                </c:pt>
                <c:pt idx="6177">
                  <c:v>6.0</c:v>
                </c:pt>
                <c:pt idx="6178">
                  <c:v>6.0</c:v>
                </c:pt>
                <c:pt idx="6179">
                  <c:v>6.0</c:v>
                </c:pt>
                <c:pt idx="6180">
                  <c:v>6.0</c:v>
                </c:pt>
                <c:pt idx="6181">
                  <c:v>6.0</c:v>
                </c:pt>
                <c:pt idx="6182">
                  <c:v>6.0</c:v>
                </c:pt>
                <c:pt idx="6183">
                  <c:v>6.0</c:v>
                </c:pt>
                <c:pt idx="6184">
                  <c:v>6.0</c:v>
                </c:pt>
                <c:pt idx="6185">
                  <c:v>6.0</c:v>
                </c:pt>
                <c:pt idx="6186">
                  <c:v>6.0</c:v>
                </c:pt>
                <c:pt idx="6187">
                  <c:v>6.0</c:v>
                </c:pt>
                <c:pt idx="6188">
                  <c:v>6.0</c:v>
                </c:pt>
                <c:pt idx="6189">
                  <c:v>6.0</c:v>
                </c:pt>
                <c:pt idx="6190">
                  <c:v>6.0</c:v>
                </c:pt>
                <c:pt idx="6191">
                  <c:v>6.0</c:v>
                </c:pt>
                <c:pt idx="6192">
                  <c:v>6.0</c:v>
                </c:pt>
                <c:pt idx="6193">
                  <c:v>6.0</c:v>
                </c:pt>
                <c:pt idx="6194">
                  <c:v>6.0</c:v>
                </c:pt>
                <c:pt idx="6195">
                  <c:v>6.0</c:v>
                </c:pt>
                <c:pt idx="6196">
                  <c:v>6.0</c:v>
                </c:pt>
                <c:pt idx="6197">
                  <c:v>6.0</c:v>
                </c:pt>
                <c:pt idx="6198">
                  <c:v>6.0</c:v>
                </c:pt>
                <c:pt idx="6199">
                  <c:v>6.0</c:v>
                </c:pt>
                <c:pt idx="6200">
                  <c:v>6.0</c:v>
                </c:pt>
                <c:pt idx="6201">
                  <c:v>6.0</c:v>
                </c:pt>
                <c:pt idx="6202">
                  <c:v>6.0</c:v>
                </c:pt>
                <c:pt idx="6203">
                  <c:v>6.0</c:v>
                </c:pt>
                <c:pt idx="6204">
                  <c:v>6.0</c:v>
                </c:pt>
                <c:pt idx="6205">
                  <c:v>6.0</c:v>
                </c:pt>
                <c:pt idx="6206">
                  <c:v>6.0</c:v>
                </c:pt>
                <c:pt idx="6207">
                  <c:v>6.0</c:v>
                </c:pt>
                <c:pt idx="6208">
                  <c:v>6.0</c:v>
                </c:pt>
                <c:pt idx="6209">
                  <c:v>6.0</c:v>
                </c:pt>
                <c:pt idx="6210">
                  <c:v>6.0</c:v>
                </c:pt>
                <c:pt idx="6211">
                  <c:v>6.0</c:v>
                </c:pt>
                <c:pt idx="6212">
                  <c:v>6.0</c:v>
                </c:pt>
                <c:pt idx="6213">
                  <c:v>6.0</c:v>
                </c:pt>
                <c:pt idx="6214">
                  <c:v>6.0</c:v>
                </c:pt>
                <c:pt idx="6215">
                  <c:v>6.0</c:v>
                </c:pt>
                <c:pt idx="6216">
                  <c:v>6.0</c:v>
                </c:pt>
                <c:pt idx="6217">
                  <c:v>6.0</c:v>
                </c:pt>
                <c:pt idx="6218">
                  <c:v>6.0</c:v>
                </c:pt>
                <c:pt idx="6219">
                  <c:v>6.0</c:v>
                </c:pt>
                <c:pt idx="6220">
                  <c:v>6.0</c:v>
                </c:pt>
                <c:pt idx="6221">
                  <c:v>6.0</c:v>
                </c:pt>
                <c:pt idx="6222">
                  <c:v>6.0</c:v>
                </c:pt>
                <c:pt idx="6223">
                  <c:v>6.0</c:v>
                </c:pt>
                <c:pt idx="6224">
                  <c:v>6.0</c:v>
                </c:pt>
                <c:pt idx="6225">
                  <c:v>6.0</c:v>
                </c:pt>
                <c:pt idx="6226">
                  <c:v>6.0</c:v>
                </c:pt>
                <c:pt idx="6227">
                  <c:v>6.0</c:v>
                </c:pt>
                <c:pt idx="6228">
                  <c:v>6.0</c:v>
                </c:pt>
                <c:pt idx="6229">
                  <c:v>6.0</c:v>
                </c:pt>
                <c:pt idx="6230">
                  <c:v>6.0</c:v>
                </c:pt>
                <c:pt idx="6231">
                  <c:v>6.0</c:v>
                </c:pt>
                <c:pt idx="6232">
                  <c:v>6.0</c:v>
                </c:pt>
                <c:pt idx="6233">
                  <c:v>6.0</c:v>
                </c:pt>
                <c:pt idx="6234">
                  <c:v>6.0</c:v>
                </c:pt>
                <c:pt idx="6235">
                  <c:v>6.0</c:v>
                </c:pt>
                <c:pt idx="6236">
                  <c:v>6.0</c:v>
                </c:pt>
                <c:pt idx="6237">
                  <c:v>6.0</c:v>
                </c:pt>
                <c:pt idx="6238">
                  <c:v>6.0</c:v>
                </c:pt>
                <c:pt idx="6239">
                  <c:v>6.0</c:v>
                </c:pt>
                <c:pt idx="6240">
                  <c:v>6.0</c:v>
                </c:pt>
                <c:pt idx="6241">
                  <c:v>6.0</c:v>
                </c:pt>
                <c:pt idx="6242">
                  <c:v>6.0</c:v>
                </c:pt>
                <c:pt idx="6243">
                  <c:v>6.0</c:v>
                </c:pt>
                <c:pt idx="6244">
                  <c:v>6.0</c:v>
                </c:pt>
                <c:pt idx="6245">
                  <c:v>6.0</c:v>
                </c:pt>
                <c:pt idx="6246">
                  <c:v>6.0</c:v>
                </c:pt>
                <c:pt idx="6247">
                  <c:v>6.0</c:v>
                </c:pt>
                <c:pt idx="6248">
                  <c:v>6.0</c:v>
                </c:pt>
                <c:pt idx="6249">
                  <c:v>6.0</c:v>
                </c:pt>
                <c:pt idx="6250">
                  <c:v>6.0</c:v>
                </c:pt>
                <c:pt idx="6251">
                  <c:v>6.0</c:v>
                </c:pt>
                <c:pt idx="6252">
                  <c:v>6.0</c:v>
                </c:pt>
                <c:pt idx="6253">
                  <c:v>6.0</c:v>
                </c:pt>
                <c:pt idx="6254">
                  <c:v>6.0</c:v>
                </c:pt>
                <c:pt idx="6255">
                  <c:v>6.0</c:v>
                </c:pt>
                <c:pt idx="6256">
                  <c:v>6.0</c:v>
                </c:pt>
                <c:pt idx="6257">
                  <c:v>6.0</c:v>
                </c:pt>
                <c:pt idx="6258">
                  <c:v>6.0</c:v>
                </c:pt>
                <c:pt idx="6259">
                  <c:v>6.0</c:v>
                </c:pt>
                <c:pt idx="6260">
                  <c:v>6.0</c:v>
                </c:pt>
                <c:pt idx="6261">
                  <c:v>6.0</c:v>
                </c:pt>
                <c:pt idx="6262">
                  <c:v>6.0</c:v>
                </c:pt>
                <c:pt idx="6263">
                  <c:v>6.0</c:v>
                </c:pt>
                <c:pt idx="6264">
                  <c:v>6.0</c:v>
                </c:pt>
                <c:pt idx="6265">
                  <c:v>6.0</c:v>
                </c:pt>
                <c:pt idx="6266">
                  <c:v>6.0</c:v>
                </c:pt>
                <c:pt idx="6267">
                  <c:v>6.0</c:v>
                </c:pt>
                <c:pt idx="6268">
                  <c:v>6.0</c:v>
                </c:pt>
                <c:pt idx="6269">
                  <c:v>6.0</c:v>
                </c:pt>
                <c:pt idx="6270">
                  <c:v>6.0</c:v>
                </c:pt>
                <c:pt idx="6271">
                  <c:v>6.0</c:v>
                </c:pt>
                <c:pt idx="6272">
                  <c:v>6.0</c:v>
                </c:pt>
                <c:pt idx="6273">
                  <c:v>6.0</c:v>
                </c:pt>
                <c:pt idx="6274">
                  <c:v>6.0</c:v>
                </c:pt>
                <c:pt idx="6275">
                  <c:v>6.0</c:v>
                </c:pt>
                <c:pt idx="6276">
                  <c:v>6.0</c:v>
                </c:pt>
                <c:pt idx="6277">
                  <c:v>6.0</c:v>
                </c:pt>
                <c:pt idx="6278">
                  <c:v>6.0</c:v>
                </c:pt>
                <c:pt idx="6279">
                  <c:v>6.0</c:v>
                </c:pt>
                <c:pt idx="6280">
                  <c:v>6.0</c:v>
                </c:pt>
                <c:pt idx="6281">
                  <c:v>6.0</c:v>
                </c:pt>
                <c:pt idx="6282">
                  <c:v>6.0</c:v>
                </c:pt>
                <c:pt idx="6283">
                  <c:v>6.0</c:v>
                </c:pt>
                <c:pt idx="6284">
                  <c:v>6.0</c:v>
                </c:pt>
                <c:pt idx="6285">
                  <c:v>6.0</c:v>
                </c:pt>
                <c:pt idx="6286">
                  <c:v>6.0</c:v>
                </c:pt>
                <c:pt idx="6287">
                  <c:v>6.0</c:v>
                </c:pt>
                <c:pt idx="6288">
                  <c:v>6.0</c:v>
                </c:pt>
                <c:pt idx="6289">
                  <c:v>6.0</c:v>
                </c:pt>
                <c:pt idx="6290">
                  <c:v>6.0</c:v>
                </c:pt>
                <c:pt idx="6291">
                  <c:v>6.0</c:v>
                </c:pt>
                <c:pt idx="6292">
                  <c:v>6.0</c:v>
                </c:pt>
                <c:pt idx="6293">
                  <c:v>6.0</c:v>
                </c:pt>
                <c:pt idx="6294">
                  <c:v>6.0</c:v>
                </c:pt>
                <c:pt idx="6295">
                  <c:v>6.0</c:v>
                </c:pt>
                <c:pt idx="6296">
                  <c:v>6.0</c:v>
                </c:pt>
                <c:pt idx="6297">
                  <c:v>6.0</c:v>
                </c:pt>
                <c:pt idx="6298">
                  <c:v>6.0</c:v>
                </c:pt>
                <c:pt idx="6299">
                  <c:v>6.0</c:v>
                </c:pt>
                <c:pt idx="6300">
                  <c:v>6.0</c:v>
                </c:pt>
                <c:pt idx="6301">
                  <c:v>6.0</c:v>
                </c:pt>
                <c:pt idx="6302">
                  <c:v>6.0</c:v>
                </c:pt>
                <c:pt idx="6303">
                  <c:v>6.0</c:v>
                </c:pt>
                <c:pt idx="6304">
                  <c:v>6.0</c:v>
                </c:pt>
                <c:pt idx="6305">
                  <c:v>6.0</c:v>
                </c:pt>
                <c:pt idx="6306">
                  <c:v>6.0</c:v>
                </c:pt>
                <c:pt idx="6307">
                  <c:v>6.0</c:v>
                </c:pt>
                <c:pt idx="6308">
                  <c:v>6.0</c:v>
                </c:pt>
                <c:pt idx="6309">
                  <c:v>6.0</c:v>
                </c:pt>
                <c:pt idx="6310">
                  <c:v>6.0</c:v>
                </c:pt>
                <c:pt idx="6311">
                  <c:v>6.0</c:v>
                </c:pt>
                <c:pt idx="6312">
                  <c:v>6.0</c:v>
                </c:pt>
                <c:pt idx="6313">
                  <c:v>6.0</c:v>
                </c:pt>
                <c:pt idx="6314">
                  <c:v>6.0</c:v>
                </c:pt>
                <c:pt idx="6315">
                  <c:v>6.0</c:v>
                </c:pt>
                <c:pt idx="6316">
                  <c:v>6.0</c:v>
                </c:pt>
                <c:pt idx="6317">
                  <c:v>6.0</c:v>
                </c:pt>
                <c:pt idx="6318">
                  <c:v>6.0</c:v>
                </c:pt>
                <c:pt idx="6319">
                  <c:v>6.0</c:v>
                </c:pt>
                <c:pt idx="6320">
                  <c:v>6.0</c:v>
                </c:pt>
                <c:pt idx="6321">
                  <c:v>6.0</c:v>
                </c:pt>
                <c:pt idx="6322">
                  <c:v>6.0</c:v>
                </c:pt>
                <c:pt idx="6323">
                  <c:v>6.0</c:v>
                </c:pt>
                <c:pt idx="6324">
                  <c:v>6.0</c:v>
                </c:pt>
                <c:pt idx="6325">
                  <c:v>6.0</c:v>
                </c:pt>
                <c:pt idx="6326">
                  <c:v>6.0</c:v>
                </c:pt>
                <c:pt idx="6327">
                  <c:v>6.0</c:v>
                </c:pt>
                <c:pt idx="6328">
                  <c:v>6.0</c:v>
                </c:pt>
                <c:pt idx="6329">
                  <c:v>6.0</c:v>
                </c:pt>
                <c:pt idx="6330">
                  <c:v>6.0</c:v>
                </c:pt>
                <c:pt idx="6331">
                  <c:v>6.0</c:v>
                </c:pt>
                <c:pt idx="6332">
                  <c:v>6.0</c:v>
                </c:pt>
                <c:pt idx="6333">
                  <c:v>6.0</c:v>
                </c:pt>
                <c:pt idx="6334">
                  <c:v>6.0</c:v>
                </c:pt>
                <c:pt idx="6335">
                  <c:v>6.0</c:v>
                </c:pt>
                <c:pt idx="6336">
                  <c:v>6.0</c:v>
                </c:pt>
                <c:pt idx="6337">
                  <c:v>6.0</c:v>
                </c:pt>
                <c:pt idx="6338">
                  <c:v>6.0</c:v>
                </c:pt>
                <c:pt idx="6339">
                  <c:v>6.0</c:v>
                </c:pt>
                <c:pt idx="6340">
                  <c:v>6.0</c:v>
                </c:pt>
                <c:pt idx="6341">
                  <c:v>6.0</c:v>
                </c:pt>
                <c:pt idx="6342">
                  <c:v>6.0</c:v>
                </c:pt>
                <c:pt idx="6343">
                  <c:v>6.0</c:v>
                </c:pt>
                <c:pt idx="6344">
                  <c:v>6.0</c:v>
                </c:pt>
                <c:pt idx="6345">
                  <c:v>6.0</c:v>
                </c:pt>
                <c:pt idx="6346">
                  <c:v>6.0</c:v>
                </c:pt>
                <c:pt idx="6347">
                  <c:v>6.0</c:v>
                </c:pt>
                <c:pt idx="6348">
                  <c:v>6.0</c:v>
                </c:pt>
                <c:pt idx="6349">
                  <c:v>6.0</c:v>
                </c:pt>
                <c:pt idx="6350">
                  <c:v>6.0</c:v>
                </c:pt>
                <c:pt idx="6351">
                  <c:v>6.0</c:v>
                </c:pt>
                <c:pt idx="6352">
                  <c:v>6.0</c:v>
                </c:pt>
                <c:pt idx="6353">
                  <c:v>6.0</c:v>
                </c:pt>
                <c:pt idx="6354">
                  <c:v>6.0</c:v>
                </c:pt>
                <c:pt idx="6355">
                  <c:v>6.0</c:v>
                </c:pt>
                <c:pt idx="6356">
                  <c:v>6.0</c:v>
                </c:pt>
                <c:pt idx="6357">
                  <c:v>6.0</c:v>
                </c:pt>
                <c:pt idx="6358">
                  <c:v>6.0</c:v>
                </c:pt>
                <c:pt idx="6359">
                  <c:v>6.0</c:v>
                </c:pt>
                <c:pt idx="6360">
                  <c:v>6.0</c:v>
                </c:pt>
                <c:pt idx="6361">
                  <c:v>6.0</c:v>
                </c:pt>
                <c:pt idx="6362">
                  <c:v>6.0</c:v>
                </c:pt>
                <c:pt idx="6363">
                  <c:v>6.0</c:v>
                </c:pt>
                <c:pt idx="6364">
                  <c:v>6.0</c:v>
                </c:pt>
                <c:pt idx="6365">
                  <c:v>6.0</c:v>
                </c:pt>
                <c:pt idx="6366">
                  <c:v>6.0</c:v>
                </c:pt>
                <c:pt idx="6367">
                  <c:v>6.0</c:v>
                </c:pt>
                <c:pt idx="6368">
                  <c:v>6.0</c:v>
                </c:pt>
                <c:pt idx="6369">
                  <c:v>6.0</c:v>
                </c:pt>
                <c:pt idx="6370">
                  <c:v>6.0</c:v>
                </c:pt>
                <c:pt idx="6371">
                  <c:v>6.0</c:v>
                </c:pt>
                <c:pt idx="6372">
                  <c:v>6.0</c:v>
                </c:pt>
                <c:pt idx="6373">
                  <c:v>6.0</c:v>
                </c:pt>
                <c:pt idx="6374">
                  <c:v>6.0</c:v>
                </c:pt>
                <c:pt idx="6375">
                  <c:v>6.0</c:v>
                </c:pt>
                <c:pt idx="6376">
                  <c:v>6.0</c:v>
                </c:pt>
                <c:pt idx="6377">
                  <c:v>6.0</c:v>
                </c:pt>
                <c:pt idx="6378">
                  <c:v>6.0</c:v>
                </c:pt>
                <c:pt idx="6379">
                  <c:v>6.0</c:v>
                </c:pt>
                <c:pt idx="6380">
                  <c:v>6.0</c:v>
                </c:pt>
                <c:pt idx="6381">
                  <c:v>6.0</c:v>
                </c:pt>
                <c:pt idx="6382">
                  <c:v>6.0</c:v>
                </c:pt>
                <c:pt idx="6383">
                  <c:v>6.0</c:v>
                </c:pt>
                <c:pt idx="6384">
                  <c:v>6.0</c:v>
                </c:pt>
                <c:pt idx="6385">
                  <c:v>6.0</c:v>
                </c:pt>
                <c:pt idx="6386">
                  <c:v>6.0</c:v>
                </c:pt>
                <c:pt idx="6387">
                  <c:v>6.0</c:v>
                </c:pt>
                <c:pt idx="6388">
                  <c:v>6.0</c:v>
                </c:pt>
                <c:pt idx="6389">
                  <c:v>6.0</c:v>
                </c:pt>
                <c:pt idx="6390">
                  <c:v>6.0</c:v>
                </c:pt>
                <c:pt idx="6391">
                  <c:v>6.0</c:v>
                </c:pt>
                <c:pt idx="6392">
                  <c:v>6.0</c:v>
                </c:pt>
                <c:pt idx="6393">
                  <c:v>6.0</c:v>
                </c:pt>
                <c:pt idx="6394">
                  <c:v>6.0</c:v>
                </c:pt>
                <c:pt idx="6395">
                  <c:v>6.0</c:v>
                </c:pt>
                <c:pt idx="6396">
                  <c:v>6.0</c:v>
                </c:pt>
                <c:pt idx="6397">
                  <c:v>6.0</c:v>
                </c:pt>
                <c:pt idx="6398">
                  <c:v>6.0</c:v>
                </c:pt>
                <c:pt idx="6399">
                  <c:v>6.0</c:v>
                </c:pt>
                <c:pt idx="6400">
                  <c:v>6.0</c:v>
                </c:pt>
                <c:pt idx="6401">
                  <c:v>6.0</c:v>
                </c:pt>
                <c:pt idx="6402">
                  <c:v>6.0</c:v>
                </c:pt>
                <c:pt idx="6403">
                  <c:v>6.0</c:v>
                </c:pt>
                <c:pt idx="6404">
                  <c:v>6.0</c:v>
                </c:pt>
                <c:pt idx="6405">
                  <c:v>6.0</c:v>
                </c:pt>
                <c:pt idx="6406">
                  <c:v>6.0</c:v>
                </c:pt>
                <c:pt idx="6407">
                  <c:v>6.0</c:v>
                </c:pt>
                <c:pt idx="6408">
                  <c:v>6.0</c:v>
                </c:pt>
                <c:pt idx="6409">
                  <c:v>6.0</c:v>
                </c:pt>
                <c:pt idx="6410">
                  <c:v>6.0</c:v>
                </c:pt>
                <c:pt idx="6411">
                  <c:v>6.0</c:v>
                </c:pt>
                <c:pt idx="6412">
                  <c:v>6.0</c:v>
                </c:pt>
                <c:pt idx="6413">
                  <c:v>6.0</c:v>
                </c:pt>
                <c:pt idx="6414">
                  <c:v>6.0</c:v>
                </c:pt>
                <c:pt idx="6415">
                  <c:v>6.0</c:v>
                </c:pt>
                <c:pt idx="6416">
                  <c:v>6.0</c:v>
                </c:pt>
                <c:pt idx="6417">
                  <c:v>6.0</c:v>
                </c:pt>
                <c:pt idx="6418">
                  <c:v>6.0</c:v>
                </c:pt>
                <c:pt idx="6419">
                  <c:v>6.0</c:v>
                </c:pt>
                <c:pt idx="6420">
                  <c:v>6.0</c:v>
                </c:pt>
                <c:pt idx="6421">
                  <c:v>6.0</c:v>
                </c:pt>
                <c:pt idx="6422">
                  <c:v>6.0</c:v>
                </c:pt>
                <c:pt idx="6423">
                  <c:v>6.0</c:v>
                </c:pt>
                <c:pt idx="6424">
                  <c:v>6.0</c:v>
                </c:pt>
                <c:pt idx="6425">
                  <c:v>6.0</c:v>
                </c:pt>
                <c:pt idx="6426">
                  <c:v>6.0</c:v>
                </c:pt>
                <c:pt idx="6427">
                  <c:v>6.0</c:v>
                </c:pt>
                <c:pt idx="6428">
                  <c:v>6.0</c:v>
                </c:pt>
                <c:pt idx="6429">
                  <c:v>6.0</c:v>
                </c:pt>
                <c:pt idx="6430">
                  <c:v>6.0</c:v>
                </c:pt>
                <c:pt idx="6431">
                  <c:v>6.0</c:v>
                </c:pt>
                <c:pt idx="6432">
                  <c:v>6.0</c:v>
                </c:pt>
                <c:pt idx="6433">
                  <c:v>6.0</c:v>
                </c:pt>
                <c:pt idx="6434">
                  <c:v>6.0</c:v>
                </c:pt>
                <c:pt idx="6435">
                  <c:v>6.0</c:v>
                </c:pt>
                <c:pt idx="6436">
                  <c:v>6.0</c:v>
                </c:pt>
                <c:pt idx="6437">
                  <c:v>6.0</c:v>
                </c:pt>
                <c:pt idx="6438">
                  <c:v>6.0</c:v>
                </c:pt>
                <c:pt idx="6439">
                  <c:v>6.0</c:v>
                </c:pt>
                <c:pt idx="6440">
                  <c:v>6.0</c:v>
                </c:pt>
                <c:pt idx="6441">
                  <c:v>6.0</c:v>
                </c:pt>
                <c:pt idx="6442">
                  <c:v>6.0</c:v>
                </c:pt>
                <c:pt idx="6443">
                  <c:v>6.0</c:v>
                </c:pt>
                <c:pt idx="6444">
                  <c:v>6.0</c:v>
                </c:pt>
                <c:pt idx="6445">
                  <c:v>6.0</c:v>
                </c:pt>
                <c:pt idx="6446">
                  <c:v>6.0</c:v>
                </c:pt>
                <c:pt idx="6447">
                  <c:v>6.0</c:v>
                </c:pt>
                <c:pt idx="6448">
                  <c:v>6.0</c:v>
                </c:pt>
                <c:pt idx="6449">
                  <c:v>6.0</c:v>
                </c:pt>
                <c:pt idx="6450">
                  <c:v>6.0</c:v>
                </c:pt>
                <c:pt idx="6451">
                  <c:v>6.0</c:v>
                </c:pt>
                <c:pt idx="6452">
                  <c:v>6.0</c:v>
                </c:pt>
                <c:pt idx="6453">
                  <c:v>6.0</c:v>
                </c:pt>
                <c:pt idx="6454">
                  <c:v>6.0</c:v>
                </c:pt>
                <c:pt idx="6455">
                  <c:v>6.0</c:v>
                </c:pt>
                <c:pt idx="6456">
                  <c:v>6.0</c:v>
                </c:pt>
                <c:pt idx="6457">
                  <c:v>6.0</c:v>
                </c:pt>
                <c:pt idx="6458">
                  <c:v>6.0</c:v>
                </c:pt>
                <c:pt idx="6459">
                  <c:v>6.0</c:v>
                </c:pt>
                <c:pt idx="6460">
                  <c:v>6.0</c:v>
                </c:pt>
                <c:pt idx="6461">
                  <c:v>6.0</c:v>
                </c:pt>
                <c:pt idx="6462">
                  <c:v>6.0</c:v>
                </c:pt>
                <c:pt idx="6463">
                  <c:v>6.0</c:v>
                </c:pt>
                <c:pt idx="6464">
                  <c:v>6.0</c:v>
                </c:pt>
                <c:pt idx="6465">
                  <c:v>6.0</c:v>
                </c:pt>
                <c:pt idx="6466">
                  <c:v>6.0</c:v>
                </c:pt>
                <c:pt idx="6467">
                  <c:v>6.0</c:v>
                </c:pt>
                <c:pt idx="6468">
                  <c:v>6.0</c:v>
                </c:pt>
                <c:pt idx="6469">
                  <c:v>6.0</c:v>
                </c:pt>
                <c:pt idx="6470">
                  <c:v>6.0</c:v>
                </c:pt>
                <c:pt idx="6471">
                  <c:v>6.0</c:v>
                </c:pt>
                <c:pt idx="6472">
                  <c:v>6.0</c:v>
                </c:pt>
                <c:pt idx="6473">
                  <c:v>6.0</c:v>
                </c:pt>
                <c:pt idx="6474">
                  <c:v>6.0</c:v>
                </c:pt>
                <c:pt idx="6475">
                  <c:v>6.0</c:v>
                </c:pt>
                <c:pt idx="6476">
                  <c:v>6.0</c:v>
                </c:pt>
                <c:pt idx="6477">
                  <c:v>6.0</c:v>
                </c:pt>
                <c:pt idx="6478">
                  <c:v>6.0</c:v>
                </c:pt>
                <c:pt idx="6479">
                  <c:v>6.0</c:v>
                </c:pt>
                <c:pt idx="6480">
                  <c:v>6.0</c:v>
                </c:pt>
                <c:pt idx="6481">
                  <c:v>6.0</c:v>
                </c:pt>
                <c:pt idx="6482">
                  <c:v>6.0</c:v>
                </c:pt>
                <c:pt idx="6483">
                  <c:v>6.0</c:v>
                </c:pt>
                <c:pt idx="6484">
                  <c:v>6.0</c:v>
                </c:pt>
                <c:pt idx="6485">
                  <c:v>6.0</c:v>
                </c:pt>
                <c:pt idx="6486">
                  <c:v>6.0</c:v>
                </c:pt>
                <c:pt idx="6487">
                  <c:v>6.0</c:v>
                </c:pt>
                <c:pt idx="6488">
                  <c:v>6.0</c:v>
                </c:pt>
                <c:pt idx="6489">
                  <c:v>6.0</c:v>
                </c:pt>
                <c:pt idx="6490">
                  <c:v>6.0</c:v>
                </c:pt>
                <c:pt idx="6491">
                  <c:v>6.0</c:v>
                </c:pt>
                <c:pt idx="6492">
                  <c:v>6.0</c:v>
                </c:pt>
                <c:pt idx="6493">
                  <c:v>6.0</c:v>
                </c:pt>
                <c:pt idx="6494">
                  <c:v>6.0</c:v>
                </c:pt>
                <c:pt idx="6495">
                  <c:v>6.0</c:v>
                </c:pt>
                <c:pt idx="6496">
                  <c:v>6.0</c:v>
                </c:pt>
                <c:pt idx="6497">
                  <c:v>6.0</c:v>
                </c:pt>
                <c:pt idx="6498">
                  <c:v>6.0</c:v>
                </c:pt>
                <c:pt idx="6499">
                  <c:v>6.0</c:v>
                </c:pt>
                <c:pt idx="6500">
                  <c:v>6.0</c:v>
                </c:pt>
                <c:pt idx="6501">
                  <c:v>6.0</c:v>
                </c:pt>
                <c:pt idx="6502">
                  <c:v>6.0</c:v>
                </c:pt>
                <c:pt idx="6503">
                  <c:v>6.0</c:v>
                </c:pt>
                <c:pt idx="6504">
                  <c:v>6.0</c:v>
                </c:pt>
                <c:pt idx="6505">
                  <c:v>6.0</c:v>
                </c:pt>
                <c:pt idx="6506">
                  <c:v>6.0</c:v>
                </c:pt>
                <c:pt idx="6507">
                  <c:v>6.0</c:v>
                </c:pt>
                <c:pt idx="6508">
                  <c:v>6.0</c:v>
                </c:pt>
                <c:pt idx="6509">
                  <c:v>6.0</c:v>
                </c:pt>
                <c:pt idx="6510">
                  <c:v>6.0</c:v>
                </c:pt>
                <c:pt idx="6511">
                  <c:v>6.0</c:v>
                </c:pt>
                <c:pt idx="6512">
                  <c:v>6.0</c:v>
                </c:pt>
                <c:pt idx="6513">
                  <c:v>6.0</c:v>
                </c:pt>
                <c:pt idx="6514">
                  <c:v>6.0</c:v>
                </c:pt>
                <c:pt idx="6515">
                  <c:v>6.0</c:v>
                </c:pt>
                <c:pt idx="6516">
                  <c:v>6.0</c:v>
                </c:pt>
                <c:pt idx="6517">
                  <c:v>6.0</c:v>
                </c:pt>
                <c:pt idx="6518">
                  <c:v>6.0</c:v>
                </c:pt>
                <c:pt idx="6519">
                  <c:v>6.0</c:v>
                </c:pt>
                <c:pt idx="6520">
                  <c:v>6.0</c:v>
                </c:pt>
                <c:pt idx="6521">
                  <c:v>6.0</c:v>
                </c:pt>
                <c:pt idx="6522">
                  <c:v>6.0</c:v>
                </c:pt>
                <c:pt idx="6523">
                  <c:v>6.0</c:v>
                </c:pt>
                <c:pt idx="6524">
                  <c:v>6.0</c:v>
                </c:pt>
                <c:pt idx="6525">
                  <c:v>6.0</c:v>
                </c:pt>
                <c:pt idx="6526">
                  <c:v>6.0</c:v>
                </c:pt>
                <c:pt idx="6527">
                  <c:v>6.0</c:v>
                </c:pt>
                <c:pt idx="6528">
                  <c:v>6.0</c:v>
                </c:pt>
                <c:pt idx="6529">
                  <c:v>6.0</c:v>
                </c:pt>
                <c:pt idx="6530">
                  <c:v>6.0</c:v>
                </c:pt>
                <c:pt idx="6531">
                  <c:v>6.0</c:v>
                </c:pt>
                <c:pt idx="6532">
                  <c:v>6.0</c:v>
                </c:pt>
                <c:pt idx="6533">
                  <c:v>6.0</c:v>
                </c:pt>
                <c:pt idx="6534">
                  <c:v>6.0</c:v>
                </c:pt>
                <c:pt idx="6535">
                  <c:v>6.0</c:v>
                </c:pt>
                <c:pt idx="6536">
                  <c:v>6.0</c:v>
                </c:pt>
                <c:pt idx="6537">
                  <c:v>6.0</c:v>
                </c:pt>
                <c:pt idx="6538">
                  <c:v>6.0</c:v>
                </c:pt>
                <c:pt idx="6539">
                  <c:v>6.0</c:v>
                </c:pt>
                <c:pt idx="6540">
                  <c:v>6.0</c:v>
                </c:pt>
                <c:pt idx="6541">
                  <c:v>6.0</c:v>
                </c:pt>
                <c:pt idx="6542">
                  <c:v>6.0</c:v>
                </c:pt>
                <c:pt idx="6543">
                  <c:v>6.0</c:v>
                </c:pt>
                <c:pt idx="6544">
                  <c:v>6.0</c:v>
                </c:pt>
                <c:pt idx="6545">
                  <c:v>6.0</c:v>
                </c:pt>
                <c:pt idx="6546">
                  <c:v>6.0</c:v>
                </c:pt>
                <c:pt idx="6547">
                  <c:v>6.0</c:v>
                </c:pt>
                <c:pt idx="6548">
                  <c:v>6.0</c:v>
                </c:pt>
                <c:pt idx="6549">
                  <c:v>6.0</c:v>
                </c:pt>
                <c:pt idx="6550">
                  <c:v>6.0</c:v>
                </c:pt>
                <c:pt idx="6551">
                  <c:v>6.0</c:v>
                </c:pt>
                <c:pt idx="6552">
                  <c:v>6.0</c:v>
                </c:pt>
                <c:pt idx="6553">
                  <c:v>6.0</c:v>
                </c:pt>
                <c:pt idx="6554">
                  <c:v>6.0</c:v>
                </c:pt>
                <c:pt idx="6555">
                  <c:v>6.0</c:v>
                </c:pt>
                <c:pt idx="6556">
                  <c:v>6.0</c:v>
                </c:pt>
                <c:pt idx="6557">
                  <c:v>6.0</c:v>
                </c:pt>
                <c:pt idx="6558">
                  <c:v>6.0</c:v>
                </c:pt>
                <c:pt idx="6559">
                  <c:v>6.0</c:v>
                </c:pt>
                <c:pt idx="6560">
                  <c:v>6.0</c:v>
                </c:pt>
                <c:pt idx="6561">
                  <c:v>6.0</c:v>
                </c:pt>
                <c:pt idx="6562">
                  <c:v>6.0</c:v>
                </c:pt>
                <c:pt idx="6563">
                  <c:v>6.0</c:v>
                </c:pt>
                <c:pt idx="6564">
                  <c:v>6.0</c:v>
                </c:pt>
                <c:pt idx="6565">
                  <c:v>6.0</c:v>
                </c:pt>
                <c:pt idx="6566">
                  <c:v>6.0</c:v>
                </c:pt>
                <c:pt idx="6567">
                  <c:v>6.0</c:v>
                </c:pt>
                <c:pt idx="6568">
                  <c:v>6.0</c:v>
                </c:pt>
                <c:pt idx="6569">
                  <c:v>6.0</c:v>
                </c:pt>
                <c:pt idx="6570">
                  <c:v>6.0</c:v>
                </c:pt>
                <c:pt idx="6571">
                  <c:v>6.0</c:v>
                </c:pt>
                <c:pt idx="6572">
                  <c:v>6.0</c:v>
                </c:pt>
                <c:pt idx="6573">
                  <c:v>6.0</c:v>
                </c:pt>
                <c:pt idx="6574">
                  <c:v>6.0</c:v>
                </c:pt>
                <c:pt idx="6575">
                  <c:v>6.0</c:v>
                </c:pt>
                <c:pt idx="6576">
                  <c:v>6.0</c:v>
                </c:pt>
                <c:pt idx="6577">
                  <c:v>6.0</c:v>
                </c:pt>
                <c:pt idx="6578">
                  <c:v>6.0</c:v>
                </c:pt>
                <c:pt idx="6579">
                  <c:v>6.0</c:v>
                </c:pt>
                <c:pt idx="6580">
                  <c:v>6.0</c:v>
                </c:pt>
                <c:pt idx="6581">
                  <c:v>6.0</c:v>
                </c:pt>
                <c:pt idx="6582">
                  <c:v>6.0</c:v>
                </c:pt>
                <c:pt idx="6583">
                  <c:v>6.0</c:v>
                </c:pt>
                <c:pt idx="6584">
                  <c:v>6.0</c:v>
                </c:pt>
                <c:pt idx="6585">
                  <c:v>6.0</c:v>
                </c:pt>
                <c:pt idx="6586">
                  <c:v>6.0</c:v>
                </c:pt>
                <c:pt idx="6587">
                  <c:v>6.0</c:v>
                </c:pt>
                <c:pt idx="6588">
                  <c:v>6.0</c:v>
                </c:pt>
                <c:pt idx="6589">
                  <c:v>6.0</c:v>
                </c:pt>
                <c:pt idx="6590">
                  <c:v>6.0</c:v>
                </c:pt>
                <c:pt idx="6591">
                  <c:v>6.0</c:v>
                </c:pt>
                <c:pt idx="6592">
                  <c:v>6.0</c:v>
                </c:pt>
                <c:pt idx="6593">
                  <c:v>6.0</c:v>
                </c:pt>
                <c:pt idx="6594">
                  <c:v>6.0</c:v>
                </c:pt>
                <c:pt idx="6595">
                  <c:v>6.0</c:v>
                </c:pt>
                <c:pt idx="6596">
                  <c:v>6.0</c:v>
                </c:pt>
                <c:pt idx="6597">
                  <c:v>6.0</c:v>
                </c:pt>
                <c:pt idx="6598">
                  <c:v>6.0</c:v>
                </c:pt>
                <c:pt idx="6599">
                  <c:v>6.0</c:v>
                </c:pt>
                <c:pt idx="6600">
                  <c:v>6.0</c:v>
                </c:pt>
                <c:pt idx="6601">
                  <c:v>6.0</c:v>
                </c:pt>
                <c:pt idx="6602">
                  <c:v>6.0</c:v>
                </c:pt>
                <c:pt idx="6603">
                  <c:v>6.0</c:v>
                </c:pt>
                <c:pt idx="6604">
                  <c:v>6.0</c:v>
                </c:pt>
                <c:pt idx="6605">
                  <c:v>6.0</c:v>
                </c:pt>
                <c:pt idx="6606">
                  <c:v>6.0</c:v>
                </c:pt>
                <c:pt idx="6607">
                  <c:v>6.0</c:v>
                </c:pt>
                <c:pt idx="6608">
                  <c:v>6.0</c:v>
                </c:pt>
                <c:pt idx="6609">
                  <c:v>6.0</c:v>
                </c:pt>
                <c:pt idx="6610">
                  <c:v>6.0</c:v>
                </c:pt>
                <c:pt idx="6611">
                  <c:v>6.0</c:v>
                </c:pt>
                <c:pt idx="6612">
                  <c:v>6.0</c:v>
                </c:pt>
                <c:pt idx="6613">
                  <c:v>6.0</c:v>
                </c:pt>
                <c:pt idx="6614">
                  <c:v>6.0</c:v>
                </c:pt>
                <c:pt idx="6615">
                  <c:v>6.0</c:v>
                </c:pt>
                <c:pt idx="6616">
                  <c:v>6.0</c:v>
                </c:pt>
                <c:pt idx="6617">
                  <c:v>6.0</c:v>
                </c:pt>
                <c:pt idx="6618">
                  <c:v>6.0</c:v>
                </c:pt>
                <c:pt idx="6619">
                  <c:v>6.0</c:v>
                </c:pt>
                <c:pt idx="6620">
                  <c:v>6.0</c:v>
                </c:pt>
                <c:pt idx="6621">
                  <c:v>6.0</c:v>
                </c:pt>
                <c:pt idx="6622">
                  <c:v>6.0</c:v>
                </c:pt>
                <c:pt idx="6623">
                  <c:v>6.0</c:v>
                </c:pt>
                <c:pt idx="6624">
                  <c:v>6.0</c:v>
                </c:pt>
                <c:pt idx="6625">
                  <c:v>6.0</c:v>
                </c:pt>
                <c:pt idx="6626">
                  <c:v>6.0</c:v>
                </c:pt>
                <c:pt idx="6627">
                  <c:v>6.0</c:v>
                </c:pt>
                <c:pt idx="6628">
                  <c:v>6.0</c:v>
                </c:pt>
                <c:pt idx="6629">
                  <c:v>6.0</c:v>
                </c:pt>
                <c:pt idx="6630">
                  <c:v>6.0</c:v>
                </c:pt>
                <c:pt idx="6631">
                  <c:v>6.0</c:v>
                </c:pt>
                <c:pt idx="6632">
                  <c:v>6.0</c:v>
                </c:pt>
                <c:pt idx="6633">
                  <c:v>6.0</c:v>
                </c:pt>
                <c:pt idx="6634">
                  <c:v>6.0</c:v>
                </c:pt>
                <c:pt idx="6635">
                  <c:v>6.0</c:v>
                </c:pt>
                <c:pt idx="6636">
                  <c:v>6.0</c:v>
                </c:pt>
                <c:pt idx="6637">
                  <c:v>6.0</c:v>
                </c:pt>
                <c:pt idx="6638">
                  <c:v>6.0</c:v>
                </c:pt>
                <c:pt idx="6639">
                  <c:v>6.0</c:v>
                </c:pt>
                <c:pt idx="6640">
                  <c:v>6.0</c:v>
                </c:pt>
                <c:pt idx="6641">
                  <c:v>6.0</c:v>
                </c:pt>
                <c:pt idx="6642">
                  <c:v>6.0</c:v>
                </c:pt>
                <c:pt idx="6643">
                  <c:v>6.0</c:v>
                </c:pt>
                <c:pt idx="6644">
                  <c:v>6.0</c:v>
                </c:pt>
                <c:pt idx="6645">
                  <c:v>6.0</c:v>
                </c:pt>
                <c:pt idx="6646">
                  <c:v>6.0</c:v>
                </c:pt>
                <c:pt idx="6647">
                  <c:v>6.0</c:v>
                </c:pt>
                <c:pt idx="6648">
                  <c:v>6.0</c:v>
                </c:pt>
                <c:pt idx="6649">
                  <c:v>6.0</c:v>
                </c:pt>
                <c:pt idx="6650">
                  <c:v>6.0</c:v>
                </c:pt>
                <c:pt idx="6651">
                  <c:v>6.0</c:v>
                </c:pt>
                <c:pt idx="6652">
                  <c:v>6.0</c:v>
                </c:pt>
                <c:pt idx="6653">
                  <c:v>6.0</c:v>
                </c:pt>
                <c:pt idx="6654">
                  <c:v>6.0</c:v>
                </c:pt>
                <c:pt idx="6655">
                  <c:v>6.0</c:v>
                </c:pt>
                <c:pt idx="6656">
                  <c:v>6.0</c:v>
                </c:pt>
                <c:pt idx="6657">
                  <c:v>6.0</c:v>
                </c:pt>
                <c:pt idx="6658">
                  <c:v>6.0</c:v>
                </c:pt>
                <c:pt idx="6659">
                  <c:v>6.0</c:v>
                </c:pt>
                <c:pt idx="6660">
                  <c:v>6.0</c:v>
                </c:pt>
                <c:pt idx="6661">
                  <c:v>6.0</c:v>
                </c:pt>
                <c:pt idx="6662">
                  <c:v>6.0</c:v>
                </c:pt>
                <c:pt idx="6663">
                  <c:v>6.0</c:v>
                </c:pt>
                <c:pt idx="6664">
                  <c:v>6.0</c:v>
                </c:pt>
                <c:pt idx="6665">
                  <c:v>6.0</c:v>
                </c:pt>
                <c:pt idx="6666">
                  <c:v>6.0</c:v>
                </c:pt>
                <c:pt idx="6667">
                  <c:v>6.0</c:v>
                </c:pt>
                <c:pt idx="6668">
                  <c:v>6.0</c:v>
                </c:pt>
                <c:pt idx="6669">
                  <c:v>6.0</c:v>
                </c:pt>
                <c:pt idx="6670">
                  <c:v>6.0</c:v>
                </c:pt>
                <c:pt idx="6671">
                  <c:v>6.0</c:v>
                </c:pt>
                <c:pt idx="6672">
                  <c:v>6.0</c:v>
                </c:pt>
                <c:pt idx="6673">
                  <c:v>6.0</c:v>
                </c:pt>
                <c:pt idx="6674">
                  <c:v>6.0</c:v>
                </c:pt>
                <c:pt idx="6675">
                  <c:v>6.0</c:v>
                </c:pt>
                <c:pt idx="6676">
                  <c:v>6.0</c:v>
                </c:pt>
                <c:pt idx="6677">
                  <c:v>6.0</c:v>
                </c:pt>
                <c:pt idx="6678">
                  <c:v>6.0</c:v>
                </c:pt>
                <c:pt idx="6679">
                  <c:v>6.0</c:v>
                </c:pt>
                <c:pt idx="6680">
                  <c:v>6.0</c:v>
                </c:pt>
                <c:pt idx="6681">
                  <c:v>6.0</c:v>
                </c:pt>
                <c:pt idx="6682">
                  <c:v>6.0</c:v>
                </c:pt>
                <c:pt idx="6683">
                  <c:v>6.0</c:v>
                </c:pt>
                <c:pt idx="6684">
                  <c:v>6.0</c:v>
                </c:pt>
                <c:pt idx="6685">
                  <c:v>6.0</c:v>
                </c:pt>
                <c:pt idx="6686">
                  <c:v>6.0</c:v>
                </c:pt>
                <c:pt idx="6687">
                  <c:v>6.0</c:v>
                </c:pt>
                <c:pt idx="6688">
                  <c:v>6.0</c:v>
                </c:pt>
                <c:pt idx="6689">
                  <c:v>6.0</c:v>
                </c:pt>
                <c:pt idx="6690">
                  <c:v>6.0</c:v>
                </c:pt>
                <c:pt idx="6691">
                  <c:v>6.0</c:v>
                </c:pt>
                <c:pt idx="6692">
                  <c:v>6.0</c:v>
                </c:pt>
                <c:pt idx="6693">
                  <c:v>6.0</c:v>
                </c:pt>
                <c:pt idx="6694">
                  <c:v>6.0</c:v>
                </c:pt>
                <c:pt idx="6695">
                  <c:v>6.0</c:v>
                </c:pt>
                <c:pt idx="6696">
                  <c:v>6.0</c:v>
                </c:pt>
                <c:pt idx="6697">
                  <c:v>6.0</c:v>
                </c:pt>
                <c:pt idx="6698">
                  <c:v>6.0</c:v>
                </c:pt>
                <c:pt idx="6699">
                  <c:v>6.0</c:v>
                </c:pt>
                <c:pt idx="6700">
                  <c:v>6.0</c:v>
                </c:pt>
                <c:pt idx="6701">
                  <c:v>6.0</c:v>
                </c:pt>
                <c:pt idx="6702">
                  <c:v>6.0</c:v>
                </c:pt>
                <c:pt idx="6703">
                  <c:v>6.0</c:v>
                </c:pt>
                <c:pt idx="6704">
                  <c:v>6.0</c:v>
                </c:pt>
                <c:pt idx="6705">
                  <c:v>6.0</c:v>
                </c:pt>
                <c:pt idx="6706">
                  <c:v>6.0</c:v>
                </c:pt>
                <c:pt idx="6707">
                  <c:v>6.0</c:v>
                </c:pt>
                <c:pt idx="6708">
                  <c:v>6.0</c:v>
                </c:pt>
                <c:pt idx="6709">
                  <c:v>6.0</c:v>
                </c:pt>
                <c:pt idx="6710">
                  <c:v>6.0</c:v>
                </c:pt>
                <c:pt idx="6711">
                  <c:v>6.0</c:v>
                </c:pt>
                <c:pt idx="6712">
                  <c:v>6.0</c:v>
                </c:pt>
                <c:pt idx="6713">
                  <c:v>6.0</c:v>
                </c:pt>
                <c:pt idx="6714">
                  <c:v>6.0</c:v>
                </c:pt>
                <c:pt idx="6715">
                  <c:v>6.0</c:v>
                </c:pt>
                <c:pt idx="6716">
                  <c:v>6.0</c:v>
                </c:pt>
                <c:pt idx="6717">
                  <c:v>6.0</c:v>
                </c:pt>
                <c:pt idx="6718">
                  <c:v>6.0</c:v>
                </c:pt>
                <c:pt idx="6719">
                  <c:v>6.0</c:v>
                </c:pt>
                <c:pt idx="6720">
                  <c:v>6.0</c:v>
                </c:pt>
                <c:pt idx="6721">
                  <c:v>6.0</c:v>
                </c:pt>
                <c:pt idx="6722">
                  <c:v>6.0</c:v>
                </c:pt>
                <c:pt idx="6723">
                  <c:v>6.0</c:v>
                </c:pt>
                <c:pt idx="6724">
                  <c:v>6.0</c:v>
                </c:pt>
                <c:pt idx="6725">
                  <c:v>6.0</c:v>
                </c:pt>
                <c:pt idx="6726">
                  <c:v>6.0</c:v>
                </c:pt>
                <c:pt idx="6727">
                  <c:v>6.0</c:v>
                </c:pt>
                <c:pt idx="6728">
                  <c:v>6.0</c:v>
                </c:pt>
                <c:pt idx="6729">
                  <c:v>6.0</c:v>
                </c:pt>
                <c:pt idx="6730">
                  <c:v>6.0</c:v>
                </c:pt>
                <c:pt idx="6731">
                  <c:v>6.0</c:v>
                </c:pt>
                <c:pt idx="6732">
                  <c:v>6.0</c:v>
                </c:pt>
                <c:pt idx="6733">
                  <c:v>6.0</c:v>
                </c:pt>
                <c:pt idx="6734">
                  <c:v>6.0</c:v>
                </c:pt>
                <c:pt idx="6735">
                  <c:v>6.0</c:v>
                </c:pt>
                <c:pt idx="6736">
                  <c:v>6.0</c:v>
                </c:pt>
                <c:pt idx="6737">
                  <c:v>6.0</c:v>
                </c:pt>
                <c:pt idx="6738">
                  <c:v>6.0</c:v>
                </c:pt>
                <c:pt idx="6739">
                  <c:v>6.0</c:v>
                </c:pt>
                <c:pt idx="6740">
                  <c:v>6.0</c:v>
                </c:pt>
                <c:pt idx="6741">
                  <c:v>6.0</c:v>
                </c:pt>
                <c:pt idx="6742">
                  <c:v>6.0</c:v>
                </c:pt>
                <c:pt idx="6743">
                  <c:v>6.0</c:v>
                </c:pt>
                <c:pt idx="6744">
                  <c:v>6.0</c:v>
                </c:pt>
                <c:pt idx="6745">
                  <c:v>6.0</c:v>
                </c:pt>
                <c:pt idx="6746">
                  <c:v>6.0</c:v>
                </c:pt>
                <c:pt idx="6747">
                  <c:v>6.0</c:v>
                </c:pt>
                <c:pt idx="6748">
                  <c:v>6.0</c:v>
                </c:pt>
                <c:pt idx="6749">
                  <c:v>6.0</c:v>
                </c:pt>
                <c:pt idx="6750">
                  <c:v>6.0</c:v>
                </c:pt>
                <c:pt idx="6751">
                  <c:v>6.0</c:v>
                </c:pt>
                <c:pt idx="6752">
                  <c:v>6.0</c:v>
                </c:pt>
                <c:pt idx="6753">
                  <c:v>6.0</c:v>
                </c:pt>
                <c:pt idx="6754">
                  <c:v>6.0</c:v>
                </c:pt>
                <c:pt idx="6755">
                  <c:v>6.0</c:v>
                </c:pt>
                <c:pt idx="6756">
                  <c:v>6.0</c:v>
                </c:pt>
                <c:pt idx="6757">
                  <c:v>6.0</c:v>
                </c:pt>
                <c:pt idx="6758">
                  <c:v>6.0</c:v>
                </c:pt>
                <c:pt idx="6759">
                  <c:v>6.0</c:v>
                </c:pt>
                <c:pt idx="6760">
                  <c:v>6.0</c:v>
                </c:pt>
                <c:pt idx="6761">
                  <c:v>6.0</c:v>
                </c:pt>
                <c:pt idx="6762">
                  <c:v>6.0</c:v>
                </c:pt>
                <c:pt idx="6763">
                  <c:v>6.0</c:v>
                </c:pt>
                <c:pt idx="6764">
                  <c:v>6.0</c:v>
                </c:pt>
                <c:pt idx="6765">
                  <c:v>6.0</c:v>
                </c:pt>
                <c:pt idx="6766">
                  <c:v>6.0</c:v>
                </c:pt>
                <c:pt idx="6767">
                  <c:v>6.0</c:v>
                </c:pt>
                <c:pt idx="6768">
                  <c:v>6.0</c:v>
                </c:pt>
                <c:pt idx="6769">
                  <c:v>6.0</c:v>
                </c:pt>
                <c:pt idx="6770">
                  <c:v>6.0</c:v>
                </c:pt>
                <c:pt idx="6771">
                  <c:v>6.0</c:v>
                </c:pt>
                <c:pt idx="6772">
                  <c:v>6.0</c:v>
                </c:pt>
                <c:pt idx="6773">
                  <c:v>6.0</c:v>
                </c:pt>
                <c:pt idx="6774">
                  <c:v>6.0</c:v>
                </c:pt>
                <c:pt idx="6775">
                  <c:v>6.0</c:v>
                </c:pt>
                <c:pt idx="6776">
                  <c:v>6.0</c:v>
                </c:pt>
                <c:pt idx="6777">
                  <c:v>6.0</c:v>
                </c:pt>
                <c:pt idx="6778">
                  <c:v>6.0</c:v>
                </c:pt>
                <c:pt idx="6779">
                  <c:v>6.0</c:v>
                </c:pt>
                <c:pt idx="6780">
                  <c:v>6.0</c:v>
                </c:pt>
                <c:pt idx="6781">
                  <c:v>6.0</c:v>
                </c:pt>
                <c:pt idx="6782">
                  <c:v>6.0</c:v>
                </c:pt>
                <c:pt idx="6783">
                  <c:v>6.0</c:v>
                </c:pt>
                <c:pt idx="6784">
                  <c:v>6.0</c:v>
                </c:pt>
                <c:pt idx="6785">
                  <c:v>6.0</c:v>
                </c:pt>
                <c:pt idx="6786">
                  <c:v>6.0</c:v>
                </c:pt>
                <c:pt idx="6787">
                  <c:v>6.0</c:v>
                </c:pt>
                <c:pt idx="6788">
                  <c:v>6.0</c:v>
                </c:pt>
                <c:pt idx="6789">
                  <c:v>6.0</c:v>
                </c:pt>
                <c:pt idx="6790">
                  <c:v>6.0</c:v>
                </c:pt>
                <c:pt idx="6791">
                  <c:v>6.0</c:v>
                </c:pt>
                <c:pt idx="6792">
                  <c:v>6.0</c:v>
                </c:pt>
                <c:pt idx="6793">
                  <c:v>6.0</c:v>
                </c:pt>
                <c:pt idx="6794">
                  <c:v>6.0</c:v>
                </c:pt>
                <c:pt idx="6795">
                  <c:v>6.0</c:v>
                </c:pt>
                <c:pt idx="6796">
                  <c:v>6.0</c:v>
                </c:pt>
                <c:pt idx="6797">
                  <c:v>6.0</c:v>
                </c:pt>
                <c:pt idx="6798">
                  <c:v>6.0</c:v>
                </c:pt>
                <c:pt idx="6799">
                  <c:v>6.0</c:v>
                </c:pt>
                <c:pt idx="6800">
                  <c:v>6.0</c:v>
                </c:pt>
                <c:pt idx="6801">
                  <c:v>6.0</c:v>
                </c:pt>
                <c:pt idx="6802">
                  <c:v>6.0</c:v>
                </c:pt>
                <c:pt idx="6803">
                  <c:v>6.0</c:v>
                </c:pt>
                <c:pt idx="6804">
                  <c:v>6.0</c:v>
                </c:pt>
                <c:pt idx="6805">
                  <c:v>6.0</c:v>
                </c:pt>
                <c:pt idx="6806">
                  <c:v>6.0</c:v>
                </c:pt>
                <c:pt idx="6807">
                  <c:v>6.0</c:v>
                </c:pt>
                <c:pt idx="6808">
                  <c:v>6.0</c:v>
                </c:pt>
                <c:pt idx="6809">
                  <c:v>6.0</c:v>
                </c:pt>
                <c:pt idx="6810">
                  <c:v>6.0</c:v>
                </c:pt>
                <c:pt idx="6811">
                  <c:v>6.0</c:v>
                </c:pt>
                <c:pt idx="6812">
                  <c:v>6.0</c:v>
                </c:pt>
                <c:pt idx="6813">
                  <c:v>6.0</c:v>
                </c:pt>
                <c:pt idx="6814">
                  <c:v>6.0</c:v>
                </c:pt>
                <c:pt idx="6815">
                  <c:v>6.0</c:v>
                </c:pt>
                <c:pt idx="6816">
                  <c:v>6.0</c:v>
                </c:pt>
                <c:pt idx="6817">
                  <c:v>6.0</c:v>
                </c:pt>
                <c:pt idx="6818">
                  <c:v>6.0</c:v>
                </c:pt>
                <c:pt idx="6819">
                  <c:v>6.0</c:v>
                </c:pt>
                <c:pt idx="6820">
                  <c:v>6.0</c:v>
                </c:pt>
                <c:pt idx="6821">
                  <c:v>6.0</c:v>
                </c:pt>
                <c:pt idx="6822">
                  <c:v>6.0</c:v>
                </c:pt>
                <c:pt idx="6823">
                  <c:v>6.0</c:v>
                </c:pt>
                <c:pt idx="6824">
                  <c:v>6.0</c:v>
                </c:pt>
                <c:pt idx="6825">
                  <c:v>6.0</c:v>
                </c:pt>
                <c:pt idx="6826">
                  <c:v>6.0</c:v>
                </c:pt>
                <c:pt idx="6827">
                  <c:v>6.0</c:v>
                </c:pt>
                <c:pt idx="6828">
                  <c:v>6.0</c:v>
                </c:pt>
                <c:pt idx="6829">
                  <c:v>6.0</c:v>
                </c:pt>
                <c:pt idx="6830">
                  <c:v>6.0</c:v>
                </c:pt>
                <c:pt idx="6831">
                  <c:v>6.0</c:v>
                </c:pt>
                <c:pt idx="6832">
                  <c:v>6.0</c:v>
                </c:pt>
                <c:pt idx="6833">
                  <c:v>6.0</c:v>
                </c:pt>
                <c:pt idx="6834">
                  <c:v>6.0</c:v>
                </c:pt>
                <c:pt idx="6835">
                  <c:v>6.0</c:v>
                </c:pt>
                <c:pt idx="6836">
                  <c:v>6.0</c:v>
                </c:pt>
                <c:pt idx="6837">
                  <c:v>6.0</c:v>
                </c:pt>
                <c:pt idx="6838">
                  <c:v>6.0</c:v>
                </c:pt>
                <c:pt idx="6839">
                  <c:v>6.0</c:v>
                </c:pt>
                <c:pt idx="6840">
                  <c:v>6.0</c:v>
                </c:pt>
                <c:pt idx="6841">
                  <c:v>6.0</c:v>
                </c:pt>
                <c:pt idx="6842">
                  <c:v>6.0</c:v>
                </c:pt>
                <c:pt idx="6843">
                  <c:v>6.0</c:v>
                </c:pt>
                <c:pt idx="6844">
                  <c:v>6.0</c:v>
                </c:pt>
                <c:pt idx="6845">
                  <c:v>6.0</c:v>
                </c:pt>
                <c:pt idx="6846">
                  <c:v>6.0</c:v>
                </c:pt>
                <c:pt idx="6847">
                  <c:v>6.0</c:v>
                </c:pt>
                <c:pt idx="6848">
                  <c:v>6.0</c:v>
                </c:pt>
                <c:pt idx="6849">
                  <c:v>6.0</c:v>
                </c:pt>
                <c:pt idx="6850">
                  <c:v>6.0</c:v>
                </c:pt>
                <c:pt idx="6851">
                  <c:v>6.0</c:v>
                </c:pt>
                <c:pt idx="6852">
                  <c:v>6.0</c:v>
                </c:pt>
                <c:pt idx="6853">
                  <c:v>6.0</c:v>
                </c:pt>
                <c:pt idx="6854">
                  <c:v>6.0</c:v>
                </c:pt>
                <c:pt idx="6855">
                  <c:v>6.0</c:v>
                </c:pt>
                <c:pt idx="6856">
                  <c:v>6.0</c:v>
                </c:pt>
                <c:pt idx="6857">
                  <c:v>6.0</c:v>
                </c:pt>
                <c:pt idx="6858">
                  <c:v>6.0</c:v>
                </c:pt>
                <c:pt idx="6859">
                  <c:v>6.0</c:v>
                </c:pt>
                <c:pt idx="6860">
                  <c:v>6.0</c:v>
                </c:pt>
                <c:pt idx="6861">
                  <c:v>6.0</c:v>
                </c:pt>
                <c:pt idx="6862">
                  <c:v>6.0</c:v>
                </c:pt>
                <c:pt idx="6863">
                  <c:v>6.0</c:v>
                </c:pt>
                <c:pt idx="6864">
                  <c:v>6.0</c:v>
                </c:pt>
                <c:pt idx="6865">
                  <c:v>6.0</c:v>
                </c:pt>
                <c:pt idx="6866">
                  <c:v>6.0</c:v>
                </c:pt>
                <c:pt idx="6867">
                  <c:v>6.0</c:v>
                </c:pt>
                <c:pt idx="6868">
                  <c:v>6.0</c:v>
                </c:pt>
                <c:pt idx="6869">
                  <c:v>6.0</c:v>
                </c:pt>
                <c:pt idx="6870">
                  <c:v>6.0</c:v>
                </c:pt>
                <c:pt idx="6871">
                  <c:v>6.0</c:v>
                </c:pt>
                <c:pt idx="6872">
                  <c:v>6.0</c:v>
                </c:pt>
                <c:pt idx="6873">
                  <c:v>6.0</c:v>
                </c:pt>
                <c:pt idx="6874">
                  <c:v>6.0</c:v>
                </c:pt>
                <c:pt idx="6875">
                  <c:v>6.0</c:v>
                </c:pt>
                <c:pt idx="6876">
                  <c:v>6.0</c:v>
                </c:pt>
                <c:pt idx="6877">
                  <c:v>6.0</c:v>
                </c:pt>
                <c:pt idx="6878">
                  <c:v>6.0</c:v>
                </c:pt>
                <c:pt idx="6879">
                  <c:v>6.0</c:v>
                </c:pt>
                <c:pt idx="6880">
                  <c:v>6.0</c:v>
                </c:pt>
                <c:pt idx="6881">
                  <c:v>6.0</c:v>
                </c:pt>
                <c:pt idx="6882">
                  <c:v>6.0</c:v>
                </c:pt>
                <c:pt idx="6883">
                  <c:v>6.0</c:v>
                </c:pt>
                <c:pt idx="6884">
                  <c:v>6.0</c:v>
                </c:pt>
                <c:pt idx="6885">
                  <c:v>6.0</c:v>
                </c:pt>
                <c:pt idx="6886">
                  <c:v>6.0</c:v>
                </c:pt>
                <c:pt idx="6887">
                  <c:v>6.0</c:v>
                </c:pt>
                <c:pt idx="6888">
                  <c:v>6.0</c:v>
                </c:pt>
                <c:pt idx="6889">
                  <c:v>6.0</c:v>
                </c:pt>
                <c:pt idx="6890">
                  <c:v>6.0</c:v>
                </c:pt>
                <c:pt idx="6891">
                  <c:v>6.0</c:v>
                </c:pt>
                <c:pt idx="6892">
                  <c:v>6.0</c:v>
                </c:pt>
                <c:pt idx="6893">
                  <c:v>6.0</c:v>
                </c:pt>
                <c:pt idx="6894">
                  <c:v>6.0</c:v>
                </c:pt>
                <c:pt idx="6895">
                  <c:v>6.0</c:v>
                </c:pt>
                <c:pt idx="6896">
                  <c:v>6.0</c:v>
                </c:pt>
                <c:pt idx="6897">
                  <c:v>6.0</c:v>
                </c:pt>
                <c:pt idx="6898">
                  <c:v>6.0</c:v>
                </c:pt>
                <c:pt idx="6899">
                  <c:v>6.0</c:v>
                </c:pt>
                <c:pt idx="6900">
                  <c:v>6.0</c:v>
                </c:pt>
                <c:pt idx="6901">
                  <c:v>6.0</c:v>
                </c:pt>
                <c:pt idx="6902">
                  <c:v>6.0</c:v>
                </c:pt>
                <c:pt idx="6903">
                  <c:v>6.0</c:v>
                </c:pt>
                <c:pt idx="6904">
                  <c:v>6.0</c:v>
                </c:pt>
                <c:pt idx="6905">
                  <c:v>6.0</c:v>
                </c:pt>
                <c:pt idx="6906">
                  <c:v>6.0</c:v>
                </c:pt>
                <c:pt idx="6907">
                  <c:v>6.0</c:v>
                </c:pt>
                <c:pt idx="6908">
                  <c:v>6.0</c:v>
                </c:pt>
                <c:pt idx="6909">
                  <c:v>6.0</c:v>
                </c:pt>
                <c:pt idx="6910">
                  <c:v>6.0</c:v>
                </c:pt>
                <c:pt idx="6911">
                  <c:v>6.0</c:v>
                </c:pt>
                <c:pt idx="6912">
                  <c:v>6.0</c:v>
                </c:pt>
                <c:pt idx="6913">
                  <c:v>6.0</c:v>
                </c:pt>
                <c:pt idx="6914">
                  <c:v>6.0</c:v>
                </c:pt>
                <c:pt idx="6915">
                  <c:v>6.0</c:v>
                </c:pt>
                <c:pt idx="6916">
                  <c:v>6.0</c:v>
                </c:pt>
                <c:pt idx="6917">
                  <c:v>6.0</c:v>
                </c:pt>
                <c:pt idx="6918">
                  <c:v>6.0</c:v>
                </c:pt>
                <c:pt idx="6919">
                  <c:v>6.0</c:v>
                </c:pt>
                <c:pt idx="6920">
                  <c:v>6.0</c:v>
                </c:pt>
                <c:pt idx="6921">
                  <c:v>6.0</c:v>
                </c:pt>
                <c:pt idx="6922">
                  <c:v>6.0</c:v>
                </c:pt>
                <c:pt idx="6923">
                  <c:v>6.0</c:v>
                </c:pt>
                <c:pt idx="6924">
                  <c:v>6.0</c:v>
                </c:pt>
                <c:pt idx="6925">
                  <c:v>6.0</c:v>
                </c:pt>
                <c:pt idx="6926">
                  <c:v>6.0</c:v>
                </c:pt>
                <c:pt idx="6927">
                  <c:v>6.0</c:v>
                </c:pt>
                <c:pt idx="6928">
                  <c:v>6.0</c:v>
                </c:pt>
                <c:pt idx="6929">
                  <c:v>6.0</c:v>
                </c:pt>
                <c:pt idx="6930">
                  <c:v>6.0</c:v>
                </c:pt>
                <c:pt idx="6931">
                  <c:v>6.0</c:v>
                </c:pt>
                <c:pt idx="6932">
                  <c:v>6.0</c:v>
                </c:pt>
                <c:pt idx="6933">
                  <c:v>6.0</c:v>
                </c:pt>
                <c:pt idx="6934">
                  <c:v>6.0</c:v>
                </c:pt>
                <c:pt idx="6935">
                  <c:v>6.0</c:v>
                </c:pt>
                <c:pt idx="6936">
                  <c:v>6.0</c:v>
                </c:pt>
                <c:pt idx="6937">
                  <c:v>6.0</c:v>
                </c:pt>
                <c:pt idx="6938">
                  <c:v>6.0</c:v>
                </c:pt>
                <c:pt idx="6939">
                  <c:v>6.0</c:v>
                </c:pt>
                <c:pt idx="6940">
                  <c:v>6.0</c:v>
                </c:pt>
                <c:pt idx="6941">
                  <c:v>6.0</c:v>
                </c:pt>
                <c:pt idx="6942">
                  <c:v>6.0</c:v>
                </c:pt>
                <c:pt idx="6943">
                  <c:v>6.0</c:v>
                </c:pt>
                <c:pt idx="6944">
                  <c:v>6.0</c:v>
                </c:pt>
                <c:pt idx="6945">
                  <c:v>6.0</c:v>
                </c:pt>
                <c:pt idx="6946">
                  <c:v>6.0</c:v>
                </c:pt>
                <c:pt idx="6947">
                  <c:v>6.0</c:v>
                </c:pt>
                <c:pt idx="6948">
                  <c:v>6.0</c:v>
                </c:pt>
                <c:pt idx="6949">
                  <c:v>6.0</c:v>
                </c:pt>
                <c:pt idx="6950">
                  <c:v>6.0</c:v>
                </c:pt>
                <c:pt idx="6951">
                  <c:v>6.0</c:v>
                </c:pt>
                <c:pt idx="6952">
                  <c:v>6.0</c:v>
                </c:pt>
                <c:pt idx="6953">
                  <c:v>6.0</c:v>
                </c:pt>
                <c:pt idx="6954">
                  <c:v>6.0</c:v>
                </c:pt>
                <c:pt idx="6955">
                  <c:v>6.0</c:v>
                </c:pt>
                <c:pt idx="6956">
                  <c:v>6.0</c:v>
                </c:pt>
                <c:pt idx="6957">
                  <c:v>6.0</c:v>
                </c:pt>
                <c:pt idx="6958">
                  <c:v>6.0</c:v>
                </c:pt>
                <c:pt idx="6959">
                  <c:v>6.0</c:v>
                </c:pt>
                <c:pt idx="6960">
                  <c:v>6.0</c:v>
                </c:pt>
                <c:pt idx="6961">
                  <c:v>6.0</c:v>
                </c:pt>
                <c:pt idx="6962">
                  <c:v>6.0</c:v>
                </c:pt>
                <c:pt idx="6963">
                  <c:v>6.0</c:v>
                </c:pt>
                <c:pt idx="6964">
                  <c:v>6.0</c:v>
                </c:pt>
                <c:pt idx="6965">
                  <c:v>6.0</c:v>
                </c:pt>
                <c:pt idx="6966">
                  <c:v>6.0</c:v>
                </c:pt>
                <c:pt idx="6967">
                  <c:v>6.0</c:v>
                </c:pt>
                <c:pt idx="6968">
                  <c:v>6.0</c:v>
                </c:pt>
                <c:pt idx="6969">
                  <c:v>6.0</c:v>
                </c:pt>
                <c:pt idx="6970">
                  <c:v>6.0</c:v>
                </c:pt>
                <c:pt idx="6971">
                  <c:v>6.0</c:v>
                </c:pt>
                <c:pt idx="6972">
                  <c:v>6.0</c:v>
                </c:pt>
                <c:pt idx="6973">
                  <c:v>6.0</c:v>
                </c:pt>
                <c:pt idx="6974">
                  <c:v>6.0</c:v>
                </c:pt>
                <c:pt idx="6975">
                  <c:v>6.0</c:v>
                </c:pt>
                <c:pt idx="6976">
                  <c:v>6.0</c:v>
                </c:pt>
                <c:pt idx="6977">
                  <c:v>6.0</c:v>
                </c:pt>
                <c:pt idx="6978">
                  <c:v>6.0</c:v>
                </c:pt>
                <c:pt idx="6979">
                  <c:v>6.0</c:v>
                </c:pt>
                <c:pt idx="6980">
                  <c:v>6.0</c:v>
                </c:pt>
                <c:pt idx="6981">
                  <c:v>6.0</c:v>
                </c:pt>
                <c:pt idx="6982">
                  <c:v>6.0</c:v>
                </c:pt>
                <c:pt idx="6983">
                  <c:v>6.0</c:v>
                </c:pt>
                <c:pt idx="6984">
                  <c:v>6.0</c:v>
                </c:pt>
                <c:pt idx="6985">
                  <c:v>6.0</c:v>
                </c:pt>
                <c:pt idx="6986">
                  <c:v>6.0</c:v>
                </c:pt>
                <c:pt idx="6987">
                  <c:v>6.0</c:v>
                </c:pt>
                <c:pt idx="6988">
                  <c:v>6.0</c:v>
                </c:pt>
                <c:pt idx="6989">
                  <c:v>6.0</c:v>
                </c:pt>
                <c:pt idx="6990">
                  <c:v>6.0</c:v>
                </c:pt>
                <c:pt idx="6991">
                  <c:v>6.0</c:v>
                </c:pt>
                <c:pt idx="6992">
                  <c:v>6.0</c:v>
                </c:pt>
                <c:pt idx="6993">
                  <c:v>6.0</c:v>
                </c:pt>
                <c:pt idx="6994">
                  <c:v>6.0</c:v>
                </c:pt>
                <c:pt idx="6995">
                  <c:v>6.0</c:v>
                </c:pt>
                <c:pt idx="6996">
                  <c:v>6.0</c:v>
                </c:pt>
                <c:pt idx="6997">
                  <c:v>6.0</c:v>
                </c:pt>
                <c:pt idx="6998">
                  <c:v>6.0</c:v>
                </c:pt>
                <c:pt idx="6999">
                  <c:v>6.0</c:v>
                </c:pt>
                <c:pt idx="7000">
                  <c:v>6.0</c:v>
                </c:pt>
                <c:pt idx="7001">
                  <c:v>6.0</c:v>
                </c:pt>
                <c:pt idx="7002">
                  <c:v>6.0</c:v>
                </c:pt>
                <c:pt idx="7003">
                  <c:v>6.0</c:v>
                </c:pt>
                <c:pt idx="7004">
                  <c:v>6.0</c:v>
                </c:pt>
                <c:pt idx="7005">
                  <c:v>6.0</c:v>
                </c:pt>
                <c:pt idx="7006">
                  <c:v>6.0</c:v>
                </c:pt>
                <c:pt idx="7007">
                  <c:v>6.0</c:v>
                </c:pt>
                <c:pt idx="7008">
                  <c:v>6.0</c:v>
                </c:pt>
                <c:pt idx="7009">
                  <c:v>6.0</c:v>
                </c:pt>
                <c:pt idx="7010">
                  <c:v>6.0</c:v>
                </c:pt>
                <c:pt idx="7011">
                  <c:v>6.0</c:v>
                </c:pt>
                <c:pt idx="7012">
                  <c:v>6.0</c:v>
                </c:pt>
                <c:pt idx="7013">
                  <c:v>6.0</c:v>
                </c:pt>
                <c:pt idx="7014">
                  <c:v>6.0</c:v>
                </c:pt>
                <c:pt idx="7015">
                  <c:v>6.0</c:v>
                </c:pt>
                <c:pt idx="7016">
                  <c:v>6.0</c:v>
                </c:pt>
                <c:pt idx="7017">
                  <c:v>6.0</c:v>
                </c:pt>
                <c:pt idx="7018">
                  <c:v>6.0</c:v>
                </c:pt>
                <c:pt idx="7019">
                  <c:v>6.0</c:v>
                </c:pt>
                <c:pt idx="7020">
                  <c:v>6.0</c:v>
                </c:pt>
                <c:pt idx="7021">
                  <c:v>6.0</c:v>
                </c:pt>
                <c:pt idx="7022">
                  <c:v>6.0</c:v>
                </c:pt>
                <c:pt idx="7023">
                  <c:v>6.0</c:v>
                </c:pt>
                <c:pt idx="7024">
                  <c:v>6.0</c:v>
                </c:pt>
                <c:pt idx="7025">
                  <c:v>6.0</c:v>
                </c:pt>
                <c:pt idx="7026">
                  <c:v>6.0</c:v>
                </c:pt>
                <c:pt idx="7027">
                  <c:v>6.0</c:v>
                </c:pt>
                <c:pt idx="7028">
                  <c:v>6.0</c:v>
                </c:pt>
                <c:pt idx="7029">
                  <c:v>6.0</c:v>
                </c:pt>
                <c:pt idx="7030">
                  <c:v>6.0</c:v>
                </c:pt>
                <c:pt idx="7031">
                  <c:v>6.0</c:v>
                </c:pt>
                <c:pt idx="7032">
                  <c:v>6.0</c:v>
                </c:pt>
                <c:pt idx="7033">
                  <c:v>6.0</c:v>
                </c:pt>
                <c:pt idx="7034">
                  <c:v>6.0</c:v>
                </c:pt>
                <c:pt idx="7035">
                  <c:v>6.0</c:v>
                </c:pt>
                <c:pt idx="7036">
                  <c:v>6.0</c:v>
                </c:pt>
                <c:pt idx="7037">
                  <c:v>6.0</c:v>
                </c:pt>
                <c:pt idx="7038">
                  <c:v>6.0</c:v>
                </c:pt>
                <c:pt idx="7039">
                  <c:v>6.0</c:v>
                </c:pt>
                <c:pt idx="7040">
                  <c:v>6.0</c:v>
                </c:pt>
                <c:pt idx="7041">
                  <c:v>6.0</c:v>
                </c:pt>
                <c:pt idx="7042">
                  <c:v>6.0</c:v>
                </c:pt>
                <c:pt idx="7043">
                  <c:v>6.0</c:v>
                </c:pt>
                <c:pt idx="7044">
                  <c:v>6.0</c:v>
                </c:pt>
                <c:pt idx="7045">
                  <c:v>6.0</c:v>
                </c:pt>
                <c:pt idx="7046">
                  <c:v>6.0</c:v>
                </c:pt>
                <c:pt idx="7047">
                  <c:v>6.0</c:v>
                </c:pt>
                <c:pt idx="7048">
                  <c:v>6.0</c:v>
                </c:pt>
                <c:pt idx="7049">
                  <c:v>6.0</c:v>
                </c:pt>
                <c:pt idx="7050">
                  <c:v>6.0</c:v>
                </c:pt>
                <c:pt idx="7051">
                  <c:v>6.0</c:v>
                </c:pt>
                <c:pt idx="7052">
                  <c:v>6.0</c:v>
                </c:pt>
                <c:pt idx="7053">
                  <c:v>6.0</c:v>
                </c:pt>
                <c:pt idx="7054">
                  <c:v>6.0</c:v>
                </c:pt>
                <c:pt idx="7055">
                  <c:v>6.0</c:v>
                </c:pt>
                <c:pt idx="7056">
                  <c:v>6.0</c:v>
                </c:pt>
                <c:pt idx="7057">
                  <c:v>6.0</c:v>
                </c:pt>
                <c:pt idx="7058">
                  <c:v>6.0</c:v>
                </c:pt>
                <c:pt idx="7059">
                  <c:v>6.0</c:v>
                </c:pt>
                <c:pt idx="7060">
                  <c:v>6.0</c:v>
                </c:pt>
                <c:pt idx="7061">
                  <c:v>6.0</c:v>
                </c:pt>
                <c:pt idx="7062">
                  <c:v>6.0</c:v>
                </c:pt>
                <c:pt idx="7063">
                  <c:v>6.0</c:v>
                </c:pt>
                <c:pt idx="7064">
                  <c:v>6.0</c:v>
                </c:pt>
                <c:pt idx="7065">
                  <c:v>6.0</c:v>
                </c:pt>
                <c:pt idx="7066">
                  <c:v>6.0</c:v>
                </c:pt>
                <c:pt idx="7067">
                  <c:v>6.0</c:v>
                </c:pt>
                <c:pt idx="7068">
                  <c:v>6.0</c:v>
                </c:pt>
                <c:pt idx="7069">
                  <c:v>6.0</c:v>
                </c:pt>
                <c:pt idx="7070">
                  <c:v>6.0</c:v>
                </c:pt>
                <c:pt idx="7071">
                  <c:v>6.0</c:v>
                </c:pt>
                <c:pt idx="7072">
                  <c:v>6.0</c:v>
                </c:pt>
                <c:pt idx="7073">
                  <c:v>6.0</c:v>
                </c:pt>
                <c:pt idx="7074">
                  <c:v>6.0</c:v>
                </c:pt>
                <c:pt idx="7075">
                  <c:v>6.0</c:v>
                </c:pt>
                <c:pt idx="7076">
                  <c:v>6.0</c:v>
                </c:pt>
                <c:pt idx="7077">
                  <c:v>6.0</c:v>
                </c:pt>
                <c:pt idx="7078">
                  <c:v>6.0</c:v>
                </c:pt>
                <c:pt idx="7079">
                  <c:v>6.0</c:v>
                </c:pt>
                <c:pt idx="7080">
                  <c:v>6.0</c:v>
                </c:pt>
                <c:pt idx="7081">
                  <c:v>6.0</c:v>
                </c:pt>
                <c:pt idx="7082">
                  <c:v>6.0</c:v>
                </c:pt>
                <c:pt idx="7083">
                  <c:v>6.0</c:v>
                </c:pt>
                <c:pt idx="7084">
                  <c:v>6.0</c:v>
                </c:pt>
                <c:pt idx="7085">
                  <c:v>6.0</c:v>
                </c:pt>
                <c:pt idx="7086">
                  <c:v>6.0</c:v>
                </c:pt>
                <c:pt idx="7087">
                  <c:v>6.0</c:v>
                </c:pt>
                <c:pt idx="7088">
                  <c:v>6.0</c:v>
                </c:pt>
                <c:pt idx="7089">
                  <c:v>6.0</c:v>
                </c:pt>
                <c:pt idx="7090">
                  <c:v>6.0</c:v>
                </c:pt>
                <c:pt idx="7091">
                  <c:v>6.0</c:v>
                </c:pt>
                <c:pt idx="7092">
                  <c:v>6.0</c:v>
                </c:pt>
                <c:pt idx="7093">
                  <c:v>6.0</c:v>
                </c:pt>
                <c:pt idx="7094">
                  <c:v>6.0</c:v>
                </c:pt>
                <c:pt idx="7095">
                  <c:v>6.0</c:v>
                </c:pt>
                <c:pt idx="7096">
                  <c:v>6.0</c:v>
                </c:pt>
                <c:pt idx="7097">
                  <c:v>6.0</c:v>
                </c:pt>
                <c:pt idx="7098">
                  <c:v>6.0</c:v>
                </c:pt>
                <c:pt idx="7099">
                  <c:v>6.0</c:v>
                </c:pt>
                <c:pt idx="7100">
                  <c:v>6.0</c:v>
                </c:pt>
                <c:pt idx="7101">
                  <c:v>6.0</c:v>
                </c:pt>
                <c:pt idx="7102">
                  <c:v>6.0</c:v>
                </c:pt>
                <c:pt idx="7103">
                  <c:v>6.0</c:v>
                </c:pt>
                <c:pt idx="7104">
                  <c:v>6.0</c:v>
                </c:pt>
                <c:pt idx="7105">
                  <c:v>6.0</c:v>
                </c:pt>
                <c:pt idx="7106">
                  <c:v>6.0</c:v>
                </c:pt>
                <c:pt idx="7107">
                  <c:v>6.0</c:v>
                </c:pt>
                <c:pt idx="7108">
                  <c:v>6.0</c:v>
                </c:pt>
                <c:pt idx="7109">
                  <c:v>6.0</c:v>
                </c:pt>
                <c:pt idx="7110">
                  <c:v>6.0</c:v>
                </c:pt>
                <c:pt idx="7111">
                  <c:v>6.0</c:v>
                </c:pt>
                <c:pt idx="7112">
                  <c:v>6.0</c:v>
                </c:pt>
                <c:pt idx="7113">
                  <c:v>6.0</c:v>
                </c:pt>
                <c:pt idx="7114">
                  <c:v>6.0</c:v>
                </c:pt>
                <c:pt idx="7115">
                  <c:v>6.0</c:v>
                </c:pt>
                <c:pt idx="7116">
                  <c:v>6.0</c:v>
                </c:pt>
                <c:pt idx="7117">
                  <c:v>6.0</c:v>
                </c:pt>
                <c:pt idx="7118">
                  <c:v>6.0</c:v>
                </c:pt>
                <c:pt idx="7119">
                  <c:v>6.0</c:v>
                </c:pt>
                <c:pt idx="7120">
                  <c:v>6.0</c:v>
                </c:pt>
                <c:pt idx="7121">
                  <c:v>6.0</c:v>
                </c:pt>
                <c:pt idx="7122">
                  <c:v>6.0</c:v>
                </c:pt>
                <c:pt idx="7123">
                  <c:v>6.0</c:v>
                </c:pt>
                <c:pt idx="7124">
                  <c:v>6.0</c:v>
                </c:pt>
                <c:pt idx="7125">
                  <c:v>6.0</c:v>
                </c:pt>
                <c:pt idx="7126">
                  <c:v>6.0</c:v>
                </c:pt>
                <c:pt idx="7127">
                  <c:v>6.0</c:v>
                </c:pt>
                <c:pt idx="7128">
                  <c:v>6.0</c:v>
                </c:pt>
                <c:pt idx="7129">
                  <c:v>6.0</c:v>
                </c:pt>
                <c:pt idx="7130">
                  <c:v>6.0</c:v>
                </c:pt>
                <c:pt idx="7131">
                  <c:v>6.0</c:v>
                </c:pt>
                <c:pt idx="7132">
                  <c:v>6.0</c:v>
                </c:pt>
                <c:pt idx="7133">
                  <c:v>6.0</c:v>
                </c:pt>
                <c:pt idx="7134">
                  <c:v>6.0</c:v>
                </c:pt>
                <c:pt idx="7135">
                  <c:v>6.0</c:v>
                </c:pt>
                <c:pt idx="7136">
                  <c:v>6.0</c:v>
                </c:pt>
                <c:pt idx="7137">
                  <c:v>6.0</c:v>
                </c:pt>
                <c:pt idx="7138">
                  <c:v>6.0</c:v>
                </c:pt>
                <c:pt idx="7139">
                  <c:v>6.0</c:v>
                </c:pt>
                <c:pt idx="7140">
                  <c:v>6.0</c:v>
                </c:pt>
                <c:pt idx="7141">
                  <c:v>6.0</c:v>
                </c:pt>
                <c:pt idx="7142">
                  <c:v>6.0</c:v>
                </c:pt>
                <c:pt idx="7143">
                  <c:v>6.0</c:v>
                </c:pt>
                <c:pt idx="7144">
                  <c:v>6.0</c:v>
                </c:pt>
                <c:pt idx="7145">
                  <c:v>6.0</c:v>
                </c:pt>
                <c:pt idx="7146">
                  <c:v>6.0</c:v>
                </c:pt>
                <c:pt idx="7147">
                  <c:v>6.0</c:v>
                </c:pt>
                <c:pt idx="7148">
                  <c:v>6.0</c:v>
                </c:pt>
                <c:pt idx="7149">
                  <c:v>6.0</c:v>
                </c:pt>
                <c:pt idx="7150">
                  <c:v>6.0</c:v>
                </c:pt>
                <c:pt idx="7151">
                  <c:v>6.0</c:v>
                </c:pt>
                <c:pt idx="7152">
                  <c:v>6.0</c:v>
                </c:pt>
                <c:pt idx="7153">
                  <c:v>6.0</c:v>
                </c:pt>
                <c:pt idx="7154">
                  <c:v>6.0</c:v>
                </c:pt>
                <c:pt idx="7155">
                  <c:v>6.0</c:v>
                </c:pt>
                <c:pt idx="7156">
                  <c:v>6.0</c:v>
                </c:pt>
                <c:pt idx="7157">
                  <c:v>6.0</c:v>
                </c:pt>
                <c:pt idx="7158">
                  <c:v>6.0</c:v>
                </c:pt>
                <c:pt idx="7159">
                  <c:v>6.0</c:v>
                </c:pt>
                <c:pt idx="7160">
                  <c:v>6.0</c:v>
                </c:pt>
                <c:pt idx="7161">
                  <c:v>6.0</c:v>
                </c:pt>
                <c:pt idx="7162">
                  <c:v>6.0</c:v>
                </c:pt>
                <c:pt idx="7163">
                  <c:v>6.0</c:v>
                </c:pt>
                <c:pt idx="7164">
                  <c:v>6.0</c:v>
                </c:pt>
                <c:pt idx="7165">
                  <c:v>6.0</c:v>
                </c:pt>
                <c:pt idx="7166">
                  <c:v>6.0</c:v>
                </c:pt>
                <c:pt idx="7167">
                  <c:v>6.0</c:v>
                </c:pt>
                <c:pt idx="7168">
                  <c:v>6.0</c:v>
                </c:pt>
                <c:pt idx="7169">
                  <c:v>6.0</c:v>
                </c:pt>
                <c:pt idx="7170">
                  <c:v>6.0</c:v>
                </c:pt>
                <c:pt idx="7171">
                  <c:v>6.0</c:v>
                </c:pt>
                <c:pt idx="7172">
                  <c:v>6.0</c:v>
                </c:pt>
                <c:pt idx="7173">
                  <c:v>6.0</c:v>
                </c:pt>
                <c:pt idx="7174">
                  <c:v>6.0</c:v>
                </c:pt>
                <c:pt idx="7175">
                  <c:v>6.0</c:v>
                </c:pt>
                <c:pt idx="7176">
                  <c:v>6.0</c:v>
                </c:pt>
                <c:pt idx="7177">
                  <c:v>6.0</c:v>
                </c:pt>
                <c:pt idx="7178">
                  <c:v>6.0</c:v>
                </c:pt>
                <c:pt idx="7179">
                  <c:v>6.0</c:v>
                </c:pt>
                <c:pt idx="7180">
                  <c:v>6.0</c:v>
                </c:pt>
                <c:pt idx="7181">
                  <c:v>6.0</c:v>
                </c:pt>
                <c:pt idx="7182">
                  <c:v>6.0</c:v>
                </c:pt>
                <c:pt idx="7183">
                  <c:v>6.0</c:v>
                </c:pt>
                <c:pt idx="7184">
                  <c:v>6.0</c:v>
                </c:pt>
                <c:pt idx="7185">
                  <c:v>6.0</c:v>
                </c:pt>
                <c:pt idx="7186">
                  <c:v>6.0</c:v>
                </c:pt>
                <c:pt idx="7187">
                  <c:v>6.0</c:v>
                </c:pt>
                <c:pt idx="7188">
                  <c:v>6.0</c:v>
                </c:pt>
                <c:pt idx="7189">
                  <c:v>6.0</c:v>
                </c:pt>
                <c:pt idx="7190">
                  <c:v>6.0</c:v>
                </c:pt>
                <c:pt idx="7191">
                  <c:v>6.0</c:v>
                </c:pt>
                <c:pt idx="7192">
                  <c:v>6.0</c:v>
                </c:pt>
                <c:pt idx="7193">
                  <c:v>6.0</c:v>
                </c:pt>
                <c:pt idx="7194">
                  <c:v>6.0</c:v>
                </c:pt>
                <c:pt idx="7195">
                  <c:v>6.0</c:v>
                </c:pt>
                <c:pt idx="7196">
                  <c:v>6.0</c:v>
                </c:pt>
                <c:pt idx="7197">
                  <c:v>6.0</c:v>
                </c:pt>
                <c:pt idx="7198">
                  <c:v>6.0</c:v>
                </c:pt>
                <c:pt idx="7199">
                  <c:v>6.0</c:v>
                </c:pt>
                <c:pt idx="7200">
                  <c:v>6.0</c:v>
                </c:pt>
                <c:pt idx="7201">
                  <c:v>6.0</c:v>
                </c:pt>
                <c:pt idx="7202">
                  <c:v>6.0</c:v>
                </c:pt>
                <c:pt idx="7203">
                  <c:v>6.0</c:v>
                </c:pt>
                <c:pt idx="7204">
                  <c:v>6.0</c:v>
                </c:pt>
                <c:pt idx="7205">
                  <c:v>6.0</c:v>
                </c:pt>
                <c:pt idx="7206">
                  <c:v>6.0</c:v>
                </c:pt>
                <c:pt idx="7207">
                  <c:v>6.0</c:v>
                </c:pt>
                <c:pt idx="7208">
                  <c:v>6.0</c:v>
                </c:pt>
                <c:pt idx="7209">
                  <c:v>6.0</c:v>
                </c:pt>
                <c:pt idx="7210">
                  <c:v>6.0</c:v>
                </c:pt>
                <c:pt idx="7211">
                  <c:v>6.0</c:v>
                </c:pt>
                <c:pt idx="7212">
                  <c:v>6.0</c:v>
                </c:pt>
                <c:pt idx="7213">
                  <c:v>6.0</c:v>
                </c:pt>
                <c:pt idx="7214">
                  <c:v>6.0</c:v>
                </c:pt>
                <c:pt idx="7215">
                  <c:v>6.0</c:v>
                </c:pt>
                <c:pt idx="7216">
                  <c:v>6.0</c:v>
                </c:pt>
                <c:pt idx="7217">
                  <c:v>6.0</c:v>
                </c:pt>
                <c:pt idx="7218">
                  <c:v>6.0</c:v>
                </c:pt>
                <c:pt idx="7219">
                  <c:v>6.0</c:v>
                </c:pt>
                <c:pt idx="7220">
                  <c:v>6.0</c:v>
                </c:pt>
                <c:pt idx="7221">
                  <c:v>6.0</c:v>
                </c:pt>
                <c:pt idx="7222">
                  <c:v>6.0</c:v>
                </c:pt>
                <c:pt idx="7223">
                  <c:v>6.0</c:v>
                </c:pt>
                <c:pt idx="7224">
                  <c:v>6.0</c:v>
                </c:pt>
                <c:pt idx="7225">
                  <c:v>6.0</c:v>
                </c:pt>
                <c:pt idx="7226">
                  <c:v>6.0</c:v>
                </c:pt>
                <c:pt idx="7227">
                  <c:v>6.0</c:v>
                </c:pt>
                <c:pt idx="7228">
                  <c:v>6.0</c:v>
                </c:pt>
                <c:pt idx="7229">
                  <c:v>6.0</c:v>
                </c:pt>
                <c:pt idx="7230">
                  <c:v>6.0</c:v>
                </c:pt>
                <c:pt idx="7231">
                  <c:v>6.0</c:v>
                </c:pt>
                <c:pt idx="7232">
                  <c:v>6.0</c:v>
                </c:pt>
                <c:pt idx="7233">
                  <c:v>6.0</c:v>
                </c:pt>
                <c:pt idx="7234">
                  <c:v>6.0</c:v>
                </c:pt>
                <c:pt idx="7235">
                  <c:v>6.0</c:v>
                </c:pt>
                <c:pt idx="7236">
                  <c:v>6.0</c:v>
                </c:pt>
                <c:pt idx="7237">
                  <c:v>6.0</c:v>
                </c:pt>
                <c:pt idx="7238">
                  <c:v>6.0</c:v>
                </c:pt>
                <c:pt idx="7239">
                  <c:v>6.0</c:v>
                </c:pt>
                <c:pt idx="7240">
                  <c:v>6.0</c:v>
                </c:pt>
                <c:pt idx="7241">
                  <c:v>6.0</c:v>
                </c:pt>
                <c:pt idx="7242">
                  <c:v>6.0</c:v>
                </c:pt>
                <c:pt idx="7243">
                  <c:v>6.0</c:v>
                </c:pt>
                <c:pt idx="7244">
                  <c:v>6.0</c:v>
                </c:pt>
                <c:pt idx="7245">
                  <c:v>6.0</c:v>
                </c:pt>
                <c:pt idx="7246">
                  <c:v>6.0</c:v>
                </c:pt>
                <c:pt idx="7247">
                  <c:v>6.0</c:v>
                </c:pt>
                <c:pt idx="7248">
                  <c:v>6.0</c:v>
                </c:pt>
                <c:pt idx="7249">
                  <c:v>6.0</c:v>
                </c:pt>
                <c:pt idx="7250">
                  <c:v>6.0</c:v>
                </c:pt>
                <c:pt idx="7251">
                  <c:v>6.0</c:v>
                </c:pt>
                <c:pt idx="7252">
                  <c:v>6.0</c:v>
                </c:pt>
                <c:pt idx="7253">
                  <c:v>6.0</c:v>
                </c:pt>
                <c:pt idx="7254">
                  <c:v>6.0</c:v>
                </c:pt>
                <c:pt idx="7255">
                  <c:v>6.0</c:v>
                </c:pt>
                <c:pt idx="7256">
                  <c:v>6.0</c:v>
                </c:pt>
                <c:pt idx="7257">
                  <c:v>6.0</c:v>
                </c:pt>
                <c:pt idx="7258">
                  <c:v>6.0</c:v>
                </c:pt>
                <c:pt idx="7259">
                  <c:v>6.0</c:v>
                </c:pt>
                <c:pt idx="7260">
                  <c:v>6.0</c:v>
                </c:pt>
                <c:pt idx="7261">
                  <c:v>6.0</c:v>
                </c:pt>
                <c:pt idx="7262">
                  <c:v>6.0</c:v>
                </c:pt>
                <c:pt idx="7263">
                  <c:v>6.0</c:v>
                </c:pt>
                <c:pt idx="7264">
                  <c:v>6.0</c:v>
                </c:pt>
                <c:pt idx="7265">
                  <c:v>6.0</c:v>
                </c:pt>
                <c:pt idx="7266">
                  <c:v>6.0</c:v>
                </c:pt>
                <c:pt idx="7267">
                  <c:v>6.0</c:v>
                </c:pt>
                <c:pt idx="7268">
                  <c:v>6.0</c:v>
                </c:pt>
                <c:pt idx="7269">
                  <c:v>6.0</c:v>
                </c:pt>
                <c:pt idx="7270">
                  <c:v>6.0</c:v>
                </c:pt>
                <c:pt idx="7271">
                  <c:v>6.0</c:v>
                </c:pt>
                <c:pt idx="7272">
                  <c:v>6.0</c:v>
                </c:pt>
                <c:pt idx="7273">
                  <c:v>6.0</c:v>
                </c:pt>
                <c:pt idx="7274">
                  <c:v>6.0</c:v>
                </c:pt>
                <c:pt idx="7275">
                  <c:v>6.0</c:v>
                </c:pt>
                <c:pt idx="7276">
                  <c:v>6.0</c:v>
                </c:pt>
                <c:pt idx="7277">
                  <c:v>6.0</c:v>
                </c:pt>
                <c:pt idx="7278">
                  <c:v>6.0</c:v>
                </c:pt>
                <c:pt idx="7279">
                  <c:v>6.0</c:v>
                </c:pt>
                <c:pt idx="7280">
                  <c:v>6.0</c:v>
                </c:pt>
                <c:pt idx="7281">
                  <c:v>6.0</c:v>
                </c:pt>
                <c:pt idx="7282">
                  <c:v>6.0</c:v>
                </c:pt>
                <c:pt idx="7283">
                  <c:v>6.0</c:v>
                </c:pt>
                <c:pt idx="7284">
                  <c:v>6.0</c:v>
                </c:pt>
                <c:pt idx="7285">
                  <c:v>6.0</c:v>
                </c:pt>
                <c:pt idx="7286">
                  <c:v>6.0</c:v>
                </c:pt>
                <c:pt idx="7287">
                  <c:v>6.0</c:v>
                </c:pt>
                <c:pt idx="7288">
                  <c:v>6.0</c:v>
                </c:pt>
                <c:pt idx="7289">
                  <c:v>6.0</c:v>
                </c:pt>
                <c:pt idx="7290">
                  <c:v>6.0</c:v>
                </c:pt>
                <c:pt idx="7291">
                  <c:v>6.0</c:v>
                </c:pt>
                <c:pt idx="7292">
                  <c:v>6.0</c:v>
                </c:pt>
                <c:pt idx="7293">
                  <c:v>6.0</c:v>
                </c:pt>
                <c:pt idx="7294">
                  <c:v>6.0</c:v>
                </c:pt>
                <c:pt idx="7295">
                  <c:v>6.0</c:v>
                </c:pt>
                <c:pt idx="7296">
                  <c:v>6.0</c:v>
                </c:pt>
                <c:pt idx="7297">
                  <c:v>6.0</c:v>
                </c:pt>
                <c:pt idx="7298">
                  <c:v>6.0</c:v>
                </c:pt>
                <c:pt idx="7299">
                  <c:v>6.0</c:v>
                </c:pt>
                <c:pt idx="7300">
                  <c:v>6.0</c:v>
                </c:pt>
                <c:pt idx="7301">
                  <c:v>6.0</c:v>
                </c:pt>
                <c:pt idx="7302">
                  <c:v>6.0</c:v>
                </c:pt>
                <c:pt idx="7303">
                  <c:v>6.0</c:v>
                </c:pt>
                <c:pt idx="7304">
                  <c:v>6.0</c:v>
                </c:pt>
                <c:pt idx="7305">
                  <c:v>6.0</c:v>
                </c:pt>
                <c:pt idx="7306">
                  <c:v>6.0</c:v>
                </c:pt>
                <c:pt idx="7307">
                  <c:v>6.0</c:v>
                </c:pt>
                <c:pt idx="7308">
                  <c:v>6.0</c:v>
                </c:pt>
                <c:pt idx="7309">
                  <c:v>6.0</c:v>
                </c:pt>
                <c:pt idx="7310">
                  <c:v>6.0</c:v>
                </c:pt>
                <c:pt idx="7311">
                  <c:v>6.0</c:v>
                </c:pt>
                <c:pt idx="7312">
                  <c:v>6.0</c:v>
                </c:pt>
                <c:pt idx="7313">
                  <c:v>6.0</c:v>
                </c:pt>
                <c:pt idx="7314">
                  <c:v>6.0</c:v>
                </c:pt>
                <c:pt idx="7315">
                  <c:v>6.0</c:v>
                </c:pt>
                <c:pt idx="7316">
                  <c:v>6.0</c:v>
                </c:pt>
                <c:pt idx="7317">
                  <c:v>6.0</c:v>
                </c:pt>
                <c:pt idx="7318">
                  <c:v>6.0</c:v>
                </c:pt>
                <c:pt idx="7319">
                  <c:v>6.0</c:v>
                </c:pt>
                <c:pt idx="7320">
                  <c:v>6.0</c:v>
                </c:pt>
                <c:pt idx="7321">
                  <c:v>6.0</c:v>
                </c:pt>
                <c:pt idx="7322">
                  <c:v>6.0</c:v>
                </c:pt>
                <c:pt idx="7323">
                  <c:v>6.0</c:v>
                </c:pt>
                <c:pt idx="7324">
                  <c:v>6.0</c:v>
                </c:pt>
                <c:pt idx="7325">
                  <c:v>6.0</c:v>
                </c:pt>
                <c:pt idx="7326">
                  <c:v>6.0</c:v>
                </c:pt>
                <c:pt idx="7327">
                  <c:v>6.0</c:v>
                </c:pt>
                <c:pt idx="7328">
                  <c:v>6.0</c:v>
                </c:pt>
                <c:pt idx="7329">
                  <c:v>6.0</c:v>
                </c:pt>
                <c:pt idx="7330">
                  <c:v>6.0</c:v>
                </c:pt>
                <c:pt idx="7331">
                  <c:v>6.0</c:v>
                </c:pt>
                <c:pt idx="7332">
                  <c:v>6.0</c:v>
                </c:pt>
                <c:pt idx="7333">
                  <c:v>6.0</c:v>
                </c:pt>
                <c:pt idx="7334">
                  <c:v>6.0</c:v>
                </c:pt>
                <c:pt idx="7335">
                  <c:v>6.0</c:v>
                </c:pt>
                <c:pt idx="7336">
                  <c:v>6.0</c:v>
                </c:pt>
                <c:pt idx="7337">
                  <c:v>6.0</c:v>
                </c:pt>
                <c:pt idx="7338">
                  <c:v>6.0</c:v>
                </c:pt>
                <c:pt idx="7339">
                  <c:v>6.0</c:v>
                </c:pt>
                <c:pt idx="7340">
                  <c:v>6.0</c:v>
                </c:pt>
                <c:pt idx="7341">
                  <c:v>6.0</c:v>
                </c:pt>
                <c:pt idx="7342">
                  <c:v>6.0</c:v>
                </c:pt>
                <c:pt idx="7343">
                  <c:v>6.0</c:v>
                </c:pt>
                <c:pt idx="7344">
                  <c:v>6.0</c:v>
                </c:pt>
                <c:pt idx="7345">
                  <c:v>6.0</c:v>
                </c:pt>
                <c:pt idx="7346">
                  <c:v>6.0</c:v>
                </c:pt>
                <c:pt idx="7347">
                  <c:v>6.0</c:v>
                </c:pt>
                <c:pt idx="7348">
                  <c:v>6.0</c:v>
                </c:pt>
                <c:pt idx="7349">
                  <c:v>6.0</c:v>
                </c:pt>
                <c:pt idx="7350">
                  <c:v>6.0</c:v>
                </c:pt>
                <c:pt idx="7351">
                  <c:v>6.0</c:v>
                </c:pt>
                <c:pt idx="7352">
                  <c:v>6.0</c:v>
                </c:pt>
                <c:pt idx="7353">
                  <c:v>6.0</c:v>
                </c:pt>
                <c:pt idx="7354">
                  <c:v>6.0</c:v>
                </c:pt>
                <c:pt idx="7355">
                  <c:v>6.0</c:v>
                </c:pt>
                <c:pt idx="7356">
                  <c:v>6.0</c:v>
                </c:pt>
                <c:pt idx="7357">
                  <c:v>6.0</c:v>
                </c:pt>
                <c:pt idx="7358">
                  <c:v>6.0</c:v>
                </c:pt>
                <c:pt idx="7359">
                  <c:v>6.0</c:v>
                </c:pt>
                <c:pt idx="7360">
                  <c:v>6.0</c:v>
                </c:pt>
                <c:pt idx="7361">
                  <c:v>6.0</c:v>
                </c:pt>
                <c:pt idx="7362">
                  <c:v>6.0</c:v>
                </c:pt>
                <c:pt idx="7363">
                  <c:v>6.0</c:v>
                </c:pt>
                <c:pt idx="7364">
                  <c:v>6.0</c:v>
                </c:pt>
                <c:pt idx="7365">
                  <c:v>6.0</c:v>
                </c:pt>
                <c:pt idx="7366">
                  <c:v>6.0</c:v>
                </c:pt>
                <c:pt idx="7367">
                  <c:v>6.0</c:v>
                </c:pt>
                <c:pt idx="7368">
                  <c:v>6.0</c:v>
                </c:pt>
                <c:pt idx="7369">
                  <c:v>6.0</c:v>
                </c:pt>
                <c:pt idx="7370">
                  <c:v>6.0</c:v>
                </c:pt>
                <c:pt idx="7371">
                  <c:v>6.0</c:v>
                </c:pt>
                <c:pt idx="7372">
                  <c:v>6.0</c:v>
                </c:pt>
                <c:pt idx="7373">
                  <c:v>6.0</c:v>
                </c:pt>
                <c:pt idx="7374">
                  <c:v>6.0</c:v>
                </c:pt>
                <c:pt idx="7375">
                  <c:v>6.0</c:v>
                </c:pt>
                <c:pt idx="7376">
                  <c:v>6.0</c:v>
                </c:pt>
                <c:pt idx="7377">
                  <c:v>6.0</c:v>
                </c:pt>
                <c:pt idx="7378">
                  <c:v>6.0</c:v>
                </c:pt>
                <c:pt idx="7379">
                  <c:v>6.0</c:v>
                </c:pt>
                <c:pt idx="7380">
                  <c:v>6.0</c:v>
                </c:pt>
                <c:pt idx="7381">
                  <c:v>6.0</c:v>
                </c:pt>
                <c:pt idx="7382">
                  <c:v>6.0</c:v>
                </c:pt>
                <c:pt idx="7383">
                  <c:v>6.0</c:v>
                </c:pt>
                <c:pt idx="7384">
                  <c:v>6.0</c:v>
                </c:pt>
                <c:pt idx="7385">
                  <c:v>6.0</c:v>
                </c:pt>
                <c:pt idx="7386">
                  <c:v>6.0</c:v>
                </c:pt>
                <c:pt idx="7387">
                  <c:v>6.0</c:v>
                </c:pt>
                <c:pt idx="7388">
                  <c:v>6.0</c:v>
                </c:pt>
                <c:pt idx="7389">
                  <c:v>6.0</c:v>
                </c:pt>
                <c:pt idx="7390">
                  <c:v>6.0</c:v>
                </c:pt>
                <c:pt idx="7391">
                  <c:v>6.0</c:v>
                </c:pt>
                <c:pt idx="7392">
                  <c:v>6.0</c:v>
                </c:pt>
                <c:pt idx="7393">
                  <c:v>6.0</c:v>
                </c:pt>
                <c:pt idx="7394">
                  <c:v>6.0</c:v>
                </c:pt>
                <c:pt idx="7395">
                  <c:v>6.0</c:v>
                </c:pt>
                <c:pt idx="7396">
                  <c:v>6.0</c:v>
                </c:pt>
                <c:pt idx="7397">
                  <c:v>6.0</c:v>
                </c:pt>
                <c:pt idx="7398">
                  <c:v>6.0</c:v>
                </c:pt>
                <c:pt idx="7399">
                  <c:v>6.0</c:v>
                </c:pt>
                <c:pt idx="7400">
                  <c:v>6.0</c:v>
                </c:pt>
                <c:pt idx="7401">
                  <c:v>6.0</c:v>
                </c:pt>
                <c:pt idx="7402">
                  <c:v>6.0</c:v>
                </c:pt>
                <c:pt idx="7403">
                  <c:v>6.0</c:v>
                </c:pt>
                <c:pt idx="7404">
                  <c:v>6.0</c:v>
                </c:pt>
                <c:pt idx="7405">
                  <c:v>6.0</c:v>
                </c:pt>
                <c:pt idx="7406">
                  <c:v>6.0</c:v>
                </c:pt>
                <c:pt idx="7407">
                  <c:v>6.0</c:v>
                </c:pt>
                <c:pt idx="7408">
                  <c:v>6.0</c:v>
                </c:pt>
                <c:pt idx="7409">
                  <c:v>6.0</c:v>
                </c:pt>
                <c:pt idx="7410">
                  <c:v>6.0</c:v>
                </c:pt>
                <c:pt idx="7411">
                  <c:v>6.0</c:v>
                </c:pt>
                <c:pt idx="7412">
                  <c:v>6.0</c:v>
                </c:pt>
                <c:pt idx="7413">
                  <c:v>6.0</c:v>
                </c:pt>
                <c:pt idx="7414">
                  <c:v>6.0</c:v>
                </c:pt>
                <c:pt idx="7415">
                  <c:v>6.0</c:v>
                </c:pt>
                <c:pt idx="7416">
                  <c:v>6.0</c:v>
                </c:pt>
                <c:pt idx="7417">
                  <c:v>6.0</c:v>
                </c:pt>
                <c:pt idx="7418">
                  <c:v>6.0</c:v>
                </c:pt>
                <c:pt idx="7419">
                  <c:v>6.0</c:v>
                </c:pt>
                <c:pt idx="7420">
                  <c:v>6.0</c:v>
                </c:pt>
                <c:pt idx="7421">
                  <c:v>6.0</c:v>
                </c:pt>
                <c:pt idx="7422">
                  <c:v>6.0</c:v>
                </c:pt>
                <c:pt idx="7423">
                  <c:v>6.0</c:v>
                </c:pt>
                <c:pt idx="7424">
                  <c:v>6.0</c:v>
                </c:pt>
                <c:pt idx="7425">
                  <c:v>6.0</c:v>
                </c:pt>
                <c:pt idx="7426">
                  <c:v>6.0</c:v>
                </c:pt>
                <c:pt idx="7427">
                  <c:v>6.0</c:v>
                </c:pt>
                <c:pt idx="7428">
                  <c:v>6.0</c:v>
                </c:pt>
                <c:pt idx="7429">
                  <c:v>6.0</c:v>
                </c:pt>
                <c:pt idx="7430">
                  <c:v>6.0</c:v>
                </c:pt>
                <c:pt idx="7431">
                  <c:v>6.0</c:v>
                </c:pt>
                <c:pt idx="7432">
                  <c:v>6.0</c:v>
                </c:pt>
                <c:pt idx="7433">
                  <c:v>6.0</c:v>
                </c:pt>
                <c:pt idx="7434">
                  <c:v>6.0</c:v>
                </c:pt>
                <c:pt idx="7435">
                  <c:v>6.0</c:v>
                </c:pt>
                <c:pt idx="7436">
                  <c:v>6.0</c:v>
                </c:pt>
                <c:pt idx="7437">
                  <c:v>6.0</c:v>
                </c:pt>
                <c:pt idx="7438">
                  <c:v>6.0</c:v>
                </c:pt>
                <c:pt idx="7439">
                  <c:v>6.0</c:v>
                </c:pt>
                <c:pt idx="7440">
                  <c:v>6.0</c:v>
                </c:pt>
                <c:pt idx="7441">
                  <c:v>6.0</c:v>
                </c:pt>
                <c:pt idx="7442">
                  <c:v>6.0</c:v>
                </c:pt>
                <c:pt idx="7443">
                  <c:v>6.0</c:v>
                </c:pt>
                <c:pt idx="7444">
                  <c:v>6.0</c:v>
                </c:pt>
                <c:pt idx="7445">
                  <c:v>6.0</c:v>
                </c:pt>
                <c:pt idx="7446">
                  <c:v>6.0</c:v>
                </c:pt>
                <c:pt idx="7447">
                  <c:v>6.0</c:v>
                </c:pt>
                <c:pt idx="7448">
                  <c:v>6.0</c:v>
                </c:pt>
                <c:pt idx="7449">
                  <c:v>6.0</c:v>
                </c:pt>
                <c:pt idx="7450">
                  <c:v>6.0</c:v>
                </c:pt>
                <c:pt idx="7451">
                  <c:v>6.0</c:v>
                </c:pt>
                <c:pt idx="7452">
                  <c:v>6.0</c:v>
                </c:pt>
                <c:pt idx="7453">
                  <c:v>6.0</c:v>
                </c:pt>
                <c:pt idx="7454">
                  <c:v>6.0</c:v>
                </c:pt>
                <c:pt idx="7455">
                  <c:v>6.0</c:v>
                </c:pt>
                <c:pt idx="7456">
                  <c:v>6.0</c:v>
                </c:pt>
                <c:pt idx="7457">
                  <c:v>6.0</c:v>
                </c:pt>
                <c:pt idx="7458">
                  <c:v>6.0</c:v>
                </c:pt>
                <c:pt idx="7459">
                  <c:v>6.0</c:v>
                </c:pt>
                <c:pt idx="7460">
                  <c:v>6.0</c:v>
                </c:pt>
                <c:pt idx="7461">
                  <c:v>6.0</c:v>
                </c:pt>
                <c:pt idx="7462">
                  <c:v>6.0</c:v>
                </c:pt>
                <c:pt idx="7463">
                  <c:v>6.0</c:v>
                </c:pt>
                <c:pt idx="7464">
                  <c:v>6.0</c:v>
                </c:pt>
                <c:pt idx="7465">
                  <c:v>6.0</c:v>
                </c:pt>
                <c:pt idx="7466">
                  <c:v>6.0</c:v>
                </c:pt>
                <c:pt idx="7467">
                  <c:v>6.0</c:v>
                </c:pt>
                <c:pt idx="7468">
                  <c:v>6.0</c:v>
                </c:pt>
                <c:pt idx="7469">
                  <c:v>6.0</c:v>
                </c:pt>
                <c:pt idx="7470">
                  <c:v>6.0</c:v>
                </c:pt>
                <c:pt idx="7471">
                  <c:v>6.0</c:v>
                </c:pt>
                <c:pt idx="7472">
                  <c:v>6.0</c:v>
                </c:pt>
                <c:pt idx="7473">
                  <c:v>6.0</c:v>
                </c:pt>
                <c:pt idx="7474">
                  <c:v>6.0</c:v>
                </c:pt>
                <c:pt idx="7475">
                  <c:v>6.0</c:v>
                </c:pt>
                <c:pt idx="7476">
                  <c:v>6.0</c:v>
                </c:pt>
                <c:pt idx="7477">
                  <c:v>6.0</c:v>
                </c:pt>
                <c:pt idx="7478">
                  <c:v>6.0</c:v>
                </c:pt>
                <c:pt idx="7479">
                  <c:v>6.0</c:v>
                </c:pt>
                <c:pt idx="7480">
                  <c:v>6.0</c:v>
                </c:pt>
                <c:pt idx="7481">
                  <c:v>6.0</c:v>
                </c:pt>
                <c:pt idx="7482">
                  <c:v>6.0</c:v>
                </c:pt>
                <c:pt idx="7483">
                  <c:v>6.0</c:v>
                </c:pt>
                <c:pt idx="7484">
                  <c:v>6.0</c:v>
                </c:pt>
                <c:pt idx="7485">
                  <c:v>6.0</c:v>
                </c:pt>
                <c:pt idx="7486">
                  <c:v>6.0</c:v>
                </c:pt>
                <c:pt idx="7487">
                  <c:v>6.0</c:v>
                </c:pt>
                <c:pt idx="7488">
                  <c:v>6.0</c:v>
                </c:pt>
                <c:pt idx="7489">
                  <c:v>6.0</c:v>
                </c:pt>
                <c:pt idx="7490">
                  <c:v>6.0</c:v>
                </c:pt>
                <c:pt idx="7491">
                  <c:v>6.0</c:v>
                </c:pt>
                <c:pt idx="7492">
                  <c:v>6.0</c:v>
                </c:pt>
                <c:pt idx="7493">
                  <c:v>6.0</c:v>
                </c:pt>
                <c:pt idx="7494">
                  <c:v>6.0</c:v>
                </c:pt>
                <c:pt idx="7495">
                  <c:v>6.0</c:v>
                </c:pt>
                <c:pt idx="7496">
                  <c:v>6.0</c:v>
                </c:pt>
                <c:pt idx="7497">
                  <c:v>6.0</c:v>
                </c:pt>
                <c:pt idx="7498">
                  <c:v>6.0</c:v>
                </c:pt>
                <c:pt idx="7499">
                  <c:v>6.0</c:v>
                </c:pt>
                <c:pt idx="7500">
                  <c:v>6.0</c:v>
                </c:pt>
                <c:pt idx="7501">
                  <c:v>6.0</c:v>
                </c:pt>
                <c:pt idx="7502">
                  <c:v>6.0</c:v>
                </c:pt>
                <c:pt idx="7503">
                  <c:v>6.0</c:v>
                </c:pt>
                <c:pt idx="7504">
                  <c:v>6.0</c:v>
                </c:pt>
                <c:pt idx="7505">
                  <c:v>6.0</c:v>
                </c:pt>
                <c:pt idx="7506">
                  <c:v>6.0</c:v>
                </c:pt>
                <c:pt idx="7507">
                  <c:v>6.0</c:v>
                </c:pt>
                <c:pt idx="7508">
                  <c:v>6.0</c:v>
                </c:pt>
                <c:pt idx="7509">
                  <c:v>6.0</c:v>
                </c:pt>
                <c:pt idx="7510">
                  <c:v>6.0</c:v>
                </c:pt>
                <c:pt idx="7511">
                  <c:v>6.0</c:v>
                </c:pt>
                <c:pt idx="7512">
                  <c:v>6.0</c:v>
                </c:pt>
                <c:pt idx="7513">
                  <c:v>6.0</c:v>
                </c:pt>
                <c:pt idx="7514">
                  <c:v>6.0</c:v>
                </c:pt>
                <c:pt idx="7515">
                  <c:v>6.0</c:v>
                </c:pt>
                <c:pt idx="7516">
                  <c:v>6.0</c:v>
                </c:pt>
                <c:pt idx="7517">
                  <c:v>6.0</c:v>
                </c:pt>
                <c:pt idx="7518">
                  <c:v>6.0</c:v>
                </c:pt>
                <c:pt idx="7519">
                  <c:v>6.0</c:v>
                </c:pt>
                <c:pt idx="7520">
                  <c:v>6.0</c:v>
                </c:pt>
                <c:pt idx="7521">
                  <c:v>6.0</c:v>
                </c:pt>
                <c:pt idx="7522">
                  <c:v>6.0</c:v>
                </c:pt>
                <c:pt idx="7523">
                  <c:v>6.0</c:v>
                </c:pt>
                <c:pt idx="7524">
                  <c:v>6.0</c:v>
                </c:pt>
                <c:pt idx="7525">
                  <c:v>6.0</c:v>
                </c:pt>
                <c:pt idx="7526">
                  <c:v>6.0</c:v>
                </c:pt>
                <c:pt idx="7527">
                  <c:v>6.0</c:v>
                </c:pt>
                <c:pt idx="7528">
                  <c:v>6.0</c:v>
                </c:pt>
                <c:pt idx="7529">
                  <c:v>6.0</c:v>
                </c:pt>
                <c:pt idx="7530">
                  <c:v>6.0</c:v>
                </c:pt>
                <c:pt idx="7531">
                  <c:v>6.0</c:v>
                </c:pt>
                <c:pt idx="7532">
                  <c:v>6.0</c:v>
                </c:pt>
                <c:pt idx="7533">
                  <c:v>6.0</c:v>
                </c:pt>
                <c:pt idx="7534">
                  <c:v>6.0</c:v>
                </c:pt>
                <c:pt idx="7535">
                  <c:v>6.0</c:v>
                </c:pt>
                <c:pt idx="7536">
                  <c:v>6.0</c:v>
                </c:pt>
                <c:pt idx="7537">
                  <c:v>6.0</c:v>
                </c:pt>
                <c:pt idx="7538">
                  <c:v>6.0</c:v>
                </c:pt>
                <c:pt idx="7539">
                  <c:v>6.0</c:v>
                </c:pt>
                <c:pt idx="7540">
                  <c:v>6.0</c:v>
                </c:pt>
                <c:pt idx="7541">
                  <c:v>6.0</c:v>
                </c:pt>
                <c:pt idx="7542">
                  <c:v>6.0</c:v>
                </c:pt>
                <c:pt idx="7543">
                  <c:v>6.0</c:v>
                </c:pt>
                <c:pt idx="7544">
                  <c:v>6.0</c:v>
                </c:pt>
                <c:pt idx="7545">
                  <c:v>6.0</c:v>
                </c:pt>
                <c:pt idx="7546">
                  <c:v>6.0</c:v>
                </c:pt>
                <c:pt idx="7547">
                  <c:v>6.0</c:v>
                </c:pt>
                <c:pt idx="7548">
                  <c:v>6.0</c:v>
                </c:pt>
                <c:pt idx="7549">
                  <c:v>6.0</c:v>
                </c:pt>
                <c:pt idx="7550">
                  <c:v>6.0</c:v>
                </c:pt>
                <c:pt idx="7551">
                  <c:v>6.0</c:v>
                </c:pt>
                <c:pt idx="7552">
                  <c:v>6.0</c:v>
                </c:pt>
                <c:pt idx="7553">
                  <c:v>6.0</c:v>
                </c:pt>
                <c:pt idx="7554">
                  <c:v>6.0</c:v>
                </c:pt>
                <c:pt idx="7555">
                  <c:v>6.0</c:v>
                </c:pt>
                <c:pt idx="7556">
                  <c:v>6.0</c:v>
                </c:pt>
                <c:pt idx="7557">
                  <c:v>6.0</c:v>
                </c:pt>
                <c:pt idx="7558">
                  <c:v>6.0</c:v>
                </c:pt>
                <c:pt idx="7559">
                  <c:v>6.0</c:v>
                </c:pt>
                <c:pt idx="7560">
                  <c:v>6.0</c:v>
                </c:pt>
                <c:pt idx="7561">
                  <c:v>6.0</c:v>
                </c:pt>
                <c:pt idx="7562">
                  <c:v>6.0</c:v>
                </c:pt>
                <c:pt idx="7563">
                  <c:v>6.0</c:v>
                </c:pt>
                <c:pt idx="7564">
                  <c:v>6.0</c:v>
                </c:pt>
                <c:pt idx="7565">
                  <c:v>6.0</c:v>
                </c:pt>
                <c:pt idx="7566">
                  <c:v>6.0</c:v>
                </c:pt>
                <c:pt idx="7567">
                  <c:v>6.0</c:v>
                </c:pt>
                <c:pt idx="7568">
                  <c:v>6.0</c:v>
                </c:pt>
                <c:pt idx="7569">
                  <c:v>6.0</c:v>
                </c:pt>
                <c:pt idx="7570">
                  <c:v>6.0</c:v>
                </c:pt>
                <c:pt idx="7571">
                  <c:v>6.0</c:v>
                </c:pt>
                <c:pt idx="7572">
                  <c:v>6.0</c:v>
                </c:pt>
                <c:pt idx="7573">
                  <c:v>6.0</c:v>
                </c:pt>
                <c:pt idx="7574">
                  <c:v>6.0</c:v>
                </c:pt>
                <c:pt idx="7575">
                  <c:v>6.0</c:v>
                </c:pt>
                <c:pt idx="7576">
                  <c:v>6.0</c:v>
                </c:pt>
                <c:pt idx="7577">
                  <c:v>6.0</c:v>
                </c:pt>
                <c:pt idx="7578">
                  <c:v>6.0</c:v>
                </c:pt>
                <c:pt idx="7579">
                  <c:v>6.0</c:v>
                </c:pt>
                <c:pt idx="7580">
                  <c:v>6.0</c:v>
                </c:pt>
                <c:pt idx="7581">
                  <c:v>6.0</c:v>
                </c:pt>
                <c:pt idx="7582">
                  <c:v>6.0</c:v>
                </c:pt>
                <c:pt idx="7583">
                  <c:v>6.0</c:v>
                </c:pt>
                <c:pt idx="7584">
                  <c:v>6.0</c:v>
                </c:pt>
                <c:pt idx="7585">
                  <c:v>6.0</c:v>
                </c:pt>
                <c:pt idx="7586">
                  <c:v>6.0</c:v>
                </c:pt>
                <c:pt idx="7587">
                  <c:v>6.0</c:v>
                </c:pt>
                <c:pt idx="7588">
                  <c:v>6.0</c:v>
                </c:pt>
                <c:pt idx="7589">
                  <c:v>6.0</c:v>
                </c:pt>
                <c:pt idx="7590">
                  <c:v>6.0</c:v>
                </c:pt>
                <c:pt idx="7591">
                  <c:v>6.0</c:v>
                </c:pt>
                <c:pt idx="7592">
                  <c:v>6.0</c:v>
                </c:pt>
                <c:pt idx="7593">
                  <c:v>6.0</c:v>
                </c:pt>
                <c:pt idx="7594">
                  <c:v>6.0</c:v>
                </c:pt>
                <c:pt idx="7595">
                  <c:v>6.0</c:v>
                </c:pt>
                <c:pt idx="7596">
                  <c:v>6.0</c:v>
                </c:pt>
                <c:pt idx="7597">
                  <c:v>6.0</c:v>
                </c:pt>
                <c:pt idx="7598">
                  <c:v>6.0</c:v>
                </c:pt>
                <c:pt idx="7599">
                  <c:v>6.0</c:v>
                </c:pt>
                <c:pt idx="7600">
                  <c:v>6.0</c:v>
                </c:pt>
                <c:pt idx="7601">
                  <c:v>6.0</c:v>
                </c:pt>
                <c:pt idx="7602">
                  <c:v>6.0</c:v>
                </c:pt>
                <c:pt idx="7603">
                  <c:v>6.0</c:v>
                </c:pt>
                <c:pt idx="7604">
                  <c:v>6.0</c:v>
                </c:pt>
                <c:pt idx="7605">
                  <c:v>6.0</c:v>
                </c:pt>
                <c:pt idx="7606">
                  <c:v>6.0</c:v>
                </c:pt>
                <c:pt idx="7607">
                  <c:v>6.0</c:v>
                </c:pt>
                <c:pt idx="7608">
                  <c:v>6.0</c:v>
                </c:pt>
                <c:pt idx="7609">
                  <c:v>6.0</c:v>
                </c:pt>
                <c:pt idx="7610">
                  <c:v>6.0</c:v>
                </c:pt>
                <c:pt idx="7611">
                  <c:v>6.0</c:v>
                </c:pt>
                <c:pt idx="7612">
                  <c:v>6.0</c:v>
                </c:pt>
                <c:pt idx="7613">
                  <c:v>6.0</c:v>
                </c:pt>
                <c:pt idx="7614">
                  <c:v>6.0</c:v>
                </c:pt>
                <c:pt idx="7615">
                  <c:v>6.0</c:v>
                </c:pt>
                <c:pt idx="7616">
                  <c:v>6.0</c:v>
                </c:pt>
                <c:pt idx="7617">
                  <c:v>6.0</c:v>
                </c:pt>
                <c:pt idx="7618">
                  <c:v>6.0</c:v>
                </c:pt>
                <c:pt idx="7619">
                  <c:v>6.0</c:v>
                </c:pt>
                <c:pt idx="7620">
                  <c:v>6.0</c:v>
                </c:pt>
                <c:pt idx="7621">
                  <c:v>6.0</c:v>
                </c:pt>
                <c:pt idx="7622">
                  <c:v>6.0</c:v>
                </c:pt>
                <c:pt idx="7623">
                  <c:v>6.0</c:v>
                </c:pt>
                <c:pt idx="7624">
                  <c:v>6.0</c:v>
                </c:pt>
                <c:pt idx="7625">
                  <c:v>6.0</c:v>
                </c:pt>
                <c:pt idx="7626">
                  <c:v>6.0</c:v>
                </c:pt>
                <c:pt idx="7627">
                  <c:v>6.0</c:v>
                </c:pt>
                <c:pt idx="7628">
                  <c:v>6.0</c:v>
                </c:pt>
                <c:pt idx="7629">
                  <c:v>6.0</c:v>
                </c:pt>
                <c:pt idx="7630">
                  <c:v>6.0</c:v>
                </c:pt>
                <c:pt idx="7631">
                  <c:v>6.0</c:v>
                </c:pt>
                <c:pt idx="7632">
                  <c:v>6.0</c:v>
                </c:pt>
                <c:pt idx="7633">
                  <c:v>6.0</c:v>
                </c:pt>
                <c:pt idx="7634">
                  <c:v>6.0</c:v>
                </c:pt>
                <c:pt idx="7635">
                  <c:v>6.0</c:v>
                </c:pt>
                <c:pt idx="7636">
                  <c:v>6.0</c:v>
                </c:pt>
                <c:pt idx="7637">
                  <c:v>6.0</c:v>
                </c:pt>
                <c:pt idx="7638">
                  <c:v>6.0</c:v>
                </c:pt>
                <c:pt idx="7639">
                  <c:v>6.0</c:v>
                </c:pt>
                <c:pt idx="7640">
                  <c:v>6.0</c:v>
                </c:pt>
                <c:pt idx="7641">
                  <c:v>6.0</c:v>
                </c:pt>
                <c:pt idx="7642">
                  <c:v>6.0</c:v>
                </c:pt>
                <c:pt idx="7643">
                  <c:v>6.0</c:v>
                </c:pt>
                <c:pt idx="7644">
                  <c:v>6.0</c:v>
                </c:pt>
                <c:pt idx="7645">
                  <c:v>6.0</c:v>
                </c:pt>
                <c:pt idx="7646">
                  <c:v>6.0</c:v>
                </c:pt>
                <c:pt idx="7647">
                  <c:v>6.0</c:v>
                </c:pt>
                <c:pt idx="7648">
                  <c:v>6.0</c:v>
                </c:pt>
                <c:pt idx="7649">
                  <c:v>6.0</c:v>
                </c:pt>
                <c:pt idx="7650">
                  <c:v>6.0</c:v>
                </c:pt>
                <c:pt idx="7651">
                  <c:v>6.0</c:v>
                </c:pt>
                <c:pt idx="7652">
                  <c:v>6.0</c:v>
                </c:pt>
                <c:pt idx="7653">
                  <c:v>6.0</c:v>
                </c:pt>
                <c:pt idx="7654">
                  <c:v>6.0</c:v>
                </c:pt>
                <c:pt idx="7655">
                  <c:v>6.0</c:v>
                </c:pt>
                <c:pt idx="7656">
                  <c:v>6.0</c:v>
                </c:pt>
                <c:pt idx="7657">
                  <c:v>6.0</c:v>
                </c:pt>
                <c:pt idx="7658">
                  <c:v>6.0</c:v>
                </c:pt>
                <c:pt idx="7659">
                  <c:v>6.0</c:v>
                </c:pt>
                <c:pt idx="7660">
                  <c:v>6.0</c:v>
                </c:pt>
                <c:pt idx="7661">
                  <c:v>6.0</c:v>
                </c:pt>
                <c:pt idx="7662">
                  <c:v>6.0</c:v>
                </c:pt>
                <c:pt idx="7663">
                  <c:v>6.0</c:v>
                </c:pt>
                <c:pt idx="7664">
                  <c:v>6.0</c:v>
                </c:pt>
                <c:pt idx="7665">
                  <c:v>6.0</c:v>
                </c:pt>
                <c:pt idx="7666">
                  <c:v>6.0</c:v>
                </c:pt>
                <c:pt idx="7667">
                  <c:v>6.0</c:v>
                </c:pt>
                <c:pt idx="7668">
                  <c:v>6.0</c:v>
                </c:pt>
                <c:pt idx="7669">
                  <c:v>6.0</c:v>
                </c:pt>
                <c:pt idx="7670">
                  <c:v>6.0</c:v>
                </c:pt>
                <c:pt idx="7671">
                  <c:v>6.0</c:v>
                </c:pt>
                <c:pt idx="7672">
                  <c:v>6.0</c:v>
                </c:pt>
                <c:pt idx="7673">
                  <c:v>6.0</c:v>
                </c:pt>
                <c:pt idx="7674">
                  <c:v>6.0</c:v>
                </c:pt>
                <c:pt idx="7675">
                  <c:v>6.0</c:v>
                </c:pt>
                <c:pt idx="7676">
                  <c:v>6.0</c:v>
                </c:pt>
                <c:pt idx="7677">
                  <c:v>6.0</c:v>
                </c:pt>
                <c:pt idx="7678">
                  <c:v>6.0</c:v>
                </c:pt>
                <c:pt idx="7679">
                  <c:v>6.0</c:v>
                </c:pt>
                <c:pt idx="7680">
                  <c:v>6.0</c:v>
                </c:pt>
                <c:pt idx="7681">
                  <c:v>6.0</c:v>
                </c:pt>
                <c:pt idx="7682">
                  <c:v>6.0</c:v>
                </c:pt>
                <c:pt idx="7683">
                  <c:v>6.0</c:v>
                </c:pt>
                <c:pt idx="7684">
                  <c:v>6.0</c:v>
                </c:pt>
                <c:pt idx="7685">
                  <c:v>6.0</c:v>
                </c:pt>
                <c:pt idx="7686">
                  <c:v>6.0</c:v>
                </c:pt>
                <c:pt idx="7687">
                  <c:v>6.0</c:v>
                </c:pt>
                <c:pt idx="7688">
                  <c:v>6.0</c:v>
                </c:pt>
                <c:pt idx="7689">
                  <c:v>6.0</c:v>
                </c:pt>
                <c:pt idx="7690">
                  <c:v>6.0</c:v>
                </c:pt>
                <c:pt idx="7691">
                  <c:v>6.0</c:v>
                </c:pt>
                <c:pt idx="7692">
                  <c:v>6.0</c:v>
                </c:pt>
                <c:pt idx="7693">
                  <c:v>6.0</c:v>
                </c:pt>
                <c:pt idx="7694">
                  <c:v>6.0</c:v>
                </c:pt>
                <c:pt idx="7695">
                  <c:v>6.0</c:v>
                </c:pt>
                <c:pt idx="7696">
                  <c:v>6.0</c:v>
                </c:pt>
                <c:pt idx="7697">
                  <c:v>6.0</c:v>
                </c:pt>
                <c:pt idx="7698">
                  <c:v>6.0</c:v>
                </c:pt>
                <c:pt idx="7699">
                  <c:v>6.0</c:v>
                </c:pt>
                <c:pt idx="7700">
                  <c:v>6.0</c:v>
                </c:pt>
                <c:pt idx="7701">
                  <c:v>6.0</c:v>
                </c:pt>
                <c:pt idx="7702">
                  <c:v>6.0</c:v>
                </c:pt>
                <c:pt idx="7703">
                  <c:v>6.0</c:v>
                </c:pt>
                <c:pt idx="7704">
                  <c:v>6.0</c:v>
                </c:pt>
                <c:pt idx="7705">
                  <c:v>6.0</c:v>
                </c:pt>
                <c:pt idx="7706">
                  <c:v>6.0</c:v>
                </c:pt>
                <c:pt idx="7707">
                  <c:v>6.0</c:v>
                </c:pt>
                <c:pt idx="7708">
                  <c:v>6.0</c:v>
                </c:pt>
                <c:pt idx="7709">
                  <c:v>6.0</c:v>
                </c:pt>
                <c:pt idx="7710">
                  <c:v>6.0</c:v>
                </c:pt>
                <c:pt idx="7711">
                  <c:v>6.0</c:v>
                </c:pt>
                <c:pt idx="7712">
                  <c:v>6.0</c:v>
                </c:pt>
                <c:pt idx="7713">
                  <c:v>6.0</c:v>
                </c:pt>
                <c:pt idx="7714">
                  <c:v>6.0</c:v>
                </c:pt>
                <c:pt idx="7715">
                  <c:v>6.0</c:v>
                </c:pt>
                <c:pt idx="7716">
                  <c:v>6.0</c:v>
                </c:pt>
                <c:pt idx="7717">
                  <c:v>6.0</c:v>
                </c:pt>
                <c:pt idx="7718">
                  <c:v>6.0</c:v>
                </c:pt>
                <c:pt idx="7719">
                  <c:v>6.0</c:v>
                </c:pt>
                <c:pt idx="7720">
                  <c:v>6.0</c:v>
                </c:pt>
                <c:pt idx="7721">
                  <c:v>6.0</c:v>
                </c:pt>
                <c:pt idx="7722">
                  <c:v>6.0</c:v>
                </c:pt>
                <c:pt idx="7723">
                  <c:v>6.0</c:v>
                </c:pt>
                <c:pt idx="7724">
                  <c:v>6.0</c:v>
                </c:pt>
                <c:pt idx="7725">
                  <c:v>6.0</c:v>
                </c:pt>
                <c:pt idx="7726">
                  <c:v>6.0</c:v>
                </c:pt>
                <c:pt idx="7727">
                  <c:v>6.0</c:v>
                </c:pt>
                <c:pt idx="7728">
                  <c:v>6.0</c:v>
                </c:pt>
                <c:pt idx="7729">
                  <c:v>6.0</c:v>
                </c:pt>
                <c:pt idx="7730">
                  <c:v>6.0</c:v>
                </c:pt>
                <c:pt idx="7731">
                  <c:v>6.0</c:v>
                </c:pt>
                <c:pt idx="7732">
                  <c:v>6.0</c:v>
                </c:pt>
                <c:pt idx="7733">
                  <c:v>6.0</c:v>
                </c:pt>
                <c:pt idx="7734">
                  <c:v>6.0</c:v>
                </c:pt>
                <c:pt idx="7735">
                  <c:v>6.0</c:v>
                </c:pt>
                <c:pt idx="7736">
                  <c:v>6.0</c:v>
                </c:pt>
                <c:pt idx="7737">
                  <c:v>6.0</c:v>
                </c:pt>
                <c:pt idx="7738">
                  <c:v>6.0</c:v>
                </c:pt>
                <c:pt idx="7739">
                  <c:v>6.0</c:v>
                </c:pt>
                <c:pt idx="7740">
                  <c:v>6.0</c:v>
                </c:pt>
                <c:pt idx="7741">
                  <c:v>6.0</c:v>
                </c:pt>
                <c:pt idx="7742">
                  <c:v>6.0</c:v>
                </c:pt>
                <c:pt idx="7743">
                  <c:v>6.0</c:v>
                </c:pt>
                <c:pt idx="7744">
                  <c:v>6.0</c:v>
                </c:pt>
                <c:pt idx="7745">
                  <c:v>6.0</c:v>
                </c:pt>
                <c:pt idx="7746">
                  <c:v>6.0</c:v>
                </c:pt>
                <c:pt idx="7747">
                  <c:v>6.0</c:v>
                </c:pt>
                <c:pt idx="7748">
                  <c:v>6.0</c:v>
                </c:pt>
                <c:pt idx="7749">
                  <c:v>6.0</c:v>
                </c:pt>
                <c:pt idx="7750">
                  <c:v>6.0</c:v>
                </c:pt>
                <c:pt idx="7751">
                  <c:v>6.0</c:v>
                </c:pt>
                <c:pt idx="7752">
                  <c:v>6.0</c:v>
                </c:pt>
                <c:pt idx="7753">
                  <c:v>6.0</c:v>
                </c:pt>
                <c:pt idx="7754">
                  <c:v>6.0</c:v>
                </c:pt>
                <c:pt idx="7755">
                  <c:v>6.0</c:v>
                </c:pt>
                <c:pt idx="7756">
                  <c:v>6.0</c:v>
                </c:pt>
                <c:pt idx="7757">
                  <c:v>6.0</c:v>
                </c:pt>
                <c:pt idx="7758">
                  <c:v>6.0</c:v>
                </c:pt>
                <c:pt idx="7759">
                  <c:v>6.0</c:v>
                </c:pt>
                <c:pt idx="7760">
                  <c:v>6.0</c:v>
                </c:pt>
                <c:pt idx="7761">
                  <c:v>6.0</c:v>
                </c:pt>
                <c:pt idx="7762">
                  <c:v>6.0</c:v>
                </c:pt>
                <c:pt idx="7763">
                  <c:v>6.0</c:v>
                </c:pt>
                <c:pt idx="7764">
                  <c:v>6.0</c:v>
                </c:pt>
                <c:pt idx="7765">
                  <c:v>6.0</c:v>
                </c:pt>
                <c:pt idx="7766">
                  <c:v>6.0</c:v>
                </c:pt>
                <c:pt idx="7767">
                  <c:v>6.0</c:v>
                </c:pt>
                <c:pt idx="7768">
                  <c:v>6.0</c:v>
                </c:pt>
                <c:pt idx="7769">
                  <c:v>6.0</c:v>
                </c:pt>
                <c:pt idx="7770">
                  <c:v>6.0</c:v>
                </c:pt>
                <c:pt idx="7771">
                  <c:v>6.0</c:v>
                </c:pt>
                <c:pt idx="7772">
                  <c:v>6.0</c:v>
                </c:pt>
                <c:pt idx="7773">
                  <c:v>6.0</c:v>
                </c:pt>
                <c:pt idx="7774">
                  <c:v>6.0</c:v>
                </c:pt>
                <c:pt idx="7775">
                  <c:v>6.0</c:v>
                </c:pt>
                <c:pt idx="7776">
                  <c:v>6.0</c:v>
                </c:pt>
                <c:pt idx="7777">
                  <c:v>6.0</c:v>
                </c:pt>
                <c:pt idx="7778">
                  <c:v>6.0</c:v>
                </c:pt>
                <c:pt idx="7779">
                  <c:v>6.0</c:v>
                </c:pt>
                <c:pt idx="7780">
                  <c:v>6.0</c:v>
                </c:pt>
                <c:pt idx="7781">
                  <c:v>6.0</c:v>
                </c:pt>
                <c:pt idx="7782">
                  <c:v>6.0</c:v>
                </c:pt>
                <c:pt idx="7783">
                  <c:v>6.0</c:v>
                </c:pt>
                <c:pt idx="7784">
                  <c:v>6.0</c:v>
                </c:pt>
                <c:pt idx="7785">
                  <c:v>6.0</c:v>
                </c:pt>
                <c:pt idx="7786">
                  <c:v>6.0</c:v>
                </c:pt>
                <c:pt idx="7787">
                  <c:v>6.0</c:v>
                </c:pt>
                <c:pt idx="7788">
                  <c:v>6.0</c:v>
                </c:pt>
                <c:pt idx="7789">
                  <c:v>6.0</c:v>
                </c:pt>
                <c:pt idx="7790">
                  <c:v>6.0</c:v>
                </c:pt>
                <c:pt idx="7791">
                  <c:v>6.0</c:v>
                </c:pt>
                <c:pt idx="7792">
                  <c:v>6.0</c:v>
                </c:pt>
                <c:pt idx="7793">
                  <c:v>6.0</c:v>
                </c:pt>
                <c:pt idx="7794">
                  <c:v>6.0</c:v>
                </c:pt>
                <c:pt idx="7795">
                  <c:v>6.0</c:v>
                </c:pt>
                <c:pt idx="7796">
                  <c:v>6.0</c:v>
                </c:pt>
                <c:pt idx="7797">
                  <c:v>6.0</c:v>
                </c:pt>
                <c:pt idx="7798">
                  <c:v>6.0</c:v>
                </c:pt>
                <c:pt idx="7799">
                  <c:v>6.0</c:v>
                </c:pt>
                <c:pt idx="7800">
                  <c:v>6.0</c:v>
                </c:pt>
                <c:pt idx="7801">
                  <c:v>6.0</c:v>
                </c:pt>
                <c:pt idx="7802">
                  <c:v>6.0</c:v>
                </c:pt>
                <c:pt idx="7803">
                  <c:v>6.0</c:v>
                </c:pt>
                <c:pt idx="7804">
                  <c:v>6.0</c:v>
                </c:pt>
                <c:pt idx="7805">
                  <c:v>6.0</c:v>
                </c:pt>
                <c:pt idx="7806">
                  <c:v>6.0</c:v>
                </c:pt>
                <c:pt idx="7807">
                  <c:v>6.0</c:v>
                </c:pt>
                <c:pt idx="7808">
                  <c:v>6.0</c:v>
                </c:pt>
                <c:pt idx="7809">
                  <c:v>6.0</c:v>
                </c:pt>
                <c:pt idx="7810">
                  <c:v>6.0</c:v>
                </c:pt>
                <c:pt idx="7811">
                  <c:v>6.0</c:v>
                </c:pt>
                <c:pt idx="7812">
                  <c:v>6.0</c:v>
                </c:pt>
                <c:pt idx="7813">
                  <c:v>6.0</c:v>
                </c:pt>
                <c:pt idx="7814">
                  <c:v>6.0</c:v>
                </c:pt>
                <c:pt idx="7815">
                  <c:v>6.0</c:v>
                </c:pt>
                <c:pt idx="7816">
                  <c:v>6.0</c:v>
                </c:pt>
                <c:pt idx="7817">
                  <c:v>6.0</c:v>
                </c:pt>
                <c:pt idx="7818">
                  <c:v>6.0</c:v>
                </c:pt>
                <c:pt idx="7819">
                  <c:v>6.0</c:v>
                </c:pt>
                <c:pt idx="7820">
                  <c:v>6.0</c:v>
                </c:pt>
                <c:pt idx="7821">
                  <c:v>6.0</c:v>
                </c:pt>
                <c:pt idx="7822">
                  <c:v>6.0</c:v>
                </c:pt>
                <c:pt idx="7823">
                  <c:v>6.0</c:v>
                </c:pt>
                <c:pt idx="7824">
                  <c:v>6.0</c:v>
                </c:pt>
                <c:pt idx="7825">
                  <c:v>6.0</c:v>
                </c:pt>
                <c:pt idx="7826">
                  <c:v>6.0</c:v>
                </c:pt>
                <c:pt idx="7827">
                  <c:v>6.0</c:v>
                </c:pt>
                <c:pt idx="7828">
                  <c:v>6.0</c:v>
                </c:pt>
                <c:pt idx="7829">
                  <c:v>6.0</c:v>
                </c:pt>
                <c:pt idx="7830">
                  <c:v>6.0</c:v>
                </c:pt>
                <c:pt idx="7831">
                  <c:v>6.0</c:v>
                </c:pt>
                <c:pt idx="7832">
                  <c:v>6.0</c:v>
                </c:pt>
                <c:pt idx="7833">
                  <c:v>6.0</c:v>
                </c:pt>
                <c:pt idx="7834">
                  <c:v>6.0</c:v>
                </c:pt>
                <c:pt idx="7835">
                  <c:v>6.0</c:v>
                </c:pt>
                <c:pt idx="7836">
                  <c:v>6.0</c:v>
                </c:pt>
                <c:pt idx="7837">
                  <c:v>6.0</c:v>
                </c:pt>
                <c:pt idx="7838">
                  <c:v>6.0</c:v>
                </c:pt>
                <c:pt idx="7839">
                  <c:v>6.0</c:v>
                </c:pt>
                <c:pt idx="7840">
                  <c:v>6.0</c:v>
                </c:pt>
                <c:pt idx="7841">
                  <c:v>6.0</c:v>
                </c:pt>
                <c:pt idx="7842">
                  <c:v>6.0</c:v>
                </c:pt>
                <c:pt idx="7843">
                  <c:v>6.0</c:v>
                </c:pt>
                <c:pt idx="7844">
                  <c:v>6.0</c:v>
                </c:pt>
                <c:pt idx="7845">
                  <c:v>6.0</c:v>
                </c:pt>
                <c:pt idx="7846">
                  <c:v>6.0</c:v>
                </c:pt>
                <c:pt idx="7847">
                  <c:v>6.0</c:v>
                </c:pt>
                <c:pt idx="7848">
                  <c:v>6.0</c:v>
                </c:pt>
                <c:pt idx="7849">
                  <c:v>6.0</c:v>
                </c:pt>
                <c:pt idx="7850">
                  <c:v>6.0</c:v>
                </c:pt>
                <c:pt idx="7851">
                  <c:v>6.0</c:v>
                </c:pt>
                <c:pt idx="7852">
                  <c:v>6.0</c:v>
                </c:pt>
                <c:pt idx="7853">
                  <c:v>6.0</c:v>
                </c:pt>
                <c:pt idx="7854">
                  <c:v>6.0</c:v>
                </c:pt>
                <c:pt idx="7855">
                  <c:v>6.0</c:v>
                </c:pt>
                <c:pt idx="7856">
                  <c:v>6.0</c:v>
                </c:pt>
                <c:pt idx="7857">
                  <c:v>6.0</c:v>
                </c:pt>
                <c:pt idx="7858">
                  <c:v>6.0</c:v>
                </c:pt>
                <c:pt idx="7859">
                  <c:v>6.0</c:v>
                </c:pt>
                <c:pt idx="7860">
                  <c:v>6.0</c:v>
                </c:pt>
                <c:pt idx="7861">
                  <c:v>6.0</c:v>
                </c:pt>
                <c:pt idx="7862">
                  <c:v>6.0</c:v>
                </c:pt>
                <c:pt idx="7863">
                  <c:v>6.0</c:v>
                </c:pt>
                <c:pt idx="7864">
                  <c:v>6.0</c:v>
                </c:pt>
                <c:pt idx="7865">
                  <c:v>6.0</c:v>
                </c:pt>
                <c:pt idx="7866">
                  <c:v>6.0</c:v>
                </c:pt>
                <c:pt idx="7867">
                  <c:v>6.0</c:v>
                </c:pt>
                <c:pt idx="7868">
                  <c:v>6.0</c:v>
                </c:pt>
                <c:pt idx="7869">
                  <c:v>6.0</c:v>
                </c:pt>
                <c:pt idx="7870">
                  <c:v>6.0</c:v>
                </c:pt>
                <c:pt idx="7871">
                  <c:v>6.0</c:v>
                </c:pt>
                <c:pt idx="7872">
                  <c:v>6.0</c:v>
                </c:pt>
                <c:pt idx="7873">
                  <c:v>6.0</c:v>
                </c:pt>
                <c:pt idx="7874">
                  <c:v>6.0</c:v>
                </c:pt>
                <c:pt idx="7875">
                  <c:v>6.0</c:v>
                </c:pt>
                <c:pt idx="7876">
                  <c:v>6.0</c:v>
                </c:pt>
                <c:pt idx="7877">
                  <c:v>6.0</c:v>
                </c:pt>
                <c:pt idx="7878">
                  <c:v>6.0</c:v>
                </c:pt>
                <c:pt idx="7879">
                  <c:v>6.0</c:v>
                </c:pt>
                <c:pt idx="7880">
                  <c:v>6.0</c:v>
                </c:pt>
                <c:pt idx="7881">
                  <c:v>6.0</c:v>
                </c:pt>
                <c:pt idx="7882">
                  <c:v>6.0</c:v>
                </c:pt>
                <c:pt idx="7883">
                  <c:v>6.0</c:v>
                </c:pt>
                <c:pt idx="7884">
                  <c:v>6.0</c:v>
                </c:pt>
                <c:pt idx="7885">
                  <c:v>6.0</c:v>
                </c:pt>
                <c:pt idx="7886">
                  <c:v>6.0</c:v>
                </c:pt>
                <c:pt idx="7887">
                  <c:v>6.0</c:v>
                </c:pt>
                <c:pt idx="7888">
                  <c:v>6.0</c:v>
                </c:pt>
                <c:pt idx="7889">
                  <c:v>6.0</c:v>
                </c:pt>
                <c:pt idx="7890">
                  <c:v>6.0</c:v>
                </c:pt>
                <c:pt idx="7891">
                  <c:v>6.0</c:v>
                </c:pt>
                <c:pt idx="7892">
                  <c:v>6.0</c:v>
                </c:pt>
                <c:pt idx="7893">
                  <c:v>6.0</c:v>
                </c:pt>
                <c:pt idx="7894">
                  <c:v>6.0</c:v>
                </c:pt>
                <c:pt idx="7895">
                  <c:v>6.0</c:v>
                </c:pt>
                <c:pt idx="7896">
                  <c:v>6.0</c:v>
                </c:pt>
                <c:pt idx="7897">
                  <c:v>6.0</c:v>
                </c:pt>
                <c:pt idx="7898">
                  <c:v>6.0</c:v>
                </c:pt>
                <c:pt idx="7899">
                  <c:v>6.0</c:v>
                </c:pt>
                <c:pt idx="7900">
                  <c:v>6.0</c:v>
                </c:pt>
                <c:pt idx="7901">
                  <c:v>6.0</c:v>
                </c:pt>
                <c:pt idx="7902">
                  <c:v>6.0</c:v>
                </c:pt>
                <c:pt idx="7903">
                  <c:v>6.0</c:v>
                </c:pt>
                <c:pt idx="7904">
                  <c:v>6.0</c:v>
                </c:pt>
                <c:pt idx="7905">
                  <c:v>6.0</c:v>
                </c:pt>
                <c:pt idx="7906">
                  <c:v>6.0</c:v>
                </c:pt>
                <c:pt idx="7907">
                  <c:v>6.0</c:v>
                </c:pt>
                <c:pt idx="7908">
                  <c:v>6.0</c:v>
                </c:pt>
                <c:pt idx="7909">
                  <c:v>6.0</c:v>
                </c:pt>
                <c:pt idx="7910">
                  <c:v>6.0</c:v>
                </c:pt>
                <c:pt idx="7911">
                  <c:v>6.0</c:v>
                </c:pt>
                <c:pt idx="7912">
                  <c:v>6.0</c:v>
                </c:pt>
                <c:pt idx="7913">
                  <c:v>6.0</c:v>
                </c:pt>
                <c:pt idx="7914">
                  <c:v>6.0</c:v>
                </c:pt>
                <c:pt idx="7915">
                  <c:v>6.0</c:v>
                </c:pt>
                <c:pt idx="7916">
                  <c:v>6.0</c:v>
                </c:pt>
                <c:pt idx="7917">
                  <c:v>6.0</c:v>
                </c:pt>
                <c:pt idx="7918">
                  <c:v>6.0</c:v>
                </c:pt>
                <c:pt idx="7919">
                  <c:v>6.0</c:v>
                </c:pt>
                <c:pt idx="7920">
                  <c:v>6.0</c:v>
                </c:pt>
                <c:pt idx="7921">
                  <c:v>6.0</c:v>
                </c:pt>
                <c:pt idx="7922">
                  <c:v>6.0</c:v>
                </c:pt>
                <c:pt idx="7923">
                  <c:v>6.0</c:v>
                </c:pt>
                <c:pt idx="7924">
                  <c:v>6.0</c:v>
                </c:pt>
                <c:pt idx="7925">
                  <c:v>6.0</c:v>
                </c:pt>
                <c:pt idx="7926">
                  <c:v>6.0</c:v>
                </c:pt>
                <c:pt idx="7927">
                  <c:v>6.0</c:v>
                </c:pt>
                <c:pt idx="7928">
                  <c:v>6.0</c:v>
                </c:pt>
                <c:pt idx="7929">
                  <c:v>6.0</c:v>
                </c:pt>
                <c:pt idx="7930">
                  <c:v>6.0</c:v>
                </c:pt>
                <c:pt idx="7931">
                  <c:v>6.0</c:v>
                </c:pt>
                <c:pt idx="7932">
                  <c:v>6.0</c:v>
                </c:pt>
                <c:pt idx="7933">
                  <c:v>6.0</c:v>
                </c:pt>
                <c:pt idx="7934">
                  <c:v>6.0</c:v>
                </c:pt>
                <c:pt idx="7935">
                  <c:v>6.0</c:v>
                </c:pt>
                <c:pt idx="7936">
                  <c:v>6.0</c:v>
                </c:pt>
                <c:pt idx="7937">
                  <c:v>6.0</c:v>
                </c:pt>
                <c:pt idx="7938">
                  <c:v>6.0</c:v>
                </c:pt>
                <c:pt idx="7939">
                  <c:v>6.0</c:v>
                </c:pt>
                <c:pt idx="7940">
                  <c:v>6.0</c:v>
                </c:pt>
                <c:pt idx="7941">
                  <c:v>6.0</c:v>
                </c:pt>
                <c:pt idx="7942">
                  <c:v>6.0</c:v>
                </c:pt>
                <c:pt idx="7943">
                  <c:v>6.0</c:v>
                </c:pt>
                <c:pt idx="7944">
                  <c:v>6.0</c:v>
                </c:pt>
                <c:pt idx="7945">
                  <c:v>6.0</c:v>
                </c:pt>
                <c:pt idx="7946">
                  <c:v>6.0</c:v>
                </c:pt>
                <c:pt idx="7947">
                  <c:v>6.0</c:v>
                </c:pt>
                <c:pt idx="7948">
                  <c:v>6.0</c:v>
                </c:pt>
                <c:pt idx="7949">
                  <c:v>6.0</c:v>
                </c:pt>
                <c:pt idx="7950">
                  <c:v>6.0</c:v>
                </c:pt>
                <c:pt idx="7951">
                  <c:v>6.0</c:v>
                </c:pt>
                <c:pt idx="7952">
                  <c:v>6.0</c:v>
                </c:pt>
                <c:pt idx="7953">
                  <c:v>6.0</c:v>
                </c:pt>
                <c:pt idx="7954">
                  <c:v>6.0</c:v>
                </c:pt>
                <c:pt idx="7955">
                  <c:v>6.0</c:v>
                </c:pt>
                <c:pt idx="7956">
                  <c:v>6.0</c:v>
                </c:pt>
                <c:pt idx="7957">
                  <c:v>6.0</c:v>
                </c:pt>
                <c:pt idx="7958">
                  <c:v>6.0</c:v>
                </c:pt>
                <c:pt idx="7959">
                  <c:v>6.0</c:v>
                </c:pt>
                <c:pt idx="7960">
                  <c:v>6.0</c:v>
                </c:pt>
                <c:pt idx="7961">
                  <c:v>6.0</c:v>
                </c:pt>
                <c:pt idx="7962">
                  <c:v>6.0</c:v>
                </c:pt>
                <c:pt idx="7963">
                  <c:v>6.0</c:v>
                </c:pt>
                <c:pt idx="7964">
                  <c:v>6.0</c:v>
                </c:pt>
                <c:pt idx="7965">
                  <c:v>6.0</c:v>
                </c:pt>
                <c:pt idx="7966">
                  <c:v>6.0</c:v>
                </c:pt>
                <c:pt idx="7967">
                  <c:v>6.0</c:v>
                </c:pt>
                <c:pt idx="7968">
                  <c:v>6.0</c:v>
                </c:pt>
                <c:pt idx="7969">
                  <c:v>6.0</c:v>
                </c:pt>
                <c:pt idx="7970">
                  <c:v>6.0</c:v>
                </c:pt>
                <c:pt idx="7971">
                  <c:v>6.0</c:v>
                </c:pt>
                <c:pt idx="7972">
                  <c:v>6.0</c:v>
                </c:pt>
                <c:pt idx="7973">
                  <c:v>6.0</c:v>
                </c:pt>
                <c:pt idx="7974">
                  <c:v>6.0</c:v>
                </c:pt>
                <c:pt idx="7975">
                  <c:v>6.0</c:v>
                </c:pt>
                <c:pt idx="7976">
                  <c:v>6.0</c:v>
                </c:pt>
                <c:pt idx="7977">
                  <c:v>6.0</c:v>
                </c:pt>
                <c:pt idx="7978">
                  <c:v>6.0</c:v>
                </c:pt>
                <c:pt idx="7979">
                  <c:v>6.0</c:v>
                </c:pt>
                <c:pt idx="7980">
                  <c:v>6.0</c:v>
                </c:pt>
                <c:pt idx="7981">
                  <c:v>6.0</c:v>
                </c:pt>
                <c:pt idx="7982">
                  <c:v>6.0</c:v>
                </c:pt>
                <c:pt idx="7983">
                  <c:v>6.0</c:v>
                </c:pt>
                <c:pt idx="7984">
                  <c:v>6.0</c:v>
                </c:pt>
                <c:pt idx="7985">
                  <c:v>6.0</c:v>
                </c:pt>
                <c:pt idx="7986">
                  <c:v>6.0</c:v>
                </c:pt>
                <c:pt idx="7987">
                  <c:v>6.0</c:v>
                </c:pt>
                <c:pt idx="7988">
                  <c:v>6.0</c:v>
                </c:pt>
                <c:pt idx="7989">
                  <c:v>6.0</c:v>
                </c:pt>
                <c:pt idx="7990">
                  <c:v>6.0</c:v>
                </c:pt>
                <c:pt idx="7991">
                  <c:v>6.0</c:v>
                </c:pt>
                <c:pt idx="7992">
                  <c:v>6.0</c:v>
                </c:pt>
                <c:pt idx="7993">
                  <c:v>6.0</c:v>
                </c:pt>
                <c:pt idx="7994">
                  <c:v>6.0</c:v>
                </c:pt>
                <c:pt idx="7995">
                  <c:v>6.0</c:v>
                </c:pt>
                <c:pt idx="7996">
                  <c:v>6.0</c:v>
                </c:pt>
                <c:pt idx="7997">
                  <c:v>6.0</c:v>
                </c:pt>
                <c:pt idx="7998">
                  <c:v>6.0</c:v>
                </c:pt>
                <c:pt idx="7999">
                  <c:v>6.0</c:v>
                </c:pt>
                <c:pt idx="8000">
                  <c:v>6.0</c:v>
                </c:pt>
                <c:pt idx="8001">
                  <c:v>6.0</c:v>
                </c:pt>
                <c:pt idx="8002">
                  <c:v>6.0</c:v>
                </c:pt>
                <c:pt idx="8003">
                  <c:v>6.0</c:v>
                </c:pt>
                <c:pt idx="8004">
                  <c:v>6.0</c:v>
                </c:pt>
                <c:pt idx="8005">
                  <c:v>6.0</c:v>
                </c:pt>
                <c:pt idx="8006">
                  <c:v>6.0</c:v>
                </c:pt>
                <c:pt idx="8007">
                  <c:v>6.0</c:v>
                </c:pt>
                <c:pt idx="8008">
                  <c:v>6.0</c:v>
                </c:pt>
                <c:pt idx="8009">
                  <c:v>6.0</c:v>
                </c:pt>
                <c:pt idx="8010">
                  <c:v>6.0</c:v>
                </c:pt>
                <c:pt idx="8011">
                  <c:v>6.0</c:v>
                </c:pt>
                <c:pt idx="8012">
                  <c:v>6.0</c:v>
                </c:pt>
                <c:pt idx="8013">
                  <c:v>6.0</c:v>
                </c:pt>
                <c:pt idx="8014">
                  <c:v>6.0</c:v>
                </c:pt>
                <c:pt idx="8015">
                  <c:v>6.0</c:v>
                </c:pt>
                <c:pt idx="8016">
                  <c:v>6.0</c:v>
                </c:pt>
                <c:pt idx="8017">
                  <c:v>6.0</c:v>
                </c:pt>
                <c:pt idx="8018">
                  <c:v>6.0</c:v>
                </c:pt>
                <c:pt idx="8019">
                  <c:v>6.0</c:v>
                </c:pt>
                <c:pt idx="8020">
                  <c:v>6.0</c:v>
                </c:pt>
                <c:pt idx="8021">
                  <c:v>6.0</c:v>
                </c:pt>
                <c:pt idx="8022">
                  <c:v>6.0</c:v>
                </c:pt>
                <c:pt idx="8023">
                  <c:v>6.0</c:v>
                </c:pt>
                <c:pt idx="8024">
                  <c:v>6.0</c:v>
                </c:pt>
                <c:pt idx="8025">
                  <c:v>6.0</c:v>
                </c:pt>
                <c:pt idx="8026">
                  <c:v>6.0</c:v>
                </c:pt>
                <c:pt idx="8027">
                  <c:v>6.0</c:v>
                </c:pt>
                <c:pt idx="8028">
                  <c:v>6.0</c:v>
                </c:pt>
                <c:pt idx="8029">
                  <c:v>6.0</c:v>
                </c:pt>
                <c:pt idx="8030">
                  <c:v>6.0</c:v>
                </c:pt>
                <c:pt idx="8031">
                  <c:v>6.0</c:v>
                </c:pt>
                <c:pt idx="8032">
                  <c:v>6.0</c:v>
                </c:pt>
                <c:pt idx="8033">
                  <c:v>6.0</c:v>
                </c:pt>
                <c:pt idx="8034">
                  <c:v>6.0</c:v>
                </c:pt>
                <c:pt idx="8035">
                  <c:v>6.0</c:v>
                </c:pt>
                <c:pt idx="8036">
                  <c:v>6.0</c:v>
                </c:pt>
                <c:pt idx="8037">
                  <c:v>6.0</c:v>
                </c:pt>
                <c:pt idx="8038">
                  <c:v>6.0</c:v>
                </c:pt>
                <c:pt idx="8039">
                  <c:v>6.0</c:v>
                </c:pt>
                <c:pt idx="8040">
                  <c:v>6.0</c:v>
                </c:pt>
                <c:pt idx="8041">
                  <c:v>6.0</c:v>
                </c:pt>
                <c:pt idx="8042">
                  <c:v>6.0</c:v>
                </c:pt>
                <c:pt idx="8043">
                  <c:v>6.0</c:v>
                </c:pt>
                <c:pt idx="8044">
                  <c:v>6.0</c:v>
                </c:pt>
                <c:pt idx="8045">
                  <c:v>6.0</c:v>
                </c:pt>
                <c:pt idx="8046">
                  <c:v>6.0</c:v>
                </c:pt>
                <c:pt idx="8047">
                  <c:v>6.0</c:v>
                </c:pt>
                <c:pt idx="8048">
                  <c:v>6.0</c:v>
                </c:pt>
                <c:pt idx="8049">
                  <c:v>6.0</c:v>
                </c:pt>
                <c:pt idx="8050">
                  <c:v>6.0</c:v>
                </c:pt>
                <c:pt idx="8051">
                  <c:v>6.0</c:v>
                </c:pt>
                <c:pt idx="8052">
                  <c:v>6.0</c:v>
                </c:pt>
                <c:pt idx="8053">
                  <c:v>6.0</c:v>
                </c:pt>
                <c:pt idx="8054">
                  <c:v>6.0</c:v>
                </c:pt>
                <c:pt idx="8055">
                  <c:v>6.0</c:v>
                </c:pt>
                <c:pt idx="8056">
                  <c:v>6.0</c:v>
                </c:pt>
                <c:pt idx="8057">
                  <c:v>6.0</c:v>
                </c:pt>
                <c:pt idx="8058">
                  <c:v>6.0</c:v>
                </c:pt>
                <c:pt idx="8059">
                  <c:v>6.0</c:v>
                </c:pt>
                <c:pt idx="8060">
                  <c:v>6.0</c:v>
                </c:pt>
                <c:pt idx="8061">
                  <c:v>6.0</c:v>
                </c:pt>
                <c:pt idx="8062">
                  <c:v>6.0</c:v>
                </c:pt>
                <c:pt idx="8063">
                  <c:v>6.0</c:v>
                </c:pt>
                <c:pt idx="8064">
                  <c:v>6.0</c:v>
                </c:pt>
                <c:pt idx="8065">
                  <c:v>6.0</c:v>
                </c:pt>
                <c:pt idx="8066">
                  <c:v>6.0</c:v>
                </c:pt>
                <c:pt idx="8067">
                  <c:v>6.0</c:v>
                </c:pt>
                <c:pt idx="8068">
                  <c:v>6.0</c:v>
                </c:pt>
                <c:pt idx="8069">
                  <c:v>6.0</c:v>
                </c:pt>
                <c:pt idx="8070">
                  <c:v>6.0</c:v>
                </c:pt>
                <c:pt idx="8071">
                  <c:v>6.0</c:v>
                </c:pt>
                <c:pt idx="8072">
                  <c:v>6.0</c:v>
                </c:pt>
                <c:pt idx="8073">
                  <c:v>6.0</c:v>
                </c:pt>
                <c:pt idx="8074">
                  <c:v>6.0</c:v>
                </c:pt>
                <c:pt idx="8075">
                  <c:v>6.0</c:v>
                </c:pt>
                <c:pt idx="8076">
                  <c:v>6.0</c:v>
                </c:pt>
                <c:pt idx="8077">
                  <c:v>6.0</c:v>
                </c:pt>
                <c:pt idx="8078">
                  <c:v>6.0</c:v>
                </c:pt>
                <c:pt idx="8079">
                  <c:v>6.0</c:v>
                </c:pt>
                <c:pt idx="8080">
                  <c:v>6.0</c:v>
                </c:pt>
                <c:pt idx="8081">
                  <c:v>6.0</c:v>
                </c:pt>
                <c:pt idx="8082">
                  <c:v>6.0</c:v>
                </c:pt>
                <c:pt idx="8083">
                  <c:v>6.0</c:v>
                </c:pt>
                <c:pt idx="8084">
                  <c:v>6.0</c:v>
                </c:pt>
                <c:pt idx="8085">
                  <c:v>6.0</c:v>
                </c:pt>
                <c:pt idx="8086">
                  <c:v>6.0</c:v>
                </c:pt>
                <c:pt idx="8087">
                  <c:v>6.0</c:v>
                </c:pt>
                <c:pt idx="8088">
                  <c:v>6.0</c:v>
                </c:pt>
                <c:pt idx="8089">
                  <c:v>6.0</c:v>
                </c:pt>
                <c:pt idx="8090">
                  <c:v>6.0</c:v>
                </c:pt>
                <c:pt idx="8091">
                  <c:v>6.0</c:v>
                </c:pt>
                <c:pt idx="8092">
                  <c:v>6.0</c:v>
                </c:pt>
                <c:pt idx="8093">
                  <c:v>6.0</c:v>
                </c:pt>
                <c:pt idx="8094">
                  <c:v>6.0</c:v>
                </c:pt>
                <c:pt idx="8095">
                  <c:v>6.0</c:v>
                </c:pt>
                <c:pt idx="8096">
                  <c:v>6.0</c:v>
                </c:pt>
                <c:pt idx="8097">
                  <c:v>6.0</c:v>
                </c:pt>
                <c:pt idx="8098">
                  <c:v>6.0</c:v>
                </c:pt>
                <c:pt idx="8099">
                  <c:v>6.0</c:v>
                </c:pt>
                <c:pt idx="8100">
                  <c:v>6.0</c:v>
                </c:pt>
                <c:pt idx="8101">
                  <c:v>6.0</c:v>
                </c:pt>
                <c:pt idx="8102">
                  <c:v>6.0</c:v>
                </c:pt>
                <c:pt idx="8103">
                  <c:v>6.0</c:v>
                </c:pt>
                <c:pt idx="8104">
                  <c:v>6.0</c:v>
                </c:pt>
                <c:pt idx="8105">
                  <c:v>6.0</c:v>
                </c:pt>
                <c:pt idx="8106">
                  <c:v>6.0</c:v>
                </c:pt>
                <c:pt idx="8107">
                  <c:v>6.0</c:v>
                </c:pt>
                <c:pt idx="8108">
                  <c:v>6.0</c:v>
                </c:pt>
                <c:pt idx="8109">
                  <c:v>6.0</c:v>
                </c:pt>
                <c:pt idx="8110">
                  <c:v>6.0</c:v>
                </c:pt>
                <c:pt idx="8111">
                  <c:v>6.0</c:v>
                </c:pt>
                <c:pt idx="8112">
                  <c:v>6.0</c:v>
                </c:pt>
                <c:pt idx="8113">
                  <c:v>6.0</c:v>
                </c:pt>
                <c:pt idx="8114">
                  <c:v>6.0</c:v>
                </c:pt>
                <c:pt idx="8115">
                  <c:v>6.0</c:v>
                </c:pt>
                <c:pt idx="8116">
                  <c:v>6.0</c:v>
                </c:pt>
                <c:pt idx="8117">
                  <c:v>6.0</c:v>
                </c:pt>
                <c:pt idx="8118">
                  <c:v>6.0</c:v>
                </c:pt>
                <c:pt idx="8119">
                  <c:v>6.0</c:v>
                </c:pt>
                <c:pt idx="8120">
                  <c:v>6.0</c:v>
                </c:pt>
                <c:pt idx="8121">
                  <c:v>6.0</c:v>
                </c:pt>
                <c:pt idx="8122">
                  <c:v>6.0</c:v>
                </c:pt>
                <c:pt idx="8123">
                  <c:v>6.0</c:v>
                </c:pt>
                <c:pt idx="8124">
                  <c:v>6.0</c:v>
                </c:pt>
                <c:pt idx="8125">
                  <c:v>6.0</c:v>
                </c:pt>
                <c:pt idx="8126">
                  <c:v>6.0</c:v>
                </c:pt>
                <c:pt idx="8127">
                  <c:v>6.0</c:v>
                </c:pt>
                <c:pt idx="8128">
                  <c:v>6.0</c:v>
                </c:pt>
                <c:pt idx="8129">
                  <c:v>6.0</c:v>
                </c:pt>
                <c:pt idx="8130">
                  <c:v>6.0</c:v>
                </c:pt>
                <c:pt idx="8131">
                  <c:v>6.0</c:v>
                </c:pt>
                <c:pt idx="8132">
                  <c:v>6.0</c:v>
                </c:pt>
                <c:pt idx="8133">
                  <c:v>6.0</c:v>
                </c:pt>
                <c:pt idx="8134">
                  <c:v>6.0</c:v>
                </c:pt>
                <c:pt idx="8135">
                  <c:v>6.0</c:v>
                </c:pt>
                <c:pt idx="8136">
                  <c:v>6.0</c:v>
                </c:pt>
                <c:pt idx="8137">
                  <c:v>6.0</c:v>
                </c:pt>
                <c:pt idx="8138">
                  <c:v>6.0</c:v>
                </c:pt>
                <c:pt idx="8139">
                  <c:v>6.0</c:v>
                </c:pt>
                <c:pt idx="8140">
                  <c:v>6.0</c:v>
                </c:pt>
                <c:pt idx="8141">
                  <c:v>6.0</c:v>
                </c:pt>
                <c:pt idx="8142">
                  <c:v>6.0</c:v>
                </c:pt>
                <c:pt idx="8143">
                  <c:v>6.0</c:v>
                </c:pt>
                <c:pt idx="8144">
                  <c:v>6.0</c:v>
                </c:pt>
                <c:pt idx="8145">
                  <c:v>6.0</c:v>
                </c:pt>
                <c:pt idx="8146">
                  <c:v>6.0</c:v>
                </c:pt>
                <c:pt idx="8147">
                  <c:v>6.0</c:v>
                </c:pt>
                <c:pt idx="8148">
                  <c:v>6.0</c:v>
                </c:pt>
                <c:pt idx="8149">
                  <c:v>6.0</c:v>
                </c:pt>
                <c:pt idx="8150">
                  <c:v>6.0</c:v>
                </c:pt>
                <c:pt idx="8151">
                  <c:v>6.0</c:v>
                </c:pt>
                <c:pt idx="8152">
                  <c:v>6.0</c:v>
                </c:pt>
                <c:pt idx="8153">
                  <c:v>6.0</c:v>
                </c:pt>
                <c:pt idx="8154">
                  <c:v>6.0</c:v>
                </c:pt>
                <c:pt idx="8155">
                  <c:v>6.0</c:v>
                </c:pt>
                <c:pt idx="8156">
                  <c:v>6.0</c:v>
                </c:pt>
                <c:pt idx="8157">
                  <c:v>6.0</c:v>
                </c:pt>
                <c:pt idx="8158">
                  <c:v>6.0</c:v>
                </c:pt>
                <c:pt idx="8159">
                  <c:v>6.0</c:v>
                </c:pt>
                <c:pt idx="8160">
                  <c:v>6.0</c:v>
                </c:pt>
                <c:pt idx="8161">
                  <c:v>6.0</c:v>
                </c:pt>
                <c:pt idx="8162">
                  <c:v>6.0</c:v>
                </c:pt>
                <c:pt idx="8163">
                  <c:v>6.0</c:v>
                </c:pt>
                <c:pt idx="8164">
                  <c:v>6.0</c:v>
                </c:pt>
                <c:pt idx="8165">
                  <c:v>6.0</c:v>
                </c:pt>
                <c:pt idx="8166">
                  <c:v>6.0</c:v>
                </c:pt>
                <c:pt idx="8167">
                  <c:v>6.0</c:v>
                </c:pt>
                <c:pt idx="8168">
                  <c:v>6.0</c:v>
                </c:pt>
                <c:pt idx="8169">
                  <c:v>6.0</c:v>
                </c:pt>
                <c:pt idx="8170">
                  <c:v>6.0</c:v>
                </c:pt>
                <c:pt idx="8171">
                  <c:v>6.0</c:v>
                </c:pt>
                <c:pt idx="8172">
                  <c:v>6.0</c:v>
                </c:pt>
                <c:pt idx="8173">
                  <c:v>6.0</c:v>
                </c:pt>
                <c:pt idx="8174">
                  <c:v>6.0</c:v>
                </c:pt>
                <c:pt idx="8175">
                  <c:v>6.0</c:v>
                </c:pt>
                <c:pt idx="8176">
                  <c:v>6.0</c:v>
                </c:pt>
                <c:pt idx="8177">
                  <c:v>6.0</c:v>
                </c:pt>
                <c:pt idx="8178">
                  <c:v>6.0</c:v>
                </c:pt>
                <c:pt idx="8179">
                  <c:v>6.0</c:v>
                </c:pt>
                <c:pt idx="8180">
                  <c:v>6.0</c:v>
                </c:pt>
                <c:pt idx="8181">
                  <c:v>6.0</c:v>
                </c:pt>
                <c:pt idx="8182">
                  <c:v>6.0</c:v>
                </c:pt>
                <c:pt idx="8183">
                  <c:v>6.0</c:v>
                </c:pt>
                <c:pt idx="8184">
                  <c:v>6.0</c:v>
                </c:pt>
                <c:pt idx="8185">
                  <c:v>6.0</c:v>
                </c:pt>
                <c:pt idx="8186">
                  <c:v>6.0</c:v>
                </c:pt>
                <c:pt idx="8187">
                  <c:v>6.0</c:v>
                </c:pt>
                <c:pt idx="8188">
                  <c:v>6.0</c:v>
                </c:pt>
                <c:pt idx="8189">
                  <c:v>6.0</c:v>
                </c:pt>
                <c:pt idx="8190">
                  <c:v>6.0</c:v>
                </c:pt>
                <c:pt idx="8191">
                  <c:v>6.0</c:v>
                </c:pt>
                <c:pt idx="8192">
                  <c:v>6.0</c:v>
                </c:pt>
                <c:pt idx="8193">
                  <c:v>6.0</c:v>
                </c:pt>
                <c:pt idx="8194">
                  <c:v>6.0</c:v>
                </c:pt>
                <c:pt idx="8195">
                  <c:v>6.0</c:v>
                </c:pt>
                <c:pt idx="8196">
                  <c:v>6.0</c:v>
                </c:pt>
                <c:pt idx="8197">
                  <c:v>6.0</c:v>
                </c:pt>
                <c:pt idx="8198">
                  <c:v>6.0</c:v>
                </c:pt>
                <c:pt idx="8199">
                  <c:v>6.0</c:v>
                </c:pt>
                <c:pt idx="8200">
                  <c:v>6.0</c:v>
                </c:pt>
                <c:pt idx="8201">
                  <c:v>6.0</c:v>
                </c:pt>
                <c:pt idx="8202">
                  <c:v>6.0</c:v>
                </c:pt>
                <c:pt idx="8203">
                  <c:v>6.0</c:v>
                </c:pt>
                <c:pt idx="8204">
                  <c:v>6.0</c:v>
                </c:pt>
                <c:pt idx="8205">
                  <c:v>6.0</c:v>
                </c:pt>
                <c:pt idx="8206">
                  <c:v>6.0</c:v>
                </c:pt>
                <c:pt idx="8207">
                  <c:v>6.0</c:v>
                </c:pt>
                <c:pt idx="8208">
                  <c:v>6.0</c:v>
                </c:pt>
                <c:pt idx="8209">
                  <c:v>6.0</c:v>
                </c:pt>
                <c:pt idx="8210">
                  <c:v>6.0</c:v>
                </c:pt>
                <c:pt idx="8211">
                  <c:v>6.0</c:v>
                </c:pt>
                <c:pt idx="8212">
                  <c:v>6.0</c:v>
                </c:pt>
                <c:pt idx="8213">
                  <c:v>6.0</c:v>
                </c:pt>
                <c:pt idx="8214">
                  <c:v>6.0</c:v>
                </c:pt>
                <c:pt idx="8215">
                  <c:v>6.0</c:v>
                </c:pt>
                <c:pt idx="8216">
                  <c:v>6.0</c:v>
                </c:pt>
                <c:pt idx="8217">
                  <c:v>6.0</c:v>
                </c:pt>
                <c:pt idx="8218">
                  <c:v>6.0</c:v>
                </c:pt>
                <c:pt idx="8219">
                  <c:v>6.0</c:v>
                </c:pt>
                <c:pt idx="8220">
                  <c:v>6.0</c:v>
                </c:pt>
                <c:pt idx="8221">
                  <c:v>6.0</c:v>
                </c:pt>
                <c:pt idx="8222">
                  <c:v>6.0</c:v>
                </c:pt>
                <c:pt idx="8223">
                  <c:v>6.0</c:v>
                </c:pt>
                <c:pt idx="8224">
                  <c:v>6.0</c:v>
                </c:pt>
                <c:pt idx="8225">
                  <c:v>6.0</c:v>
                </c:pt>
                <c:pt idx="8226">
                  <c:v>6.0</c:v>
                </c:pt>
                <c:pt idx="8227">
                  <c:v>6.0</c:v>
                </c:pt>
                <c:pt idx="8228">
                  <c:v>6.0</c:v>
                </c:pt>
                <c:pt idx="8229">
                  <c:v>6.0</c:v>
                </c:pt>
                <c:pt idx="8230">
                  <c:v>6.0</c:v>
                </c:pt>
                <c:pt idx="8231">
                  <c:v>6.0</c:v>
                </c:pt>
                <c:pt idx="8232">
                  <c:v>6.0</c:v>
                </c:pt>
                <c:pt idx="8233">
                  <c:v>6.0</c:v>
                </c:pt>
                <c:pt idx="8234">
                  <c:v>6.0</c:v>
                </c:pt>
                <c:pt idx="8235">
                  <c:v>6.0</c:v>
                </c:pt>
                <c:pt idx="8236">
                  <c:v>6.0</c:v>
                </c:pt>
                <c:pt idx="8237">
                  <c:v>6.0</c:v>
                </c:pt>
                <c:pt idx="8238">
                  <c:v>6.0</c:v>
                </c:pt>
                <c:pt idx="8239">
                  <c:v>6.0</c:v>
                </c:pt>
                <c:pt idx="8240">
                  <c:v>6.0</c:v>
                </c:pt>
                <c:pt idx="8241">
                  <c:v>6.0</c:v>
                </c:pt>
                <c:pt idx="8242">
                  <c:v>6.0</c:v>
                </c:pt>
                <c:pt idx="8243">
                  <c:v>6.0</c:v>
                </c:pt>
                <c:pt idx="8244">
                  <c:v>6.0</c:v>
                </c:pt>
                <c:pt idx="8245">
                  <c:v>6.0</c:v>
                </c:pt>
                <c:pt idx="8246">
                  <c:v>6.0</c:v>
                </c:pt>
                <c:pt idx="8247">
                  <c:v>6.0</c:v>
                </c:pt>
                <c:pt idx="8248">
                  <c:v>6.0</c:v>
                </c:pt>
                <c:pt idx="8249">
                  <c:v>6.0</c:v>
                </c:pt>
                <c:pt idx="8250">
                  <c:v>6.0</c:v>
                </c:pt>
                <c:pt idx="8251">
                  <c:v>6.0</c:v>
                </c:pt>
                <c:pt idx="8252">
                  <c:v>6.0</c:v>
                </c:pt>
                <c:pt idx="8253">
                  <c:v>6.0</c:v>
                </c:pt>
                <c:pt idx="8254">
                  <c:v>6.0</c:v>
                </c:pt>
                <c:pt idx="8255">
                  <c:v>6.0</c:v>
                </c:pt>
                <c:pt idx="8256">
                  <c:v>6.0</c:v>
                </c:pt>
                <c:pt idx="8257">
                  <c:v>6.0</c:v>
                </c:pt>
                <c:pt idx="8258">
                  <c:v>6.0</c:v>
                </c:pt>
                <c:pt idx="8259">
                  <c:v>6.0</c:v>
                </c:pt>
                <c:pt idx="8260">
                  <c:v>6.0</c:v>
                </c:pt>
                <c:pt idx="8261">
                  <c:v>6.0</c:v>
                </c:pt>
                <c:pt idx="8262">
                  <c:v>6.0</c:v>
                </c:pt>
                <c:pt idx="8263">
                  <c:v>6.0</c:v>
                </c:pt>
                <c:pt idx="8264">
                  <c:v>6.0</c:v>
                </c:pt>
                <c:pt idx="8265">
                  <c:v>6.0</c:v>
                </c:pt>
                <c:pt idx="8266">
                  <c:v>6.0</c:v>
                </c:pt>
                <c:pt idx="8267">
                  <c:v>6.0</c:v>
                </c:pt>
                <c:pt idx="8268">
                  <c:v>6.0</c:v>
                </c:pt>
                <c:pt idx="8269">
                  <c:v>6.0</c:v>
                </c:pt>
                <c:pt idx="8270">
                  <c:v>6.0</c:v>
                </c:pt>
                <c:pt idx="8271">
                  <c:v>6.0</c:v>
                </c:pt>
                <c:pt idx="8272">
                  <c:v>6.0</c:v>
                </c:pt>
                <c:pt idx="8273">
                  <c:v>6.0</c:v>
                </c:pt>
                <c:pt idx="8274">
                  <c:v>6.0</c:v>
                </c:pt>
                <c:pt idx="8275">
                  <c:v>6.0</c:v>
                </c:pt>
                <c:pt idx="8276">
                  <c:v>6.0</c:v>
                </c:pt>
                <c:pt idx="8277">
                  <c:v>6.0</c:v>
                </c:pt>
                <c:pt idx="8278">
                  <c:v>6.0</c:v>
                </c:pt>
                <c:pt idx="8279">
                  <c:v>6.0</c:v>
                </c:pt>
                <c:pt idx="8280">
                  <c:v>6.0</c:v>
                </c:pt>
                <c:pt idx="8281">
                  <c:v>6.0</c:v>
                </c:pt>
                <c:pt idx="8282">
                  <c:v>6.0</c:v>
                </c:pt>
                <c:pt idx="8283">
                  <c:v>6.0</c:v>
                </c:pt>
                <c:pt idx="8284">
                  <c:v>6.0</c:v>
                </c:pt>
                <c:pt idx="8285">
                  <c:v>6.0</c:v>
                </c:pt>
                <c:pt idx="8286">
                  <c:v>6.0</c:v>
                </c:pt>
                <c:pt idx="8287">
                  <c:v>6.0</c:v>
                </c:pt>
                <c:pt idx="8288">
                  <c:v>6.0</c:v>
                </c:pt>
                <c:pt idx="8289">
                  <c:v>6.0</c:v>
                </c:pt>
                <c:pt idx="8290">
                  <c:v>6.0</c:v>
                </c:pt>
                <c:pt idx="8291">
                  <c:v>6.0</c:v>
                </c:pt>
                <c:pt idx="8292">
                  <c:v>6.0</c:v>
                </c:pt>
                <c:pt idx="8293">
                  <c:v>6.0</c:v>
                </c:pt>
                <c:pt idx="8294">
                  <c:v>6.0</c:v>
                </c:pt>
                <c:pt idx="8295">
                  <c:v>6.0</c:v>
                </c:pt>
                <c:pt idx="8296">
                  <c:v>6.0</c:v>
                </c:pt>
                <c:pt idx="8297">
                  <c:v>6.0</c:v>
                </c:pt>
                <c:pt idx="8298">
                  <c:v>6.0</c:v>
                </c:pt>
                <c:pt idx="8299">
                  <c:v>6.0</c:v>
                </c:pt>
                <c:pt idx="8300">
                  <c:v>6.0</c:v>
                </c:pt>
                <c:pt idx="8301">
                  <c:v>6.0</c:v>
                </c:pt>
                <c:pt idx="8302">
                  <c:v>6.0</c:v>
                </c:pt>
                <c:pt idx="8303">
                  <c:v>6.0</c:v>
                </c:pt>
                <c:pt idx="8304">
                  <c:v>6.0</c:v>
                </c:pt>
                <c:pt idx="8305">
                  <c:v>6.0</c:v>
                </c:pt>
                <c:pt idx="8306">
                  <c:v>6.0</c:v>
                </c:pt>
                <c:pt idx="8307">
                  <c:v>6.0</c:v>
                </c:pt>
                <c:pt idx="8308">
                  <c:v>6.0</c:v>
                </c:pt>
                <c:pt idx="8309">
                  <c:v>6.0</c:v>
                </c:pt>
                <c:pt idx="8310">
                  <c:v>6.0</c:v>
                </c:pt>
                <c:pt idx="8311">
                  <c:v>6.0</c:v>
                </c:pt>
                <c:pt idx="8312">
                  <c:v>6.0</c:v>
                </c:pt>
                <c:pt idx="8313">
                  <c:v>6.0</c:v>
                </c:pt>
                <c:pt idx="8314">
                  <c:v>6.0</c:v>
                </c:pt>
                <c:pt idx="8315">
                  <c:v>6.0</c:v>
                </c:pt>
                <c:pt idx="8316">
                  <c:v>6.0</c:v>
                </c:pt>
                <c:pt idx="8317">
                  <c:v>6.0</c:v>
                </c:pt>
                <c:pt idx="8318">
                  <c:v>6.0</c:v>
                </c:pt>
                <c:pt idx="8319">
                  <c:v>6.0</c:v>
                </c:pt>
                <c:pt idx="8320">
                  <c:v>6.0</c:v>
                </c:pt>
                <c:pt idx="8321">
                  <c:v>6.0</c:v>
                </c:pt>
                <c:pt idx="8322">
                  <c:v>6.0</c:v>
                </c:pt>
                <c:pt idx="8323">
                  <c:v>6.0</c:v>
                </c:pt>
                <c:pt idx="8324">
                  <c:v>6.0</c:v>
                </c:pt>
                <c:pt idx="8325">
                  <c:v>6.0</c:v>
                </c:pt>
                <c:pt idx="8326">
                  <c:v>6.0</c:v>
                </c:pt>
                <c:pt idx="8327">
                  <c:v>6.0</c:v>
                </c:pt>
                <c:pt idx="8328">
                  <c:v>6.0</c:v>
                </c:pt>
                <c:pt idx="8329">
                  <c:v>6.0</c:v>
                </c:pt>
                <c:pt idx="8330">
                  <c:v>6.0</c:v>
                </c:pt>
                <c:pt idx="8331">
                  <c:v>6.0</c:v>
                </c:pt>
                <c:pt idx="8332">
                  <c:v>6.0</c:v>
                </c:pt>
                <c:pt idx="8333">
                  <c:v>6.0</c:v>
                </c:pt>
                <c:pt idx="8334">
                  <c:v>6.0</c:v>
                </c:pt>
                <c:pt idx="8335">
                  <c:v>6.0</c:v>
                </c:pt>
                <c:pt idx="8336">
                  <c:v>6.0</c:v>
                </c:pt>
                <c:pt idx="8337">
                  <c:v>6.0</c:v>
                </c:pt>
                <c:pt idx="8338">
                  <c:v>6.0</c:v>
                </c:pt>
                <c:pt idx="8339">
                  <c:v>6.0</c:v>
                </c:pt>
                <c:pt idx="8340">
                  <c:v>6.0</c:v>
                </c:pt>
                <c:pt idx="8341">
                  <c:v>6.0</c:v>
                </c:pt>
                <c:pt idx="8342">
                  <c:v>6.0</c:v>
                </c:pt>
                <c:pt idx="8343">
                  <c:v>6.0</c:v>
                </c:pt>
                <c:pt idx="8344">
                  <c:v>6.0</c:v>
                </c:pt>
                <c:pt idx="8345">
                  <c:v>6.0</c:v>
                </c:pt>
                <c:pt idx="8346">
                  <c:v>6.0</c:v>
                </c:pt>
                <c:pt idx="8347">
                  <c:v>6.0</c:v>
                </c:pt>
                <c:pt idx="8348">
                  <c:v>6.0</c:v>
                </c:pt>
                <c:pt idx="8349">
                  <c:v>6.0</c:v>
                </c:pt>
                <c:pt idx="8350">
                  <c:v>6.0</c:v>
                </c:pt>
                <c:pt idx="8351">
                  <c:v>6.0</c:v>
                </c:pt>
                <c:pt idx="8352">
                  <c:v>6.0</c:v>
                </c:pt>
                <c:pt idx="8353">
                  <c:v>6.0</c:v>
                </c:pt>
                <c:pt idx="8354">
                  <c:v>6.0</c:v>
                </c:pt>
                <c:pt idx="8355">
                  <c:v>6.0</c:v>
                </c:pt>
                <c:pt idx="8356">
                  <c:v>6.0</c:v>
                </c:pt>
                <c:pt idx="8357">
                  <c:v>6.0</c:v>
                </c:pt>
                <c:pt idx="8358">
                  <c:v>6.0</c:v>
                </c:pt>
                <c:pt idx="8359">
                  <c:v>6.0</c:v>
                </c:pt>
                <c:pt idx="8360">
                  <c:v>6.0</c:v>
                </c:pt>
                <c:pt idx="8361">
                  <c:v>6.0</c:v>
                </c:pt>
                <c:pt idx="8362">
                  <c:v>6.0</c:v>
                </c:pt>
                <c:pt idx="8363">
                  <c:v>6.0</c:v>
                </c:pt>
                <c:pt idx="8364">
                  <c:v>6.0</c:v>
                </c:pt>
                <c:pt idx="8365">
                  <c:v>6.0</c:v>
                </c:pt>
                <c:pt idx="8366">
                  <c:v>6.0</c:v>
                </c:pt>
                <c:pt idx="8367">
                  <c:v>6.0</c:v>
                </c:pt>
                <c:pt idx="8368">
                  <c:v>6.0</c:v>
                </c:pt>
                <c:pt idx="8369">
                  <c:v>6.0</c:v>
                </c:pt>
                <c:pt idx="8370">
                  <c:v>6.0</c:v>
                </c:pt>
                <c:pt idx="8371">
                  <c:v>6.0</c:v>
                </c:pt>
                <c:pt idx="8372">
                  <c:v>6.0</c:v>
                </c:pt>
                <c:pt idx="8373">
                  <c:v>6.0</c:v>
                </c:pt>
                <c:pt idx="8374">
                  <c:v>6.0</c:v>
                </c:pt>
                <c:pt idx="8375">
                  <c:v>6.0</c:v>
                </c:pt>
                <c:pt idx="8376">
                  <c:v>6.0</c:v>
                </c:pt>
                <c:pt idx="8377">
                  <c:v>6.0</c:v>
                </c:pt>
                <c:pt idx="8378">
                  <c:v>6.0</c:v>
                </c:pt>
                <c:pt idx="8379">
                  <c:v>6.0</c:v>
                </c:pt>
                <c:pt idx="8380">
                  <c:v>6.0</c:v>
                </c:pt>
                <c:pt idx="8381">
                  <c:v>6.0</c:v>
                </c:pt>
                <c:pt idx="8382">
                  <c:v>6.0</c:v>
                </c:pt>
                <c:pt idx="8383">
                  <c:v>6.0</c:v>
                </c:pt>
                <c:pt idx="8384">
                  <c:v>6.0</c:v>
                </c:pt>
                <c:pt idx="8385">
                  <c:v>6.0</c:v>
                </c:pt>
                <c:pt idx="8386">
                  <c:v>6.0</c:v>
                </c:pt>
                <c:pt idx="8387">
                  <c:v>6.0</c:v>
                </c:pt>
                <c:pt idx="8388">
                  <c:v>6.0</c:v>
                </c:pt>
                <c:pt idx="8389">
                  <c:v>6.0</c:v>
                </c:pt>
                <c:pt idx="8390">
                  <c:v>6.0</c:v>
                </c:pt>
                <c:pt idx="8391">
                  <c:v>6.0</c:v>
                </c:pt>
                <c:pt idx="8392">
                  <c:v>6.0</c:v>
                </c:pt>
                <c:pt idx="8393">
                  <c:v>6.0</c:v>
                </c:pt>
                <c:pt idx="8394">
                  <c:v>6.0</c:v>
                </c:pt>
                <c:pt idx="8395">
                  <c:v>6.0</c:v>
                </c:pt>
                <c:pt idx="8396">
                  <c:v>6.0</c:v>
                </c:pt>
                <c:pt idx="8397">
                  <c:v>6.0</c:v>
                </c:pt>
                <c:pt idx="8398">
                  <c:v>6.0</c:v>
                </c:pt>
                <c:pt idx="8399">
                  <c:v>6.0</c:v>
                </c:pt>
                <c:pt idx="8400">
                  <c:v>6.0</c:v>
                </c:pt>
                <c:pt idx="8401">
                  <c:v>6.0</c:v>
                </c:pt>
                <c:pt idx="8402">
                  <c:v>6.0</c:v>
                </c:pt>
                <c:pt idx="8403">
                  <c:v>6.0</c:v>
                </c:pt>
                <c:pt idx="8404">
                  <c:v>6.0</c:v>
                </c:pt>
                <c:pt idx="8405">
                  <c:v>6.0</c:v>
                </c:pt>
                <c:pt idx="8406">
                  <c:v>6.0</c:v>
                </c:pt>
                <c:pt idx="8407">
                  <c:v>6.0</c:v>
                </c:pt>
                <c:pt idx="8408">
                  <c:v>6.0</c:v>
                </c:pt>
                <c:pt idx="8409">
                  <c:v>6.0</c:v>
                </c:pt>
                <c:pt idx="8410">
                  <c:v>6.0</c:v>
                </c:pt>
                <c:pt idx="8411">
                  <c:v>6.0</c:v>
                </c:pt>
                <c:pt idx="8412">
                  <c:v>6.0</c:v>
                </c:pt>
                <c:pt idx="8413">
                  <c:v>6.0</c:v>
                </c:pt>
                <c:pt idx="8414">
                  <c:v>6.0</c:v>
                </c:pt>
                <c:pt idx="8415">
                  <c:v>6.0</c:v>
                </c:pt>
                <c:pt idx="8416">
                  <c:v>6.0</c:v>
                </c:pt>
                <c:pt idx="8417">
                  <c:v>6.0</c:v>
                </c:pt>
                <c:pt idx="8418">
                  <c:v>6.0</c:v>
                </c:pt>
                <c:pt idx="8419">
                  <c:v>6.0</c:v>
                </c:pt>
                <c:pt idx="8420">
                  <c:v>6.0</c:v>
                </c:pt>
                <c:pt idx="8421">
                  <c:v>6.0</c:v>
                </c:pt>
                <c:pt idx="8422">
                  <c:v>6.0</c:v>
                </c:pt>
                <c:pt idx="8423">
                  <c:v>6.0</c:v>
                </c:pt>
                <c:pt idx="8424">
                  <c:v>6.0</c:v>
                </c:pt>
                <c:pt idx="8425">
                  <c:v>6.0</c:v>
                </c:pt>
                <c:pt idx="8426">
                  <c:v>6.0</c:v>
                </c:pt>
                <c:pt idx="8427">
                  <c:v>6.0</c:v>
                </c:pt>
                <c:pt idx="8428">
                  <c:v>6.0</c:v>
                </c:pt>
                <c:pt idx="8429">
                  <c:v>6.0</c:v>
                </c:pt>
                <c:pt idx="8430">
                  <c:v>6.0</c:v>
                </c:pt>
                <c:pt idx="8431">
                  <c:v>6.0</c:v>
                </c:pt>
                <c:pt idx="8432">
                  <c:v>6.0</c:v>
                </c:pt>
                <c:pt idx="8433">
                  <c:v>6.0</c:v>
                </c:pt>
                <c:pt idx="8434">
                  <c:v>6.0</c:v>
                </c:pt>
                <c:pt idx="8435">
                  <c:v>6.0</c:v>
                </c:pt>
                <c:pt idx="8436">
                  <c:v>6.0</c:v>
                </c:pt>
                <c:pt idx="8437">
                  <c:v>6.0</c:v>
                </c:pt>
                <c:pt idx="8438">
                  <c:v>6.0</c:v>
                </c:pt>
                <c:pt idx="8439">
                  <c:v>6.0</c:v>
                </c:pt>
                <c:pt idx="8440">
                  <c:v>6.0</c:v>
                </c:pt>
                <c:pt idx="8441">
                  <c:v>6.0</c:v>
                </c:pt>
                <c:pt idx="8442">
                  <c:v>6.0</c:v>
                </c:pt>
                <c:pt idx="8443">
                  <c:v>6.0</c:v>
                </c:pt>
                <c:pt idx="8444">
                  <c:v>6.0</c:v>
                </c:pt>
                <c:pt idx="8445">
                  <c:v>6.0</c:v>
                </c:pt>
                <c:pt idx="8446">
                  <c:v>6.0</c:v>
                </c:pt>
                <c:pt idx="8447">
                  <c:v>6.0</c:v>
                </c:pt>
                <c:pt idx="8448">
                  <c:v>6.0</c:v>
                </c:pt>
                <c:pt idx="8449">
                  <c:v>6.0</c:v>
                </c:pt>
                <c:pt idx="8450">
                  <c:v>6.0</c:v>
                </c:pt>
                <c:pt idx="8451">
                  <c:v>6.0</c:v>
                </c:pt>
                <c:pt idx="8452">
                  <c:v>6.0</c:v>
                </c:pt>
                <c:pt idx="8453">
                  <c:v>6.0</c:v>
                </c:pt>
                <c:pt idx="8454">
                  <c:v>6.0</c:v>
                </c:pt>
                <c:pt idx="8455">
                  <c:v>6.0</c:v>
                </c:pt>
                <c:pt idx="8456">
                  <c:v>6.0</c:v>
                </c:pt>
                <c:pt idx="8457">
                  <c:v>6.0</c:v>
                </c:pt>
                <c:pt idx="8458">
                  <c:v>6.0</c:v>
                </c:pt>
                <c:pt idx="8459">
                  <c:v>6.0</c:v>
                </c:pt>
                <c:pt idx="8460">
                  <c:v>6.0</c:v>
                </c:pt>
                <c:pt idx="8461">
                  <c:v>6.0</c:v>
                </c:pt>
                <c:pt idx="8462">
                  <c:v>6.0</c:v>
                </c:pt>
                <c:pt idx="8463">
                  <c:v>6.0</c:v>
                </c:pt>
                <c:pt idx="8464">
                  <c:v>6.0</c:v>
                </c:pt>
                <c:pt idx="8465">
                  <c:v>6.0</c:v>
                </c:pt>
                <c:pt idx="8466">
                  <c:v>6.0</c:v>
                </c:pt>
                <c:pt idx="8467">
                  <c:v>6.0</c:v>
                </c:pt>
                <c:pt idx="8468">
                  <c:v>6.0</c:v>
                </c:pt>
                <c:pt idx="8469">
                  <c:v>6.0</c:v>
                </c:pt>
                <c:pt idx="8470">
                  <c:v>6.0</c:v>
                </c:pt>
                <c:pt idx="8471">
                  <c:v>6.0</c:v>
                </c:pt>
                <c:pt idx="8472">
                  <c:v>6.0</c:v>
                </c:pt>
                <c:pt idx="8473">
                  <c:v>6.0</c:v>
                </c:pt>
                <c:pt idx="8474">
                  <c:v>6.0</c:v>
                </c:pt>
                <c:pt idx="8475">
                  <c:v>6.0</c:v>
                </c:pt>
                <c:pt idx="8476">
                  <c:v>6.0</c:v>
                </c:pt>
                <c:pt idx="8477">
                  <c:v>6.0</c:v>
                </c:pt>
                <c:pt idx="8478">
                  <c:v>6.0</c:v>
                </c:pt>
                <c:pt idx="8479">
                  <c:v>6.0</c:v>
                </c:pt>
                <c:pt idx="8480">
                  <c:v>6.0</c:v>
                </c:pt>
                <c:pt idx="8481">
                  <c:v>6.0</c:v>
                </c:pt>
                <c:pt idx="8482">
                  <c:v>6.0</c:v>
                </c:pt>
                <c:pt idx="8483">
                  <c:v>6.0</c:v>
                </c:pt>
                <c:pt idx="8484">
                  <c:v>6.0</c:v>
                </c:pt>
                <c:pt idx="8485">
                  <c:v>6.0</c:v>
                </c:pt>
                <c:pt idx="8486">
                  <c:v>6.0</c:v>
                </c:pt>
                <c:pt idx="8487">
                  <c:v>6.0</c:v>
                </c:pt>
                <c:pt idx="8488">
                  <c:v>6.0</c:v>
                </c:pt>
                <c:pt idx="8489">
                  <c:v>6.0</c:v>
                </c:pt>
                <c:pt idx="8490">
                  <c:v>6.0</c:v>
                </c:pt>
                <c:pt idx="8491">
                  <c:v>6.0</c:v>
                </c:pt>
                <c:pt idx="8492">
                  <c:v>6.0</c:v>
                </c:pt>
                <c:pt idx="8493">
                  <c:v>6.0</c:v>
                </c:pt>
                <c:pt idx="8494">
                  <c:v>6.0</c:v>
                </c:pt>
                <c:pt idx="8495">
                  <c:v>6.0</c:v>
                </c:pt>
                <c:pt idx="8496">
                  <c:v>6.0</c:v>
                </c:pt>
                <c:pt idx="8497">
                  <c:v>6.0</c:v>
                </c:pt>
                <c:pt idx="8498">
                  <c:v>6.0</c:v>
                </c:pt>
                <c:pt idx="8499">
                  <c:v>6.0</c:v>
                </c:pt>
                <c:pt idx="8500">
                  <c:v>6.0</c:v>
                </c:pt>
                <c:pt idx="8501">
                  <c:v>6.0</c:v>
                </c:pt>
                <c:pt idx="8502">
                  <c:v>6.0</c:v>
                </c:pt>
                <c:pt idx="8503">
                  <c:v>6.0</c:v>
                </c:pt>
                <c:pt idx="8504">
                  <c:v>6.0</c:v>
                </c:pt>
                <c:pt idx="8505">
                  <c:v>6.0</c:v>
                </c:pt>
                <c:pt idx="8506">
                  <c:v>6.0</c:v>
                </c:pt>
                <c:pt idx="8507">
                  <c:v>6.0</c:v>
                </c:pt>
                <c:pt idx="8508">
                  <c:v>6.0</c:v>
                </c:pt>
                <c:pt idx="8509">
                  <c:v>6.0</c:v>
                </c:pt>
                <c:pt idx="8510">
                  <c:v>6.0</c:v>
                </c:pt>
                <c:pt idx="8511">
                  <c:v>6.0</c:v>
                </c:pt>
                <c:pt idx="8512">
                  <c:v>6.0</c:v>
                </c:pt>
                <c:pt idx="8513">
                  <c:v>6.0</c:v>
                </c:pt>
                <c:pt idx="8514">
                  <c:v>6.0</c:v>
                </c:pt>
                <c:pt idx="8515">
                  <c:v>6.0</c:v>
                </c:pt>
                <c:pt idx="8516">
                  <c:v>6.0</c:v>
                </c:pt>
                <c:pt idx="8517">
                  <c:v>6.0</c:v>
                </c:pt>
                <c:pt idx="8518">
                  <c:v>6.0</c:v>
                </c:pt>
                <c:pt idx="8519">
                  <c:v>6.0</c:v>
                </c:pt>
                <c:pt idx="8520">
                  <c:v>6.0</c:v>
                </c:pt>
                <c:pt idx="8521">
                  <c:v>6.0</c:v>
                </c:pt>
                <c:pt idx="8522">
                  <c:v>6.0</c:v>
                </c:pt>
                <c:pt idx="8523">
                  <c:v>6.0</c:v>
                </c:pt>
                <c:pt idx="8524">
                  <c:v>6.0</c:v>
                </c:pt>
                <c:pt idx="8525">
                  <c:v>6.0</c:v>
                </c:pt>
                <c:pt idx="8526">
                  <c:v>6.0</c:v>
                </c:pt>
                <c:pt idx="8527">
                  <c:v>6.0</c:v>
                </c:pt>
                <c:pt idx="8528">
                  <c:v>6.0</c:v>
                </c:pt>
                <c:pt idx="8529">
                  <c:v>6.0</c:v>
                </c:pt>
                <c:pt idx="8530">
                  <c:v>6.0</c:v>
                </c:pt>
                <c:pt idx="8531">
                  <c:v>6.0</c:v>
                </c:pt>
                <c:pt idx="8532">
                  <c:v>6.0</c:v>
                </c:pt>
                <c:pt idx="8533">
                  <c:v>6.0</c:v>
                </c:pt>
                <c:pt idx="8534">
                  <c:v>6.0</c:v>
                </c:pt>
                <c:pt idx="8535">
                  <c:v>6.0</c:v>
                </c:pt>
                <c:pt idx="8536">
                  <c:v>6.0</c:v>
                </c:pt>
                <c:pt idx="8537">
                  <c:v>6.0</c:v>
                </c:pt>
                <c:pt idx="8538">
                  <c:v>6.0</c:v>
                </c:pt>
                <c:pt idx="8539">
                  <c:v>6.0</c:v>
                </c:pt>
                <c:pt idx="8540">
                  <c:v>6.0</c:v>
                </c:pt>
                <c:pt idx="8541">
                  <c:v>6.0</c:v>
                </c:pt>
                <c:pt idx="8542">
                  <c:v>6.0</c:v>
                </c:pt>
                <c:pt idx="8543">
                  <c:v>6.0</c:v>
                </c:pt>
                <c:pt idx="8544">
                  <c:v>6.0</c:v>
                </c:pt>
                <c:pt idx="8545">
                  <c:v>6.0</c:v>
                </c:pt>
                <c:pt idx="8546">
                  <c:v>6.0</c:v>
                </c:pt>
                <c:pt idx="8547">
                  <c:v>6.0</c:v>
                </c:pt>
                <c:pt idx="8548">
                  <c:v>6.0</c:v>
                </c:pt>
                <c:pt idx="8549">
                  <c:v>6.0</c:v>
                </c:pt>
                <c:pt idx="8550">
                  <c:v>6.0</c:v>
                </c:pt>
                <c:pt idx="8551">
                  <c:v>6.0</c:v>
                </c:pt>
                <c:pt idx="8552">
                  <c:v>6.0</c:v>
                </c:pt>
                <c:pt idx="8553">
                  <c:v>6.0</c:v>
                </c:pt>
                <c:pt idx="8554">
                  <c:v>6.0</c:v>
                </c:pt>
                <c:pt idx="8555">
                  <c:v>6.0</c:v>
                </c:pt>
                <c:pt idx="8556">
                  <c:v>6.0</c:v>
                </c:pt>
                <c:pt idx="8557">
                  <c:v>6.0</c:v>
                </c:pt>
                <c:pt idx="8558">
                  <c:v>6.0</c:v>
                </c:pt>
                <c:pt idx="8559">
                  <c:v>6.0</c:v>
                </c:pt>
                <c:pt idx="8560">
                  <c:v>6.0</c:v>
                </c:pt>
                <c:pt idx="8561">
                  <c:v>6.0</c:v>
                </c:pt>
                <c:pt idx="8562">
                  <c:v>6.0</c:v>
                </c:pt>
                <c:pt idx="8563">
                  <c:v>6.0</c:v>
                </c:pt>
                <c:pt idx="8564">
                  <c:v>6.0</c:v>
                </c:pt>
                <c:pt idx="8565">
                  <c:v>6.0</c:v>
                </c:pt>
                <c:pt idx="8566">
                  <c:v>6.0</c:v>
                </c:pt>
                <c:pt idx="8567">
                  <c:v>6.0</c:v>
                </c:pt>
                <c:pt idx="8568">
                  <c:v>6.0</c:v>
                </c:pt>
                <c:pt idx="8569">
                  <c:v>6.0</c:v>
                </c:pt>
                <c:pt idx="8570">
                  <c:v>6.0</c:v>
                </c:pt>
                <c:pt idx="8571">
                  <c:v>6.0</c:v>
                </c:pt>
                <c:pt idx="8572">
                  <c:v>6.0</c:v>
                </c:pt>
                <c:pt idx="8573">
                  <c:v>6.0</c:v>
                </c:pt>
                <c:pt idx="8574">
                  <c:v>6.0</c:v>
                </c:pt>
                <c:pt idx="8575">
                  <c:v>6.0</c:v>
                </c:pt>
                <c:pt idx="8576">
                  <c:v>6.0</c:v>
                </c:pt>
                <c:pt idx="8577">
                  <c:v>6.0</c:v>
                </c:pt>
                <c:pt idx="8578">
                  <c:v>6.0</c:v>
                </c:pt>
                <c:pt idx="8579">
                  <c:v>6.0</c:v>
                </c:pt>
                <c:pt idx="8580">
                  <c:v>6.0</c:v>
                </c:pt>
                <c:pt idx="8581">
                  <c:v>6.0</c:v>
                </c:pt>
                <c:pt idx="8582">
                  <c:v>6.0</c:v>
                </c:pt>
                <c:pt idx="8583">
                  <c:v>6.0</c:v>
                </c:pt>
                <c:pt idx="8584">
                  <c:v>6.0</c:v>
                </c:pt>
                <c:pt idx="8585">
                  <c:v>6.0</c:v>
                </c:pt>
                <c:pt idx="8586">
                  <c:v>6.0</c:v>
                </c:pt>
                <c:pt idx="8587">
                  <c:v>6.0</c:v>
                </c:pt>
                <c:pt idx="8588">
                  <c:v>6.0</c:v>
                </c:pt>
                <c:pt idx="8589">
                  <c:v>6.0</c:v>
                </c:pt>
                <c:pt idx="8590">
                  <c:v>6.0</c:v>
                </c:pt>
                <c:pt idx="8591">
                  <c:v>6.0</c:v>
                </c:pt>
                <c:pt idx="8592">
                  <c:v>6.0</c:v>
                </c:pt>
                <c:pt idx="8593">
                  <c:v>6.0</c:v>
                </c:pt>
                <c:pt idx="8594">
                  <c:v>6.0</c:v>
                </c:pt>
                <c:pt idx="8595">
                  <c:v>6.0</c:v>
                </c:pt>
                <c:pt idx="8596">
                  <c:v>6.0</c:v>
                </c:pt>
                <c:pt idx="8597">
                  <c:v>6.0</c:v>
                </c:pt>
                <c:pt idx="8598">
                  <c:v>6.0</c:v>
                </c:pt>
                <c:pt idx="8599">
                  <c:v>6.0</c:v>
                </c:pt>
                <c:pt idx="8600">
                  <c:v>6.0</c:v>
                </c:pt>
                <c:pt idx="8601">
                  <c:v>6.0</c:v>
                </c:pt>
                <c:pt idx="8602">
                  <c:v>6.0</c:v>
                </c:pt>
                <c:pt idx="8603">
                  <c:v>6.0</c:v>
                </c:pt>
                <c:pt idx="8604">
                  <c:v>6.0</c:v>
                </c:pt>
                <c:pt idx="8605">
                  <c:v>6.0</c:v>
                </c:pt>
                <c:pt idx="8606">
                  <c:v>6.0</c:v>
                </c:pt>
                <c:pt idx="8607">
                  <c:v>6.0</c:v>
                </c:pt>
                <c:pt idx="8608">
                  <c:v>6.0</c:v>
                </c:pt>
                <c:pt idx="8609">
                  <c:v>6.0</c:v>
                </c:pt>
                <c:pt idx="8610">
                  <c:v>6.0</c:v>
                </c:pt>
                <c:pt idx="8611">
                  <c:v>6.0</c:v>
                </c:pt>
                <c:pt idx="8612">
                  <c:v>6.0</c:v>
                </c:pt>
                <c:pt idx="8613">
                  <c:v>6.0</c:v>
                </c:pt>
                <c:pt idx="8614">
                  <c:v>6.0</c:v>
                </c:pt>
                <c:pt idx="8615">
                  <c:v>6.0</c:v>
                </c:pt>
                <c:pt idx="8616">
                  <c:v>6.0</c:v>
                </c:pt>
                <c:pt idx="8617">
                  <c:v>6.0</c:v>
                </c:pt>
                <c:pt idx="8618">
                  <c:v>6.0</c:v>
                </c:pt>
                <c:pt idx="8619">
                  <c:v>6.0</c:v>
                </c:pt>
                <c:pt idx="8620">
                  <c:v>6.0</c:v>
                </c:pt>
                <c:pt idx="8621">
                  <c:v>6.0</c:v>
                </c:pt>
                <c:pt idx="8622">
                  <c:v>6.0</c:v>
                </c:pt>
                <c:pt idx="8623">
                  <c:v>6.0</c:v>
                </c:pt>
                <c:pt idx="8624">
                  <c:v>6.0</c:v>
                </c:pt>
                <c:pt idx="8625">
                  <c:v>6.0</c:v>
                </c:pt>
                <c:pt idx="8626">
                  <c:v>6.0</c:v>
                </c:pt>
                <c:pt idx="8627">
                  <c:v>6.0</c:v>
                </c:pt>
                <c:pt idx="8628">
                  <c:v>6.0</c:v>
                </c:pt>
                <c:pt idx="8629">
                  <c:v>6.0</c:v>
                </c:pt>
                <c:pt idx="8630">
                  <c:v>6.0</c:v>
                </c:pt>
                <c:pt idx="8631">
                  <c:v>6.0</c:v>
                </c:pt>
                <c:pt idx="8632">
                  <c:v>6.0</c:v>
                </c:pt>
                <c:pt idx="8633">
                  <c:v>6.0</c:v>
                </c:pt>
                <c:pt idx="8634">
                  <c:v>6.0</c:v>
                </c:pt>
                <c:pt idx="8635">
                  <c:v>6.0</c:v>
                </c:pt>
                <c:pt idx="8636">
                  <c:v>6.0</c:v>
                </c:pt>
                <c:pt idx="8637">
                  <c:v>6.0</c:v>
                </c:pt>
                <c:pt idx="8638">
                  <c:v>6.0</c:v>
                </c:pt>
                <c:pt idx="8639">
                  <c:v>6.0</c:v>
                </c:pt>
                <c:pt idx="8640">
                  <c:v>6.0</c:v>
                </c:pt>
                <c:pt idx="8641">
                  <c:v>6.0</c:v>
                </c:pt>
                <c:pt idx="8642">
                  <c:v>6.0</c:v>
                </c:pt>
                <c:pt idx="8643">
                  <c:v>6.0</c:v>
                </c:pt>
                <c:pt idx="8644">
                  <c:v>6.0</c:v>
                </c:pt>
                <c:pt idx="8645">
                  <c:v>6.0</c:v>
                </c:pt>
                <c:pt idx="8646">
                  <c:v>6.0</c:v>
                </c:pt>
                <c:pt idx="8647">
                  <c:v>6.0</c:v>
                </c:pt>
                <c:pt idx="8648">
                  <c:v>6.0</c:v>
                </c:pt>
                <c:pt idx="8649">
                  <c:v>6.0</c:v>
                </c:pt>
                <c:pt idx="8650">
                  <c:v>6.0</c:v>
                </c:pt>
                <c:pt idx="8651">
                  <c:v>6.0</c:v>
                </c:pt>
                <c:pt idx="8652">
                  <c:v>6.0</c:v>
                </c:pt>
                <c:pt idx="8653">
                  <c:v>6.0</c:v>
                </c:pt>
                <c:pt idx="8654">
                  <c:v>6.0</c:v>
                </c:pt>
                <c:pt idx="8655">
                  <c:v>6.0</c:v>
                </c:pt>
                <c:pt idx="8656">
                  <c:v>6.0</c:v>
                </c:pt>
                <c:pt idx="8657">
                  <c:v>6.0</c:v>
                </c:pt>
                <c:pt idx="8658">
                  <c:v>6.0</c:v>
                </c:pt>
                <c:pt idx="8659">
                  <c:v>6.0</c:v>
                </c:pt>
                <c:pt idx="8660">
                  <c:v>6.0</c:v>
                </c:pt>
                <c:pt idx="8661">
                  <c:v>6.0</c:v>
                </c:pt>
                <c:pt idx="8662">
                  <c:v>6.0</c:v>
                </c:pt>
                <c:pt idx="8663">
                  <c:v>6.0</c:v>
                </c:pt>
                <c:pt idx="8664">
                  <c:v>6.0</c:v>
                </c:pt>
                <c:pt idx="8665">
                  <c:v>6.0</c:v>
                </c:pt>
                <c:pt idx="8666">
                  <c:v>6.0</c:v>
                </c:pt>
                <c:pt idx="8667">
                  <c:v>6.0</c:v>
                </c:pt>
                <c:pt idx="8668">
                  <c:v>6.0</c:v>
                </c:pt>
                <c:pt idx="8669">
                  <c:v>6.0</c:v>
                </c:pt>
                <c:pt idx="8670">
                  <c:v>6.0</c:v>
                </c:pt>
                <c:pt idx="8671">
                  <c:v>6.0</c:v>
                </c:pt>
                <c:pt idx="8672">
                  <c:v>6.0</c:v>
                </c:pt>
                <c:pt idx="8673">
                  <c:v>6.0</c:v>
                </c:pt>
                <c:pt idx="8674">
                  <c:v>6.0</c:v>
                </c:pt>
                <c:pt idx="8675">
                  <c:v>6.0</c:v>
                </c:pt>
                <c:pt idx="8676">
                  <c:v>6.0</c:v>
                </c:pt>
                <c:pt idx="8677">
                  <c:v>6.0</c:v>
                </c:pt>
                <c:pt idx="8678">
                  <c:v>6.0</c:v>
                </c:pt>
                <c:pt idx="8679">
                  <c:v>6.0</c:v>
                </c:pt>
                <c:pt idx="8680">
                  <c:v>6.0</c:v>
                </c:pt>
                <c:pt idx="8681">
                  <c:v>6.0</c:v>
                </c:pt>
                <c:pt idx="8682">
                  <c:v>6.0</c:v>
                </c:pt>
                <c:pt idx="8683">
                  <c:v>6.0</c:v>
                </c:pt>
                <c:pt idx="8684">
                  <c:v>6.0</c:v>
                </c:pt>
                <c:pt idx="8685">
                  <c:v>6.0</c:v>
                </c:pt>
                <c:pt idx="8686">
                  <c:v>6.0</c:v>
                </c:pt>
                <c:pt idx="8687">
                  <c:v>6.0</c:v>
                </c:pt>
                <c:pt idx="8688">
                  <c:v>6.0</c:v>
                </c:pt>
                <c:pt idx="8689">
                  <c:v>6.0</c:v>
                </c:pt>
                <c:pt idx="8690">
                  <c:v>6.0</c:v>
                </c:pt>
                <c:pt idx="8691">
                  <c:v>6.0</c:v>
                </c:pt>
                <c:pt idx="8692">
                  <c:v>6.0</c:v>
                </c:pt>
                <c:pt idx="8693">
                  <c:v>6.0</c:v>
                </c:pt>
                <c:pt idx="8694">
                  <c:v>6.0</c:v>
                </c:pt>
                <c:pt idx="8695">
                  <c:v>6.0</c:v>
                </c:pt>
                <c:pt idx="8696">
                  <c:v>6.0</c:v>
                </c:pt>
                <c:pt idx="8697">
                  <c:v>6.0</c:v>
                </c:pt>
                <c:pt idx="8698">
                  <c:v>6.0</c:v>
                </c:pt>
                <c:pt idx="8699">
                  <c:v>6.0</c:v>
                </c:pt>
                <c:pt idx="8700">
                  <c:v>6.0</c:v>
                </c:pt>
                <c:pt idx="8701">
                  <c:v>6.0</c:v>
                </c:pt>
                <c:pt idx="8702">
                  <c:v>6.0</c:v>
                </c:pt>
                <c:pt idx="8703">
                  <c:v>6.0</c:v>
                </c:pt>
                <c:pt idx="8704">
                  <c:v>6.0</c:v>
                </c:pt>
                <c:pt idx="8705">
                  <c:v>6.0</c:v>
                </c:pt>
                <c:pt idx="8706">
                  <c:v>6.0</c:v>
                </c:pt>
                <c:pt idx="8707">
                  <c:v>6.0</c:v>
                </c:pt>
                <c:pt idx="8708">
                  <c:v>6.0</c:v>
                </c:pt>
                <c:pt idx="8709">
                  <c:v>6.0</c:v>
                </c:pt>
                <c:pt idx="8710">
                  <c:v>6.0</c:v>
                </c:pt>
                <c:pt idx="8711">
                  <c:v>6.0</c:v>
                </c:pt>
                <c:pt idx="8712">
                  <c:v>6.0</c:v>
                </c:pt>
                <c:pt idx="8713">
                  <c:v>6.0</c:v>
                </c:pt>
                <c:pt idx="8714">
                  <c:v>6.0</c:v>
                </c:pt>
                <c:pt idx="8715">
                  <c:v>6.0</c:v>
                </c:pt>
                <c:pt idx="8716">
                  <c:v>6.0</c:v>
                </c:pt>
                <c:pt idx="8717">
                  <c:v>6.0</c:v>
                </c:pt>
                <c:pt idx="8718">
                  <c:v>6.0</c:v>
                </c:pt>
                <c:pt idx="8719">
                  <c:v>6.0</c:v>
                </c:pt>
                <c:pt idx="8720">
                  <c:v>6.0</c:v>
                </c:pt>
                <c:pt idx="8721">
                  <c:v>6.0</c:v>
                </c:pt>
                <c:pt idx="8722">
                  <c:v>6.0</c:v>
                </c:pt>
                <c:pt idx="8723">
                  <c:v>6.0</c:v>
                </c:pt>
                <c:pt idx="8724">
                  <c:v>6.0</c:v>
                </c:pt>
                <c:pt idx="8725">
                  <c:v>6.0</c:v>
                </c:pt>
                <c:pt idx="8726">
                  <c:v>6.0</c:v>
                </c:pt>
                <c:pt idx="8727">
                  <c:v>6.0</c:v>
                </c:pt>
                <c:pt idx="8728">
                  <c:v>6.0</c:v>
                </c:pt>
                <c:pt idx="8729">
                  <c:v>6.0</c:v>
                </c:pt>
                <c:pt idx="8730">
                  <c:v>6.0</c:v>
                </c:pt>
                <c:pt idx="8731">
                  <c:v>6.0</c:v>
                </c:pt>
                <c:pt idx="8732">
                  <c:v>6.0</c:v>
                </c:pt>
                <c:pt idx="8733">
                  <c:v>6.0</c:v>
                </c:pt>
                <c:pt idx="8734">
                  <c:v>6.0</c:v>
                </c:pt>
                <c:pt idx="8735">
                  <c:v>6.0</c:v>
                </c:pt>
                <c:pt idx="8736">
                  <c:v>6.0</c:v>
                </c:pt>
                <c:pt idx="8737">
                  <c:v>6.0</c:v>
                </c:pt>
                <c:pt idx="8738">
                  <c:v>6.0</c:v>
                </c:pt>
                <c:pt idx="8739">
                  <c:v>6.0</c:v>
                </c:pt>
                <c:pt idx="8740">
                  <c:v>6.0</c:v>
                </c:pt>
                <c:pt idx="8741">
                  <c:v>6.0</c:v>
                </c:pt>
                <c:pt idx="8742">
                  <c:v>6.0</c:v>
                </c:pt>
                <c:pt idx="8743">
                  <c:v>6.0</c:v>
                </c:pt>
                <c:pt idx="8744">
                  <c:v>6.0</c:v>
                </c:pt>
                <c:pt idx="8745">
                  <c:v>6.0</c:v>
                </c:pt>
                <c:pt idx="8746">
                  <c:v>6.0</c:v>
                </c:pt>
                <c:pt idx="8747">
                  <c:v>6.0</c:v>
                </c:pt>
                <c:pt idx="8748">
                  <c:v>6.0</c:v>
                </c:pt>
                <c:pt idx="8749">
                  <c:v>6.0</c:v>
                </c:pt>
                <c:pt idx="8750">
                  <c:v>6.0</c:v>
                </c:pt>
                <c:pt idx="8751">
                  <c:v>6.0</c:v>
                </c:pt>
                <c:pt idx="8752">
                  <c:v>6.0</c:v>
                </c:pt>
                <c:pt idx="8753">
                  <c:v>6.0</c:v>
                </c:pt>
                <c:pt idx="8754">
                  <c:v>6.0</c:v>
                </c:pt>
                <c:pt idx="8755">
                  <c:v>6.0</c:v>
                </c:pt>
                <c:pt idx="8756">
                  <c:v>6.0</c:v>
                </c:pt>
                <c:pt idx="8757">
                  <c:v>6.0</c:v>
                </c:pt>
                <c:pt idx="8758">
                  <c:v>6.0</c:v>
                </c:pt>
                <c:pt idx="8759">
                  <c:v>6.0</c:v>
                </c:pt>
                <c:pt idx="8760">
                  <c:v>6.0</c:v>
                </c:pt>
                <c:pt idx="8761">
                  <c:v>6.0</c:v>
                </c:pt>
                <c:pt idx="8762">
                  <c:v>6.0</c:v>
                </c:pt>
                <c:pt idx="8763">
                  <c:v>6.0</c:v>
                </c:pt>
                <c:pt idx="8764">
                  <c:v>6.0</c:v>
                </c:pt>
                <c:pt idx="8765">
                  <c:v>6.0</c:v>
                </c:pt>
                <c:pt idx="8766">
                  <c:v>6.0</c:v>
                </c:pt>
                <c:pt idx="8767">
                  <c:v>6.0</c:v>
                </c:pt>
                <c:pt idx="8768">
                  <c:v>6.0</c:v>
                </c:pt>
                <c:pt idx="8769">
                  <c:v>6.0</c:v>
                </c:pt>
                <c:pt idx="8770">
                  <c:v>6.0</c:v>
                </c:pt>
                <c:pt idx="8771">
                  <c:v>6.0</c:v>
                </c:pt>
                <c:pt idx="8772">
                  <c:v>6.0</c:v>
                </c:pt>
                <c:pt idx="8773">
                  <c:v>6.0</c:v>
                </c:pt>
                <c:pt idx="8774">
                  <c:v>6.0</c:v>
                </c:pt>
                <c:pt idx="8775">
                  <c:v>6.0</c:v>
                </c:pt>
                <c:pt idx="8776">
                  <c:v>6.0</c:v>
                </c:pt>
                <c:pt idx="8777">
                  <c:v>6.0</c:v>
                </c:pt>
                <c:pt idx="8778">
                  <c:v>6.0</c:v>
                </c:pt>
                <c:pt idx="8779">
                  <c:v>6.0</c:v>
                </c:pt>
                <c:pt idx="8780">
                  <c:v>6.0</c:v>
                </c:pt>
                <c:pt idx="8781">
                  <c:v>6.0</c:v>
                </c:pt>
                <c:pt idx="8782">
                  <c:v>6.0</c:v>
                </c:pt>
                <c:pt idx="8783">
                  <c:v>6.0</c:v>
                </c:pt>
                <c:pt idx="8784">
                  <c:v>6.0</c:v>
                </c:pt>
                <c:pt idx="8785">
                  <c:v>6.0</c:v>
                </c:pt>
                <c:pt idx="8786">
                  <c:v>6.0</c:v>
                </c:pt>
                <c:pt idx="8787">
                  <c:v>6.0</c:v>
                </c:pt>
                <c:pt idx="8788">
                  <c:v>6.0</c:v>
                </c:pt>
                <c:pt idx="8789">
                  <c:v>6.0</c:v>
                </c:pt>
                <c:pt idx="8790">
                  <c:v>6.0</c:v>
                </c:pt>
                <c:pt idx="8791">
                  <c:v>6.0</c:v>
                </c:pt>
                <c:pt idx="8792">
                  <c:v>6.0</c:v>
                </c:pt>
                <c:pt idx="8793">
                  <c:v>6.0</c:v>
                </c:pt>
                <c:pt idx="8794">
                  <c:v>6.0</c:v>
                </c:pt>
                <c:pt idx="8795">
                  <c:v>6.0</c:v>
                </c:pt>
                <c:pt idx="8796">
                  <c:v>6.0</c:v>
                </c:pt>
                <c:pt idx="8797">
                  <c:v>6.0</c:v>
                </c:pt>
                <c:pt idx="8798">
                  <c:v>6.0</c:v>
                </c:pt>
                <c:pt idx="8799">
                  <c:v>6.0</c:v>
                </c:pt>
                <c:pt idx="8800">
                  <c:v>6.0</c:v>
                </c:pt>
                <c:pt idx="8801">
                  <c:v>6.0</c:v>
                </c:pt>
                <c:pt idx="8802">
                  <c:v>6.0</c:v>
                </c:pt>
                <c:pt idx="8803">
                  <c:v>6.0</c:v>
                </c:pt>
                <c:pt idx="8804">
                  <c:v>6.0</c:v>
                </c:pt>
                <c:pt idx="8805">
                  <c:v>6.0</c:v>
                </c:pt>
                <c:pt idx="8806">
                  <c:v>6.0</c:v>
                </c:pt>
                <c:pt idx="8807">
                  <c:v>6.0</c:v>
                </c:pt>
                <c:pt idx="8808">
                  <c:v>6.0</c:v>
                </c:pt>
                <c:pt idx="8809">
                  <c:v>6.0</c:v>
                </c:pt>
                <c:pt idx="8810">
                  <c:v>6.0</c:v>
                </c:pt>
                <c:pt idx="8811">
                  <c:v>6.0</c:v>
                </c:pt>
                <c:pt idx="8812">
                  <c:v>6.0</c:v>
                </c:pt>
                <c:pt idx="8813">
                  <c:v>6.0</c:v>
                </c:pt>
                <c:pt idx="8814">
                  <c:v>6.0</c:v>
                </c:pt>
                <c:pt idx="8815">
                  <c:v>6.0</c:v>
                </c:pt>
                <c:pt idx="8816">
                  <c:v>6.0</c:v>
                </c:pt>
                <c:pt idx="8817">
                  <c:v>6.0</c:v>
                </c:pt>
                <c:pt idx="8818">
                  <c:v>6.0</c:v>
                </c:pt>
                <c:pt idx="8819">
                  <c:v>6.0</c:v>
                </c:pt>
                <c:pt idx="8820">
                  <c:v>6.0</c:v>
                </c:pt>
                <c:pt idx="8821">
                  <c:v>6.0</c:v>
                </c:pt>
                <c:pt idx="8822">
                  <c:v>6.0</c:v>
                </c:pt>
                <c:pt idx="8823">
                  <c:v>6.0</c:v>
                </c:pt>
                <c:pt idx="8824">
                  <c:v>6.0</c:v>
                </c:pt>
                <c:pt idx="8825">
                  <c:v>6.0</c:v>
                </c:pt>
                <c:pt idx="8826">
                  <c:v>6.0</c:v>
                </c:pt>
                <c:pt idx="8827">
                  <c:v>6.0</c:v>
                </c:pt>
                <c:pt idx="8828">
                  <c:v>6.0</c:v>
                </c:pt>
                <c:pt idx="8829">
                  <c:v>6.0</c:v>
                </c:pt>
                <c:pt idx="8830">
                  <c:v>6.0</c:v>
                </c:pt>
                <c:pt idx="8831">
                  <c:v>6.0</c:v>
                </c:pt>
                <c:pt idx="8832">
                  <c:v>6.0</c:v>
                </c:pt>
                <c:pt idx="8833">
                  <c:v>6.0</c:v>
                </c:pt>
                <c:pt idx="8834">
                  <c:v>6.0</c:v>
                </c:pt>
                <c:pt idx="8835">
                  <c:v>6.0</c:v>
                </c:pt>
                <c:pt idx="8836">
                  <c:v>6.0</c:v>
                </c:pt>
                <c:pt idx="8837">
                  <c:v>6.0</c:v>
                </c:pt>
                <c:pt idx="8838">
                  <c:v>6.0</c:v>
                </c:pt>
                <c:pt idx="8839">
                  <c:v>6.0</c:v>
                </c:pt>
                <c:pt idx="8840">
                  <c:v>6.0</c:v>
                </c:pt>
                <c:pt idx="8841">
                  <c:v>6.0</c:v>
                </c:pt>
                <c:pt idx="8842">
                  <c:v>6.0</c:v>
                </c:pt>
                <c:pt idx="8843">
                  <c:v>6.0</c:v>
                </c:pt>
                <c:pt idx="8844">
                  <c:v>6.0</c:v>
                </c:pt>
                <c:pt idx="8845">
                  <c:v>6.0</c:v>
                </c:pt>
                <c:pt idx="8846">
                  <c:v>6.0</c:v>
                </c:pt>
                <c:pt idx="8847">
                  <c:v>6.0</c:v>
                </c:pt>
                <c:pt idx="8848">
                  <c:v>6.0</c:v>
                </c:pt>
                <c:pt idx="8849">
                  <c:v>6.0</c:v>
                </c:pt>
                <c:pt idx="8850">
                  <c:v>6.0</c:v>
                </c:pt>
                <c:pt idx="8851">
                  <c:v>6.0</c:v>
                </c:pt>
                <c:pt idx="8852">
                  <c:v>6.0</c:v>
                </c:pt>
                <c:pt idx="8853">
                  <c:v>6.0</c:v>
                </c:pt>
                <c:pt idx="8854">
                  <c:v>6.0</c:v>
                </c:pt>
                <c:pt idx="8855">
                  <c:v>6.0</c:v>
                </c:pt>
                <c:pt idx="8856">
                  <c:v>6.0</c:v>
                </c:pt>
                <c:pt idx="8857">
                  <c:v>6.0</c:v>
                </c:pt>
                <c:pt idx="8858">
                  <c:v>6.0</c:v>
                </c:pt>
                <c:pt idx="8859">
                  <c:v>6.0</c:v>
                </c:pt>
                <c:pt idx="8860">
                  <c:v>6.0</c:v>
                </c:pt>
                <c:pt idx="8861">
                  <c:v>6.0</c:v>
                </c:pt>
                <c:pt idx="8862">
                  <c:v>6.0</c:v>
                </c:pt>
                <c:pt idx="8863">
                  <c:v>6.0</c:v>
                </c:pt>
                <c:pt idx="8864">
                  <c:v>6.0</c:v>
                </c:pt>
                <c:pt idx="8865">
                  <c:v>6.0</c:v>
                </c:pt>
                <c:pt idx="8866">
                  <c:v>6.0</c:v>
                </c:pt>
                <c:pt idx="8867">
                  <c:v>6.0</c:v>
                </c:pt>
                <c:pt idx="8868">
                  <c:v>6.0</c:v>
                </c:pt>
                <c:pt idx="8869">
                  <c:v>6.0</c:v>
                </c:pt>
                <c:pt idx="8870">
                  <c:v>6.0</c:v>
                </c:pt>
                <c:pt idx="8871">
                  <c:v>6.0</c:v>
                </c:pt>
                <c:pt idx="8872">
                  <c:v>6.0</c:v>
                </c:pt>
                <c:pt idx="8873">
                  <c:v>6.0</c:v>
                </c:pt>
                <c:pt idx="8874">
                  <c:v>6.0</c:v>
                </c:pt>
                <c:pt idx="8875">
                  <c:v>6.0</c:v>
                </c:pt>
                <c:pt idx="8876">
                  <c:v>6.0</c:v>
                </c:pt>
                <c:pt idx="8877">
                  <c:v>6.0</c:v>
                </c:pt>
                <c:pt idx="8878">
                  <c:v>6.0</c:v>
                </c:pt>
                <c:pt idx="8879">
                  <c:v>6.0</c:v>
                </c:pt>
                <c:pt idx="8880">
                  <c:v>6.0</c:v>
                </c:pt>
                <c:pt idx="8881">
                  <c:v>6.0</c:v>
                </c:pt>
                <c:pt idx="8882">
                  <c:v>6.0</c:v>
                </c:pt>
                <c:pt idx="8883">
                  <c:v>6.0</c:v>
                </c:pt>
                <c:pt idx="8884">
                  <c:v>6.0</c:v>
                </c:pt>
                <c:pt idx="8885">
                  <c:v>6.0</c:v>
                </c:pt>
                <c:pt idx="8886">
                  <c:v>6.0</c:v>
                </c:pt>
                <c:pt idx="8887">
                  <c:v>6.0</c:v>
                </c:pt>
                <c:pt idx="8888">
                  <c:v>6.0</c:v>
                </c:pt>
                <c:pt idx="8889">
                  <c:v>6.0</c:v>
                </c:pt>
                <c:pt idx="8890">
                  <c:v>6.0</c:v>
                </c:pt>
                <c:pt idx="8891">
                  <c:v>6.0</c:v>
                </c:pt>
                <c:pt idx="8892">
                  <c:v>6.0</c:v>
                </c:pt>
                <c:pt idx="8893">
                  <c:v>6.0</c:v>
                </c:pt>
                <c:pt idx="8894">
                  <c:v>6.0</c:v>
                </c:pt>
                <c:pt idx="8895">
                  <c:v>6.0</c:v>
                </c:pt>
                <c:pt idx="8896">
                  <c:v>6.0</c:v>
                </c:pt>
                <c:pt idx="8897">
                  <c:v>6.0</c:v>
                </c:pt>
                <c:pt idx="8898">
                  <c:v>6.0</c:v>
                </c:pt>
                <c:pt idx="8899">
                  <c:v>6.0</c:v>
                </c:pt>
                <c:pt idx="8900">
                  <c:v>6.0</c:v>
                </c:pt>
                <c:pt idx="8901">
                  <c:v>6.0</c:v>
                </c:pt>
                <c:pt idx="8902">
                  <c:v>6.0</c:v>
                </c:pt>
                <c:pt idx="8903">
                  <c:v>6.0</c:v>
                </c:pt>
                <c:pt idx="8904">
                  <c:v>6.0</c:v>
                </c:pt>
                <c:pt idx="8905">
                  <c:v>6.0</c:v>
                </c:pt>
                <c:pt idx="8906">
                  <c:v>6.0</c:v>
                </c:pt>
                <c:pt idx="8907">
                  <c:v>6.0</c:v>
                </c:pt>
                <c:pt idx="8908">
                  <c:v>6.0</c:v>
                </c:pt>
                <c:pt idx="8909">
                  <c:v>6.0</c:v>
                </c:pt>
                <c:pt idx="8910">
                  <c:v>6.0</c:v>
                </c:pt>
                <c:pt idx="8911">
                  <c:v>6.0</c:v>
                </c:pt>
                <c:pt idx="8912">
                  <c:v>6.0</c:v>
                </c:pt>
                <c:pt idx="8913">
                  <c:v>6.0</c:v>
                </c:pt>
                <c:pt idx="8914">
                  <c:v>6.0</c:v>
                </c:pt>
                <c:pt idx="8915">
                  <c:v>6.0</c:v>
                </c:pt>
                <c:pt idx="8916">
                  <c:v>6.0</c:v>
                </c:pt>
                <c:pt idx="8917">
                  <c:v>6.0</c:v>
                </c:pt>
                <c:pt idx="8918">
                  <c:v>6.0</c:v>
                </c:pt>
                <c:pt idx="8919">
                  <c:v>6.0</c:v>
                </c:pt>
                <c:pt idx="8920">
                  <c:v>6.0</c:v>
                </c:pt>
                <c:pt idx="8921">
                  <c:v>6.0</c:v>
                </c:pt>
                <c:pt idx="8922">
                  <c:v>6.0</c:v>
                </c:pt>
                <c:pt idx="8923">
                  <c:v>6.0</c:v>
                </c:pt>
                <c:pt idx="8924">
                  <c:v>6.0</c:v>
                </c:pt>
                <c:pt idx="8925">
                  <c:v>6.0</c:v>
                </c:pt>
                <c:pt idx="8926">
                  <c:v>6.0</c:v>
                </c:pt>
                <c:pt idx="8927">
                  <c:v>6.0</c:v>
                </c:pt>
                <c:pt idx="8928">
                  <c:v>6.0</c:v>
                </c:pt>
                <c:pt idx="8929">
                  <c:v>6.0</c:v>
                </c:pt>
                <c:pt idx="8930">
                  <c:v>6.0</c:v>
                </c:pt>
                <c:pt idx="8931">
                  <c:v>6.0</c:v>
                </c:pt>
                <c:pt idx="8932">
                  <c:v>6.0</c:v>
                </c:pt>
                <c:pt idx="8933">
                  <c:v>6.0</c:v>
                </c:pt>
                <c:pt idx="8934">
                  <c:v>6.0</c:v>
                </c:pt>
                <c:pt idx="8935">
                  <c:v>6.0</c:v>
                </c:pt>
                <c:pt idx="8936">
                  <c:v>6.0</c:v>
                </c:pt>
                <c:pt idx="8937">
                  <c:v>6.0</c:v>
                </c:pt>
                <c:pt idx="8938">
                  <c:v>6.0</c:v>
                </c:pt>
                <c:pt idx="8939">
                  <c:v>6.0</c:v>
                </c:pt>
                <c:pt idx="8940">
                  <c:v>6.0</c:v>
                </c:pt>
                <c:pt idx="8941">
                  <c:v>6.0</c:v>
                </c:pt>
                <c:pt idx="8942">
                  <c:v>6.0</c:v>
                </c:pt>
                <c:pt idx="8943">
                  <c:v>6.0</c:v>
                </c:pt>
                <c:pt idx="8944">
                  <c:v>6.0</c:v>
                </c:pt>
                <c:pt idx="8945">
                  <c:v>6.0</c:v>
                </c:pt>
                <c:pt idx="8946">
                  <c:v>6.0</c:v>
                </c:pt>
                <c:pt idx="8947">
                  <c:v>6.0</c:v>
                </c:pt>
                <c:pt idx="8948">
                  <c:v>6.0</c:v>
                </c:pt>
                <c:pt idx="8949">
                  <c:v>6.0</c:v>
                </c:pt>
                <c:pt idx="8950">
                  <c:v>6.0</c:v>
                </c:pt>
                <c:pt idx="8951">
                  <c:v>6.0</c:v>
                </c:pt>
                <c:pt idx="8952">
                  <c:v>6.0</c:v>
                </c:pt>
                <c:pt idx="8953">
                  <c:v>6.0</c:v>
                </c:pt>
                <c:pt idx="8954">
                  <c:v>6.0</c:v>
                </c:pt>
                <c:pt idx="8955">
                  <c:v>6.0</c:v>
                </c:pt>
                <c:pt idx="8956">
                  <c:v>6.0</c:v>
                </c:pt>
                <c:pt idx="8957">
                  <c:v>6.0</c:v>
                </c:pt>
                <c:pt idx="8958">
                  <c:v>6.0</c:v>
                </c:pt>
                <c:pt idx="8959">
                  <c:v>6.0</c:v>
                </c:pt>
                <c:pt idx="8960">
                  <c:v>6.0</c:v>
                </c:pt>
                <c:pt idx="8961">
                  <c:v>6.0</c:v>
                </c:pt>
                <c:pt idx="8962">
                  <c:v>6.0</c:v>
                </c:pt>
                <c:pt idx="8963">
                  <c:v>6.0</c:v>
                </c:pt>
                <c:pt idx="8964">
                  <c:v>6.0</c:v>
                </c:pt>
                <c:pt idx="8965">
                  <c:v>6.0</c:v>
                </c:pt>
                <c:pt idx="8966">
                  <c:v>6.0</c:v>
                </c:pt>
                <c:pt idx="8967">
                  <c:v>6.0</c:v>
                </c:pt>
                <c:pt idx="8968">
                  <c:v>6.0</c:v>
                </c:pt>
                <c:pt idx="8969">
                  <c:v>6.0</c:v>
                </c:pt>
                <c:pt idx="8970">
                  <c:v>6.0</c:v>
                </c:pt>
                <c:pt idx="8971">
                  <c:v>6.0</c:v>
                </c:pt>
                <c:pt idx="8972">
                  <c:v>6.0</c:v>
                </c:pt>
                <c:pt idx="8973">
                  <c:v>6.0</c:v>
                </c:pt>
                <c:pt idx="8974">
                  <c:v>6.0</c:v>
                </c:pt>
                <c:pt idx="8975">
                  <c:v>6.0</c:v>
                </c:pt>
                <c:pt idx="8976">
                  <c:v>6.0</c:v>
                </c:pt>
                <c:pt idx="8977">
                  <c:v>6.0</c:v>
                </c:pt>
                <c:pt idx="8978">
                  <c:v>6.0</c:v>
                </c:pt>
                <c:pt idx="8979">
                  <c:v>6.0</c:v>
                </c:pt>
                <c:pt idx="8980">
                  <c:v>6.0</c:v>
                </c:pt>
                <c:pt idx="8981">
                  <c:v>6.0</c:v>
                </c:pt>
                <c:pt idx="8982">
                  <c:v>6.0</c:v>
                </c:pt>
                <c:pt idx="8983">
                  <c:v>6.0</c:v>
                </c:pt>
                <c:pt idx="8984">
                  <c:v>6.0</c:v>
                </c:pt>
                <c:pt idx="8985">
                  <c:v>6.0</c:v>
                </c:pt>
                <c:pt idx="8986">
                  <c:v>6.0</c:v>
                </c:pt>
                <c:pt idx="8987">
                  <c:v>6.0</c:v>
                </c:pt>
                <c:pt idx="8988">
                  <c:v>6.0</c:v>
                </c:pt>
                <c:pt idx="8989">
                  <c:v>6.0</c:v>
                </c:pt>
                <c:pt idx="8990">
                  <c:v>6.0</c:v>
                </c:pt>
                <c:pt idx="8991">
                  <c:v>6.0</c:v>
                </c:pt>
                <c:pt idx="8992">
                  <c:v>6.0</c:v>
                </c:pt>
                <c:pt idx="8993">
                  <c:v>6.0</c:v>
                </c:pt>
                <c:pt idx="8994">
                  <c:v>6.0</c:v>
                </c:pt>
                <c:pt idx="8995">
                  <c:v>6.0</c:v>
                </c:pt>
                <c:pt idx="8996">
                  <c:v>6.0</c:v>
                </c:pt>
                <c:pt idx="8997">
                  <c:v>6.0</c:v>
                </c:pt>
                <c:pt idx="8998">
                  <c:v>6.0</c:v>
                </c:pt>
                <c:pt idx="8999">
                  <c:v>6.0</c:v>
                </c:pt>
                <c:pt idx="9000">
                  <c:v>6.0</c:v>
                </c:pt>
                <c:pt idx="9001">
                  <c:v>6.0</c:v>
                </c:pt>
                <c:pt idx="9002">
                  <c:v>6.0</c:v>
                </c:pt>
                <c:pt idx="9003">
                  <c:v>6.0</c:v>
                </c:pt>
                <c:pt idx="9004">
                  <c:v>6.0</c:v>
                </c:pt>
                <c:pt idx="9005">
                  <c:v>6.0</c:v>
                </c:pt>
                <c:pt idx="9006">
                  <c:v>6.0</c:v>
                </c:pt>
                <c:pt idx="9007">
                  <c:v>6.0</c:v>
                </c:pt>
                <c:pt idx="9008">
                  <c:v>6.0</c:v>
                </c:pt>
                <c:pt idx="9009">
                  <c:v>6.0</c:v>
                </c:pt>
                <c:pt idx="9010">
                  <c:v>6.0</c:v>
                </c:pt>
                <c:pt idx="9011">
                  <c:v>6.0</c:v>
                </c:pt>
                <c:pt idx="9012">
                  <c:v>6.0</c:v>
                </c:pt>
                <c:pt idx="9013">
                  <c:v>6.0</c:v>
                </c:pt>
                <c:pt idx="9014">
                  <c:v>6.0</c:v>
                </c:pt>
                <c:pt idx="9015">
                  <c:v>6.0</c:v>
                </c:pt>
                <c:pt idx="9016">
                  <c:v>6.0</c:v>
                </c:pt>
                <c:pt idx="9017">
                  <c:v>6.0</c:v>
                </c:pt>
                <c:pt idx="9018">
                  <c:v>6.0</c:v>
                </c:pt>
                <c:pt idx="9019">
                  <c:v>6.0</c:v>
                </c:pt>
                <c:pt idx="9020">
                  <c:v>6.0</c:v>
                </c:pt>
                <c:pt idx="9021">
                  <c:v>6.0</c:v>
                </c:pt>
                <c:pt idx="9022">
                  <c:v>6.0</c:v>
                </c:pt>
                <c:pt idx="9023">
                  <c:v>6.0</c:v>
                </c:pt>
                <c:pt idx="9024">
                  <c:v>6.0</c:v>
                </c:pt>
                <c:pt idx="9025">
                  <c:v>6.0</c:v>
                </c:pt>
                <c:pt idx="9026">
                  <c:v>6.0</c:v>
                </c:pt>
                <c:pt idx="9027">
                  <c:v>6.0</c:v>
                </c:pt>
                <c:pt idx="9028">
                  <c:v>6.0</c:v>
                </c:pt>
                <c:pt idx="9029">
                  <c:v>6.0</c:v>
                </c:pt>
                <c:pt idx="9030">
                  <c:v>6.0</c:v>
                </c:pt>
                <c:pt idx="9031">
                  <c:v>6.0</c:v>
                </c:pt>
                <c:pt idx="9032">
                  <c:v>6.0</c:v>
                </c:pt>
                <c:pt idx="9033">
                  <c:v>6.0</c:v>
                </c:pt>
                <c:pt idx="9034">
                  <c:v>6.0</c:v>
                </c:pt>
                <c:pt idx="9035">
                  <c:v>6.0</c:v>
                </c:pt>
                <c:pt idx="9036">
                  <c:v>6.0</c:v>
                </c:pt>
                <c:pt idx="9037">
                  <c:v>6.0</c:v>
                </c:pt>
                <c:pt idx="9038">
                  <c:v>6.0</c:v>
                </c:pt>
                <c:pt idx="9039">
                  <c:v>6.0</c:v>
                </c:pt>
                <c:pt idx="9040">
                  <c:v>6.0</c:v>
                </c:pt>
                <c:pt idx="9041">
                  <c:v>6.0</c:v>
                </c:pt>
                <c:pt idx="9042">
                  <c:v>6.0</c:v>
                </c:pt>
                <c:pt idx="9043">
                  <c:v>6.0</c:v>
                </c:pt>
                <c:pt idx="9044">
                  <c:v>6.0</c:v>
                </c:pt>
                <c:pt idx="9045">
                  <c:v>6.0</c:v>
                </c:pt>
                <c:pt idx="9046">
                  <c:v>6.0</c:v>
                </c:pt>
                <c:pt idx="9047">
                  <c:v>6.0</c:v>
                </c:pt>
                <c:pt idx="9048">
                  <c:v>6.0</c:v>
                </c:pt>
                <c:pt idx="9049">
                  <c:v>6.0</c:v>
                </c:pt>
                <c:pt idx="9050">
                  <c:v>6.0</c:v>
                </c:pt>
                <c:pt idx="9051">
                  <c:v>6.0</c:v>
                </c:pt>
                <c:pt idx="9052">
                  <c:v>6.0</c:v>
                </c:pt>
                <c:pt idx="9053">
                  <c:v>6.0</c:v>
                </c:pt>
                <c:pt idx="9054">
                  <c:v>6.0</c:v>
                </c:pt>
                <c:pt idx="9055">
                  <c:v>6.0</c:v>
                </c:pt>
                <c:pt idx="9056">
                  <c:v>6.0</c:v>
                </c:pt>
                <c:pt idx="9057">
                  <c:v>6.0</c:v>
                </c:pt>
                <c:pt idx="9058">
                  <c:v>6.0</c:v>
                </c:pt>
                <c:pt idx="9059">
                  <c:v>6.0</c:v>
                </c:pt>
                <c:pt idx="9060">
                  <c:v>6.0</c:v>
                </c:pt>
                <c:pt idx="9061">
                  <c:v>6.0</c:v>
                </c:pt>
                <c:pt idx="9062">
                  <c:v>6.0</c:v>
                </c:pt>
                <c:pt idx="9063">
                  <c:v>6.0</c:v>
                </c:pt>
                <c:pt idx="9064">
                  <c:v>6.0</c:v>
                </c:pt>
                <c:pt idx="9065">
                  <c:v>6.0</c:v>
                </c:pt>
                <c:pt idx="9066">
                  <c:v>6.0</c:v>
                </c:pt>
                <c:pt idx="9067">
                  <c:v>6.0</c:v>
                </c:pt>
                <c:pt idx="9068">
                  <c:v>6.0</c:v>
                </c:pt>
                <c:pt idx="9069">
                  <c:v>6.0</c:v>
                </c:pt>
                <c:pt idx="9070">
                  <c:v>6.0</c:v>
                </c:pt>
                <c:pt idx="9071">
                  <c:v>6.0</c:v>
                </c:pt>
                <c:pt idx="9072">
                  <c:v>6.0</c:v>
                </c:pt>
                <c:pt idx="9073">
                  <c:v>6.0</c:v>
                </c:pt>
                <c:pt idx="9074">
                  <c:v>6.0</c:v>
                </c:pt>
                <c:pt idx="9075">
                  <c:v>6.0</c:v>
                </c:pt>
                <c:pt idx="9076">
                  <c:v>6.0</c:v>
                </c:pt>
                <c:pt idx="9077">
                  <c:v>6.0</c:v>
                </c:pt>
                <c:pt idx="9078">
                  <c:v>6.0</c:v>
                </c:pt>
                <c:pt idx="9079">
                  <c:v>6.0</c:v>
                </c:pt>
                <c:pt idx="9080">
                  <c:v>6.0</c:v>
                </c:pt>
                <c:pt idx="9081">
                  <c:v>6.0</c:v>
                </c:pt>
                <c:pt idx="9082">
                  <c:v>6.0</c:v>
                </c:pt>
                <c:pt idx="9083">
                  <c:v>6.0</c:v>
                </c:pt>
                <c:pt idx="9084">
                  <c:v>6.0</c:v>
                </c:pt>
                <c:pt idx="9085">
                  <c:v>6.0</c:v>
                </c:pt>
                <c:pt idx="9086">
                  <c:v>6.0</c:v>
                </c:pt>
                <c:pt idx="9087">
                  <c:v>6.0</c:v>
                </c:pt>
                <c:pt idx="9088">
                  <c:v>6.0</c:v>
                </c:pt>
                <c:pt idx="9089">
                  <c:v>6.0</c:v>
                </c:pt>
                <c:pt idx="9090">
                  <c:v>6.0</c:v>
                </c:pt>
                <c:pt idx="9091">
                  <c:v>6.0</c:v>
                </c:pt>
                <c:pt idx="9092">
                  <c:v>6.0</c:v>
                </c:pt>
                <c:pt idx="9093">
                  <c:v>6.0</c:v>
                </c:pt>
                <c:pt idx="9094">
                  <c:v>6.0</c:v>
                </c:pt>
                <c:pt idx="9095">
                  <c:v>6.0</c:v>
                </c:pt>
                <c:pt idx="9096">
                  <c:v>6.0</c:v>
                </c:pt>
                <c:pt idx="9097">
                  <c:v>6.0</c:v>
                </c:pt>
                <c:pt idx="9098">
                  <c:v>6.0</c:v>
                </c:pt>
                <c:pt idx="9099">
                  <c:v>6.0</c:v>
                </c:pt>
                <c:pt idx="9100">
                  <c:v>6.0</c:v>
                </c:pt>
                <c:pt idx="9101">
                  <c:v>6.0</c:v>
                </c:pt>
                <c:pt idx="9102">
                  <c:v>6.0</c:v>
                </c:pt>
                <c:pt idx="9103">
                  <c:v>6.0</c:v>
                </c:pt>
                <c:pt idx="9104">
                  <c:v>6.0</c:v>
                </c:pt>
                <c:pt idx="9105">
                  <c:v>6.0</c:v>
                </c:pt>
                <c:pt idx="9106">
                  <c:v>6.0</c:v>
                </c:pt>
                <c:pt idx="9107">
                  <c:v>6.0</c:v>
                </c:pt>
                <c:pt idx="9108">
                  <c:v>6.0</c:v>
                </c:pt>
                <c:pt idx="9109">
                  <c:v>6.0</c:v>
                </c:pt>
                <c:pt idx="9110">
                  <c:v>6.0</c:v>
                </c:pt>
                <c:pt idx="9111">
                  <c:v>6.0</c:v>
                </c:pt>
                <c:pt idx="9112">
                  <c:v>6.0</c:v>
                </c:pt>
                <c:pt idx="9113">
                  <c:v>6.0</c:v>
                </c:pt>
                <c:pt idx="9114">
                  <c:v>6.0</c:v>
                </c:pt>
                <c:pt idx="9115">
                  <c:v>6.0</c:v>
                </c:pt>
                <c:pt idx="9116">
                  <c:v>6.0</c:v>
                </c:pt>
                <c:pt idx="9117">
                  <c:v>6.0</c:v>
                </c:pt>
                <c:pt idx="9118">
                  <c:v>6.0</c:v>
                </c:pt>
                <c:pt idx="9119">
                  <c:v>6.0</c:v>
                </c:pt>
                <c:pt idx="9120">
                  <c:v>6.0</c:v>
                </c:pt>
                <c:pt idx="9121">
                  <c:v>6.0</c:v>
                </c:pt>
                <c:pt idx="9122">
                  <c:v>6.0</c:v>
                </c:pt>
                <c:pt idx="9123">
                  <c:v>6.0</c:v>
                </c:pt>
                <c:pt idx="9124">
                  <c:v>6.0</c:v>
                </c:pt>
                <c:pt idx="9125">
                  <c:v>6.0</c:v>
                </c:pt>
                <c:pt idx="9126">
                  <c:v>6.0</c:v>
                </c:pt>
                <c:pt idx="9127">
                  <c:v>6.0</c:v>
                </c:pt>
                <c:pt idx="9128">
                  <c:v>6.0</c:v>
                </c:pt>
                <c:pt idx="9129">
                  <c:v>6.0</c:v>
                </c:pt>
                <c:pt idx="9130">
                  <c:v>6.0</c:v>
                </c:pt>
                <c:pt idx="9131">
                  <c:v>6.0</c:v>
                </c:pt>
                <c:pt idx="9132">
                  <c:v>6.0</c:v>
                </c:pt>
                <c:pt idx="9133">
                  <c:v>6.0</c:v>
                </c:pt>
                <c:pt idx="9134">
                  <c:v>6.0</c:v>
                </c:pt>
                <c:pt idx="9135">
                  <c:v>6.0</c:v>
                </c:pt>
                <c:pt idx="9136">
                  <c:v>6.0</c:v>
                </c:pt>
                <c:pt idx="9137">
                  <c:v>6.0</c:v>
                </c:pt>
                <c:pt idx="9138">
                  <c:v>6.0</c:v>
                </c:pt>
                <c:pt idx="9139">
                  <c:v>6.0</c:v>
                </c:pt>
                <c:pt idx="9140">
                  <c:v>6.0</c:v>
                </c:pt>
                <c:pt idx="9141">
                  <c:v>6.0</c:v>
                </c:pt>
                <c:pt idx="9142">
                  <c:v>6.0</c:v>
                </c:pt>
                <c:pt idx="9143">
                  <c:v>6.0</c:v>
                </c:pt>
                <c:pt idx="9144">
                  <c:v>6.0</c:v>
                </c:pt>
                <c:pt idx="9145">
                  <c:v>6.0</c:v>
                </c:pt>
                <c:pt idx="9146">
                  <c:v>6.0</c:v>
                </c:pt>
                <c:pt idx="9147">
                  <c:v>6.0</c:v>
                </c:pt>
                <c:pt idx="9148">
                  <c:v>6.0</c:v>
                </c:pt>
                <c:pt idx="9149">
                  <c:v>6.0</c:v>
                </c:pt>
                <c:pt idx="9150">
                  <c:v>6.0</c:v>
                </c:pt>
                <c:pt idx="9151">
                  <c:v>6.0</c:v>
                </c:pt>
                <c:pt idx="9152">
                  <c:v>6.0</c:v>
                </c:pt>
                <c:pt idx="9153">
                  <c:v>6.0</c:v>
                </c:pt>
                <c:pt idx="9154">
                  <c:v>6.0</c:v>
                </c:pt>
                <c:pt idx="9155">
                  <c:v>6.0</c:v>
                </c:pt>
                <c:pt idx="9156">
                  <c:v>6.0</c:v>
                </c:pt>
                <c:pt idx="9157">
                  <c:v>6.0</c:v>
                </c:pt>
                <c:pt idx="9158">
                  <c:v>6.0</c:v>
                </c:pt>
                <c:pt idx="9159">
                  <c:v>6.0</c:v>
                </c:pt>
                <c:pt idx="9160">
                  <c:v>6.0</c:v>
                </c:pt>
                <c:pt idx="9161">
                  <c:v>6.0</c:v>
                </c:pt>
                <c:pt idx="9162">
                  <c:v>6.0</c:v>
                </c:pt>
                <c:pt idx="9163">
                  <c:v>6.0</c:v>
                </c:pt>
                <c:pt idx="9164">
                  <c:v>6.0</c:v>
                </c:pt>
                <c:pt idx="9165">
                  <c:v>6.0</c:v>
                </c:pt>
                <c:pt idx="9166">
                  <c:v>6.0</c:v>
                </c:pt>
                <c:pt idx="9167">
                  <c:v>6.0</c:v>
                </c:pt>
                <c:pt idx="9168">
                  <c:v>6.0</c:v>
                </c:pt>
                <c:pt idx="9169">
                  <c:v>6.0</c:v>
                </c:pt>
                <c:pt idx="9170">
                  <c:v>6.0</c:v>
                </c:pt>
                <c:pt idx="9171">
                  <c:v>6.0</c:v>
                </c:pt>
                <c:pt idx="9172">
                  <c:v>6.0</c:v>
                </c:pt>
                <c:pt idx="9173">
                  <c:v>6.0</c:v>
                </c:pt>
                <c:pt idx="9174">
                  <c:v>6.0</c:v>
                </c:pt>
                <c:pt idx="9175">
                  <c:v>6.0</c:v>
                </c:pt>
                <c:pt idx="9176">
                  <c:v>6.0</c:v>
                </c:pt>
                <c:pt idx="9177">
                  <c:v>6.0</c:v>
                </c:pt>
                <c:pt idx="9178">
                  <c:v>6.0</c:v>
                </c:pt>
                <c:pt idx="9179">
                  <c:v>6.0</c:v>
                </c:pt>
                <c:pt idx="9180">
                  <c:v>6.0</c:v>
                </c:pt>
                <c:pt idx="9181">
                  <c:v>6.0</c:v>
                </c:pt>
                <c:pt idx="9182">
                  <c:v>6.0</c:v>
                </c:pt>
                <c:pt idx="9183">
                  <c:v>6.0</c:v>
                </c:pt>
                <c:pt idx="9184">
                  <c:v>6.0</c:v>
                </c:pt>
                <c:pt idx="9185">
                  <c:v>6.0</c:v>
                </c:pt>
                <c:pt idx="9186">
                  <c:v>6.0</c:v>
                </c:pt>
                <c:pt idx="9187">
                  <c:v>6.0</c:v>
                </c:pt>
                <c:pt idx="9188">
                  <c:v>6.0</c:v>
                </c:pt>
                <c:pt idx="9189">
                  <c:v>6.0</c:v>
                </c:pt>
                <c:pt idx="9190">
                  <c:v>6.0</c:v>
                </c:pt>
                <c:pt idx="9191">
                  <c:v>6.0</c:v>
                </c:pt>
                <c:pt idx="9192">
                  <c:v>6.0</c:v>
                </c:pt>
                <c:pt idx="9193">
                  <c:v>6.0</c:v>
                </c:pt>
                <c:pt idx="9194">
                  <c:v>6.0</c:v>
                </c:pt>
                <c:pt idx="9195">
                  <c:v>6.0</c:v>
                </c:pt>
                <c:pt idx="9196">
                  <c:v>6.0</c:v>
                </c:pt>
                <c:pt idx="9197">
                  <c:v>6.0</c:v>
                </c:pt>
                <c:pt idx="9198">
                  <c:v>6.0</c:v>
                </c:pt>
                <c:pt idx="9199">
                  <c:v>6.0</c:v>
                </c:pt>
                <c:pt idx="9200">
                  <c:v>6.0</c:v>
                </c:pt>
                <c:pt idx="9201">
                  <c:v>6.0</c:v>
                </c:pt>
                <c:pt idx="9202">
                  <c:v>6.0</c:v>
                </c:pt>
                <c:pt idx="9203">
                  <c:v>6.0</c:v>
                </c:pt>
                <c:pt idx="9204">
                  <c:v>6.0</c:v>
                </c:pt>
                <c:pt idx="9205">
                  <c:v>6.0</c:v>
                </c:pt>
                <c:pt idx="9206">
                  <c:v>6.0</c:v>
                </c:pt>
                <c:pt idx="9207">
                  <c:v>6.0</c:v>
                </c:pt>
                <c:pt idx="9208">
                  <c:v>6.0</c:v>
                </c:pt>
                <c:pt idx="9209">
                  <c:v>6.0</c:v>
                </c:pt>
                <c:pt idx="9210">
                  <c:v>6.0</c:v>
                </c:pt>
                <c:pt idx="9211">
                  <c:v>6.0</c:v>
                </c:pt>
                <c:pt idx="9212">
                  <c:v>6.0</c:v>
                </c:pt>
                <c:pt idx="9213">
                  <c:v>6.0</c:v>
                </c:pt>
                <c:pt idx="9214">
                  <c:v>6.0</c:v>
                </c:pt>
                <c:pt idx="9215">
                  <c:v>6.0</c:v>
                </c:pt>
                <c:pt idx="9216">
                  <c:v>6.0</c:v>
                </c:pt>
                <c:pt idx="9217">
                  <c:v>6.0</c:v>
                </c:pt>
                <c:pt idx="9218">
                  <c:v>6.0</c:v>
                </c:pt>
                <c:pt idx="9219">
                  <c:v>6.0</c:v>
                </c:pt>
                <c:pt idx="9220">
                  <c:v>6.0</c:v>
                </c:pt>
                <c:pt idx="9221">
                  <c:v>6.0</c:v>
                </c:pt>
                <c:pt idx="9222">
                  <c:v>6.0</c:v>
                </c:pt>
                <c:pt idx="9223">
                  <c:v>6.0</c:v>
                </c:pt>
                <c:pt idx="9224">
                  <c:v>6.0</c:v>
                </c:pt>
                <c:pt idx="9225">
                  <c:v>6.0</c:v>
                </c:pt>
                <c:pt idx="9226">
                  <c:v>6.0</c:v>
                </c:pt>
                <c:pt idx="9227">
                  <c:v>6.0</c:v>
                </c:pt>
                <c:pt idx="9228">
                  <c:v>6.0</c:v>
                </c:pt>
                <c:pt idx="9229">
                  <c:v>6.0</c:v>
                </c:pt>
                <c:pt idx="9230">
                  <c:v>6.0</c:v>
                </c:pt>
                <c:pt idx="9231">
                  <c:v>6.0</c:v>
                </c:pt>
                <c:pt idx="9232">
                  <c:v>6.0</c:v>
                </c:pt>
                <c:pt idx="9233">
                  <c:v>6.0</c:v>
                </c:pt>
                <c:pt idx="9234">
                  <c:v>6.0</c:v>
                </c:pt>
                <c:pt idx="9235">
                  <c:v>6.0</c:v>
                </c:pt>
                <c:pt idx="9236">
                  <c:v>6.0</c:v>
                </c:pt>
                <c:pt idx="9237">
                  <c:v>6.0</c:v>
                </c:pt>
                <c:pt idx="9238">
                  <c:v>6.0</c:v>
                </c:pt>
                <c:pt idx="9239">
                  <c:v>6.0</c:v>
                </c:pt>
                <c:pt idx="9240">
                  <c:v>6.0</c:v>
                </c:pt>
                <c:pt idx="9241">
                  <c:v>6.0</c:v>
                </c:pt>
                <c:pt idx="9242">
                  <c:v>6.0</c:v>
                </c:pt>
                <c:pt idx="9243">
                  <c:v>6.0</c:v>
                </c:pt>
                <c:pt idx="9244">
                  <c:v>6.0</c:v>
                </c:pt>
                <c:pt idx="9245">
                  <c:v>6.0</c:v>
                </c:pt>
                <c:pt idx="9246">
                  <c:v>6.0</c:v>
                </c:pt>
                <c:pt idx="9247">
                  <c:v>6.0</c:v>
                </c:pt>
                <c:pt idx="9248">
                  <c:v>6.0</c:v>
                </c:pt>
                <c:pt idx="9249">
                  <c:v>6.0</c:v>
                </c:pt>
                <c:pt idx="9250">
                  <c:v>6.0</c:v>
                </c:pt>
                <c:pt idx="9251">
                  <c:v>6.0</c:v>
                </c:pt>
                <c:pt idx="9252">
                  <c:v>6.0</c:v>
                </c:pt>
                <c:pt idx="9253">
                  <c:v>6.0</c:v>
                </c:pt>
                <c:pt idx="9254">
                  <c:v>6.0</c:v>
                </c:pt>
                <c:pt idx="9255">
                  <c:v>6.0</c:v>
                </c:pt>
                <c:pt idx="9256">
                  <c:v>6.0</c:v>
                </c:pt>
                <c:pt idx="9257">
                  <c:v>6.0</c:v>
                </c:pt>
                <c:pt idx="9258">
                  <c:v>6.0</c:v>
                </c:pt>
                <c:pt idx="9259">
                  <c:v>6.0</c:v>
                </c:pt>
                <c:pt idx="9260">
                  <c:v>6.0</c:v>
                </c:pt>
                <c:pt idx="9261">
                  <c:v>6.0</c:v>
                </c:pt>
                <c:pt idx="9262">
                  <c:v>6.0</c:v>
                </c:pt>
                <c:pt idx="9263">
                  <c:v>6.0</c:v>
                </c:pt>
                <c:pt idx="9264">
                  <c:v>6.0</c:v>
                </c:pt>
                <c:pt idx="9265">
                  <c:v>6.0</c:v>
                </c:pt>
                <c:pt idx="9266">
                  <c:v>6.0</c:v>
                </c:pt>
                <c:pt idx="9267">
                  <c:v>6.0</c:v>
                </c:pt>
                <c:pt idx="9268">
                  <c:v>6.0</c:v>
                </c:pt>
                <c:pt idx="9269">
                  <c:v>6.0</c:v>
                </c:pt>
                <c:pt idx="9270">
                  <c:v>6.0</c:v>
                </c:pt>
                <c:pt idx="9271">
                  <c:v>6.0</c:v>
                </c:pt>
                <c:pt idx="9272">
                  <c:v>6.0</c:v>
                </c:pt>
                <c:pt idx="9273">
                  <c:v>6.0</c:v>
                </c:pt>
                <c:pt idx="9274">
                  <c:v>6.0</c:v>
                </c:pt>
                <c:pt idx="9275">
                  <c:v>6.0</c:v>
                </c:pt>
                <c:pt idx="9276">
                  <c:v>6.0</c:v>
                </c:pt>
                <c:pt idx="9277">
                  <c:v>6.0</c:v>
                </c:pt>
                <c:pt idx="9278">
                  <c:v>6.0</c:v>
                </c:pt>
                <c:pt idx="9279">
                  <c:v>6.0</c:v>
                </c:pt>
                <c:pt idx="9280">
                  <c:v>6.0</c:v>
                </c:pt>
                <c:pt idx="9281">
                  <c:v>6.0</c:v>
                </c:pt>
                <c:pt idx="9282">
                  <c:v>6.0</c:v>
                </c:pt>
                <c:pt idx="9283">
                  <c:v>6.0</c:v>
                </c:pt>
                <c:pt idx="9284">
                  <c:v>6.0</c:v>
                </c:pt>
                <c:pt idx="9285">
                  <c:v>6.0</c:v>
                </c:pt>
                <c:pt idx="9286">
                  <c:v>6.0</c:v>
                </c:pt>
                <c:pt idx="9287">
                  <c:v>6.0</c:v>
                </c:pt>
                <c:pt idx="9288">
                  <c:v>6.0</c:v>
                </c:pt>
                <c:pt idx="9289">
                  <c:v>6.0</c:v>
                </c:pt>
                <c:pt idx="9290">
                  <c:v>6.0</c:v>
                </c:pt>
                <c:pt idx="9291">
                  <c:v>6.0</c:v>
                </c:pt>
                <c:pt idx="9292">
                  <c:v>6.0</c:v>
                </c:pt>
                <c:pt idx="9293">
                  <c:v>6.0</c:v>
                </c:pt>
                <c:pt idx="9294">
                  <c:v>6.0</c:v>
                </c:pt>
                <c:pt idx="9295">
                  <c:v>6.0</c:v>
                </c:pt>
                <c:pt idx="9296">
                  <c:v>6.0</c:v>
                </c:pt>
                <c:pt idx="9297">
                  <c:v>6.0</c:v>
                </c:pt>
                <c:pt idx="9298">
                  <c:v>6.0</c:v>
                </c:pt>
                <c:pt idx="9299">
                  <c:v>6.0</c:v>
                </c:pt>
                <c:pt idx="9300">
                  <c:v>6.0</c:v>
                </c:pt>
                <c:pt idx="9301">
                  <c:v>6.0</c:v>
                </c:pt>
                <c:pt idx="9302">
                  <c:v>6.0</c:v>
                </c:pt>
                <c:pt idx="9303">
                  <c:v>6.0</c:v>
                </c:pt>
                <c:pt idx="9304">
                  <c:v>6.0</c:v>
                </c:pt>
                <c:pt idx="9305">
                  <c:v>6.0</c:v>
                </c:pt>
                <c:pt idx="9306">
                  <c:v>6.0</c:v>
                </c:pt>
                <c:pt idx="9307">
                  <c:v>6.0</c:v>
                </c:pt>
                <c:pt idx="9308">
                  <c:v>6.0</c:v>
                </c:pt>
                <c:pt idx="9309">
                  <c:v>6.0</c:v>
                </c:pt>
                <c:pt idx="9310">
                  <c:v>6.0</c:v>
                </c:pt>
                <c:pt idx="9311">
                  <c:v>6.0</c:v>
                </c:pt>
                <c:pt idx="9312">
                  <c:v>6.0</c:v>
                </c:pt>
                <c:pt idx="9313">
                  <c:v>6.0</c:v>
                </c:pt>
                <c:pt idx="9314">
                  <c:v>6.0</c:v>
                </c:pt>
                <c:pt idx="9315">
                  <c:v>6.0</c:v>
                </c:pt>
                <c:pt idx="9316">
                  <c:v>6.0</c:v>
                </c:pt>
                <c:pt idx="9317">
                  <c:v>6.0</c:v>
                </c:pt>
                <c:pt idx="9318">
                  <c:v>6.0</c:v>
                </c:pt>
                <c:pt idx="9319">
                  <c:v>6.0</c:v>
                </c:pt>
                <c:pt idx="9320">
                  <c:v>6.0</c:v>
                </c:pt>
                <c:pt idx="9321">
                  <c:v>6.0</c:v>
                </c:pt>
                <c:pt idx="9322">
                  <c:v>6.0</c:v>
                </c:pt>
                <c:pt idx="9323">
                  <c:v>6.0</c:v>
                </c:pt>
                <c:pt idx="9324">
                  <c:v>6.0</c:v>
                </c:pt>
                <c:pt idx="9325">
                  <c:v>6.0</c:v>
                </c:pt>
                <c:pt idx="9326">
                  <c:v>6.0</c:v>
                </c:pt>
                <c:pt idx="9327">
                  <c:v>6.0</c:v>
                </c:pt>
                <c:pt idx="9328">
                  <c:v>6.0</c:v>
                </c:pt>
                <c:pt idx="9329">
                  <c:v>6.0</c:v>
                </c:pt>
                <c:pt idx="9330">
                  <c:v>6.0</c:v>
                </c:pt>
                <c:pt idx="9331">
                  <c:v>6.0</c:v>
                </c:pt>
                <c:pt idx="9332">
                  <c:v>6.0</c:v>
                </c:pt>
                <c:pt idx="9333">
                  <c:v>6.0</c:v>
                </c:pt>
                <c:pt idx="9334">
                  <c:v>6.0</c:v>
                </c:pt>
                <c:pt idx="9335">
                  <c:v>6.0</c:v>
                </c:pt>
                <c:pt idx="9336">
                  <c:v>6.0</c:v>
                </c:pt>
                <c:pt idx="9337">
                  <c:v>6.0</c:v>
                </c:pt>
                <c:pt idx="9338">
                  <c:v>6.0</c:v>
                </c:pt>
                <c:pt idx="9339">
                  <c:v>6.0</c:v>
                </c:pt>
                <c:pt idx="9340">
                  <c:v>6.0</c:v>
                </c:pt>
                <c:pt idx="9341">
                  <c:v>6.0</c:v>
                </c:pt>
                <c:pt idx="9342">
                  <c:v>6.0</c:v>
                </c:pt>
                <c:pt idx="9343">
                  <c:v>6.0</c:v>
                </c:pt>
                <c:pt idx="9344">
                  <c:v>6.0</c:v>
                </c:pt>
                <c:pt idx="9345">
                  <c:v>6.0</c:v>
                </c:pt>
                <c:pt idx="9346">
                  <c:v>6.0</c:v>
                </c:pt>
                <c:pt idx="9347">
                  <c:v>6.0</c:v>
                </c:pt>
                <c:pt idx="9348">
                  <c:v>6.0</c:v>
                </c:pt>
                <c:pt idx="9349">
                  <c:v>6.0</c:v>
                </c:pt>
                <c:pt idx="9350">
                  <c:v>6.0</c:v>
                </c:pt>
                <c:pt idx="9351">
                  <c:v>6.0</c:v>
                </c:pt>
                <c:pt idx="9352">
                  <c:v>6.0</c:v>
                </c:pt>
                <c:pt idx="9353">
                  <c:v>6.0</c:v>
                </c:pt>
                <c:pt idx="9354">
                  <c:v>6.0</c:v>
                </c:pt>
                <c:pt idx="9355">
                  <c:v>6.0</c:v>
                </c:pt>
                <c:pt idx="9356">
                  <c:v>6.0</c:v>
                </c:pt>
                <c:pt idx="9357">
                  <c:v>6.0</c:v>
                </c:pt>
                <c:pt idx="9358">
                  <c:v>6.0</c:v>
                </c:pt>
                <c:pt idx="9359">
                  <c:v>6.0</c:v>
                </c:pt>
                <c:pt idx="9360">
                  <c:v>6.0</c:v>
                </c:pt>
                <c:pt idx="9361">
                  <c:v>6.0</c:v>
                </c:pt>
                <c:pt idx="9362">
                  <c:v>6.0</c:v>
                </c:pt>
                <c:pt idx="9363">
                  <c:v>6.0</c:v>
                </c:pt>
                <c:pt idx="9364">
                  <c:v>6.0</c:v>
                </c:pt>
                <c:pt idx="9365">
                  <c:v>6.0</c:v>
                </c:pt>
                <c:pt idx="9366">
                  <c:v>6.0</c:v>
                </c:pt>
                <c:pt idx="9367">
                  <c:v>6.0</c:v>
                </c:pt>
                <c:pt idx="9368">
                  <c:v>6.0</c:v>
                </c:pt>
                <c:pt idx="9369">
                  <c:v>6.0</c:v>
                </c:pt>
                <c:pt idx="9370">
                  <c:v>6.0</c:v>
                </c:pt>
                <c:pt idx="9371">
                  <c:v>6.0</c:v>
                </c:pt>
                <c:pt idx="9372">
                  <c:v>6.0</c:v>
                </c:pt>
                <c:pt idx="9373">
                  <c:v>6.0</c:v>
                </c:pt>
                <c:pt idx="9374">
                  <c:v>6.0</c:v>
                </c:pt>
                <c:pt idx="9375">
                  <c:v>6.0</c:v>
                </c:pt>
                <c:pt idx="9376">
                  <c:v>6.0</c:v>
                </c:pt>
                <c:pt idx="9377">
                  <c:v>6.0</c:v>
                </c:pt>
                <c:pt idx="9378">
                  <c:v>6.0</c:v>
                </c:pt>
                <c:pt idx="9379">
                  <c:v>6.0</c:v>
                </c:pt>
                <c:pt idx="9380">
                  <c:v>6.0</c:v>
                </c:pt>
                <c:pt idx="9381">
                  <c:v>6.0</c:v>
                </c:pt>
                <c:pt idx="9382">
                  <c:v>6.0</c:v>
                </c:pt>
                <c:pt idx="9383">
                  <c:v>6.0</c:v>
                </c:pt>
                <c:pt idx="9384">
                  <c:v>6.0</c:v>
                </c:pt>
                <c:pt idx="9385">
                  <c:v>6.0</c:v>
                </c:pt>
                <c:pt idx="9386">
                  <c:v>6.0</c:v>
                </c:pt>
                <c:pt idx="9387">
                  <c:v>6.0</c:v>
                </c:pt>
                <c:pt idx="9388">
                  <c:v>6.0</c:v>
                </c:pt>
                <c:pt idx="9389">
                  <c:v>6.0</c:v>
                </c:pt>
                <c:pt idx="9390">
                  <c:v>6.0</c:v>
                </c:pt>
                <c:pt idx="9391">
                  <c:v>6.0</c:v>
                </c:pt>
                <c:pt idx="9392">
                  <c:v>6.0</c:v>
                </c:pt>
                <c:pt idx="9393">
                  <c:v>6.0</c:v>
                </c:pt>
                <c:pt idx="9394">
                  <c:v>6.0</c:v>
                </c:pt>
                <c:pt idx="9395">
                  <c:v>6.0</c:v>
                </c:pt>
                <c:pt idx="9396">
                  <c:v>6.0</c:v>
                </c:pt>
                <c:pt idx="9397">
                  <c:v>6.0</c:v>
                </c:pt>
                <c:pt idx="9398">
                  <c:v>6.0</c:v>
                </c:pt>
                <c:pt idx="9399">
                  <c:v>6.0</c:v>
                </c:pt>
                <c:pt idx="9400">
                  <c:v>6.0</c:v>
                </c:pt>
                <c:pt idx="9401">
                  <c:v>6.0</c:v>
                </c:pt>
                <c:pt idx="9402">
                  <c:v>6.0</c:v>
                </c:pt>
                <c:pt idx="9403">
                  <c:v>6.0</c:v>
                </c:pt>
                <c:pt idx="9404">
                  <c:v>6.0</c:v>
                </c:pt>
                <c:pt idx="9405">
                  <c:v>6.0</c:v>
                </c:pt>
                <c:pt idx="9406">
                  <c:v>6.0</c:v>
                </c:pt>
                <c:pt idx="9407">
                  <c:v>6.0</c:v>
                </c:pt>
                <c:pt idx="9408">
                  <c:v>6.0</c:v>
                </c:pt>
                <c:pt idx="9409">
                  <c:v>6.0</c:v>
                </c:pt>
                <c:pt idx="9410">
                  <c:v>6.0</c:v>
                </c:pt>
                <c:pt idx="9411">
                  <c:v>6.0</c:v>
                </c:pt>
                <c:pt idx="9412">
                  <c:v>6.0</c:v>
                </c:pt>
                <c:pt idx="9413">
                  <c:v>6.0</c:v>
                </c:pt>
                <c:pt idx="9414">
                  <c:v>6.0</c:v>
                </c:pt>
                <c:pt idx="9415">
                  <c:v>6.0</c:v>
                </c:pt>
                <c:pt idx="9416">
                  <c:v>6.0</c:v>
                </c:pt>
                <c:pt idx="9417">
                  <c:v>6.0</c:v>
                </c:pt>
                <c:pt idx="9418">
                  <c:v>6.0</c:v>
                </c:pt>
                <c:pt idx="9419">
                  <c:v>6.0</c:v>
                </c:pt>
                <c:pt idx="9420">
                  <c:v>6.0</c:v>
                </c:pt>
                <c:pt idx="9421">
                  <c:v>6.0</c:v>
                </c:pt>
                <c:pt idx="9422">
                  <c:v>6.0</c:v>
                </c:pt>
                <c:pt idx="9423">
                  <c:v>6.0</c:v>
                </c:pt>
                <c:pt idx="9424">
                  <c:v>6.0</c:v>
                </c:pt>
                <c:pt idx="9425">
                  <c:v>6.0</c:v>
                </c:pt>
                <c:pt idx="9426">
                  <c:v>6.0</c:v>
                </c:pt>
                <c:pt idx="9427">
                  <c:v>6.0</c:v>
                </c:pt>
                <c:pt idx="9428">
                  <c:v>6.0</c:v>
                </c:pt>
                <c:pt idx="9429">
                  <c:v>6.0</c:v>
                </c:pt>
                <c:pt idx="9430">
                  <c:v>6.0</c:v>
                </c:pt>
                <c:pt idx="9431">
                  <c:v>6.0</c:v>
                </c:pt>
                <c:pt idx="9432">
                  <c:v>6.0</c:v>
                </c:pt>
                <c:pt idx="9433">
                  <c:v>6.0</c:v>
                </c:pt>
                <c:pt idx="9434">
                  <c:v>6.0</c:v>
                </c:pt>
                <c:pt idx="9435">
                  <c:v>6.0</c:v>
                </c:pt>
                <c:pt idx="9436">
                  <c:v>6.0</c:v>
                </c:pt>
                <c:pt idx="9437">
                  <c:v>6.0</c:v>
                </c:pt>
                <c:pt idx="9438">
                  <c:v>6.0</c:v>
                </c:pt>
                <c:pt idx="9439">
                  <c:v>6.0</c:v>
                </c:pt>
                <c:pt idx="9440">
                  <c:v>6.0</c:v>
                </c:pt>
                <c:pt idx="9441">
                  <c:v>6.0</c:v>
                </c:pt>
                <c:pt idx="9442">
                  <c:v>6.0</c:v>
                </c:pt>
                <c:pt idx="9443">
                  <c:v>6.0</c:v>
                </c:pt>
                <c:pt idx="9444">
                  <c:v>6.0</c:v>
                </c:pt>
                <c:pt idx="9445">
                  <c:v>6.0</c:v>
                </c:pt>
                <c:pt idx="9446">
                  <c:v>6.0</c:v>
                </c:pt>
                <c:pt idx="9447">
                  <c:v>6.0</c:v>
                </c:pt>
                <c:pt idx="9448">
                  <c:v>6.0</c:v>
                </c:pt>
                <c:pt idx="9449">
                  <c:v>6.0</c:v>
                </c:pt>
                <c:pt idx="9450">
                  <c:v>6.0</c:v>
                </c:pt>
                <c:pt idx="9451">
                  <c:v>6.0</c:v>
                </c:pt>
                <c:pt idx="9452">
                  <c:v>6.0</c:v>
                </c:pt>
                <c:pt idx="9453">
                  <c:v>6.0</c:v>
                </c:pt>
                <c:pt idx="9454">
                  <c:v>6.0</c:v>
                </c:pt>
                <c:pt idx="9455">
                  <c:v>6.0</c:v>
                </c:pt>
                <c:pt idx="9456">
                  <c:v>6.0</c:v>
                </c:pt>
                <c:pt idx="9457">
                  <c:v>6.0</c:v>
                </c:pt>
                <c:pt idx="9458">
                  <c:v>6.0</c:v>
                </c:pt>
                <c:pt idx="9459">
                  <c:v>6.0</c:v>
                </c:pt>
                <c:pt idx="9460">
                  <c:v>6.0</c:v>
                </c:pt>
                <c:pt idx="9461">
                  <c:v>6.0</c:v>
                </c:pt>
                <c:pt idx="9462">
                  <c:v>6.0</c:v>
                </c:pt>
                <c:pt idx="9463">
                  <c:v>6.0</c:v>
                </c:pt>
                <c:pt idx="9464">
                  <c:v>6.0</c:v>
                </c:pt>
                <c:pt idx="9465">
                  <c:v>6.0</c:v>
                </c:pt>
                <c:pt idx="9466">
                  <c:v>6.0</c:v>
                </c:pt>
                <c:pt idx="9467">
                  <c:v>6.0</c:v>
                </c:pt>
                <c:pt idx="9468">
                  <c:v>6.0</c:v>
                </c:pt>
                <c:pt idx="9469">
                  <c:v>6.0</c:v>
                </c:pt>
                <c:pt idx="9470">
                  <c:v>6.0</c:v>
                </c:pt>
                <c:pt idx="9471">
                  <c:v>6.0</c:v>
                </c:pt>
                <c:pt idx="9472">
                  <c:v>6.0</c:v>
                </c:pt>
                <c:pt idx="9473">
                  <c:v>6.0</c:v>
                </c:pt>
                <c:pt idx="9474">
                  <c:v>6.0</c:v>
                </c:pt>
                <c:pt idx="9475">
                  <c:v>6.0</c:v>
                </c:pt>
                <c:pt idx="9476">
                  <c:v>6.0</c:v>
                </c:pt>
                <c:pt idx="9477">
                  <c:v>6.0</c:v>
                </c:pt>
                <c:pt idx="9478">
                  <c:v>6.0</c:v>
                </c:pt>
                <c:pt idx="9479">
                  <c:v>6.0</c:v>
                </c:pt>
                <c:pt idx="9480">
                  <c:v>6.0</c:v>
                </c:pt>
                <c:pt idx="9481">
                  <c:v>6.0</c:v>
                </c:pt>
                <c:pt idx="9482">
                  <c:v>6.0</c:v>
                </c:pt>
                <c:pt idx="9483">
                  <c:v>6.0</c:v>
                </c:pt>
                <c:pt idx="9484">
                  <c:v>6.0</c:v>
                </c:pt>
                <c:pt idx="9485">
                  <c:v>6.0</c:v>
                </c:pt>
                <c:pt idx="9486">
                  <c:v>6.0</c:v>
                </c:pt>
                <c:pt idx="9487">
                  <c:v>6.0</c:v>
                </c:pt>
                <c:pt idx="9488">
                  <c:v>6.0</c:v>
                </c:pt>
                <c:pt idx="9489">
                  <c:v>6.0</c:v>
                </c:pt>
                <c:pt idx="9490">
                  <c:v>6.0</c:v>
                </c:pt>
                <c:pt idx="9491">
                  <c:v>6.0</c:v>
                </c:pt>
                <c:pt idx="9492">
                  <c:v>6.0</c:v>
                </c:pt>
                <c:pt idx="9493">
                  <c:v>6.0</c:v>
                </c:pt>
                <c:pt idx="9494">
                  <c:v>6.0</c:v>
                </c:pt>
                <c:pt idx="9495">
                  <c:v>6.0</c:v>
                </c:pt>
                <c:pt idx="9496">
                  <c:v>6.0</c:v>
                </c:pt>
                <c:pt idx="9497">
                  <c:v>6.0</c:v>
                </c:pt>
                <c:pt idx="9498">
                  <c:v>6.0</c:v>
                </c:pt>
                <c:pt idx="9499">
                  <c:v>6.0</c:v>
                </c:pt>
                <c:pt idx="9500">
                  <c:v>6.0</c:v>
                </c:pt>
                <c:pt idx="9501">
                  <c:v>6.0</c:v>
                </c:pt>
                <c:pt idx="9502">
                  <c:v>6.0</c:v>
                </c:pt>
                <c:pt idx="9503">
                  <c:v>6.0</c:v>
                </c:pt>
                <c:pt idx="9504">
                  <c:v>6.0</c:v>
                </c:pt>
                <c:pt idx="9505">
                  <c:v>6.0</c:v>
                </c:pt>
                <c:pt idx="9506">
                  <c:v>6.0</c:v>
                </c:pt>
                <c:pt idx="9507">
                  <c:v>6.0</c:v>
                </c:pt>
                <c:pt idx="9508">
                  <c:v>6.0</c:v>
                </c:pt>
                <c:pt idx="9509">
                  <c:v>6.0</c:v>
                </c:pt>
                <c:pt idx="9510">
                  <c:v>6.0</c:v>
                </c:pt>
                <c:pt idx="9511">
                  <c:v>6.0</c:v>
                </c:pt>
                <c:pt idx="9512">
                  <c:v>6.0</c:v>
                </c:pt>
                <c:pt idx="9513">
                  <c:v>6.0</c:v>
                </c:pt>
                <c:pt idx="9514">
                  <c:v>6.0</c:v>
                </c:pt>
                <c:pt idx="9515">
                  <c:v>6.0</c:v>
                </c:pt>
                <c:pt idx="9516">
                  <c:v>6.0</c:v>
                </c:pt>
                <c:pt idx="9517">
                  <c:v>6.0</c:v>
                </c:pt>
                <c:pt idx="9518">
                  <c:v>6.0</c:v>
                </c:pt>
                <c:pt idx="9519">
                  <c:v>6.0</c:v>
                </c:pt>
                <c:pt idx="9520">
                  <c:v>6.0</c:v>
                </c:pt>
                <c:pt idx="9521">
                  <c:v>6.0</c:v>
                </c:pt>
                <c:pt idx="9522">
                  <c:v>6.0</c:v>
                </c:pt>
                <c:pt idx="9523">
                  <c:v>6.0</c:v>
                </c:pt>
                <c:pt idx="9524">
                  <c:v>6.0</c:v>
                </c:pt>
                <c:pt idx="9525">
                  <c:v>6.0</c:v>
                </c:pt>
                <c:pt idx="9526">
                  <c:v>6.0</c:v>
                </c:pt>
                <c:pt idx="9527">
                  <c:v>6.0</c:v>
                </c:pt>
                <c:pt idx="9528">
                  <c:v>6.0</c:v>
                </c:pt>
                <c:pt idx="9529">
                  <c:v>6.0</c:v>
                </c:pt>
                <c:pt idx="9530">
                  <c:v>6.0</c:v>
                </c:pt>
                <c:pt idx="9531">
                  <c:v>6.0</c:v>
                </c:pt>
                <c:pt idx="9532">
                  <c:v>6.0</c:v>
                </c:pt>
                <c:pt idx="9533">
                  <c:v>6.0</c:v>
                </c:pt>
                <c:pt idx="9534">
                  <c:v>6.0</c:v>
                </c:pt>
                <c:pt idx="9535">
                  <c:v>6.0</c:v>
                </c:pt>
                <c:pt idx="9536">
                  <c:v>6.0</c:v>
                </c:pt>
                <c:pt idx="9537">
                  <c:v>6.0</c:v>
                </c:pt>
                <c:pt idx="9538">
                  <c:v>6.0</c:v>
                </c:pt>
                <c:pt idx="9539">
                  <c:v>6.0</c:v>
                </c:pt>
                <c:pt idx="9540">
                  <c:v>6.0</c:v>
                </c:pt>
                <c:pt idx="9541">
                  <c:v>6.0</c:v>
                </c:pt>
                <c:pt idx="9542">
                  <c:v>6.0</c:v>
                </c:pt>
                <c:pt idx="9543">
                  <c:v>6.0</c:v>
                </c:pt>
                <c:pt idx="9544">
                  <c:v>6.0</c:v>
                </c:pt>
                <c:pt idx="9545">
                  <c:v>6.0</c:v>
                </c:pt>
                <c:pt idx="9546">
                  <c:v>6.0</c:v>
                </c:pt>
                <c:pt idx="9547">
                  <c:v>6.0</c:v>
                </c:pt>
                <c:pt idx="9548">
                  <c:v>6.0</c:v>
                </c:pt>
                <c:pt idx="9549">
                  <c:v>6.0</c:v>
                </c:pt>
                <c:pt idx="9550">
                  <c:v>6.0</c:v>
                </c:pt>
                <c:pt idx="9551">
                  <c:v>6.0</c:v>
                </c:pt>
                <c:pt idx="9552">
                  <c:v>6.0</c:v>
                </c:pt>
                <c:pt idx="9553">
                  <c:v>6.0</c:v>
                </c:pt>
                <c:pt idx="9554">
                  <c:v>6.0</c:v>
                </c:pt>
                <c:pt idx="9555">
                  <c:v>6.0</c:v>
                </c:pt>
                <c:pt idx="9556">
                  <c:v>6.0</c:v>
                </c:pt>
                <c:pt idx="9557">
                  <c:v>6.0</c:v>
                </c:pt>
                <c:pt idx="9558">
                  <c:v>6.0</c:v>
                </c:pt>
                <c:pt idx="9559">
                  <c:v>6.0</c:v>
                </c:pt>
                <c:pt idx="9560">
                  <c:v>6.0</c:v>
                </c:pt>
                <c:pt idx="9561">
                  <c:v>6.0</c:v>
                </c:pt>
                <c:pt idx="9562">
                  <c:v>6.0</c:v>
                </c:pt>
                <c:pt idx="9563">
                  <c:v>6.0</c:v>
                </c:pt>
                <c:pt idx="9564">
                  <c:v>6.0</c:v>
                </c:pt>
                <c:pt idx="9565">
                  <c:v>6.0</c:v>
                </c:pt>
                <c:pt idx="9566">
                  <c:v>6.0</c:v>
                </c:pt>
                <c:pt idx="9567">
                  <c:v>6.0</c:v>
                </c:pt>
                <c:pt idx="9568">
                  <c:v>6.0</c:v>
                </c:pt>
                <c:pt idx="9569">
                  <c:v>6.0</c:v>
                </c:pt>
                <c:pt idx="9570">
                  <c:v>6.0</c:v>
                </c:pt>
                <c:pt idx="9571">
                  <c:v>6.0</c:v>
                </c:pt>
                <c:pt idx="9572">
                  <c:v>6.0</c:v>
                </c:pt>
                <c:pt idx="9573">
                  <c:v>6.0</c:v>
                </c:pt>
                <c:pt idx="9574">
                  <c:v>6.0</c:v>
                </c:pt>
                <c:pt idx="9575">
                  <c:v>6.0</c:v>
                </c:pt>
                <c:pt idx="9576">
                  <c:v>6.0</c:v>
                </c:pt>
                <c:pt idx="9577">
                  <c:v>6.0</c:v>
                </c:pt>
                <c:pt idx="9578">
                  <c:v>6.0</c:v>
                </c:pt>
                <c:pt idx="9579">
                  <c:v>6.0</c:v>
                </c:pt>
                <c:pt idx="9580">
                  <c:v>6.0</c:v>
                </c:pt>
                <c:pt idx="9581">
                  <c:v>6.0</c:v>
                </c:pt>
                <c:pt idx="9582">
                  <c:v>6.0</c:v>
                </c:pt>
                <c:pt idx="9583">
                  <c:v>6.0</c:v>
                </c:pt>
                <c:pt idx="9584">
                  <c:v>6.0</c:v>
                </c:pt>
                <c:pt idx="9585">
                  <c:v>6.0</c:v>
                </c:pt>
                <c:pt idx="9586">
                  <c:v>6.0</c:v>
                </c:pt>
                <c:pt idx="9587">
                  <c:v>6.0</c:v>
                </c:pt>
                <c:pt idx="9588">
                  <c:v>6.0</c:v>
                </c:pt>
                <c:pt idx="9589">
                  <c:v>6.0</c:v>
                </c:pt>
                <c:pt idx="9590">
                  <c:v>6.0</c:v>
                </c:pt>
                <c:pt idx="9591">
                  <c:v>6.0</c:v>
                </c:pt>
                <c:pt idx="9592">
                  <c:v>6.0</c:v>
                </c:pt>
                <c:pt idx="9593">
                  <c:v>6.0</c:v>
                </c:pt>
                <c:pt idx="9594">
                  <c:v>6.0</c:v>
                </c:pt>
                <c:pt idx="9595">
                  <c:v>6.0</c:v>
                </c:pt>
                <c:pt idx="9596">
                  <c:v>6.0</c:v>
                </c:pt>
                <c:pt idx="9597">
                  <c:v>6.0</c:v>
                </c:pt>
                <c:pt idx="9598">
                  <c:v>6.0</c:v>
                </c:pt>
                <c:pt idx="9599">
                  <c:v>6.0</c:v>
                </c:pt>
                <c:pt idx="9600">
                  <c:v>6.0</c:v>
                </c:pt>
                <c:pt idx="9601">
                  <c:v>6.0</c:v>
                </c:pt>
                <c:pt idx="9602">
                  <c:v>6.0</c:v>
                </c:pt>
                <c:pt idx="9603">
                  <c:v>6.0</c:v>
                </c:pt>
                <c:pt idx="9604">
                  <c:v>6.0</c:v>
                </c:pt>
                <c:pt idx="9605">
                  <c:v>6.0</c:v>
                </c:pt>
                <c:pt idx="9606">
                  <c:v>6.0</c:v>
                </c:pt>
                <c:pt idx="9607">
                  <c:v>6.0</c:v>
                </c:pt>
                <c:pt idx="9608">
                  <c:v>6.0</c:v>
                </c:pt>
                <c:pt idx="9609">
                  <c:v>6.0</c:v>
                </c:pt>
                <c:pt idx="9610">
                  <c:v>6.0</c:v>
                </c:pt>
                <c:pt idx="9611">
                  <c:v>6.0</c:v>
                </c:pt>
                <c:pt idx="9612">
                  <c:v>6.0</c:v>
                </c:pt>
                <c:pt idx="9613">
                  <c:v>6.0</c:v>
                </c:pt>
                <c:pt idx="9614">
                  <c:v>6.0</c:v>
                </c:pt>
                <c:pt idx="9615">
                  <c:v>6.0</c:v>
                </c:pt>
                <c:pt idx="9616">
                  <c:v>6.0</c:v>
                </c:pt>
                <c:pt idx="9617">
                  <c:v>6.0</c:v>
                </c:pt>
                <c:pt idx="9618">
                  <c:v>6.0</c:v>
                </c:pt>
                <c:pt idx="9619">
                  <c:v>6.0</c:v>
                </c:pt>
                <c:pt idx="9620">
                  <c:v>6.0</c:v>
                </c:pt>
                <c:pt idx="9621">
                  <c:v>6.0</c:v>
                </c:pt>
                <c:pt idx="9622">
                  <c:v>6.0</c:v>
                </c:pt>
                <c:pt idx="9623">
                  <c:v>6.0</c:v>
                </c:pt>
                <c:pt idx="9624">
                  <c:v>6.0</c:v>
                </c:pt>
                <c:pt idx="9625">
                  <c:v>6.0</c:v>
                </c:pt>
                <c:pt idx="9626">
                  <c:v>6.0</c:v>
                </c:pt>
                <c:pt idx="9627">
                  <c:v>6.0</c:v>
                </c:pt>
                <c:pt idx="9628">
                  <c:v>6.0</c:v>
                </c:pt>
                <c:pt idx="9629">
                  <c:v>6.0</c:v>
                </c:pt>
                <c:pt idx="9630">
                  <c:v>6.0</c:v>
                </c:pt>
                <c:pt idx="9631">
                  <c:v>6.0</c:v>
                </c:pt>
                <c:pt idx="9632">
                  <c:v>6.0</c:v>
                </c:pt>
                <c:pt idx="9633">
                  <c:v>6.0</c:v>
                </c:pt>
                <c:pt idx="9634">
                  <c:v>6.0</c:v>
                </c:pt>
                <c:pt idx="9635">
                  <c:v>6.0</c:v>
                </c:pt>
                <c:pt idx="9636">
                  <c:v>6.0</c:v>
                </c:pt>
                <c:pt idx="9637">
                  <c:v>6.0</c:v>
                </c:pt>
                <c:pt idx="9638">
                  <c:v>6.0</c:v>
                </c:pt>
                <c:pt idx="9639">
                  <c:v>6.0</c:v>
                </c:pt>
                <c:pt idx="9640">
                  <c:v>6.0</c:v>
                </c:pt>
                <c:pt idx="9641">
                  <c:v>6.0</c:v>
                </c:pt>
                <c:pt idx="9642">
                  <c:v>6.0</c:v>
                </c:pt>
                <c:pt idx="9643">
                  <c:v>6.0</c:v>
                </c:pt>
                <c:pt idx="9644">
                  <c:v>6.0</c:v>
                </c:pt>
                <c:pt idx="9645">
                  <c:v>6.0</c:v>
                </c:pt>
                <c:pt idx="9646">
                  <c:v>6.0</c:v>
                </c:pt>
                <c:pt idx="9647">
                  <c:v>6.0</c:v>
                </c:pt>
                <c:pt idx="9648">
                  <c:v>6.0</c:v>
                </c:pt>
                <c:pt idx="9649">
                  <c:v>6.0</c:v>
                </c:pt>
                <c:pt idx="9650">
                  <c:v>6.0</c:v>
                </c:pt>
                <c:pt idx="9651">
                  <c:v>6.0</c:v>
                </c:pt>
                <c:pt idx="9652">
                  <c:v>6.0</c:v>
                </c:pt>
                <c:pt idx="9653">
                  <c:v>6.0</c:v>
                </c:pt>
                <c:pt idx="9654">
                  <c:v>6.0</c:v>
                </c:pt>
                <c:pt idx="9655">
                  <c:v>6.0</c:v>
                </c:pt>
                <c:pt idx="9656">
                  <c:v>6.0</c:v>
                </c:pt>
                <c:pt idx="9657">
                  <c:v>6.0</c:v>
                </c:pt>
                <c:pt idx="9658">
                  <c:v>6.0</c:v>
                </c:pt>
                <c:pt idx="9659">
                  <c:v>6.0</c:v>
                </c:pt>
                <c:pt idx="9660">
                  <c:v>6.0</c:v>
                </c:pt>
                <c:pt idx="9661">
                  <c:v>6.0</c:v>
                </c:pt>
                <c:pt idx="9662">
                  <c:v>6.0</c:v>
                </c:pt>
                <c:pt idx="9663">
                  <c:v>6.0</c:v>
                </c:pt>
                <c:pt idx="9664">
                  <c:v>6.0</c:v>
                </c:pt>
                <c:pt idx="9665">
                  <c:v>6.0</c:v>
                </c:pt>
                <c:pt idx="9666">
                  <c:v>6.0</c:v>
                </c:pt>
                <c:pt idx="9667">
                  <c:v>6.0</c:v>
                </c:pt>
                <c:pt idx="9668">
                  <c:v>6.0</c:v>
                </c:pt>
                <c:pt idx="9669">
                  <c:v>6.0</c:v>
                </c:pt>
                <c:pt idx="9670">
                  <c:v>6.0</c:v>
                </c:pt>
                <c:pt idx="9671">
                  <c:v>6.0</c:v>
                </c:pt>
                <c:pt idx="9672">
                  <c:v>6.0</c:v>
                </c:pt>
                <c:pt idx="9673">
                  <c:v>6.0</c:v>
                </c:pt>
                <c:pt idx="9674">
                  <c:v>6.0</c:v>
                </c:pt>
                <c:pt idx="9675">
                  <c:v>6.0</c:v>
                </c:pt>
                <c:pt idx="9676">
                  <c:v>6.0</c:v>
                </c:pt>
                <c:pt idx="9677">
                  <c:v>6.0</c:v>
                </c:pt>
                <c:pt idx="9678">
                  <c:v>6.0</c:v>
                </c:pt>
                <c:pt idx="9679">
                  <c:v>6.0</c:v>
                </c:pt>
                <c:pt idx="9680">
                  <c:v>6.0</c:v>
                </c:pt>
                <c:pt idx="9681">
                  <c:v>6.0</c:v>
                </c:pt>
                <c:pt idx="9682">
                  <c:v>6.0</c:v>
                </c:pt>
                <c:pt idx="9683">
                  <c:v>6.0</c:v>
                </c:pt>
                <c:pt idx="9684">
                  <c:v>6.0</c:v>
                </c:pt>
                <c:pt idx="9685">
                  <c:v>6.0</c:v>
                </c:pt>
                <c:pt idx="9686">
                  <c:v>6.0</c:v>
                </c:pt>
                <c:pt idx="9687">
                  <c:v>6.0</c:v>
                </c:pt>
                <c:pt idx="9688">
                  <c:v>6.0</c:v>
                </c:pt>
                <c:pt idx="9689">
                  <c:v>6.0</c:v>
                </c:pt>
                <c:pt idx="9690">
                  <c:v>6.0</c:v>
                </c:pt>
                <c:pt idx="9691">
                  <c:v>6.0</c:v>
                </c:pt>
                <c:pt idx="9692">
                  <c:v>6.0</c:v>
                </c:pt>
                <c:pt idx="9693">
                  <c:v>6.0</c:v>
                </c:pt>
                <c:pt idx="9694">
                  <c:v>6.0</c:v>
                </c:pt>
                <c:pt idx="9695">
                  <c:v>6.0</c:v>
                </c:pt>
                <c:pt idx="9696">
                  <c:v>6.0</c:v>
                </c:pt>
                <c:pt idx="9697">
                  <c:v>6.0</c:v>
                </c:pt>
                <c:pt idx="9698">
                  <c:v>6.0</c:v>
                </c:pt>
                <c:pt idx="9699">
                  <c:v>6.0</c:v>
                </c:pt>
                <c:pt idx="9700">
                  <c:v>6.0</c:v>
                </c:pt>
                <c:pt idx="9701">
                  <c:v>6.0</c:v>
                </c:pt>
                <c:pt idx="9702">
                  <c:v>6.0</c:v>
                </c:pt>
                <c:pt idx="9703">
                  <c:v>6.0</c:v>
                </c:pt>
                <c:pt idx="9704">
                  <c:v>6.0</c:v>
                </c:pt>
                <c:pt idx="9705">
                  <c:v>6.0</c:v>
                </c:pt>
                <c:pt idx="9706">
                  <c:v>6.0</c:v>
                </c:pt>
                <c:pt idx="9707">
                  <c:v>6.0</c:v>
                </c:pt>
                <c:pt idx="9708">
                  <c:v>6.0</c:v>
                </c:pt>
                <c:pt idx="9709">
                  <c:v>6.0</c:v>
                </c:pt>
                <c:pt idx="9710">
                  <c:v>6.0</c:v>
                </c:pt>
                <c:pt idx="9711">
                  <c:v>6.0</c:v>
                </c:pt>
                <c:pt idx="9712">
                  <c:v>6.0</c:v>
                </c:pt>
                <c:pt idx="9713">
                  <c:v>6.0</c:v>
                </c:pt>
                <c:pt idx="9714">
                  <c:v>6.0</c:v>
                </c:pt>
                <c:pt idx="9715">
                  <c:v>6.0</c:v>
                </c:pt>
                <c:pt idx="9716">
                  <c:v>6.0</c:v>
                </c:pt>
                <c:pt idx="9717">
                  <c:v>6.0</c:v>
                </c:pt>
                <c:pt idx="9718">
                  <c:v>6.0</c:v>
                </c:pt>
                <c:pt idx="9719">
                  <c:v>6.0</c:v>
                </c:pt>
                <c:pt idx="9720">
                  <c:v>6.0</c:v>
                </c:pt>
                <c:pt idx="9721">
                  <c:v>6.0</c:v>
                </c:pt>
                <c:pt idx="9722">
                  <c:v>6.0</c:v>
                </c:pt>
                <c:pt idx="9723">
                  <c:v>6.0</c:v>
                </c:pt>
                <c:pt idx="9724">
                  <c:v>6.0</c:v>
                </c:pt>
                <c:pt idx="9725">
                  <c:v>6.0</c:v>
                </c:pt>
                <c:pt idx="9726">
                  <c:v>6.0</c:v>
                </c:pt>
                <c:pt idx="9727">
                  <c:v>6.0</c:v>
                </c:pt>
                <c:pt idx="9728">
                  <c:v>6.0</c:v>
                </c:pt>
                <c:pt idx="9729">
                  <c:v>6.0</c:v>
                </c:pt>
                <c:pt idx="9730">
                  <c:v>6.0</c:v>
                </c:pt>
                <c:pt idx="9731">
                  <c:v>6.0</c:v>
                </c:pt>
                <c:pt idx="9732">
                  <c:v>6.0</c:v>
                </c:pt>
                <c:pt idx="9733">
                  <c:v>6.0</c:v>
                </c:pt>
                <c:pt idx="9734">
                  <c:v>6.0</c:v>
                </c:pt>
                <c:pt idx="9735">
                  <c:v>6.0</c:v>
                </c:pt>
                <c:pt idx="9736">
                  <c:v>6.0</c:v>
                </c:pt>
                <c:pt idx="9737">
                  <c:v>6.0</c:v>
                </c:pt>
                <c:pt idx="9738">
                  <c:v>6.0</c:v>
                </c:pt>
                <c:pt idx="9739">
                  <c:v>6.0</c:v>
                </c:pt>
                <c:pt idx="9740">
                  <c:v>6.0</c:v>
                </c:pt>
                <c:pt idx="9741">
                  <c:v>6.0</c:v>
                </c:pt>
                <c:pt idx="9742">
                  <c:v>6.0</c:v>
                </c:pt>
                <c:pt idx="9743">
                  <c:v>6.0</c:v>
                </c:pt>
                <c:pt idx="9744">
                  <c:v>6.0</c:v>
                </c:pt>
                <c:pt idx="9745">
                  <c:v>6.0</c:v>
                </c:pt>
                <c:pt idx="9746">
                  <c:v>6.0</c:v>
                </c:pt>
                <c:pt idx="9747">
                  <c:v>6.0</c:v>
                </c:pt>
                <c:pt idx="9748">
                  <c:v>6.0</c:v>
                </c:pt>
                <c:pt idx="9749">
                  <c:v>6.0</c:v>
                </c:pt>
                <c:pt idx="9750">
                  <c:v>6.0</c:v>
                </c:pt>
                <c:pt idx="9751">
                  <c:v>6.0</c:v>
                </c:pt>
                <c:pt idx="9752">
                  <c:v>6.0</c:v>
                </c:pt>
                <c:pt idx="9753">
                  <c:v>6.0</c:v>
                </c:pt>
                <c:pt idx="9754">
                  <c:v>6.0</c:v>
                </c:pt>
                <c:pt idx="9755">
                  <c:v>6.0</c:v>
                </c:pt>
                <c:pt idx="9756">
                  <c:v>6.0</c:v>
                </c:pt>
                <c:pt idx="9757">
                  <c:v>6.0</c:v>
                </c:pt>
                <c:pt idx="9758">
                  <c:v>6.0</c:v>
                </c:pt>
                <c:pt idx="9759">
                  <c:v>6.0</c:v>
                </c:pt>
                <c:pt idx="9760">
                  <c:v>6.0</c:v>
                </c:pt>
                <c:pt idx="9761">
                  <c:v>6.0</c:v>
                </c:pt>
                <c:pt idx="9762">
                  <c:v>6.0</c:v>
                </c:pt>
                <c:pt idx="9763">
                  <c:v>6.0</c:v>
                </c:pt>
                <c:pt idx="9764">
                  <c:v>6.0</c:v>
                </c:pt>
                <c:pt idx="9765">
                  <c:v>6.0</c:v>
                </c:pt>
                <c:pt idx="9766">
                  <c:v>6.0</c:v>
                </c:pt>
                <c:pt idx="9767">
                  <c:v>6.0</c:v>
                </c:pt>
                <c:pt idx="9768">
                  <c:v>6.0</c:v>
                </c:pt>
                <c:pt idx="9769">
                  <c:v>6.0</c:v>
                </c:pt>
                <c:pt idx="9770">
                  <c:v>6.0</c:v>
                </c:pt>
                <c:pt idx="9771">
                  <c:v>6.0</c:v>
                </c:pt>
                <c:pt idx="9772">
                  <c:v>6.0</c:v>
                </c:pt>
                <c:pt idx="9773">
                  <c:v>6.0</c:v>
                </c:pt>
                <c:pt idx="9774">
                  <c:v>6.0</c:v>
                </c:pt>
                <c:pt idx="9775">
                  <c:v>6.0</c:v>
                </c:pt>
                <c:pt idx="9776">
                  <c:v>6.0</c:v>
                </c:pt>
                <c:pt idx="9777">
                  <c:v>6.0</c:v>
                </c:pt>
                <c:pt idx="9778">
                  <c:v>6.0</c:v>
                </c:pt>
                <c:pt idx="9779">
                  <c:v>6.0</c:v>
                </c:pt>
                <c:pt idx="9780">
                  <c:v>6.0</c:v>
                </c:pt>
                <c:pt idx="9781">
                  <c:v>6.0</c:v>
                </c:pt>
                <c:pt idx="9782">
                  <c:v>6.0</c:v>
                </c:pt>
                <c:pt idx="9783">
                  <c:v>6.0</c:v>
                </c:pt>
                <c:pt idx="9784">
                  <c:v>6.0</c:v>
                </c:pt>
                <c:pt idx="9785">
                  <c:v>6.0</c:v>
                </c:pt>
                <c:pt idx="9786">
                  <c:v>6.0</c:v>
                </c:pt>
                <c:pt idx="9787">
                  <c:v>6.0</c:v>
                </c:pt>
                <c:pt idx="9788">
                  <c:v>6.0</c:v>
                </c:pt>
                <c:pt idx="9789">
                  <c:v>6.0</c:v>
                </c:pt>
                <c:pt idx="9790">
                  <c:v>6.0</c:v>
                </c:pt>
                <c:pt idx="9791">
                  <c:v>6.0</c:v>
                </c:pt>
                <c:pt idx="9792">
                  <c:v>6.0</c:v>
                </c:pt>
                <c:pt idx="9793">
                  <c:v>6.0</c:v>
                </c:pt>
                <c:pt idx="9794">
                  <c:v>6.0</c:v>
                </c:pt>
                <c:pt idx="9795">
                  <c:v>6.0</c:v>
                </c:pt>
                <c:pt idx="9796">
                  <c:v>6.0</c:v>
                </c:pt>
                <c:pt idx="9797">
                  <c:v>6.0</c:v>
                </c:pt>
                <c:pt idx="9798">
                  <c:v>6.0</c:v>
                </c:pt>
                <c:pt idx="9799">
                  <c:v>6.0</c:v>
                </c:pt>
                <c:pt idx="9800">
                  <c:v>6.0</c:v>
                </c:pt>
                <c:pt idx="9801">
                  <c:v>6.0</c:v>
                </c:pt>
                <c:pt idx="9802">
                  <c:v>6.0</c:v>
                </c:pt>
                <c:pt idx="9803">
                  <c:v>6.0</c:v>
                </c:pt>
                <c:pt idx="9804">
                  <c:v>6.0</c:v>
                </c:pt>
                <c:pt idx="9805">
                  <c:v>6.0</c:v>
                </c:pt>
                <c:pt idx="9806">
                  <c:v>6.0</c:v>
                </c:pt>
                <c:pt idx="9807">
                  <c:v>6.0</c:v>
                </c:pt>
                <c:pt idx="9808">
                  <c:v>6.0</c:v>
                </c:pt>
                <c:pt idx="9809">
                  <c:v>6.0</c:v>
                </c:pt>
                <c:pt idx="9810">
                  <c:v>6.0</c:v>
                </c:pt>
                <c:pt idx="9811">
                  <c:v>6.0</c:v>
                </c:pt>
                <c:pt idx="9812">
                  <c:v>6.0</c:v>
                </c:pt>
                <c:pt idx="9813">
                  <c:v>6.0</c:v>
                </c:pt>
                <c:pt idx="9814">
                  <c:v>6.0</c:v>
                </c:pt>
                <c:pt idx="9815">
                  <c:v>6.0</c:v>
                </c:pt>
                <c:pt idx="9816">
                  <c:v>6.0</c:v>
                </c:pt>
                <c:pt idx="9817">
                  <c:v>6.0</c:v>
                </c:pt>
                <c:pt idx="9818">
                  <c:v>6.0</c:v>
                </c:pt>
                <c:pt idx="9819">
                  <c:v>6.0</c:v>
                </c:pt>
                <c:pt idx="9820">
                  <c:v>6.0</c:v>
                </c:pt>
                <c:pt idx="9821">
                  <c:v>6.0</c:v>
                </c:pt>
                <c:pt idx="9822">
                  <c:v>6.0</c:v>
                </c:pt>
                <c:pt idx="9823">
                  <c:v>6.0</c:v>
                </c:pt>
                <c:pt idx="9824">
                  <c:v>6.0</c:v>
                </c:pt>
                <c:pt idx="9825">
                  <c:v>6.0</c:v>
                </c:pt>
                <c:pt idx="9826">
                  <c:v>6.0</c:v>
                </c:pt>
                <c:pt idx="9827">
                  <c:v>6.0</c:v>
                </c:pt>
                <c:pt idx="9828">
                  <c:v>6.0</c:v>
                </c:pt>
                <c:pt idx="9829">
                  <c:v>6.0</c:v>
                </c:pt>
                <c:pt idx="9830">
                  <c:v>6.0</c:v>
                </c:pt>
                <c:pt idx="9831">
                  <c:v>6.0</c:v>
                </c:pt>
                <c:pt idx="9832">
                  <c:v>6.0</c:v>
                </c:pt>
                <c:pt idx="9833">
                  <c:v>6.0</c:v>
                </c:pt>
                <c:pt idx="9834">
                  <c:v>6.0</c:v>
                </c:pt>
                <c:pt idx="9835">
                  <c:v>6.0</c:v>
                </c:pt>
                <c:pt idx="9836">
                  <c:v>6.0</c:v>
                </c:pt>
                <c:pt idx="9837">
                  <c:v>6.0</c:v>
                </c:pt>
                <c:pt idx="9838">
                  <c:v>6.0</c:v>
                </c:pt>
                <c:pt idx="9839">
                  <c:v>6.0</c:v>
                </c:pt>
                <c:pt idx="9840">
                  <c:v>6.0</c:v>
                </c:pt>
                <c:pt idx="9841">
                  <c:v>6.0</c:v>
                </c:pt>
                <c:pt idx="9842">
                  <c:v>6.0</c:v>
                </c:pt>
                <c:pt idx="9843">
                  <c:v>6.0</c:v>
                </c:pt>
                <c:pt idx="9844">
                  <c:v>6.0</c:v>
                </c:pt>
                <c:pt idx="9845">
                  <c:v>6.0</c:v>
                </c:pt>
                <c:pt idx="9846">
                  <c:v>6.0</c:v>
                </c:pt>
                <c:pt idx="9847">
                  <c:v>6.0</c:v>
                </c:pt>
                <c:pt idx="9848">
                  <c:v>6.0</c:v>
                </c:pt>
                <c:pt idx="9849">
                  <c:v>6.0</c:v>
                </c:pt>
                <c:pt idx="9850">
                  <c:v>6.0</c:v>
                </c:pt>
                <c:pt idx="9851">
                  <c:v>6.0</c:v>
                </c:pt>
                <c:pt idx="9852">
                  <c:v>6.0</c:v>
                </c:pt>
                <c:pt idx="9853">
                  <c:v>6.0</c:v>
                </c:pt>
                <c:pt idx="9854">
                  <c:v>6.0</c:v>
                </c:pt>
                <c:pt idx="9855">
                  <c:v>6.0</c:v>
                </c:pt>
                <c:pt idx="9856">
                  <c:v>6.0</c:v>
                </c:pt>
                <c:pt idx="9857">
                  <c:v>6.0</c:v>
                </c:pt>
                <c:pt idx="9858">
                  <c:v>6.0</c:v>
                </c:pt>
                <c:pt idx="9859">
                  <c:v>6.0</c:v>
                </c:pt>
                <c:pt idx="9860">
                  <c:v>6.0</c:v>
                </c:pt>
                <c:pt idx="9861">
                  <c:v>6.0</c:v>
                </c:pt>
                <c:pt idx="9862">
                  <c:v>6.0</c:v>
                </c:pt>
                <c:pt idx="9863">
                  <c:v>6.0</c:v>
                </c:pt>
                <c:pt idx="9864">
                  <c:v>6.0</c:v>
                </c:pt>
                <c:pt idx="9865">
                  <c:v>6.0</c:v>
                </c:pt>
                <c:pt idx="9866">
                  <c:v>6.0</c:v>
                </c:pt>
                <c:pt idx="9867">
                  <c:v>6.0</c:v>
                </c:pt>
                <c:pt idx="9868">
                  <c:v>6.0</c:v>
                </c:pt>
                <c:pt idx="9869">
                  <c:v>6.0</c:v>
                </c:pt>
                <c:pt idx="9870">
                  <c:v>6.0</c:v>
                </c:pt>
                <c:pt idx="9871">
                  <c:v>6.0</c:v>
                </c:pt>
                <c:pt idx="9872">
                  <c:v>6.0</c:v>
                </c:pt>
                <c:pt idx="9873">
                  <c:v>6.0</c:v>
                </c:pt>
                <c:pt idx="9874">
                  <c:v>6.0</c:v>
                </c:pt>
                <c:pt idx="9875">
                  <c:v>6.0</c:v>
                </c:pt>
                <c:pt idx="9876">
                  <c:v>6.0</c:v>
                </c:pt>
                <c:pt idx="9877">
                  <c:v>6.0</c:v>
                </c:pt>
                <c:pt idx="9878">
                  <c:v>6.0</c:v>
                </c:pt>
                <c:pt idx="9879">
                  <c:v>6.0</c:v>
                </c:pt>
                <c:pt idx="9880">
                  <c:v>6.0</c:v>
                </c:pt>
                <c:pt idx="9881">
                  <c:v>6.0</c:v>
                </c:pt>
                <c:pt idx="9882">
                  <c:v>6.0</c:v>
                </c:pt>
                <c:pt idx="9883">
                  <c:v>6.0</c:v>
                </c:pt>
                <c:pt idx="9884">
                  <c:v>6.0</c:v>
                </c:pt>
                <c:pt idx="9885">
                  <c:v>6.0</c:v>
                </c:pt>
                <c:pt idx="9886">
                  <c:v>6.0</c:v>
                </c:pt>
                <c:pt idx="9887">
                  <c:v>6.0</c:v>
                </c:pt>
                <c:pt idx="9888">
                  <c:v>6.0</c:v>
                </c:pt>
                <c:pt idx="9889">
                  <c:v>6.0</c:v>
                </c:pt>
                <c:pt idx="9890">
                  <c:v>6.0</c:v>
                </c:pt>
                <c:pt idx="9891">
                  <c:v>6.0</c:v>
                </c:pt>
                <c:pt idx="9892">
                  <c:v>6.0</c:v>
                </c:pt>
                <c:pt idx="9893">
                  <c:v>6.0</c:v>
                </c:pt>
                <c:pt idx="9894">
                  <c:v>6.0</c:v>
                </c:pt>
                <c:pt idx="9895">
                  <c:v>6.0</c:v>
                </c:pt>
                <c:pt idx="9896">
                  <c:v>6.0</c:v>
                </c:pt>
                <c:pt idx="9897">
                  <c:v>6.0</c:v>
                </c:pt>
                <c:pt idx="9898">
                  <c:v>6.0</c:v>
                </c:pt>
                <c:pt idx="9899">
                  <c:v>6.0</c:v>
                </c:pt>
                <c:pt idx="9900">
                  <c:v>6.0</c:v>
                </c:pt>
                <c:pt idx="9901">
                  <c:v>6.0</c:v>
                </c:pt>
                <c:pt idx="9902">
                  <c:v>6.0</c:v>
                </c:pt>
                <c:pt idx="9903">
                  <c:v>6.0</c:v>
                </c:pt>
                <c:pt idx="9904">
                  <c:v>6.0</c:v>
                </c:pt>
                <c:pt idx="9905">
                  <c:v>6.0</c:v>
                </c:pt>
                <c:pt idx="9906">
                  <c:v>6.0</c:v>
                </c:pt>
                <c:pt idx="9907">
                  <c:v>6.0</c:v>
                </c:pt>
                <c:pt idx="9908">
                  <c:v>6.0</c:v>
                </c:pt>
                <c:pt idx="9909">
                  <c:v>6.0</c:v>
                </c:pt>
                <c:pt idx="9910">
                  <c:v>6.0</c:v>
                </c:pt>
                <c:pt idx="9911">
                  <c:v>6.0</c:v>
                </c:pt>
                <c:pt idx="9912">
                  <c:v>6.0</c:v>
                </c:pt>
                <c:pt idx="9913">
                  <c:v>6.0</c:v>
                </c:pt>
                <c:pt idx="9914">
                  <c:v>6.0</c:v>
                </c:pt>
                <c:pt idx="9915">
                  <c:v>6.0</c:v>
                </c:pt>
                <c:pt idx="9916">
                  <c:v>6.0</c:v>
                </c:pt>
                <c:pt idx="9917">
                  <c:v>6.0</c:v>
                </c:pt>
                <c:pt idx="9918">
                  <c:v>6.0</c:v>
                </c:pt>
                <c:pt idx="9919">
                  <c:v>6.0</c:v>
                </c:pt>
                <c:pt idx="9920">
                  <c:v>6.0</c:v>
                </c:pt>
                <c:pt idx="9921">
                  <c:v>6.0</c:v>
                </c:pt>
                <c:pt idx="9922">
                  <c:v>6.0</c:v>
                </c:pt>
                <c:pt idx="9923">
                  <c:v>6.0</c:v>
                </c:pt>
                <c:pt idx="9924">
                  <c:v>6.0</c:v>
                </c:pt>
                <c:pt idx="9925">
                  <c:v>6.0</c:v>
                </c:pt>
                <c:pt idx="9926">
                  <c:v>6.0</c:v>
                </c:pt>
                <c:pt idx="9927">
                  <c:v>6.0</c:v>
                </c:pt>
                <c:pt idx="9928">
                  <c:v>6.0</c:v>
                </c:pt>
                <c:pt idx="9929">
                  <c:v>6.0</c:v>
                </c:pt>
                <c:pt idx="9930">
                  <c:v>6.0</c:v>
                </c:pt>
                <c:pt idx="9931">
                  <c:v>6.0</c:v>
                </c:pt>
                <c:pt idx="9932">
                  <c:v>6.0</c:v>
                </c:pt>
                <c:pt idx="9933">
                  <c:v>6.0</c:v>
                </c:pt>
                <c:pt idx="9934">
                  <c:v>6.0</c:v>
                </c:pt>
                <c:pt idx="9935">
                  <c:v>6.0</c:v>
                </c:pt>
                <c:pt idx="9936">
                  <c:v>6.0</c:v>
                </c:pt>
                <c:pt idx="9937">
                  <c:v>6.0</c:v>
                </c:pt>
                <c:pt idx="9938">
                  <c:v>6.0</c:v>
                </c:pt>
                <c:pt idx="9939">
                  <c:v>6.0</c:v>
                </c:pt>
                <c:pt idx="9940">
                  <c:v>6.0</c:v>
                </c:pt>
                <c:pt idx="9941">
                  <c:v>6.0</c:v>
                </c:pt>
                <c:pt idx="9942">
                  <c:v>6.0</c:v>
                </c:pt>
                <c:pt idx="9943">
                  <c:v>6.0</c:v>
                </c:pt>
                <c:pt idx="9944">
                  <c:v>6.0</c:v>
                </c:pt>
                <c:pt idx="9945">
                  <c:v>6.0</c:v>
                </c:pt>
                <c:pt idx="9946">
                  <c:v>6.0</c:v>
                </c:pt>
                <c:pt idx="9947">
                  <c:v>6.0</c:v>
                </c:pt>
                <c:pt idx="9948">
                  <c:v>6.0</c:v>
                </c:pt>
                <c:pt idx="9949">
                  <c:v>6.0</c:v>
                </c:pt>
                <c:pt idx="9950">
                  <c:v>6.0</c:v>
                </c:pt>
                <c:pt idx="9951">
                  <c:v>6.0</c:v>
                </c:pt>
                <c:pt idx="9952">
                  <c:v>6.0</c:v>
                </c:pt>
                <c:pt idx="9953">
                  <c:v>6.0</c:v>
                </c:pt>
                <c:pt idx="9954">
                  <c:v>6.0</c:v>
                </c:pt>
                <c:pt idx="9955">
                  <c:v>6.0</c:v>
                </c:pt>
                <c:pt idx="9956">
                  <c:v>6.0</c:v>
                </c:pt>
                <c:pt idx="9957">
                  <c:v>6.0</c:v>
                </c:pt>
                <c:pt idx="9958">
                  <c:v>6.0</c:v>
                </c:pt>
                <c:pt idx="9959">
                  <c:v>6.0</c:v>
                </c:pt>
                <c:pt idx="9960">
                  <c:v>6.0</c:v>
                </c:pt>
                <c:pt idx="9961">
                  <c:v>6.0</c:v>
                </c:pt>
                <c:pt idx="9962">
                  <c:v>6.0</c:v>
                </c:pt>
                <c:pt idx="9963">
                  <c:v>6.0</c:v>
                </c:pt>
                <c:pt idx="9964">
                  <c:v>6.0</c:v>
                </c:pt>
                <c:pt idx="9965">
                  <c:v>6.0</c:v>
                </c:pt>
                <c:pt idx="9966">
                  <c:v>6.0</c:v>
                </c:pt>
                <c:pt idx="9967">
                  <c:v>6.0</c:v>
                </c:pt>
                <c:pt idx="9968">
                  <c:v>6.0</c:v>
                </c:pt>
                <c:pt idx="9969">
                  <c:v>6.0</c:v>
                </c:pt>
                <c:pt idx="9970">
                  <c:v>6.0</c:v>
                </c:pt>
                <c:pt idx="9971">
                  <c:v>6.0</c:v>
                </c:pt>
                <c:pt idx="9972">
                  <c:v>6.0</c:v>
                </c:pt>
                <c:pt idx="9973">
                  <c:v>6.0</c:v>
                </c:pt>
                <c:pt idx="9974">
                  <c:v>6.0</c:v>
                </c:pt>
                <c:pt idx="9975">
                  <c:v>6.0</c:v>
                </c:pt>
                <c:pt idx="9976">
                  <c:v>6.0</c:v>
                </c:pt>
                <c:pt idx="9977">
                  <c:v>6.0</c:v>
                </c:pt>
                <c:pt idx="9978">
                  <c:v>6.0</c:v>
                </c:pt>
                <c:pt idx="9979">
                  <c:v>6.0</c:v>
                </c:pt>
                <c:pt idx="9980">
                  <c:v>6.0</c:v>
                </c:pt>
                <c:pt idx="9981">
                  <c:v>6.0</c:v>
                </c:pt>
                <c:pt idx="9982">
                  <c:v>6.0</c:v>
                </c:pt>
                <c:pt idx="9983">
                  <c:v>6.0</c:v>
                </c:pt>
                <c:pt idx="9984">
                  <c:v>6.0</c:v>
                </c:pt>
                <c:pt idx="9985">
                  <c:v>6.0</c:v>
                </c:pt>
                <c:pt idx="9986">
                  <c:v>6.0</c:v>
                </c:pt>
                <c:pt idx="9987">
                  <c:v>6.0</c:v>
                </c:pt>
                <c:pt idx="9988">
                  <c:v>6.0</c:v>
                </c:pt>
                <c:pt idx="9989">
                  <c:v>6.0</c:v>
                </c:pt>
                <c:pt idx="9990">
                  <c:v>6.0</c:v>
                </c:pt>
                <c:pt idx="9991">
                  <c:v>6.0</c:v>
                </c:pt>
                <c:pt idx="9992">
                  <c:v>6.0</c:v>
                </c:pt>
                <c:pt idx="9993">
                  <c:v>6.0</c:v>
                </c:pt>
                <c:pt idx="9994">
                  <c:v>6.0</c:v>
                </c:pt>
                <c:pt idx="9995">
                  <c:v>6.0</c:v>
                </c:pt>
                <c:pt idx="9996">
                  <c:v>6.0</c:v>
                </c:pt>
                <c:pt idx="9997">
                  <c:v>6.0</c:v>
                </c:pt>
                <c:pt idx="9998">
                  <c:v>6.0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t>Top 10 群組占比分布：評估頭部集中風險</a:t>
            </a:r>
          </a:p>
        </c:rich>
      </c:tx>
      <c:layout/>
      <c:overlay val="0"/>
    </c:title>
    <c:autoTitleDeleted val="0"/>
    <c:plotArea>
      <c:barChart>
        <c:barDir val="col"/>
        <c:grouping val="clustered"/>
        <c:ser>
          <c:idx val="0"/>
          <c:order val="0"/>
          <c:tx>
            <c:strRef>
              <c:f>Sheet1!$B$1</c:f>
              <c:strCache>
                <c:ptCount val="1"/>
                <c:pt idx="0">
                  <c:v>count</c:v>
                </c:pt>
              </c:strCache>
            </c:strRef>
          </c:tx>
          <c:cat>
            <c:strRef>
              <c:f>Sheet1!$A$2:$A$11</c:f>
              <c:strCache>
                <c:ptCount val="10"/>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strCache>
            </c:strRef>
          </c:cat>
          <c:val>
            <c:numRef>
              <c:f>Sheet1!$B$2:$B$11</c:f>
              <c:numCache>
                <c:formatCode>General</c:formatCode>
                <c:ptCount val="10"/>
                <c:pt idx="0">
                  <c:v>0.4146</c:v>
                </c:pt>
                <c:pt idx="1">
                  <c:v>0.1398</c:v>
                </c:pt>
                <c:pt idx="2">
                  <c:v>0.1366</c:v>
                </c:pt>
                <c:pt idx="3">
                  <c:v>0.1318</c:v>
                </c:pt>
                <c:pt idx="4">
                  <c:v>0.1109</c:v>
                </c:pt>
                <c:pt idx="5">
                  <c:v>0.1012</c:v>
                </c:pt>
                <c:pt idx="6">
                  <c:v>0.0948</c:v>
                </c:pt>
                <c:pt idx="7">
                  <c:v>0.0932</c:v>
                </c:pt>
                <c:pt idx="8">
                  <c:v>0.0836</c:v>
                </c:pt>
                <c:pt idx="9">
                  <c:v>0.0819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t>排名 6-20 群組分布：識別中段潛力標的</a:t>
            </a:r>
          </a:p>
        </c:rich>
      </c:tx>
      <c:layout/>
      <c:overlay val="0"/>
    </c:title>
    <c:autoTitleDeleted val="0"/>
    <c:plotArea>
      <c:barChart>
        <c:barDir val="bar"/>
        <c:grouping val="clustered"/>
        <c:ser>
          <c:idx val="0"/>
          <c:order val="0"/>
          <c:tx>
            <c:strRef>
              <c:f>Sheet1!$B$1</c:f>
              <c:strCache>
                <c:ptCount val="1"/>
                <c:pt idx="0">
                  <c:v>count</c:v>
                </c:pt>
              </c:strCache>
            </c:strRef>
          </c:tx>
          <c:cat>
            <c:strRef>
              <c:f>Sheet1!$A$2:$A$10000</c:f>
              <c:strCache>
                <c:ptCount val="9999"/>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pt idx="10">
                  <c:v>frankcansellyourhouse</c:v>
                </c:pt>
                <c:pt idx="11">
                  <c:v>greatertampaappraisal</c:v>
                </c:pt>
                <c:pt idx="12">
                  <c:v>daltonappraisalgroup</c:v>
                </c:pt>
                <c:pt idx="13">
                  <c:v>sweet_but_mean_devil0723</c:v>
                </c:pt>
                <c:pt idx="14">
                  <c:v>numberonerealtor2553</c:v>
                </c:pt>
                <c:pt idx="15">
                  <c:v>midwestrapidappraisal</c:v>
                </c:pt>
                <c:pt idx="16">
                  <c:v>melinda4yourrealestate</c:v>
                </c:pt>
                <c:pt idx="17">
                  <c:v>correcthorsebatterystaple</c:v>
                </c:pt>
                <c:pt idx="18">
                  <c:v>maytheforcebewithyou</c:v>
                </c:pt>
                <c:pt idx="19">
                  <c:v>highschoolmusical123</c:v>
                </c:pt>
                <c:pt idx="20">
                  <c:v>urbanwoodworkinganddesign</c:v>
                </c:pt>
                <c:pt idx="21">
                  <c:v>maxmotivesmotherlode</c:v>
                </c:pt>
                <c:pt idx="22">
                  <c:v>lancheeyoung18041974</c:v>
                </c:pt>
                <c:pt idx="23">
                  <c:v>Bulletformyvalentine</c:v>
                </c:pt>
                <c:pt idx="24">
                  <c:v>jasminemarievillegas</c:v>
                </c:pt>
                <c:pt idx="25">
                  <c:v>manforgirllove100131</c:v>
                </c:pt>
                <c:pt idx="26">
                  <c:v>nationalhomeappraisal</c:v>
                </c:pt>
                <c:pt idx="27">
                  <c:v>nightwish_199329love</c:v>
                </c:pt>
                <c:pt idx="28">
                  <c:v>fivefingerdeathpunch</c:v>
                </c:pt>
                <c:pt idx="29">
                  <c:v>elite_4_life_suicide</c:v>
                </c:pt>
                <c:pt idx="30">
                  <c:v>7782761081lolitapapalesik</c:v>
                </c:pt>
                <c:pt idx="31">
                  <c:v>rageagainstthemachine</c:v>
                </c:pt>
                <c:pt idx="32">
                  <c:v>peanutbutterandjelly</c:v>
                </c:pt>
                <c:pt idx="33">
                  <c:v>directmagazineservice</c:v>
                </c:pt>
                <c:pt idx="34">
                  <c:v>princelarry_head2001</c:v>
                </c:pt>
                <c:pt idx="35">
                  <c:v>blonde_softball_sweetie06</c:v>
                </c:pt>
                <c:pt idx="36">
                  <c:v>blackgraphskokieflip</c:v>
                </c:pt>
                <c:pt idx="37">
                  <c:v>123456798PODSHEVALIN</c:v>
                </c:pt>
                <c:pt idx="38">
                  <c:v>supermassiveblackhole</c:v>
                </c:pt>
                <c:pt idx="39">
                  <c:v>secret2920morbidtime</c:v>
                </c:pt>
                <c:pt idx="40">
                  <c:v>rememberthispassword</c:v>
                </c:pt>
                <c:pt idx="41">
                  <c:v>BulletForMyValentine</c:v>
                </c:pt>
                <c:pt idx="42">
                  <c:v>antidisestablishmentarianism</c:v>
                </c:pt>
                <c:pt idx="43">
                  <c:v>barbieislandprincess</c:v>
                </c:pt>
                <c:pt idx="44">
                  <c:v>asking_alexandria_wolf</c:v>
                </c:pt>
                <c:pt idx="45">
                  <c:v>youwillneverwalkalone</c:v>
                </c:pt>
                <c:pt idx="46">
                  <c:v>the_broken_heart2005</c:v>
                </c:pt>
                <c:pt idx="47">
                  <c:v>importexportplatform</c:v>
                </c:pt>
                <c:pt idx="48">
                  <c:v>ExternalInterfaceModule</c:v>
                </c:pt>
                <c:pt idx="49">
                  <c:v>arnlinetelevision123</c:v>
                </c:pt>
                <c:pt idx="50">
                  <c:v>666101101kikihateyou</c:v>
                </c:pt>
                <c:pt idx="51">
                  <c:v>unionboxingpromotion</c:v>
                </c:pt>
                <c:pt idx="52">
                  <c:v>purplemonkeydishwasher</c:v>
                </c:pt>
                <c:pt idx="53">
                  <c:v>peanutbutterjellytime</c:v>
                </c:pt>
                <c:pt idx="54">
                  <c:v>lovewillsavetheworld</c:v>
                </c:pt>
                <c:pt idx="55">
                  <c:v>life23very08good1991</c:v>
                </c:pt>
                <c:pt idx="56">
                  <c:v>buffythevampireslayer</c:v>
                </c:pt>
                <c:pt idx="57">
                  <c:v>AssassinsCreedWolf91</c:v>
                </c:pt>
                <c:pt idx="58">
                  <c:v>alina03012000krisdoc</c:v>
                </c:pt>
                <c:pt idx="59">
                  <c:v>1sappytime151forlife1</c:v>
                </c:pt>
                <c:pt idx="60">
                  <c:v>1alina2ahunova3456789</c:v>
                </c:pt>
                <c:pt idx="61">
                  <c:v>theblackdahliamurder</c:v>
                </c:pt>
                <c:pt idx="62">
                  <c:v>thankyougod3456789</c:v>
                </c:pt>
                <c:pt idx="63">
                  <c:v>Puppinandrea14111995</c:v>
                </c:pt>
                <c:pt idx="64">
                  <c:v>PasswordNeedsReset!77983</c:v>
                </c:pt>
                <c:pt idx="65">
                  <c:v>one9eight4-1nine8fou</c:v>
                </c:pt>
                <c:pt idx="66">
                  <c:v>lightningbloodfireice</c:v>
                </c:pt>
                <c:pt idx="67">
                  <c:v>diamonddustrebellion</c:v>
                </c:pt>
                <c:pt idx="68">
                  <c:v>densportsmen31071992</c:v>
                </c:pt>
                <c:pt idx="69">
                  <c:v>bardarashomeromer19951995</c:v>
                </c:pt>
                <c:pt idx="70">
                  <c:v>assumingdirectcontrol</c:v>
                </c:pt>
                <c:pt idx="71">
                  <c:v>trancearoundtheworld</c:v>
                </c:pt>
                <c:pt idx="72">
                  <c:v>thesupercometpassword</c:v>
                </c:pt>
                <c:pt idx="73">
                  <c:v>people01are10still19having94sex</c:v>
                </c:pt>
                <c:pt idx="74">
                  <c:v>needforspeedundercover</c:v>
                </c:pt>
                <c:pt idx="75">
                  <c:v>minecraftmasterfuture</c:v>
                </c:pt>
                <c:pt idx="76">
                  <c:v>madam22.sasha22.live</c:v>
                </c:pt>
                <c:pt idx="77">
                  <c:v>followthewhiterabbit</c:v>
                </c:pt>
                <c:pt idx="78">
                  <c:v>FALLING5BLOODPRESSURE</c:v>
                </c:pt>
                <c:pt idx="79">
                  <c:v>571burnbutdontincinerate483</c:v>
                </c:pt>
                <c:pt idx="80">
                  <c:v>windowslivemessenger</c:v>
                </c:pt>
                <c:pt idx="81">
                  <c:v>thisholidaylifeflightcrew</c:v>
                </c:pt>
                <c:pt idx="82">
                  <c:v>Thebeautifulgirllike</c:v>
                </c:pt>
                <c:pt idx="83">
                  <c:v>RainbowspiritParadise</c:v>
                </c:pt>
                <c:pt idx="84">
                  <c:v>metalsoftretribution</c:v>
                </c:pt>
                <c:pt idx="85">
                  <c:v>imperialdevilstealth</c:v>
                </c:pt>
                <c:pt idx="86">
                  <c:v>hustleloyaltyrespect</c:v>
                </c:pt>
                <c:pt idx="87">
                  <c:v>coreyhoppermay221997</c:v>
                </c:pt>
                <c:pt idx="88">
                  <c:v>cinema_bizarre_-_love_son</c:v>
                </c:pt>
                <c:pt idx="89">
                  <c:v>willbeknowworldwide2012</c:v>
                </c:pt>
                <c:pt idx="90">
                  <c:v>whoonearturbbarclay123</c:v>
                </c:pt>
                <c:pt idx="91">
                  <c:v>treysongsmackgurl_12</c:v>
                </c:pt>
                <c:pt idx="92">
                  <c:v>theultimatecountdown</c:v>
                </c:pt>
                <c:pt idx="93">
                  <c:v>theneverendingrebuttal</c:v>
                </c:pt>
                <c:pt idx="94">
                  <c:v>teachelorddarkness44</c:v>
                </c:pt>
                <c:pt idx="95">
                  <c:v>raincorenation187</c:v>
                </c:pt>
                <c:pt idx="96">
                  <c:v>naidwaynefloridafunseeker</c:v>
                </c:pt>
                <c:pt idx="97">
                  <c:v>midnightthe_CooL_MAN</c:v>
                </c:pt>
                <c:pt idx="98">
                  <c:v>liverpoolfootballclub</c:v>
                </c:pt>
                <c:pt idx="99">
                  <c:v>limitedmarketingroup</c:v>
                </c:pt>
                <c:pt idx="100">
                  <c:v>libchrisamidaft_gurl86</c:v>
                </c:pt>
                <c:pt idx="101">
                  <c:v>KORONA210614LOVENOKIA7610</c:v>
                </c:pt>
                <c:pt idx="102">
                  <c:v>koolest_picture_contest</c:v>
                </c:pt>
                <c:pt idx="103">
                  <c:v>Kingdomhearts8emily</c:v>
                </c:pt>
                <c:pt idx="104">
                  <c:v>KentuckyFriedChicken</c:v>
                </c:pt>
                <c:pt idx="105">
                  <c:v>jupitercoconutcyclone</c:v>
                </c:pt>
                <c:pt idx="106">
                  <c:v>Jenn5784005jansen_deb</c:v>
                </c:pt>
                <c:pt idx="107">
                  <c:v>jampinganddrawingcrew</c:v>
                </c:pt>
                <c:pt idx="108">
                  <c:v>highschoolmusical101</c:v>
                </c:pt>
                <c:pt idx="109">
                  <c:v>game...over....basta</c:v>
                </c:pt>
                <c:pt idx="110">
                  <c:v>fullmetalalchemist12</c:v>
                </c:pt>
                <c:pt idx="111">
                  <c:v>elephantislandvictoria</c:v>
                </c:pt>
                <c:pt idx="112">
                  <c:v>counterstrikeconditionzero</c:v>
                </c:pt>
                <c:pt idx="113">
                  <c:v>castleforever_edmond</c:v>
                </c:pt>
                <c:pt idx="114">
                  <c:v>cancerdelalanpiersonthasurface</c:v>
                </c:pt>
                <c:pt idx="115">
                  <c:v>brynmawchiweaverfireman2327</c:v>
                </c:pt>
                <c:pt idx="116">
                  <c:v>benaveda072801nadiacarlin</c:v>
                </c:pt>
                <c:pt idx="117">
                  <c:v>baseballplayinghorse</c:v>
                </c:pt>
                <c:pt idx="118">
                  <c:v>bangbobbiebuddygreen</c:v>
                </c:pt>
                <c:pt idx="119">
                  <c:v>baby_dulcelollypop_12</c:v>
                </c:pt>
                <c:pt idx="120">
                  <c:v>arkansahayley.allison5</c:v>
                </c:pt>
                <c:pt idx="121">
                  <c:v>anapaulaoliveira24040</c:v>
                </c:pt>
                <c:pt idx="122">
                  <c:v>anamorphicwidescreen</c:v>
                </c:pt>
                <c:pt idx="123">
                  <c:v>allalongthewatchtower</c:v>
                </c:pt>
                <c:pt idx="124">
                  <c:v>1_buscoolvaleria2012</c:v>
                </c:pt>
                <c:pt idx="125">
                  <c:v>71321733flashkimbask</c:v>
                </c:pt>
                <c:pt idx="126">
                  <c:v>420smokeweedeveryday</c:v>
                </c:pt>
                <c:pt idx="127">
                  <c:v>1buDennis_daven.moore</c:v>
                </c:pt>
                <c:pt idx="128">
                  <c:v>180714punksnotdead</c:v>
                </c:pt>
                <c:pt idx="129">
                  <c:v>12746goodkarmaplease</c:v>
                </c:pt>
                <c:pt idx="130">
                  <c:v>volgogradsergeeva199</c:v>
                </c:pt>
                <c:pt idx="131">
                  <c:v>verydifficultpassword</c:v>
                </c:pt>
                <c:pt idx="132">
                  <c:v>valleyconcertsociety</c:v>
                </c:pt>
                <c:pt idx="133">
                  <c:v>vale-bondareva201219</c:v>
                </c:pt>
                <c:pt idx="134">
                  <c:v>unicornsniperpassword</c:v>
                </c:pt>
                <c:pt idx="135">
                  <c:v>trickshotterminal123</c:v>
                </c:pt>
                <c:pt idx="136">
                  <c:v>#NAME?</c:v>
                </c:pt>
                <c:pt idx="137">
                  <c:v>topgear_forever12345</c:v>
                </c:pt>
                <c:pt idx="138">
                  <c:v>tigersad0postmaster</c:v>
                </c:pt>
                <c:pt idx="139">
                  <c:v>struggleforexistence</c:v>
                </c:pt>
                <c:pt idx="140">
                  <c:v>streetracingsyndicate</c:v>
                </c:pt>
                <c:pt idx="141">
                  <c:v>stargate17atlantis10</c:v>
                </c:pt>
                <c:pt idx="142">
                  <c:v>sorokina_anna5307359</c:v>
                </c:pt>
                <c:pt idx="143">
                  <c:v>soccerrockmanchester1</c:v>
                </c:pt>
                <c:pt idx="144">
                  <c:v>snowflakepeter_marks5</c:v>
                </c:pt>
                <c:pt idx="145">
                  <c:v>smokeweedeveryday420</c:v>
                </c:pt>
                <c:pt idx="146">
                  <c:v>smith0sweetcovergirl</c:v>
                </c:pt>
                <c:pt idx="147">
                  <c:v>sabrina.marie.cordeiro</c:v>
                </c:pt>
                <c:pt idx="148">
                  <c:v>rowing25super.marina</c:v>
                </c:pt>
                <c:pt idx="149">
                  <c:v>resourcebasedeconomy</c:v>
                </c:pt>
                <c:pt idx="150">
                  <c:v>redneck_chick_gone_wild</c:v>
                </c:pt>
                <c:pt idx="151">
                  <c:v>ready2fallriseagainst</c:v>
                </c:pt>
                <c:pt idx="152">
                  <c:v>rageagainstthemachine1</c:v>
                </c:pt>
                <c:pt idx="153">
                  <c:v>positivecashflow1200</c:v>
                </c:pt>
                <c:pt idx="154">
                  <c:v>pokemonblackandwhite</c:v>
                </c:pt>
                <c:pt idx="155">
                  <c:v>pleasedontstopthemusic</c:v>
                </c:pt>
                <c:pt idx="156">
                  <c:v>penguinsaregreat1295</c:v>
                </c:pt>
                <c:pt idx="157">
                  <c:v>passsuper11245loveyou</c:v>
                </c:pt>
                <c:pt idx="158">
                  <c:v>Order Free Web Hosting</c:v>
                </c:pt>
                <c:pt idx="159">
                  <c:v>Order Free Web Hosting</c:v>
                </c:pt>
                <c:pt idx="160">
                  <c:v>neverwinternights7575332106</c:v>
                </c:pt>
                <c:pt idx="161">
                  <c:v>neverending1960story</c:v>
                </c:pt>
                <c:pt idx="162">
                  <c:v>motherlodemushmellow</c:v>
                </c:pt>
                <c:pt idx="163">
                  <c:v>mixloweranduppercase</c:v>
                </c:pt>
                <c:pt idx="164">
                  <c:v>microscopebulbpurplehaze2</c:v>
                </c:pt>
                <c:pt idx="165">
                  <c:v>mathsisfavoriteforme</c:v>
                </c:pt>
                <c:pt idx="166">
                  <c:v>marijuanatillnirvana</c:v>
                </c:pt>
                <c:pt idx="167">
                  <c:v>lolly12345allstar1_2000</c:v>
                </c:pt>
                <c:pt idx="168">
                  <c:v>lochGYMNASTICS_BASRAH</c:v>
                </c:pt>
                <c:pt idx="169">
                  <c:v>lilcountrycowgirl420</c:v>
                </c:pt>
                <c:pt idx="170">
                  <c:v>lateinformationelena</c:v>
                </c:pt>
                <c:pt idx="171">
                  <c:v>kristinamajestic_lover11</c:v>
                </c:pt>
                <c:pt idx="172">
                  <c:v>kristina1993kazanova</c:v>
                </c:pt>
                <c:pt idx="173">
                  <c:v>killapplesavetheworld</c:v>
                </c:pt>
                <c:pt idx="174">
                  <c:v>KEN1996guru04veronika</c:v>
                </c:pt>
                <c:pt idx="175">
                  <c:v>justdreamlivestreaming</c:v>
                </c:pt>
                <c:pt idx="176">
                  <c:v>juli501coca2pino93</c:v>
                </c:pt>
                <c:pt idx="177">
                  <c:v>jenniferacebernie1716</c:v>
                </c:pt>
                <c:pt idx="178">
                  <c:v>jennflorence.ortolan</c:v>
                </c:pt>
                <c:pt idx="179">
                  <c:v>hollywoodnewrelease197</c:v>
                </c:pt>
                <c:pt idx="180">
                  <c:v>hoigastdude12345679</c:v>
                </c:pt>
                <c:pt idx="181">
                  <c:v>hiphop-girl-michaela11</c:v>
                </c:pt>
                <c:pt idx="182">
                  <c:v>heyyouarebeautiful17</c:v>
                </c:pt>
                <c:pt idx="183">
                  <c:v>health&amp;wealthforever</c:v>
                </c:pt>
                <c:pt idx="184">
                  <c:v>guesswhatchickenbutt</c:v>
                </c:pt>
                <c:pt idx="185">
                  <c:v>greenbigapple306175</c:v>
                </c:pt>
                <c:pt idx="186">
                  <c:v>goldenstatebrodway23</c:v>
                </c:pt>
                <c:pt idx="187">
                  <c:v>florenceandthemachine</c:v>
                </c:pt>
                <c:pt idx="188">
                  <c:v>fastford65timmytoday</c:v>
                </c:pt>
                <c:pt idx="189">
                  <c:v>ELENAKORSHUNOVA230193</c:v>
                </c:pt>
                <c:pt idx="190">
                  <c:v>drummerluckyhollywood</c:v>
                </c:pt>
                <c:pt idx="191">
                  <c:v>dreamsareforreal11011994</c:v>
                </c:pt>
                <c:pt idx="192">
                  <c:v>dontrememberpassword</c:v>
                </c:pt>
                <c:pt idx="193">
                  <c:v>crysomemoreplease123</c:v>
                </c:pt>
                <c:pt idx="194">
                  <c:v>catchandrelease02203</c:v>
                </c:pt>
                <c:pt idx="195">
                  <c:v>cassienicoleperry123LOVE</c:v>
                </c:pt>
                <c:pt idx="196">
                  <c:v>cassadrafordracingfan2006</c:v>
                </c:pt>
                <c:pt idx="197">
                  <c:v>cambridgepublicschool</c:v>
                </c:pt>
                <c:pt idx="198">
                  <c:v>blurredvisionwithblack</c:v>
                </c:pt>
                <c:pt idx="199">
                  <c:v>blink12travisbarker</c:v>
                </c:pt>
                <c:pt idx="200">
                  <c:v>birthvillagejudjar12</c:v>
                </c:pt>
                <c:pt idx="201">
                  <c:v>bes.and.toma.onelove</c:v>
                </c:pt>
                <c:pt idx="202">
                  <c:v>battlefieldbadcompany2</c:v>
                </c:pt>
                <c:pt idx="203">
                  <c:v>babygurlchristianbound</c:v>
                </c:pt>
                <c:pt idx="204">
                  <c:v>archebalddorogoy4234</c:v>
                </c:pt>
                <c:pt idx="205">
                  <c:v>appetitefordestruction</c:v>
                </c:pt>
                <c:pt idx="206">
                  <c:v>apachekingscrew102030123</c:v>
                </c:pt>
                <c:pt idx="207">
                  <c:v>almonterodriguezalvin</c:v>
                </c:pt>
                <c:pt idx="208">
                  <c:v>aleksandrovichstarkrim26</c:v>
                </c:pt>
                <c:pt idx="209">
                  <c:v>75back471question10time</c:v>
                </c:pt>
                <c:pt idx="210">
                  <c:v>67631149tiffany_taffy_long</c:v>
                </c:pt>
                <c:pt idx="211">
                  <c:v>4112milktendernessend</c:v>
                </c:pt>
                <c:pt idx="212">
                  <c:v>30509577903irkarusin</c:v>
                </c:pt>
                <c:pt idx="213">
                  <c:v>2606lizafirstova1999</c:v>
                </c:pt>
                <c:pt idx="214">
                  <c:v>193blackstarforever</c:v>
                </c:pt>
                <c:pt idx="215">
                  <c:v>123escapeendlesslive</c:v>
                </c:pt>
                <c:pt idx="216">
                  <c:v>0121409caitlinmorgansmith</c:v>
                </c:pt>
                <c:pt idx="217">
                  <c:v>youngswaggerboycute16</c:v>
                </c:pt>
                <c:pt idx="218">
                  <c:v>whatgoesaroundcumback</c:v>
                </c:pt>
                <c:pt idx="219">
                  <c:v>welcomehomesanitarium</c:v>
                </c:pt>
                <c:pt idx="220">
                  <c:v>waiting4some1special</c:v>
                </c:pt>
                <c:pt idx="221">
                  <c:v>veronika_tanya_irina</c:v>
                </c:pt>
                <c:pt idx="222">
                  <c:v>vanessahadgens001100</c:v>
                </c:pt>
                <c:pt idx="223">
                  <c:v>unidentifiedflyingobject</c:v>
                </c:pt>
                <c:pt idx="224">
                  <c:v>twilight2.2003newmoon19.1109</c:v>
                </c:pt>
                <c:pt idx="225">
                  <c:v>tweedledumandtweedledee</c:v>
                </c:pt>
                <c:pt idx="226">
                  <c:v>tugova.anastasia1998</c:v>
                </c:pt>
                <c:pt idx="227">
                  <c:v>trollingcookiemonster</c:v>
                </c:pt>
                <c:pt idx="228">
                  <c:v>trainspottingorange1</c:v>
                </c:pt>
                <c:pt idx="229">
                  <c:v>thevelvetunderground</c:v>
                </c:pt>
                <c:pt idx="230">
                  <c:v>theultimatespiderman</c:v>
                </c:pt>
                <c:pt idx="231">
                  <c:v>Therainbowconnection</c:v>
                </c:pt>
                <c:pt idx="232">
                  <c:v>thegoodandbacuglytoo</c:v>
                </c:pt>
                <c:pt idx="233">
                  <c:v>thecheesecakefactory</c:v>
                </c:pt>
                <c:pt idx="234">
                  <c:v>tatianaloveherfamily</c:v>
                </c:pt>
                <c:pt idx="235">
                  <c:v>tanirogova89620682588</c:v>
                </c:pt>
                <c:pt idx="236">
                  <c:v>surprisenotarealname</c:v>
                </c:pt>
                <c:pt idx="237">
                  <c:v>superstreetfighter2turbo</c:v>
                </c:pt>
                <c:pt idx="238">
                  <c:v>sunflowergoodmorning</c:v>
                </c:pt>
                <c:pt idx="239">
                  <c:v>strawberriesandchocolate</c:v>
                </c:pt>
                <c:pt idx="240">
                  <c:v>stephaniemaediamante</c:v>
                </c:pt>
                <c:pt idx="241">
                  <c:v>sportgym69804karina6939</c:v>
                </c:pt>
                <c:pt idx="242">
                  <c:v>spongebob_squarepant</c:v>
                </c:pt>
                <c:pt idx="243">
                  <c:v>softballandbasketball</c:v>
                </c:pt>
                <c:pt idx="244">
                  <c:v>snobhimichcementhead55</c:v>
                </c:pt>
                <c:pt idx="245">
                  <c:v>smileeverytime06091995</c:v>
                </c:pt>
                <c:pt idx="246">
                  <c:v>sharonwithintemptation</c:v>
                </c:pt>
                <c:pt idx="247">
                  <c:v>shallow1smart2sharp3</c:v>
                </c:pt>
                <c:pt idx="248">
                  <c:v>sexymailnailyaru498032118</c:v>
                </c:pt>
                <c:pt idx="249">
                  <c:v>seekanddestroy56489</c:v>
                </c:pt>
                <c:pt idx="250">
                  <c:v>scattered_temptation_lord</c:v>
                </c:pt>
                <c:pt idx="251">
                  <c:v>SarniaGeneralHospital</c:v>
                </c:pt>
                <c:pt idx="252">
                  <c:v>romanwebtranslation1</c:v>
                </c:pt>
                <c:pt idx="253">
                  <c:v>rockyhorrorpictureshow</c:v>
                </c:pt>
                <c:pt idx="254">
                  <c:v>robsonvalleyfestival</c:v>
                </c:pt>
                <c:pt idx="255">
                  <c:v>reperawinedabaff00..</c:v>
                </c:pt>
                <c:pt idx="256">
                  <c:v>rafaelkakristina653</c:v>
                </c:pt>
                <c:pt idx="257">
                  <c:v>Powerslavemaster1986</c:v>
                </c:pt>
                <c:pt idx="258">
                  <c:v>postscriptloveyou</c:v>
                </c:pt>
                <c:pt idx="259">
                  <c:v>pokemondiamondversion</c:v>
                </c:pt>
                <c:pt idx="260">
                  <c:v>PokemonBlackandWhite</c:v>
                </c:pt>
                <c:pt idx="261">
                  <c:v>pleasedontlosehold13</c:v>
                </c:pt>
                <c:pt idx="262">
                  <c:v>pingvinamanama21041995</c:v>
                </c:pt>
                <c:pt idx="263">
                  <c:v>pewdiepieforever12345689</c:v>
                </c:pt>
                <c:pt idx="264">
                  <c:v>personalspaceinvader</c:v>
                </c:pt>
                <c:pt idx="265">
                  <c:v>perfectworld081199lina99</c:v>
                </c:pt>
                <c:pt idx="266">
                  <c:v>parentaladvisoryexplicitcontent</c:v>
                </c:pt>
                <c:pt idx="267">
                  <c:v>onedropcascade190496</c:v>
                </c:pt>
                <c:pt idx="268">
                  <c:v>notthisshitagaintoday</c:v>
                </c:pt>
                <c:pt idx="269">
                  <c:v>nothinglastforever456</c:v>
                </c:pt>
                <c:pt idx="270">
                  <c:v>nineteenseventythree</c:v>
                </c:pt>
                <c:pt idx="271">
                  <c:v>nikkistanley_fackyou</c:v>
                </c:pt>
                <c:pt idx="272">
                  <c:v>nightmarebeforedeath</c:v>
                </c:pt>
                <c:pt idx="273">
                  <c:v>neverforgetthissmile</c:v>
                </c:pt>
                <c:pt idx="274">
                  <c:v>neongenesisevangelion</c:v>
                </c:pt>
                <c:pt idx="275">
                  <c:v>neoneonvinhathena_sue1</c:v>
                </c:pt>
                <c:pt idx="276">
                  <c:v>needforspeedhotpursuit</c:v>
                </c:pt>
                <c:pt idx="277">
                  <c:v>need4speedunderground</c:v>
                </c:pt>
                <c:pt idx="278">
                  <c:v>nata_1998_babunova358</c:v>
                </c:pt>
                <c:pt idx="279">
                  <c:v>molchanova_aganina_olga</c:v>
                </c:pt>
                <c:pt idx="280">
                  <c:v>mianoviantasari123456</c:v>
                </c:pt>
                <c:pt idx="281">
                  <c:v>medievalnapoleonrome</c:v>
                </c:pt>
                <c:pt idx="282">
                  <c:v>Maytheforcebewithyou</c:v>
                </c:pt>
                <c:pt idx="283">
                  <c:v>marlborooriginalgold</c:v>
                </c:pt>
                <c:pt idx="284">
                  <c:v>mariaisabellamirabella</c:v>
                </c:pt>
                <c:pt idx="285">
                  <c:v>manchesterunitedrule</c:v>
                </c:pt>
                <c:pt idx="286">
                  <c:v>manchesterunitedforever</c:v>
                </c:pt>
                <c:pt idx="287">
                  <c:v>MAINHOONVIKINGEARNER</c:v>
                </c:pt>
                <c:pt idx="288">
                  <c:v>lovesexmagic22199301</c:v>
                </c:pt>
                <c:pt idx="289">
                  <c:v>lovealwaysandforever</c:v>
                </c:pt>
                <c:pt idx="290">
                  <c:v>londonforeverkensalrise</c:v>
                </c:pt>
                <c:pt idx="291">
                  <c:v>loginovajuliannawhite</c:v>
                </c:pt>
                <c:pt idx="292">
                  <c:v>lizakonyaeva1990401</c:v>
                </c:pt>
                <c:pt idx="293">
                  <c:v>laracroftuniversal2010</c:v>
                </c:pt>
                <c:pt idx="294">
                  <c:v>lancesendlessopportunity</c:v>
                </c:pt>
                <c:pt idx="295">
                  <c:v>ladyprincessgagadina12345</c:v>
                </c:pt>
                <c:pt idx="296">
                  <c:v>kristysha210811karen</c:v>
                </c:pt>
                <c:pt idx="297">
                  <c:v>kristina2lovemalina</c:v>
                </c:pt>
                <c:pt idx="298">
                  <c:v>killermanforever1985</c:v>
                </c:pt>
                <c:pt idx="299">
                  <c:v>kent300496hankbitboom</c:v>
                </c:pt>
                <c:pt idx="300">
                  <c:v>katherinesilencelove</c:v>
                </c:pt>
                <c:pt idx="301">
                  <c:v>katerina-bagdasha2008</c:v>
                </c:pt>
                <c:pt idx="302">
                  <c:v>jessicamarieward4612</c:v>
                </c:pt>
                <c:pt idx="303">
                  <c:v>itscraftylikeyourface</c:v>
                </c:pt>
                <c:pt idx="304">
                  <c:v>irina.shishkina.951995</c:v>
                </c:pt>
                <c:pt idx="305">
                  <c:v>irinakulakova021190</c:v>
                </c:pt>
                <c:pt idx="306">
                  <c:v>iraloveforever100500</c:v>
                </c:pt>
                <c:pt idx="307">
                  <c:v>interviewwithvampire</c:v>
                </c:pt>
                <c:pt idx="308">
                  <c:v>Hybridtheorysoldier99</c:v>
                </c:pt>
                <c:pt idx="309">
                  <c:v>hobbitmerrytara13kan</c:v>
                </c:pt>
                <c:pt idx="310">
                  <c:v>heavenfromhell225106</c:v>
                </c:pt>
                <c:pt idx="311">
                  <c:v>happysunshinerainbow</c:v>
                </c:pt>
                <c:pt idx="312">
                  <c:v>handrelwizard69_56653</c:v>
                </c:pt>
                <c:pt idx="313">
                  <c:v>greenfloridacakejeans3219</c:v>
                </c:pt>
                <c:pt idx="314">
                  <c:v>golsue.bankstephane.verstraeten</c:v>
                </c:pt>
                <c:pt idx="315">
                  <c:v>goblintradingcompany</c:v>
                </c:pt>
                <c:pt idx="316">
                  <c:v>gnomewithoutsoul390025</c:v>
                </c:pt>
                <c:pt idx="317">
                  <c:v>girl_without_feeling</c:v>
                </c:pt>
                <c:pt idx="318">
                  <c:v>getthereamazinglyfast123</c:v>
                </c:pt>
                <c:pt idx="319">
                  <c:v>gender.unknownnevericefog8923158630</c:v>
                </c:pt>
                <c:pt idx="320">
                  <c:v>game06cod4missmurder</c:v>
                </c:pt>
                <c:pt idx="321">
                  <c:v>FuckingNewPassword13</c:v>
                </c:pt>
                <c:pt idx="322">
                  <c:v>foxPokermaster2853891</c:v>
                </c:pt>
                <c:pt idx="323">
                  <c:v>fourdaysnarcoticanna</c:v>
                </c:pt>
                <c:pt idx="324">
                  <c:v>Finalfantasyomegaweapon</c:v>
                </c:pt>
                <c:pt idx="325">
                  <c:v>fashionAnnaColibri52</c:v>
                </c:pt>
                <c:pt idx="326">
                  <c:v>errorcode404notfound</c:v>
                </c:pt>
                <c:pt idx="327">
                  <c:v>enterprisehighschool</c:v>
                </c:pt>
                <c:pt idx="328">
                  <c:v>edmondsartandframing</c:v>
                </c:pt>
                <c:pt idx="329">
                  <c:v>eagleknight11redbull</c:v>
                </c:pt>
                <c:pt idx="330">
                  <c:v>duckworksentertainment</c:v>
                </c:pt>
                <c:pt idx="331">
                  <c:v>dragonballfanforlife</c:v>
                </c:pt>
                <c:pt idx="332">
                  <c:v>dimagrechin1535595256585451</c:v>
                </c:pt>
                <c:pt idx="333">
                  <c:v>detectivelaracroft9</c:v>
                </c:pt>
                <c:pt idx="334">
                  <c:v>derevianova.katya201</c:v>
                </c:pt>
                <c:pt idx="335">
                  <c:v>deejay913115225psych</c:v>
                </c:pt>
                <c:pt idx="336">
                  <c:v>decodepasswordsystem</c:v>
                </c:pt>
                <c:pt idx="337">
                  <c:v>dasha.0803200dashenka</c:v>
                </c:pt>
                <c:pt idx="338">
                  <c:v>cryzone_sector_99899889989</c:v>
                </c:pt>
                <c:pt idx="339">
                  <c:v>cryingthroughthenight</c:v>
                </c:pt>
                <c:pt idx="340">
                  <c:v>cross1301antikarma__</c:v>
                </c:pt>
                <c:pt idx="341">
                  <c:v>crimson6sexysheila25</c:v>
                </c:pt>
                <c:pt idx="342">
                  <c:v>crazyminecraftplayer</c:v>
                </c:pt>
                <c:pt idx="343">
                  <c:v>crazybutcleverhamster</c:v>
                </c:pt>
                <c:pt idx="344">
                  <c:v>cow_tipping_anonymous</c:v>
                </c:pt>
                <c:pt idx="345">
                  <c:v>constantine_tonycarey</c:v>
                </c:pt>
                <c:pt idx="346">
                  <c:v>cheeseshashikant_kori</c:v>
                </c:pt>
                <c:pt idx="347">
                  <c:v>carolann323sandland1989855084</c:v>
                </c:pt>
                <c:pt idx="348">
                  <c:v>campbellbaymusicfest</c:v>
                </c:pt>
                <c:pt idx="349">
                  <c:v>bulletformyvalentine</c:v>
                </c:pt>
                <c:pt idx="350">
                  <c:v>buenavistasocialclub</c:v>
                </c:pt>
                <c:pt idx="351">
                  <c:v>brickandmortarliving</c:v>
                </c:pt>
                <c:pt idx="352">
                  <c:v>BloodelfForce5555123</c:v>
                </c:pt>
                <c:pt idx="353">
                  <c:v>blondebimbogirl898989</c:v>
                </c:pt>
                <c:pt idx="354">
                  <c:v>blackgroundfreedomfight</c:v>
                </c:pt>
                <c:pt idx="355">
                  <c:v>beautifuldirtygirl235</c:v>
                </c:pt>
                <c:pt idx="356">
                  <c:v>askarova_elvina140198</c:v>
                </c:pt>
                <c:pt idx="357">
                  <c:v>arabellysrodriguez1219</c:v>
                </c:pt>
                <c:pt idx="358">
                  <c:v>anyaaxonova489208223</c:v>
                </c:pt>
                <c:pt idx="359">
                  <c:v>antisocialpersonalitydisorder</c:v>
                </c:pt>
                <c:pt idx="360">
                  <c:v>anotherperfectperson</c:v>
                </c:pt>
                <c:pt idx="361">
                  <c:v>annamartynova-232199888</c:v>
                </c:pt>
                <c:pt idx="362">
                  <c:v>angelikajessicaleaines</c:v>
                </c:pt>
                <c:pt idx="363">
                  <c:v>anastasiaplusbenedict</c:v>
                </c:pt>
                <c:pt idx="364">
                  <c:v>anastasiapegova1801990</c:v>
                </c:pt>
                <c:pt idx="365">
                  <c:v>alli0429lyndalessmartinez</c:v>
                </c:pt>
                <c:pt idx="366">
                  <c:v>alinamalinakalina1303</c:v>
                </c:pt>
                <c:pt idx="367">
                  <c:v>99CraZy6RaiDeR6BaM99</c:v>
                </c:pt>
                <c:pt idx="368">
                  <c:v>90rabovilevaleria1983</c:v>
                </c:pt>
                <c:pt idx="369">
                  <c:v>89504205222irasemenova</c:v>
                </c:pt>
                <c:pt idx="370">
                  <c:v>82624222borntobeboxgirl</c:v>
                </c:pt>
                <c:pt idx="371">
                  <c:v>6CherishYourLife8642</c:v>
                </c:pt>
                <c:pt idx="372">
                  <c:v>6052666innalovegonchar</c:v>
                </c:pt>
                <c:pt idx="373">
                  <c:v>544babaraoutley1986043</c:v>
                </c:pt>
                <c:pt idx="374">
                  <c:v>525525tilde.anna.kat</c:v>
                </c:pt>
                <c:pt idx="375">
                  <c:v>2headsarebetterthan1</c:v>
                </c:pt>
                <c:pt idx="376">
                  <c:v>23546antdogclaire.cheval</c:v>
                </c:pt>
                <c:pt idx="377">
                  <c:v>1thegodfather1pullhere</c:v>
                </c:pt>
                <c:pt idx="378">
                  <c:v>1981taykayla_dramaqueen</c:v>
                </c:pt>
                <c:pt idx="379">
                  <c:v>18lovehateknifeblood91</c:v>
                </c:pt>
                <c:pt idx="380">
                  <c:v>18061996mashathebast</c:v>
                </c:pt>
                <c:pt idx="381">
                  <c:v>106199chrisfetterman</c:v>
                </c:pt>
                <c:pt idx="382">
                  <c:v>1415926barrette_marcand</c:v>
                </c:pt>
                <c:pt idx="383">
                  <c:v>12081995traybeatmaker</c:v>
                </c:pt>
                <c:pt idx="384">
                  <c:v>11nadiya03not9happy</c:v>
                </c:pt>
                <c:pt idx="385">
                  <c:v>100milliondollarswag</c:v>
                </c:pt>
                <c:pt idx="386">
                  <c:v>088059392katiakoshina</c:v>
                </c:pt>
                <c:pt idx="387">
                  <c:v>zoolander_blue_steel</c:v>
                </c:pt>
                <c:pt idx="388">
                  <c:v>zone_zero_skate_company</c:v>
                </c:pt>
                <c:pt idx="389">
                  <c:v>zoneyouthoutreachcenter</c:v>
                </c:pt>
                <c:pt idx="390">
                  <c:v>zombiethecorpseeater</c:v>
                </c:pt>
                <c:pt idx="391">
                  <c:v>zombieswillruletheworld</c:v>
                </c:pt>
                <c:pt idx="392">
                  <c:v>zombie_survival_guide</c:v>
                </c:pt>
                <c:pt idx="393">
                  <c:v>zombie_stonewall_jackson</c:v>
                </c:pt>
                <c:pt idx="394">
                  <c:v>zombieresponseunit</c:v>
                </c:pt>
                <c:pt idx="395">
                  <c:v>zombienationclothing</c:v>
                </c:pt>
                <c:pt idx="396">
                  <c:v>zombiebunnycoffeegirl</c:v>
                </c:pt>
                <c:pt idx="397">
                  <c:v>zombiebunniesinouterspace</c:v>
                </c:pt>
                <c:pt idx="398">
                  <c:v>zombieandterroristsnapper</c:v>
                </c:pt>
                <c:pt idx="399">
                  <c:v>zetaphirhodeltachapter</c:v>
                </c:pt>
                <c:pt idx="400">
                  <c:v>zerotoleranceclothing</c:v>
                </c:pt>
                <c:pt idx="401">
                  <c:v>zerotolerancebeaumont</c:v>
                </c:pt>
                <c:pt idx="402">
                  <c:v>zerodestructionracing</c:v>
                </c:pt>
                <c:pt idx="403">
                  <c:v>zeldawarriorprincess</c:v>
                </c:pt>
                <c:pt idx="404">
                  <c:v>zeldasnotgoodenoughforhim</c:v>
                </c:pt>
                <c:pt idx="405">
                  <c:v>zee_one_and_only_caster</c:v>
                </c:pt>
                <c:pt idx="406">
                  <c:v>zee_girl_the_world_forgot</c:v>
                </c:pt>
                <c:pt idx="407">
                  <c:v>zaragozaforpresident</c:v>
                </c:pt>
                <c:pt idx="408">
                  <c:v>zanderthetanglewoodtwin</c:v>
                </c:pt>
                <c:pt idx="409">
                  <c:v>zac_the_one_and_only</c:v>
                </c:pt>
                <c:pt idx="410">
                  <c:v>Zac_Attack_Surferboy</c:v>
                </c:pt>
                <c:pt idx="411">
                  <c:v>zac_and_hilary_forever</c:v>
                </c:pt>
                <c:pt idx="412">
                  <c:v>zabrina_darklight_himfan</c:v>
                </c:pt>
                <c:pt idx="413">
                  <c:v>yvonne-tapia-anderson</c:v>
                </c:pt>
                <c:pt idx="414">
                  <c:v>yvette_sweetsexytater</c:v>
                </c:pt>
                <c:pt idx="415">
                  <c:v>yummy_whitechocolate</c:v>
                </c:pt>
                <c:pt idx="416">
                  <c:v>yummy_milk_chocolate</c:v>
                </c:pt>
                <c:pt idx="417">
                  <c:v>yuma_upwardbound_program</c:v>
                </c:pt>
                <c:pt idx="418">
                  <c:v>yumaundergroundvideomag</c:v>
                </c:pt>
                <c:pt idx="419">
                  <c:v>yumacommunitychurch0</c:v>
                </c:pt>
                <c:pt idx="420">
                  <c:v>yuleshootyoureye_out</c:v>
                </c:pt>
                <c:pt idx="421">
                  <c:v>youwishentertainment</c:v>
                </c:pt>
                <c:pt idx="422">
                  <c:v>you_will_never_know98</c:v>
                </c:pt>
                <c:pt idx="423">
                  <c:v>you_will_never_guess_who</c:v>
                </c:pt>
                <c:pt idx="424">
                  <c:v>youwillnevergobacktoher</c:v>
                </c:pt>
                <c:pt idx="425">
                  <c:v>youwillcreamyourpants</c:v>
                </c:pt>
                <c:pt idx="426">
                  <c:v>youwillbebackforsure</c:v>
                </c:pt>
                <c:pt idx="427">
                  <c:v>youve_just_been_scored</c:v>
                </c:pt>
                <c:pt idx="428">
                  <c:v>youvebeendommernated</c:v>
                </c:pt>
                <c:pt idx="429">
                  <c:v>youtubefamouspersonadam</c:v>
                </c:pt>
                <c:pt idx="430">
                  <c:v>youthuprisingtheband</c:v>
                </c:pt>
                <c:pt idx="431">
                  <c:v>youthpastorkarelnorman</c:v>
                </c:pt>
                <c:pt idx="432">
                  <c:v>youthexplosionservice</c:v>
                </c:pt>
                <c:pt idx="433">
                  <c:v>youth_emotion_project</c:v>
                </c:pt>
                <c:pt idx="434">
                  <c:v>you_tell_that_mean_ocean</c:v>
                </c:pt>
                <c:pt idx="435">
                  <c:v>youtastelikecottoncandy</c:v>
                </c:pt>
                <c:pt idx="436">
                  <c:v>youstolethisfrombritney</c:v>
                </c:pt>
                <c:pt idx="437">
                  <c:v>you_smell_really_bad</c:v>
                </c:pt>
                <c:pt idx="438">
                  <c:v>yousmell_likeoldpeople22</c:v>
                </c:pt>
                <c:pt idx="439">
                  <c:v>yousmelllikebutthole</c:v>
                </c:pt>
                <c:pt idx="440">
                  <c:v>yourworstnightmarelove</c:v>
                </c:pt>
                <c:pt idx="441">
                  <c:v>your_worst_nightmare78</c:v>
                </c:pt>
                <c:pt idx="442">
                  <c:v>yourworstnightmare9</c:v>
                </c:pt>
                <c:pt idx="443">
                  <c:v>yourworstnightmare13</c:v>
                </c:pt>
                <c:pt idx="444">
                  <c:v>YOURWORSTMISTAKE132</c:v>
                </c:pt>
                <c:pt idx="445">
                  <c:v>your_worse_nightmare9</c:v>
                </c:pt>
                <c:pt idx="446">
                  <c:v>yourworsefuckingnightmare</c:v>
                </c:pt>
                <c:pt idx="447">
                  <c:v>yourworldheavyweightchamp</c:v>
                </c:pt>
                <c:pt idx="448">
                  <c:v>your_werewolf_friend</c:v>
                </c:pt>
                <c:pt idx="449">
                  <c:v>your_vintage_romance</c:v>
                </c:pt>
                <c:pt idx="450">
                  <c:v>your_vintage_hollywood</c:v>
                </c:pt>
                <c:pt idx="451">
                  <c:v>yourveryownsarcastictree</c:v>
                </c:pt>
                <c:pt idx="452">
                  <c:v>yourverybestfriendhenry</c:v>
                </c:pt>
                <c:pt idx="453">
                  <c:v>your_typical_stereotype</c:v>
                </c:pt>
                <c:pt idx="454">
                  <c:v>your_superstar_danielle</c:v>
                </c:pt>
                <c:pt idx="455">
                  <c:v>yoursuperiorpiratedaddy</c:v>
                </c:pt>
                <c:pt idx="456">
                  <c:v>yoursunderthemoonlight</c:v>
                </c:pt>
                <c:pt idx="457">
                  <c:v>yours_truly_stephanie</c:v>
                </c:pt>
                <c:pt idx="458">
                  <c:v>your_strangeandbeautiful</c:v>
                </c:pt>
                <c:pt idx="459">
                  <c:v>yoursomewhathotmamma</c:v>
                </c:pt>
                <c:pt idx="460">
                  <c:v>Yours_forever_and_always</c:v>
                </c:pt>
                <c:pt idx="461">
                  <c:v>your_sexy_daddy_2010</c:v>
                </c:pt>
                <c:pt idx="462">
                  <c:v>your_royal_highness1</c:v>
                </c:pt>
                <c:pt idx="463">
                  <c:v>yourrockingwiththeworst</c:v>
                </c:pt>
                <c:pt idx="464">
                  <c:v>yourremedyforinsecurity</c:v>
                </c:pt>
                <c:pt idx="465">
                  <c:v>your_regular_emergency</c:v>
                </c:pt>
                <c:pt idx="466">
                  <c:v>your_realestate_agent</c:v>
                </c:pt>
                <c:pt idx="467">
                  <c:v>your_punk_rock_pussy</c:v>
                </c:pt>
                <c:pt idx="468">
                  <c:v>yourprincessforever13</c:v>
                </c:pt>
                <c:pt idx="469">
                  <c:v>your_pretty_much_hot</c:v>
                </c:pt>
                <c:pt idx="470">
                  <c:v>your_pretty_kitten17</c:v>
                </c:pt>
                <c:pt idx="471">
                  <c:v>yourpersonalteddybear</c:v>
                </c:pt>
                <c:pt idx="472">
                  <c:v>yourpersonalsexmachine</c:v>
                </c:pt>
                <c:pt idx="473">
                  <c:v>your_personal_sex_kitten</c:v>
                </c:pt>
                <c:pt idx="474">
                  <c:v>your_personal_reject</c:v>
                </c:pt>
                <c:pt idx="475">
                  <c:v>your_personal_orgasm</c:v>
                </c:pt>
                <c:pt idx="476">
                  <c:v>yourpersonalnutritionist</c:v>
                </c:pt>
                <c:pt idx="477">
                  <c:v>yourpersonalbabygirl543</c:v>
                </c:pt>
                <c:pt idx="478">
                  <c:v>yourperfectpartnercoach</c:v>
                </c:pt>
                <c:pt idx="479">
                  <c:v>yourperfectfriendpayton</c:v>
                </c:pt>
                <c:pt idx="480">
                  <c:v>yourpartyalternative</c:v>
                </c:pt>
                <c:pt idx="481">
                  <c:v>yourownpersonalhillbilly</c:v>
                </c:pt>
                <c:pt idx="482">
                  <c:v>youroriginalhottie84</c:v>
                </c:pt>
                <c:pt idx="483">
                  <c:v>your_only_love_cathy</c:v>
                </c:pt>
                <c:pt idx="484">
                  <c:v>your_only_amazing_dream</c:v>
                </c:pt>
                <c:pt idx="485">
                  <c:v>your_one_and_only_tony</c:v>
                </c:pt>
                <c:pt idx="486">
                  <c:v>youroneandonlysweetheart</c:v>
                </c:pt>
                <c:pt idx="487">
                  <c:v>youroneandonlymistake</c:v>
                </c:pt>
                <c:pt idx="488">
                  <c:v>your_one_and_only_guy</c:v>
                </c:pt>
                <c:pt idx="489">
                  <c:v>youroneandonlygurl_0</c:v>
                </c:pt>
                <c:pt idx="490">
                  <c:v>your_one_and_only_chance</c:v>
                </c:pt>
                <c:pt idx="491">
                  <c:v>yourocklikewhitesnake</c:v>
                </c:pt>
                <c:pt idx="492">
                  <c:v>yournumber1stonerpal</c:v>
                </c:pt>
                <c:pt idx="493">
                  <c:v>your_nightmare_angel</c:v>
                </c:pt>
                <c:pt idx="494">
                  <c:v>yourneighborhoodspiderman</c:v>
                </c:pt>
                <c:pt idx="495">
                  <c:v>your_mum_was_dripping</c:v>
                </c:pt>
                <c:pt idx="496">
                  <c:v>yourmumdoeswatersports</c:v>
                </c:pt>
                <c:pt idx="497">
                  <c:v>your_morbid_imperfection</c:v>
                </c:pt>
                <c:pt idx="498">
                  <c:v>your_masked_intruder</c:v>
                </c:pt>
                <c:pt idx="499">
                  <c:v>yourmakingeverythingworst</c:v>
                </c:pt>
                <c:pt idx="500">
                  <c:v>your_loyal_opposition</c:v>
                </c:pt>
                <c:pt idx="501">
                  <c:v>yourlovelylittlevampire</c:v>
                </c:pt>
                <c:pt idx="502">
                  <c:v>yourlocalsupermarketsuperman</c:v>
                </c:pt>
                <c:pt idx="503">
                  <c:v>your_local_casino_owner</c:v>
                </c:pt>
                <c:pt idx="504">
                  <c:v>yourlocalbunnydealer</c:v>
                </c:pt>
                <c:pt idx="505">
                  <c:v>your_little_tiger_pat</c:v>
                </c:pt>
                <c:pt idx="506">
                  <c:v>your_little_sunshine9875</c:v>
                </c:pt>
                <c:pt idx="507">
                  <c:v>your_lipstickhis_collar</c:v>
                </c:pt>
                <c:pt idx="508">
                  <c:v>_your_lipstick_his_collar</c:v>
                </c:pt>
                <c:pt idx="509">
                  <c:v>your_lil_drummer_buddy</c:v>
                </c:pt>
                <c:pt idx="510">
                  <c:v>yourlilbrowneyedgirl07</c:v>
                </c:pt>
                <c:pt idx="511">
                  <c:v>your_kiss_might_kill</c:v>
                </c:pt>
                <c:pt idx="512">
                  <c:v>yourinvitationtoagoodtime</c:v>
                </c:pt>
                <c:pt idx="513">
                  <c:v>yourintelligentsuperior</c:v>
                </c:pt>
                <c:pt idx="514">
                  <c:v>yourinspiration2live</c:v>
                </c:pt>
                <c:pt idx="515">
                  <c:v>your_immoral_saving_grace</c:v>
                </c:pt>
                <c:pt idx="516">
                  <c:v>your_imaginary__friend</c:v>
                </c:pt>
                <c:pt idx="517">
                  <c:v>your_human_teddy_bear</c:v>
                </c:pt>
                <c:pt idx="518">
                  <c:v>YourHeartsMostDesire</c:v>
                </c:pt>
                <c:pt idx="519">
                  <c:v>yourheartbrokenlover</c:v>
                </c:pt>
                <c:pt idx="520">
                  <c:v>your_haunting_nightmare</c:v>
                </c:pt>
                <c:pt idx="521">
                  <c:v>your_guardian_angel_</c:v>
                </c:pt>
                <c:pt idx="522">
                  <c:v>yourgorgeouscristine</c:v>
                </c:pt>
                <c:pt idx="523">
                  <c:v>your_future_princess</c:v>
                </c:pt>
                <c:pt idx="524">
                  <c:v>yourfriendtheconsumer</c:v>
                </c:pt>
                <c:pt idx="525">
                  <c:v>yourfriendlystalker13</c:v>
                </c:pt>
                <c:pt idx="526">
                  <c:v>your_friendly_piercer</c:v>
                </c:pt>
                <c:pt idx="527">
                  <c:v>yourfavoritetragicmistake</c:v>
                </c:pt>
                <c:pt idx="528">
                  <c:v>Your_Favorite_Tall_Guy</c:v>
                </c:pt>
                <c:pt idx="529">
                  <c:v>yourfavoritestereotype</c:v>
                </c:pt>
                <c:pt idx="530">
                  <c:v>yourfavoriteskywalker</c:v>
                </c:pt>
                <c:pt idx="531">
                  <c:v>yourfavoriteredhead9</c:v>
                </c:pt>
                <c:pt idx="532">
                  <c:v>yourfavorite_redhead</c:v>
                </c:pt>
                <c:pt idx="533">
                  <c:v>your_favorite_mistake_419</c:v>
                </c:pt>
                <c:pt idx="534">
                  <c:v>your_favorite_mistake227</c:v>
                </c:pt>
                <c:pt idx="535">
                  <c:v>your_favorite_jackass</c:v>
                </c:pt>
                <c:pt idx="536">
                  <c:v>your_favorite_flavor</c:v>
                </c:pt>
                <c:pt idx="537">
                  <c:v>yourfavoritedutchboy14</c:v>
                </c:pt>
                <c:pt idx="538">
                  <c:v>yourfavoritedumbblonde</c:v>
                </c:pt>
                <c:pt idx="539">
                  <c:v>yourfacewillstaythatway</c:v>
                </c:pt>
                <c:pt idx="540">
                  <c:v>yourfacenoiseexperiment</c:v>
                </c:pt>
                <c:pt idx="541">
                  <c:v>your_everything_and_more</c:v>
                </c:pt>
                <c:pt idx="542">
                  <c:v>youreverydaytragedyband</c:v>
                </c:pt>
                <c:pt idx="543">
                  <c:v>youreverydayrugbybabe</c:v>
                </c:pt>
                <c:pt idx="544">
                  <c:v>your_everyday_greasemop</c:v>
                </c:pt>
                <c:pt idx="545">
                  <c:v>youretheoneformefatty</c:v>
                </c:pt>
                <c:pt idx="546">
                  <c:v>yourequitetheobsessor</c:v>
                </c:pt>
                <c:pt idx="547">
                  <c:v>yourenamegoeshere___</c:v>
                </c:pt>
                <c:pt idx="548">
                  <c:v>youremygoodluckcharm</c:v>
                </c:pt>
                <c:pt idx="549">
                  <c:v>youreallydontlivehere</c:v>
                </c:pt>
                <c:pt idx="550">
                  <c:v>yourdreamfirefighter</c:v>
                </c:pt>
                <c:pt idx="551">
                  <c:v>your_dirty_lil_secret25</c:v>
                </c:pt>
                <c:pt idx="552">
                  <c:v>yourdentistslabdirect</c:v>
                </c:pt>
                <c:pt idx="553">
                  <c:v>yourdelightfulyoungman</c:v>
                </c:pt>
                <c:pt idx="554">
                  <c:v>yourdecrepitplague45</c:v>
                </c:pt>
                <c:pt idx="555">
                  <c:v>yourdaddyfromphoenix</c:v>
                </c:pt>
                <c:pt idx="556">
                  <c:v>yourcoolfriendcheryl</c:v>
                </c:pt>
                <c:pt idx="557">
                  <c:v>yourcontroversialtheory</c:v>
                </c:pt>
                <c:pt idx="558">
                  <c:v>your_cinderella_gurl</c:v>
                </c:pt>
                <c:pt idx="559">
                  <c:v>yourchocolateseduction</c:v>
                </c:pt>
                <c:pt idx="560">
                  <c:v>your_certified_male_model</c:v>
                </c:pt>
                <c:pt idx="561">
                  <c:v>your_butterfly_forever</c:v>
                </c:pt>
                <c:pt idx="562">
                  <c:v>yourboyfriendwontknow</c:v>
                </c:pt>
                <c:pt idx="563">
                  <c:v>yourbloodyvalentine74</c:v>
                </c:pt>
                <c:pt idx="564">
                  <c:v>your_blonde_addiction</c:v>
                </c:pt>
                <c:pt idx="565">
                  <c:v>your_biggest_mistake_0</c:v>
                </c:pt>
                <c:pt idx="566">
                  <c:v>yourbiggestmistake01</c:v>
                </c:pt>
                <c:pt idx="567">
                  <c:v>yourbiggestdreamcometrue</c:v>
                </c:pt>
                <c:pt idx="568">
                  <c:v>your_biggest_addiction_92</c:v>
                </c:pt>
                <c:pt idx="569">
                  <c:v>yourbestkeptsecret99</c:v>
                </c:pt>
                <c:pt idx="570">
                  <c:v>__your_best_kept_secret__</c:v>
                </c:pt>
                <c:pt idx="571">
                  <c:v>yourbestfriendalexandria</c:v>
                </c:pt>
                <c:pt idx="572">
                  <c:v>your_best_friend_4ever</c:v>
                </c:pt>
                <c:pt idx="573">
                  <c:v>your_beloved_tragedy</c:v>
                </c:pt>
                <c:pt idx="574">
                  <c:v>yourbeingreallyretarded</c:v>
                </c:pt>
                <c:pt idx="575">
                  <c:v>your_beautifultragedy</c:v>
                </c:pt>
                <c:pt idx="576">
                  <c:v>your_beautiful__its_true</c:v>
                </c:pt>
                <c:pt idx="577">
                  <c:v>your_beautiful_forever</c:v>
                </c:pt>
                <c:pt idx="578">
                  <c:v>your_beautiful_disaster9</c:v>
                </c:pt>
                <c:pt idx="579">
                  <c:v>yourbeautifuldisaster24</c:v>
                </c:pt>
                <c:pt idx="580">
                  <c:v>yourbeautiful_always</c:v>
                </c:pt>
                <c:pt idx="581">
                  <c:v>yourbadinfluence909</c:v>
                </c:pt>
                <c:pt idx="582">
                  <c:v>your_baby_gurl_for_eva</c:v>
                </c:pt>
                <c:pt idx="583">
                  <c:v>yourbabygurl4eva_blondie</c:v>
                </c:pt>
                <c:pt idx="584">
                  <c:v>youraveragebeautiful</c:v>
                </c:pt>
                <c:pt idx="585">
                  <c:v>yourangelinanightmare</c:v>
                </c:pt>
                <c:pt idx="586">
                  <c:v>your1bestfriendforever</c:v>
                </c:pt>
                <c:pt idx="587">
                  <c:v>your_1and_only_favorite</c:v>
                </c:pt>
                <c:pt idx="588">
                  <c:v>your18worst18nightmare</c:v>
                </c:pt>
                <c:pt idx="589">
                  <c:v>YOUONLYLIVEONCE2878</c:v>
                </c:pt>
                <c:pt idx="590">
                  <c:v>you_only_get_one_chance</c:v>
                </c:pt>
                <c:pt idx="591">
                  <c:v>you_old_fish_eyed_fool</c:v>
                </c:pt>
                <c:pt idx="592">
                  <c:v>youngwiltchamberlain</c:v>
                </c:pt>
                <c:pt idx="593">
                  <c:v>youngurbanentrepreneur</c:v>
                </c:pt>
                <c:pt idx="594">
                  <c:v>youngtuntamptheentertainment</c:v>
                </c:pt>
                <c:pt idx="595">
                  <c:v>youngtipsy323wattsup</c:v>
                </c:pt>
                <c:pt idx="596">
                  <c:v>youngswagentertainment</c:v>
                </c:pt>
                <c:pt idx="597">
                  <c:v>youngsouthernentrepreneur</c:v>
                </c:pt>
                <c:pt idx="598">
                  <c:v>youngsoldiersisthename</c:v>
                </c:pt>
                <c:pt idx="599">
                  <c:v>youngshawnlivingston</c:v>
                </c:pt>
                <c:pt idx="600">
                  <c:v>young_sexy_and_beautiful</c:v>
                </c:pt>
                <c:pt idx="601">
                  <c:v>youngscottishromantic</c:v>
                </c:pt>
                <c:pt idx="602">
                  <c:v>youngprogressivemajority</c:v>
                </c:pt>
                <c:pt idx="603">
                  <c:v>youngprincestreetkingprod</c:v>
                </c:pt>
                <c:pt idx="604">
                  <c:v>young_playyet_cocobrown</c:v>
                </c:pt>
                <c:pt idx="605">
                  <c:v>youngpercussionsampgotbeatscamp</c:v>
                </c:pt>
                <c:pt idx="606">
                  <c:v>young_morgan_freeman</c:v>
                </c:pt>
                <c:pt idx="607">
                  <c:v>youngmoney_ghosttown</c:v>
                </c:pt>
                <c:pt idx="608">
                  <c:v>young_money_for_life319</c:v>
                </c:pt>
                <c:pt idx="609">
                  <c:v>young_money_dipset23</c:v>
                </c:pt>
                <c:pt idx="610">
                  <c:v>youngjayrepresenting</c:v>
                </c:pt>
                <c:pt idx="611">
                  <c:v>young_hope_photography</c:v>
                </c:pt>
                <c:pt idx="612">
                  <c:v>younggiftedandbroken</c:v>
                </c:pt>
                <c:pt idx="613">
                  <c:v>younggatorakapistol504</c:v>
                </c:pt>
                <c:pt idx="614">
                  <c:v>youngfrosttruehustler</c:v>
                </c:pt>
                <c:pt idx="615">
                  <c:v>young_for_eternity18</c:v>
                </c:pt>
                <c:pt idx="616">
                  <c:v>youngflyentrepreneur</c:v>
                </c:pt>
                <c:pt idx="617">
                  <c:v>youngflyandflashykay</c:v>
                </c:pt>
                <c:pt idx="618">
                  <c:v>young_flashy_and_fly</c:v>
                </c:pt>
                <c:pt idx="619">
                  <c:v>YOUNGDREEASTPALOALTO50</c:v>
                </c:pt>
                <c:pt idx="620">
                  <c:v>young_diamond_princess</c:v>
                </c:pt>
                <c:pt idx="621">
                  <c:v>youngdenverharborblood</c:v>
                </c:pt>
                <c:pt idx="622">
                  <c:v>youngdaddyswagger107</c:v>
                </c:pt>
                <c:pt idx="623">
                  <c:v>youngcommunistleague</c:v>
                </c:pt>
                <c:pt idx="624">
                  <c:v>youngchristheartist90</c:v>
                </c:pt>
                <c:pt idx="625">
                  <c:v>youngcarterthefuture</c:v>
                </c:pt>
                <c:pt idx="626">
                  <c:v>young_but_old_enough</c:v>
                </c:pt>
                <c:pt idx="627">
                  <c:v>youngbuckandskittles</c:v>
                </c:pt>
                <c:pt idx="628">
                  <c:v>youngblood_quaker_80</c:v>
                </c:pt>
                <c:pt idx="629">
                  <c:v>youngbloodandhardcore</c:v>
                </c:pt>
                <c:pt idx="630">
                  <c:v>youngblackmoneymaker</c:v>
                </c:pt>
                <c:pt idx="631">
                  <c:v>youngblackbusinessman</c:v>
                </c:pt>
                <c:pt idx="632">
                  <c:v>young_black_and_ready</c:v>
                </c:pt>
                <c:pt idx="633">
                  <c:v>youngblackandfabulous</c:v>
                </c:pt>
                <c:pt idx="634">
                  <c:v>youngblackandblessed</c:v>
                </c:pt>
                <c:pt idx="635">
                  <c:v>young_andthe_restless</c:v>
                </c:pt>
                <c:pt idx="636">
                  <c:v>young_and_stupid_420</c:v>
                </c:pt>
                <c:pt idx="637">
                  <c:v>youngandrestlessgirl</c:v>
                </c:pt>
                <c:pt idx="638">
                  <c:v>youngandrestless4life</c:v>
                </c:pt>
                <c:pt idx="639">
                  <c:v>you_never_understood</c:v>
                </c:pt>
                <c:pt idx="640">
                  <c:v>youmeansomethingtome</c:v>
                </c:pt>
                <c:pt idx="641">
                  <c:v>youmakemewannalalatester</c:v>
                </c:pt>
                <c:pt idx="642">
                  <c:v>you_make_loving_easy</c:v>
                </c:pt>
                <c:pt idx="643">
                  <c:v>you_know_natasha_rox</c:v>
                </c:pt>
                <c:pt idx="644">
                  <c:v>youkillmeintheinside</c:v>
                </c:pt>
                <c:pt idx="645">
                  <c:v>youjustlost_the_game_</c:v>
                </c:pt>
                <c:pt idx="646">
                  <c:v>youjusthadtobethere25</c:v>
                </c:pt>
                <c:pt idx="647">
                  <c:v>youhave2proveyourself</c:v>
                </c:pt>
                <c:pt idx="648">
                  <c:v>yougotthewrongaddress</c:v>
                </c:pt>
                <c:pt idx="649">
                  <c:v>yougoneneedawheelchair</c:v>
                </c:pt>
                <c:pt idx="650">
                  <c:v>you_give_love_bad_name</c:v>
                </c:pt>
                <c:pt idx="651">
                  <c:v>youfreakingidiot_gosh</c:v>
                </c:pt>
                <c:pt idx="652">
                  <c:v>youfinallygotamyspace</c:v>
                </c:pt>
                <c:pt idx="653">
                  <c:v>you_deserve_the_best</c:v>
                </c:pt>
                <c:pt idx="654">
                  <c:v>you_cant_stop_the_doc</c:v>
                </c:pt>
                <c:pt idx="655">
                  <c:v>youcantrunfromyourself</c:v>
                </c:pt>
                <c:pt idx="656">
                  <c:v>you_cant_fix_stupid_1972</c:v>
                </c:pt>
                <c:pt idx="657">
                  <c:v>youcantfindthisanywhere</c:v>
                </c:pt>
                <c:pt idx="658">
                  <c:v>youcanpoundmealnight</c:v>
                </c:pt>
                <c:pt idx="659">
                  <c:v>you_cannot_have_charizard</c:v>
                </c:pt>
                <c:pt idx="660">
                  <c:v>you_can_never_get_him</c:v>
                </c:pt>
                <c:pt idx="661">
                  <c:v>you_can_get_down_wit_this</c:v>
                </c:pt>
                <c:pt idx="662">
                  <c:v>youcanfindmeintheclub</c:v>
                </c:pt>
                <c:pt idx="663">
                  <c:v>youbiggestdisappointment</c:v>
                </c:pt>
                <c:pt idx="664">
                  <c:v>you_better_know_yourself</c:v>
                </c:pt>
                <c:pt idx="665">
                  <c:v>you_are_very_special</c:v>
                </c:pt>
                <c:pt idx="666">
                  <c:v>youareuglyandthatsfunny</c:v>
                </c:pt>
                <c:pt idx="667">
                  <c:v>youaretallerthanamountain</c:v>
                </c:pt>
                <c:pt idx="668">
                  <c:v>youareeveryparisnight</c:v>
                </c:pt>
                <c:pt idx="669">
                  <c:v>youandyoursurbanwear</c:v>
                </c:pt>
                <c:pt idx="670">
                  <c:v>youandyourbeautifulsoul</c:v>
                </c:pt>
                <c:pt idx="671">
                  <c:v>you_aint_said_nuttin</c:v>
                </c:pt>
                <c:pt idx="672">
                  <c:v>you_aint_reading_this</c:v>
                </c:pt>
                <c:pt idx="673">
                  <c:v>youaintjustwhistlindixie</c:v>
                </c:pt>
                <c:pt idx="674">
                  <c:v>yoshi_not_the_green_one</c:v>
                </c:pt>
                <c:pt idx="675">
                  <c:v>yoiamawalrustopthatbitch</c:v>
                </c:pt>
                <c:pt idx="676">
                  <c:v>yetanothersockpuppet</c:v>
                </c:pt>
                <c:pt idx="677">
                  <c:v>yetanother_heartache</c:v>
                </c:pt>
                <c:pt idx="678">
                  <c:v>yesterdaytodayandtamale</c:v>
                </c:pt>
                <c:pt idx="679">
                  <c:v>yesterdayandeternity</c:v>
                </c:pt>
                <c:pt idx="680">
                  <c:v>yes_its_really_chris_ford</c:v>
                </c:pt>
                <c:pt idx="681">
                  <c:v>yer_lil_redhead_jamie</c:v>
                </c:pt>
                <c:pt idx="682">
                  <c:v>yergorgeousprincess_0</c:v>
                </c:pt>
                <c:pt idx="683">
                  <c:v>yeractualfingersmith</c:v>
                </c:pt>
                <c:pt idx="684">
                  <c:v>yellowstarandredflag</c:v>
                </c:pt>
                <c:pt idx="685">
                  <c:v>yellowsingthecrankylizard</c:v>
                </c:pt>
                <c:pt idx="686">
                  <c:v>yellowselfexistingstar</c:v>
                </c:pt>
                <c:pt idx="687">
                  <c:v>yellowrosebandraleigh</c:v>
                </c:pt>
                <c:pt idx="688">
                  <c:v>yellow_pink_white_layout</c:v>
                </c:pt>
                <c:pt idx="689">
                  <c:v>yellowlightdickbackwards</c:v>
                </c:pt>
                <c:pt idx="690">
                  <c:v>yellow_jacket_baseball</c:v>
                </c:pt>
                <c:pt idx="691">
                  <c:v>yellowhairedwarrior1</c:v>
                </c:pt>
                <c:pt idx="692">
                  <c:v>yellowbonefromthesouth</c:v>
                </c:pt>
                <c:pt idx="693">
                  <c:v>yellowbellymeatballhead</c:v>
                </c:pt>
                <c:pt idx="694">
                  <c:v>yeawerebetterthanyou</c:v>
                </c:pt>
                <c:pt idx="695">
                  <c:v>yea_well_your_still_fat</c:v>
                </c:pt>
                <c:pt idx="696">
                  <c:v>yea_thats_rite_its_tasha</c:v>
                </c:pt>
                <c:pt idx="697">
                  <c:v>yeast_infection_finger</c:v>
                </c:pt>
                <c:pt idx="698">
                  <c:v>year_round_boarder_521</c:v>
                </c:pt>
                <c:pt idx="699">
                  <c:v>year11representationtask</c:v>
                </c:pt>
                <c:pt idx="700">
                  <c:v>yeah_were_breaking_free</c:v>
                </c:pt>
                <c:pt idx="701">
                  <c:v>yeahthatsrightitsangela</c:v>
                </c:pt>
                <c:pt idx="702">
                  <c:v>yeahitschristian92490</c:v>
                </c:pt>
                <c:pt idx="703">
                  <c:v>yeahherecomestherooster</c:v>
                </c:pt>
                <c:pt idx="704">
                  <c:v>yanakin_groundwalker</c:v>
                </c:pt>
                <c:pt idx="705">
                  <c:v>xena_princess_warrior</c:v>
                </c:pt>
                <c:pt idx="706">
                  <c:v>xena_gabrielle_4_ever</c:v>
                </c:pt>
                <c:pt idx="707">
                  <c:v>wutsurname_kylewayne</c:v>
                </c:pt>
                <c:pt idx="708">
                  <c:v>wrysmileandalongsideglance</c:v>
                </c:pt>
                <c:pt idx="709">
                  <c:v>wrongwayentertainment</c:v>
                </c:pt>
                <c:pt idx="710">
                  <c:v>wrongdisgustingplanet</c:v>
                </c:pt>
                <c:pt idx="711">
                  <c:v>writingaboutyoustill</c:v>
                </c:pt>
                <c:pt idx="712">
                  <c:v>writethelettersintearyink</c:v>
                </c:pt>
                <c:pt idx="713">
                  <c:v>writer_lover_believer</c:v>
                </c:pt>
                <c:pt idx="714">
                  <c:v>write_from_the_heart</c:v>
                </c:pt>
                <c:pt idx="715">
                  <c:v>wrightcardsandgaming</c:v>
                </c:pt>
                <c:pt idx="716">
                  <c:v>wretchedreligionband</c:v>
                </c:pt>
                <c:pt idx="717">
                  <c:v>wretchedexcuseforahuman</c:v>
                </c:pt>
                <c:pt idx="718">
                  <c:v>wrestling_volleychick</c:v>
                </c:pt>
                <c:pt idx="719">
                  <c:v>wrestling_fan_forever</c:v>
                </c:pt>
                <c:pt idx="720">
                  <c:v>wrestling_fan_club_1234</c:v>
                </c:pt>
                <c:pt idx="721">
                  <c:v>wrestling_fan_4_life</c:v>
                </c:pt>
                <c:pt idx="722">
                  <c:v>wrestling_chick_aka_kym</c:v>
                </c:pt>
                <c:pt idx="723">
                  <c:v>wrath_the_unforgiven</c:v>
                </c:pt>
                <c:pt idx="724">
                  <c:v>wrapyerstumpbeforeyouhump</c:v>
                </c:pt>
                <c:pt idx="725">
                  <c:v>wowwhatagreatprofile</c:v>
                </c:pt>
                <c:pt idx="726">
                  <c:v>wouldyoutellmeiwaswrong1992</c:v>
                </c:pt>
                <c:pt idx="727">
                  <c:v>wouldyoulikesugarwiththat</c:v>
                </c:pt>
                <c:pt idx="728">
                  <c:v>wouldntyoulike2know9</c:v>
                </c:pt>
                <c:pt idx="729">
                  <c:v>wouldanyonelikesometoast</c:v>
                </c:pt>
                <c:pt idx="730">
                  <c:v>worththeweightingold</c:v>
                </c:pt>
                <c:pt idx="731">
                  <c:v>worthrememberingmusic</c:v>
                </c:pt>
                <c:pt idx="732">
                  <c:v>worstnightmare_bestdream2</c:v>
                </c:pt>
                <c:pt idx="733">
                  <c:v>worstfriendbestenemy</c:v>
                </c:pt>
                <c:pt idx="734">
                  <c:v>worstcasescenario123</c:v>
                </c:pt>
                <c:pt idx="735">
                  <c:v>worshipwith_ecclesia</c:v>
                </c:pt>
                <c:pt idx="736">
                  <c:v>worshipgodservepeople</c:v>
                </c:pt>
                <c:pt idx="737">
                  <c:v>wormywormwormscanada</c:v>
                </c:pt>
                <c:pt idx="738">
                  <c:v>worldwideinvestigation</c:v>
                </c:pt>
                <c:pt idx="739">
                  <c:v>world_wide_free_ride</c:v>
                </c:pt>
                <c:pt idx="740">
                  <c:v>worldwideelectronicmusic</c:v>
                </c:pt>
                <c:pt idx="741">
                  <c:v>worldwakeboardcenter</c:v>
                </c:pt>
                <c:pt idx="742">
                  <c:v>worldundergroundreport</c:v>
                </c:pt>
                <c:pt idx="743">
                  <c:v>worldtravelerhippiechick</c:v>
                </c:pt>
                <c:pt idx="744">
                  <c:v>world_traveler_for_life</c:v>
                </c:pt>
                <c:pt idx="745">
                  <c:v>worldtravelerforever</c:v>
                </c:pt>
                <c:pt idx="746">
                  <c:v>worldpeacewillneverhappen</c:v>
                </c:pt>
                <c:pt idx="747">
                  <c:v>worldleadershipgroup_gel</c:v>
                </c:pt>
                <c:pt idx="748">
                  <c:v>world_history_teacher</c:v>
                </c:pt>
                <c:pt idx="749">
                  <c:v>worldhispanictournament</c:v>
                </c:pt>
                <c:pt idx="750">
                  <c:v>worldexplorerbabe011</c:v>
                </c:pt>
                <c:pt idx="751">
                  <c:v>worldcupfantasyfooty</c:v>
                </c:pt>
                <c:pt idx="752">
                  <c:v>world_collaboration_party</c:v>
                </c:pt>
                <c:pt idx="753">
                  <c:v>worldchampionreverend</c:v>
                </c:pt>
                <c:pt idx="754">
                  <c:v>worldchampcordialpourer</c:v>
                </c:pt>
                <c:pt idx="755">
                  <c:v>worldbaseballclassic</c:v>
                </c:pt>
                <c:pt idx="756">
                  <c:v>worldaccessentertainment</c:v>
                </c:pt>
                <c:pt idx="757">
                  <c:v>worksdownbygroupswithmelanie</c:v>
                </c:pt>
                <c:pt idx="758">
                  <c:v>workingprogresstheband</c:v>
                </c:pt>
                <c:pt idx="759">
                  <c:v>workingforanuclearfreecity</c:v>
                </c:pt>
                <c:pt idx="760">
                  <c:v>workingclassrockstar</c:v>
                </c:pt>
                <c:pt idx="761">
                  <c:v>workingclass_hooligan</c:v>
                </c:pt>
                <c:pt idx="762">
                  <c:v>working_class_acupuncture</c:v>
                </c:pt>
                <c:pt idx="763">
                  <c:v>workingbutstillbroken</c:v>
                </c:pt>
                <c:pt idx="764">
                  <c:v>workforaffordablehousing</c:v>
                </c:pt>
                <c:pt idx="765">
                  <c:v>wop_the_nine_tail_fox</c:v>
                </c:pt>
                <c:pt idx="766">
                  <c:v>woodybigfloppydonkey</c:v>
                </c:pt>
                <c:pt idx="767">
                  <c:v>woodstarbloodguttagirl</c:v>
                </c:pt>
                <c:pt idx="768">
                  <c:v>woodgrainphotography</c:v>
                </c:pt>
                <c:pt idx="769">
                  <c:v>wontyoushockandentertain</c:v>
                </c:pt>
                <c:pt idx="770">
                  <c:v>wondermanwasntavailable</c:v>
                </c:pt>
                <c:pt idx="771">
                  <c:v>wonderland_its_magic</c:v>
                </c:pt>
                <c:pt idx="772">
                  <c:v>wonderful_trolly_freak</c:v>
                </c:pt>
                <c:pt idx="773">
                  <c:v>wonderfulsinger4life</c:v>
                </c:pt>
                <c:pt idx="774">
                  <c:v>womanizer21boypickup</c:v>
                </c:pt>
                <c:pt idx="775">
                  <c:v>woman_forward_thinking</c:v>
                </c:pt>
                <c:pt idx="776">
                  <c:v>womanandentrepreneur</c:v>
                </c:pt>
                <c:pt idx="777">
                  <c:v>wolvesaremisunderstood</c:v>
                </c:pt>
                <c:pt idx="778">
                  <c:v>wolf_warrior_from_heaven</c:v>
                </c:pt>
                <c:pt idx="779">
                  <c:v>wolf_god_demon_angel</c:v>
                </c:pt>
                <c:pt idx="780">
                  <c:v>wizardworldconvention</c:v>
                </c:pt>
                <c:pt idx="781">
                  <c:v>wizardentertainmentgroup</c:v>
                </c:pt>
                <c:pt idx="782">
                  <c:v>witnessprotectionprogram</c:v>
                </c:pt>
                <c:pt idx="783">
                  <c:v>withoutsenseofficialpage</c:v>
                </c:pt>
                <c:pt idx="784">
                  <c:v>without_hope_lost_child</c:v>
                </c:pt>
                <c:pt idx="785">
                  <c:v>withloveandsqualor05</c:v>
                </c:pt>
                <c:pt idx="786">
                  <c:v>withlovealwaysandforever</c:v>
                </c:pt>
                <c:pt idx="787">
                  <c:v>with_karate_ill_kick_ass</c:v>
                </c:pt>
                <c:pt idx="788">
                  <c:v>withinheartspotential</c:v>
                </c:pt>
                <c:pt idx="789">
                  <c:v>withgreaterpurposeyet</c:v>
                </c:pt>
                <c:pt idx="790">
                  <c:v>witheyesforeverturnedinward</c:v>
                </c:pt>
                <c:pt idx="791">
                  <c:v>witheverybreathmusic</c:v>
                </c:pt>
                <c:pt idx="792">
                  <c:v>with_death_comes_peace</c:v>
                </c:pt>
                <c:pt idx="793">
                  <c:v>witchyredheadgoddess</c:v>
                </c:pt>
                <c:pt idx="794">
                  <c:v>witchhazelwithnutmeg</c:v>
                </c:pt>
                <c:pt idx="795">
                  <c:v>witchdoctor_entertainment</c:v>
                </c:pt>
                <c:pt idx="796">
                  <c:v>witchcraftblackcat195</c:v>
                </c:pt>
                <c:pt idx="797">
                  <c:v>witchandwizardschool</c:v>
                </c:pt>
                <c:pt idx="798">
                  <c:v>wish_you_would_smile_mate</c:v>
                </c:pt>
                <c:pt idx="799">
                  <c:v>wish_you_were_here1517</c:v>
                </c:pt>
                <c:pt idx="800">
                  <c:v>wishing_you_where_mine</c:v>
                </c:pt>
                <c:pt idx="801">
                  <c:v>wishing_she_was_here</c:v>
                </c:pt>
                <c:pt idx="802">
                  <c:v>wishing_for_your_heart</c:v>
                </c:pt>
                <c:pt idx="803">
                  <c:v>wishingdreaminghoping</c:v>
                </c:pt>
                <c:pt idx="804">
                  <c:v>wise_thevampireheart</c:v>
                </c:pt>
                <c:pt idx="805">
                  <c:v>wiseman_the_original_one</c:v>
                </c:pt>
                <c:pt idx="806">
                  <c:v>wisdomjusticeandlove1992</c:v>
                </c:pt>
                <c:pt idx="807">
                  <c:v>wisdom_and_knowledge</c:v>
                </c:pt>
                <c:pt idx="808">
                  <c:v>winternightpublishing</c:v>
                </c:pt>
                <c:pt idx="809">
                  <c:v>winterfreshtherappersongsinger</c:v>
                </c:pt>
                <c:pt idx="810">
                  <c:v>winona_leah_lovelace</c:v>
                </c:pt>
                <c:pt idx="811">
                  <c:v>winningedgeperformance</c:v>
                </c:pt>
                <c:pt idx="812">
                  <c:v>winniethepoohnut99</c:v>
                </c:pt>
                <c:pt idx="813">
                  <c:v>winniethepoohlover112</c:v>
                </c:pt>
                <c:pt idx="814">
                  <c:v>winnie_the_pooh_layout</c:v>
                </c:pt>
                <c:pt idx="815">
                  <c:v>winniethepoohbear040</c:v>
                </c:pt>
                <c:pt idx="816">
                  <c:v>wingwomandoubletrouble</c:v>
                </c:pt>
                <c:pt idx="817">
                  <c:v>wingsofabutterfly1020</c:v>
                </c:pt>
                <c:pt idx="818">
                  <c:v>wingsofabeautifultragedy</c:v>
                </c:pt>
                <c:pt idx="819">
                  <c:v>windycreekbluegrassband</c:v>
                </c:pt>
                <c:pt idx="820">
                  <c:v>windswept_and_interesting</c:v>
                </c:pt>
                <c:pt idx="821">
                  <c:v>windsortownbabykiller</c:v>
                </c:pt>
                <c:pt idx="822">
                  <c:v>windshieldrockchiprepair</c:v>
                </c:pt>
                <c:pt idx="823">
                  <c:v>windowframedconfusion</c:v>
                </c:pt>
                <c:pt idx="824">
                  <c:v>wilsonfootballplayer</c:v>
                </c:pt>
                <c:pt idx="825">
                  <c:v>willy_the_half_dragon</c:v>
                </c:pt>
                <c:pt idx="826">
                  <c:v>willwakeboardforbeer</c:v>
                </c:pt>
                <c:pt idx="827">
                  <c:v>willtryanythingtwice</c:v>
                </c:pt>
                <c:pt idx="828">
                  <c:v>will_the_thrasher_riley</c:v>
                </c:pt>
                <c:pt idx="829">
                  <c:v>will_the_slightly_great</c:v>
                </c:pt>
                <c:pt idx="830">
                  <c:v>will_the_computer_guy</c:v>
                </c:pt>
                <c:pt idx="831">
                  <c:v>will_the_biggest_pimp</c:v>
                </c:pt>
                <c:pt idx="832">
                  <c:v>willowtreedependency</c:v>
                </c:pt>
                <c:pt idx="833">
                  <c:v>willowhavenequineelsie</c:v>
                </c:pt>
                <c:pt idx="834">
                  <c:v>willowbrookmallsecurity</c:v>
                </c:pt>
                <c:pt idx="835">
                  <c:v>willneverstopstalking</c:v>
                </c:pt>
                <c:pt idx="836">
                  <c:v>will_never_4get_amity</c:v>
                </c:pt>
                <c:pt idx="837">
                  <c:v>will_love_but_can_hate</c:v>
                </c:pt>
                <c:pt idx="838">
                  <c:v>willihavethesamelastdream</c:v>
                </c:pt>
                <c:pt idx="839">
                  <c:v>will_get_naked_4_money</c:v>
                </c:pt>
                <c:pt idx="840">
                  <c:v>willfloodyourbasementbaby</c:v>
                </c:pt>
                <c:pt idx="841">
                  <c:v>willfightforyourlove</c:v>
                </c:pt>
                <c:pt idx="842">
                  <c:v>willdroppants_forfood</c:v>
                </c:pt>
                <c:pt idx="843">
                  <c:v>willcreatethegreatdivide</c:v>
                </c:pt>
                <c:pt idx="844">
                  <c:v>will_and_grace_lover</c:v>
                </c:pt>
                <c:pt idx="845">
                  <c:v>will_and_grace_fan_sam</c:v>
                </c:pt>
                <c:pt idx="846">
                  <c:v>willalwaysfresh2deaf</c:v>
                </c:pt>
                <c:pt idx="847">
                  <c:v>wilkinsonforpresident</c:v>
                </c:pt>
                <c:pt idx="848">
                  <c:v>wild_west_wyoming_woman</c:v>
                </c:pt>
                <c:pt idx="849">
                  <c:v>wildwashingtoncowboy</c:v>
                </c:pt>
                <c:pt idx="850">
                  <c:v>wildwackyactioncabbage</c:v>
                </c:pt>
                <c:pt idx="851">
                  <c:v>wildtreemanwithattitude</c:v>
                </c:pt>
                <c:pt idx="852">
                  <c:v>wildsmashpumpkinhead</c:v>
                </c:pt>
                <c:pt idx="853">
                  <c:v>wildlittlecountrygirl</c:v>
                </c:pt>
                <c:pt idx="854">
                  <c:v>wildlifeartistlibrarian</c:v>
                </c:pt>
                <c:pt idx="855">
                  <c:v>wildheartsbootlegscouk</c:v>
                </c:pt>
                <c:pt idx="856">
                  <c:v>wildflowersonyourwall</c:v>
                </c:pt>
                <c:pt idx="857">
                  <c:v>wildernesssmithfossil</c:v>
                </c:pt>
                <c:pt idx="858">
                  <c:v>wildchild_metalheart</c:v>
                </c:pt>
                <c:pt idx="859">
                  <c:v>wildchildfromdownunder</c:v>
                </c:pt>
                <c:pt idx="860">
                  <c:v>wildcherrychick_200</c:v>
                </c:pt>
                <c:pt idx="861">
                  <c:v>wildcat_superstar_14</c:v>
                </c:pt>
                <c:pt idx="862">
                  <c:v>wildcardsattinredrose</c:v>
                </c:pt>
                <c:pt idx="863">
                  <c:v>wildbill_aka_alton_morris</c:v>
                </c:pt>
                <c:pt idx="864">
                  <c:v>wildbabeentertainment</c:v>
                </c:pt>
                <c:pt idx="865">
                  <c:v>wild939your1musicstation</c:v>
                </c:pt>
                <c:pt idx="866">
                  <c:v>WifeyIsIrreplaceable</c:v>
                </c:pt>
                <c:pt idx="867">
                  <c:v>wifematerialdominique</c:v>
                </c:pt>
                <c:pt idx="868">
                  <c:v>widowspeak_fallfromgrace</c:v>
                </c:pt>
                <c:pt idx="869">
                  <c:v>wide_eyed_wanderer38</c:v>
                </c:pt>
                <c:pt idx="870">
                  <c:v>wideawakeentertainment</c:v>
                </c:pt>
                <c:pt idx="871">
                  <c:v>wide_awake_awakening</c:v>
                </c:pt>
                <c:pt idx="872">
                  <c:v>wicklowentertainment</c:v>
                </c:pt>
                <c:pt idx="873">
                  <c:v>wickedworldexperience</c:v>
                </c:pt>
                <c:pt idx="874">
                  <c:v>wickedwillowphotography</c:v>
                </c:pt>
                <c:pt idx="875">
                  <c:v>wickedwearcollection</c:v>
                </c:pt>
                <c:pt idx="876">
                  <c:v>wickedundergroundmusic</c:v>
                </c:pt>
                <c:pt idx="877">
                  <c:v>wickedtorquewrench347</c:v>
                </c:pt>
                <c:pt idx="878">
                  <c:v>Wicked_temptation_single</c:v>
                </c:pt>
                <c:pt idx="879">
                  <c:v>wicked_sweet_drummer</c:v>
                </c:pt>
                <c:pt idx="880">
                  <c:v>wickedlikewatertorture</c:v>
                </c:pt>
                <c:pt idx="881">
                  <c:v>wickedevillittlegirl</c:v>
                </c:pt>
                <c:pt idx="882">
                  <c:v>wickedconfession2bleed</c:v>
                </c:pt>
                <c:pt idx="883">
                  <c:v>wickedclownpsychopathic</c:v>
                </c:pt>
                <c:pt idx="884">
                  <c:v>wicked_clown_preacher</c:v>
                </c:pt>
                <c:pt idx="885">
                  <c:v>wickedclownpaintballer</c:v>
                </c:pt>
                <c:pt idx="886">
                  <c:v>wicked_awesome_megan</c:v>
                </c:pt>
                <c:pt idx="887">
                  <c:v>whyfierceanimalsarerare</c:v>
                </c:pt>
                <c:pt idx="888">
                  <c:v>whyembracetheillusion</c:v>
                </c:pt>
                <c:pt idx="889">
                  <c:v>whydoesthisthingnotwork</c:v>
                </c:pt>
                <c:pt idx="890">
                  <c:v>whydoesnothingmakesence</c:v>
                </c:pt>
                <c:pt idx="891">
                  <c:v>_why_does_love_hurt_</c:v>
                </c:pt>
                <c:pt idx="892">
                  <c:v>whydie_whenyoucan_love</c:v>
                </c:pt>
                <c:pt idx="893">
                  <c:v>whycarewhattheythink</c:v>
                </c:pt>
                <c:pt idx="894">
                  <c:v>whyamisayingpingpong</c:v>
                </c:pt>
                <c:pt idx="895">
                  <c:v>whowhatwhenwherehowe</c:v>
                </c:pt>
                <c:pt idx="896">
                  <c:v>whowhatwhenwhereandwhy</c:v>
                </c:pt>
                <c:pt idx="897">
                  <c:v>whosewinningthematch</c:v>
                </c:pt>
                <c:pt idx="898">
                  <c:v>who_like_orange_soda</c:v>
                </c:pt>
                <c:pt idx="899">
                  <c:v>whogotthelastwordnow</c:v>
                </c:pt>
                <c:pt idx="900">
                  <c:v>whodoesntlikechocolate</c:v>
                </c:pt>
                <c:pt idx="901">
                  <c:v>whodiedandmadeyourface</c:v>
                </c:pt>
                <c:pt idx="902">
                  <c:v>whocaresaboutthis___20</c:v>
                </c:pt>
                <c:pt idx="903">
                  <c:v>who_are_you_fighting_for</c:v>
                </c:pt>
                <c:pt idx="904">
                  <c:v>whoarethesideproject</c:v>
                </c:pt>
                <c:pt idx="905">
                  <c:v>whoa.peterdanielsfineart</c:v>
                </c:pt>
                <c:pt idx="906">
                  <c:v>whittierhighschooltrack</c:v>
                </c:pt>
                <c:pt idx="907">
                  <c:v>whitneyspanglerfinch</c:v>
                </c:pt>
                <c:pt idx="908">
                  <c:v>whitneypaigerobinson</c:v>
                </c:pt>
                <c:pt idx="909">
                  <c:v>WhitneyDanielleJarvis</c:v>
                </c:pt>
                <c:pt idx="910">
                  <c:v>whitleyandthehardtimesband</c:v>
                </c:pt>
                <c:pt idx="911">
                  <c:v>whitezebraadvertising</c:v>
                </c:pt>
                <c:pt idx="912">
                  <c:v>whitewash_the_rapper</c:v>
                </c:pt>
                <c:pt idx="913">
                  <c:v>white_vapor_moonlight</c:v>
                </c:pt>
                <c:pt idx="914">
                  <c:v>white_trash_barbie88</c:v>
                </c:pt>
                <c:pt idx="915">
                  <c:v>whitesville_thicknest</c:v>
                </c:pt>
                <c:pt idx="916">
                  <c:v>whitesperformancediesel</c:v>
                </c:pt>
                <c:pt idx="917">
                  <c:v>whitespacegraphicdesign</c:v>
                </c:pt>
                <c:pt idx="918">
                  <c:v>whitesnaketributeband</c:v>
                </c:pt>
                <c:pt idx="919">
                  <c:v>whiteshadoweddeathangel</c:v>
                </c:pt>
                <c:pt idx="920">
                  <c:v>white_rose_underground</c:v>
                </c:pt>
                <c:pt idx="921">
                  <c:v>whiterosetransmission</c:v>
                </c:pt>
                <c:pt idx="922">
                  <c:v>white_rabbit_massacre</c:v>
                </c:pt>
                <c:pt idx="923">
                  <c:v>white_power_forever2</c:v>
                </c:pt>
                <c:pt idx="924">
                  <c:v>white_people_industrial</c:v>
                </c:pt>
                <c:pt idx="925">
                  <c:v>white_people_cant_jump</c:v>
                </c:pt>
                <c:pt idx="926">
                  <c:v>whitepeopleblackingout</c:v>
                </c:pt>
                <c:pt idx="927">
                  <c:v>whitepearlentertainment</c:v>
                </c:pt>
                <c:pt idx="928">
                  <c:v>white_little_penguin</c:v>
                </c:pt>
                <c:pt idx="929">
                  <c:v>whitelinescreenprinting</c:v>
                </c:pt>
                <c:pt idx="930">
                  <c:v>whitelinepromotionmarketing</c:v>
                </c:pt>
                <c:pt idx="931">
                  <c:v>whitelighterprincess</c:v>
                </c:pt>
                <c:pt idx="932">
                  <c:v>whitekitten4blackcat</c:v>
                </c:pt>
                <c:pt idx="933">
                  <c:v>whitehispanicforever</c:v>
                </c:pt>
                <c:pt idx="934">
                  <c:v>white_gurl_wit_booty</c:v>
                </c:pt>
                <c:pt idx="935">
                  <c:v>whitegurlgotbooty0410</c:v>
                </c:pt>
                <c:pt idx="936">
                  <c:v>white_girl_ghetto_ass</c:v>
                </c:pt>
                <c:pt idx="937">
                  <c:v>white_girl_can_dance</c:v>
                </c:pt>
                <c:pt idx="938">
                  <c:v>white_ghetto_princess</c:v>
                </c:pt>
                <c:pt idx="939">
                  <c:v>whitegangstergirlbarbie</c:v>
                </c:pt>
                <c:pt idx="940">
                  <c:v>whitefordbroncobandsite</c:v>
                </c:pt>
                <c:pt idx="941">
                  <c:v>whitecrosshighschoolartdepartment</c:v>
                </c:pt>
                <c:pt idx="942">
                  <c:v>whitecranberryappletea</c:v>
                </c:pt>
                <c:pt idx="943">
                  <c:v>whitecollaredredneck</c:v>
                </c:pt>
                <c:pt idx="944">
                  <c:v>whitechocolatevalentine</c:v>
                </c:pt>
                <c:pt idx="945">
                  <c:v>whitechocolate_trish</c:v>
                </c:pt>
                <c:pt idx="946">
                  <c:v>whitechocolateteddybear</c:v>
                </c:pt>
                <c:pt idx="947">
                  <c:v>whitechocolatemochamint</c:v>
                </c:pt>
                <c:pt idx="948">
                  <c:v>whitechocolatemocha21</c:v>
                </c:pt>
                <c:pt idx="949">
                  <c:v>whitechocolatelover1</c:v>
                </c:pt>
                <c:pt idx="950">
                  <c:v>whitechocolatekitkat</c:v>
                </c:pt>
                <c:pt idx="951">
                  <c:v>whitechocolategirl32</c:v>
                </c:pt>
                <c:pt idx="952">
                  <c:v>whitechocolateforever</c:v>
                </c:pt>
                <c:pt idx="953">
                  <c:v>whitechocolatedynamite</c:v>
                </c:pt>
                <c:pt idx="954">
                  <c:v>white_chocolate_cookie</c:v>
                </c:pt>
                <c:pt idx="955">
                  <c:v>white_chocolate9_allie</c:v>
                </c:pt>
                <c:pt idx="956">
                  <c:v>whitecastlewhatyoucrave</c:v>
                </c:pt>
                <c:pt idx="957">
                  <c:v>whitecastlehamburger</c:v>
                </c:pt>
                <c:pt idx="958">
                  <c:v>whitecastleconnection</c:v>
                </c:pt>
                <c:pt idx="959">
                  <c:v>whiteboywitdarktan44</c:v>
                </c:pt>
                <c:pt idx="960">
                  <c:v>whistlingpastthegraveyard</c:v>
                </c:pt>
                <c:pt idx="961">
                  <c:v>whistlewhile_youwork</c:v>
                </c:pt>
                <c:pt idx="962">
                  <c:v>whistlebaitburlesque</c:v>
                </c:pt>
                <c:pt idx="963">
                  <c:v>whiskey_rock_and_roller</c:v>
                </c:pt>
                <c:pt idx="964">
                  <c:v>whiskeylollipopsister</c:v>
                </c:pt>
                <c:pt idx="965">
                  <c:v>whiskeybentandhellbound13</c:v>
                </c:pt>
                <c:pt idx="966">
                  <c:v>whirlygiggle_butterfly</c:v>
                </c:pt>
                <c:pt idx="967">
                  <c:v>whirlaway_triple_crown5</c:v>
                </c:pt>
                <c:pt idx="968">
                  <c:v>whileyouweredownstairs</c:v>
                </c:pt>
                <c:pt idx="969">
                  <c:v>where_the_good_pussy</c:v>
                </c:pt>
                <c:pt idx="970">
                  <c:v>whereforeartthouchris</c:v>
                </c:pt>
                <c:pt idx="971">
                  <c:v>wheredidyougetthatfunk</c:v>
                </c:pt>
                <c:pt idx="972">
                  <c:v>whereareyourmannersmissy</c:v>
                </c:pt>
                <c:pt idx="973">
                  <c:v>whereallthewhitegirlsat</c:v>
                </c:pt>
                <c:pt idx="974">
                  <c:v>whenyouthink_taylor_swift</c:v>
                </c:pt>
                <c:pt idx="975">
                  <c:v>when_you_say_nothing</c:v>
                </c:pt>
                <c:pt idx="976">
                  <c:v>whenwillsomeoneshootbush</c:v>
                </c:pt>
                <c:pt idx="977">
                  <c:v>whenwillibeloved2002</c:v>
                </c:pt>
                <c:pt idx="978">
                  <c:v>whenvillagepeopleattack</c:v>
                </c:pt>
                <c:pt idx="979">
                  <c:v>when_the_sun_goes_down_</c:v>
                </c:pt>
                <c:pt idx="980">
                  <c:v>whenfrankeatssquirrel</c:v>
                </c:pt>
                <c:pt idx="981">
                  <c:v>when_does_the_pain_stop</c:v>
                </c:pt>
                <c:pt idx="982">
                  <c:v>whenchildrenarepresent</c:v>
                </c:pt>
                <c:pt idx="983">
                  <c:v>when_cheryl_went_feral</c:v>
                </c:pt>
                <c:pt idx="984">
                  <c:v>whenangelscryblood777</c:v>
                </c:pt>
                <c:pt idx="985">
                  <c:v>wheatgrassbellydancer</c:v>
                </c:pt>
                <c:pt idx="986">
                  <c:v>whatyouwantbutcanthave</c:v>
                </c:pt>
                <c:pt idx="987">
                  <c:v>what_youve_been_missing3</c:v>
                </c:pt>
                <c:pt idx="988">
                  <c:v>whatyoutalkingaboutpierce</c:v>
                </c:pt>
                <c:pt idx="989">
                  <c:v>what_your_really_thinking</c:v>
                </c:pt>
                <c:pt idx="990">
                  <c:v>what_youknowbout_that</c:v>
                </c:pt>
                <c:pt idx="991">
                  <c:v>whatyouknowaboutthis</c:v>
                </c:pt>
                <c:pt idx="992">
                  <c:v>whatyouknowaboutthatshit</c:v>
                </c:pt>
                <c:pt idx="993">
                  <c:v>whatyouknowaboutthat44</c:v>
                </c:pt>
                <c:pt idx="994">
                  <c:v>whatyoucouldhavebeen</c:v>
                </c:pt>
                <c:pt idx="995">
                  <c:v>whatwoodthecommunitythink</c:v>
                </c:pt>
                <c:pt idx="996">
                  <c:v>Whattheseeyeshaveseen</c:v>
                </c:pt>
                <c:pt idx="997">
                  <c:v>what_the_pancake_was_that</c:v>
                </c:pt>
                <c:pt idx="998">
                  <c:v>whatthemessengersaid</c:v>
                </c:pt>
                <c:pt idx="999">
                  <c:v>what_the_katrina_lynn</c:v>
                </c:pt>
                <c:pt idx="1000">
                  <c:v>whatthehellicantgetaname</c:v>
                </c:pt>
                <c:pt idx="1001">
                  <c:v>whatsyourstorymorninglory</c:v>
                </c:pt>
                <c:pt idx="1002">
                  <c:v>whatsyourfavoritedessert</c:v>
                </c:pt>
                <c:pt idx="1003">
                  <c:v>whats_your_fantasy_101</c:v>
                </c:pt>
                <c:pt idx="1004">
                  <c:v>whats_your_damn_problem</c:v>
                </c:pt>
                <c:pt idx="1005">
                  <c:v>whatsyourdamagelauren</c:v>
                </c:pt>
                <c:pt idx="1006">
                  <c:v>whatswrongwithspongebob</c:v>
                </c:pt>
                <c:pt idx="1007">
                  <c:v>whatswrongwithbeingblack</c:v>
                </c:pt>
                <c:pt idx="1008">
                  <c:v>whatsworthwaitingfor</c:v>
                </c:pt>
                <c:pt idx="1009">
                  <c:v>whatsvictoriassecret</c:v>
                </c:pt>
                <c:pt idx="1010">
                  <c:v>whats_under_your_kilt</c:v>
                </c:pt>
                <c:pt idx="1011">
                  <c:v>whatsthematterjellyfish</c:v>
                </c:pt>
                <c:pt idx="1012">
                  <c:v>whatsthatguntherefor</c:v>
                </c:pt>
                <c:pt idx="1013">
                  <c:v>whatsthagamebeenmissing</c:v>
                </c:pt>
                <c:pt idx="1014">
                  <c:v>whats_island_with_fish</c:v>
                </c:pt>
                <c:pt idx="1015">
                  <c:v>whatsgoodentertainment</c:v>
                </c:pt>
                <c:pt idx="1016">
                  <c:v>whatremainsunscathed</c:v>
                </c:pt>
                <c:pt idx="1017">
                  <c:v>what_naughty_girl_want</c:v>
                </c:pt>
                <c:pt idx="1018">
                  <c:v>whatladiescallmurder</c:v>
                </c:pt>
                <c:pt idx="1019">
                  <c:v>whatkatiefuckingdidnext_</c:v>
                </c:pt>
                <c:pt idx="1020">
                  <c:v>whatgodwouldblessyou</c:v>
                </c:pt>
                <c:pt idx="1021">
                  <c:v>whatever_whenever_however</c:v>
                </c:pt>
                <c:pt idx="1022">
                  <c:v>whatever_forever_ali</c:v>
                </c:pt>
                <c:pt idx="1023">
                  <c:v>whatdidyouhaveforlunch</c:v>
                </c:pt>
                <c:pt idx="1024">
                  <c:v>whatdagamebeenmissing</c:v>
                </c:pt>
                <c:pt idx="1025">
                  <c:v>what_chu_know_about_that</c:v>
                </c:pt>
                <c:pt idx="1026">
                  <c:v>what_are_you_talking_bout</c:v>
                </c:pt>
                <c:pt idx="1027">
                  <c:v>whatafeistylittlething</c:v>
                </c:pt>
                <c:pt idx="1028">
                  <c:v>wetcoastresurrection</c:v>
                </c:pt>
                <c:pt idx="1029">
                  <c:v>wet_and_wild_blondie</c:v>
                </c:pt>
                <c:pt idx="1030">
                  <c:v>westvirginiagirl194</c:v>
                </c:pt>
                <c:pt idx="1031">
                  <c:v>westvirginia_countrygirl</c:v>
                </c:pt>
                <c:pt idx="1032">
                  <c:v>westside_hollywood39</c:v>
                </c:pt>
                <c:pt idx="1033">
                  <c:v>westsidegangster3123</c:v>
                </c:pt>
                <c:pt idx="1034">
                  <c:v>west_pittsburg_princess</c:v>
                </c:pt>
                <c:pt idx="1035">
                  <c:v>westorangefootballboy</c:v>
                </c:pt>
                <c:pt idx="1036">
                  <c:v>west_oakland_general</c:v>
                </c:pt>
                <c:pt idx="1037">
                  <c:v>westminstermemorialpark</c:v>
                </c:pt>
                <c:pt idx="1038">
                  <c:v>westmiddleschoolencore</c:v>
                </c:pt>
                <c:pt idx="1039">
                  <c:v>westmichiganburnlounge</c:v>
                </c:pt>
                <c:pt idx="1040">
                  <c:v>westlandmusicteacher</c:v>
                </c:pt>
                <c:pt idx="1041">
                  <c:v>west_jordan_football</c:v>
                </c:pt>
                <c:pt idx="1042">
                  <c:v>westhighlandterrierlover</c:v>
                </c:pt>
                <c:pt idx="1043">
                  <c:v>west-highland-terrier2012</c:v>
                </c:pt>
                <c:pt idx="1044">
                  <c:v>west_grove_softball_cutie</c:v>
                </c:pt>
                <c:pt idx="1045">
                  <c:v>westernmarylandtruckshow</c:v>
                </c:pt>
                <c:pt idx="1046">
                  <c:v>westernelectricspace</c:v>
                </c:pt>
                <c:pt idx="1047">
                  <c:v>westernathletictraining</c:v>
                </c:pt>
                <c:pt idx="1048">
                  <c:v>westernanarchistunion</c:v>
                </c:pt>
                <c:pt idx="1049">
                  <c:v>westcoastunderground2</c:v>
                </c:pt>
                <c:pt idx="1050">
                  <c:v>westcoast_underground</c:v>
                </c:pt>
                <c:pt idx="1051">
                  <c:v>westcoastperformance</c:v>
                </c:pt>
                <c:pt idx="1052">
                  <c:v>westcoastpartygirl4life</c:v>
                </c:pt>
                <c:pt idx="1053">
                  <c:v>westcoast_heavy_hitter</c:v>
                </c:pt>
                <c:pt idx="1054">
                  <c:v>westchestermusicfestival</c:v>
                </c:pt>
                <c:pt idx="1055">
                  <c:v>westbridgeentertainment</c:v>
                </c:pt>
                <c:pt idx="1056">
                  <c:v>westboundforhometown</c:v>
                </c:pt>
                <c:pt idx="1057">
                  <c:v>westblocton_angel_08</c:v>
                </c:pt>
                <c:pt idx="1058">
                  <c:v>were_together_forever</c:v>
                </c:pt>
                <c:pt idx="1059">
                  <c:v>were_better_than_you_are</c:v>
                </c:pt>
                <c:pt idx="1060">
                  <c:v>wereallgoing2diesomeday</c:v>
                </c:pt>
                <c:pt idx="1061">
                  <c:v>were_all_going_2_die</c:v>
                </c:pt>
                <c:pt idx="1062">
                  <c:v>wereallalittlefreaky</c:v>
                </c:pt>
                <c:pt idx="1063">
                  <c:v>wereabovetheinfluence</c:v>
                </c:pt>
                <c:pt idx="1064">
                  <c:v>wercothelostfamilymember</c:v>
                </c:pt>
                <c:pt idx="1065">
                  <c:v>wendy_the_purse_princess</c:v>
                </c:pt>
                <c:pt idx="1066">
                  <c:v>wendythadiamondprincess</c:v>
                </c:pt>
                <c:pt idx="1067">
                  <c:v>wendy_darling_neverland</c:v>
                </c:pt>
                <c:pt idx="1068">
                  <c:v>wendy.beautiful.disaster</c:v>
                </c:pt>
                <c:pt idx="1069">
                  <c:v>wendy_aka_babygurl123</c:v>
                </c:pt>
                <c:pt idx="1070">
                  <c:v>welshbeefwillnotfail</c:v>
                </c:pt>
                <c:pt idx="1071">
                  <c:v>wellyyangfindinghome</c:v>
                </c:pt>
                <c:pt idx="1072">
                  <c:v>welltherewasthisonetime</c:v>
                </c:pt>
                <c:pt idx="1073">
                  <c:v>wellthatsinteresting</c:v>
                </c:pt>
                <c:pt idx="1074">
                  <c:v>well_screw_you_buttmunch</c:v>
                </c:pt>
                <c:pt idx="1075">
                  <c:v>wellingtonteencouncil</c:v>
                </c:pt>
                <c:pt idx="1076">
                  <c:v>welcometheblackparade</c:v>
                </c:pt>
                <c:pt idx="1077">
                  <c:v>welcome_2the_mirror_world</c:v>
                </c:pt>
                <c:pt idx="1078">
                  <c:v>welcome_2_the_katie_hotel</c:v>
                </c:pt>
                <c:pt idx="1079">
                  <c:v>welcome2neverenoughspace</c:v>
                </c:pt>
                <c:pt idx="1080">
                  <c:v>welcome_2_jessie_world</c:v>
                </c:pt>
                <c:pt idx="1081">
                  <c:v>welcome2halfbakecity</c:v>
                </c:pt>
                <c:pt idx="1082">
                  <c:v>welcome2fleeterville</c:v>
                </c:pt>
                <c:pt idx="1083">
                  <c:v>weird_love_and_action</c:v>
                </c:pt>
                <c:pt idx="1084">
                  <c:v>weirdlittlepunkguy88</c:v>
                </c:pt>
                <c:pt idx="1085">
                  <c:v>weirdelectrofreakboy</c:v>
                </c:pt>
                <c:pt idx="1086">
                  <c:v>weight_lifting_freak</c:v>
                </c:pt>
                <c:pt idx="1087">
                  <c:v>weeping_little_flame</c:v>
                </c:pt>
                <c:pt idx="1088">
                  <c:v>weekly_beauty_contest</c:v>
                </c:pt>
                <c:pt idx="1089">
                  <c:v>weed_smoke_every_day</c:v>
                </c:pt>
                <c:pt idx="1090">
                  <c:v>wedgesandalslideclub</c:v>
                </c:pt>
                <c:pt idx="1091">
                  <c:v>websourceinternational</c:v>
                </c:pt>
                <c:pt idx="1092">
                  <c:v>website_thingamajiggen</c:v>
                </c:pt>
                <c:pt idx="1093">
                  <c:v>webelectronicessence</c:v>
                </c:pt>
                <c:pt idx="1094">
                  <c:v>web_design_and_hosting</c:v>
                </c:pt>
                <c:pt idx="1095">
                  <c:v>web_analytics_consultant</c:v>
                </c:pt>
                <c:pt idx="1096">
                  <c:v>weavingwiththemadness</c:v>
                </c:pt>
                <c:pt idx="1097">
                  <c:v>wearsomethingfireproof</c:v>
                </c:pt>
                <c:pt idx="1098">
                  <c:v>weakstomachphotography</c:v>
                </c:pt>
                <c:pt idx="1099">
                  <c:v>waynebakerbrooksmusic</c:v>
                </c:pt>
                <c:pt idx="1100">
                  <c:v>wavedancerladytigeress</c:v>
                </c:pt>
                <c:pt idx="1101">
                  <c:v>watsoncustomgraphics</c:v>
                </c:pt>
                <c:pt idx="1102">
                  <c:v>watsonchapel98reunion</c:v>
                </c:pt>
                <c:pt idx="1103">
                  <c:v>waterstreetmusichall</c:v>
                </c:pt>
                <c:pt idx="1104">
                  <c:v>watermelonlayoutsummer</c:v>
                </c:pt>
                <c:pt idx="1105">
                  <c:v>watermelonjellybelly</c:v>
                </c:pt>
                <c:pt idx="1106">
                  <c:v>waterfireearthwindair</c:v>
                </c:pt>
                <c:pt idx="1107">
                  <c:v>water2fire4air1earth0</c:v>
                </c:pt>
                <c:pt idx="1108">
                  <c:v>watdagamebeenmissing</c:v>
                </c:pt>
                <c:pt idx="1109">
                  <c:v>watchyourback_turnaround</c:v>
                </c:pt>
                <c:pt idx="1110">
                  <c:v>watchyoufallfromgrace</c:v>
                </c:pt>
                <c:pt idx="1111">
                  <c:v>_watch_the_weather_change</c:v>
                </c:pt>
                <c:pt idx="1112">
                  <c:v>watchout4thatscooter</c:v>
                </c:pt>
                <c:pt idx="1113">
                  <c:v>watchmakingmetropolisorchestra</c:v>
                </c:pt>
                <c:pt idx="1114">
                  <c:v>watchingyoureverymove</c:v>
                </c:pt>
                <c:pt idx="1115">
                  <c:v>watchingyouallthetime</c:v>
                </c:pt>
                <c:pt idx="1116">
                  <c:v>watching_the_blood_drip</c:v>
                </c:pt>
                <c:pt idx="1117">
                  <c:v>watchingoveryouforever</c:v>
                </c:pt>
                <c:pt idx="1118">
                  <c:v>watching_guardian_angel</c:v>
                </c:pt>
                <c:pt idx="1119">
                  <c:v>watchingbrokenessmend</c:v>
                </c:pt>
                <c:pt idx="1120">
                  <c:v>wataboutthisrelationship</c:v>
                </c:pt>
                <c:pt idx="1121">
                  <c:v>wastingoxygensince92</c:v>
                </c:pt>
                <c:pt idx="1122">
                  <c:v>wastedgenerationrock</c:v>
                </c:pt>
                <c:pt idx="1123">
                  <c:v>washington_street_team</c:v>
                </c:pt>
                <c:pt idx="1124">
                  <c:v>washingtonhighschool</c:v>
                </c:pt>
                <c:pt idx="1125">
                  <c:v>washingmachinetheband</c:v>
                </c:pt>
                <c:pt idx="1126">
                  <c:v>wartfacepussyteacher</c:v>
                </c:pt>
                <c:pt idx="1127">
                  <c:v>warriorprincesskitty</c:v>
                </c:pt>
                <c:pt idx="1128">
                  <c:v>warrior_princess_anna</c:v>
                </c:pt>
                <c:pt idx="1129">
                  <c:v>warriorprincess4ever</c:v>
                </c:pt>
                <c:pt idx="1130">
                  <c:v>warriorfromthemotorcity</c:v>
                </c:pt>
                <c:pt idx="1131">
                  <c:v>warrior_football_player</c:v>
                </c:pt>
                <c:pt idx="1132">
                  <c:v>warrior_4_thunderclan</c:v>
                </c:pt>
                <c:pt idx="1133">
                  <c:v>warrenthebaseballguy</c:v>
                </c:pt>
                <c:pt idx="1134">
                  <c:v>warning_violent_bassist</c:v>
                </c:pt>
                <c:pt idx="1135">
                  <c:v>warning_under_pressure</c:v>
                </c:pt>
                <c:pt idx="1136">
                  <c:v>warningparentaladvisory</c:v>
                </c:pt>
                <c:pt idx="1137">
                  <c:v>warninghopelessromantic</c:v>
                </c:pt>
                <c:pt idx="1138">
                  <c:v>warning_angry_pirate</c:v>
                </c:pt>
                <c:pt idx="1139">
                  <c:v>WARNING1DANGER1CAUTION</c:v>
                </c:pt>
                <c:pt idx="1140">
                  <c:v>warmfuzzyfeeling1498</c:v>
                </c:pt>
                <c:pt idx="1141">
                  <c:v>warfareplaguefaminedeath</c:v>
                </c:pt>
                <c:pt idx="1142">
                  <c:v>warcraftpowerleveling</c:v>
                </c:pt>
                <c:pt idx="1143">
                  <c:v>warassassinsandtampliers</c:v>
                </c:pt>
                <c:pt idx="1144">
                  <c:v>wantsomethingdoneright</c:v>
                </c:pt>
                <c:pt idx="1145">
                  <c:v>wantsomeskittles1313</c:v>
                </c:pt>
                <c:pt idx="1146">
                  <c:v>wantmusicyoucantfind</c:v>
                </c:pt>
                <c:pt idx="1147">
                  <c:v>wantcheesewiththatwine</c:v>
                </c:pt>
                <c:pt idx="1148">
                  <c:v>wangdangsweetpoontang9</c:v>
                </c:pt>
                <c:pt idx="1149">
                  <c:v>wanderoffintoyournebula</c:v>
                </c:pt>
                <c:pt idx="1150">
                  <c:v>wandering_wolf_strife</c:v>
                </c:pt>
                <c:pt idx="1151">
                  <c:v>wandering_samurai_girl</c:v>
                </c:pt>
                <c:pt idx="1152">
                  <c:v>wanderingpurpletroll</c:v>
                </c:pt>
                <c:pt idx="1153">
                  <c:v>wandering_moon_princess</c:v>
                </c:pt>
                <c:pt idx="1154">
                  <c:v>wanda_thefairygodparent</c:v>
                </c:pt>
                <c:pt idx="1155">
                  <c:v>waltfowlerwithsports</c:v>
                </c:pt>
                <c:pt idx="1156">
                  <c:v>walterthefriendlyghost</c:v>
                </c:pt>
                <c:pt idx="1157">
                  <c:v>walterleecooper12345</c:v>
                </c:pt>
                <c:pt idx="1158">
                  <c:v>wallercustomconstruction</c:v>
                </c:pt>
                <c:pt idx="1159">
                  <c:v>walk_this_fucking_plank</c:v>
                </c:pt>
                <c:pt idx="1160">
                  <c:v>walksinthewilderness</c:v>
                </c:pt>
                <c:pt idx="1161">
                  <c:v>walking_the_narrow_line</c:v>
                </c:pt>
                <c:pt idx="1162">
                  <c:v>walkingheartattack2</c:v>
                </c:pt>
                <c:pt idx="1163">
                  <c:v>walkingblondemoment5</c:v>
                </c:pt>
                <c:pt idx="1164">
                  <c:v>wakingthefallen_toby</c:v>
                </c:pt>
                <c:pt idx="1165">
                  <c:v>wake_from_the_illusion</c:v>
                </c:pt>
                <c:pt idx="1166">
                  <c:v>waiting_until_the_end</c:v>
                </c:pt>
                <c:pt idx="1167">
                  <c:v>waitinghappinesstrain</c:v>
                </c:pt>
                <c:pt idx="1168">
                  <c:v>waiting_for_this_moment</c:v>
                </c:pt>
                <c:pt idx="1169">
                  <c:v>waiting_for_that_girl</c:v>
                </c:pt>
                <c:pt idx="1170">
                  <c:v>waitingfortermination</c:v>
                </c:pt>
                <c:pt idx="1171">
                  <c:v>waiting_for_perdition</c:v>
                </c:pt>
                <c:pt idx="1172">
                  <c:v>waitingformydeathpenalty</c:v>
                </c:pt>
                <c:pt idx="1173">
                  <c:v>waitingformisterright</c:v>
                </c:pt>
                <c:pt idx="1174">
                  <c:v>waiting_for_hell_2_arrive</c:v>
                </c:pt>
                <c:pt idx="1175">
                  <c:v>waitingforconfirmation</c:v>
                </c:pt>
                <c:pt idx="1176">
                  <c:v>wait_and_bleed_forever</c:v>
                </c:pt>
                <c:pt idx="1177">
                  <c:v>wagon_burning_native</c:v>
                </c:pt>
                <c:pt idx="1178">
                  <c:v>wagonburnerentertainment</c:v>
                </c:pt>
                <c:pt idx="1179">
                  <c:v>wafflesandprettycolors</c:v>
                </c:pt>
                <c:pt idx="1180">
                  <c:v>waffleironsaredangerous</c:v>
                </c:pt>
                <c:pt idx="1181">
                  <c:v>waffleeattingcaboose</c:v>
                </c:pt>
                <c:pt idx="1182">
                  <c:v>wackamoleindependent</c:v>
                </c:pt>
                <c:pt idx="1183">
                  <c:v>votemaddiforsocialofficer</c:v>
                </c:pt>
                <c:pt idx="1184">
                  <c:v>vote_for_the_hottest</c:v>
                </c:pt>
                <c:pt idx="1185">
                  <c:v>vote_for_pedro_not_summer</c:v>
                </c:pt>
                <c:pt idx="1186">
                  <c:v>voteformelissaandalyssa</c:v>
                </c:pt>
                <c:pt idx="1187">
                  <c:v>vote_4_pedro_heck_yes</c:v>
                </c:pt>
                <c:pt idx="1188">
                  <c:v>vote4denisebiancaandvicky</c:v>
                </c:pt>
                <c:pt idx="1189">
                  <c:v>vomitingthefetalembryo</c:v>
                </c:pt>
                <c:pt idx="1190">
                  <c:v>voluptuouscaramelcutie</c:v>
                </c:pt>
                <c:pt idx="1191">
                  <c:v>volumebeneaththeearth</c:v>
                </c:pt>
                <c:pt idx="1192">
                  <c:v>voltagecontrolledlizard</c:v>
                </c:pt>
                <c:pt idx="1193">
                  <c:v>volleyballstar_jenna</c:v>
                </c:pt>
                <c:pt idx="1194">
                  <c:v>volleyballsoccerchick</c:v>
                </c:pt>
                <c:pt idx="1195">
                  <c:v>volleyball_oceansidebabe</c:v>
                </c:pt>
                <c:pt idx="1196">
                  <c:v>volleyball_mel_4_life</c:v>
                </c:pt>
                <c:pt idx="1197">
                  <c:v>volleyball_gymnastic_life</c:v>
                </c:pt>
                <c:pt idx="1198">
                  <c:v>volleyballchicklucille</c:v>
                </c:pt>
                <c:pt idx="1199">
                  <c:v>volleyballchick_babe55</c:v>
                </c:pt>
                <c:pt idx="1200">
                  <c:v>volley_ball_chick_24</c:v>
                </c:pt>
                <c:pt idx="1201">
                  <c:v>voidstarentertainment</c:v>
                </c:pt>
                <c:pt idx="1202">
                  <c:v>voicingtheunseenband</c:v>
                </c:pt>
                <c:pt idx="1203">
                  <c:v>vodka_metal_music_fury</c:v>
                </c:pt>
                <c:pt idx="1204">
                  <c:v>vladimir_the_impaler</c:v>
                </c:pt>
                <c:pt idx="1205">
                  <c:v>vixenwarriorprincess</c:v>
                </c:pt>
                <c:pt idx="1206">
                  <c:v>vitavistavisagevirtual</c:v>
                </c:pt>
                <c:pt idx="1207">
                  <c:v>visualizethebrokenhandle</c:v>
                </c:pt>
                <c:pt idx="1208">
                  <c:v>visualimagemarketing</c:v>
                </c:pt>
                <c:pt idx="1209">
                  <c:v>visual_development_unit</c:v>
                </c:pt>
                <c:pt idx="1210">
                  <c:v>visit_your_mirror_image</c:v>
                </c:pt>
                <c:pt idx="1211">
                  <c:v>visionentertainmentgroup</c:v>
                </c:pt>
                <c:pt idx="1212">
                  <c:v>virtualworldrealestate</c:v>
                </c:pt>
                <c:pt idx="1213">
                  <c:v>virtualmachineelectronic</c:v>
                </c:pt>
                <c:pt idx="1214">
                  <c:v>virtualblackswanmarketing</c:v>
                </c:pt>
                <c:pt idx="1215">
                  <c:v>virgincollegemegatour</c:v>
                </c:pt>
                <c:pt idx="1216">
                  <c:v>violetthecaringsister</c:v>
                </c:pt>
                <c:pt idx="1217">
                  <c:v>violetmonkeydishwasher</c:v>
                </c:pt>
                <c:pt idx="1218">
                  <c:v>violent_vampirekitty</c:v>
                </c:pt>
                <c:pt idx="1219">
                  <c:v>violentserenitypaintball</c:v>
                </c:pt>
                <c:pt idx="1220">
                  <c:v>violenceagainstthemonkey</c:v>
                </c:pt>
                <c:pt idx="1221">
                  <c:v>vintageviolencerecordingstudio</c:v>
                </c:pt>
                <c:pt idx="1222">
                  <c:v>vintagerockstarlight</c:v>
                </c:pt>
                <c:pt idx="1223">
                  <c:v>vintagelovelayoutsandmore</c:v>
                </c:pt>
                <c:pt idx="1224">
                  <c:v>vintagelayoutpreview</c:v>
                </c:pt>
                <c:pt idx="1225">
                  <c:v>vintagehomeentertainment</c:v>
                </c:pt>
                <c:pt idx="1226">
                  <c:v>vinnieblessedneverquit</c:v>
                </c:pt>
                <c:pt idx="1227">
                  <c:v>vincentvalintine92311</c:v>
                </c:pt>
                <c:pt idx="1228">
                  <c:v>vincenthellmasker</c:v>
                </c:pt>
                <c:pt idx="1229">
                  <c:v>vincent_carr_fan_site</c:v>
                </c:pt>
                <c:pt idx="1230">
                  <c:v>vincent_black_lightning</c:v>
                </c:pt>
                <c:pt idx="1231">
                  <c:v>VINCENTALLDADE191919</c:v>
                </c:pt>
                <c:pt idx="1232">
                  <c:v>villanovajunctionband</c:v>
                </c:pt>
                <c:pt idx="1233">
                  <c:v>village_hottie_girl14</c:v>
                </c:pt>
                <c:pt idx="1234">
                  <c:v>villagefitnesscenter</c:v>
                </c:pt>
                <c:pt idx="1235">
                  <c:v>viking_wrestling_chic</c:v>
                </c:pt>
                <c:pt idx="1236">
                  <c:v>vikingsmockingmereexile</c:v>
                </c:pt>
                <c:pt idx="1237">
                  <c:v>viewbanksocialjustice</c:v>
                </c:pt>
                <c:pt idx="1238">
                  <c:v>videoprofessionalchick</c:v>
                </c:pt>
                <c:pt idx="1239">
                  <c:v>videogamemusicammodepot</c:v>
                </c:pt>
                <c:pt idx="1240">
                  <c:v>video_game_freak12345</c:v>
                </c:pt>
                <c:pt idx="1241">
                  <c:v>victor_the_aeroplane</c:v>
                </c:pt>
                <c:pt idx="1242">
                  <c:v>victoriousversuspurpose</c:v>
                </c:pt>
                <c:pt idx="1243">
                  <c:v>_Victoria_thekoolest</c:v>
                </c:pt>
                <c:pt idx="1244">
                  <c:v>_victorias_secret_babe</c:v>
                </c:pt>
                <c:pt idx="1245">
                  <c:v>victorias_own_secret</c:v>
                </c:pt>
                <c:pt idx="1246">
                  <c:v>victoriaslittlesecret19</c:v>
                </c:pt>
                <c:pt idx="1247">
                  <c:v>victoriasgayparkershott</c:v>
                </c:pt>
                <c:pt idx="1248">
                  <c:v>victoria_rose_blossom</c:v>
                </c:pt>
                <c:pt idx="1249">
                  <c:v>victoriamaeandhaleyann</c:v>
                </c:pt>
                <c:pt idx="1250">
                  <c:v>victoria_castro_baby</c:v>
                </c:pt>
                <c:pt idx="1251">
                  <c:v>victoria_boxing_club</c:v>
                </c:pt>
                <c:pt idx="1252">
                  <c:v>vicsoncosmeticsandbath</c:v>
                </c:pt>
                <c:pt idx="1253">
                  <c:v>vicky_and_fran_are_ugly</c:v>
                </c:pt>
                <c:pt idx="1254">
                  <c:v>vickithedramastarter</c:v>
                </c:pt>
                <c:pt idx="1255">
                  <c:v>vickey_justice_baybee</c:v>
                </c:pt>
                <c:pt idx="1256">
                  <c:v>vicioussparklekitten</c:v>
                </c:pt>
                <c:pt idx="1257">
                  <c:v>viciousimportproduction</c:v>
                </c:pt>
                <c:pt idx="1258">
                  <c:v>vicious_fuzzy_pink_bunny</c:v>
                </c:pt>
                <c:pt idx="1259">
                  <c:v>viciousdamevalentine</c:v>
                </c:pt>
                <c:pt idx="1260">
                  <c:v>viciouscirclehardcore</c:v>
                </c:pt>
                <c:pt idx="1261">
                  <c:v>vexedvampireprincess181</c:v>
                </c:pt>
                <c:pt idx="1262">
                  <c:v>vessel_for_berith_deity</c:v>
                </c:pt>
                <c:pt idx="1263">
                  <c:v>verysexybrowneyedgirl</c:v>
                </c:pt>
                <c:pt idx="1264">
                  <c:v>very_important_bitch</c:v>
                </c:pt>
                <c:pt idx="1265">
                  <c:v>veryconfusingsecretword</c:v>
                </c:pt>
                <c:pt idx="1266">
                  <c:v>very_comfortably_numb</c:v>
                </c:pt>
                <c:pt idx="1267">
                  <c:v>verticaldreamsonline</c:v>
                </c:pt>
                <c:pt idx="1268">
                  <c:v>versusthetimemachine</c:v>
                </c:pt>
                <c:pt idx="1269">
                  <c:v>versatilefamilybusiness</c:v>
                </c:pt>
                <c:pt idx="1270">
                  <c:v>versatiledancecompany</c:v>
                </c:pt>
                <c:pt idx="1271">
                  <c:v>veronicasophiamendoza</c:v>
                </c:pt>
                <c:pt idx="1272">
                  <c:v>veronicasnowdenbland</c:v>
                </c:pt>
                <c:pt idx="1273">
                  <c:v>veronica.quintanilla81</c:v>
                </c:pt>
                <c:pt idx="1274">
                  <c:v>veronicapassionconsultant</c:v>
                </c:pt>
                <c:pt idx="1275">
                  <c:v>veronica_delatrinidad</c:v>
                </c:pt>
                <c:pt idx="1276">
                  <c:v>veronicachapmansmith</c:v>
                </c:pt>
                <c:pt idx="1277">
                  <c:v>veronica_and_timothy</c:v>
                </c:pt>
                <c:pt idx="1278">
                  <c:v>veronica_and_justine4ever</c:v>
                </c:pt>
                <c:pt idx="1279">
                  <c:v>veronicaakalittlecat</c:v>
                </c:pt>
                <c:pt idx="1280">
                  <c:v>verbalsweetnessmusic</c:v>
                </c:pt>
                <c:pt idx="1281">
                  <c:v>venusstarpowerignite</c:v>
                </c:pt>
                <c:pt idx="1282">
                  <c:v>venturecapitallawyer</c:v>
                </c:pt>
                <c:pt idx="1283">
                  <c:v>venomous_duck_rosemary</c:v>
                </c:pt>
                <c:pt idx="1284">
                  <c:v>venomous_carnage_assassin</c:v>
                </c:pt>
                <c:pt idx="1285">
                  <c:v>vengeanceviavendetta</c:v>
                </c:pt>
                <c:pt idx="1286">
                  <c:v>vengeance_snow_fixation</c:v>
                </c:pt>
                <c:pt idx="1287">
                  <c:v>vendrex_the_last_dragon</c:v>
                </c:pt>
                <c:pt idx="1288">
                  <c:v>vendettaforvengeance</c:v>
                </c:pt>
                <c:pt idx="1289">
                  <c:v>velvetpickleunderground</c:v>
                </c:pt>
                <c:pt idx="1290">
                  <c:v>velvet_nightmare_girl</c:v>
                </c:pt>
                <c:pt idx="1291">
                  <c:v>velvetcrushrockgroup</c:v>
                </c:pt>
                <c:pt idx="1292">
                  <c:v>velocitysportsperformance</c:v>
                </c:pt>
                <c:pt idx="1293">
                  <c:v>vegetarianstudentunion</c:v>
                </c:pt>
                <c:pt idx="1294">
                  <c:v>vegetablerightsandpeace</c:v>
                </c:pt>
                <c:pt idx="1295">
                  <c:v>vector_love_amsterdam</c:v>
                </c:pt>
                <c:pt idx="1296">
                  <c:v>vaudeville_variety_show</c:v>
                </c:pt>
                <c:pt idx="1297">
                  <c:v>vassago_malekai_blade</c:v>
                </c:pt>
                <c:pt idx="1298">
                  <c:v>varsitysoftballplayer1</c:v>
                </c:pt>
                <c:pt idx="1299">
                  <c:v>varsitysoccerchick09</c:v>
                </c:pt>
                <c:pt idx="1300">
                  <c:v>varletclothingcompany</c:v>
                </c:pt>
                <c:pt idx="1301">
                  <c:v>variousmotherfucking</c:v>
                </c:pt>
                <c:pt idx="1302">
                  <c:v>variablefuckingperception</c:v>
                </c:pt>
                <c:pt idx="1303">
                  <c:v>vanmandownbytheriver</c:v>
                </c:pt>
                <c:pt idx="1304">
                  <c:v>vanitycrisisphotography</c:v>
                </c:pt>
                <c:pt idx="1305">
                  <c:v>vanishingpointofficial</c:v>
                </c:pt>
                <c:pt idx="1306">
                  <c:v>vanishingpointburnley</c:v>
                </c:pt>
                <c:pt idx="1307">
                  <c:v>vanillawafersandmilk</c:v>
                </c:pt>
                <c:pt idx="1308">
                  <c:v>vanillavanessavalentine</c:v>
                </c:pt>
                <c:pt idx="1309">
                  <c:v>vanillascentedcandle</c:v>
                </c:pt>
                <c:pt idx="1310">
                  <c:v>vanillaicequeen_040</c:v>
                </c:pt>
                <c:pt idx="1311">
                  <c:v>VanillaGorillaJungleKing</c:v>
                </c:pt>
                <c:pt idx="1312">
                  <c:v>vanillafuzzywuzzybear</c:v>
                </c:pt>
                <c:pt idx="1313">
                  <c:v>vanillabeangirl12001</c:v>
                </c:pt>
                <c:pt idx="1314">
                  <c:v>vanessa_youshouldknow</c:v>
                </c:pt>
                <c:pt idx="1315">
                  <c:v>vanessa_santana_hottie1</c:v>
                </c:pt>
                <c:pt idx="1316">
                  <c:v>vanessasandovalmusic</c:v>
                </c:pt>
                <c:pt idx="1317">
                  <c:v>vanessa_nichole_sarah</c:v>
                </c:pt>
                <c:pt idx="1318">
                  <c:v>vanessamichellethorp</c:v>
                </c:pt>
                <c:pt idx="1319">
                  <c:v>vanessamariehenderson</c:v>
                </c:pt>
                <c:pt idx="1320">
                  <c:v>vanessalovesherlover</c:v>
                </c:pt>
                <c:pt idx="1321">
                  <c:v>vanessahudgensonline</c:v>
                </c:pt>
                <c:pt idx="1322">
                  <c:v>vanessahudgensofficialsit</c:v>
                </c:pt>
                <c:pt idx="1323">
                  <c:v>vanessa_hudgens_1214</c:v>
                </c:pt>
                <c:pt idx="1324">
                  <c:v>vanessa_hearts_heather</c:v>
                </c:pt>
                <c:pt idx="1325">
                  <c:v>vanessa_caitlin_rucker</c:v>
                </c:pt>
                <c:pt idx="1326">
                  <c:v>vanessa_ann_the_vampire</c:v>
                </c:pt>
                <c:pt idx="1327">
                  <c:v>vanessa_ann_hudgens_crazy</c:v>
                </c:pt>
                <c:pt idx="1328">
                  <c:v>vanessaannemariehudgen</c:v>
                </c:pt>
                <c:pt idx="1329">
                  <c:v>vanessa_anne_hutchinson</c:v>
                </c:pt>
                <c:pt idx="1330">
                  <c:v>vanessaannehudgensrox</c:v>
                </c:pt>
                <c:pt idx="1331">
                  <c:v>vanessaannehudgens893</c:v>
                </c:pt>
                <c:pt idx="1332">
                  <c:v>vanessa_anne_hudgens_88</c:v>
                </c:pt>
                <c:pt idx="1333">
                  <c:v>vanessa_anne_hudgens_4</c:v>
                </c:pt>
                <c:pt idx="1334">
                  <c:v>vanessaannehudgens123</c:v>
                </c:pt>
                <c:pt idx="1335">
                  <c:v>vanessaannehudgens121488</c:v>
                </c:pt>
                <c:pt idx="1336">
                  <c:v>vanessa_anne_hudgens101</c:v>
                </c:pt>
                <c:pt idx="1337">
                  <c:v>vanessaannehudgens_1</c:v>
                </c:pt>
                <c:pt idx="1338">
                  <c:v>vanessa_818_aka_vanilla</c:v>
                </c:pt>
                <c:pt idx="1339">
                  <c:v>vandalayimportexport</c:v>
                </c:pt>
                <c:pt idx="1340">
                  <c:v>vancouver.westbroadway</c:v>
                </c:pt>
                <c:pt idx="1341">
                  <c:v>vampyer_under_the_bed</c:v>
                </c:pt>
                <c:pt idx="1342">
                  <c:v>vampire_soul_whatelse</c:v>
                </c:pt>
                <c:pt idx="1343">
                  <c:v>vampire_serenity_black</c:v>
                </c:pt>
                <c:pt idx="1344">
                  <c:v>vampireprincessnay13</c:v>
                </c:pt>
                <c:pt idx="1345">
                  <c:v>vampire_princess_eva</c:v>
                </c:pt>
                <c:pt idx="1346">
                  <c:v>VampirePrincessBloodlust</c:v>
                </c:pt>
                <c:pt idx="1347">
                  <c:v>vampire_malvina_killer</c:v>
                </c:pt>
                <c:pt idx="1348">
                  <c:v>vampire_fairy_princess</c:v>
                </c:pt>
                <c:pt idx="1349">
                  <c:v>vampire_fairy_advice</c:v>
                </c:pt>
                <c:pt idx="1350">
                  <c:v>vampire_anime_freak25</c:v>
                </c:pt>
                <c:pt idx="1351">
                  <c:v>vampchrisbloodthirst</c:v>
                </c:pt>
                <c:pt idx="1352">
                  <c:v>valleystreamwrestling</c:v>
                </c:pt>
                <c:pt idx="1353">
                  <c:v>valleygirl_ventriloquist</c:v>
                </c:pt>
                <c:pt idx="1354">
                  <c:v>valiantherospacemanspiff</c:v>
                </c:pt>
                <c:pt idx="1355">
                  <c:v>valeron020dasha2101994</c:v>
                </c:pt>
                <c:pt idx="1356">
                  <c:v>valerieremoveaccount</c:v>
                </c:pt>
                <c:pt idx="1357">
                  <c:v>valerie_natalie_haylee</c:v>
                </c:pt>
                <c:pt idx="1358">
                  <c:v>valerieleannheartsyou</c:v>
                </c:pt>
                <c:pt idx="1359">
                  <c:v>valentinemetalmassacre</c:v>
                </c:pt>
                <c:pt idx="1360">
                  <c:v>valentinebabygirl420</c:v>
                </c:pt>
                <c:pt idx="1361">
                  <c:v>valentinayournightmare</c:v>
                </c:pt>
                <c:pt idx="1362">
                  <c:v>valenciayouthinaction</c:v>
                </c:pt>
                <c:pt idx="1363">
                  <c:v>vaguereminiscenceclothing</c:v>
                </c:pt>
                <c:pt idx="1364">
                  <c:v>vagueinspirationmusic</c:v>
                </c:pt>
                <c:pt idx="1365">
                  <c:v>vagabond_garage_rocker</c:v>
                </c:pt>
                <c:pt idx="1366">
                  <c:v>vacationrentalsinwildwood</c:v>
                </c:pt>
                <c:pt idx="1367">
                  <c:v>vacantlotentertainment</c:v>
                </c:pt>
                <c:pt idx="1368">
                  <c:v>utterworldlyclothing</c:v>
                </c:pt>
                <c:pt idx="1369">
                  <c:v>utterly_unique_entity</c:v>
                </c:pt>
                <c:pt idx="1370">
                  <c:v>utterliterarycabaret</c:v>
                </c:pt>
                <c:pt idx="1371">
                  <c:v>useless_welfare_child503</c:v>
                </c:pt>
                <c:pt idx="1372">
                  <c:v>urinaryrectallubricant</c:v>
                </c:pt>
                <c:pt idx="1373">
                  <c:v>ure_punk_rock_princess</c:v>
                </c:pt>
                <c:pt idx="1374">
                  <c:v>urbansuperherodangerman</c:v>
                </c:pt>
                <c:pt idx="1375">
                  <c:v>urbanstrawberrylunch</c:v>
                </c:pt>
                <c:pt idx="1376">
                  <c:v>urbansoulentertainment</c:v>
                </c:pt>
                <c:pt idx="1377">
                  <c:v>urbanrenaissanceschool</c:v>
                </c:pt>
                <c:pt idx="1378">
                  <c:v>urbanrenaissancemagazine</c:v>
                </c:pt>
                <c:pt idx="1379">
                  <c:v>urbanmythstorytelling</c:v>
                </c:pt>
                <c:pt idx="1380">
                  <c:v>urbanministrynetwork</c:v>
                </c:pt>
                <c:pt idx="1381">
                  <c:v>urbanhungerreliefclub</c:v>
                </c:pt>
                <c:pt idx="1382">
                  <c:v>urbanenterprisemagazine</c:v>
                </c:pt>
                <c:pt idx="1383">
                  <c:v>urbandanceentertainment</c:v>
                </c:pt>
                <c:pt idx="1384">
                  <c:v>uptown_dapper_panther</c:v>
                </c:pt>
                <c:pt idx="1385">
                  <c:v>upstatemetalfest200</c:v>
                </c:pt>
                <c:pt idx="1386">
                  <c:v>uppercanadarhythmblues</c:v>
                </c:pt>
                <c:pt idx="1387">
                  <c:v>upontheseemptyhearts</c:v>
                </c:pt>
                <c:pt idx="1388">
                  <c:v>upliftingpersonaltraining</c:v>
                </c:pt>
                <c:pt idx="1389">
                  <c:v>upcoming_baseball_star</c:v>
                </c:pt>
                <c:pt idx="1390">
                  <c:v>unwrittentragedymusic</c:v>
                </c:pt>
                <c:pt idx="1391">
                  <c:v>unwantedattentionband</c:v>
                </c:pt>
                <c:pt idx="1392">
                  <c:v>unusually_flexible_girl</c:v>
                </c:pt>
                <c:pt idx="1393">
                  <c:v>untouchableproductionsky</c:v>
                </c:pt>
                <c:pt idx="1394">
                  <c:v>untouchablepimpsquad</c:v>
                </c:pt>
                <c:pt idx="1395">
                  <c:v>untouchablekingplaya</c:v>
                </c:pt>
                <c:pt idx="1396">
                  <c:v>untoldstoryjakenickdevin</c:v>
                </c:pt>
                <c:pt idx="1397">
                  <c:v>untitled_vanitycontest</c:v>
                </c:pt>
                <c:pt idx="1398">
                  <c:v>untitledbandnamegasp</c:v>
                </c:pt>
                <c:pt idx="1399">
                  <c:v>untiltheyallcomehome</c:v>
                </c:pt>
                <c:pt idx="1400">
                  <c:v>untill_the_end_angel</c:v>
                </c:pt>
                <c:pt idx="1401">
                  <c:v>untamedanduncontrolled</c:v>
                </c:pt>
                <c:pt idx="1402">
                  <c:v>unstoppablelatinapower</c:v>
                </c:pt>
                <c:pt idx="1403">
                  <c:v>unstoppabledynamiteprogression</c:v>
                </c:pt>
                <c:pt idx="1404">
                  <c:v>unspokenpaintballteam</c:v>
                </c:pt>
                <c:pt idx="1405">
                  <c:v>unsheathed_from_reality</c:v>
                </c:pt>
                <c:pt idx="1406">
                  <c:v>unrealcarnagewrestling</c:v>
                </c:pt>
                <c:pt idx="1407">
                  <c:v>unpronounceablelastname</c:v>
                </c:pt>
                <c:pt idx="1408">
                  <c:v>unpredictable_but_sweet</c:v>
                </c:pt>
                <c:pt idx="1409">
                  <c:v>unoriginalspacemonkey</c:v>
                </c:pt>
                <c:pt idx="1410">
                  <c:v>unofficialvoodootribe</c:v>
                </c:pt>
                <c:pt idx="1411">
                  <c:v>unofficialtableforsix</c:v>
                </c:pt>
                <c:pt idx="1412">
                  <c:v>unofficialkristenbell</c:v>
                </c:pt>
                <c:pt idx="1413">
                  <c:v>unnecessaryquestionmark</c:v>
                </c:pt>
                <c:pt idx="1414">
                  <c:v>unloved_broken_heart</c:v>
                </c:pt>
                <c:pt idx="1415">
                  <c:v>unlimitedmusicgroup2</c:v>
                </c:pt>
                <c:pt idx="1416">
                  <c:v>unleash_your_release</c:v>
                </c:pt>
                <c:pt idx="1417">
                  <c:v>unleashedposermobile</c:v>
                </c:pt>
                <c:pt idx="1418">
                  <c:v>unleashed_brown_county</c:v>
                </c:pt>
                <c:pt idx="1419">
                  <c:v>unknown_twilight_singer</c:v>
                </c:pt>
                <c:pt idx="1420">
                  <c:v>unknown_the_original</c:v>
                </c:pt>
                <c:pt idx="1421">
                  <c:v>unknownquantitymusic</c:v>
                </c:pt>
                <c:pt idx="1422">
                  <c:v>unknownbrownsvilleartist</c:v>
                </c:pt>
                <c:pt idx="1423">
                  <c:v>unknown_and_unwritten</c:v>
                </c:pt>
                <c:pt idx="1424">
                  <c:v>unknownandunavailable</c:v>
                </c:pt>
                <c:pt idx="1425">
                  <c:v>universaltopmodeldiva</c:v>
                </c:pt>
                <c:pt idx="1426">
                  <c:v>universalsoundremedy</c:v>
                </c:pt>
                <c:pt idx="1427">
                  <c:v>universal_sex_symbol</c:v>
                </c:pt>
                <c:pt idx="1428">
                  <c:v>universalmotherearth</c:v>
                </c:pt>
                <c:pt idx="1429">
                  <c:v>universallyknownpenis</c:v>
                </c:pt>
                <c:pt idx="1430">
                  <c:v>universal_language_radio</c:v>
                </c:pt>
                <c:pt idx="1431">
                  <c:v>universalhiphopradio</c:v>
                </c:pt>
                <c:pt idx="1432">
                  <c:v>universalgroovefootage</c:v>
                </c:pt>
                <c:pt idx="1433">
                  <c:v>universalgraphicanddesign</c:v>
                </c:pt>
                <c:pt idx="1434">
                  <c:v>unitybroadcastingnetwork</c:v>
                </c:pt>
                <c:pt idx="1435">
                  <c:v>unitedempirecorporation</c:v>
                </c:pt>
                <c:pt idx="1436">
                  <c:v>unitedchristianfellowship</c:v>
                </c:pt>
                <c:pt idx="1437">
                  <c:v>uniquelyyoursforever</c:v>
                </c:pt>
                <c:pt idx="1438">
                  <c:v>uniquebeautifulbutterfly</c:v>
                </c:pt>
                <c:pt idx="1439">
                  <c:v>unique_athletic_sexy</c:v>
                </c:pt>
                <c:pt idx="1440">
                  <c:v>unique_and_irreplaceable</c:v>
                </c:pt>
                <c:pt idx="1441">
                  <c:v>unionentertainmentgroup</c:v>
                </c:pt>
                <c:pt idx="1442">
                  <c:v>uniformedelectrogirl</c:v>
                </c:pt>
                <c:pt idx="1443">
                  <c:v>unifiedcommunitygospelchoir</c:v>
                </c:pt>
                <c:pt idx="1444">
                  <c:v>unicornsavingassociation</c:v>
                </c:pt>
                <c:pt idx="1445">
                  <c:v>unicornmagicgirl070205</c:v>
                </c:pt>
                <c:pt idx="1446">
                  <c:v>unicorn_loving_whore_girl</c:v>
                </c:pt>
                <c:pt idx="1447">
                  <c:v>unicornkiss.christa27</c:v>
                </c:pt>
                <c:pt idx="1448">
                  <c:v>unheardnewsunwantedgirl</c:v>
                </c:pt>
                <c:pt idx="1449">
                  <c:v>unfrozencavemantraveler</c:v>
                </c:pt>
                <c:pt idx="1450">
                  <c:v>unfrozencavemanlawyer1</c:v>
                </c:pt>
                <c:pt idx="1451">
                  <c:v>unfriendlyneighborclown</c:v>
                </c:pt>
                <c:pt idx="1452">
                  <c:v>unforgivinguntillforever</c:v>
                </c:pt>
                <c:pt idx="1453">
                  <c:v>unforgivenblackalbum</c:v>
                </c:pt>
                <c:pt idx="1454">
                  <c:v>UnforgettableSpecialAgent</c:v>
                </c:pt>
                <c:pt idx="1455">
                  <c:v>unforgetable_photography</c:v>
                </c:pt>
                <c:pt idx="1456">
                  <c:v>unforgetable_iceprince</c:v>
                </c:pt>
                <c:pt idx="1457">
                  <c:v>unforgetablecovergirl</c:v>
                </c:pt>
                <c:pt idx="1458">
                  <c:v>unforgetable_brittany</c:v>
                </c:pt>
                <c:pt idx="1459">
                  <c:v>unfitforsociety_drummer</c:v>
                </c:pt>
                <c:pt idx="1460">
                  <c:v>unfinishedrobotsociety</c:v>
                </c:pt>
                <c:pt idx="1461">
                  <c:v>unfinishedbusinessmusic</c:v>
                </c:pt>
                <c:pt idx="1462">
                  <c:v>unemployedblackastronaut1</c:v>
                </c:pt>
                <c:pt idx="1463">
                  <c:v>unemployedandforhire</c:v>
                </c:pt>
                <c:pt idx="1464">
                  <c:v>undyingallegiancerock</c:v>
                </c:pt>
                <c:pt idx="1465">
                  <c:v>undividedattentiondeficit</c:v>
                </c:pt>
                <c:pt idx="1466">
                  <c:v>undiscoveredlovermusic</c:v>
                </c:pt>
                <c:pt idx="1467">
                  <c:v>undesireable_infatuation</c:v>
                </c:pt>
                <c:pt idx="1468">
                  <c:v>underworldtravelplanner</c:v>
                </c:pt>
                <c:pt idx="1469">
                  <c:v>underworld_evolution_rox</c:v>
                </c:pt>
                <c:pt idx="1470">
                  <c:v>underwearstealingmonkey</c:v>
                </c:pt>
                <c:pt idx="1471">
                  <c:v>underwaterpettingzoo</c:v>
                </c:pt>
                <c:pt idx="1472">
                  <c:v>underwatermysterymachine</c:v>
                </c:pt>
                <c:pt idx="1473">
                  <c:v>underwaterbisonfamily</c:v>
                </c:pt>
                <c:pt idx="1474">
                  <c:v>underthreateningskies</c:v>
                </c:pt>
                <c:pt idx="1475">
                  <c:v>under_the_table_dreaming</c:v>
                </c:pt>
                <c:pt idx="1476">
                  <c:v>under_the_rotted_flesh</c:v>
                </c:pt>
                <c:pt idx="1477">
                  <c:v>undertheinfluence123</c:v>
                </c:pt>
                <c:pt idx="1478">
                  <c:v>undertheguillotine</c:v>
                </c:pt>
                <c:pt idx="1479">
                  <c:v>underthefallenremains</c:v>
                </c:pt>
                <c:pt idx="1480">
                  <c:v>under_the_copper_beech</c:v>
                </c:pt>
                <c:pt idx="1481">
                  <c:v>under_the_bodhi_tree</c:v>
                </c:pt>
                <c:pt idx="1482">
                  <c:v>understoodfalsemeaning</c:v>
                </c:pt>
                <c:pt idx="1483">
                  <c:v>understarlitskies_mandy</c:v>
                </c:pt>
                <c:pt idx="1484">
                  <c:v>understandingforpeace</c:v>
                </c:pt>
                <c:pt idx="1485">
                  <c:v>underoath_rock_freak</c:v>
                </c:pt>
                <c:pt idx="1486">
                  <c:v>underneathyourclothes</c:v>
                </c:pt>
                <c:pt idx="1487">
                  <c:v>underneaththissmile125</c:v>
                </c:pt>
                <c:pt idx="1488">
                  <c:v>underneaththeweepingmoon</c:v>
                </c:pt>
                <c:pt idx="1489">
                  <c:v>undergroundsurfcompany</c:v>
                </c:pt>
                <c:pt idx="1490">
                  <c:v>undergroundsoundsent</c:v>
                </c:pt>
                <c:pt idx="1491">
                  <c:v>undergroundsoundprod</c:v>
                </c:pt>
                <c:pt idx="1492">
                  <c:v>undergroundscenecore</c:v>
                </c:pt>
                <c:pt idx="1493">
                  <c:v>undergroundrockassociation</c:v>
                </c:pt>
                <c:pt idx="1494">
                  <c:v>undergroundnationfestival</c:v>
                </c:pt>
                <c:pt idx="1495">
                  <c:v>undergroundmusicnetwork</c:v>
                </c:pt>
                <c:pt idx="1496">
                  <c:v>undergroundlitexplosion</c:v>
                </c:pt>
                <c:pt idx="1497">
                  <c:v>undergroundhiphopselection</c:v>
                </c:pt>
                <c:pt idx="1498">
                  <c:v>underground_foothound</c:v>
                </c:pt>
                <c:pt idx="1499">
                  <c:v>undergroundfightclub</c:v>
                </c:pt>
                <c:pt idx="1500">
                  <c:v>undergrounddodgeball</c:v>
                </c:pt>
                <c:pt idx="1501">
                  <c:v>undergrounddancestudio</c:v>
                </c:pt>
                <c:pt idx="1502">
                  <c:v>undergroundcomedydayton</c:v>
                </c:pt>
                <c:pt idx="1503">
                  <c:v>underfederalprotection</c:v>
                </c:pt>
                <c:pt idx="1504">
                  <c:v>underfallingconflict</c:v>
                </c:pt>
                <c:pt idx="1505">
                  <c:v>undercover_freaky_lover</c:v>
                </c:pt>
                <c:pt idx="1506">
                  <c:v>undercover_china_girl</c:v>
                </c:pt>
                <c:pt idx="1507">
                  <c:v>under_cover_blonde_1212</c:v>
                </c:pt>
                <c:pt idx="1508">
                  <c:v>undercover_barbie_doll</c:v>
                </c:pt>
                <c:pt idx="1509">
                  <c:v>undercover_angel_who_fell</c:v>
                </c:pt>
                <c:pt idx="1510">
                  <c:v>underconstructionband</c:v>
                </c:pt>
                <c:pt idx="1511">
                  <c:v>undead_pirate_captain</c:v>
                </c:pt>
                <c:pt idx="1512">
                  <c:v>undeadcrisispreventionunit</c:v>
                </c:pt>
                <c:pt idx="1513">
                  <c:v>uncreativescreenname</c:v>
                </c:pt>
                <c:pt idx="1514">
                  <c:v>uncontainablefromunknown</c:v>
                </c:pt>
                <c:pt idx="1515">
                  <c:v>uncleboogiepantsmusic</c:v>
                </c:pt>
                <c:pt idx="1516">
                  <c:v>unclassifiedbetterthanyou</c:v>
                </c:pt>
                <c:pt idx="1517">
                  <c:v>unchartered_headspace</c:v>
                </c:pt>
                <c:pt idx="1518">
                  <c:v>uncalledforsoberness</c:v>
                </c:pt>
                <c:pt idx="1519">
                  <c:v>uncagednortherntiger</c:v>
                </c:pt>
                <c:pt idx="1520">
                  <c:v>unbrokenthroughstruggle</c:v>
                </c:pt>
                <c:pt idx="1521">
                  <c:v>unbreakableicequeen</c:v>
                </c:pt>
                <c:pt idx="1522">
                  <c:v>unbelievableoverhere</c:v>
                </c:pt>
                <c:pt idx="1523">
                  <c:v>unabridgedmothertucker</c:v>
                </c:pt>
                <c:pt idx="1524">
                  <c:v>umbrellacorpsairsoft</c:v>
                </c:pt>
                <c:pt idx="1525">
                  <c:v>umbraonapainteddesert</c:v>
                </c:pt>
                <c:pt idx="1526">
                  <c:v>ultravioletthemesong</c:v>
                </c:pt>
                <c:pt idx="1527">
                  <c:v>ultraspiffysupreme5000</c:v>
                </c:pt>
                <c:pt idx="1528">
                  <c:v>ultimateurbanproduction</c:v>
                </c:pt>
                <c:pt idx="1529">
                  <c:v>ultimatetanningandbeauty</c:v>
                </c:pt>
                <c:pt idx="1530">
                  <c:v>ultimatestutterflyfan</c:v>
                </c:pt>
                <c:pt idx="1531">
                  <c:v>ultimate_softball_chick18</c:v>
                </c:pt>
                <c:pt idx="1532">
                  <c:v>ultimateshredsymphony</c:v>
                </c:pt>
                <c:pt idx="1533">
                  <c:v>ultimate_scream_trilogy</c:v>
                </c:pt>
                <c:pt idx="1534">
                  <c:v>ultimaterollercoaster</c:v>
                </c:pt>
                <c:pt idx="1535">
                  <c:v>ultimate_ownage_video</c:v>
                </c:pt>
                <c:pt idx="1536">
                  <c:v>ultimate_one_winged_angel</c:v>
                </c:pt>
                <c:pt idx="1537">
                  <c:v>ultimatenarutofan247</c:v>
                </c:pt>
                <c:pt idx="1538">
                  <c:v>ultimatemusiclessons</c:v>
                </c:pt>
                <c:pt idx="1539">
                  <c:v>ultimatelawnandlandscape</c:v>
                </c:pt>
                <c:pt idx="1540">
                  <c:v>UltimateKeyblademaster</c:v>
                </c:pt>
                <c:pt idx="1541">
                  <c:v>ultimatejessicasimpson</c:v>
                </c:pt>
                <c:pt idx="1542">
                  <c:v>ultimatehighschoolparty</c:v>
                </c:pt>
                <c:pt idx="1543">
                  <c:v>ultimate_fighting_master</c:v>
                </c:pt>
                <c:pt idx="1544">
                  <c:v>ultimatefightingforce</c:v>
                </c:pt>
                <c:pt idx="1545">
                  <c:v>ultimatefighterchampion01</c:v>
                </c:pt>
                <c:pt idx="1546">
                  <c:v>ultimate_combat_wombat</c:v>
                </c:pt>
                <c:pt idx="1547">
                  <c:v>ultimatebrotherhoodleague</c:v>
                </c:pt>
                <c:pt idx="1548">
                  <c:v>ultimateblackphoenix</c:v>
                </c:pt>
                <c:pt idx="1549">
                  <c:v>uglytycoonentertainment</c:v>
                </c:pt>
                <c:pt idx="1550">
                  <c:v>UglyPeopleAreHostile</c:v>
                </c:pt>
                <c:pt idx="1551">
                  <c:v>uglyducklingcometrue</c:v>
                </c:pt>
                <c:pt idx="1552">
                  <c:v>tyronethemagnificent</c:v>
                </c:pt>
                <c:pt idx="1553">
                  <c:v>tyrone_soccer_ashley</c:v>
                </c:pt>
                <c:pt idx="1554">
                  <c:v>typicalteenagehypocrite</c:v>
                </c:pt>
                <c:pt idx="1555">
                  <c:v>typical_lovehate_tragedy</c:v>
                </c:pt>
                <c:pt idx="1556">
                  <c:v>tycoondynastycompetition</c:v>
                </c:pt>
                <c:pt idx="1557">
                  <c:v>twosparrowsinahurricane</c:v>
                </c:pt>
                <c:pt idx="1558">
                  <c:v>twoshakesofalambstale</c:v>
                </c:pt>
                <c:pt idx="1559">
                  <c:v>twolipsarebetterthan1</c:v>
                </c:pt>
                <c:pt idx="1560">
                  <c:v>twohundredfortythree</c:v>
                </c:pt>
                <c:pt idx="1561">
                  <c:v>twoheartstheirworld_</c:v>
                </c:pt>
                <c:pt idx="1562">
                  <c:v>twohearts_oneconnection</c:v>
                </c:pt>
                <c:pt idx="1563">
                  <c:v>two_four_six_zero_one</c:v>
                </c:pt>
                <c:pt idx="1564">
                  <c:v>twodaysfromtomorrowrock</c:v>
                </c:pt>
                <c:pt idx="1565">
                  <c:v>twitchingbeyondthegrave</c:v>
                </c:pt>
                <c:pt idx="1566">
                  <c:v>twisty_bobcat_pretzel</c:v>
                </c:pt>
                <c:pt idx="1567">
                  <c:v>twistedwiththesickness</c:v>
                </c:pt>
                <c:pt idx="1568">
                  <c:v>twistedsteelandsexappeal1</c:v>
                </c:pt>
                <c:pt idx="1569">
                  <c:v>twistedrealmfestival</c:v>
                </c:pt>
                <c:pt idx="1570">
                  <c:v>twisted_metal_cowboy</c:v>
                </c:pt>
                <c:pt idx="1571">
                  <c:v>twistedlittleskaterboy</c:v>
                </c:pt>
                <c:pt idx="1572">
                  <c:v>twistedlittlefreak71</c:v>
                </c:pt>
                <c:pt idx="1573">
                  <c:v>twistedlilschoolgirl</c:v>
                </c:pt>
                <c:pt idx="1574">
                  <c:v>twistedfuckingcruelty</c:v>
                </c:pt>
                <c:pt idx="1575">
                  <c:v>twistedcookiemonster</c:v>
                </c:pt>
                <c:pt idx="1576">
                  <c:v>twistedbrowntruckerband</c:v>
                </c:pt>
                <c:pt idx="1577">
                  <c:v>twistedblooddollfreak</c:v>
                </c:pt>
                <c:pt idx="1578">
                  <c:v>twinsinastationwagon</c:v>
                </c:pt>
                <c:pt idx="1579">
                  <c:v>twinkle_some_glitter</c:v>
                </c:pt>
                <c:pt idx="1580">
                  <c:v>twinklelittlestarrbaby</c:v>
                </c:pt>
                <c:pt idx="1581">
                  <c:v>twinkle_little_starr</c:v>
                </c:pt>
                <c:pt idx="1582">
                  <c:v>twinfamilyproduction</c:v>
                </c:pt>
                <c:pt idx="1583">
                  <c:v>twilightwalkerstudio</c:v>
                </c:pt>
                <c:pt idx="1584">
                  <c:v>twilightglimmermetal</c:v>
                </c:pt>
                <c:pt idx="1585">
                  <c:v>twilightfreaknumber1</c:v>
                </c:pt>
                <c:pt idx="1586">
                  <c:v>twiggythevampireslayer</c:v>
                </c:pt>
                <c:pt idx="1587">
                  <c:v>twiggythehalfalbinopigeon</c:v>
                </c:pt>
                <c:pt idx="1588">
                  <c:v>twicebakedpotatomusic</c:v>
                </c:pt>
                <c:pt idx="1589">
                  <c:v>twentytwoillustration</c:v>
                </c:pt>
                <c:pt idx="1590">
                  <c:v>twentythirdgirlfriend</c:v>
                </c:pt>
                <c:pt idx="1591">
                  <c:v>twentyfirstnightband</c:v>
                </c:pt>
                <c:pt idx="1592">
                  <c:v>twentyfirstcenturyskin</c:v>
                </c:pt>
                <c:pt idx="1593">
                  <c:v>twelveinchtrousersnake</c:v>
                </c:pt>
                <c:pt idx="1594">
                  <c:v>twelvehundredsixtydays</c:v>
                </c:pt>
                <c:pt idx="1595">
                  <c:v>twelvegaugeloveaffair</c:v>
                </c:pt>
                <c:pt idx="1596">
                  <c:v>twelve_gauge_brilliance</c:v>
                </c:pt>
                <c:pt idx="1597">
                  <c:v>twelvefourteeneighteen</c:v>
                </c:pt>
                <c:pt idx="1598">
                  <c:v>twatlickingdiapergirl</c:v>
                </c:pt>
                <c:pt idx="1599">
                  <c:v>tutti_fruity_dingleberry</c:v>
                </c:pt>
                <c:pt idx="1600">
                  <c:v>tuscaloosacampuslife</c:v>
                </c:pt>
                <c:pt idx="1601">
                  <c:v>turtle_superhero_status</c:v>
                </c:pt>
                <c:pt idx="1602">
                  <c:v>turtlesoupcaffeineconspiracy</c:v>
                </c:pt>
                <c:pt idx="1603">
                  <c:v>turtlemonkeydishwasher</c:v>
                </c:pt>
                <c:pt idx="1604">
                  <c:v>turtleislandstringquartet</c:v>
                </c:pt>
                <c:pt idx="1605">
                  <c:v>turquoisearchermonkey</c:v>
                </c:pt>
                <c:pt idx="1606">
                  <c:v>turquoiseakabluegreen</c:v>
                </c:pt>
                <c:pt idx="1607">
                  <c:v>turnyourheadillbegone</c:v>
                </c:pt>
                <c:pt idx="1608">
                  <c:v>turnthefrownupsidedown</c:v>
                </c:pt>
                <c:pt idx="1609">
                  <c:v>turn_that_frown_around</c:v>
                </c:pt>
                <c:pt idx="1610">
                  <c:v>turnnothing2something</c:v>
                </c:pt>
                <c:pt idx="1611">
                  <c:v>turningtowardsthewindow</c:v>
                </c:pt>
                <c:pt idx="1612">
                  <c:v>turningthetablescampaign</c:v>
                </c:pt>
                <c:pt idx="1613">
                  <c:v>turnernetworktelevision</c:v>
                </c:pt>
                <c:pt idx="1614">
                  <c:v>turndupentertainment</c:v>
                </c:pt>
                <c:pt idx="1615">
                  <c:v>turnaroundandfacefate</c:v>
                </c:pt>
                <c:pt idx="1616">
                  <c:v>turkeytightropeproduction</c:v>
                </c:pt>
                <c:pt idx="1617">
                  <c:v>turdferguson_aka_austin</c:v>
                </c:pt>
                <c:pt idx="1618">
                  <c:v>turbulencebigboyentertainment</c:v>
                </c:pt>
                <c:pt idx="1619">
                  <c:v>turbo_negro_asscobra</c:v>
                </c:pt>
                <c:pt idx="1620">
                  <c:v>turbojugendpleasurehead</c:v>
                </c:pt>
                <c:pt idx="1621">
                  <c:v>turbojugendguayaquil</c:v>
                </c:pt>
                <c:pt idx="1622">
                  <c:v>turbojugendfortcollins</c:v>
                </c:pt>
                <c:pt idx="1623">
                  <c:v>tuppencedubfoundation</c:v>
                </c:pt>
                <c:pt idx="1624">
                  <c:v>TundraSilverknight1098</c:v>
                </c:pt>
                <c:pt idx="1625">
                  <c:v>tummonstransportation</c:v>
                </c:pt>
                <c:pt idx="1626">
                  <c:v>tumble_lover_forever_274</c:v>
                </c:pt>
                <c:pt idx="1627">
                  <c:v>tucsonsymphonyorchestra</c:v>
                </c:pt>
                <c:pt idx="1628">
                  <c:v>tucsonmusicscenecalendar</c:v>
                </c:pt>
                <c:pt idx="1629">
                  <c:v>tucsonacousticunderground</c:v>
                </c:pt>
                <c:pt idx="1630">
                  <c:v>tuckerjacksonsteelguitar</c:v>
                </c:pt>
                <c:pt idx="1631">
                  <c:v>try_and_catch_mallorie</c:v>
                </c:pt>
                <c:pt idx="1632">
                  <c:v>Truth_through_the_Trinity</c:v>
                </c:pt>
                <c:pt idx="1633">
                  <c:v>truthhonestyintegrity</c:v>
                </c:pt>
                <c:pt idx="1634">
                  <c:v>truthexpansiontheory</c:v>
                </c:pt>
                <c:pt idx="1635">
                  <c:v>truthchild_icefist13</c:v>
                </c:pt>
                <c:pt idx="1636">
                  <c:v>truth_before_all_else</c:v>
                </c:pt>
                <c:pt idx="1637">
                  <c:v>truth_beauty_and_goodness</c:v>
                </c:pt>
                <c:pt idx="1638">
                  <c:v>truthaboutrufusdrummer</c:v>
                </c:pt>
                <c:pt idx="1639">
                  <c:v>trusting_you_too_well</c:v>
                </c:pt>
                <c:pt idx="1640">
                  <c:v>trustbelievehavefaith</c:v>
                </c:pt>
                <c:pt idx="1641">
                  <c:v>trunkaudioandelectronics</c:v>
                </c:pt>
                <c:pt idx="1642">
                  <c:v>trulymadlydeeply200</c:v>
                </c:pt>
                <c:pt idx="1643">
                  <c:v>truesolidersneverfall</c:v>
                </c:pt>
                <c:pt idx="1644">
                  <c:v>true_princess_forever</c:v>
                </c:pt>
                <c:pt idx="1645">
                  <c:v>trueplayerkatelin2011</c:v>
                </c:pt>
                <c:pt idx="1646">
                  <c:v>trueplaya4realmixedlover3</c:v>
                </c:pt>
                <c:pt idx="1647">
                  <c:v>truemysteriousbeauty</c:v>
                </c:pt>
                <c:pt idx="1648">
                  <c:v>true_love_only_comes_once</c:v>
                </c:pt>
                <c:pt idx="1649">
                  <c:v>truelife_siblingrivalry</c:v>
                </c:pt>
                <c:pt idx="1650">
                  <c:v>true_life_photography</c:v>
                </c:pt>
                <c:pt idx="1651">
                  <c:v>true_keyblade_master</c:v>
                </c:pt>
                <c:pt idx="1652">
                  <c:v>trueextremewrestling</c:v>
                </c:pt>
                <c:pt idx="1653">
                  <c:v>truecountrygentlemen</c:v>
                </c:pt>
                <c:pt idx="1654">
                  <c:v>true_brown_eyed_cali_gurl</c:v>
                </c:pt>
                <c:pt idx="1655">
                  <c:v>true_blue_baby_boy_nick</c:v>
                </c:pt>
                <c:pt idx="1656">
                  <c:v>true_blonde_thinking</c:v>
                </c:pt>
                <c:pt idx="1657">
                  <c:v>truebeautycomesfromwithin</c:v>
                </c:pt>
                <c:pt idx="1658">
                  <c:v>trubluewestsideangel</c:v>
                </c:pt>
                <c:pt idx="1659">
                  <c:v>troy_the_basketball_guy</c:v>
                </c:pt>
                <c:pt idx="1660">
                  <c:v>troylovesashbrendanessa</c:v>
                </c:pt>
                <c:pt idx="1661">
                  <c:v>troycunninghamdirector</c:v>
                </c:pt>
                <c:pt idx="1662">
                  <c:v>troybolton_basketball14</c:v>
                </c:pt>
                <c:pt idx="1663">
                  <c:v>troublemakinonyourface</c:v>
                </c:pt>
                <c:pt idx="1664">
                  <c:v>tropicanapurepremium</c:v>
                </c:pt>
                <c:pt idx="1665">
                  <c:v>tropicana_black_juice</c:v>
                </c:pt>
                <c:pt idx="1666">
                  <c:v>tropicalfruitbeauty90</c:v>
                </c:pt>
                <c:pt idx="1667">
                  <c:v>tropicalbeachparadise</c:v>
                </c:pt>
                <c:pt idx="1668">
                  <c:v>trophywifeandstepson</c:v>
                </c:pt>
                <c:pt idx="1669">
                  <c:v>trombonistfromheaven</c:v>
                </c:pt>
                <c:pt idx="1670">
                  <c:v>trombonesoftballgirl</c:v>
                </c:pt>
                <c:pt idx="1671">
                  <c:v>trombone_flame_alchemist</c:v>
                </c:pt>
                <c:pt idx="1672">
                  <c:v>trolling_for_trollops2000</c:v>
                </c:pt>
                <c:pt idx="1673">
                  <c:v>trolleycarkleptomania</c:v>
                </c:pt>
                <c:pt idx="1674">
                  <c:v>trogdortheburninnator</c:v>
                </c:pt>
                <c:pt idx="1675">
                  <c:v>trogdor__the__burninator</c:v>
                </c:pt>
                <c:pt idx="1676">
                  <c:v>trogdadtheeburninator</c:v>
                </c:pt>
                <c:pt idx="1677">
                  <c:v>trix_the_silly_rabbit</c:v>
                </c:pt>
                <c:pt idx="1678">
                  <c:v>trivium_lover_4_ever</c:v>
                </c:pt>
                <c:pt idx="1679">
                  <c:v>trivialbreedingandtheknowingmuch</c:v>
                </c:pt>
                <c:pt idx="1680">
                  <c:v>trishtrashapplesplash</c:v>
                </c:pt>
                <c:pt idx="1681">
                  <c:v>trish_stratus_fansite</c:v>
                </c:pt>
                <c:pt idx="1682">
                  <c:v>trishstratusfanclub200</c:v>
                </c:pt>
                <c:pt idx="1683">
                  <c:v>trish.lewis-martinez</c:v>
                </c:pt>
                <c:pt idx="1684">
                  <c:v>trishfromtheblocktrick</c:v>
                </c:pt>
                <c:pt idx="1685">
                  <c:v>triprebelspeedpocket</c:v>
                </c:pt>
                <c:pt idx="1686">
                  <c:v>trippinonsometrigger</c:v>
                </c:pt>
                <c:pt idx="1687">
                  <c:v>tripletterritoryterror</c:v>
                </c:pt>
                <c:pt idx="1688">
                  <c:v>triple_threat_braddock_15</c:v>
                </c:pt>
                <c:pt idx="1689">
                  <c:v>triple_cross_soldier</c:v>
                </c:pt>
                <c:pt idx="1690">
                  <c:v>tripleactionmassacre</c:v>
                </c:pt>
                <c:pt idx="1691">
                  <c:v>tripleacousticattack</c:v>
                </c:pt>
                <c:pt idx="1692">
                  <c:v>trinitrophenylmethylnitra</c:v>
                </c:pt>
                <c:pt idx="1693">
                  <c:v>trigger_happy_princess</c:v>
                </c:pt>
                <c:pt idx="1694">
                  <c:v>triggerhappybassplayer</c:v>
                </c:pt>
                <c:pt idx="1695">
                  <c:v>trickyvickifrombillericay</c:v>
                </c:pt>
                <c:pt idx="1696">
                  <c:v>trickylittlemongoose</c:v>
                </c:pt>
                <c:pt idx="1697">
                  <c:v>trickticklerrobinsonjazz</c:v>
                </c:pt>
                <c:pt idx="1698">
                  <c:v>trice_diamond_princess</c:v>
                </c:pt>
                <c:pt idx="1699">
                  <c:v>tribalstyledocumentary</c:v>
                </c:pt>
                <c:pt idx="1700">
                  <c:v>trianglefinishingschool</c:v>
                </c:pt>
                <c:pt idx="1701">
                  <c:v>triadsonlyrealginger</c:v>
                </c:pt>
                <c:pt idx="1702">
                  <c:v>triad71footballplayer</c:v>
                </c:pt>
                <c:pt idx="1703">
                  <c:v>treyhogentertainment</c:v>
                </c:pt>
                <c:pt idx="1704">
                  <c:v>treygridleyphotography</c:v>
                </c:pt>
                <c:pt idx="1705">
                  <c:v>trepanationbluesband</c:v>
                </c:pt>
                <c:pt idx="1706">
                  <c:v>trend_sizzlin_setter</c:v>
                </c:pt>
                <c:pt idx="1707">
                  <c:v>trendsettermachinesound</c:v>
                </c:pt>
                <c:pt idx="1708">
                  <c:v>trenchtownsoundsystem</c:v>
                </c:pt>
                <c:pt idx="1709">
                  <c:v>treeknifeplastdashingthem</c:v>
                </c:pt>
                <c:pt idx="1710">
                  <c:v>treehuggingsexkitten</c:v>
                </c:pt>
                <c:pt idx="1711">
                  <c:v>treehugginghippiegirl</c:v>
                </c:pt>
                <c:pt idx="1712">
                  <c:v>treehuggingdirtlover</c:v>
                </c:pt>
                <c:pt idx="1713">
                  <c:v>treehouse_cheesecake</c:v>
                </c:pt>
                <c:pt idx="1714">
                  <c:v>treat_yourself_right</c:v>
                </c:pt>
                <c:pt idx="1715">
                  <c:v>treasure_love_forever</c:v>
                </c:pt>
                <c:pt idx="1716">
                  <c:v>travis_the_hermitcrab</c:v>
                </c:pt>
                <c:pt idx="1717">
                  <c:v>travismitchellstalker</c:v>
                </c:pt>
                <c:pt idx="1718">
                  <c:v>travisheartswitlove19</c:v>
                </c:pt>
                <c:pt idx="1719">
                  <c:v>travisbeckerworldwide</c:v>
                </c:pt>
                <c:pt idx="1720">
                  <c:v>travisbarkerfanforever</c:v>
                </c:pt>
                <c:pt idx="1721">
                  <c:v>travisandjanelleforever</c:v>
                </c:pt>
                <c:pt idx="1722">
                  <c:v>travis_and_crystal4ever</c:v>
                </c:pt>
                <c:pt idx="1723">
                  <c:v>travellingwithoutmoving1</c:v>
                </c:pt>
                <c:pt idx="1724">
                  <c:v>travelinggirlnextdoor</c:v>
                </c:pt>
                <c:pt idx="1725">
                  <c:v>travelaroundtheworld</c:v>
                </c:pt>
                <c:pt idx="1726">
                  <c:v>travelairmysteryship</c:v>
                </c:pt>
                <c:pt idx="1727">
                  <c:v>trashflavored__airline</c:v>
                </c:pt>
                <c:pt idx="1728">
                  <c:v>trapped_under_ice_0</c:v>
                </c:pt>
                <c:pt idx="1729">
                  <c:v>trappedinhereforever</c:v>
                </c:pt>
                <c:pt idx="1730">
                  <c:v>trappedandcantescape</c:v>
                </c:pt>
                <c:pt idx="1731">
                  <c:v>traphouse_entertainment</c:v>
                </c:pt>
                <c:pt idx="1732">
                  <c:v>transposeintonothing</c:v>
                </c:pt>
                <c:pt idx="1733">
                  <c:v>transmissionlostband</c:v>
                </c:pt>
                <c:pt idx="1734">
                  <c:v>transitionintotragedy</c:v>
                </c:pt>
                <c:pt idx="1735">
                  <c:v>transatlanticfightclub</c:v>
                </c:pt>
                <c:pt idx="1736">
                  <c:v>traitorouscityslicker</c:v>
                </c:pt>
                <c:pt idx="1737">
                  <c:v>trainrobbersyndicate</c:v>
                </c:pt>
                <c:pt idx="1738">
                  <c:v>training_ground_complex</c:v>
                </c:pt>
                <c:pt idx="1739">
                  <c:v>trainerspottervintagenike</c:v>
                </c:pt>
                <c:pt idx="1740">
                  <c:v>trailertrashtrembler</c:v>
                </c:pt>
                <c:pt idx="1741">
                  <c:v>trailerparkentertainment</c:v>
                </c:pt>
                <c:pt idx="1742">
                  <c:v>trailblazerboy02891</c:v>
                </c:pt>
                <c:pt idx="1743">
                  <c:v>tragic_lost_princess</c:v>
                </c:pt>
                <c:pt idx="1744">
                  <c:v>tragiclossphotography</c:v>
                </c:pt>
                <c:pt idx="1745">
                  <c:v>tragicclothingandother</c:v>
                </c:pt>
                <c:pt idx="1746">
                  <c:v>tragicchaosphotography</c:v>
                </c:pt>
                <c:pt idx="1747">
                  <c:v>trafficsignalnetwork</c:v>
                </c:pt>
                <c:pt idx="1748">
                  <c:v>trafficconemicrophone</c:v>
                </c:pt>
                <c:pt idx="1749">
                  <c:v>trademarkthegoodlife</c:v>
                </c:pt>
                <c:pt idx="1750">
                  <c:v>trademarkedconfidentiality</c:v>
                </c:pt>
                <c:pt idx="1751">
                  <c:v>tracy_vampiregoddess</c:v>
                </c:pt>
                <c:pt idx="1752">
                  <c:v>tracythirdeyeblindfan</c:v>
                </c:pt>
                <c:pt idx="1753">
                  <c:v>tracysownlittleworld</c:v>
                </c:pt>
                <c:pt idx="1754">
                  <c:v>tracylyncountrymusic</c:v>
                </c:pt>
                <c:pt idx="1755">
                  <c:v>tracyandthepraisesingers</c:v>
                </c:pt>
                <c:pt idx="1756">
                  <c:v>tracyandthemousehouse</c:v>
                </c:pt>
                <c:pt idx="1757">
                  <c:v>tractorpullingmaster</c:v>
                </c:pt>
                <c:pt idx="1758">
                  <c:v>tracksylvaniaentertainment</c:v>
                </c:pt>
                <c:pt idx="1759">
                  <c:v>trackstar_88_brandon</c:v>
                </c:pt>
                <c:pt idx="1760">
                  <c:v>trackbusconfessional</c:v>
                </c:pt>
                <c:pt idx="1761">
                  <c:v>track_and_cheer_lover</c:v>
                </c:pt>
                <c:pt idx="1762">
                  <c:v>tracithedreampainter</c:v>
                </c:pt>
                <c:pt idx="1763">
                  <c:v>tracietheworkoutfreak</c:v>
                </c:pt>
                <c:pt idx="1764">
                  <c:v>traciandthesunshineband</c:v>
                </c:pt>
                <c:pt idx="1765">
                  <c:v>traceythomaswilkinson</c:v>
                </c:pt>
                <c:pt idx="1766">
                  <c:v>trace_this_line_back</c:v>
                </c:pt>
                <c:pt idx="1767">
                  <c:v>toycarsandcottoncandy</c:v>
                </c:pt>
                <c:pt idx="1768">
                  <c:v>toxicwastebarbiedoll</c:v>
                </c:pt>
                <c:pt idx="1769">
                  <c:v>toxicpoisonousterrifying</c:v>
                </c:pt>
                <c:pt idx="1770">
                  <c:v>toxicbulletsmokinggun</c:v>
                </c:pt>
                <c:pt idx="1771">
                  <c:v>towntavernpittsburgh</c:v>
                </c:pt>
                <c:pt idx="1772">
                  <c:v>townandcountryresearchunit</c:v>
                </c:pt>
                <c:pt idx="1773">
                  <c:v>townandcountryracing</c:v>
                </c:pt>
                <c:pt idx="1774">
                  <c:v>towelstandcollective</c:v>
                </c:pt>
                <c:pt idx="1775">
                  <c:v>towardmooringsandtowage</c:v>
                </c:pt>
                <c:pt idx="1776">
                  <c:v>tournai_hardcore_crew</c:v>
                </c:pt>
                <c:pt idx="1777">
                  <c:v>tourism_camp_represent</c:v>
                </c:pt>
                <c:pt idx="1778">
                  <c:v>toughguyswearpink123</c:v>
                </c:pt>
                <c:pt idx="1779">
                  <c:v>touch_the_sock_monkey</c:v>
                </c:pt>
                <c:pt idx="1780">
                  <c:v>touchinglittleboysisfun</c:v>
                </c:pt>
                <c:pt idx="1781">
                  <c:v>touchfuzzyandgetdizzy</c:v>
                </c:pt>
                <c:pt idx="1782">
                  <c:v>touchdown_turn_around</c:v>
                </c:pt>
                <c:pt idx="1783">
                  <c:v>tottenham_hotspur_1992</c:v>
                </c:pt>
                <c:pt idx="1784">
                  <c:v>totalwrestlingfederation</c:v>
                </c:pt>
                <c:pt idx="1785">
                  <c:v>totalsoundentertainment</c:v>
                </c:pt>
                <c:pt idx="1786">
                  <c:v>totalsocialbutterfly</c:v>
                </c:pt>
                <c:pt idx="1787">
                  <c:v>totalsensorydeprivation</c:v>
                </c:pt>
                <c:pt idx="1788">
                  <c:v>totalprotonicreversal</c:v>
                </c:pt>
                <c:pt idx="1789">
                  <c:v>totalpraiseworshipcenter</c:v>
                </c:pt>
                <c:pt idx="1790">
                  <c:v>totallysuperawesomewow</c:v>
                </c:pt>
                <c:pt idx="1791">
                  <c:v>totallyspontaneouscombustionengine</c:v>
                </c:pt>
                <c:pt idx="1792">
                  <c:v>totally_retarded_yea</c:v>
                </c:pt>
                <c:pt idx="1793">
                  <c:v>totally_random_comment</c:v>
                </c:pt>
                <c:pt idx="1794">
                  <c:v>totallylovablepumpkin</c:v>
                </c:pt>
                <c:pt idx="1795">
                  <c:v>totallygrossnationalproduct</c:v>
                </c:pt>
                <c:pt idx="1796">
                  <c:v>totally_country_gurl</c:v>
                </c:pt>
                <c:pt idx="1797">
                  <c:v>totallycoolwickedawesome</c:v>
                </c:pt>
                <c:pt idx="1798">
                  <c:v>totally_addicted2bass</c:v>
                </c:pt>
                <c:pt idx="1799">
                  <c:v>totalimmortalphotography</c:v>
                </c:pt>
                <c:pt idx="1800">
                  <c:v>totalhottiedramaqueen</c:v>
                </c:pt>
                <c:pt idx="1801">
                  <c:v>totalgrooveproduction</c:v>
                </c:pt>
                <c:pt idx="1802">
                  <c:v>total_fucking_domination</c:v>
                </c:pt>
                <c:pt idx="1803">
                  <c:v>totaldevastationband</c:v>
                </c:pt>
                <c:pt idx="1804">
                  <c:v>totaldestructionthemovie</c:v>
                </c:pt>
                <c:pt idx="1805">
                  <c:v>toshtownendproskater</c:v>
                </c:pt>
                <c:pt idx="1806">
                  <c:v>torturedbehindtheeyes</c:v>
                </c:pt>
                <c:pt idx="1807">
                  <c:v>torrey_the_anarchist</c:v>
                </c:pt>
                <c:pt idx="1808">
                  <c:v>torquedrestorationskid</c:v>
                </c:pt>
                <c:pt idx="1809">
                  <c:v>tornfromtheinsideout</c:v>
                </c:pt>
                <c:pt idx="1810">
                  <c:v>tornadotongue2remember</c:v>
                </c:pt>
                <c:pt idx="1811">
                  <c:v>tornadokickentertainment</c:v>
                </c:pt>
                <c:pt idx="1812">
                  <c:v>tormentedmusicandbeer</c:v>
                </c:pt>
                <c:pt idx="1813">
                  <c:v>tori_shirley_fiona_fan</c:v>
                </c:pt>
                <c:pt idx="1814">
                  <c:v>torii_and_what_bitchess</c:v>
                </c:pt>
                <c:pt idx="1815">
                  <c:v>tori_barbie_whatever</c:v>
                </c:pt>
                <c:pt idx="1816">
                  <c:v>topshopprincess_rockstar2</c:v>
                </c:pt>
                <c:pt idx="1817">
                  <c:v>topshelfentertainmet</c:v>
                </c:pt>
                <c:pt idx="1818">
                  <c:v>topsecretlingerie297</c:v>
                </c:pt>
                <c:pt idx="1819">
                  <c:v>top_philly_fan_2219</c:v>
                </c:pt>
                <c:pt idx="1820">
                  <c:v>topperformanceentertainment</c:v>
                </c:pt>
                <c:pt idx="1821">
                  <c:v>top_notch_coat_hanger</c:v>
                </c:pt>
                <c:pt idx="1822">
                  <c:v>topnotchakaprettyboy</c:v>
                </c:pt>
                <c:pt idx="1823">
                  <c:v>topmodeljessicarabbit</c:v>
                </c:pt>
                <c:pt idx="1824">
                  <c:v>topfloorentertainment</c:v>
                </c:pt>
                <c:pt idx="1825">
                  <c:v>topdrawentertainment</c:v>
                </c:pt>
                <c:pt idx="1826">
                  <c:v>topaztrollhopper1101</c:v>
                </c:pt>
                <c:pt idx="1827">
                  <c:v>tootsierollgirly2007</c:v>
                </c:pt>
                <c:pt idx="1828">
                  <c:v>tootsierolldanceparty</c:v>
                </c:pt>
                <c:pt idx="1829">
                  <c:v>toothpastefordinnersandy</c:v>
                </c:pt>
                <c:pt idx="1830">
                  <c:v>tooth_cool4dentist_school</c:v>
                </c:pt>
                <c:pt idx="1831">
                  <c:v>toothandnailpublishing</c:v>
                </c:pt>
                <c:pt idx="1832">
                  <c:v>toon_squad_production2</c:v>
                </c:pt>
                <c:pt idx="1833">
                  <c:v>too_nasty_yao_ming_bra</c:v>
                </c:pt>
                <c:pt idx="1834">
                  <c:v>too_much_love_for_him</c:v>
                </c:pt>
                <c:pt idx="1835">
                  <c:v>toohappyformorrissey</c:v>
                </c:pt>
                <c:pt idx="1836">
                  <c:v>toohandsome4youngish</c:v>
                </c:pt>
                <c:pt idx="1837">
                  <c:v>toohairyformyowngood</c:v>
                </c:pt>
                <c:pt idx="1838">
                  <c:v>too_good_for_just_anyone</c:v>
                </c:pt>
                <c:pt idx="1839">
                  <c:v>tooexplicitbandsinger</c:v>
                </c:pt>
                <c:pt idx="1840">
                  <c:v>toodamnoldformyspace</c:v>
                </c:pt>
                <c:pt idx="1841">
                  <c:v>toocooltobebeautiful</c:v>
                </c:pt>
                <c:pt idx="1842">
                  <c:v>toocoolforschool1203</c:v>
                </c:pt>
                <c:pt idx="1843">
                  <c:v>toocloseforcomfort22</c:v>
                </c:pt>
                <c:pt idx="1844">
                  <c:v>toocloseforcomfort123</c:v>
                </c:pt>
                <c:pt idx="1845">
                  <c:v>___toocloseforcomfort</c:v>
                </c:pt>
                <c:pt idx="1846">
                  <c:v>toochunkyforhollywood</c:v>
                </c:pt>
                <c:pt idx="1847">
                  <c:v>tonywillblindsideyou</c:v>
                </c:pt>
                <c:pt idx="1848">
                  <c:v>tonythegayhairdresser</c:v>
                </c:pt>
                <c:pt idx="1849">
                  <c:v>tonymotherfuckingromero</c:v>
                </c:pt>
                <c:pt idx="1850">
                  <c:v>tonyballoneandthehotdoggang</c:v>
                </c:pt>
                <c:pt idx="1851">
                  <c:v>tonyacooperphotography</c:v>
                </c:pt>
                <c:pt idx="1852">
                  <c:v>tonightinshiningarmour</c:v>
                </c:pt>
                <c:pt idx="1853">
                  <c:v>toniathesupergoddess</c:v>
                </c:pt>
                <c:pt idx="1854">
                  <c:v>tonawanda_bowling_center</c:v>
                </c:pt>
                <c:pt idx="1855">
                  <c:v>tomorrow_will_come22</c:v>
                </c:pt>
                <c:pt idx="1856">
                  <c:v>tomorrowpeoplesteven</c:v>
                </c:pt>
                <c:pt idx="1857">
                  <c:v>tomorrownevercomes13</c:v>
                </c:pt>
                <c:pt idx="1858">
                  <c:v>tomorrowmusicorchestra</c:v>
                </c:pt>
                <c:pt idx="1859">
                  <c:v>tomorrowendsinnothing</c:v>
                </c:pt>
                <c:pt idx="1860">
                  <c:v>tomorrow.comes.today</c:v>
                </c:pt>
                <c:pt idx="1861">
                  <c:v>tomahawktheleprechaun</c:v>
                </c:pt>
                <c:pt idx="1862">
                  <c:v>tolstyhei8947358584</c:v>
                </c:pt>
                <c:pt idx="1863">
                  <c:v>toiletseatphilosopher</c:v>
                </c:pt>
                <c:pt idx="1864">
                  <c:v>togetherforeveralways</c:v>
                </c:pt>
                <c:pt idx="1865">
                  <c:v>together_for_ever_200</c:v>
                </c:pt>
                <c:pt idx="1866">
                  <c:v>toenail_the_almighty</c:v>
                </c:pt>
                <c:pt idx="1867">
                  <c:v>todayyesterdaytomorrow</c:v>
                </c:pt>
                <c:pt idx="1868">
                  <c:v>today_yesterday_forever</c:v>
                </c:pt>
                <c:pt idx="1869">
                  <c:v>tobesimplycomplicated</c:v>
                </c:pt>
                <c:pt idx="1870">
                  <c:v>toasty_and_yummy_goodness</c:v>
                </c:pt>
                <c:pt idx="1871">
                  <c:v>toastingthesnowbride</c:v>
                </c:pt>
                <c:pt idx="1872">
                  <c:v>toasterstrudelhotpocket</c:v>
                </c:pt>
                <c:pt idx="1873">
                  <c:v>toadwillievanpanning</c:v>
                </c:pt>
                <c:pt idx="1874">
                  <c:v>toad_the_mushroom_boy</c:v>
                </c:pt>
                <c:pt idx="1875">
                  <c:v>titanic_1997_all_the_way</c:v>
                </c:pt>
                <c:pt idx="1876">
                  <c:v>tish_bishopville_4_life</c:v>
                </c:pt>
                <c:pt idx="1877">
                  <c:v>tireswingsandtreeclimbing</c:v>
                </c:pt>
                <c:pt idx="1878">
                  <c:v>TinytimorChillywilly</c:v>
                </c:pt>
                <c:pt idx="1879">
                  <c:v>tiny_polish_princess</c:v>
                </c:pt>
                <c:pt idx="1880">
                  <c:v>tinyhoovergirlandboy</c:v>
                </c:pt>
                <c:pt idx="1881">
                  <c:v>tiny_guy_benny_uncle</c:v>
                </c:pt>
                <c:pt idx="1882">
                  <c:v>tinyflyingtrapezegirl</c:v>
                </c:pt>
                <c:pt idx="1883">
                  <c:v>tinkerbell_whore_9_love</c:v>
                </c:pt>
                <c:pt idx="1884">
                  <c:v>tinkerbellsquarepants</c:v>
                </c:pt>
                <c:pt idx="1885">
                  <c:v>tinkerbell_spoiledbrat101</c:v>
                </c:pt>
                <c:pt idx="1886">
                  <c:v>tinkerbellsnowwhite_karly</c:v>
                </c:pt>
                <c:pt idx="1887">
                  <c:v>tinkerbellshedoesrock</c:v>
                </c:pt>
                <c:pt idx="1888">
                  <c:v>tinkerbell_princess84</c:v>
                </c:pt>
                <c:pt idx="1889">
                  <c:v>tinkerbell_princess_7</c:v>
                </c:pt>
                <c:pt idx="1890">
                  <c:v>tinkerbellprincess19</c:v>
                </c:pt>
                <c:pt idx="1891">
                  <c:v>tinkerbellprincess18</c:v>
                </c:pt>
                <c:pt idx="1892">
                  <c:v>tinkerbellmansion2593</c:v>
                </c:pt>
                <c:pt idx="1893">
                  <c:v>tinkerbellkimberly1</c:v>
                </c:pt>
                <c:pt idx="1894">
                  <c:v>tinkerbell_hello_kitty</c:v>
                </c:pt>
                <c:pt idx="1895">
                  <c:v>tinkerbell_heartbreaker</c:v>
                </c:pt>
                <c:pt idx="1896">
                  <c:v>tinkerbell_happybunny</c:v>
                </c:pt>
                <c:pt idx="1897">
                  <c:v>tinkerbell_gone_wild</c:v>
                </c:pt>
                <c:pt idx="1898">
                  <c:v>tinkerbell_girl_4life</c:v>
                </c:pt>
                <c:pt idx="1899">
                  <c:v>Tinker_bell_Flying_away</c:v>
                </c:pt>
                <c:pt idx="1900">
                  <c:v>tinkerbellfantasyfairy</c:v>
                </c:pt>
                <c:pt idx="1901">
                  <c:v>tinker_belle_babe100</c:v>
                </c:pt>
                <c:pt idx="1902">
                  <c:v>TinkerBellCutie100492</c:v>
                </c:pt>
                <c:pt idx="1903">
                  <c:v>tinkerbellcheesecake</c:v>
                </c:pt>
                <c:pt idx="1904">
                  <c:v>tinkerbell_buttercup</c:v>
                </c:pt>
                <c:pt idx="1905">
                  <c:v>tinkerbell_black_devil_11</c:v>
                </c:pt>
                <c:pt idx="1906">
                  <c:v>tinkerbella_the_bad1</c:v>
                </c:pt>
                <c:pt idx="1907">
                  <c:v>tinkerbell_101_precious</c:v>
                </c:pt>
                <c:pt idx="1908">
                  <c:v>tina_the_talking_tummy</c:v>
                </c:pt>
                <c:pt idx="1909">
                  <c:v>tina_punchbag_turner</c:v>
                </c:pt>
                <c:pt idx="1910">
                  <c:v>tina_hottieSouthCarolina</c:v>
                </c:pt>
                <c:pt idx="1911">
                  <c:v>tina_come_get_some_ham_</c:v>
                </c:pt>
                <c:pt idx="1912">
                  <c:v>tinacomegetsomedinner</c:v>
                </c:pt>
                <c:pt idx="1913">
                  <c:v>tina_anitalavalatina_</c:v>
                </c:pt>
                <c:pt idx="1914">
                  <c:v>tina_always_confused</c:v>
                </c:pt>
                <c:pt idx="1915">
                  <c:v>tim_the_toolman_taylor98</c:v>
                </c:pt>
                <c:pt idx="1916">
                  <c:v>timothyjennychristina</c:v>
                </c:pt>
                <c:pt idx="1917">
                  <c:v>timothy_bunting2001yahoo</c:v>
                </c:pt>
                <c:pt idx="1918">
                  <c:v>timmystraightfromthehood</c:v>
                </c:pt>
                <c:pt idx="1919">
                  <c:v>timmy_aka_the_blackguy</c:v>
                </c:pt>
                <c:pt idx="1920">
                  <c:v>timmotherfuckingparker</c:v>
                </c:pt>
                <c:pt idx="1921">
                  <c:v>timmay_guna_get_jiggay</c:v>
                </c:pt>
                <c:pt idx="1922">
                  <c:v>timespaceanddimension</c:v>
                </c:pt>
                <c:pt idx="1923">
                  <c:v>timelessnaturalassets</c:v>
                </c:pt>
                <c:pt idx="1924">
                  <c:v>timelessmemorystreetteam</c:v>
                </c:pt>
                <c:pt idx="1925">
                  <c:v>time_gentleman_please</c:v>
                </c:pt>
                <c:pt idx="1926">
                  <c:v>timburton_corpsebride</c:v>
                </c:pt>
                <c:pt idx="1927">
                  <c:v>timberwolvesinjersey</c:v>
                </c:pt>
                <c:pt idx="1928">
                  <c:v>timberwolfentertainment</c:v>
                </c:pt>
                <c:pt idx="1929">
                  <c:v>tim_and_mary_jane_4life</c:v>
                </c:pt>
                <c:pt idx="1930">
                  <c:v>tim_and_jenn_crickmore</c:v>
                </c:pt>
                <c:pt idx="1931">
                  <c:v>tiltleftbreezeright7</c:v>
                </c:pt>
                <c:pt idx="1932">
                  <c:v>tillyandthewallmouse</c:v>
                </c:pt>
                <c:pt idx="1933">
                  <c:v>till_the_very_end007</c:v>
                </c:pt>
                <c:pt idx="1934">
                  <c:v>tightpantswidestance</c:v>
                </c:pt>
                <c:pt idx="1935">
                  <c:v>tighthead_propforward</c:v>
                </c:pt>
                <c:pt idx="1936">
                  <c:v>tiggiethewonderkittie</c:v>
                </c:pt>
                <c:pt idx="1937">
                  <c:v>tigger_beloved_chocolate</c:v>
                </c:pt>
                <c:pt idx="1938">
                  <c:v>Tigger_Adriane_equal_love</c:v>
                </c:pt>
                <c:pt idx="1939">
                  <c:v>tigersharkproduction</c:v>
                </c:pt>
                <c:pt idx="1940">
                  <c:v>tigermaplestringband</c:v>
                </c:pt>
                <c:pt idx="1941">
                  <c:v>tigerlilyrestaurantbar</c:v>
                </c:pt>
                <c:pt idx="1942">
                  <c:v>tigerlily_downtownvenus</c:v>
                </c:pt>
                <c:pt idx="1943">
                  <c:v>tigerlily0brynn23503</c:v>
                </c:pt>
                <c:pt idx="1944">
                  <c:v>tigerlillyrealfriendsonly</c:v>
                </c:pt>
                <c:pt idx="1945">
                  <c:v>tiftrowarmyrecruiting</c:v>
                </c:pt>
                <c:pt idx="1946">
                  <c:v>tiffy_passionpartygurl</c:v>
                </c:pt>
                <c:pt idx="1947">
                  <c:v>tiffwalkerdirtytalker</c:v>
                </c:pt>
                <c:pt idx="1948">
                  <c:v>tiff_thegirlnextdoor</c:v>
                </c:pt>
                <c:pt idx="1949">
                  <c:v>tiffanyvolleyballgirlrose</c:v>
                </c:pt>
                <c:pt idx="1950">
                  <c:v>tiffanyuglyfuckinghorse</c:v>
                </c:pt>
                <c:pt idx="1951">
                  <c:v>tiffany_timmons_moss</c:v>
                </c:pt>
                <c:pt idx="1952">
                  <c:v>tiffany_the_1_dancer</c:v>
                </c:pt>
                <c:pt idx="1953">
                  <c:v>tiffanyrockshardcore</c:v>
                </c:pt>
                <c:pt idx="1954">
                  <c:v>tiffanyrachellecogan</c:v>
                </c:pt>
                <c:pt idx="1955">
                  <c:v>tiffanynicolecollins</c:v>
                </c:pt>
                <c:pt idx="1956">
                  <c:v>tiffanynewyorkpatterson</c:v>
                </c:pt>
                <c:pt idx="1957">
                  <c:v>tiffanymichellemurphy</c:v>
                </c:pt>
                <c:pt idx="1958">
                  <c:v>tiffanyinspiredjewelry</c:v>
                </c:pt>
                <c:pt idx="1959">
                  <c:v>tiffany_hottie_nicole</c:v>
                </c:pt>
                <c:pt idx="1960">
                  <c:v>tiffany_hot_biznitch</c:v>
                </c:pt>
                <c:pt idx="1961">
                  <c:v>tiffany.fuckingfresh420</c:v>
                </c:pt>
                <c:pt idx="1962">
                  <c:v>tiffanybracelet_layout</c:v>
                </c:pt>
                <c:pt idx="1963">
                  <c:v>Tiffany_and_Ashlan_Ann</c:v>
                </c:pt>
                <c:pt idx="1964">
                  <c:v>tiffanyakachunkymonkey</c:v>
                </c:pt>
                <c:pt idx="1965">
                  <c:v>tiffanimisscandygirl</c:v>
                </c:pt>
                <c:pt idx="1966">
                  <c:v>tiff_aka_miss_new_booty</c:v>
                </c:pt>
                <c:pt idx="1967">
                  <c:v>tiara_the_one_and_only</c:v>
                </c:pt>
                <c:pt idx="1968">
                  <c:v>thyworthlesssoul_fakefate</c:v>
                </c:pt>
                <c:pt idx="1969">
                  <c:v>thy_ultimate_cheater</c:v>
                </c:pt>
                <c:pt idx="1970">
                  <c:v>thy_jack_skellington</c:v>
                </c:pt>
                <c:pt idx="1971">
                  <c:v>thunder_without_sound</c:v>
                </c:pt>
                <c:pt idx="1972">
                  <c:v>thunderthroughthenight</c:v>
                </c:pt>
                <c:pt idx="1973">
                  <c:v>thunderstruckrockslive</c:v>
                </c:pt>
                <c:pt idx="1974">
                  <c:v>thunderhoofclayworks</c:v>
                </c:pt>
                <c:pt idx="1975">
                  <c:v>thunder_hockey_4ever</c:v>
                </c:pt>
                <c:pt idx="1976">
                  <c:v>thunderheartclothing</c:v>
                </c:pt>
                <c:pt idx="1977">
                  <c:v>thunderhead_streetdoc</c:v>
                </c:pt>
                <c:pt idx="1978">
                  <c:v>thundereggshopmanchester</c:v>
                </c:pt>
                <c:pt idx="1979">
                  <c:v>thunderboltgreaseslapper</c:v>
                </c:pt>
                <c:pt idx="1980">
                  <c:v>thugmoneywithhitsquad</c:v>
                </c:pt>
                <c:pt idx="1981">
                  <c:v>thugged_out_baseford</c:v>
                </c:pt>
                <c:pt idx="1982">
                  <c:v>thugchildentertainment</c:v>
                </c:pt>
                <c:pt idx="1983">
                  <c:v>thrustwhiterootsalve</c:v>
                </c:pt>
                <c:pt idx="1984">
                  <c:v>throwtimmyfromthetrain</c:v>
                </c:pt>
                <c:pt idx="1985">
                  <c:v>throwingthebalanceoff</c:v>
                </c:pt>
                <c:pt idx="1986">
                  <c:v>throwawayyourintegrity</c:v>
                </c:pt>
                <c:pt idx="1987">
                  <c:v>throughwildpastnaughty</c:v>
                </c:pt>
                <c:pt idx="1988">
                  <c:v>throughthickandthinhardcore</c:v>
                </c:pt>
                <c:pt idx="1989">
                  <c:v>throughthewindowpane</c:v>
                </c:pt>
                <c:pt idx="1990">
                  <c:v>through_the_wardrobe</c:v>
                </c:pt>
                <c:pt idx="1991">
                  <c:v>through_the_crooked_past</c:v>
                </c:pt>
                <c:pt idx="1992">
                  <c:v>throughhimallispossible</c:v>
                </c:pt>
                <c:pt idx="1993">
                  <c:v>throughandthroughout</c:v>
                </c:pt>
                <c:pt idx="1994">
                  <c:v>throttle_all_the_way</c:v>
                </c:pt>
                <c:pt idx="1995">
                  <c:v>thrillerandmanilla124</c:v>
                </c:pt>
                <c:pt idx="1996">
                  <c:v>thresholdsoundandvision</c:v>
                </c:pt>
                <c:pt idx="1997">
                  <c:v>threetimesconsecutively</c:v>
                </c:pt>
                <c:pt idx="1998">
                  <c:v>threequartersnottingham</c:v>
                </c:pt>
                <c:pt idx="1999">
                  <c:v>threequartersacoustic</c:v>
                </c:pt>
                <c:pt idx="2000">
                  <c:v>threemileislandtanning</c:v>
                </c:pt>
                <c:pt idx="2001">
                  <c:v>threehourpowershower</c:v>
                </c:pt>
                <c:pt idx="2002">
                  <c:v>thrashtrash_photography</c:v>
                </c:pt>
                <c:pt idx="2003">
                  <c:v>thrashmetalwarrior</c:v>
                </c:pt>
                <c:pt idx="2004">
                  <c:v>thrashdemolitionhardcore</c:v>
                </c:pt>
                <c:pt idx="2005">
                  <c:v>thrash2thefuckingmax</c:v>
                </c:pt>
                <c:pt idx="2006">
                  <c:v>thousanddollarwedding</c:v>
                </c:pt>
                <c:pt idx="2007">
                  <c:v>thoughtsofaunsettledmind</c:v>
                </c:pt>
                <c:pt idx="2008">
                  <c:v>thoughtsofapoeticmusician</c:v>
                </c:pt>
                <c:pt idx="2009">
                  <c:v>thoughtsofadyingatheist87</c:v>
                </c:pt>
                <c:pt idx="2010">
                  <c:v>thoughtshewouldunderstand</c:v>
                </c:pt>
                <c:pt idx="2011">
                  <c:v>thosewhohearnotmusic</c:v>
                </c:pt>
                <c:pt idx="2012">
                  <c:v>thosefallenfromgrace</c:v>
                </c:pt>
                <c:pt idx="2013">
                  <c:v>thoroughlymodernmillie2</c:v>
                </c:pt>
                <c:pt idx="2014">
                  <c:v>thoroughbredthickchick</c:v>
                </c:pt>
                <c:pt idx="2015">
                  <c:v>thongswilltakeoveryourbut</c:v>
                </c:pt>
                <c:pt idx="2016">
                  <c:v>thomasthetrainseriously</c:v>
                </c:pt>
                <c:pt idx="2017">
                  <c:v>thomas_the_tait_engine</c:v>
                </c:pt>
                <c:pt idx="2018">
                  <c:v>thomasthesouthsidelegend</c:v>
                </c:pt>
                <c:pt idx="2019">
                  <c:v>thomas_the_christian</c:v>
                </c:pt>
                <c:pt idx="2020">
                  <c:v>thomas_sandersfamily</c:v>
                </c:pt>
                <c:pt idx="2021">
                  <c:v>thomas_motorcross_rider</c:v>
                </c:pt>
                <c:pt idx="2022">
                  <c:v>thomaskennethleighton</c:v>
                </c:pt>
                <c:pt idx="2023">
                  <c:v>thomasinspirationalmusic</c:v>
                </c:pt>
                <c:pt idx="2024">
                  <c:v>thomas_doesntdrinkcoffee</c:v>
                </c:pt>
                <c:pt idx="2025">
                  <c:v>thomascampbell_peacenut</c:v>
                </c:pt>
                <c:pt idx="2026">
                  <c:v>thomas_anderson_the_one</c:v>
                </c:pt>
                <c:pt idx="2027">
                  <c:v>thomas_aka_wonderboy</c:v>
                </c:pt>
                <c:pt idx="2028">
                  <c:v>thiszombiwilldestroyyou</c:v>
                </c:pt>
                <c:pt idx="2029">
                  <c:v>this_your_girl_kiekie</c:v>
                </c:pt>
                <c:pt idx="2030">
                  <c:v>thisyourcaptainspeaking</c:v>
                </c:pt>
                <c:pt idx="2031">
                  <c:v>thiswontmatteranyway</c:v>
                </c:pt>
                <c:pt idx="2032">
                  <c:v>thiswasmadeforavideo</c:v>
                </c:pt>
                <c:pt idx="2033">
                  <c:v>this_view_from_heaven</c:v>
                </c:pt>
                <c:pt idx="2034">
                  <c:v>this_time_its_goodbye</c:v>
                </c:pt>
                <c:pt idx="2035">
                  <c:v>thisthugfoundtruelove</c:v>
                </c:pt>
                <c:pt idx="2036">
                  <c:v>thisthingdoesnotwork</c:v>
                </c:pt>
                <c:pt idx="2037">
                  <c:v>this_space_left_blank</c:v>
                </c:pt>
                <c:pt idx="2038">
                  <c:v>this_space_for_rent10</c:v>
                </c:pt>
                <c:pt idx="2039">
                  <c:v>thissolidbondwontbreak</c:v>
                </c:pt>
                <c:pt idx="2040">
                  <c:v>thisslippedinjection</c:v>
                </c:pt>
                <c:pt idx="2041">
                  <c:v>this_shirt_off_priceless</c:v>
                </c:pt>
                <c:pt idx="2042">
                  <c:v>thisromanticheartbreak</c:v>
                </c:pt>
                <c:pt idx="2043">
                  <c:v>thispresentdarkness27</c:v>
                </c:pt>
                <c:pt idx="2044">
                  <c:v>this_name_aint_available</c:v>
                </c:pt>
                <c:pt idx="2045">
                  <c:v>thismighthurtsomeone</c:v>
                </c:pt>
                <c:pt idx="2046">
                  <c:v>this_may_never_start</c:v>
                </c:pt>
                <c:pt idx="2047">
                  <c:v>this_love_will_never_fade</c:v>
                </c:pt>
                <c:pt idx="2048">
                  <c:v>thislilgurlstayfresh</c:v>
                </c:pt>
                <c:pt idx="2049">
                  <c:v>thisinfinitestruggle</c:v>
                </c:pt>
                <c:pt idx="2050">
                  <c:v>this_humanoid_typhoon</c:v>
                </c:pt>
                <c:pt idx="2051">
                  <c:v>thisdoesntreallymatter</c:v>
                </c:pt>
                <c:pt idx="2052">
                  <c:v>thisdoesntmeananything</c:v>
                </c:pt>
                <c:pt idx="2053">
                  <c:v>this_cutie_can_dance</c:v>
                </c:pt>
                <c:pt idx="2054">
                  <c:v>thiscuriositycomplex</c:v>
                </c:pt>
                <c:pt idx="2055">
                  <c:v>thiscouldgethecticmate</c:v>
                </c:pt>
                <c:pt idx="2056">
                  <c:v>thischerryyouwilltaste</c:v>
                </c:pt>
                <c:pt idx="2057">
                  <c:v>thisbrightpilgrimage</c:v>
                </c:pt>
                <c:pt idx="2058">
                  <c:v>thisbloodyoathclothing</c:v>
                </c:pt>
                <c:pt idx="2059">
                  <c:v>thisbeautifultragedy</c:v>
                </c:pt>
                <c:pt idx="2060">
                  <c:v>this_beautiful_letdown</c:v>
                </c:pt>
                <c:pt idx="2061">
                  <c:v>this_beautiful_disaster_</c:v>
                </c:pt>
                <c:pt idx="2062">
                  <c:v>thisbeautifuldaymusic</c:v>
                </c:pt>
                <c:pt idx="2063">
                  <c:v>thisbeatingheartsbaby</c:v>
                </c:pt>
                <c:pt idx="2064">
                  <c:v>thisbaronhomicidesituation</c:v>
                </c:pt>
                <c:pt idx="2065">
                  <c:v>thirtydollarcreamcheese</c:v>
                </c:pt>
                <c:pt idx="2066">
                  <c:v>thirteenthfloortheband</c:v>
                </c:pt>
                <c:pt idx="2067">
                  <c:v>thirteenten_worldwide</c:v>
                </c:pt>
                <c:pt idx="2068">
                  <c:v>thirsting_for_revenge</c:v>
                </c:pt>
                <c:pt idx="2069">
                  <c:v>thirdtimesthecharm24</c:v>
                </c:pt>
                <c:pt idx="2070">
                  <c:v>thirdstonehendrixtribute</c:v>
                </c:pt>
                <c:pt idx="2071">
                  <c:v>thirdmoonfromjupiter</c:v>
                </c:pt>
                <c:pt idx="2072">
                  <c:v>thirdlittlebirdlostboy</c:v>
                </c:pt>
                <c:pt idx="2073">
                  <c:v>thirdlayout4time2dance</c:v>
                </c:pt>
                <c:pt idx="2074">
                  <c:v>thirdgenerationcollective</c:v>
                </c:pt>
                <c:pt idx="2075">
                  <c:v>thirdcoastunderground</c:v>
                </c:pt>
                <c:pt idx="2076">
                  <c:v>thinking_about_you_babe</c:v>
                </c:pt>
                <c:pt idx="2077">
                  <c:v>thinkerbell_stays_cute</c:v>
                </c:pt>
                <c:pt idx="2078">
                  <c:v>think_big_vote_small</c:v>
                </c:pt>
                <c:pt idx="2079">
                  <c:v>thinkbeforeyouspeakband</c:v>
                </c:pt>
                <c:pt idx="2080">
                  <c:v>think_before_you_speak</c:v>
                </c:pt>
                <c:pt idx="2081">
                  <c:v>think_before_speaking</c:v>
                </c:pt>
                <c:pt idx="2082">
                  <c:v>thingshaveneverbeenbetter</c:v>
                </c:pt>
                <c:pt idx="2083">
                  <c:v>thickyellowlastnamebrown</c:v>
                </c:pt>
                <c:pt idx="2084">
                  <c:v>thicksweetlikejiffy1</c:v>
                </c:pt>
                <c:pt idx="2085">
                  <c:v>thick_new_york_chick</c:v>
                </c:pt>
                <c:pt idx="2086">
                  <c:v>thickjuicyanddelicious</c:v>
                </c:pt>
                <c:pt idx="2087">
                  <c:v>thickdickmushroomtip</c:v>
                </c:pt>
                <c:pt idx="2088">
                  <c:v>thick_and_sexy_andrea</c:v>
                </c:pt>
                <c:pt idx="2089">
                  <c:v>thezombiehuntingsquad</c:v>
                </c:pt>
                <c:pt idx="2090">
                  <c:v>the_zombie_duck_roadshow</c:v>
                </c:pt>
                <c:pt idx="2091">
                  <c:v>thezionistconspiracy</c:v>
                </c:pt>
                <c:pt idx="2092">
                  <c:v>theywouldmakeyournamesing</c:v>
                </c:pt>
                <c:pt idx="2093">
                  <c:v>they_welcome_sabotage</c:v>
                </c:pt>
                <c:pt idx="2094">
                  <c:v>theytellmeimonecoolsob</c:v>
                </c:pt>
                <c:pt idx="2095">
                  <c:v>theyre_only_chasin_safety</c:v>
                </c:pt>
                <c:pt idx="2096">
                  <c:v>theyoungprofessional</c:v>
                </c:pt>
                <c:pt idx="2097">
                  <c:v>theyoungmenarerestless</c:v>
                </c:pt>
                <c:pt idx="2098">
                  <c:v>theyoungentrepreneur</c:v>
                </c:pt>
                <c:pt idx="2099">
                  <c:v>theyhavealwaysbeenthere</c:v>
                </c:pt>
                <c:pt idx="2100">
                  <c:v>they_fucking_love_that</c:v>
                </c:pt>
                <c:pt idx="2101">
                  <c:v>theyellowlighttheory</c:v>
                </c:pt>
                <c:pt idx="2102">
                  <c:v>theyellowishsummerevening</c:v>
                </c:pt>
                <c:pt idx="2103">
                  <c:v>theyellowbananapeople</c:v>
                </c:pt>
                <c:pt idx="2104">
                  <c:v>theyellowandgreenlidtops</c:v>
                </c:pt>
                <c:pt idx="2105">
                  <c:v>they_dont_understand</c:v>
                </c:pt>
                <c:pt idx="2106">
                  <c:v>theyclappedforjessica</c:v>
                </c:pt>
                <c:pt idx="2107">
                  <c:v>theycamefromplanet13</c:v>
                </c:pt>
                <c:pt idx="2108">
                  <c:v>theycallyourfailuresart</c:v>
                </c:pt>
                <c:pt idx="2109">
                  <c:v>theworldoutsideyourwindow</c:v>
                </c:pt>
                <c:pt idx="2110">
                  <c:v>theworldmetalalliance</c:v>
                </c:pt>
                <c:pt idx="2111">
                  <c:v>theworldhustlerchampion</c:v>
                </c:pt>
                <c:pt idx="2112">
                  <c:v>theworldcamecrashingdown</c:v>
                </c:pt>
                <c:pt idx="2113">
                  <c:v>theworldawaitsonline</c:v>
                </c:pt>
                <c:pt idx="2114">
                  <c:v>theworksrecordingstudio</c:v>
                </c:pt>
                <c:pt idx="2115">
                  <c:v>thewonderfulshelbyjane</c:v>
                </c:pt>
                <c:pt idx="2116">
                  <c:v>the_wonderful_disaster</c:v>
                </c:pt>
                <c:pt idx="2117">
                  <c:v>the_wonderful_babyboo</c:v>
                </c:pt>
                <c:pt idx="2118">
                  <c:v>thewitnessturntablist</c:v>
                </c:pt>
                <c:pt idx="2119">
                  <c:v>the_willie_jake_show</c:v>
                </c:pt>
                <c:pt idx="2120">
                  <c:v>the_willber_experience</c:v>
                </c:pt>
                <c:pt idx="2121">
                  <c:v>thewicketshitwillneverdie</c:v>
                </c:pt>
                <c:pt idx="2122">
                  <c:v>thewickedsilentknight</c:v>
                </c:pt>
                <c:pt idx="2123">
                  <c:v>the_whole_world_will_die</c:v>
                </c:pt>
                <c:pt idx="2124">
                  <c:v>thewhitespotteddemon</c:v>
                </c:pt>
                <c:pt idx="2125">
                  <c:v>the_white_power_ranger</c:v>
                </c:pt>
                <c:pt idx="2126">
                  <c:v>thewhitelightningriot</c:v>
                </c:pt>
                <c:pt idx="2127">
                  <c:v>thewhitekillerlobster</c:v>
                </c:pt>
                <c:pt idx="2128">
                  <c:v>thewhiteguythatcandance</c:v>
                </c:pt>
                <c:pt idx="2129">
                  <c:v>thewhitecoffinterrorlive</c:v>
                </c:pt>
                <c:pt idx="2130">
                  <c:v>the_whirlwind_lancer</c:v>
                </c:pt>
                <c:pt idx="2131">
                  <c:v>the_westville_footstomper</c:v>
                </c:pt>
                <c:pt idx="2132">
                  <c:v>the_west_island_princess</c:v>
                </c:pt>
                <c:pt idx="2133">
                  <c:v>the_weeping_guitarist</c:v>
                </c:pt>
                <c:pt idx="2134">
                  <c:v>theweddingnightdrummer</c:v>
                </c:pt>
                <c:pt idx="2135">
                  <c:v>theweddingandeventplanner</c:v>
                </c:pt>
                <c:pt idx="2136">
                  <c:v>theweatherreportmusic</c:v>
                </c:pt>
                <c:pt idx="2137">
                  <c:v>theweaselrunsatmidnight</c:v>
                </c:pt>
                <c:pt idx="2138">
                  <c:v>thewashingmachinedrier</c:v>
                </c:pt>
                <c:pt idx="2139">
                  <c:v>thewaltersmithproject</c:v>
                </c:pt>
                <c:pt idx="2140">
                  <c:v>thewalkmenawesomeness</c:v>
                </c:pt>
                <c:pt idx="2141">
                  <c:v>thewackywavinginflatablearmflailingtubemen</c:v>
                </c:pt>
                <c:pt idx="2142">
                  <c:v>the_volleyball_queen</c:v>
                </c:pt>
                <c:pt idx="2143">
                  <c:v>thevolatiledimension</c:v>
                </c:pt>
                <c:pt idx="2144">
                  <c:v>the_visual_sound_scope</c:v>
                </c:pt>
                <c:pt idx="2145">
                  <c:v>the_vintage_princess</c:v>
                </c:pt>
                <c:pt idx="2146">
                  <c:v>thevillagehornsection</c:v>
                </c:pt>
                <c:pt idx="2147">
                  <c:v>thevillagegreenpreservationsociety</c:v>
                </c:pt>
                <c:pt idx="2148">
                  <c:v>thevesperianconstruct</c:v>
                </c:pt>
                <c:pt idx="2149">
                  <c:v>the_very_important_person</c:v>
                </c:pt>
                <c:pt idx="2150">
                  <c:v>thevelvetundergroundmusic</c:v>
                </c:pt>
                <c:pt idx="2151">
                  <c:v>thevanityaffairmusic</c:v>
                </c:pt>
                <c:pt idx="2152">
                  <c:v>thevanityaffairgroup</c:v>
                </c:pt>
                <c:pt idx="2153">
                  <c:v>_the_vampire_slayer_</c:v>
                </c:pt>
                <c:pt idx="2154">
                  <c:v>thevagabondwillalwayslive</c:v>
                </c:pt>
                <c:pt idx="2155">
                  <c:v>theusuallusciousbeat</c:v>
                </c:pt>
                <c:pt idx="2156">
                  <c:v>theusualexistentialcrisis</c:v>
                </c:pt>
                <c:pt idx="2157">
                  <c:v>theurbanintellectual</c:v>
                </c:pt>
                <c:pt idx="2158">
                  <c:v>theuntruckablemudhole</c:v>
                </c:pt>
                <c:pt idx="2159">
                  <c:v>theuntraveledtravelguy</c:v>
                </c:pt>
                <c:pt idx="2160">
                  <c:v>theuntouchablehitman</c:v>
                </c:pt>
                <c:pt idx="2161">
                  <c:v>theuntouchable_angel</c:v>
                </c:pt>
                <c:pt idx="2162">
                  <c:v>theuntitledandunloved</c:v>
                </c:pt>
                <c:pt idx="2163">
                  <c:v>the_unsuspecting_victim</c:v>
                </c:pt>
                <c:pt idx="2164">
                  <c:v>the_unstoppable_playa</c:v>
                </c:pt>
                <c:pt idx="2165">
                  <c:v>theunspokenconscience</c:v>
                </c:pt>
                <c:pt idx="2166">
                  <c:v>theunsinkablemissevy</c:v>
                </c:pt>
                <c:pt idx="2167">
                  <c:v>theunpredictablechick</c:v>
                </c:pt>
                <c:pt idx="2168">
                  <c:v>theunknownshadow200</c:v>
                </c:pt>
                <c:pt idx="2169">
                  <c:v>the_unknown_darkness</c:v>
                </c:pt>
                <c:pt idx="2170">
                  <c:v>the_unknown_bestfriend</c:v>
                </c:pt>
                <c:pt idx="2171">
                  <c:v>theuniversalmindsocket</c:v>
                </c:pt>
                <c:pt idx="2172">
                  <c:v>theuniversalindicator</c:v>
                </c:pt>
                <c:pt idx="2173">
                  <c:v>theunicornrainbowconnection</c:v>
                </c:pt>
                <c:pt idx="2174">
                  <c:v>theunicorndictionary</c:v>
                </c:pt>
                <c:pt idx="2175">
                  <c:v>theunforgivenaggression</c:v>
                </c:pt>
                <c:pt idx="2176">
                  <c:v>theunforgivabletouch</c:v>
                </c:pt>
                <c:pt idx="2177">
                  <c:v>the_unforgetable_sinner</c:v>
                </c:pt>
                <c:pt idx="2178">
                  <c:v>theunforgetableforgotten</c:v>
                </c:pt>
                <c:pt idx="2179">
                  <c:v>the_unforeseen_crisis</c:v>
                </c:pt>
                <c:pt idx="2180">
                  <c:v>theunforecastedstorm</c:v>
                </c:pt>
                <c:pt idx="2181">
                  <c:v>theunfinishedsympathy</c:v>
                </c:pt>
                <c:pt idx="2182">
                  <c:v>theunfinishedstory9</c:v>
                </c:pt>
                <c:pt idx="2183">
                  <c:v>the_unexpected_fellow</c:v>
                </c:pt>
                <c:pt idx="2184">
                  <c:v>the_unexamined_life_09</c:v>
                </c:pt>
                <c:pt idx="2185">
                  <c:v>the_undisputed_prince</c:v>
                </c:pt>
                <c:pt idx="2186">
                  <c:v>theundertonerockmusic</c:v>
                </c:pt>
                <c:pt idx="2187">
                  <c:v>theunderstandingbitch</c:v>
                </c:pt>
                <c:pt idx="2188">
                  <c:v>theunderlyingweakness</c:v>
                </c:pt>
                <c:pt idx="2189">
                  <c:v>the_underlying_reason</c:v>
                </c:pt>
                <c:pt idx="2190">
                  <c:v>theundergroundsundown</c:v>
                </c:pt>
                <c:pt idx="2191">
                  <c:v>theundergroundsoundmag</c:v>
                </c:pt>
                <c:pt idx="2192">
                  <c:v>theundergroundpriest</c:v>
                </c:pt>
                <c:pt idx="2193">
                  <c:v>theundergroundnation</c:v>
                </c:pt>
                <c:pt idx="2194">
                  <c:v>theundergroundhustle</c:v>
                </c:pt>
                <c:pt idx="2195">
                  <c:v>theundergroundconcrete</c:v>
                </c:pt>
                <c:pt idx="2196">
                  <c:v>the_undercover_anti_snob</c:v>
                </c:pt>
                <c:pt idx="2197">
                  <c:v>theundecidedrockband</c:v>
                </c:pt>
                <c:pt idx="2198">
                  <c:v>theundecidedpunkrock</c:v>
                </c:pt>
                <c:pt idx="2199">
                  <c:v>theunclebillroachband</c:v>
                </c:pt>
                <c:pt idx="2200">
                  <c:v>theunbreakableaddictionrock</c:v>
                </c:pt>
                <c:pt idx="2201">
                  <c:v>theunbelievablecinematiccrash</c:v>
                </c:pt>
                <c:pt idx="2202">
                  <c:v>theultravioletlimbardis</c:v>
                </c:pt>
                <c:pt idx="2203">
                  <c:v>theultimatetrancealbum</c:v>
                </c:pt>
                <c:pt idx="2204">
                  <c:v>theultimatestackingadventure</c:v>
                </c:pt>
                <c:pt idx="2205">
                  <c:v>theultimatepinkprincess</c:v>
                </c:pt>
                <c:pt idx="2206">
                  <c:v>theultimatepimpingpirate</c:v>
                </c:pt>
                <c:pt idx="2207">
                  <c:v>the_ultimate_outcast</c:v>
                </c:pt>
                <c:pt idx="2208">
                  <c:v>theultimatenightmare</c:v>
                </c:pt>
                <c:pt idx="2209">
                  <c:v>theultimatemoneymaker</c:v>
                </c:pt>
                <c:pt idx="2210">
                  <c:v>theultimatelostromantic</c:v>
                </c:pt>
                <c:pt idx="2211">
                  <c:v>theultimatelifeguard</c:v>
                </c:pt>
                <c:pt idx="2212">
                  <c:v>the_ultimate_life_form</c:v>
                </c:pt>
                <c:pt idx="2213">
                  <c:v>the__ultimate__life__form</c:v>
                </c:pt>
                <c:pt idx="2214">
                  <c:v>theultimateforumtocome</c:v>
                </c:pt>
                <c:pt idx="2215">
                  <c:v>theultimatefisherman</c:v>
                </c:pt>
                <c:pt idx="2216">
                  <c:v>theultimatechickband</c:v>
                </c:pt>
                <c:pt idx="2217">
                  <c:v>the_udder_conspiracy_theo</c:v>
                </c:pt>
                <c:pt idx="2218">
                  <c:v>theturtlegottherefirst</c:v>
                </c:pt>
                <c:pt idx="2219">
                  <c:v>thetruthdoesntexist247</c:v>
                </c:pt>
                <c:pt idx="2220">
                  <c:v>thetruthbehindgreatness</c:v>
                </c:pt>
                <c:pt idx="2221">
                  <c:v>thetruthaboutstrange</c:v>
                </c:pt>
                <c:pt idx="2222">
                  <c:v>thetruth07now_you_know</c:v>
                </c:pt>
                <c:pt idx="2223">
                  <c:v>the_true_ghost_rider</c:v>
                </c:pt>
                <c:pt idx="2224">
                  <c:v>the_true_fruity_pebble</c:v>
                </c:pt>
                <c:pt idx="2225">
                  <c:v>thetrueerinkatherine</c:v>
                </c:pt>
                <c:pt idx="2226">
                  <c:v>thetrueblueeyeddevil</c:v>
                </c:pt>
                <c:pt idx="2227">
                  <c:v>the_true_beauty_within</c:v>
                </c:pt>
                <c:pt idx="2228">
                  <c:v>thetripoddrinkingcompany</c:v>
                </c:pt>
                <c:pt idx="2229">
                  <c:v>the_trickster_priest</c:v>
                </c:pt>
                <c:pt idx="2230">
                  <c:v>thetremblingbluestar2</c:v>
                </c:pt>
                <c:pt idx="2231">
                  <c:v>thetraviscountyuprising</c:v>
                </c:pt>
                <c:pt idx="2232">
                  <c:v>the_travelling_lemon</c:v>
                </c:pt>
                <c:pt idx="2233">
                  <c:v>thetransportassembly</c:v>
                </c:pt>
                <c:pt idx="2234">
                  <c:v>thetranquilcogitator</c:v>
                </c:pt>
                <c:pt idx="2235">
                  <c:v>thetrackteammusicandsound</c:v>
                </c:pt>
                <c:pt idx="2236">
                  <c:v>thetonyrichprojectofficial</c:v>
                </c:pt>
                <c:pt idx="2237">
                  <c:v>thetommykippingexperience</c:v>
                </c:pt>
                <c:pt idx="2238">
                  <c:v>the_token_black_guy1</c:v>
                </c:pt>
                <c:pt idx="2239">
                  <c:v>thetinfoilhatsociety</c:v>
                </c:pt>
                <c:pt idx="2240">
                  <c:v>thetightwoundbitchstar</c:v>
                </c:pt>
                <c:pt idx="2241">
                  <c:v>thetightpantsmassacre</c:v>
                </c:pt>
                <c:pt idx="2242">
                  <c:v>theticallionstallion</c:v>
                </c:pt>
                <c:pt idx="2243">
                  <c:v>thethreethatstayedhood</c:v>
                </c:pt>
                <c:pt idx="2244">
                  <c:v>thethreemusketeerspa</c:v>
                </c:pt>
                <c:pt idx="2245">
                  <c:v>thethreeamigosstrikeback</c:v>
                </c:pt>
                <c:pt idx="2246">
                  <c:v>thethreeamigosfrompittsburgh</c:v>
                </c:pt>
                <c:pt idx="2247">
                  <c:v>the_thrash_metal_king</c:v>
                </c:pt>
                <c:pt idx="2248">
                  <c:v>thethirteenthtimezone</c:v>
                </c:pt>
                <c:pt idx="2249">
                  <c:v>thethirstyturtlestamford</c:v>
                </c:pt>
                <c:pt idx="2250">
                  <c:v>thetentsofasleepingarmy</c:v>
                </c:pt>
                <c:pt idx="2251">
                  <c:v>thetemptingmandywilson</c:v>
                </c:pt>
                <c:pt idx="2252">
                  <c:v>thetemperamentalgoat</c:v>
                </c:pt>
                <c:pt idx="2253">
                  <c:v>theteenagefallsessions</c:v>
                </c:pt>
                <c:pt idx="2254">
                  <c:v>thetattoounderground</c:v>
                </c:pt>
                <c:pt idx="2255">
                  <c:v>the_tapes_other_side</c:v>
                </c:pt>
                <c:pt idx="2256">
                  <c:v>thetallahasseenative</c:v>
                </c:pt>
                <c:pt idx="2257">
                  <c:v>thetalentedmistergreen</c:v>
                </c:pt>
                <c:pt idx="2258">
                  <c:v>thetabloidjournalistfiasco</c:v>
                </c:pt>
                <c:pt idx="2259">
                  <c:v>theswordthatwasbroken</c:v>
                </c:pt>
                <c:pt idx="2260">
                  <c:v>thesweetmeatloveandholycult</c:v>
                </c:pt>
                <c:pt idx="2261">
                  <c:v>thesweetgingershow0</c:v>
                </c:pt>
                <c:pt idx="2262">
                  <c:v>thesweetfreshmanlife</c:v>
                </c:pt>
                <c:pt idx="2263">
                  <c:v>thesweetandinnocentone</c:v>
                </c:pt>
                <c:pt idx="2264">
                  <c:v>thesweatervestmovement</c:v>
                </c:pt>
                <c:pt idx="2265">
                  <c:v>theswankygoosespirateship</c:v>
                </c:pt>
                <c:pt idx="2266">
                  <c:v>thesurfriderfoundation</c:v>
                </c:pt>
                <c:pt idx="2267">
                  <c:v>the_supreme_overlord</c:v>
                </c:pt>
                <c:pt idx="2268">
                  <c:v>thesupremedynamicduo</c:v>
                </c:pt>
                <c:pt idx="2269">
                  <c:v>thesuperstartradesman1</c:v>
                </c:pt>
                <c:pt idx="2270">
                  <c:v>the_superstar_tradesman</c:v>
                </c:pt>
                <c:pt idx="2271">
                  <c:v>thesupermothereffingrobot</c:v>
                </c:pt>
                <c:pt idx="2272">
                  <c:v>thesuperiorjakesmith</c:v>
                </c:pt>
                <c:pt idx="2273">
                  <c:v>thesuperhottestmusic2005</c:v>
                </c:pt>
                <c:pt idx="2274">
                  <c:v>thesuperhappyfuntimesquad</c:v>
                </c:pt>
                <c:pt idx="2275">
                  <c:v>thesuperfreshpowersquad</c:v>
                </c:pt>
                <c:pt idx="2276">
                  <c:v>thesuperfreakmindmeltdown</c:v>
                </c:pt>
                <c:pt idx="2277">
                  <c:v>thesuperfreak1235335</c:v>
                </c:pt>
                <c:pt idx="2278">
                  <c:v>the_super_amazing_puff</c:v>
                </c:pt>
                <c:pt idx="2279">
                  <c:v>the_sun_tan_superman</c:v>
                </c:pt>
                <c:pt idx="2280">
                  <c:v>thesunnydaycoalition</c:v>
                </c:pt>
                <c:pt idx="2281">
                  <c:v>thesunneverstopssetting</c:v>
                </c:pt>
                <c:pt idx="2282">
                  <c:v>thesummoneranimasola</c:v>
                </c:pt>
                <c:pt idx="2283">
                  <c:v>thesummitstudentministry</c:v>
                </c:pt>
                <c:pt idx="2284">
                  <c:v>thesummerproject200</c:v>
                </c:pt>
                <c:pt idx="2285">
                  <c:v>thesuicidejournalist</c:v>
                </c:pt>
                <c:pt idx="2286">
                  <c:v>thesuicideassistancesquad</c:v>
                </c:pt>
                <c:pt idx="2287">
                  <c:v>thesuicidaljellybaby</c:v>
                </c:pt>
                <c:pt idx="2288">
                  <c:v>thesuffocatingnightmare</c:v>
                </c:pt>
                <c:pt idx="2289">
                  <c:v>thesubmissionmusician</c:v>
                </c:pt>
                <c:pt idx="2290">
                  <c:v>thestrychninequintet</c:v>
                </c:pt>
                <c:pt idx="2291">
                  <c:v>the_struggling_artist</c:v>
                </c:pt>
                <c:pt idx="2292">
                  <c:v>thestrollinghospitaler</c:v>
                </c:pt>
                <c:pt idx="2293">
                  <c:v>the_street_wise_pussy</c:v>
                </c:pt>
                <c:pt idx="2294">
                  <c:v>thestratonexperience</c:v>
                </c:pt>
                <c:pt idx="2295">
                  <c:v>thestraininteractivemag</c:v>
                </c:pt>
                <c:pt idx="2296">
                  <c:v>thestraightrazorriot</c:v>
                </c:pt>
                <c:pt idx="2297">
                  <c:v>thestorytellingprincess</c:v>
                </c:pt>
                <c:pt idx="2298">
                  <c:v>thestorybehindnumber11</c:v>
                </c:pt>
                <c:pt idx="2299">
                  <c:v>thestormentertainment</c:v>
                </c:pt>
                <c:pt idx="2300">
                  <c:v>thestockholmunderground</c:v>
                </c:pt>
                <c:pt idx="2301">
                  <c:v>thestitchandframeshop</c:v>
                </c:pt>
                <c:pt idx="2302">
                  <c:v>thestilettoformal123</c:v>
                </c:pt>
                <c:pt idx="2303">
                  <c:v>thestevenhawkingexperience</c:v>
                </c:pt>
                <c:pt idx="2304">
                  <c:v>thestephenfriedmanexperience</c:v>
                </c:pt>
                <c:pt idx="2305">
                  <c:v>thesteelscreamproject</c:v>
                </c:pt>
                <c:pt idx="2306">
                  <c:v>the_starburst_mistress</c:v>
                </c:pt>
                <c:pt idx="2307">
                  <c:v>thestandardlampsessions</c:v>
                </c:pt>
                <c:pt idx="2308">
                  <c:v>thestaffingauthority</c:v>
                </c:pt>
                <c:pt idx="2309">
                  <c:v>thesquirrelswillgetyou</c:v>
                </c:pt>
                <c:pt idx="2310">
                  <c:v>thesquirrelstalktome</c:v>
                </c:pt>
                <c:pt idx="2311">
                  <c:v>thespringminedisaster</c:v>
                </c:pt>
                <c:pt idx="2312">
                  <c:v>thespringfieldrockfest3</c:v>
                </c:pt>
                <c:pt idx="2313">
                  <c:v>thespringfallconspiracy</c:v>
                </c:pt>
                <c:pt idx="2314">
                  <c:v>the_spreading_disease</c:v>
                </c:pt>
                <c:pt idx="2315">
                  <c:v>the_spitfire_you_fear</c:v>
                </c:pt>
                <c:pt idx="2316">
                  <c:v>the_spiritual_knight</c:v>
                </c:pt>
                <c:pt idx="2317">
                  <c:v>thespiritualgangster</c:v>
                </c:pt>
                <c:pt idx="2318">
                  <c:v>thespectacularwarrior</c:v>
                </c:pt>
                <c:pt idx="2319">
                  <c:v>thespacethatgodbuilt</c:v>
                </c:pt>
                <c:pt idx="2320">
                  <c:v>thespaceforlonelypeople</c:v>
                </c:pt>
                <c:pt idx="2321">
                  <c:v>thesouthwillriseagain89</c:v>
                </c:pt>
                <c:pt idx="2322">
                  <c:v>thesouthwillriseagain9</c:v>
                </c:pt>
                <c:pt idx="2323">
                  <c:v>TheSouthWillRiseAgain2010</c:v>
                </c:pt>
                <c:pt idx="2324">
                  <c:v>thesouthwillraiseagain</c:v>
                </c:pt>
                <c:pt idx="2325">
                  <c:v>the_south_will_arise_101</c:v>
                </c:pt>
                <c:pt idx="2326">
                  <c:v>thesouthjerseyfolkrevival</c:v>
                </c:pt>
                <c:pt idx="2327">
                  <c:v>thesounddistillation</c:v>
                </c:pt>
                <c:pt idx="2328">
                  <c:v>thesoundcheckexplosion</c:v>
                </c:pt>
                <c:pt idx="2329">
                  <c:v>thesophomorejinxgent</c:v>
                </c:pt>
                <c:pt idx="2330">
                  <c:v>the_sophisticate_mag</c:v>
                </c:pt>
                <c:pt idx="2331">
                  <c:v>thesoontobearchitect</c:v>
                </c:pt>
                <c:pt idx="2332">
                  <c:v>thesonnymoormangroup</c:v>
                </c:pt>
                <c:pt idx="2333">
                  <c:v>thesoloretrospective</c:v>
                </c:pt>
                <c:pt idx="2334">
                  <c:v>the_solitary_mayfield</c:v>
                </c:pt>
                <c:pt idx="2335">
                  <c:v>thesolidstateproject</c:v>
                </c:pt>
                <c:pt idx="2336">
                  <c:v>the_soccer_playing_chino</c:v>
                </c:pt>
                <c:pt idx="2337">
                  <c:v>thesmokingdogriverview</c:v>
                </c:pt>
                <c:pt idx="2338">
                  <c:v>thesmokingappreciationsoc</c:v>
                </c:pt>
                <c:pt idx="2339">
                  <c:v>thesmokestackorchestra</c:v>
                </c:pt>
                <c:pt idx="2340">
                  <c:v>thesmileprettyfiringsquad</c:v>
                </c:pt>
                <c:pt idx="2341">
                  <c:v>thesmalltowndisaster</c:v>
                </c:pt>
                <c:pt idx="2342">
                  <c:v>the_small_hufflepuff</c:v>
                </c:pt>
                <c:pt idx="2343">
                  <c:v>theslipknotaddiction</c:v>
                </c:pt>
                <c:pt idx="2344">
                  <c:v>thesleepysoundsoftown</c:v>
                </c:pt>
                <c:pt idx="2345">
                  <c:v>thesleepwalkingprincess</c:v>
                </c:pt>
                <c:pt idx="2346">
                  <c:v>thesleepandmemoryfader</c:v>
                </c:pt>
                <c:pt idx="2347">
                  <c:v>the_sky_aint_always_blue</c:v>
                </c:pt>
                <c:pt idx="2348">
                  <c:v>theskidmorebandersnatchers</c:v>
                </c:pt>
                <c:pt idx="2349">
                  <c:v>the_skatepunk_penguin</c:v>
                </c:pt>
                <c:pt idx="2350">
                  <c:v>theskateboardindustry</c:v>
                </c:pt>
                <c:pt idx="2351">
                  <c:v>theskateboardhimself</c:v>
                </c:pt>
                <c:pt idx="2352">
                  <c:v>thesixtybilliondollarman</c:v>
                </c:pt>
                <c:pt idx="2353">
                  <c:v>thesixmilliondollarband</c:v>
                </c:pt>
                <c:pt idx="2354">
                  <c:v>thesituationcommittee</c:v>
                </c:pt>
                <c:pt idx="2355">
                  <c:v>thesingersongwriter202</c:v>
                </c:pt>
                <c:pt idx="2356">
                  <c:v>the_simpsons_ralph_wiggum</c:v>
                </c:pt>
                <c:pt idx="2357">
                  <c:v>thesimpsonsareyellow</c:v>
                </c:pt>
                <c:pt idx="2358">
                  <c:v>the_simpson_fanatic_page</c:v>
                </c:pt>
                <c:pt idx="2359">
                  <c:v>the_simpson_collector</c:v>
                </c:pt>
                <c:pt idx="2360">
                  <c:v>thesilverdollarstory</c:v>
                </c:pt>
                <c:pt idx="2361">
                  <c:v>thesilentprogression</c:v>
                </c:pt>
                <c:pt idx="2362">
                  <c:v>the_silent_one_alive</c:v>
                </c:pt>
                <c:pt idx="2363">
                  <c:v>thesignmanconspiracy</c:v>
                </c:pt>
                <c:pt idx="2364">
                  <c:v>thesideshowconnectsite</c:v>
                </c:pt>
                <c:pt idx="2365">
                  <c:v>the_sickness_must_end</c:v>
                </c:pt>
                <c:pt idx="2366">
                  <c:v>the_show_stopper_drew</c:v>
                </c:pt>
                <c:pt idx="2367">
                  <c:v>theshomaxloveconnection</c:v>
                </c:pt>
                <c:pt idx="2368">
                  <c:v>theshaunsibbesproject</c:v>
                </c:pt>
                <c:pt idx="2369">
                  <c:v>theshallowheartsclub</c:v>
                </c:pt>
                <c:pt idx="2370">
                  <c:v>theshakespeareanprimate</c:v>
                </c:pt>
                <c:pt idx="2371">
                  <c:v>theshadyrumorbandsite</c:v>
                </c:pt>
                <c:pt idx="2372">
                  <c:v>the_shadow_dark_link</c:v>
                </c:pt>
                <c:pt idx="2373">
                  <c:v>the_sexybeast_nextdoor</c:v>
                </c:pt>
                <c:pt idx="2374">
                  <c:v>the_sexual_revolution</c:v>
                </c:pt>
                <c:pt idx="2375">
                  <c:v>thesethingsarewaygay</c:v>
                </c:pt>
                <c:pt idx="2376">
                  <c:v>thesesleepingdogswontlie</c:v>
                </c:pt>
                <c:pt idx="2377">
                  <c:v>theserendipityclub_200</c:v>
                </c:pt>
                <c:pt idx="2378">
                  <c:v>thesedistortedhearts</c:v>
                </c:pt>
                <c:pt idx="2379">
                  <c:v>the_secret_life_01</c:v>
                </c:pt>
                <c:pt idx="2380">
                  <c:v>the_secret_admirer101</c:v>
                </c:pt>
                <c:pt idx="2381">
                  <c:v>the_second_white_boy</c:v>
                </c:pt>
                <c:pt idx="2382">
                  <c:v>thesecondrenaissance</c:v>
                </c:pt>
                <c:pt idx="2383">
                  <c:v>thesecondchancemovie</c:v>
                </c:pt>
                <c:pt idx="2384">
                  <c:v>thesecolorsdontrun14</c:v>
                </c:pt>
                <c:pt idx="2385">
                  <c:v>thesebrokenwingsaremine</c:v>
                </c:pt>
                <c:pt idx="2386">
                  <c:v>these_are_happy_times</c:v>
                </c:pt>
                <c:pt idx="2387">
                  <c:v>theseahorseorchestra</c:v>
                </c:pt>
                <c:pt idx="2388">
                  <c:v>theseafordrockandjazzorchestra</c:v>
                </c:pt>
                <c:pt idx="2389">
                  <c:v>thescreaminghippopotamus</c:v>
                </c:pt>
                <c:pt idx="2390">
                  <c:v>thescottishmasterblaster</c:v>
                </c:pt>
                <c:pt idx="2391">
                  <c:v>thescottiewilsonshow</c:v>
                </c:pt>
                <c:pt idx="2392">
                  <c:v>thescientificmethod1</c:v>
                </c:pt>
                <c:pt idx="2393">
                  <c:v>the_schizophrenic_maniac</c:v>
                </c:pt>
                <c:pt idx="2394">
                  <c:v>the_scene_aesthetic_2</c:v>
                </c:pt>
                <c:pt idx="2395">
                  <c:v>the_scary_angry_monkey</c:v>
                </c:pt>
                <c:pt idx="2396">
                  <c:v>the_scarlet_pimpernel_1</c:v>
                </c:pt>
                <c:pt idx="2397">
                  <c:v>thescarecrowministry</c:v>
                </c:pt>
                <c:pt idx="2398">
                  <c:v>the_scandalous_bitch</c:v>
                </c:pt>
                <c:pt idx="2399">
                  <c:v>thesardonicpestilence</c:v>
                </c:pt>
                <c:pt idx="2400">
                  <c:v>thesarcasticprincess</c:v>
                </c:pt>
                <c:pt idx="2401">
                  <c:v>thesandcastlecontest</c:v>
                </c:pt>
                <c:pt idx="2402">
                  <c:v>thesamhallpackexplosion</c:v>
                </c:pt>
                <c:pt idx="2403">
                  <c:v>thesalvationairforce</c:v>
                </c:pt>
                <c:pt idx="2404">
                  <c:v>thesadmonkeysarebraindead</c:v>
                </c:pt>
                <c:pt idx="2405">
                  <c:v>theroyalpriesthood912</c:v>
                </c:pt>
                <c:pt idx="2406">
                  <c:v>theroyalphilharmonicorchestra</c:v>
                </c:pt>
                <c:pt idx="2407">
                  <c:v>theroyalfreshnessherself</c:v>
                </c:pt>
                <c:pt idx="2408">
                  <c:v>therosebudgeneration</c:v>
                </c:pt>
                <c:pt idx="2409">
                  <c:v>therockymartinezband</c:v>
                </c:pt>
                <c:pt idx="2410">
                  <c:v>therockneverstopsbrother</c:v>
                </c:pt>
                <c:pt idx="2411">
                  <c:v>the_rocking_revolution45</c:v>
                </c:pt>
                <c:pt idx="2412">
                  <c:v>therocketleavinghome</c:v>
                </c:pt>
                <c:pt idx="2413">
                  <c:v>the_roadlesstraveled</c:v>
                </c:pt>
                <c:pt idx="2414">
                  <c:v>the_ritual_foreverlast</c:v>
                </c:pt>
                <c:pt idx="2415">
                  <c:v>therisingphoenixinstitute</c:v>
                </c:pt>
                <c:pt idx="2416">
                  <c:v>therightwaytop10video</c:v>
                </c:pt>
                <c:pt idx="2417">
                  <c:v>the_righteous_experience</c:v>
                </c:pt>
                <c:pt idx="2418">
                  <c:v>therighteousalliance</c:v>
                </c:pt>
                <c:pt idx="2419">
                  <c:v>therightdirectionband</c:v>
                </c:pt>
                <c:pt idx="2420">
                  <c:v>thereverendbenbranch</c:v>
                </c:pt>
                <c:pt idx="2421">
                  <c:v>the_rest__will_follow</c:v>
                </c:pt>
                <c:pt idx="2422">
                  <c:v>therestwasjustsilence</c:v>
                </c:pt>
                <c:pt idx="2423">
                  <c:v>theressumthingaboutmary</c:v>
                </c:pt>
                <c:pt idx="2424">
                  <c:v>theres_sumthin_bout_terry</c:v>
                </c:pt>
                <c:pt idx="2425">
                  <c:v>theres_sum1_behind_you</c:v>
                </c:pt>
                <c:pt idx="2426">
                  <c:v>theressomethingaboutmelly</c:v>
                </c:pt>
                <c:pt idx="2427">
                  <c:v>theressomethingaboutjen</c:v>
                </c:pt>
                <c:pt idx="2428">
                  <c:v>theresonlyonedannyweaver</c:v>
                </c:pt>
                <c:pt idx="2429">
                  <c:v>theres_more_2_life_than_</c:v>
                </c:pt>
                <c:pt idx="2430">
                  <c:v>the_resident_rockstar</c:v>
                </c:pt>
                <c:pt idx="2431">
                  <c:v>thereservedindiemajig</c:v>
                </c:pt>
                <c:pt idx="2432">
                  <c:v>theresearchaffection</c:v>
                </c:pt>
                <c:pt idx="2433">
                  <c:v>theresastoryinhereyes</c:v>
                </c:pt>
                <c:pt idx="2434">
                  <c:v>theres_always_next_year</c:v>
                </c:pt>
                <c:pt idx="2435">
                  <c:v>theresahungryhippoabout</c:v>
                </c:pt>
                <c:pt idx="2436">
                  <c:v>theresaherostuckinside</c:v>
                </c:pt>
                <c:pt idx="2437">
                  <c:v>theresabombunderyourseat</c:v>
                </c:pt>
                <c:pt idx="2438">
                  <c:v>therepublicproduction</c:v>
                </c:pt>
                <c:pt idx="2439">
                  <c:v>therepublicandanceparty</c:v>
                </c:pt>
                <c:pt idx="2440">
                  <c:v>theremainingattitude</c:v>
                </c:pt>
                <c:pt idx="2441">
                  <c:v>therelaxedexperience</c:v>
                </c:pt>
                <c:pt idx="2442">
                  <c:v>there_just_all_jealous</c:v>
                </c:pt>
                <c:pt idx="2443">
                  <c:v>there_goes_everything</c:v>
                </c:pt>
                <c:pt idx="2444">
                  <c:v>there_goes_another_one</c:v>
                </c:pt>
                <c:pt idx="2445">
                  <c:v>there_for_you_forever</c:v>
                </c:pt>
                <c:pt idx="2446">
                  <c:v>theredheadlittlegirl</c:v>
                </c:pt>
                <c:pt idx="2447">
                  <c:v>therecyclecollective</c:v>
                </c:pt>
                <c:pt idx="2448">
                  <c:v>therebelflagwillflyagain</c:v>
                </c:pt>
                <c:pt idx="2449">
                  <c:v>the_real_young_blaze</c:v>
                </c:pt>
                <c:pt idx="2450">
                  <c:v>the_real_world_key_west</c:v>
                </c:pt>
                <c:pt idx="2451">
                  <c:v>the_real_white_girl91</c:v>
                </c:pt>
                <c:pt idx="2452">
                  <c:v>the_real_total_package</c:v>
                </c:pt>
                <c:pt idx="2453">
                  <c:v>the_real_ted_striker</c:v>
                </c:pt>
                <c:pt idx="2454">
                  <c:v>the_real_silversurfer</c:v>
                </c:pt>
                <c:pt idx="2455">
                  <c:v>the_real_sara_paxton</c:v>
                </c:pt>
                <c:pt idx="2456">
                  <c:v>the_real_reborn_metal</c:v>
                </c:pt>
                <c:pt idx="2457">
                  <c:v>the_real_randy_marsh</c:v>
                </c:pt>
                <c:pt idx="2458">
                  <c:v>the_real_pretty_ricky</c:v>
                </c:pt>
                <c:pt idx="2459">
                  <c:v>the_real_pink_panther</c:v>
                </c:pt>
                <c:pt idx="2460">
                  <c:v>the_real_orange_county</c:v>
                </c:pt>
                <c:pt idx="2461">
                  <c:v>the_real_northern_chris</c:v>
                </c:pt>
                <c:pt idx="2462">
                  <c:v>the_real_masterchief</c:v>
                </c:pt>
                <c:pt idx="2463">
                  <c:v>the_real_lauren_conrad1</c:v>
                </c:pt>
                <c:pt idx="2464">
                  <c:v>the_real_kyle_orlando_</c:v>
                </c:pt>
                <c:pt idx="2465">
                  <c:v>the.real.kobe.stopper</c:v>
                </c:pt>
                <c:pt idx="2466">
                  <c:v>the_real_hilary_duff1</c:v>
                </c:pt>
                <c:pt idx="2467">
                  <c:v>the_real_high_king_peter</c:v>
                </c:pt>
                <c:pt idx="2468">
                  <c:v>the_real_hello_kitty1910</c:v>
                </c:pt>
                <c:pt idx="2469">
                  <c:v>the_real_greenday_911</c:v>
                </c:pt>
                <c:pt idx="2470">
                  <c:v>the_real_ghost_rider</c:v>
                </c:pt>
                <c:pt idx="2471">
                  <c:v>the_realest_star4eva</c:v>
                </c:pt>
                <c:pt idx="2472">
                  <c:v>therealestpimpstress</c:v>
                </c:pt>
                <c:pt idx="2473">
                  <c:v>therealestfemaleyouknow</c:v>
                </c:pt>
                <c:pt idx="2474">
                  <c:v>the_real_edgecrusher</c:v>
                </c:pt>
                <c:pt idx="2475">
                  <c:v>the_real_duo_maxwell</c:v>
                </c:pt>
                <c:pt idx="2476">
                  <c:v>the_real_dancing_queen</c:v>
                </c:pt>
                <c:pt idx="2477">
                  <c:v>the_real_cheetah_girl_</c:v>
                </c:pt>
                <c:pt idx="2478">
                  <c:v>the_real_blue_ranger</c:v>
                </c:pt>
                <c:pt idx="2479">
                  <c:v>the_realblackwallstreet</c:v>
                </c:pt>
                <c:pt idx="2480">
                  <c:v>the_real_barbie_9491</c:v>
                </c:pt>
                <c:pt idx="2481">
                  <c:v>the_real_bandit_king</c:v>
                </c:pt>
                <c:pt idx="2482">
                  <c:v>therealandonlyscarface</c:v>
                </c:pt>
                <c:pt idx="2483">
                  <c:v>the_real_and_only_kristin</c:v>
                </c:pt>
                <c:pt idx="2484">
                  <c:v>the_rare_black_hippo</c:v>
                </c:pt>
                <c:pt idx="2485">
                  <c:v>therapperjessethomas</c:v>
                </c:pt>
                <c:pt idx="2486">
                  <c:v>therantingsofaretard</c:v>
                </c:pt>
                <c:pt idx="2487">
                  <c:v>therandypinkprincess</c:v>
                </c:pt>
                <c:pt idx="2488">
                  <c:v>therandygreenexperience</c:v>
                </c:pt>
                <c:pt idx="2489">
                  <c:v>therandomnoiseorchestra</c:v>
                </c:pt>
                <c:pt idx="2490">
                  <c:v>therandomguitarplayer</c:v>
                </c:pt>
                <c:pt idx="2491">
                  <c:v>the_random_christian_one</c:v>
                </c:pt>
                <c:pt idx="2492">
                  <c:v>therainymorningbluesband</c:v>
                </c:pt>
                <c:pt idx="2493">
                  <c:v>therainthatstumbledhome</c:v>
                </c:pt>
                <c:pt idx="2494">
                  <c:v>therainbandmanchester</c:v>
                </c:pt>
                <c:pt idx="2495">
                  <c:v>theragdolleffectmusic</c:v>
                </c:pt>
                <c:pt idx="2496">
                  <c:v>theradicalnoiseaddiction</c:v>
                </c:pt>
                <c:pt idx="2497">
                  <c:v>therabiddogmaproject</c:v>
                </c:pt>
                <c:pt idx="2498">
                  <c:v>TheQuixoticBacchanalian</c:v>
                </c:pt>
                <c:pt idx="2499">
                  <c:v>thequantumsingularity</c:v>
                </c:pt>
                <c:pt idx="2500">
                  <c:v>thepussyfeelgooddoctor</c:v>
                </c:pt>
                <c:pt idx="2501">
                  <c:v>thepurplepeopleproject</c:v>
                </c:pt>
                <c:pt idx="2502">
                  <c:v>thepunkrockguitarplayer</c:v>
                </c:pt>
                <c:pt idx="2503">
                  <c:v>the_pumpkin_queen_1</c:v>
                </c:pt>
                <c:pt idx="2504">
                  <c:v>the_pulse_from_your_brain</c:v>
                </c:pt>
                <c:pt idx="2505">
                  <c:v>the_psychotic_darkness</c:v>
                </c:pt>
                <c:pt idx="2506">
                  <c:v>thepsychopathicmidget</c:v>
                </c:pt>
                <c:pt idx="2507">
                  <c:v>theprovincialarchive</c:v>
                </c:pt>
                <c:pt idx="2508">
                  <c:v>theprophetdoomlicker11</c:v>
                </c:pt>
                <c:pt idx="2509">
                  <c:v>theprolegendmovement</c:v>
                </c:pt>
                <c:pt idx="2510">
                  <c:v>theprofessionalmodel</c:v>
                </c:pt>
                <c:pt idx="2511">
                  <c:v>the_professionaljellyfish</c:v>
                </c:pt>
                <c:pt idx="2512">
                  <c:v>theprocrastinatinggigolo</c:v>
                </c:pt>
                <c:pt idx="2513">
                  <c:v>the_problem_since_88</c:v>
                </c:pt>
                <c:pt idx="2514">
                  <c:v>the_problem_child_90</c:v>
                </c:pt>
                <c:pt idx="2515">
                  <c:v>theprincessstephanie79</c:v>
                </c:pt>
                <c:pt idx="2516">
                  <c:v>theprincesskristin22</c:v>
                </c:pt>
                <c:pt idx="2517">
                  <c:v>the_predictable_prophet</c:v>
                </c:pt>
                <c:pt idx="2518">
                  <c:v>theprecioussweetness</c:v>
                </c:pt>
                <c:pt idx="2519">
                  <c:v>thepostalservice_mush</c:v>
                </c:pt>
                <c:pt idx="2520">
                  <c:v>thepostalserviceguild</c:v>
                </c:pt>
                <c:pt idx="2521">
                  <c:v>theportraitredemption</c:v>
                </c:pt>
                <c:pt idx="2522">
                  <c:v>theportlandcarpenter</c:v>
                </c:pt>
                <c:pt idx="2523">
                  <c:v>the_pork_chop_express</c:v>
                </c:pt>
                <c:pt idx="2524">
                  <c:v>thepoorlittleboyband</c:v>
                </c:pt>
                <c:pt idx="2525">
                  <c:v>thepleasureprinciplemusic</c:v>
                </c:pt>
                <c:pt idx="2526">
                  <c:v>the_playa_you_love_2_hate</c:v>
                </c:pt>
                <c:pt idx="2527">
                  <c:v>theplantationminister</c:v>
                </c:pt>
                <c:pt idx="2528">
                  <c:v>thepitchingconnection</c:v>
                </c:pt>
                <c:pt idx="2529">
                  <c:v>thepistachiolovetriangle</c:v>
                </c:pt>
                <c:pt idx="2530">
                  <c:v>thepipelinehiphopradioshow</c:v>
                </c:pt>
                <c:pt idx="2531">
                  <c:v>thepinkunicornsarehere</c:v>
                </c:pt>
                <c:pt idx="2532">
                  <c:v>the_pink_power_ranger</c:v>
                </c:pt>
                <c:pt idx="2533">
                  <c:v>the_pink_powerranger</c:v>
                </c:pt>
                <c:pt idx="2534">
                  <c:v>the_pink_panther_101</c:v>
                </c:pt>
                <c:pt idx="2535">
                  <c:v>thepinkfluffyprincess</c:v>
                </c:pt>
                <c:pt idx="2536">
                  <c:v>thepinkfeatheredangel</c:v>
                </c:pt>
                <c:pt idx="2537">
                  <c:v>thepinkelephantparadox</c:v>
                </c:pt>
                <c:pt idx="2538">
                  <c:v>thepingpongstabletennis28</c:v>
                </c:pt>
                <c:pt idx="2539">
                  <c:v>thepincushioncampaign</c:v>
                </c:pt>
                <c:pt idx="2540">
                  <c:v>thepikachuthatyoulove</c:v>
                </c:pt>
                <c:pt idx="2541">
                  <c:v>thepigeonhuntersrock</c:v>
                </c:pt>
                <c:pt idx="2542">
                  <c:v>the_pierced_princess</c:v>
                </c:pt>
                <c:pt idx="2543">
                  <c:v>thepiccadillytrickle</c:v>
                </c:pt>
                <c:pt idx="2544">
                  <c:v>thephysicalchallenge</c:v>
                </c:pt>
                <c:pt idx="2545">
                  <c:v>thephotographymachine</c:v>
                </c:pt>
                <c:pt idx="2546">
                  <c:v>thephoenixproject200</c:v>
                </c:pt>
                <c:pt idx="2547">
                  <c:v>the_phoenix_ignition</c:v>
                </c:pt>
                <c:pt idx="2548">
                  <c:v>the_phoenix_foundation</c:v>
                </c:pt>
                <c:pt idx="2549">
                  <c:v>thephilanthropistsandsuch</c:v>
                </c:pt>
                <c:pt idx="2550">
                  <c:v>the_phenomenal_woman</c:v>
                </c:pt>
                <c:pt idx="2551">
                  <c:v>thephantomtruthteller</c:v>
                </c:pt>
                <c:pt idx="2552">
                  <c:v>thephantomoperaghost</c:v>
                </c:pt>
                <c:pt idx="2553">
                  <c:v>the_petsitter_people</c:v>
                </c:pt>
                <c:pt idx="2554">
                  <c:v>thepetrifiedseagarden</c:v>
                </c:pt>
                <c:pt idx="2555">
                  <c:v>thepeteworthingtonfansite</c:v>
                </c:pt>
                <c:pt idx="2556">
                  <c:v>thepeskylittlebooger</c:v>
                </c:pt>
                <c:pt idx="2557">
                  <c:v>thepermissivesociety</c:v>
                </c:pt>
                <c:pt idx="2558">
                  <c:v>thepermanentname1984</c:v>
                </c:pt>
                <c:pt idx="2559">
                  <c:v>the_perfect_pyro_murder</c:v>
                </c:pt>
                <c:pt idx="2560">
                  <c:v>theperfectprincessjenna</c:v>
                </c:pt>
                <c:pt idx="2561">
                  <c:v>theperfectprincess7</c:v>
                </c:pt>
                <c:pt idx="2562">
                  <c:v>the_perfect_lil_angel</c:v>
                </c:pt>
                <c:pt idx="2563">
                  <c:v>the_perfect_lady_pimp</c:v>
                </c:pt>
                <c:pt idx="2564">
                  <c:v>the_perfect_imperfection_</c:v>
                </c:pt>
                <c:pt idx="2565">
                  <c:v>the_perfect_heartbreak</c:v>
                </c:pt>
                <c:pt idx="2566">
                  <c:v>theperfectenemymusic</c:v>
                </c:pt>
                <c:pt idx="2567">
                  <c:v>theperfectcoupleever</c:v>
                </c:pt>
                <c:pt idx="2568">
                  <c:v>theperfectcandylicker</c:v>
                </c:pt>
                <c:pt idx="2569">
                  <c:v>theperfectblacksoldier</c:v>
                </c:pt>
                <c:pt idx="2570">
                  <c:v>thepeniswrinklemonarch</c:v>
                </c:pt>
                <c:pt idx="2571">
                  <c:v>thepenguinresortandspa</c:v>
                </c:pt>
                <c:pt idx="2572">
                  <c:v>the_penguin_lover_fan</c:v>
                </c:pt>
                <c:pt idx="2573">
                  <c:v>thepenguincontroller</c:v>
                </c:pt>
                <c:pt idx="2574">
                  <c:v>thepeacefulwarriormovie</c:v>
                </c:pt>
                <c:pt idx="2575">
                  <c:v>thepatternconspiracy</c:v>
                </c:pt>
                <c:pt idx="2576">
                  <c:v>thepatriotactofficial</c:v>
                </c:pt>
                <c:pt idx="2577">
                  <c:v>thepasttrajectoryclothing</c:v>
                </c:pt>
                <c:pt idx="2578">
                  <c:v>thepartnerswillattack</c:v>
                </c:pt>
                <c:pt idx="2579">
                  <c:v>theparkinglotproposal</c:v>
                </c:pt>
                <c:pt idx="2580">
                  <c:v>theparaplegicmillipedes</c:v>
                </c:pt>
                <c:pt idx="2581">
                  <c:v>the_paranormal_faction</c:v>
                </c:pt>
                <c:pt idx="2582">
                  <c:v>theparanoidastronaut</c:v>
                </c:pt>
                <c:pt idx="2583">
                  <c:v>theparanoidandroid1980</c:v>
                </c:pt>
                <c:pt idx="2584">
                  <c:v>theparallaxcorporation</c:v>
                </c:pt>
                <c:pt idx="2585">
                  <c:v>theparadigmshiftband</c:v>
                </c:pt>
                <c:pt idx="2586">
                  <c:v>the_paradiddler_from_hell</c:v>
                </c:pt>
                <c:pt idx="2587">
                  <c:v>thepanoramicexperience</c:v>
                </c:pt>
                <c:pt idx="2588">
                  <c:v>thepandemoniumcircus</c:v>
                </c:pt>
                <c:pt idx="2589">
                  <c:v>thepandasareattacking</c:v>
                </c:pt>
                <c:pt idx="2590">
                  <c:v>thepaintballprincess04</c:v>
                </c:pt>
                <c:pt idx="2591">
                  <c:v>thepaintballministry</c:v>
                </c:pt>
                <c:pt idx="2592">
                  <c:v>the_painless_pleasure</c:v>
                </c:pt>
                <c:pt idx="2593">
                  <c:v>theoutsidecaperingcrew</c:v>
                </c:pt>
                <c:pt idx="2594">
                  <c:v>_the_other_white_meat_</c:v>
                </c:pt>
                <c:pt idx="2595">
                  <c:v>the_other_token_black_guy</c:v>
                </c:pt>
                <c:pt idx="2596">
                  <c:v>theotherhappytreefriend</c:v>
                </c:pt>
                <c:pt idx="2597">
                  <c:v>theotherhalfdoesntcare</c:v>
                </c:pt>
                <c:pt idx="2598">
                  <c:v>theostentatiousproject</c:v>
                </c:pt>
                <c:pt idx="2599">
                  <c:v>theosomethingspecial</c:v>
                </c:pt>
                <c:pt idx="2600">
                  <c:v>the_orlando_aka_eddie_</c:v>
                </c:pt>
                <c:pt idx="2601">
                  <c:v>theoriginalwhiterabbit</c:v>
                </c:pt>
                <c:pt idx="2602">
                  <c:v>theoriginalwhatsforlunch</c:v>
                </c:pt>
                <c:pt idx="2603">
                  <c:v>theoriginalticktickboom</c:v>
                </c:pt>
                <c:pt idx="2604">
                  <c:v>theoriginalteamtuesday</c:v>
                </c:pt>
                <c:pt idx="2605">
                  <c:v>theoriginalsuperstar</c:v>
                </c:pt>
                <c:pt idx="2606">
                  <c:v>theoriginalsupermanmold</c:v>
                </c:pt>
                <c:pt idx="2607">
                  <c:v>the_original_superman</c:v>
                </c:pt>
                <c:pt idx="2608">
                  <c:v>theoriginalsupergirl</c:v>
                </c:pt>
                <c:pt idx="2609">
                  <c:v>theoriginalstonecast</c:v>
                </c:pt>
                <c:pt idx="2610">
                  <c:v>theoriginalspacecadet</c:v>
                </c:pt>
                <c:pt idx="2611">
                  <c:v>theoriginalshellstar</c:v>
                </c:pt>
                <c:pt idx="2612">
                  <c:v>theoriginalshedevil</c:v>
                </c:pt>
                <c:pt idx="2613">
                  <c:v>the_original_sexy_excel</c:v>
                </c:pt>
                <c:pt idx="2614">
                  <c:v>theoriginalronburgundy</c:v>
                </c:pt>
                <c:pt idx="2615">
                  <c:v>the_original_rockstar</c:v>
                </c:pt>
                <c:pt idx="2616">
                  <c:v>theoriginalredneckpunk</c:v>
                </c:pt>
                <c:pt idx="2617">
                  <c:v>theoriginalpunkrocker</c:v>
                </c:pt>
                <c:pt idx="2618">
                  <c:v>theoriginalprincesscrew</c:v>
                </c:pt>
                <c:pt idx="2619">
                  <c:v>theoriginalprincecharming</c:v>
                </c:pt>
                <c:pt idx="2620">
                  <c:v>the_original_pistol_pete</c:v>
                </c:pt>
                <c:pt idx="2621">
                  <c:v>theoriginalpinkranger</c:v>
                </c:pt>
                <c:pt idx="2622">
                  <c:v>the_original_party_gurl</c:v>
                </c:pt>
                <c:pt idx="2623">
                  <c:v>theoriginalpartyanimal</c:v>
                </c:pt>
                <c:pt idx="2624">
                  <c:v>the_original_old_guy</c:v>
                </c:pt>
                <c:pt idx="2625">
                  <c:v>theoriginalnightmare</c:v>
                </c:pt>
                <c:pt idx="2626">
                  <c:v>the_original_midnightfox</c:v>
                </c:pt>
                <c:pt idx="2627">
                  <c:v>theoriginalmessenger</c:v>
                </c:pt>
                <c:pt idx="2628">
                  <c:v>theoriginalmaterialboy</c:v>
                </c:pt>
                <c:pt idx="2629">
                  <c:v>theoriginalmarcsallee</c:v>
                </c:pt>
                <c:pt idx="2630">
                  <c:v>the_original_mara_jade</c:v>
                </c:pt>
                <c:pt idx="2631">
                  <c:v>the_original_manhood</c:v>
                </c:pt>
                <c:pt idx="2632">
                  <c:v>the_original_mad_sax</c:v>
                </c:pt>
                <c:pt idx="2633">
                  <c:v>theoriginallorddeath</c:v>
                </c:pt>
                <c:pt idx="2634">
                  <c:v>the_original_leprechaun</c:v>
                </c:pt>
                <c:pt idx="2635">
                  <c:v>theoriginallaura19</c:v>
                </c:pt>
                <c:pt idx="2636">
                  <c:v>theoriginal_laciejane</c:v>
                </c:pt>
                <c:pt idx="2637">
                  <c:v>the_original_jackriot</c:v>
                </c:pt>
                <c:pt idx="2638">
                  <c:v>theoriginalhoneymustard</c:v>
                </c:pt>
                <c:pt idx="2639">
                  <c:v>theoriginalhippiechick</c:v>
                </c:pt>
                <c:pt idx="2640">
                  <c:v>the_original_groovingfool</c:v>
                </c:pt>
                <c:pt idx="2641">
                  <c:v>the_original_grassboy</c:v>
                </c:pt>
                <c:pt idx="2642">
                  <c:v>theoriginalgoldenbuddha</c:v>
                </c:pt>
                <c:pt idx="2643">
                  <c:v>theoriginalgangstergage</c:v>
                </c:pt>
                <c:pt idx="2644">
                  <c:v>theoriginal_foxybrown</c:v>
                </c:pt>
                <c:pt idx="2645">
                  <c:v>theoriginalfarmhouse</c:v>
                </c:pt>
                <c:pt idx="2646">
                  <c:v>theoriginalevilbrett</c:v>
                </c:pt>
                <c:pt idx="2647">
                  <c:v>theoriginalentourage</c:v>
                </c:pt>
                <c:pt idx="2648">
                  <c:v>theoriginaldramatube</c:v>
                </c:pt>
                <c:pt idx="2649">
                  <c:v>the_original_deviant</c:v>
                </c:pt>
                <c:pt idx="2650">
                  <c:v>theoriginaldeathknight</c:v>
                </c:pt>
                <c:pt idx="2651">
                  <c:v>theoriginaldarkknight</c:v>
                </c:pt>
                <c:pt idx="2652">
                  <c:v>theoriginalcottagecheese</c:v>
                </c:pt>
                <c:pt idx="2653">
                  <c:v>theoriginalconspiracy</c:v>
                </c:pt>
                <c:pt idx="2654">
                  <c:v>theoriginal_cinderella</c:v>
                </c:pt>
                <c:pt idx="2655">
                  <c:v>theoriginalchrisbrown</c:v>
                </c:pt>
                <c:pt idx="2656">
                  <c:v>the_original_cherry_bomb</c:v>
                </c:pt>
                <c:pt idx="2657">
                  <c:v>theoriginalbrighteyes</c:v>
                </c:pt>
                <c:pt idx="2658">
                  <c:v>theoriginalbreadwinner</c:v>
                </c:pt>
                <c:pt idx="2659">
                  <c:v>theoriginalbrainslug</c:v>
                </c:pt>
                <c:pt idx="2660">
                  <c:v>theoriginalbootyking</c:v>
                </c:pt>
                <c:pt idx="2661">
                  <c:v>theoriginalbomberman</c:v>
                </c:pt>
                <c:pt idx="2662">
                  <c:v>theoriginalblackbeard</c:v>
                </c:pt>
                <c:pt idx="2663">
                  <c:v>theoriginalbetterluck</c:v>
                </c:pt>
                <c:pt idx="2664">
                  <c:v>the_original_babydoll</c:v>
                </c:pt>
                <c:pt idx="2665">
                  <c:v>the_original_anti_wanda</c:v>
                </c:pt>
                <c:pt idx="2666">
                  <c:v>theoriginalanonymous</c:v>
                </c:pt>
                <c:pt idx="2667">
                  <c:v>theoriginalandypants</c:v>
                </c:pt>
                <c:pt idx="2668">
                  <c:v>theorganizedchaosmusic</c:v>
                </c:pt>
                <c:pt idx="2669">
                  <c:v>theorchardbandregina</c:v>
                </c:pt>
                <c:pt idx="2670">
                  <c:v>theorangewhiteashtraysquad</c:v>
                </c:pt>
                <c:pt idx="2671">
                  <c:v>the_orange_rubber_guy</c:v>
                </c:pt>
                <c:pt idx="2672">
                  <c:v>theonlytutorcheergurl</c:v>
                </c:pt>
                <c:pt idx="2673">
                  <c:v>the_only_true_pirate_slut</c:v>
                </c:pt>
                <c:pt idx="2674">
                  <c:v>the_only_sister_for_nari</c:v>
                </c:pt>
                <c:pt idx="2675">
                  <c:v>theonlyrealtinkerbell</c:v>
                </c:pt>
                <c:pt idx="2676">
                  <c:v>the_only_real_princess</c:v>
                </c:pt>
                <c:pt idx="2677">
                  <c:v>the_only_real_cowgal</c:v>
                </c:pt>
                <c:pt idx="2678">
                  <c:v>the_only_name_not_taken</c:v>
                </c:pt>
                <c:pt idx="2679">
                  <c:v>theonlymistresssunshine</c:v>
                </c:pt>
                <c:pt idx="2680">
                  <c:v>the_only_mark_you_need</c:v>
                </c:pt>
                <c:pt idx="2681">
                  <c:v>the_only_man_ill_love</c:v>
                </c:pt>
                <c:pt idx="2682">
                  <c:v>the_only_mandy_moore</c:v>
                </c:pt>
                <c:pt idx="2683">
                  <c:v>the_only_jonathandavis</c:v>
                </c:pt>
                <c:pt idx="2684">
                  <c:v>The_Only_Grizzly_Bear</c:v>
                </c:pt>
                <c:pt idx="2685">
                  <c:v>theonlygreatdeception</c:v>
                </c:pt>
                <c:pt idx="2686">
                  <c:v>the_only_fallen_angel84</c:v>
                </c:pt>
                <c:pt idx="2687">
                  <c:v>the_only_easy_day_was____</c:v>
                </c:pt>
                <c:pt idx="2688">
                  <c:v>the_only_chick_magnet</c:v>
                </c:pt>
                <c:pt idx="2689">
                  <c:v>theonlycaptainmorgan</c:v>
                </c:pt>
                <c:pt idx="2690">
                  <c:v>the_only_bottom_line</c:v>
                </c:pt>
                <c:pt idx="2691">
                  <c:v>the_only_blue_princess</c:v>
                </c:pt>
                <c:pt idx="2692">
                  <c:v>the_one_you_think_about</c:v>
                </c:pt>
                <c:pt idx="2693">
                  <c:v>the_one_you_love_2_hate</c:v>
                </c:pt>
                <c:pt idx="2694">
                  <c:v>_the_one_winged_angel_</c:v>
                </c:pt>
                <c:pt idx="2695">
                  <c:v>the_one_unknown_hero</c:v>
                </c:pt>
                <c:pt idx="2696">
                  <c:v>the_one_true_virgin_mary</c:v>
                </c:pt>
                <c:pt idx="2697">
                  <c:v>The_One_True_Guitar_God</c:v>
                </c:pt>
                <c:pt idx="2698">
                  <c:v>The_One_They_Call_Will</c:v>
                </c:pt>
                <c:pt idx="2699">
                  <c:v>the_one_they_call_bill</c:v>
                </c:pt>
                <c:pt idx="2700">
                  <c:v>the_one_that_never_was</c:v>
                </c:pt>
                <c:pt idx="2701">
                  <c:v>the_one_man_questionmark</c:v>
                </c:pt>
                <c:pt idx="2702">
                  <c:v>theoneiwantbutcanthave</c:v>
                </c:pt>
                <c:pt idx="2703">
                  <c:v>theoneanonlyamazingwillow</c:v>
                </c:pt>
                <c:pt idx="2704">
                  <c:v>the_one_and_only_woo</c:v>
                </c:pt>
                <c:pt idx="2705">
                  <c:v>the_one_and_only_weasel</c:v>
                </c:pt>
                <c:pt idx="2706">
                  <c:v>the_one_and_only_tay</c:v>
                </c:pt>
                <c:pt idx="2707">
                  <c:v>the_one_and_only_squeak</c:v>
                </c:pt>
                <c:pt idx="2708">
                  <c:v>the_one_and_only_space</c:v>
                </c:pt>
                <c:pt idx="2709">
                  <c:v>The_one_and_only_sophia</c:v>
                </c:pt>
                <c:pt idx="2710">
                  <c:v>the_one_and_only_roses</c:v>
                </c:pt>
                <c:pt idx="2711">
                  <c:v>the_one_and_only_reefer</c:v>
                </c:pt>
                <c:pt idx="2712">
                  <c:v>THE_ONE_AND_ONLY_PUDGY</c:v>
                </c:pt>
                <c:pt idx="2713">
                  <c:v>the_oneandonly_princess</c:v>
                </c:pt>
                <c:pt idx="2714">
                  <c:v>the_one_and_only_pita</c:v>
                </c:pt>
                <c:pt idx="2715">
                  <c:v>the_one_and_only_pigeon</c:v>
                </c:pt>
                <c:pt idx="2716">
                  <c:v>the_one_and_only_pepper</c:v>
                </c:pt>
                <c:pt idx="2717">
                  <c:v>the_one_and_only_pauly</c:v>
                </c:pt>
                <c:pt idx="2718">
                  <c:v>the_one_and_only_mia</c:v>
                </c:pt>
                <c:pt idx="2719">
                  <c:v>the_one_and_only_lulu</c:v>
                </c:pt>
                <c:pt idx="2720">
                  <c:v>the_one_and_only_kalinda</c:v>
                </c:pt>
                <c:pt idx="2721">
                  <c:v>the_one_and_only_jordan</c:v>
                </c:pt>
                <c:pt idx="2722">
                  <c:v>the_one_and_only_joeface</c:v>
                </c:pt>
                <c:pt idx="2723">
                  <c:v>the_one_and_only_jane_doe</c:v>
                </c:pt>
                <c:pt idx="2724">
                  <c:v>the_one_and_only_iceman</c:v>
                </c:pt>
                <c:pt idx="2725">
                  <c:v>the_one_and_only_hilary_</c:v>
                </c:pt>
                <c:pt idx="2726">
                  <c:v>the_one_and_only_hilary</c:v>
                </c:pt>
                <c:pt idx="2727">
                  <c:v>the_one_and_only_here</c:v>
                </c:pt>
                <c:pt idx="2728">
                  <c:v>the_one_and_only_eureka</c:v>
                </c:pt>
                <c:pt idx="2729">
                  <c:v>the_one_and_only_eggman</c:v>
                </c:pt>
                <c:pt idx="2730">
                  <c:v>the_one_and_only_dime</c:v>
                </c:pt>
                <c:pt idx="2731">
                  <c:v>the_one_and_only_devil</c:v>
                </c:pt>
                <c:pt idx="2732">
                  <c:v>the_one_and_only_danny</c:v>
                </c:pt>
                <c:pt idx="2733">
                  <c:v>the_one_and_only_dani</c:v>
                </c:pt>
                <c:pt idx="2734">
                  <c:v>the_one_and_only_crew</c:v>
                </c:pt>
                <c:pt idx="2735">
                  <c:v>the_one_and_only_cook</c:v>
                </c:pt>
                <c:pt idx="2736">
                  <c:v>the_one_and_only_cheyenne</c:v>
                </c:pt>
                <c:pt idx="2737">
                  <c:v>the_one_and_only_chelsea</c:v>
                </c:pt>
                <c:pt idx="2738">
                  <c:v>the_one_and_only_cardinal</c:v>
                </c:pt>
                <c:pt idx="2739">
                  <c:v>the_one_and_only_calli</c:v>
                </c:pt>
                <c:pt idx="2740">
                  <c:v>the_one_and_only_boo</c:v>
                </c:pt>
                <c:pt idx="2741">
                  <c:v>the_one_and_only_big_red</c:v>
                </c:pt>
                <c:pt idx="2742">
                  <c:v>the_one_and_only_ariana</c:v>
                </c:pt>
                <c:pt idx="2743">
                  <c:v>the_one_and_only_alanna</c:v>
                </c:pt>
                <c:pt idx="2744">
                  <c:v>the_one_and_only_</c:v>
                </c:pt>
                <c:pt idx="2745">
                  <c:v>the_one_and_only2711</c:v>
                </c:pt>
                <c:pt idx="2746">
                  <c:v>the_one_and_only1987</c:v>
                </c:pt>
                <c:pt idx="2747">
                  <c:v>____the_one_and_only____</c:v>
                </c:pt>
                <c:pt idx="2748">
                  <c:v>the_one_and_not_only</c:v>
                </c:pt>
                <c:pt idx="2749">
                  <c:v>the_one_2_treat_you_right</c:v>
                </c:pt>
                <c:pt idx="2750">
                  <c:v>the_old_dope_peddler</c:v>
                </c:pt>
                <c:pt idx="2751">
                  <c:v>theofficialyoungmoney</c:v>
                </c:pt>
                <c:pt idx="2752">
                  <c:v>the_official_vanessa</c:v>
                </c:pt>
                <c:pt idx="2753">
                  <c:v>the_official_trendsetter</c:v>
                </c:pt>
                <c:pt idx="2754">
                  <c:v>theofficialtedfanclubpage</c:v>
                </c:pt>
                <c:pt idx="2755">
                  <c:v>theofficialsquidward</c:v>
                </c:pt>
                <c:pt idx="2756">
                  <c:v>theofficialscriptsite</c:v>
                </c:pt>
                <c:pt idx="2757">
                  <c:v>the_officialrickeyprofile</c:v>
                </c:pt>
                <c:pt idx="2758">
                  <c:v>theofficialpowerstation</c:v>
                </c:pt>
                <c:pt idx="2759">
                  <c:v>the_official_pedestrian</c:v>
                </c:pt>
                <c:pt idx="2760">
                  <c:v>the_official_party_animal</c:v>
                </c:pt>
                <c:pt idx="2761">
                  <c:v>theofficialpandorasage</c:v>
                </c:pt>
                <c:pt idx="2762">
                  <c:v>theofficialmonkeyboy</c:v>
                </c:pt>
                <c:pt idx="2763">
                  <c:v>theofficiallivewiresite</c:v>
                </c:pt>
                <c:pt idx="2764">
                  <c:v>theofficiallaurenfanclub</c:v>
                </c:pt>
                <c:pt idx="2765">
                  <c:v>theofficialjoshwebsite</c:v>
                </c:pt>
                <c:pt idx="2766">
                  <c:v>theofficialjoepirofanclub</c:v>
                </c:pt>
                <c:pt idx="2767">
                  <c:v>theofficialinnersanctum</c:v>
                </c:pt>
                <c:pt idx="2768">
                  <c:v>the_official_fightsight</c:v>
                </c:pt>
                <c:pt idx="2769">
                  <c:v>theofficialalexblack</c:v>
                </c:pt>
                <c:pt idx="2770">
                  <c:v>theobscurethirdoption</c:v>
                </c:pt>
                <c:pt idx="2771">
                  <c:v>the_nutty_fruit_cake</c:v>
                </c:pt>
                <c:pt idx="2772">
                  <c:v>THENUMBERRUNNINGBACK</c:v>
                </c:pt>
                <c:pt idx="2773">
                  <c:v>thenumberonewrestlingfan</c:v>
                </c:pt>
                <c:pt idx="2774">
                  <c:v>thenumberonepussyeater</c:v>
                </c:pt>
                <c:pt idx="2775">
                  <c:v>thenumberonecourtney</c:v>
                </c:pt>
                <c:pt idx="2776">
                  <c:v>the_number_1_rocker_babe</c:v>
                </c:pt>
                <c:pt idx="2777">
                  <c:v>thenumber1creativefreak</c:v>
                </c:pt>
                <c:pt idx="2778">
                  <c:v>thensundayturnedsouth</c:v>
                </c:pt>
                <c:pt idx="2779">
                  <c:v>thenotoriousblaze420</c:v>
                </c:pt>
                <c:pt idx="2780">
                  <c:v>thenorthstreetconnection</c:v>
                </c:pt>
                <c:pt idx="2781">
                  <c:v>thenorthseafisherman</c:v>
                </c:pt>
                <c:pt idx="2782">
                  <c:v>thenortheasterntidepull</c:v>
                </c:pt>
                <c:pt idx="2783">
                  <c:v>thenormanrockwellcode</c:v>
                </c:pt>
                <c:pt idx="2784">
                  <c:v>thenonfamousbombvictim</c:v>
                </c:pt>
                <c:pt idx="2785">
                  <c:v>thenoisemachinemalfunction</c:v>
                </c:pt>
                <c:pt idx="2786">
                  <c:v>the_nocturnal_butterfly</c:v>
                </c:pt>
                <c:pt idx="2787">
                  <c:v>thenoblesavagetavern</c:v>
                </c:pt>
                <c:pt idx="2788">
                  <c:v>the_noble_blue_beast</c:v>
                </c:pt>
                <c:pt idx="2789">
                  <c:v>the_nightmare_you_dream</c:v>
                </c:pt>
                <c:pt idx="2790">
                  <c:v>thenightlifebandmusic</c:v>
                </c:pt>
                <c:pt idx="2791">
                  <c:v>the_night_fall_angel</c:v>
                </c:pt>
                <c:pt idx="2792">
                  <c:v>the_niggas_1_superstar</c:v>
                </c:pt>
                <c:pt idx="2793">
                  <c:v>the_next_white_rapper</c:v>
                </c:pt>
                <c:pt idx="2794">
                  <c:v>the_next_right_thing</c:v>
                </c:pt>
                <c:pt idx="2795">
                  <c:v>the_next_lost_generation</c:v>
                </c:pt>
                <c:pt idx="2796">
                  <c:v>the_next_kelly_clarkson</c:v>
                </c:pt>
                <c:pt idx="2797">
                  <c:v>the_next_grim_reaper</c:v>
                </c:pt>
                <c:pt idx="2798">
                  <c:v>the_next_freddy_spud</c:v>
                </c:pt>
                <c:pt idx="2799">
                  <c:v>the_next_big_thing_pete</c:v>
                </c:pt>
                <c:pt idx="2800">
                  <c:v>the_next_big_superstar</c:v>
                </c:pt>
                <c:pt idx="2801">
                  <c:v>theneverendingsodadew</c:v>
                </c:pt>
                <c:pt idx="2802">
                  <c:v>thenetworkexperience</c:v>
                </c:pt>
                <c:pt idx="2803">
                  <c:v>the_need_for_caffeine</c:v>
                </c:pt>
                <c:pt idx="2804">
                  <c:v>thenaughtyboyfrom_707</c:v>
                </c:pt>
                <c:pt idx="2805">
                  <c:v>thenatureboydavidpierce</c:v>
                </c:pt>
                <c:pt idx="2806">
                  <c:v>thenaturalstreetfreak</c:v>
                </c:pt>
                <c:pt idx="2807">
                  <c:v>thenamesmisshollywood</c:v>
                </c:pt>
                <c:pt idx="2808">
                  <c:v>thenamesdanielleakadanni</c:v>
                </c:pt>
                <c:pt idx="2809">
                  <c:v>the_nameless_unknown</c:v>
                </c:pt>
                <c:pt idx="2810">
                  <c:v>thenamelesscrash1098</c:v>
                </c:pt>
                <c:pt idx="2811">
                  <c:v>the_mystic_dragon_samurai</c:v>
                </c:pt>
                <c:pt idx="2812">
                  <c:v>the_mutant_outlaw_gambit</c:v>
                </c:pt>
                <c:pt idx="2813">
                  <c:v>the_music_wont_turn_down</c:v>
                </c:pt>
                <c:pt idx="2814">
                  <c:v>the_music_never_stopped</c:v>
                </c:pt>
                <c:pt idx="2815">
                  <c:v>themusicgirl________janna</c:v>
                </c:pt>
                <c:pt idx="2816">
                  <c:v>themushroomrambleson</c:v>
                </c:pt>
                <c:pt idx="2817">
                  <c:v>the_murder_mystery_show</c:v>
                </c:pt>
                <c:pt idx="2818">
                  <c:v>themovementrebellion</c:v>
                </c:pt>
                <c:pt idx="2819">
                  <c:v>themovementneverstops</c:v>
                </c:pt>
                <c:pt idx="2820">
                  <c:v>themovementbandmusic</c:v>
                </c:pt>
                <c:pt idx="2821">
                  <c:v>themourningaftermusic1</c:v>
                </c:pt>
                <c:pt idx="2822">
                  <c:v>themotorcityjazzorchestra</c:v>
                </c:pt>
                <c:pt idx="2823">
                  <c:v>themotherloadrailroad</c:v>
                </c:pt>
                <c:pt idx="2824">
                  <c:v>themotherfuckingtron</c:v>
                </c:pt>
                <c:pt idx="2825">
                  <c:v>themotherfuckingtripod</c:v>
                </c:pt>
                <c:pt idx="2826">
                  <c:v>themotherfuckingspot</c:v>
                </c:pt>
                <c:pt idx="2827">
                  <c:v>themotherfuckingspeed</c:v>
                </c:pt>
                <c:pt idx="2828">
                  <c:v>themotherfuckinggoodshit</c:v>
                </c:pt>
                <c:pt idx="2829">
                  <c:v>themotherfuckingdark</c:v>
                </c:pt>
                <c:pt idx="2830">
                  <c:v>themotherfuckingchampion</c:v>
                </c:pt>
                <c:pt idx="2831">
                  <c:v>the_most_magnificent</c:v>
                </c:pt>
                <c:pt idx="2832">
                  <c:v>the_most_hottest_guy</c:v>
                </c:pt>
                <c:pt idx="2833">
                  <c:v>the_most_beautiful_rescue</c:v>
                </c:pt>
                <c:pt idx="2834">
                  <c:v>themoshispraying4you</c:v>
                </c:pt>
                <c:pt idx="2835">
                  <c:v>the_moronic_paintballer</c:v>
                </c:pt>
                <c:pt idx="2836">
                  <c:v>themorningshowwithandy</c:v>
                </c:pt>
                <c:pt idx="2837">
                  <c:v>the_morning_never_came</c:v>
                </c:pt>
                <c:pt idx="2838">
                  <c:v>themorningfleshproject</c:v>
                </c:pt>
                <c:pt idx="2839">
                  <c:v>the_morning_aftermath</c:v>
                </c:pt>
                <c:pt idx="2840">
                  <c:v>themorganwattanthology</c:v>
                </c:pt>
                <c:pt idx="2841">
                  <c:v>themoore_christianfamily</c:v>
                </c:pt>
                <c:pt idx="2842">
                  <c:v>themonkeytennisexperience</c:v>
                </c:pt>
                <c:pt idx="2843">
                  <c:v>themoneymakingmachine</c:v>
                </c:pt>
                <c:pt idx="2844">
                  <c:v>themoneymakerbaker78</c:v>
                </c:pt>
                <c:pt idx="2845">
                  <c:v>themomententertainment</c:v>
                </c:pt>
                <c:pt idx="2846">
                  <c:v>themoderndiseaseeffect</c:v>
                </c:pt>
                <c:pt idx="2847">
                  <c:v>themitchellbluesband</c:v>
                </c:pt>
                <c:pt idx="2848">
                  <c:v>the_missing_link_200</c:v>
                </c:pt>
                <c:pt idx="2849">
                  <c:v>themisanthropicbunny</c:v>
                </c:pt>
                <c:pt idx="2850">
                  <c:v>themillionthcivilian</c:v>
                </c:pt>
                <c:pt idx="2851">
                  <c:v>themillionmeterrelay</c:v>
                </c:pt>
                <c:pt idx="2852">
                  <c:v>themilliondollarnews</c:v>
                </c:pt>
                <c:pt idx="2853">
                  <c:v>themillionbuckfoundation</c:v>
                </c:pt>
                <c:pt idx="2854">
                  <c:v>themilkmanconspiracy</c:v>
                </c:pt>
                <c:pt idx="2855">
                  <c:v>themilkingexperience</c:v>
                </c:pt>
                <c:pt idx="2856">
                  <c:v>themikemarkssoloproject</c:v>
                </c:pt>
                <c:pt idx="2857">
                  <c:v>the_mightysharky_one</c:v>
                </c:pt>
                <c:pt idx="2858">
                  <c:v>the_mighty_shadowman</c:v>
                </c:pt>
                <c:pt idx="2859">
                  <c:v>themightypowerranger</c:v>
                </c:pt>
                <c:pt idx="2860">
                  <c:v>themidnightteabagger</c:v>
                </c:pt>
                <c:pt idx="2861">
                  <c:v>themidnightsocietybooking</c:v>
                </c:pt>
                <c:pt idx="2862">
                  <c:v>themidnightsocialite</c:v>
                </c:pt>
                <c:pt idx="2863">
                  <c:v>themidnightlibrarian</c:v>
                </c:pt>
                <c:pt idx="2864">
                  <c:v>themidlandstreetvariety</c:v>
                </c:pt>
                <c:pt idx="2865">
                  <c:v>thementallyinteresting</c:v>
                </c:pt>
                <c:pt idx="2866">
                  <c:v>thememphisunderground</c:v>
                </c:pt>
                <c:pt idx="2867">
                  <c:v>thememorialhighschoolband</c:v>
                </c:pt>
                <c:pt idx="2868">
                  <c:v>thememorableforgotten</c:v>
                </c:pt>
                <c:pt idx="2869">
                  <c:v>themediumsizedwombatexperience</c:v>
                </c:pt>
                <c:pt idx="2870">
                  <c:v>themechanicalheartproject</c:v>
                </c:pt>
                <c:pt idx="2871">
                  <c:v>themealmanexperience</c:v>
                </c:pt>
                <c:pt idx="2872">
                  <c:v>thematrixescortservice</c:v>
                </c:pt>
                <c:pt idx="2873">
                  <c:v>themastersonpopeexperience</c:v>
                </c:pt>
                <c:pt idx="2874">
                  <c:v>themasterdrummerblake</c:v>
                </c:pt>
                <c:pt idx="2875">
                  <c:v>themasterchiefpenguin</c:v>
                </c:pt>
                <c:pt idx="2876">
                  <c:v>the_master_broadcaster</c:v>
                </c:pt>
                <c:pt idx="2877">
                  <c:v>themasterandmargarita</c:v>
                </c:pt>
                <c:pt idx="2878">
                  <c:v>themasterandcommander</c:v>
                </c:pt>
                <c:pt idx="2879">
                  <c:v>themasondixondisaster</c:v>
                </c:pt>
                <c:pt idx="2880">
                  <c:v>the_masked_swordsman</c:v>
                </c:pt>
                <c:pt idx="2881">
                  <c:v>themashedpotatoescrew</c:v>
                </c:pt>
                <c:pt idx="2882">
                  <c:v>themarchingbulldogband</c:v>
                </c:pt>
                <c:pt idx="2883">
                  <c:v>themaplestreetmansion</c:v>
                </c:pt>
                <c:pt idx="2884">
                  <c:v>themanhattanproject11</c:v>
                </c:pt>
                <c:pt idx="2885">
                  <c:v>themanhattanproject_0</c:v>
                </c:pt>
                <c:pt idx="2886">
                  <c:v>the_management_helpdesk</c:v>
                </c:pt>
                <c:pt idx="2887">
                  <c:v>themagnumrepresentative</c:v>
                </c:pt>
                <c:pt idx="2888">
                  <c:v>the_magic_bumblesnout</c:v>
                </c:pt>
                <c:pt idx="2889">
                  <c:v>themagicalmysterytour</c:v>
                </c:pt>
                <c:pt idx="2890">
                  <c:v>the_magical_bumblebee</c:v>
                </c:pt>
                <c:pt idx="2891">
                  <c:v>the_mad_sir_slaughter</c:v>
                </c:pt>
                <c:pt idx="2892">
                  <c:v>the_madame_presidente</c:v>
                </c:pt>
                <c:pt idx="2893">
                  <c:v>the_lyrical_assassin</c:v>
                </c:pt>
                <c:pt idx="2894">
                  <c:v>thelovelystephanie27</c:v>
                </c:pt>
                <c:pt idx="2895">
                  <c:v>thelovelymissstacirenee</c:v>
                </c:pt>
                <c:pt idx="2896">
                  <c:v>thelovelyjackiemarie</c:v>
                </c:pt>
                <c:pt idx="2897">
                  <c:v>thelovehaventtyperace</c:v>
                </c:pt>
                <c:pt idx="2898">
                  <c:v>thelovedoctorexperiment</c:v>
                </c:pt>
                <c:pt idx="2899">
                  <c:v>thelovecoloredglasses</c:v>
                </c:pt>
                <c:pt idx="2900">
                  <c:v>the_loveable_island_boy</c:v>
                </c:pt>
                <c:pt idx="2901">
                  <c:v>thelouisvillesilence</c:v>
                </c:pt>
                <c:pt idx="2902">
                  <c:v>thelostprophecy4delf</c:v>
                </c:pt>
                <c:pt idx="2903">
                  <c:v>thelostgenerationband</c:v>
                </c:pt>
                <c:pt idx="2904">
                  <c:v>thelonghornorangeman13</c:v>
                </c:pt>
                <c:pt idx="2905">
                  <c:v>thelonewolfguitarist</c:v>
                </c:pt>
                <c:pt idx="2906">
                  <c:v>the_lonesome_rider2002200</c:v>
                </c:pt>
                <c:pt idx="2907">
                  <c:v>the_lonely_hearted10</c:v>
                </c:pt>
                <c:pt idx="2908">
                  <c:v>thelogicalcontradiction</c:v>
                </c:pt>
                <c:pt idx="2909">
                  <c:v>the_loch_ness_monster289</c:v>
                </c:pt>
                <c:pt idx="2910">
                  <c:v>thelivingroomchapter</c:v>
                </c:pt>
                <c:pt idx="2911">
                  <c:v>thelivinghumanparadox</c:v>
                </c:pt>
                <c:pt idx="2912">
                  <c:v>the_living_end_fan09</c:v>
                </c:pt>
                <c:pt idx="2913">
                  <c:v>thelivingdeadsacrifice</c:v>
                </c:pt>
                <c:pt idx="2914">
                  <c:v>thelivingdeadfantasy</c:v>
                </c:pt>
                <c:pt idx="2915">
                  <c:v>thelittlewickedmermaid2</c:v>
                </c:pt>
                <c:pt idx="2916">
                  <c:v>thelittlewhiterabbit</c:v>
                </c:pt>
                <c:pt idx="2917">
                  <c:v>thelittlewhiteboythatdid</c:v>
                </c:pt>
                <c:pt idx="2918">
                  <c:v>thelittletruckthatcould</c:v>
                </c:pt>
                <c:pt idx="2919">
                  <c:v>thelittletortillamen</c:v>
                </c:pt>
                <c:pt idx="2920">
                  <c:v>thelittleswimmerdude</c:v>
                </c:pt>
                <c:pt idx="2921">
                  <c:v>the_little_pink_sock</c:v>
                </c:pt>
                <c:pt idx="2922">
                  <c:v>the_little_pink_fairy</c:v>
                </c:pt>
                <c:pt idx="2923">
                  <c:v>thelittlemermaid_ariel</c:v>
                </c:pt>
                <c:pt idx="2924">
                  <c:v>the_little_mermaid90</c:v>
                </c:pt>
                <c:pt idx="2925">
                  <c:v>thelittlemermaid200</c:v>
                </c:pt>
                <c:pt idx="2926">
                  <c:v>thelittlemarshmallow</c:v>
                </c:pt>
                <c:pt idx="2927">
                  <c:v>the_little_hero_thatcould</c:v>
                </c:pt>
                <c:pt idx="2928">
                  <c:v>thelittlehellfireclub</c:v>
                </c:pt>
                <c:pt idx="2929">
                  <c:v>thelittleenginethattried</c:v>
                </c:pt>
                <c:pt idx="2930">
                  <c:v>thelittledrummerboy7</c:v>
                </c:pt>
                <c:pt idx="2931">
                  <c:v>_the_little_drummer_boy_</c:v>
                </c:pt>
                <c:pt idx="2932">
                  <c:v>the_little_brown_boy</c:v>
                </c:pt>
                <c:pt idx="2933">
                  <c:v>thelittleblondebeauty</c:v>
                </c:pt>
                <c:pt idx="2934">
                  <c:v>thelittlearielmermaid</c:v>
                </c:pt>
                <c:pt idx="2935">
                  <c:v>thelinkinternational</c:v>
                </c:pt>
                <c:pt idx="2936">
                  <c:v>the_light_angel_alchemist</c:v>
                </c:pt>
                <c:pt idx="2937">
                  <c:v>thelifechurchstockton</c:v>
                </c:pt>
                <c:pt idx="2938">
                  <c:v>thelibrarycoffeehouse</c:v>
                </c:pt>
                <c:pt idx="2939">
                  <c:v>thelibertinesandmeatloaf</c:v>
                </c:pt>
                <c:pt idx="2940">
                  <c:v>thelewisfamilydaycare</c:v>
                </c:pt>
                <c:pt idx="2941">
                  <c:v>thelessonlearnedhardcore</c:v>
                </c:pt>
                <c:pt idx="2942">
                  <c:v>thelesserconjuration</c:v>
                </c:pt>
                <c:pt idx="2943">
                  <c:v>theleicestercharlotte</c:v>
                </c:pt>
                <c:pt idx="2944">
                  <c:v>thelegendronburgundy</c:v>
                </c:pt>
                <c:pt idx="2945">
                  <c:v>thelegendrobbiegreen</c:v>
                </c:pt>
                <c:pt idx="2946">
                  <c:v>thelegendkiller50420</c:v>
                </c:pt>
                <c:pt idx="2947">
                  <c:v>thelegend_degenerate</c:v>
                </c:pt>
                <c:pt idx="2948">
                  <c:v>the_legend_chris_dickens</c:v>
                </c:pt>
                <c:pt idx="2949">
                  <c:v>thelegendarytastytim</c:v>
                </c:pt>
                <c:pt idx="2950">
                  <c:v>thelegendaryswordsman</c:v>
                </c:pt>
                <c:pt idx="2951">
                  <c:v>thelegendarystardustcowboy</c:v>
                </c:pt>
                <c:pt idx="2952">
                  <c:v>the_legendary_outlaw</c:v>
                </c:pt>
                <c:pt idx="2953">
                  <c:v>thelegendaryhecatomb</c:v>
                </c:pt>
                <c:pt idx="2954">
                  <c:v>thelegendarygoofmister</c:v>
                </c:pt>
                <c:pt idx="2955">
                  <c:v>the_legendary_drummer</c:v>
                </c:pt>
                <c:pt idx="2956">
                  <c:v>thelegendarybelladonna</c:v>
                </c:pt>
                <c:pt idx="2957">
                  <c:v>thelegendaryawesome2</c:v>
                </c:pt>
                <c:pt idx="2958">
                  <c:v>theleftoversinbuffalo</c:v>
                </c:pt>
                <c:pt idx="2959">
                  <c:v>the_least_important_thing</c:v>
                </c:pt>
                <c:pt idx="2960">
                  <c:v>theleagueunstoppable</c:v>
                </c:pt>
                <c:pt idx="2961">
                  <c:v>thelatestinfectiousplague</c:v>
                </c:pt>
                <c:pt idx="2962">
                  <c:v>thelastwishfaundation</c:v>
                </c:pt>
                <c:pt idx="2963">
                  <c:v>thelasttruegentleman</c:v>
                </c:pt>
                <c:pt idx="2964">
                  <c:v>the_last_true_cowboy</c:v>
                </c:pt>
                <c:pt idx="2965">
                  <c:v>thelaststeppromotion</c:v>
                </c:pt>
                <c:pt idx="2966">
                  <c:v>thelaststandingknight</c:v>
                </c:pt>
                <c:pt idx="2967">
                  <c:v>thelastremainingbraincell</c:v>
                </c:pt>
                <c:pt idx="2968">
                  <c:v>thelastmonkeyproject</c:v>
                </c:pt>
                <c:pt idx="2969">
                  <c:v>the_last_letter_sent</c:v>
                </c:pt>
                <c:pt idx="2970">
                  <c:v>thelastheartlessromantic</c:v>
                </c:pt>
                <c:pt idx="2971">
                  <c:v>the_last_heartbreak3</c:v>
                </c:pt>
                <c:pt idx="2972">
                  <c:v>thelastgreatadventure</c:v>
                </c:pt>
                <c:pt idx="2973">
                  <c:v>thelastgentleman4now</c:v>
                </c:pt>
                <c:pt idx="2974">
                  <c:v>the_last_exile_aka_mark</c:v>
                </c:pt>
                <c:pt idx="2975">
                  <c:v>the_last_evil_weasel</c:v>
                </c:pt>
                <c:pt idx="2976">
                  <c:v>thelargedarknipplepeople</c:v>
                </c:pt>
                <c:pt idx="2977">
                  <c:v>thelapsangsouchongeffect</c:v>
                </c:pt>
                <c:pt idx="2978">
                  <c:v>thelancasterorchestra</c:v>
                </c:pt>
                <c:pt idx="2979">
                  <c:v>thelampshaderebellion</c:v>
                </c:pt>
                <c:pt idx="2980">
                  <c:v>thelakelandfightclub</c:v>
                </c:pt>
                <c:pt idx="2981">
                  <c:v>theladiesfavorite317</c:v>
                </c:pt>
                <c:pt idx="2982">
                  <c:v>thekyleevansexperience</c:v>
                </c:pt>
                <c:pt idx="2983">
                  <c:v>thekrystalexperience</c:v>
                </c:pt>
                <c:pt idx="2984">
                  <c:v>the_koolest_dude_ever</c:v>
                </c:pt>
                <c:pt idx="2985">
                  <c:v>thekoodudeandnobodyelse</c:v>
                </c:pt>
                <c:pt idx="2986">
                  <c:v>thekobayashiorchestra</c:v>
                </c:pt>
                <c:pt idx="2987">
                  <c:v>thekobayashimaruscenario</c:v>
                </c:pt>
                <c:pt idx="2988">
                  <c:v>theknapperexperience</c:v>
                </c:pt>
                <c:pt idx="2989">
                  <c:v>thekitchenerfashionova</c:v>
                </c:pt>
                <c:pt idx="2990">
                  <c:v>thekilleveryoneproject</c:v>
                </c:pt>
                <c:pt idx="2991">
                  <c:v>thekillerpunkpenguinedith</c:v>
                </c:pt>
                <c:pt idx="2992">
                  <c:v>thekickassgeneration</c:v>
                </c:pt>
                <c:pt idx="2993">
                  <c:v>thekewlestpersonever</c:v>
                </c:pt>
                <c:pt idx="2994">
                  <c:v>the_kentucky_cowgirl</c:v>
                </c:pt>
                <c:pt idx="2995">
                  <c:v>thekensingtonexperiment</c:v>
                </c:pt>
                <c:pt idx="2996">
                  <c:v>the_keg_stand_killer</c:v>
                </c:pt>
                <c:pt idx="2997">
                  <c:v>thekebabhouseincident</c:v>
                </c:pt>
                <c:pt idx="2998">
                  <c:v>thekatenortonexperience</c:v>
                </c:pt>
                <c:pt idx="2999">
                  <c:v>thekaraokerevolution</c:v>
                </c:pt>
                <c:pt idx="3000">
                  <c:v>thejunctionclearwater</c:v>
                </c:pt>
                <c:pt idx="3001">
                  <c:v>thejugglingguitarist</c:v>
                </c:pt>
                <c:pt idx="3002">
                  <c:v>the_juggernaut_bitch2</c:v>
                </c:pt>
                <c:pt idx="3003">
                  <c:v>thejoyfullittledeadgirl</c:v>
                </c:pt>
                <c:pt idx="3004">
                  <c:v>thejoshnesscomegetsome</c:v>
                </c:pt>
                <c:pt idx="3005">
                  <c:v>thejoshexperimentalband</c:v>
                </c:pt>
                <c:pt idx="3006">
                  <c:v>the_jolly_reed_giant</c:v>
                </c:pt>
                <c:pt idx="3007">
                  <c:v>thejoeturnerproject2</c:v>
                </c:pt>
                <c:pt idx="3008">
                  <c:v>thejellybeanrebellion</c:v>
                </c:pt>
                <c:pt idx="3009">
                  <c:v>thejeffwalshexperience</c:v>
                </c:pt>
                <c:pt idx="3010">
                  <c:v>thejefftuckerextravaganza</c:v>
                </c:pt>
                <c:pt idx="3011">
                  <c:v>thejeffchamberlainband</c:v>
                </c:pt>
                <c:pt idx="3012">
                  <c:v>thejeffbarbasproject1</c:v>
                </c:pt>
                <c:pt idx="3013">
                  <c:v>thejaragonexperience</c:v>
                </c:pt>
                <c:pt idx="3014">
                  <c:v>thejakemacsecretpage</c:v>
                </c:pt>
                <c:pt idx="3015">
                  <c:v>thejacksonfunkpolice</c:v>
                </c:pt>
                <c:pt idx="3016">
                  <c:v>thejackrabbitlifestyle</c:v>
                </c:pt>
                <c:pt idx="3017">
                  <c:v>theirgivingoutfreecoffee</c:v>
                </c:pt>
                <c:pt idx="3018">
                  <c:v>theinvisiblesubmarine</c:v>
                </c:pt>
                <c:pt idx="3019">
                  <c:v>the_invisible_majority</c:v>
                </c:pt>
                <c:pt idx="3020">
                  <c:v>theinvisiblegardner198</c:v>
                </c:pt>
                <c:pt idx="3021">
                  <c:v>the_inverted_penguin</c:v>
                </c:pt>
                <c:pt idx="3022">
                  <c:v>theintoxicationstation420</c:v>
                </c:pt>
                <c:pt idx="3023">
                  <c:v>theintimidationfactor</c:v>
                </c:pt>
                <c:pt idx="3024">
                  <c:v>theinternationalplayboy</c:v>
                </c:pt>
                <c:pt idx="3025">
                  <c:v>theinternationalmusicempire</c:v>
                </c:pt>
                <c:pt idx="3026">
                  <c:v>theinternationalhiphopunion</c:v>
                </c:pt>
                <c:pt idx="3027">
                  <c:v>the_intergalactic_pimpgod</c:v>
                </c:pt>
                <c:pt idx="3028">
                  <c:v>theinterfaceincident</c:v>
                </c:pt>
                <c:pt idx="3029">
                  <c:v>theinsomniacfilmcompany</c:v>
                </c:pt>
                <c:pt idx="3030">
                  <c:v>the_insignificant_guy</c:v>
                </c:pt>
                <c:pt idx="3031">
                  <c:v>theinsanegorillanumber1</c:v>
                </c:pt>
                <c:pt idx="3032">
                  <c:v>the_innocent_bad_girl</c:v>
                </c:pt>
                <c:pt idx="3033">
                  <c:v>theinnercityskeletoncoalition</c:v>
                </c:pt>
                <c:pt idx="3034">
                  <c:v>theinformationsource</c:v>
                </c:pt>
                <c:pt idx="3035">
                  <c:v>theinfernalbaggingmachine</c:v>
                </c:pt>
                <c:pt idx="3036">
                  <c:v>theinferioritycomplex</c:v>
                </c:pt>
                <c:pt idx="3037">
                  <c:v>theinfamouspennylane</c:v>
                </c:pt>
                <c:pt idx="3038">
                  <c:v>theinfamoushaleyovercast</c:v>
                </c:pt>
                <c:pt idx="3039">
                  <c:v>theinfamousfrankwhite</c:v>
                </c:pt>
                <c:pt idx="3040">
                  <c:v>theinfamouscrazymike</c:v>
                </c:pt>
                <c:pt idx="3041">
                  <c:v>theinfamouschunkymonkey</c:v>
                </c:pt>
                <c:pt idx="3042">
                  <c:v>theinevitableindividualistpart2</c:v>
                </c:pt>
                <c:pt idx="3043">
                  <c:v>theindustrycollective</c:v>
                </c:pt>
                <c:pt idx="3044">
                  <c:v>theindependentcircle</c:v>
                </c:pt>
                <c:pt idx="3045">
                  <c:v>the_incredible_plum_</c:v>
                </c:pt>
                <c:pt idx="3046">
                  <c:v>theincrediblemeltingman</c:v>
                </c:pt>
                <c:pt idx="3047">
                  <c:v>theincrediblemeltingdan</c:v>
                </c:pt>
                <c:pt idx="3048">
                  <c:v>theincrediblejazzman</c:v>
                </c:pt>
                <c:pt idx="3049">
                  <c:v>the_incredible_god_man</c:v>
                </c:pt>
                <c:pt idx="3050">
                  <c:v>the_incredible_edible_zak</c:v>
                </c:pt>
                <c:pt idx="3051">
                  <c:v>theincredibledoctorcrab</c:v>
                </c:pt>
                <c:pt idx="3052">
                  <c:v>theincorrigiblepollyanna</c:v>
                </c:pt>
                <c:pt idx="3053">
                  <c:v>theinconspicuousclaire</c:v>
                </c:pt>
                <c:pt idx="3054">
                  <c:v>theinbornlifeless518</c:v>
                </c:pt>
                <c:pt idx="3055">
                  <c:v>theimpossibleturnover</c:v>
                </c:pt>
                <c:pt idx="3056">
                  <c:v>theimpossibleprincess</c:v>
                </c:pt>
                <c:pt idx="3057">
                  <c:v>the_immortal_emperor</c:v>
                </c:pt>
                <c:pt idx="3058">
                  <c:v>theimmaculatedecline</c:v>
                </c:pt>
                <c:pt idx="3059">
                  <c:v>theimaginaryapocalypse</c:v>
                </c:pt>
                <c:pt idx="3060">
                  <c:v>theillfavorednountrio</c:v>
                </c:pt>
                <c:pt idx="3061">
                  <c:v>the_ice_cream_man3393</c:v>
                </c:pt>
                <c:pt idx="3062">
                  <c:v>the_husband_involved</c:v>
                </c:pt>
                <c:pt idx="3063">
                  <c:v>the_human_stink_bomb</c:v>
                </c:pt>
                <c:pt idx="3064">
                  <c:v>thehumanrevolutionband</c:v>
                </c:pt>
                <c:pt idx="3065">
                  <c:v>the_human_highlight_01</c:v>
                </c:pt>
                <c:pt idx="3066">
                  <c:v>thehottestthatyouknow</c:v>
                </c:pt>
                <c:pt idx="3067">
                  <c:v>thehottestsurferaround79</c:v>
                </c:pt>
                <c:pt idx="3068">
                  <c:v>the_hottest_person_ever</c:v>
                </c:pt>
                <c:pt idx="3069">
                  <c:v>thehottestgurlaround</c:v>
                </c:pt>
                <c:pt idx="3070">
                  <c:v>the_hottest_couple_alive</c:v>
                </c:pt>
                <c:pt idx="3071">
                  <c:v>thehotguythatsnotconceded</c:v>
                </c:pt>
                <c:pt idx="3072">
                  <c:v>thehotgingerbreadwoman</c:v>
                </c:pt>
                <c:pt idx="3073">
                  <c:v>thehotcoolgreatballer</c:v>
                </c:pt>
                <c:pt idx="3074">
                  <c:v>thehotchocolatesparrow</c:v>
                </c:pt>
                <c:pt idx="3075">
                  <c:v>thehotbutteredrumpshakers</c:v>
                </c:pt>
                <c:pt idx="3076">
                  <c:v>thehoplessromantic45</c:v>
                </c:pt>
                <c:pt idx="3077">
                  <c:v>thehopewellstreetwar</c:v>
                </c:pt>
                <c:pt idx="3078">
                  <c:v>thehopelessromantic708</c:v>
                </c:pt>
                <c:pt idx="3079">
                  <c:v>thehoneycreekassembly</c:v>
                </c:pt>
                <c:pt idx="3080">
                  <c:v>theholocaustdivision</c:v>
                </c:pt>
                <c:pt idx="3081">
                  <c:v>thehollyspringsdisaster</c:v>
                </c:pt>
                <c:pt idx="3082">
                  <c:v>the_hollow_deep_within</c:v>
                </c:pt>
                <c:pt idx="3083">
                  <c:v>thehollisterwelcomecrew</c:v>
                </c:pt>
                <c:pt idx="3084">
                  <c:v>thehiphopcornerstone</c:v>
                </c:pt>
                <c:pt idx="3085">
                  <c:v>thehillbillycashrevival</c:v>
                </c:pt>
                <c:pt idx="3086">
                  <c:v>thehighyoucantsustain</c:v>
                </c:pt>
                <c:pt idx="3087">
                  <c:v>thehighway59glamrockexperience</c:v>
                </c:pt>
                <c:pt idx="3088">
                  <c:v>thehighlightwasyoursmile</c:v>
                </c:pt>
                <c:pt idx="3089">
                  <c:v>thehighgradefoundation</c:v>
                </c:pt>
                <c:pt idx="3090">
                  <c:v>thehighflyingdoublejay</c:v>
                </c:pt>
                <c:pt idx="3091">
                  <c:v>thehideoutcoffeehouse</c:v>
                </c:pt>
                <c:pt idx="3092">
                  <c:v>the_hers_tester_profile</c:v>
                </c:pt>
                <c:pt idx="3093">
                  <c:v>the_hero_that_came_2late</c:v>
                </c:pt>
                <c:pt idx="3094">
                  <c:v>thehereticangel13</c:v>
                </c:pt>
                <c:pt idx="3095">
                  <c:v>thehereseycollective</c:v>
                </c:pt>
                <c:pt idx="3096">
                  <c:v>thehelpsampsonhearmusicfund</c:v>
                </c:pt>
                <c:pt idx="3097">
                  <c:v>thehelplessobsession</c:v>
                </c:pt>
                <c:pt idx="3098">
                  <c:v>thehellboundfather</c:v>
                </c:pt>
                <c:pt idx="3099">
                  <c:v>theheavenlyhomemaker</c:v>
                </c:pt>
                <c:pt idx="3100">
                  <c:v>theheartlessdaggerfall</c:v>
                </c:pt>
                <c:pt idx="3101">
                  <c:v>theheartlesscreature</c:v>
                </c:pt>
                <c:pt idx="3102">
                  <c:v>theheartgoeshere_jackie</c:v>
                </c:pt>
                <c:pt idx="3103">
                  <c:v>the_heartbroken_poet</c:v>
                </c:pt>
                <c:pt idx="3104">
                  <c:v>theheartbreakhotelparty</c:v>
                </c:pt>
                <c:pt idx="3105">
                  <c:v>theheartbreakexpress</c:v>
                </c:pt>
                <c:pt idx="3106">
                  <c:v>the_headless_penguin</c:v>
                </c:pt>
                <c:pt idx="3107">
                  <c:v>thehavenanimalrescue</c:v>
                </c:pt>
                <c:pt idx="3108">
                  <c:v>theharmonicgenerator</c:v>
                </c:pt>
                <c:pt idx="3109">
                  <c:v>the_hardcore_punisher</c:v>
                </c:pt>
                <c:pt idx="3110">
                  <c:v>thehardcashcontroversial</c:v>
                </c:pt>
                <c:pt idx="3111">
                  <c:v>thehardcandytheorist</c:v>
                </c:pt>
                <c:pt idx="3112">
                  <c:v>the_happy_soul_slayer</c:v>
                </c:pt>
                <c:pt idx="3113">
                  <c:v>the_hamburger_hustler</c:v>
                </c:pt>
                <c:pt idx="3114">
                  <c:v>thehallelujahdarling</c:v>
                </c:pt>
                <c:pt idx="3115">
                  <c:v>thehalifaxconnection</c:v>
                </c:pt>
                <c:pt idx="3116">
                  <c:v>thehairytrashkansclan</c:v>
                </c:pt>
                <c:pt idx="3117">
                  <c:v>thehairygreylovehound</c:v>
                </c:pt>
                <c:pt idx="3118">
                  <c:v>the_habitual_line_crosser</c:v>
                </c:pt>
                <c:pt idx="3119">
                  <c:v>theguyyouknowandlove</c:v>
                </c:pt>
                <c:pt idx="3120">
                  <c:v>theguywhodidthatthere</c:v>
                </c:pt>
                <c:pt idx="3121">
                  <c:v>theguywhobroughtsexyback2</c:v>
                </c:pt>
                <c:pt idx="3122">
                  <c:v>theguythatwillmakeyoumone</c:v>
                </c:pt>
                <c:pt idx="3123">
                  <c:v>theguruandhisapprentice</c:v>
                </c:pt>
                <c:pt idx="3124">
                  <c:v>thegurlucanneverhave</c:v>
                </c:pt>
                <c:pt idx="3125">
                  <c:v>the_gurl_next_door_1</c:v>
                </c:pt>
                <c:pt idx="3126">
                  <c:v>theguitaristfromhell90</c:v>
                </c:pt>
                <c:pt idx="3127">
                  <c:v>theguitaristformerlyknown</c:v>
                </c:pt>
                <c:pt idx="3128">
                  <c:v>the_guardian_goddess</c:v>
                </c:pt>
                <c:pt idx="3129">
                  <c:v>the_guardian_dark_angel</c:v>
                </c:pt>
                <c:pt idx="3130">
                  <c:v>theguardianconstruct</c:v>
                </c:pt>
                <c:pt idx="3131">
                  <c:v>the_guardian_angel9</c:v>
                </c:pt>
                <c:pt idx="3132">
                  <c:v>thegrubbyweaselexperience</c:v>
                </c:pt>
                <c:pt idx="3133">
                  <c:v>the_grim_reaper_from_hell</c:v>
                </c:pt>
                <c:pt idx="3134">
                  <c:v>the_grim_corporation</c:v>
                </c:pt>
                <c:pt idx="3135">
                  <c:v>the.greydawnbreaking</c:v>
                </c:pt>
                <c:pt idx="3136">
                  <c:v>thegreenroommusicclub</c:v>
                </c:pt>
                <c:pt idx="3137">
                  <c:v>thegreenroom_chesterfield</c:v>
                </c:pt>
                <c:pt idx="3138">
                  <c:v>the_green_power_ranger</c:v>
                </c:pt>
                <c:pt idx="3139">
                  <c:v>thegreenloveexperiment</c:v>
                </c:pt>
                <c:pt idx="3140">
                  <c:v>the_green_eyed_blonde</c:v>
                </c:pt>
                <c:pt idx="3141">
                  <c:v>the_green_eyed_bandit</c:v>
                </c:pt>
                <c:pt idx="3142">
                  <c:v>the_green_eared_cat_alien</c:v>
                </c:pt>
                <c:pt idx="3143">
                  <c:v>thegreenchunkyhunkymonkey</c:v>
                </c:pt>
                <c:pt idx="3144">
                  <c:v>thegreenbutterproject</c:v>
                </c:pt>
                <c:pt idx="3145">
                  <c:v>thegreenbeanprophecy</c:v>
                </c:pt>
                <c:pt idx="3146">
                  <c:v>thegreedlessbandsite</c:v>
                </c:pt>
                <c:pt idx="3147">
                  <c:v>thegreatwhitehiphope</c:v>
                </c:pt>
                <c:pt idx="3148">
                  <c:v>thegreatwhiteflamingo</c:v>
                </c:pt>
                <c:pt idx="3149">
                  <c:v>the_great_white_2000</c:v>
                </c:pt>
                <c:pt idx="3150">
                  <c:v>thegreatunconformity</c:v>
                </c:pt>
                <c:pt idx="3151">
                  <c:v>the_great_ring_master</c:v>
                </c:pt>
                <c:pt idx="3152">
                  <c:v>the_great_purple_finch</c:v>
                </c:pt>
                <c:pt idx="3153">
                  <c:v>the_great_philosopher</c:v>
                </c:pt>
                <c:pt idx="3154">
                  <c:v>the_great_one_ladies</c:v>
                </c:pt>
                <c:pt idx="3155">
                  <c:v>thegreatnewjerseybearhunt</c:v>
                </c:pt>
                <c:pt idx="3156">
                  <c:v>the_great_necromancer</c:v>
                </c:pt>
                <c:pt idx="3157">
                  <c:v>thegreatmightymouselover</c:v>
                </c:pt>
                <c:pt idx="3158">
                  <c:v>thegreatmatthewwhite</c:v>
                </c:pt>
                <c:pt idx="3159">
                  <c:v>thegreatlifefoundation</c:v>
                </c:pt>
                <c:pt idx="3160">
                  <c:v>thegreatlakemusicband</c:v>
                </c:pt>
                <c:pt idx="3161">
                  <c:v>the_great_insane_one</c:v>
                </c:pt>
                <c:pt idx="3162">
                  <c:v>thegreatgoldenbaby123</c:v>
                </c:pt>
                <c:pt idx="3163">
                  <c:v>thegreatforgettingband</c:v>
                </c:pt>
                <c:pt idx="3164">
                  <c:v>thegreatfootballplaya</c:v>
                </c:pt>
                <c:pt idx="3165">
                  <c:v>thegreaterconnection</c:v>
                </c:pt>
                <c:pt idx="3166">
                  <c:v>thegreatdonjuliobluescat</c:v>
                </c:pt>
                <c:pt idx="3167">
                  <c:v>the_great_communicator</c:v>
                </c:pt>
                <c:pt idx="3168">
                  <c:v>the_great_beyond_200</c:v>
                </c:pt>
                <c:pt idx="3169">
                  <c:v>thegreatawakeningmusic</c:v>
                </c:pt>
                <c:pt idx="3170">
                  <c:v>thegreatandpowerfulfuzz</c:v>
                </c:pt>
                <c:pt idx="3171">
                  <c:v>thegreatandonlyunknown</c:v>
                </c:pt>
                <c:pt idx="3172">
                  <c:v>thegreasedupdeafguy_</c:v>
                </c:pt>
                <c:pt idx="3173">
                  <c:v>thegratefuldead4ever</c:v>
                </c:pt>
                <c:pt idx="3174">
                  <c:v>thegratedisappointment</c:v>
                </c:pt>
                <c:pt idx="3175">
                  <c:v>thegrapevineprincess</c:v>
                </c:pt>
                <c:pt idx="3176">
                  <c:v>thegrandduchessanastasia</c:v>
                </c:pt>
                <c:pt idx="3177">
                  <c:v>thegrammarianwillgetyou</c:v>
                </c:pt>
                <c:pt idx="3178">
                  <c:v>the_graham_cracker08</c:v>
                </c:pt>
                <c:pt idx="3179">
                  <c:v>thegothickillerclown</c:v>
                </c:pt>
                <c:pt idx="3180">
                  <c:v>the_gothic_architect</c:v>
                </c:pt>
                <c:pt idx="3181">
                  <c:v>thegorgeousmonstrosity</c:v>
                </c:pt>
                <c:pt idx="3182">
                  <c:v>thegoodideafoundation</c:v>
                </c:pt>
                <c:pt idx="3183">
                  <c:v>the_good_girl_next_door</c:v>
                </c:pt>
                <c:pt idx="3184">
                  <c:v>theglassonionmagazine</c:v>
                </c:pt>
                <c:pt idx="3185">
                  <c:v>thegirlwithropeforhair</c:v>
                </c:pt>
                <c:pt idx="3186">
                  <c:v>thegirlwhodoescocaine</c:v>
                </c:pt>
                <c:pt idx="3187">
                  <c:v>_thegirlthatlostyou_</c:v>
                </c:pt>
                <c:pt idx="3188">
                  <c:v>thegirlnextdoormusic</c:v>
                </c:pt>
                <c:pt idx="3189">
                  <c:v>the_girl_next_door_83</c:v>
                </c:pt>
                <c:pt idx="3190">
                  <c:v>the_girl_next_door_5</c:v>
                </c:pt>
                <c:pt idx="3191">
                  <c:v>the_girl_next_door_4</c:v>
                </c:pt>
                <c:pt idx="3192">
                  <c:v>the_girl_next_door173</c:v>
                </c:pt>
                <c:pt idx="3193">
                  <c:v>the_girl_next_door11</c:v>
                </c:pt>
                <c:pt idx="3194">
                  <c:v>the__girl__next__door</c:v>
                </c:pt>
                <c:pt idx="3195">
                  <c:v>the_girl_from_shannon</c:v>
                </c:pt>
                <c:pt idx="3196">
                  <c:v>thegirlfromouterspace</c:v>
                </c:pt>
                <c:pt idx="3197">
                  <c:v>thegirlevery1wantstob_93</c:v>
                </c:pt>
                <c:pt idx="3198">
                  <c:v>the.ginger.bread.man</c:v>
                </c:pt>
                <c:pt idx="3199">
                  <c:v>the_ginger_bread_man</c:v>
                </c:pt>
                <c:pt idx="3200">
                  <c:v>thegiantmidgetleprechaun</c:v>
                </c:pt>
                <c:pt idx="3201">
                  <c:v>thegiantfuckingspider</c:v>
                </c:pt>
                <c:pt idx="3202">
                  <c:v>theghosttowncollective</c:v>
                </c:pt>
                <c:pt idx="3203">
                  <c:v>thegetawaywasntfastenough</c:v>
                </c:pt>
                <c:pt idx="3204">
                  <c:v>thegeorgiagrahamshow</c:v>
                </c:pt>
                <c:pt idx="3205">
                  <c:v>thegentlemenssocialclub</c:v>
                </c:pt>
                <c:pt idx="3206">
                  <c:v>thegentlemensagreement</c:v>
                </c:pt>
                <c:pt idx="3207">
                  <c:v>thegentlemanhomicide</c:v>
                </c:pt>
                <c:pt idx="3208">
                  <c:v>thegenerouslatinagirl</c:v>
                </c:pt>
                <c:pt idx="3209">
                  <c:v>thegeneralsweetpants</c:v>
                </c:pt>
                <c:pt idx="3210">
                  <c:v>thegenerallyspeaking</c:v>
                </c:pt>
                <c:pt idx="3211">
                  <c:v>thegenderlessdarling</c:v>
                </c:pt>
                <c:pt idx="3212">
                  <c:v>thegazastripmovement</c:v>
                </c:pt>
                <c:pt idx="3213">
                  <c:v>thegaystraightjacket</c:v>
                </c:pt>
                <c:pt idx="3214">
                  <c:v>thegatheringlimerick</c:v>
                </c:pt>
                <c:pt idx="3215">
                  <c:v>thegatheringcommunity</c:v>
                </c:pt>
                <c:pt idx="3216">
                  <c:v>thegarybackstromband</c:v>
                </c:pt>
                <c:pt idx="3217">
                  <c:v>thegarrisonyearstreetteam</c:v>
                </c:pt>
                <c:pt idx="3218">
                  <c:v>thegabbyjayexperience</c:v>
                </c:pt>
                <c:pt idx="3219">
                  <c:v>the_future_wasnt_wrote</c:v>
                </c:pt>
                <c:pt idx="3220">
                  <c:v>the_future_was_alarming</c:v>
                </c:pt>
                <c:pt idx="3221">
                  <c:v>thefuturesportscaster</c:v>
                </c:pt>
                <c:pt idx="3222">
                  <c:v>thefurrybroadcastingcorp</c:v>
                </c:pt>
                <c:pt idx="3223">
                  <c:v>the_funny_looking_one</c:v>
                </c:pt>
                <c:pt idx="3224">
                  <c:v>the_funky_cold_medina</c:v>
                </c:pt>
                <c:pt idx="3225">
                  <c:v>thefunkrockorchestra</c:v>
                </c:pt>
                <c:pt idx="3226">
                  <c:v>thefullsizefantastic</c:v>
                </c:pt>
                <c:pt idx="3227">
                  <c:v>thefullnelsonexperience</c:v>
                </c:pt>
                <c:pt idx="3228">
                  <c:v>thefullmedicinecabinet</c:v>
                </c:pt>
                <c:pt idx="3229">
                  <c:v>the_fucking_hottest_bitch</c:v>
                </c:pt>
                <c:pt idx="3230">
                  <c:v>thefuckingcoollunchtable</c:v>
                </c:pt>
                <c:pt idx="3231">
                  <c:v>thefuckingclandestinemusicclub</c:v>
                </c:pt>
                <c:pt idx="3232">
                  <c:v>the_frontroom_profession</c:v>
                </c:pt>
                <c:pt idx="3233">
                  <c:v>thefrontroomprofession</c:v>
                </c:pt>
                <c:pt idx="3234">
                  <c:v>thefrontporchsociety</c:v>
                </c:pt>
                <c:pt idx="3235">
                  <c:v>thefrontporchmusicsociety</c:v>
                </c:pt>
                <c:pt idx="3236">
                  <c:v>thefrontporchfolkensemble</c:v>
                </c:pt>
                <c:pt idx="3237">
                  <c:v>thefromtropicswithlove</c:v>
                </c:pt>
                <c:pt idx="3238">
                  <c:v>thefriendshipfactory</c:v>
                </c:pt>
                <c:pt idx="3239">
                  <c:v>the_friendship_corner</c:v>
                </c:pt>
                <c:pt idx="3240">
                  <c:v>the_friendly_chicken</c:v>
                </c:pt>
                <c:pt idx="3241">
                  <c:v>thefriendlesssociety</c:v>
                </c:pt>
                <c:pt idx="3242">
                  <c:v>thefriendlessmonstor</c:v>
                </c:pt>
                <c:pt idx="3243">
                  <c:v>thefriedmanfamilyfortune</c:v>
                </c:pt>
                <c:pt idx="3244">
                  <c:v>thefreepicktoncampaign</c:v>
                </c:pt>
                <c:pt idx="3245">
                  <c:v>thefreakingpizzagang</c:v>
                </c:pt>
                <c:pt idx="3246">
                  <c:v>thefoundationofficial</c:v>
                </c:pt>
                <c:pt idx="3247">
                  <c:v>thefoundationcolumbus</c:v>
                </c:pt>
                <c:pt idx="3248">
                  <c:v>thefoundationatlanta</c:v>
                </c:pt>
                <c:pt idx="3249">
                  <c:v>the_former_hippieboy</c:v>
                </c:pt>
                <c:pt idx="3250">
                  <c:v>the_forgotten_writer</c:v>
                </c:pt>
                <c:pt idx="3251">
                  <c:v>theforgotteninfluence1</c:v>
                </c:pt>
                <c:pt idx="3252">
                  <c:v>theforgottenbrainchild</c:v>
                </c:pt>
                <c:pt idx="3253">
                  <c:v>the_forgotten_angel4</c:v>
                </c:pt>
                <c:pt idx="3254">
                  <c:v>theforbiddenpunkology</c:v>
                </c:pt>
                <c:pt idx="3255">
                  <c:v>TheFollowingBrightShadow</c:v>
                </c:pt>
                <c:pt idx="3256">
                  <c:v>thefollowingannouncement</c:v>
                </c:pt>
                <c:pt idx="3257">
                  <c:v>theflyingsquirrelmaster</c:v>
                </c:pt>
                <c:pt idx="3258">
                  <c:v>TheFlyingPurpleMonkey</c:v>
                </c:pt>
                <c:pt idx="3259">
                  <c:v>theflyingpenguinsown</c:v>
                </c:pt>
                <c:pt idx="3260">
                  <c:v>the_flying_dutchman_too</c:v>
                </c:pt>
                <c:pt idx="3261">
                  <c:v>the_flying_dutch_man</c:v>
                </c:pt>
                <c:pt idx="3262">
                  <c:v>the_fly___________guy</c:v>
                </c:pt>
                <c:pt idx="3263">
                  <c:v>THEFLYBOYSKEEPITPOPPIN</c:v>
                </c:pt>
                <c:pt idx="3264">
                  <c:v>thefluorescentvagina</c:v>
                </c:pt>
                <c:pt idx="3265">
                  <c:v>theflowerpowerpenguin</c:v>
                </c:pt>
                <c:pt idx="3266">
                  <c:v>the_flirtatious_princess</c:v>
                </c:pt>
                <c:pt idx="3267">
                  <c:v>theflatlinerspunkrock</c:v>
                </c:pt>
                <c:pt idx="3268">
                  <c:v>theflamingsoothsayer</c:v>
                </c:pt>
                <c:pt idx="3269">
                  <c:v>thefiveoclocksession</c:v>
                </c:pt>
                <c:pt idx="3270">
                  <c:v>the_first_sorceress_lady</c:v>
                </c:pt>
                <c:pt idx="3271">
                  <c:v>the_first_snake_charmer</c:v>
                </c:pt>
                <c:pt idx="3272">
                  <c:v>thefirecrotchexperience</c:v>
                </c:pt>
                <c:pt idx="3273">
                  <c:v>the_final_strike_band</c:v>
                </c:pt>
                <c:pt idx="3274">
                  <c:v>thefinalcloudwarrior</c:v>
                </c:pt>
                <c:pt idx="3275">
                  <c:v>thefezfeaturingwoodyallcock</c:v>
                </c:pt>
                <c:pt idx="3276">
                  <c:v>the_female_that_got_him20</c:v>
                </c:pt>
                <c:pt idx="3277">
                  <c:v>the_feathered_serpent</c:v>
                </c:pt>
                <c:pt idx="3278">
                  <c:v>thefatcontrollermustdie</c:v>
                </c:pt>
                <c:pt idx="3279">
                  <c:v>thefatbastardhimself</c:v>
                </c:pt>
                <c:pt idx="3280">
                  <c:v>thefantasticinevitable</c:v>
                </c:pt>
                <c:pt idx="3281">
                  <c:v>thefantasticcurtaincall</c:v>
                </c:pt>
                <c:pt idx="3282">
                  <c:v>thefamousundiscovered</c:v>
                </c:pt>
                <c:pt idx="3283">
                  <c:v>thefamousrachelmiller</c:v>
                </c:pt>
                <c:pt idx="3284">
                  <c:v>thefallingdarkangel</c:v>
                </c:pt>
                <c:pt idx="3285">
                  <c:v>the_fallen_crack_baby</c:v>
                </c:pt>
                <c:pt idx="3286">
                  <c:v>the_fallen_angel2232323</c:v>
                </c:pt>
                <c:pt idx="3287">
                  <c:v>thefairweatherexperience</c:v>
                </c:pt>
                <c:pt idx="3288">
                  <c:v>thefabuloustinamarie</c:v>
                </c:pt>
                <c:pt idx="3289">
                  <c:v>the_fabulous_phil_bell</c:v>
                </c:pt>
                <c:pt idx="3290">
                  <c:v>thefabulousmisschristina</c:v>
                </c:pt>
                <c:pt idx="3291">
                  <c:v>the_fabulous_jessica</c:v>
                </c:pt>
                <c:pt idx="3292">
                  <c:v>thefabulousfeedbackband</c:v>
                </c:pt>
                <c:pt idx="3293">
                  <c:v>thefabulousentourage</c:v>
                </c:pt>
                <c:pt idx="3294">
                  <c:v>theextremelygoodlookingpeople</c:v>
                </c:pt>
                <c:pt idx="3295">
                  <c:v>theextremebandgeek11</c:v>
                </c:pt>
                <c:pt idx="3296">
                  <c:v>theexplodingwhaledream</c:v>
                </c:pt>
                <c:pt idx="3297">
                  <c:v>theexplodinghearts12</c:v>
                </c:pt>
                <c:pt idx="3298">
                  <c:v>theexperimentwentwrong</c:v>
                </c:pt>
                <c:pt idx="3299">
                  <c:v>theexperimentalexperience</c:v>
                </c:pt>
                <c:pt idx="3300">
                  <c:v>theexistentialistmorning</c:v>
                </c:pt>
                <c:pt idx="3301">
                  <c:v>TheExhaustedContender</c:v>
                </c:pt>
                <c:pt idx="3302">
                  <c:v>theevolutionarynightmare</c:v>
                </c:pt>
                <c:pt idx="3303">
                  <c:v>the_evil_trio_leader</c:v>
                </c:pt>
                <c:pt idx="3304">
                  <c:v>theevilpopcornseller</c:v>
                </c:pt>
                <c:pt idx="3305">
                  <c:v>the_evil_monkey_king</c:v>
                </c:pt>
                <c:pt idx="3306">
                  <c:v>theeverilluminousone</c:v>
                </c:pt>
                <c:pt idx="3307">
                  <c:v>theeverchangingdream</c:v>
                </c:pt>
                <c:pt idx="3308">
                  <c:v>theeveninghabitstreetteam</c:v>
                </c:pt>
                <c:pt idx="3309">
                  <c:v>theeunsuspectingvictim</c:v>
                </c:pt>
                <c:pt idx="3310">
                  <c:v>theeoneandonlysarahstella</c:v>
                </c:pt>
                <c:pt idx="3311">
                  <c:v>theenlightenedbuddha</c:v>
                </c:pt>
                <c:pt idx="3312">
                  <c:v>the_enigma_incarnate</c:v>
                </c:pt>
                <c:pt idx="3313">
                  <c:v>theenergizerbunnybaby</c:v>
                </c:pt>
                <c:pt idx="3314">
                  <c:v>the_end_that_never_came</c:v>
                </c:pt>
                <c:pt idx="3315">
                  <c:v>theendlessdestruction</c:v>
                </c:pt>
                <c:pt idx="3316">
                  <c:v>the_emotional_killer</c:v>
                </c:pt>
                <c:pt idx="3317">
                  <c:v>theemeraldcityboston</c:v>
                </c:pt>
                <c:pt idx="3318">
                  <c:v>theembersarestillglowing</c:v>
                </c:pt>
                <c:pt idx="3319">
                  <c:v>theelitepartyprogram</c:v>
                </c:pt>
                <c:pt idx="3320">
                  <c:v>theelectricstarlightshowtess</c:v>
                </c:pt>
                <c:pt idx="3321">
                  <c:v>theelectricpressmusic</c:v>
                </c:pt>
                <c:pt idx="3322">
                  <c:v>theelectricexperiment</c:v>
                </c:pt>
                <c:pt idx="3323">
                  <c:v>theelectricchurchclub</c:v>
                </c:pt>
                <c:pt idx="3324">
                  <c:v>theelectricarmadillo</c:v>
                </c:pt>
                <c:pt idx="3325">
                  <c:v>thee_gorgeous_people</c:v>
                </c:pt>
                <c:pt idx="3326">
                  <c:v>the_effing_real_kristin</c:v>
                </c:pt>
                <c:pt idx="3327">
                  <c:v>theedgemorningmadhouse</c:v>
                </c:pt>
                <c:pt idx="3328">
                  <c:v>theeclecticadventure</c:v>
                </c:pt>
                <c:pt idx="3329">
                  <c:v>theeccentricphotography</c:v>
                </c:pt>
                <c:pt idx="3330">
                  <c:v>theeblackhannahmontana</c:v>
                </c:pt>
                <c:pt idx="3331">
                  <c:v>theeambervisionholocaust</c:v>
                </c:pt>
                <c:pt idx="3332">
                  <c:v>thee_adoption_agency</c:v>
                </c:pt>
                <c:pt idx="3333">
                  <c:v>thedutchessanastasia</c:v>
                </c:pt>
                <c:pt idx="3334">
                  <c:v>theduncanfamilywebsite</c:v>
                </c:pt>
                <c:pt idx="3335">
                  <c:v>thedumbestgeniusever</c:v>
                </c:pt>
                <c:pt idx="3336">
                  <c:v>theducktalesingerman</c:v>
                </c:pt>
                <c:pt idx="3337">
                  <c:v>The_drunken_master_4_life</c:v>
                </c:pt>
                <c:pt idx="3338">
                  <c:v>the_drummer_you_never_saw</c:v>
                </c:pt>
                <c:pt idx="3339">
                  <c:v>thedropshipsarecoming</c:v>
                </c:pt>
                <c:pt idx="3340">
                  <c:v>thedropkickstevenband</c:v>
                </c:pt>
                <c:pt idx="3341">
                  <c:v>thedramaqueenallgrownup</c:v>
                </c:pt>
                <c:pt idx="3342">
                  <c:v>thedotbandcollaborative</c:v>
                </c:pt>
                <c:pt idx="3343">
                  <c:v>thedonkeyheadedadversary</c:v>
                </c:pt>
                <c:pt idx="3344">
                  <c:v>the_don_entertainment</c:v>
                </c:pt>
                <c:pt idx="3345">
                  <c:v>thedollarbillproject</c:v>
                </c:pt>
                <c:pt idx="3346">
                  <c:v>thedoghouserileyband</c:v>
                </c:pt>
                <c:pt idx="3347">
                  <c:v>thedizzyroosteraustin</c:v>
                </c:pt>
                <c:pt idx="3348">
                  <c:v>thedivinityprojectband</c:v>
                </c:pt>
                <c:pt idx="3349">
                  <c:v>thedistributioncompany</c:v>
                </c:pt>
                <c:pt idx="3350">
                  <c:v>thedisenchantmentproject</c:v>
                </c:pt>
                <c:pt idx="3351">
                  <c:v>thedisconnectedspatula</c:v>
                </c:pt>
                <c:pt idx="3352">
                  <c:v>the_disastrous_beginning</c:v>
                </c:pt>
                <c:pt idx="3353">
                  <c:v>the_disappearing_boy</c:v>
                </c:pt>
                <c:pt idx="3354">
                  <c:v>thedirtylittlerockband</c:v>
                </c:pt>
                <c:pt idx="3355">
                  <c:v>thedirtyclothingcompany</c:v>
                </c:pt>
                <c:pt idx="3356">
                  <c:v>the_dirt_brown_cowboy</c:v>
                </c:pt>
                <c:pt idx="3357">
                  <c:v>thedinosaurscreamteam</c:v>
                </c:pt>
                <c:pt idx="3358">
                  <c:v>thedinnerpartyambience</c:v>
                </c:pt>
                <c:pt idx="3359">
                  <c:v>thedingdongshowmovie</c:v>
                </c:pt>
                <c:pt idx="3360">
                  <c:v>thedifferenceenginemusic</c:v>
                </c:pt>
                <c:pt idx="3361">
                  <c:v>the_diamond_princess_04</c:v>
                </c:pt>
                <c:pt idx="3362">
                  <c:v>the_diamond_princess</c:v>
                </c:pt>
                <c:pt idx="3363">
                  <c:v>the_diamond_mistress</c:v>
                </c:pt>
                <c:pt idx="3364">
                  <c:v>thedharmainitiativeband</c:v>
                </c:pt>
                <c:pt idx="3365">
                  <c:v>thedevilthinksimpretty</c:v>
                </c:pt>
                <c:pt idx="3366">
                  <c:v>thedevastatingfranco</c:v>
                </c:pt>
                <c:pt idx="3367">
                  <c:v>thedesperationproject</c:v>
                </c:pt>
                <c:pt idx="3368">
                  <c:v>thedesperatemeasurestour</c:v>
                </c:pt>
                <c:pt idx="3369">
                  <c:v>thedescriptionengine</c:v>
                </c:pt>
                <c:pt idx="3370">
                  <c:v>thedepressedfireplace</c:v>
                </c:pt>
                <c:pt idx="3371">
                  <c:v>the_demolition_lover</c:v>
                </c:pt>
                <c:pt idx="3372">
                  <c:v>thedelectablemisssarah</c:v>
                </c:pt>
                <c:pt idx="3373">
                  <c:v>the_deformed_pretty_boy</c:v>
                </c:pt>
                <c:pt idx="3374">
                  <c:v>thedaybreakexperiment</c:v>
                </c:pt>
                <c:pt idx="3375">
                  <c:v>thedarlingdepartment</c:v>
                </c:pt>
                <c:pt idx="3376">
                  <c:v>the_dark_princess_13</c:v>
                </c:pt>
                <c:pt idx="3377">
                  <c:v>the_dark_prince__kai</c:v>
                </c:pt>
                <c:pt idx="3378">
                  <c:v>thedarknesswithdeath</c:v>
                </c:pt>
                <c:pt idx="3379">
                  <c:v>the_dark_heretic_princess</c:v>
                </c:pt>
                <c:pt idx="3380">
                  <c:v>the_dark_fallen_angel</c:v>
                </c:pt>
                <c:pt idx="3381">
                  <c:v>the_dark_demon_dramaqueen</c:v>
                </c:pt>
                <c:pt idx="3382">
                  <c:v>the_dark_cully_secret</c:v>
                </c:pt>
                <c:pt idx="3383">
                  <c:v>thedannyquadmassacre</c:v>
                </c:pt>
                <c:pt idx="3384">
                  <c:v>thedangerousquietone</c:v>
                </c:pt>
                <c:pt idx="3385">
                  <c:v>thedandelionseedcompany</c:v>
                </c:pt>
                <c:pt idx="3386">
                  <c:v>the_dancing_princess</c:v>
                </c:pt>
                <c:pt idx="3387">
                  <c:v>thedamagelimitationproject</c:v>
                </c:pt>
                <c:pt idx="3388">
                  <c:v>the_dairy_queen17585</c:v>
                </c:pt>
                <c:pt idx="3389">
                  <c:v>thedailyplanetmetropolis</c:v>
                </c:pt>
                <c:pt idx="3390">
                  <c:v>the_cutting_edge_001</c:v>
                </c:pt>
                <c:pt idx="3391">
                  <c:v>thecutlassheadcharity</c:v>
                </c:pt>
                <c:pt idx="3392">
                  <c:v>thecutelittledeadgirl</c:v>
                </c:pt>
                <c:pt idx="3393">
                  <c:v>thecuriouslittledolphin</c:v>
                </c:pt>
                <c:pt idx="3394">
                  <c:v>the_cumberland_house</c:v>
                </c:pt>
                <c:pt idx="3395">
                  <c:v>thecrutchleyexperience</c:v>
                </c:pt>
                <c:pt idx="3396">
                  <c:v>thecrucialconspiracy</c:v>
                </c:pt>
                <c:pt idx="3397">
                  <c:v>the-crown-jewel-brent</c:v>
                </c:pt>
                <c:pt idx="3398">
                  <c:v>the_crippler_crawford</c:v>
                </c:pt>
                <c:pt idx="3399">
                  <c:v>the_crimson_squirrel</c:v>
                </c:pt>
                <c:pt idx="3400">
                  <c:v>thecrimsonsprocketband</c:v>
                </c:pt>
                <c:pt idx="3401">
                  <c:v>thecreativejaymarvelous</c:v>
                </c:pt>
                <c:pt idx="3402">
                  <c:v>thecreationgestationlab</c:v>
                </c:pt>
                <c:pt idx="3403">
                  <c:v>thecrazylittleperson</c:v>
                </c:pt>
                <c:pt idx="3404">
                  <c:v>the_crazy_girl_next_door</c:v>
                </c:pt>
                <c:pt idx="3405">
                  <c:v>thecrackinsideyourheart</c:v>
                </c:pt>
                <c:pt idx="3406">
                  <c:v>thecountryconnectionband</c:v>
                </c:pt>
                <c:pt idx="3407">
                  <c:v>thecounterfeitreality</c:v>
                </c:pt>
                <c:pt idx="3408">
                  <c:v>thecorporatedeathsuit</c:v>
                </c:pt>
                <c:pt idx="3409">
                  <c:v>the_corey_short_incident</c:v>
                </c:pt>
                <c:pt idx="3410">
                  <c:v>thecore_bodypiercing</c:v>
                </c:pt>
                <c:pt idx="3411">
                  <c:v>thecoolcalmcollective</c:v>
                </c:pt>
                <c:pt idx="3412">
                  <c:v>thecoolbillygoatband</c:v>
                </c:pt>
                <c:pt idx="3413">
                  <c:v>thecoolbandthatrockshard</c:v>
                </c:pt>
                <c:pt idx="3414">
                  <c:v>thecookiemonster7178</c:v>
                </c:pt>
                <c:pt idx="3415">
                  <c:v>the_cookie_monster55</c:v>
                </c:pt>
                <c:pt idx="3416">
                  <c:v>thecookiemonster1992</c:v>
                </c:pt>
                <c:pt idx="3417">
                  <c:v>thecontrast_melbourne</c:v>
                </c:pt>
                <c:pt idx="3418">
                  <c:v>thecontinentallounge</c:v>
                </c:pt>
                <c:pt idx="3419">
                  <c:v>theconsumingdarkness</c:v>
                </c:pt>
                <c:pt idx="3420">
                  <c:v>theconspiracytheorist</c:v>
                </c:pt>
                <c:pt idx="3421">
                  <c:v>theconservativebreed</c:v>
                </c:pt>
                <c:pt idx="3422">
                  <c:v>the_compulsive_mac_daddy</c:v>
                </c:pt>
                <c:pt idx="3423">
                  <c:v>thecommanderandchief</c:v>
                </c:pt>
                <c:pt idx="3424">
                  <c:v>thecolorsmusicalgroup</c:v>
                </c:pt>
                <c:pt idx="3425">
                  <c:v>thecollinsexperiment</c:v>
                </c:pt>
                <c:pt idx="3426">
                  <c:v>thecollectivemusicgroup</c:v>
                </c:pt>
                <c:pt idx="3427">
                  <c:v>thecolinharrisonproject</c:v>
                </c:pt>
                <c:pt idx="3428">
                  <c:v>thecolinandduncanshow</c:v>
                </c:pt>
                <c:pt idx="3429">
                  <c:v>thecodyblakeleyproject13</c:v>
                </c:pt>
                <c:pt idx="3430">
                  <c:v>thecobaltdeathproject</c:v>
                </c:pt>
                <c:pt idx="3431">
                  <c:v>theclockworkcrewband</c:v>
                </c:pt>
                <c:pt idx="3432">
                  <c:v>thecliffkinseyreport</c:v>
                </c:pt>
                <c:pt idx="3433">
                  <c:v>theclientsandtheirarchitect</c:v>
                </c:pt>
                <c:pt idx="3434">
                  <c:v>the_classic_heartbreaker</c:v>
                </c:pt>
                <c:pt idx="3435">
                  <c:v>theclarinetexperiment</c:v>
                </c:pt>
                <c:pt idx="3436">
                  <c:v>theclandestinefaction</c:v>
                </c:pt>
                <c:pt idx="3437">
                  <c:v>thecinnamontoastcrunchers</c:v>
                </c:pt>
                <c:pt idx="3438">
                  <c:v>thecingularjuggernaut</c:v>
                </c:pt>
                <c:pt idx="3439">
                  <c:v>thecinderellaliberty</c:v>
                </c:pt>
                <c:pt idx="3440">
                  <c:v>thechurchbandofficial</c:v>
                </c:pt>
                <c:pt idx="3441">
                  <c:v>thechurchandholyhiphop</c:v>
                </c:pt>
                <c:pt idx="3442">
                  <c:v>thechristraciproject</c:v>
                </c:pt>
                <c:pt idx="3443">
                  <c:v>thechristinaannetteproject</c:v>
                </c:pt>
                <c:pt idx="3444">
                  <c:v>thechristiancurlingcrew</c:v>
                </c:pt>
                <c:pt idx="3445">
                  <c:v>thechristiancoalition</c:v>
                </c:pt>
                <c:pt idx="3446">
                  <c:v>thechrischaosmontage</c:v>
                </c:pt>
                <c:pt idx="3447">
                  <c:v>thechrisashtonproject</c:v>
                </c:pt>
                <c:pt idx="3448">
                  <c:v>thechosen1denzelcarter</c:v>
                </c:pt>
                <c:pt idx="3449">
                  <c:v>thechocolatefireguard</c:v>
                </c:pt>
                <c:pt idx="3450">
                  <c:v>thechicagodrinkingteam</c:v>
                </c:pt>
                <c:pt idx="3451">
                  <c:v>the_chemical_romance</c:v>
                </c:pt>
                <c:pt idx="3452">
                  <c:v>thecheesenutterwithtoast</c:v>
                </c:pt>
                <c:pt idx="3453">
                  <c:v>thecheatslightswitch</c:v>
                </c:pt>
                <c:pt idx="3454">
                  <c:v>thecharmoffensiveband</c:v>
                </c:pt>
                <c:pt idx="3455">
                  <c:v>thechaostheorybandpage</c:v>
                </c:pt>
                <c:pt idx="3456">
                  <c:v>thechampionheartache</c:v>
                </c:pt>
                <c:pt idx="3457">
                  <c:v>thechamp45roadwarrior</c:v>
                </c:pt>
                <c:pt idx="3458">
                  <c:v>thechaingangbikeclub</c:v>
                </c:pt>
                <c:pt idx="3459">
                  <c:v>thecelestineprophecybook</c:v>
                </c:pt>
                <c:pt idx="3460">
                  <c:v>thecelestialstarbearer</c:v>
                </c:pt>
                <c:pt idx="3461">
                  <c:v>thecelestialpeepshow</c:v>
                </c:pt>
                <c:pt idx="3462">
                  <c:v>thecedarculturalcenter</c:v>
                </c:pt>
                <c:pt idx="3463">
                  <c:v>the_cavalier_eternal</c:v>
                </c:pt>
                <c:pt idx="3464">
                  <c:v>thecatalystprojectteam</c:v>
                </c:pt>
                <c:pt idx="3465">
                  <c:v>thecasualphotographer</c:v>
                </c:pt>
                <c:pt idx="3466">
                  <c:v>the_carrie_underwood</c:v>
                </c:pt>
                <c:pt idx="3467">
                  <c:v>thecardiovasculardisease</c:v>
                </c:pt>
                <c:pt idx="3468">
                  <c:v>thecaptainlegendaryband</c:v>
                </c:pt>
                <c:pt idx="3469">
                  <c:v>thecantonunderground</c:v>
                </c:pt>
                <c:pt idx="3470">
                  <c:v>thecannockchasepanther</c:v>
                </c:pt>
                <c:pt idx="3471">
                  <c:v>thecandylandfamilyband</c:v>
                </c:pt>
                <c:pt idx="3472">
                  <c:v>thecandlelightpavilion</c:v>
                </c:pt>
                <c:pt idx="3473">
                  <c:v>the_cambridge_school</c:v>
                </c:pt>
                <c:pt idx="3474">
                  <c:v>the_calander_hung_itself</c:v>
                </c:pt>
                <c:pt idx="3475">
                  <c:v>thecabbageexperience</c:v>
                </c:pt>
                <c:pt idx="3476">
                  <c:v>theburnloungemusicstore</c:v>
                </c:pt>
                <c:pt idx="3477">
                  <c:v>theburnedoutbasement</c:v>
                </c:pt>
                <c:pt idx="3478">
                  <c:v>thebureauentertainment</c:v>
                </c:pt>
                <c:pt idx="3479">
                  <c:v>the_brown_eyed_beauty</c:v>
                </c:pt>
                <c:pt idx="3480">
                  <c:v>thebrotherhoodlounge</c:v>
                </c:pt>
                <c:pt idx="3481">
                  <c:v>thebrotherhoodalliance</c:v>
                </c:pt>
                <c:pt idx="3482">
                  <c:v>thebrooklyngirl4life</c:v>
                </c:pt>
                <c:pt idx="3483">
                  <c:v>the_broken_hearts_club</c:v>
                </c:pt>
                <c:pt idx="3484">
                  <c:v>thebrokenheartbreaker</c:v>
                </c:pt>
                <c:pt idx="3485">
                  <c:v>thebrokendistrictband</c:v>
                </c:pt>
                <c:pt idx="3486">
                  <c:v>thebridgeclubkaraoke</c:v>
                </c:pt>
                <c:pt idx="3487">
                  <c:v>thebridestrippedbare</c:v>
                </c:pt>
                <c:pt idx="3488">
                  <c:v>the_breakfast_club_11</c:v>
                </c:pt>
                <c:pt idx="3489">
                  <c:v>thebreakdancingpenguin</c:v>
                </c:pt>
                <c:pt idx="3490">
                  <c:v>thebraveandundefeated</c:v>
                </c:pt>
                <c:pt idx="3491">
                  <c:v>thebraveandhappypilot</c:v>
                </c:pt>
                <c:pt idx="3492">
                  <c:v>thebrattytwin_sister</c:v>
                </c:pt>
                <c:pt idx="3493">
                  <c:v>thebrandonproject555</c:v>
                </c:pt>
                <c:pt idx="3494">
                  <c:v>thebrainfoodexperiment</c:v>
                </c:pt>
                <c:pt idx="3495">
                  <c:v>thebrainchildproject</c:v>
                </c:pt>
                <c:pt idx="3496">
                  <c:v>the_boy_your_looking_for</c:v>
                </c:pt>
                <c:pt idx="3497">
                  <c:v>theboundlessbeautifuldark</c:v>
                </c:pt>
                <c:pt idx="3498">
                  <c:v>thebostonmediacompany</c:v>
                </c:pt>
                <c:pt idx="3499">
                  <c:v>thebostonconservatory</c:v>
                </c:pt>
                <c:pt idx="3500">
                  <c:v>thebodyelectricproject</c:v>
                </c:pt>
                <c:pt idx="3501">
                  <c:v>the_blur_from_hell.jaw225</c:v>
                </c:pt>
                <c:pt idx="3502">
                  <c:v>theblueraspberrybastard</c:v>
                </c:pt>
                <c:pt idx="3503">
                  <c:v>the_blue_haired_girl</c:v>
                </c:pt>
                <c:pt idx="3504">
                  <c:v>thebluefigrestaurant</c:v>
                </c:pt>
                <c:pt idx="3505">
                  <c:v>thebluefairyprincess</c:v>
                </c:pt>
                <c:pt idx="3506">
                  <c:v>thebluefairymagicness</c:v>
                </c:pt>
                <c:pt idx="3507">
                  <c:v>theblueeyedidolofmillions</c:v>
                </c:pt>
                <c:pt idx="3508">
                  <c:v>the_blue_eyed_blonde</c:v>
                </c:pt>
                <c:pt idx="3509">
                  <c:v>thebluearrivaltheory</c:v>
                </c:pt>
                <c:pt idx="3510">
                  <c:v>the_bloody_hatchet_men</c:v>
                </c:pt>
                <c:pt idx="3511">
                  <c:v>the_bloody_awful_poet</c:v>
                </c:pt>
                <c:pt idx="3512">
                  <c:v>thebloodtrickleslowly</c:v>
                </c:pt>
                <c:pt idx="3513">
                  <c:v>thebloodsuckinggentlemen</c:v>
                </c:pt>
                <c:pt idx="3514">
                  <c:v>theblondenextdoor008</c:v>
                </c:pt>
                <c:pt idx="3515">
                  <c:v>the_blonde_brunette_girl</c:v>
                </c:pt>
                <c:pt idx="3516">
                  <c:v>the_blonde_brunette_8</c:v>
                </c:pt>
                <c:pt idx="3517">
                  <c:v>the_bleeding_mascara2</c:v>
                </c:pt>
                <c:pt idx="3518">
                  <c:v>thebleedingheartbakery</c:v>
                </c:pt>
                <c:pt idx="3519">
                  <c:v>theblanketforcefield</c:v>
                </c:pt>
                <c:pt idx="3520">
                  <c:v>theblackwallstreetfansite</c:v>
                </c:pt>
                <c:pt idx="3521">
                  <c:v>theblacktopmemorycollinsville</c:v>
                </c:pt>
                <c:pt idx="3522">
                  <c:v>the_black_tinkerbell</c:v>
                </c:pt>
                <c:pt idx="3523">
                  <c:v>theblacktieaffairband</c:v>
                </c:pt>
                <c:pt idx="3524">
                  <c:v>theblackstarmovement</c:v>
                </c:pt>
                <c:pt idx="3525">
                  <c:v>theblacksheepsquadron</c:v>
                </c:pt>
                <c:pt idx="3526">
                  <c:v>the_black_rose_angel</c:v>
                </c:pt>
                <c:pt idx="3527">
                  <c:v>the_black_philosopher</c:v>
                </c:pt>
                <c:pt idx="3528">
                  <c:v>the_blackout_faction</c:v>
                </c:pt>
                <c:pt idx="3529">
                  <c:v>theblacknesswillconsume</c:v>
                </c:pt>
                <c:pt idx="3530">
                  <c:v>theblackmagicretreat</c:v>
                </c:pt>
                <c:pt idx="3531">
                  <c:v>the_black_jack_tripper</c:v>
                </c:pt>
                <c:pt idx="3532">
                  <c:v>theblackelectricspace</c:v>
                </c:pt>
                <c:pt idx="3533">
                  <c:v>theblackautumncalamity</c:v>
                </c:pt>
                <c:pt idx="3534">
                  <c:v>theblackandwhitecity</c:v>
                </c:pt>
                <c:pt idx="3535">
                  <c:v>thebiweeklyworldenquirer</c:v>
                </c:pt>
                <c:pt idx="3536">
                  <c:v>the_bitch_from_hell05459</c:v>
                </c:pt>
                <c:pt idx="3537">
                  <c:v>thebilliondollardream</c:v>
                </c:pt>
                <c:pt idx="3538">
                  <c:v>the_big_yellow_sponge</c:v>
                </c:pt>
                <c:pt idx="3539">
                  <c:v>thebigmouthcaterpillar</c:v>
                </c:pt>
                <c:pt idx="3540">
                  <c:v>thebiggesttrailertrash</c:v>
                </c:pt>
                <c:pt idx="3541">
                  <c:v>thebiggesttorriefaneva</c:v>
                </c:pt>
                <c:pt idx="3542">
                  <c:v>thebiggestpotheadever</c:v>
                </c:pt>
                <c:pt idx="3543">
                  <c:v>thebiggestpothead4eva</c:v>
                </c:pt>
                <c:pt idx="3544">
                  <c:v>thebiggestposersonearth</c:v>
                </c:pt>
                <c:pt idx="3545">
                  <c:v>the_biggest_mistake_ever</c:v>
                </c:pt>
                <c:pt idx="3546">
                  <c:v>thebiggesthoeeveralive</c:v>
                </c:pt>
                <c:pt idx="3547">
                  <c:v>thebiggestdorkonearth</c:v>
                </c:pt>
                <c:pt idx="3548">
                  <c:v>thebiggerbetterbastard</c:v>
                </c:pt>
                <c:pt idx="3549">
                  <c:v>the_big_beat_commander</c:v>
                </c:pt>
                <c:pt idx="3550">
                  <c:v>the_big_bad_booty_daddy</c:v>
                </c:pt>
                <c:pt idx="3551">
                  <c:v>the_big_apple_dude2010</c:v>
                </c:pt>
                <c:pt idx="3552">
                  <c:v>the_better_music_chic</c:v>
                </c:pt>
                <c:pt idx="3553">
                  <c:v>thebethlehemabortionclinic</c:v>
                </c:pt>
                <c:pt idx="3554">
                  <c:v>thebetamaxrevolution</c:v>
                </c:pt>
                <c:pt idx="3555">
                  <c:v>the_best_white_gurl_eva</c:v>
                </c:pt>
                <c:pt idx="3556">
                  <c:v>the_best_stunner_live</c:v>
                </c:pt>
                <c:pt idx="3557">
                  <c:v>thebestskateboarderever</c:v>
                </c:pt>
                <c:pt idx="3558">
                  <c:v>the_best_singer_ever</c:v>
                </c:pt>
                <c:pt idx="3559">
                  <c:v>thebestlacrossplayeralive</c:v>
                </c:pt>
                <c:pt idx="3560">
                  <c:v>the-best-goalkeeper1</c:v>
                </c:pt>
                <c:pt idx="3561">
                  <c:v>thebestfootballplayerever</c:v>
                </c:pt>
                <c:pt idx="3562">
                  <c:v>the_best_ever_period</c:v>
                </c:pt>
                <c:pt idx="3563">
                  <c:v>the_best_baller_around</c:v>
                </c:pt>
                <c:pt idx="3564">
                  <c:v>the_best_ass_hole_ever</c:v>
                </c:pt>
                <c:pt idx="3565">
                  <c:v>the_best_amanda_you_know</c:v>
                </c:pt>
                <c:pt idx="3566">
                  <c:v>thebenedictcollegegospelchoir</c:v>
                </c:pt>
                <c:pt idx="3567">
                  <c:v>thebellwitchhaunting</c:v>
                </c:pt>
                <c:pt idx="3568">
                  <c:v>thebedroomcollection</c:v>
                </c:pt>
                <c:pt idx="3569">
                  <c:v>the_beautiful_unseen</c:v>
                </c:pt>
                <c:pt idx="3570">
                  <c:v>thebeautifulstruggle9829</c:v>
                </c:pt>
                <c:pt idx="3571">
                  <c:v>thebeautiful_struggle</c:v>
                </c:pt>
                <c:pt idx="3572">
                  <c:v>the_beautiful_stranger</c:v>
                </c:pt>
                <c:pt idx="3573">
                  <c:v>the_beautifulpeople_</c:v>
                </c:pt>
                <c:pt idx="3574">
                  <c:v>the_beautiful_people_</c:v>
                </c:pt>
                <c:pt idx="3575">
                  <c:v>thebeautifuloblivion</c:v>
                </c:pt>
                <c:pt idx="3576">
                  <c:v>thebeautifulneverhurry</c:v>
                </c:pt>
                <c:pt idx="3577">
                  <c:v>thebeautifulmistake2</c:v>
                </c:pt>
                <c:pt idx="3578">
                  <c:v>thebeautifulexperience</c:v>
                </c:pt>
                <c:pt idx="3579">
                  <c:v>thebeautifuldisasterpage</c:v>
                </c:pt>
                <c:pt idx="3580">
                  <c:v>thebeatingheartsyeah</c:v>
                </c:pt>
                <c:pt idx="3581">
                  <c:v>thebeastishereandnow</c:v>
                </c:pt>
                <c:pt idx="3582">
                  <c:v>thebattlefield2penguin</c:v>
                </c:pt>
                <c:pt idx="3583">
                  <c:v>thebastardshavelanded</c:v>
                </c:pt>
                <c:pt idx="3584">
                  <c:v>thebastardchildmusic</c:v>
                </c:pt>
                <c:pt idx="3585">
                  <c:v>thebasketweavingclub</c:v>
                </c:pt>
                <c:pt idx="3586">
                  <c:v>thebasementcollective</c:v>
                </c:pt>
                <c:pt idx="3587">
                  <c:v>the_baseball_hottie_09</c:v>
                </c:pt>
                <c:pt idx="3588">
                  <c:v>the_baroness_gothicheart</c:v>
                </c:pt>
                <c:pt idx="3589">
                  <c:v>thebarneypenguinedith</c:v>
                </c:pt>
                <c:pt idx="3590">
                  <c:v>the_barefoot_contessa</c:v>
                </c:pt>
                <c:pt idx="3591">
                  <c:v>thebarbarianformerlyknownasconnor</c:v>
                </c:pt>
                <c:pt idx="3592">
                  <c:v>thebandwhowasntthere</c:v>
                </c:pt>
                <c:pt idx="3593">
                  <c:v>the_band_accident_prone</c:v>
                </c:pt>
                <c:pt idx="3594">
                  <c:v>the_banana_adventure</c:v>
                </c:pt>
                <c:pt idx="3595">
                  <c:v>theballroommassacremusic</c:v>
                </c:pt>
                <c:pt idx="3596">
                  <c:v>the_badass_bitch_ever</c:v>
                </c:pt>
                <c:pt idx="3597">
                  <c:v>the_awesomeness_herself</c:v>
                </c:pt>
                <c:pt idx="3598">
                  <c:v>theauthenticblackice</c:v>
                </c:pt>
                <c:pt idx="3599">
                  <c:v>theauralalchemistmusic</c:v>
                </c:pt>
                <c:pt idx="3600">
                  <c:v>theauctionhousescandal</c:v>
                </c:pt>
                <c:pt idx="3601">
                  <c:v>theattackplancobourg</c:v>
                </c:pt>
                <c:pt idx="3602">
                  <c:v>theatrelightdesigner</c:v>
                </c:pt>
                <c:pt idx="3603">
                  <c:v>theatreclassflatline</c:v>
                </c:pt>
                <c:pt idx="3604">
                  <c:v>theashleydancerfanclub</c:v>
                </c:pt>
                <c:pt idx="3605">
                  <c:v>theartificialremorse</c:v>
                </c:pt>
                <c:pt idx="3606">
                  <c:v>thearlingtonpointmassacre</c:v>
                </c:pt>
                <c:pt idx="3607">
                  <c:v>the_aristocratic_assassin</c:v>
                </c:pt>
                <c:pt idx="3608">
                  <c:v>theargumentativecuecumber</c:v>
                </c:pt>
                <c:pt idx="3609">
                  <c:v>thearchangelgrievous</c:v>
                </c:pt>
                <c:pt idx="3610">
                  <c:v>the_arcanum_experiment</c:v>
                </c:pt>
                <c:pt idx="3611">
                  <c:v>theaquariumwarehouse</c:v>
                </c:pt>
                <c:pt idx="3612">
                  <c:v>theapostolicgentleman</c:v>
                </c:pt>
                <c:pt idx="3613">
                  <c:v>the_apartment_lounge</c:v>
                </c:pt>
                <c:pt idx="3614">
                  <c:v>theanswersimwaitingfor</c:v>
                </c:pt>
                <c:pt idx="3615">
                  <c:v>theanonymouspunkbastard</c:v>
                </c:pt>
                <c:pt idx="3616">
                  <c:v>theanonymouscharacter</c:v>
                </c:pt>
                <c:pt idx="3617">
                  <c:v>the_anonymous_caller</c:v>
                </c:pt>
                <c:pt idx="3618">
                  <c:v>the_animal_sanctuary</c:v>
                </c:pt>
                <c:pt idx="3619">
                  <c:v>theanimal19version2</c:v>
                </c:pt>
                <c:pt idx="3620">
                  <c:v>theangryteenshittingsquad</c:v>
                </c:pt>
                <c:pt idx="3621">
                  <c:v>theangelbenolosingers</c:v>
                </c:pt>
                <c:pt idx="3622">
                  <c:v>theandyfellexperience</c:v>
                </c:pt>
                <c:pt idx="3623">
                  <c:v>theancientcheesegarageorchestra</c:v>
                </c:pt>
                <c:pt idx="3624">
                  <c:v>theanatomicalsnuffbox</c:v>
                </c:pt>
                <c:pt idx="3625">
                  <c:v>the_analogue_revolution</c:v>
                </c:pt>
                <c:pt idx="3626">
                  <c:v>theamityvilletoaster</c:v>
                </c:pt>
                <c:pt idx="3627">
                  <c:v>theamherstcoffeehouse</c:v>
                </c:pt>
                <c:pt idx="3628">
                  <c:v>theamazingwhiplashfamily</c:v>
                </c:pt>
                <c:pt idx="3629">
                  <c:v>the_amazing_spider_sam</c:v>
                </c:pt>
                <c:pt idx="3630">
                  <c:v>the_amazing_kim_berry</c:v>
                </c:pt>
                <c:pt idx="3631">
                  <c:v>theamazinggoldeneagle</c:v>
                </c:pt>
                <c:pt idx="3632">
                  <c:v>theamazinggatekeeper</c:v>
                </c:pt>
                <c:pt idx="3633">
                  <c:v>theamazingflyingmattress</c:v>
                </c:pt>
                <c:pt idx="3634">
                  <c:v>the_amazing_daredevil</c:v>
                </c:pt>
                <c:pt idx="3635">
                  <c:v>theamazingbeauregard</c:v>
                </c:pt>
                <c:pt idx="3636">
                  <c:v>thealwaysfabulousjazzy</c:v>
                </c:pt>
                <c:pt idx="3637">
                  <c:v>thealternativereality</c:v>
                </c:pt>
                <c:pt idx="3638">
                  <c:v>the_alpha_and_omega7</c:v>
                </c:pt>
                <c:pt idx="3639">
                  <c:v>thealmightything1990</c:v>
                </c:pt>
                <c:pt idx="3640">
                  <c:v>thealmightyqueenkathy</c:v>
                </c:pt>
                <c:pt idx="3641">
                  <c:v>the_almighty_jam_man</c:v>
                </c:pt>
                <c:pt idx="3642">
                  <c:v>thealmightyjaguarspirit</c:v>
                </c:pt>
                <c:pt idx="3643">
                  <c:v>thealmightyfirecrotch</c:v>
                </c:pt>
                <c:pt idx="3644">
                  <c:v>thealmightydrunkenone</c:v>
                </c:pt>
                <c:pt idx="3645">
                  <c:v>thealmightydairyqueen</c:v>
                </c:pt>
                <c:pt idx="3646">
                  <c:v>the_almighty_carnage</c:v>
                </c:pt>
                <c:pt idx="3647">
                  <c:v>thealliancephilanthropy</c:v>
                </c:pt>
                <c:pt idx="3648">
                  <c:v>the_all_connected_one</c:v>
                </c:pt>
                <c:pt idx="3649">
                  <c:v>thealkaptonuriasociety</c:v>
                </c:pt>
                <c:pt idx="3650">
                  <c:v>the_alkaline_soloist</c:v>
                </c:pt>
                <c:pt idx="3651">
                  <c:v>thealiensarecoming2010</c:v>
                </c:pt>
                <c:pt idx="3652">
                  <c:v>thealabasterboxmagazine</c:v>
                </c:pt>
                <c:pt idx="3653">
                  <c:v>the_alabastard_dragon</c:v>
                </c:pt>
                <c:pt idx="3654">
                  <c:v>theaestheticmemorandum</c:v>
                </c:pt>
                <c:pt idx="3655">
                  <c:v>theadventurercantfly</c:v>
                </c:pt>
                <c:pt idx="3656">
                  <c:v>the_add_page_official</c:v>
                </c:pt>
                <c:pt idx="3657">
                  <c:v>theacousticprojectlive</c:v>
                </c:pt>
                <c:pt idx="3658">
                  <c:v>theaccountantcollapse</c:v>
                </c:pt>
                <c:pt idx="3659">
                  <c:v>theacademystreetteam</c:v>
                </c:pt>
                <c:pt idx="3660">
                  <c:v>theabsoluteexperience</c:v>
                </c:pt>
                <c:pt idx="3661">
                  <c:v>theabsolutebestperiod</c:v>
                </c:pt>
                <c:pt idx="3662">
                  <c:v>the_absinthe_experience</c:v>
                </c:pt>
                <c:pt idx="3663">
                  <c:v>theabominableshowmen</c:v>
                </c:pt>
                <c:pt idx="3664">
                  <c:v>theabominabledoctorphibes</c:v>
                </c:pt>
                <c:pt idx="3665">
                  <c:v>the_abdominal_snowman</c:v>
                </c:pt>
                <c:pt idx="3666">
                  <c:v>the9milliondollarman</c:v>
                </c:pt>
                <c:pt idx="3667">
                  <c:v>the5one4and5only2julio</c:v>
                </c:pt>
                <c:pt idx="3668">
                  <c:v>the559houseshowpromoter</c:v>
                </c:pt>
                <c:pt idx="3669">
                  <c:v>the50foottallmusicmakingmorganmonster</c:v>
                </c:pt>
                <c:pt idx="3670">
                  <c:v>the40yearoldvirginmary</c:v>
                </c:pt>
                <c:pt idx="3671">
                  <c:v>the3mileislandaccident</c:v>
                </c:pt>
                <c:pt idx="3672">
                  <c:v>the_1_that_got_away_</c:v>
                </c:pt>
                <c:pt idx="3673">
                  <c:v>the1nonlyprincess011</c:v>
                </c:pt>
                <c:pt idx="3674">
                  <c:v>the1nonlyplayboybunny9</c:v>
                </c:pt>
                <c:pt idx="3675">
                  <c:v>the1nonlymelissamoore</c:v>
                </c:pt>
                <c:pt idx="3676">
                  <c:v>the1nonlykaylaelizabeth</c:v>
                </c:pt>
                <c:pt idx="3677">
                  <c:v>the1_and_only_vicstar</c:v>
                </c:pt>
                <c:pt idx="3678">
                  <c:v>the1andonlysoccerplayer</c:v>
                </c:pt>
                <c:pt idx="3679">
                  <c:v>the1andonlyshortcake</c:v>
                </c:pt>
                <c:pt idx="3680">
                  <c:v>the_1_and_only_shaybaby</c:v>
                </c:pt>
                <c:pt idx="3681">
                  <c:v>the_1_and_only_sharky</c:v>
                </c:pt>
                <c:pt idx="3682">
                  <c:v>the1andonlyrebelfury</c:v>
                </c:pt>
                <c:pt idx="3683">
                  <c:v>the_1_and_only_pussycat</c:v>
                </c:pt>
                <c:pt idx="3684">
                  <c:v>the1andonlypartystarter</c:v>
                </c:pt>
                <c:pt idx="3685">
                  <c:v>the1andonlymissjulie</c:v>
                </c:pt>
                <c:pt idx="3686">
                  <c:v>the1andonlymissblair</c:v>
                </c:pt>
                <c:pt idx="3687">
                  <c:v>the_1_and_only_miranda</c:v>
                </c:pt>
                <c:pt idx="3688">
                  <c:v>the1andonlykissablecutie</c:v>
                </c:pt>
                <c:pt idx="3689">
                  <c:v>the_1_and_only_kalinda</c:v>
                </c:pt>
                <c:pt idx="3690">
                  <c:v>the_1and_only_jessica</c:v>
                </c:pt>
                <c:pt idx="3691">
                  <c:v>the_1_and_only_ginabrown</c:v>
                </c:pt>
                <c:pt idx="3692">
                  <c:v>the1andonlygermanpenguin</c:v>
                </c:pt>
                <c:pt idx="3693">
                  <c:v>the1andonlygatekeeper</c:v>
                </c:pt>
                <c:pt idx="3694">
                  <c:v>the1andonlydallascowgirl</c:v>
                </c:pt>
                <c:pt idx="3695">
                  <c:v>the1andonlychrissythrower</c:v>
                </c:pt>
                <c:pt idx="3696">
                  <c:v>the1andonlycandyangel</c:v>
                </c:pt>
                <c:pt idx="3697">
                  <c:v>the_1_and_only_bobby</c:v>
                </c:pt>
                <c:pt idx="3698">
                  <c:v>the1andonlyangelbaby</c:v>
                </c:pt>
                <c:pt idx="3699">
                  <c:v>The1andOnly_AlexStarr</c:v>
                </c:pt>
                <c:pt idx="3700">
                  <c:v>thawinterfreshsupplier</c:v>
                </c:pt>
                <c:pt idx="3701">
                  <c:v>thatwhitegirlcandance</c:v>
                </c:pt>
                <c:pt idx="3702">
                  <c:v>thatwhitechickmelissa</c:v>
                </c:pt>
                <c:pt idx="3703">
                  <c:v>thatwasperfectdoitagain</c:v>
                </c:pt>
                <c:pt idx="3704">
                  <c:v>thatwasalmostpointless</c:v>
                </c:pt>
                <c:pt idx="3705">
                  <c:v>that_volleyball_chick</c:v>
                </c:pt>
                <c:pt idx="3706">
                  <c:v>thatthickphillychick</c:v>
                </c:pt>
                <c:pt idx="3707">
                  <c:v>thatsyourproblemnotmine</c:v>
                </c:pt>
                <c:pt idx="3708">
                  <c:v>thatswhatyousaidlasttime</c:v>
                </c:pt>
                <c:pt idx="3709">
                  <c:v>thatswhatyourdadsaid</c:v>
                </c:pt>
                <c:pt idx="3710">
                  <c:v>thatstraightedgeloser</c:v>
                </c:pt>
                <c:pt idx="3711">
                  <c:v>thatstotallyawesomeman</c:v>
                </c:pt>
                <c:pt idx="3712">
                  <c:v>thats_the_allie_hotness</c:v>
                </c:pt>
                <c:pt idx="3713">
                  <c:v>thatsrightsoulsister</c:v>
                </c:pt>
                <c:pt idx="3714">
                  <c:v>thats_right_its_andy</c:v>
                </c:pt>
                <c:pt idx="3715">
                  <c:v>thatspecialmonkeyhug</c:v>
                </c:pt>
                <c:pt idx="3716">
                  <c:v>thatskaterguyyouknow</c:v>
                </c:pt>
                <c:pt idx="3717">
                  <c:v>thatsjustwordsputtogether</c:v>
                </c:pt>
                <c:pt idx="3718">
                  <c:v>thats_just_another_lie</c:v>
                </c:pt>
                <c:pt idx="3719">
                  <c:v>thats_freaking_sweet</c:v>
                </c:pt>
                <c:pt idx="3720">
                  <c:v>thatsfreakingawesome</c:v>
                </c:pt>
                <c:pt idx="3721">
                  <c:v>thatscoolfortwentyone</c:v>
                </c:pt>
                <c:pt idx="3722">
                  <c:v>that_savage_from_new_york</c:v>
                </c:pt>
                <c:pt idx="3723">
                  <c:v>that_sassy_girl_shayla</c:v>
                </c:pt>
                <c:pt idx="3724">
                  <c:v>thatsassyassnewyorker</c:v>
                </c:pt>
                <c:pt idx="3725">
                  <c:v>that_sarah_riley_girl</c:v>
                </c:pt>
                <c:pt idx="3726">
                  <c:v>that_one_rocker_chick92</c:v>
                </c:pt>
                <c:pt idx="3727">
                  <c:v>that_one_gurl_felicia</c:v>
                </c:pt>
                <c:pt idx="3728">
                  <c:v>that_onegirl_melissa</c:v>
                </c:pt>
                <c:pt idx="3729">
                  <c:v>that_one_girl_annette</c:v>
                </c:pt>
                <c:pt idx="3730">
                  <c:v>that_one_faint_voice</c:v>
                </c:pt>
                <c:pt idx="3731">
                  <c:v>that_one_chick_jessica</c:v>
                </c:pt>
                <c:pt idx="3732">
                  <c:v>that_one_average_girl</c:v>
                </c:pt>
                <c:pt idx="3733">
                  <c:v>thatoldromanticfeeling</c:v>
                </c:pt>
                <c:pt idx="3734">
                  <c:v>that_old_familiar_sting</c:v>
                </c:pt>
                <c:pt idx="3735">
                  <c:v>thatofficialmodelbitch</c:v>
                </c:pt>
                <c:pt idx="3736">
                  <c:v>that_nawlins_boy_jay</c:v>
                </c:pt>
                <c:pt idx="3737">
                  <c:v>that_most_infamous_chick</c:v>
                </c:pt>
                <c:pt idx="3738">
                  <c:v>thatlittle_fluffy_whore</c:v>
                </c:pt>
                <c:pt idx="3739">
                  <c:v>thatlightskinteddude</c:v>
                </c:pt>
                <c:pt idx="3740">
                  <c:v>THAT_LIGHTSKINNED_GUY</c:v>
                </c:pt>
                <c:pt idx="3741">
                  <c:v>thatladfromtheothernight</c:v>
                </c:pt>
                <c:pt idx="3742">
                  <c:v>that_jackass_metal_head</c:v>
                </c:pt>
                <c:pt idx="3743">
                  <c:v>thathollisterguylance</c:v>
                </c:pt>
                <c:pt idx="3744">
                  <c:v>thatguyyoudreamabout</c:v>
                </c:pt>
                <c:pt idx="3745">
                  <c:v>thatguywiththeweirdname</c:v>
                </c:pt>
                <c:pt idx="3746">
                  <c:v>thatguywiththechinkcar</c:v>
                </c:pt>
                <c:pt idx="3747">
                  <c:v>thatfatguywithglasses</c:v>
                </c:pt>
                <c:pt idx="3748">
                  <c:v>thatfatgirlchristina</c:v>
                </c:pt>
                <c:pt idx="3749">
                  <c:v>that_dude_with_big_hair</c:v>
                </c:pt>
                <c:pt idx="3750">
                  <c:v>ThatdudefromtheSquad</c:v>
                </c:pt>
                <c:pt idx="3751">
                  <c:v>that_dude_from_school</c:v>
                </c:pt>
                <c:pt idx="3752">
                  <c:v>that_cute_lil_wilk_gurl</c:v>
                </c:pt>
                <c:pt idx="3753">
                  <c:v>that_crazy_cute_chick</c:v>
                </c:pt>
                <c:pt idx="3754">
                  <c:v>that_crazy_blonde_girl</c:v>
                </c:pt>
                <c:pt idx="3755">
                  <c:v>that_chocolate_chick1</c:v>
                </c:pt>
                <c:pt idx="3756">
                  <c:v>that_chick_next_door08</c:v>
                </c:pt>
                <c:pt idx="3757">
                  <c:v>that_brunette_girl417</c:v>
                </c:pt>
                <c:pt idx="3758">
                  <c:v>that_boy_needs_therapy_</c:v>
                </c:pt>
                <c:pt idx="3759">
                  <c:v>thatboygotstretchypants</c:v>
                </c:pt>
                <c:pt idx="3760">
                  <c:v>thatbottlesoutherncomfort</c:v>
                </c:pt>
                <c:pt idx="3761">
                  <c:v>thatbitchwiththegreen</c:v>
                </c:pt>
                <c:pt idx="3762">
                  <c:v>thatancientmystictrinity</c:v>
                </c:pt>
                <c:pt idx="3763">
                  <c:v>thatace_perfectionist</c:v>
                </c:pt>
                <c:pt idx="3764">
                  <c:v>that_1_guy_you_might_know</c:v>
                </c:pt>
                <c:pt idx="3765">
                  <c:v>that1dudewiththeweed420</c:v>
                </c:pt>
                <c:pt idx="3766">
                  <c:v>that1andonlybitchcrystal</c:v>
                </c:pt>
                <c:pt idx="3767">
                  <c:v>tha_real_sirmarksalot</c:v>
                </c:pt>
                <c:pt idx="3768">
                  <c:v>tha_realest_3six_goon</c:v>
                </c:pt>
                <c:pt idx="3769">
                  <c:v>thaonlyoneyoudreamabout</c:v>
                </c:pt>
                <c:pt idx="3770">
                  <c:v>tha_only_diamond_princess</c:v>
                </c:pt>
                <c:pt idx="3771">
                  <c:v>tha_one_you_love_2_hate</c:v>
                </c:pt>
                <c:pt idx="3772">
                  <c:v>tha_one_and_only_pimp39</c:v>
                </c:pt>
                <c:pt idx="3773">
                  <c:v>tha_one_and_only__heather</c:v>
                </c:pt>
                <c:pt idx="3774">
                  <c:v>tha_one_and_only_cris</c:v>
                </c:pt>
                <c:pt idx="3775">
                  <c:v>thankyougodformylife</c:v>
                </c:pt>
                <c:pt idx="3776">
                  <c:v>thank_you_for_smoking</c:v>
                </c:pt>
                <c:pt idx="3777">
                  <c:v>_thank_you_come_again_</c:v>
                </c:pt>
                <c:pt idx="3778">
                  <c:v>thanks_for_the_candy</c:v>
                </c:pt>
                <c:pt idx="3779">
                  <c:v>thanksfornothing1223</c:v>
                </c:pt>
                <c:pt idx="3780">
                  <c:v>thanksformyspacekate</c:v>
                </c:pt>
                <c:pt idx="3781">
                  <c:v>thanks_for_everything</c:v>
                </c:pt>
                <c:pt idx="3782">
                  <c:v>thank_god_they_are_grown</c:v>
                </c:pt>
                <c:pt idx="3783">
                  <c:v>thankgod4marchmadness</c:v>
                </c:pt>
                <c:pt idx="3784">
                  <c:v>tha_moss_point_native_05</c:v>
                </c:pt>
                <c:pt idx="3785">
                  <c:v>tha_mean_green_machine</c:v>
                </c:pt>
                <c:pt idx="3786">
                  <c:v>thalliumatomicnumber81</c:v>
                </c:pt>
                <c:pt idx="3787">
                  <c:v>thaliamassagetherapist</c:v>
                </c:pt>
                <c:pt idx="3788">
                  <c:v>tha_infamous_fat_tony</c:v>
                </c:pt>
                <c:pt idx="3789">
                  <c:v>thagardenentertainment</c:v>
                </c:pt>
                <c:pt idx="3790">
                  <c:v>thafinestoutcashville</c:v>
                </c:pt>
                <c:pt idx="3791">
                  <c:v>tha_dumbout_humancrack</c:v>
                </c:pt>
                <c:pt idx="3792">
                  <c:v>thadistrictofficialpage</c:v>
                </c:pt>
                <c:pt idx="3793">
                  <c:v>tha_diamond_dutchess</c:v>
                </c:pt>
                <c:pt idx="3794">
                  <c:v>thabrownskinnedbeauty</c:v>
                </c:pt>
                <c:pt idx="3795">
                  <c:v>tha_best_thing_flowing</c:v>
                </c:pt>
                <c:pt idx="3796">
                  <c:v>tha_beautiful_samara</c:v>
                </c:pt>
                <c:pt idx="3797">
                  <c:v>thabadguy_icebergslim</c:v>
                </c:pt>
                <c:pt idx="3798">
                  <c:v>tha1andonlykirsti_01</c:v>
                </c:pt>
                <c:pt idx="3799">
                  <c:v>tha1andonlyjitterbug</c:v>
                </c:pt>
                <c:pt idx="3800">
                  <c:v>testtubehybridmonkey</c:v>
                </c:pt>
                <c:pt idx="3801">
                  <c:v>testingwalkerofficial</c:v>
                </c:pt>
                <c:pt idx="3802">
                  <c:v>testinglayoutnumber1</c:v>
                </c:pt>
                <c:pt idx="3803">
                  <c:v>tester_for_loserface</c:v>
                </c:pt>
                <c:pt idx="3804">
                  <c:v>terrywarrenphotography</c:v>
                </c:pt>
                <c:pt idx="3805">
                  <c:v>terrynumberonesinger</c:v>
                </c:pt>
                <c:pt idx="3806">
                  <c:v>terri_slow_smooth_burn70</c:v>
                </c:pt>
                <c:pt idx="3807">
                  <c:v>terrimilliondollarbaby</c:v>
                </c:pt>
                <c:pt idx="3808">
                  <c:v>terriblyinterestingperson</c:v>
                </c:pt>
                <c:pt idx="3809">
                  <c:v>terrible_thunder_lizard</c:v>
                </c:pt>
                <c:pt idx="3810">
                  <c:v>terribleanimaltesting</c:v>
                </c:pt>
                <c:pt idx="3811">
                  <c:v>terpfireinvestigator</c:v>
                </c:pt>
                <c:pt idx="3812">
                  <c:v>termlifeagencybuilder</c:v>
                </c:pt>
                <c:pt idx="3813">
                  <c:v>terminalrelapsemusic</c:v>
                </c:pt>
                <c:pt idx="3814">
                  <c:v>teresawasalreadytaken</c:v>
                </c:pt>
                <c:pt idx="3815">
                  <c:v>teresanicolephotography</c:v>
                </c:pt>
                <c:pt idx="3816">
                  <c:v>tenthousandmarblesplease</c:v>
                </c:pt>
                <c:pt idx="3817">
                  <c:v>tentativesoundproject</c:v>
                </c:pt>
                <c:pt idx="3818">
                  <c:v>tennis_softball_gurl</c:v>
                </c:pt>
                <c:pt idx="3819">
                  <c:v>tenminutestilltomorrow</c:v>
                </c:pt>
                <c:pt idx="3820">
                  <c:v>tenderloveandsuicide</c:v>
                </c:pt>
                <c:pt idx="3821">
                  <c:v>tenderdeadheadhippie</c:v>
                </c:pt>
                <c:pt idx="3822">
                  <c:v>tena_iselin_smallwood</c:v>
                </c:pt>
                <c:pt idx="3823">
                  <c:v>tenacious_ween_priest</c:v>
                </c:pt>
                <c:pt idx="3824">
                  <c:v>tenacious_volleygirl</c:v>
                </c:pt>
                <c:pt idx="3825">
                  <c:v>temporaryplaceholderwoo</c:v>
                </c:pt>
                <c:pt idx="3826">
                  <c:v>temperhypermanagement</c:v>
                </c:pt>
                <c:pt idx="3827">
                  <c:v>tell_yourself_you_can</c:v>
                </c:pt>
                <c:pt idx="3828">
                  <c:v>tellingtimewithoutawatch</c:v>
                </c:pt>
                <c:pt idx="3829">
                  <c:v>telferandbrownexperience</c:v>
                </c:pt>
                <c:pt idx="3830">
                  <c:v>telekineticmindfreak</c:v>
                </c:pt>
                <c:pt idx="3831">
                  <c:v>telegraphfreakmagnet</c:v>
                </c:pt>
                <c:pt idx="3832">
                  <c:v>teeny_tiny_pixie_queen</c:v>
                </c:pt>
                <c:pt idx="3833">
                  <c:v>teenworldspirituality</c:v>
                </c:pt>
                <c:pt idx="3834">
                  <c:v>teenworlddoityourself</c:v>
                </c:pt>
                <c:pt idx="3835">
                  <c:v>teen_titans_starfire</c:v>
                </c:pt>
                <c:pt idx="3836">
                  <c:v>teenscreatingtomorrow</c:v>
                </c:pt>
                <c:pt idx="3837">
                  <c:v>teensagainsttermination</c:v>
                </c:pt>
                <c:pt idx="3838">
                  <c:v>teenjusticeinitiative</c:v>
                </c:pt>
                <c:pt idx="3839">
                  <c:v>teenheartbeatingfaster</c:v>
                </c:pt>
                <c:pt idx="3840">
                  <c:v>teenagezombie_saint13</c:v>
                </c:pt>
                <c:pt idx="3841">
                  <c:v>teenagesweetheartclothing</c:v>
                </c:pt>
                <c:pt idx="3842">
                  <c:v>teenage_scream_queen</c:v>
                </c:pt>
                <c:pt idx="3843">
                  <c:v>teenagekicksandchivalry</c:v>
                </c:pt>
                <c:pt idx="3844">
                  <c:v>teenage_face_melters</c:v>
                </c:pt>
                <c:pt idx="3845">
                  <c:v>teenagedramaqueen359</c:v>
                </c:pt>
                <c:pt idx="3846">
                  <c:v>teen_advice_gurl_101</c:v>
                </c:pt>
                <c:pt idx="3847">
                  <c:v>tediouslytrackingtony</c:v>
                </c:pt>
                <c:pt idx="3848">
                  <c:v>teddybear_starbright</c:v>
                </c:pt>
                <c:pt idx="3849">
                  <c:v>teddybearcannibalmassacre</c:v>
                </c:pt>
                <c:pt idx="3850">
                  <c:v>tecnology_94_angel_mobile</c:v>
                </c:pt>
                <c:pt idx="3851">
                  <c:v>technologyleadgenerator</c:v>
                </c:pt>
                <c:pt idx="3852">
                  <c:v>teazer172001jesssilva</c:v>
                </c:pt>
                <c:pt idx="3853">
                  <c:v>teasing_not_pleasing79</c:v>
                </c:pt>
                <c:pt idx="3854">
                  <c:v>_tearsofafallenangel_</c:v>
                </c:pt>
                <c:pt idx="3855">
                  <c:v>tearsofadarkangel113</c:v>
                </c:pt>
                <c:pt idx="3856">
                  <c:v>tearsofablackwingedangel</c:v>
                </c:pt>
                <c:pt idx="3857">
                  <c:v>teanheartsbeatingfaster</c:v>
                </c:pt>
                <c:pt idx="3858">
                  <c:v>teamwonderfrienddesign</c:v>
                </c:pt>
                <c:pt idx="3859">
                  <c:v>teamvelocitypaintball</c:v>
                </c:pt>
                <c:pt idx="3860">
                  <c:v>teamsyndicateraceing</c:v>
                </c:pt>
                <c:pt idx="3861">
                  <c:v>teamstreetcarperformance</c:v>
                </c:pt>
                <c:pt idx="3862">
                  <c:v>teamshutdownpaintball</c:v>
                </c:pt>
                <c:pt idx="3863">
                  <c:v>teamredlineaddiction</c:v>
                </c:pt>
                <c:pt idx="3864">
                  <c:v>teamnorthentertainment</c:v>
                </c:pt>
                <c:pt idx="3865">
                  <c:v>teamnancymembersonly</c:v>
                </c:pt>
                <c:pt idx="3866">
                  <c:v>teameffectentertainment</c:v>
                </c:pt>
                <c:pt idx="3867">
                  <c:v>teameastbrookclothing</c:v>
                </c:pt>
                <c:pt idx="3868">
                  <c:v>teamdevastationpaintball</c:v>
                </c:pt>
                <c:pt idx="3869">
                  <c:v>team_apple_juice_yeah</c:v>
                </c:pt>
                <c:pt idx="3870">
                  <c:v>teachingpreachingreaching</c:v>
                </c:pt>
                <c:pt idx="3871">
                  <c:v>teachergirlcountryboy</c:v>
                </c:pt>
                <c:pt idx="3872">
                  <c:v>teabagging_since_1992</c:v>
                </c:pt>
                <c:pt idx="3873">
                  <c:v>taytaythefairyprincess</c:v>
                </c:pt>
                <c:pt idx="3874">
                  <c:v>taylorwillalwaysloveyou</c:v>
                </c:pt>
                <c:pt idx="3875">
                  <c:v>taylor_motorsports08</c:v>
                </c:pt>
                <c:pt idx="3876">
                  <c:v>taylor_mae_chloe_ann</c:v>
                </c:pt>
                <c:pt idx="3877">
                  <c:v>taylormadeyoungdrakeakablack</c:v>
                </c:pt>
                <c:pt idx="3878">
                  <c:v>taylormadebluegrassmusic</c:v>
                </c:pt>
                <c:pt idx="3879">
                  <c:v>taylor_lauren_christine</c:v>
                </c:pt>
                <c:pt idx="3880">
                  <c:v>taylorkendalldesiree</c:v>
                </c:pt>
                <c:pt idx="3881">
                  <c:v>taylor_guard_girl_10</c:v>
                </c:pt>
                <c:pt idx="3882">
                  <c:v>taylor__george__love</c:v>
                </c:pt>
                <c:pt idx="3883">
                  <c:v>taylorfreakingclaire</c:v>
                </c:pt>
                <c:pt idx="3884">
                  <c:v>taylorelizabethpetty</c:v>
                </c:pt>
                <c:pt idx="3885">
                  <c:v>taylorandtiffany4ever</c:v>
                </c:pt>
                <c:pt idx="3886">
                  <c:v>taylor_and_kayla_forever</c:v>
                </c:pt>
                <c:pt idx="3887">
                  <c:v>taylor_and_gabriella</c:v>
                </c:pt>
                <c:pt idx="3888">
                  <c:v>tawnythehockeystar39</c:v>
                </c:pt>
                <c:pt idx="3889">
                  <c:v>tawnybear4everhippie</c:v>
                </c:pt>
                <c:pt idx="3890">
                  <c:v>tawny_and_carley_rock</c:v>
                </c:pt>
                <c:pt idx="3891">
                  <c:v>tauntonstatehospital</c:v>
                </c:pt>
                <c:pt idx="3892">
                  <c:v>tattookingworshipthygod</c:v>
                </c:pt>
                <c:pt idx="3893">
                  <c:v>tattoo72_bodypiercer</c:v>
                </c:pt>
                <c:pt idx="3894">
                  <c:v>tatthefiestybarbiedoll</c:v>
                </c:pt>
                <c:pt idx="3895">
                  <c:v>tatteredheartsclothing</c:v>
                </c:pt>
                <c:pt idx="3896">
                  <c:v>tatteredandtornpaperdoll</c:v>
                </c:pt>
                <c:pt idx="3897">
                  <c:v>tattered_and_torn_forever</c:v>
                </c:pt>
                <c:pt idx="3898">
                  <c:v>tatianarodrigueztorres</c:v>
                </c:pt>
                <c:pt idx="3899">
                  <c:v>tatiana_aka_precious</c:v>
                </c:pt>
                <c:pt idx="3900">
                  <c:v>tatersoutherngurl_2008</c:v>
                </c:pt>
                <c:pt idx="3901">
                  <c:v>tater_salad_redneck3</c:v>
                </c:pt>
                <c:pt idx="3902">
                  <c:v>tatabandittwentythree</c:v>
                </c:pt>
                <c:pt idx="3903">
                  <c:v>tastydeliciousprincess</c:v>
                </c:pt>
                <c:pt idx="3904">
                  <c:v>taste_this_rainbow_9</c:v>
                </c:pt>
                <c:pt idx="3905">
                  <c:v>taste_the_rainbow_88</c:v>
                </c:pt>
                <c:pt idx="3906">
                  <c:v>tastetherainbow200209</c:v>
                </c:pt>
                <c:pt idx="3907">
                  <c:v>taste_the_cream_filling</c:v>
                </c:pt>
                <c:pt idx="3908">
                  <c:v>tastelikesunshinedust</c:v>
                </c:pt>
                <c:pt idx="3909">
                  <c:v>tastelikecottoncandi</c:v>
                </c:pt>
                <c:pt idx="3910">
                  <c:v>tastejustlikecandyallnigh</c:v>
                </c:pt>
                <c:pt idx="3911">
                  <c:v>taste__for__suicidal</c:v>
                </c:pt>
                <c:pt idx="3912">
                  <c:v>tash_allison_valeria</c:v>
                </c:pt>
                <c:pt idx="3913">
                  <c:v>tasha_from_the_ville</c:v>
                </c:pt>
                <c:pt idx="3914">
                  <c:v>targetfordestruction</c:v>
                </c:pt>
                <c:pt idx="3915">
                  <c:v>tarahlongthedottedline</c:v>
                </c:pt>
                <c:pt idx="3916">
                  <c:v>tara_cordy_angel_emmi_lil</c:v>
                </c:pt>
                <c:pt idx="3917">
                  <c:v>tappingthebreakpoint</c:v>
                </c:pt>
                <c:pt idx="3918">
                  <c:v>tanyaandjessicalovejake</c:v>
                </c:pt>
                <c:pt idx="3919">
                  <c:v>tantalizetrickidadian</c:v>
                </c:pt>
                <c:pt idx="3920">
                  <c:v>tangelo_hoodchick101</c:v>
                </c:pt>
                <c:pt idx="3921">
                  <c:v>tamsin_tammy_bad_gurl</c:v>
                </c:pt>
                <c:pt idx="3922">
                  <c:v>tampa_sexy_girl_4life</c:v>
                </c:pt>
                <c:pt idx="3923">
                  <c:v>tampabaylightning0404</c:v>
                </c:pt>
                <c:pt idx="3924">
                  <c:v>tami.lifestylechanger</c:v>
                </c:pt>
                <c:pt idx="3925">
                  <c:v>tamaralikekodakcamera</c:v>
                </c:pt>
                <c:pt idx="3926">
                  <c:v>tamara_ann_bannister</c:v>
                </c:pt>
                <c:pt idx="3927">
                  <c:v>tamaleking_aka_lukemon</c:v>
                </c:pt>
                <c:pt idx="3928">
                  <c:v>tallulahbankhead_bulldog</c:v>
                </c:pt>
                <c:pt idx="3929">
                  <c:v>tall_sexy_slim_woman</c:v>
                </c:pt>
                <c:pt idx="3930">
                  <c:v>tallprettynicewittybitch</c:v>
                </c:pt>
                <c:pt idx="3931">
                  <c:v>tallguyforsomeone410</c:v>
                </c:pt>
                <c:pt idx="3932">
                  <c:v>talldarkhandsomeembalmer</c:v>
                </c:pt>
                <c:pt idx="3933">
                  <c:v>talldarkhandsomebritboy</c:v>
                </c:pt>
                <c:pt idx="3934">
                  <c:v>tall_dark_and_retarded</c:v>
                </c:pt>
                <c:pt idx="3935">
                  <c:v>talldarkandmysterious</c:v>
                </c:pt>
                <c:pt idx="3936">
                  <c:v>tall_dark_and_loveable</c:v>
                </c:pt>
                <c:pt idx="3937">
                  <c:v>talldarkandhandsome9420</c:v>
                </c:pt>
                <c:pt idx="3938">
                  <c:v>tallcoolandcollected</c:v>
                </c:pt>
                <c:pt idx="3939">
                  <c:v>tall_brunette_and_driving</c:v>
                </c:pt>
                <c:pt idx="3940">
                  <c:v>tallblondehelicopter</c:v>
                </c:pt>
                <c:pt idx="3941">
                  <c:v>tallblondeandplastic</c:v>
                </c:pt>
                <c:pt idx="3942">
                  <c:v>tallasswhiteboybitch</c:v>
                </c:pt>
                <c:pt idx="3943">
                  <c:v>talkingwithaffection</c:v>
                </c:pt>
                <c:pt idx="3944">
                  <c:v>talkingducksarestupid</c:v>
                </c:pt>
                <c:pt idx="3945">
                  <c:v>talkingaftermidnight</c:v>
                </c:pt>
                <c:pt idx="3946">
                  <c:v>talkingaboutrecovery</c:v>
                </c:pt>
                <c:pt idx="3947">
                  <c:v>talesfromtheeastvalley</c:v>
                </c:pt>
                <c:pt idx="3948">
                  <c:v>talesfromthecryptkeeper</c:v>
                </c:pt>
                <c:pt idx="3949">
                  <c:v>talenttreesacramento</c:v>
                </c:pt>
                <c:pt idx="3950">
                  <c:v>talented_sexy_amanda</c:v>
                </c:pt>
                <c:pt idx="3951">
                  <c:v>TalentedClassyFemale</c:v>
                </c:pt>
                <c:pt idx="3952">
                  <c:v>takingthethirteenthstep</c:v>
                </c:pt>
                <c:pt idx="3953">
                  <c:v>takingbacksunday__sample</c:v>
                </c:pt>
                <c:pt idx="3954">
                  <c:v>takingbacksunday123</c:v>
                </c:pt>
                <c:pt idx="3955">
                  <c:v>takingbackhollykathrine</c:v>
                </c:pt>
                <c:pt idx="3956">
                  <c:v>takeyourpantsandjacketoff</c:v>
                </c:pt>
                <c:pt idx="3957">
                  <c:v>take_what_you_can_get</c:v>
                </c:pt>
                <c:pt idx="3958">
                  <c:v>take_this_heart_and_break</c:v>
                </c:pt>
                <c:pt idx="3959">
                  <c:v>taketheveilcaptainplanet</c:v>
                </c:pt>
                <c:pt idx="3960">
                  <c:v>take_the_picture_now</c:v>
                </c:pt>
                <c:pt idx="3961">
                  <c:v>take_the_leap_layout</c:v>
                </c:pt>
                <c:pt idx="3962">
                  <c:v>takethechanceanddance</c:v>
                </c:pt>
                <c:pt idx="3963">
                  <c:v>takethebullet4youall</c:v>
                </c:pt>
                <c:pt idx="3964">
                  <c:v>take_off_your_man_suit</c:v>
                </c:pt>
                <c:pt idx="3965">
                  <c:v>takenuntilspringbreak</c:v>
                </c:pt>
                <c:pt idx="3966">
                  <c:v>taken_the_higher_road</c:v>
                </c:pt>
                <c:pt idx="3967">
                  <c:v>takenbackanddoneagain</c:v>
                </c:pt>
                <c:pt idx="3968">
                  <c:v>takeatripwiththeelectrickoolaidacidtest</c:v>
                </c:pt>
                <c:pt idx="3969">
                  <c:v>TAKEAKNEEANDTHANKMAN</c:v>
                </c:pt>
                <c:pt idx="3970">
                  <c:v>take2liveacousticduo</c:v>
                </c:pt>
                <c:pt idx="3971">
                  <c:v>tai_the_scorpionphoenix</c:v>
                </c:pt>
                <c:pt idx="3972">
                  <c:v>TaffyBrooklynRockstar</c:v>
                </c:pt>
                <c:pt idx="3973">
                  <c:v>tacticalespionageaction</c:v>
                </c:pt>
                <c:pt idx="3974">
                  <c:v>tactic10paintball1992</c:v>
                </c:pt>
                <c:pt idx="3975">
                  <c:v>tackytheraverpenguin</c:v>
                </c:pt>
                <c:pt idx="3976">
                  <c:v>tabunightcluborlando</c:v>
                </c:pt>
                <c:pt idx="3977">
                  <c:v>table_border0_cellpad</c:v>
                </c:pt>
                <c:pt idx="3978">
                  <c:v>tabitha_aka_highlyfavored</c:v>
                </c:pt>
                <c:pt idx="3979">
                  <c:v>tabatha_leigh_martin</c:v>
                </c:pt>
                <c:pt idx="3980">
                  <c:v>systolicpressuremusic</c:v>
                </c:pt>
                <c:pt idx="3981">
                  <c:v>syracuse_superstar_25</c:v>
                </c:pt>
                <c:pt idx="3982">
                  <c:v>syracuseindustrialmusic</c:v>
                </c:pt>
                <c:pt idx="3983">
                  <c:v>syphilis_infected_monkey</c:v>
                </c:pt>
                <c:pt idx="3984">
                  <c:v>syntheticnightmaresonwax</c:v>
                </c:pt>
                <c:pt idx="3985">
                  <c:v>syntheticlittletoycat</c:v>
                </c:pt>
                <c:pt idx="3986">
                  <c:v>symphonicgothicmetal</c:v>
                </c:pt>
                <c:pt idx="3987">
                  <c:v>sympathyforvengeance</c:v>
                </c:pt>
                <c:pt idx="3988">
                  <c:v>sympathy_for_the_devil_00</c:v>
                </c:pt>
                <c:pt idx="3989">
                  <c:v>sympathyforstrawberry</c:v>
                </c:pt>
                <c:pt idx="3990">
                  <c:v>sympatheticclimatecontrol</c:v>
                </c:pt>
                <c:pt idx="3991">
                  <c:v>symmetryphysicaltherapy</c:v>
                </c:pt>
                <c:pt idx="3992">
                  <c:v>symmetricalkickboxing</c:v>
                </c:pt>
                <c:pt idx="3993">
                  <c:v>sydneyyoungbloodband</c:v>
                </c:pt>
                <c:pt idx="3994">
                  <c:v>switchstancephotography</c:v>
                </c:pt>
                <c:pt idx="3995">
                  <c:v>switchfootsoldier122889</c:v>
                </c:pt>
                <c:pt idx="3996">
                  <c:v>switchfootfanfaefife</c:v>
                </c:pt>
                <c:pt idx="3997">
                  <c:v>switchbladestephanie</c:v>
                </c:pt>
                <c:pt idx="3998">
                  <c:v>switchbladesoldiermusic</c:v>
                </c:pt>
                <c:pt idx="3999">
                  <c:v>switchblade_romance_</c:v>
                </c:pt>
                <c:pt idx="4000">
                  <c:v>swisschaletforbreakfast</c:v>
                </c:pt>
                <c:pt idx="4001">
                  <c:v>swine_sweetie_princess3</c:v>
                </c:pt>
                <c:pt idx="4002">
                  <c:v>swimsuit_model_rachel</c:v>
                </c:pt>
                <c:pt idx="4003">
                  <c:v>swimming_with_scissors</c:v>
                </c:pt>
                <c:pt idx="4004">
                  <c:v>swimming_starburst87</c:v>
                </c:pt>
                <c:pt idx="4005">
                  <c:v>swimming_blazer_coach</c:v>
                </c:pt>
                <c:pt idx="4006">
                  <c:v>swimclubentertainment</c:v>
                </c:pt>
                <c:pt idx="4007">
                  <c:v>swiggle_the_squirrel</c:v>
                </c:pt>
                <c:pt idx="4008">
                  <c:v>sweetycutieangelamor</c:v>
                </c:pt>
                <c:pt idx="4009">
                  <c:v>sweet_twisted_tragedy</c:v>
                </c:pt>
                <c:pt idx="4010">
                  <c:v>sweet_thing_from_boston</c:v>
                </c:pt>
                <c:pt idx="4011">
                  <c:v>sweetstrawberrypie23</c:v>
                </c:pt>
                <c:pt idx="4012">
                  <c:v>sweet_strawberry_pie</c:v>
                </c:pt>
                <c:pt idx="4013">
                  <c:v>sweetspecialbabygirl</c:v>
                </c:pt>
                <c:pt idx="4014">
                  <c:v>sweetsouthjerseygirl</c:v>
                </c:pt>
                <c:pt idx="4015">
                  <c:v>sweetsoutherngurl2010</c:v>
                </c:pt>
                <c:pt idx="4016">
                  <c:v>sweetsoutherngirl2205</c:v>
                </c:pt>
                <c:pt idx="4017">
                  <c:v>sweetsoutherngirl1324</c:v>
                </c:pt>
                <c:pt idx="4018">
                  <c:v>sweetsoutherndixiebelle</c:v>
                </c:pt>
                <c:pt idx="4019">
                  <c:v>sweetsoutherncountrygurl4</c:v>
                </c:pt>
                <c:pt idx="4020">
                  <c:v>sweetsouthernbelle88</c:v>
                </c:pt>
                <c:pt idx="4021">
                  <c:v>sweet_soul_sister_75</c:v>
                </c:pt>
                <c:pt idx="4022">
                  <c:v>sweetshortcountrygirl</c:v>
                </c:pt>
                <c:pt idx="4023">
                  <c:v>sweetshadowbabe80359</c:v>
                </c:pt>
                <c:pt idx="4024">
                  <c:v>sweet_sexy_stephanie</c:v>
                </c:pt>
                <c:pt idx="4025">
                  <c:v>sweetsexyshortstuff25</c:v>
                </c:pt>
                <c:pt idx="4026">
                  <c:v>sweet_sexy_sarahbear</c:v>
                </c:pt>
                <c:pt idx="4027">
                  <c:v>sweetsexyandmore200</c:v>
                </c:pt>
                <c:pt idx="4028">
                  <c:v>sweetserenitycompany</c:v>
                </c:pt>
                <c:pt idx="4029">
                  <c:v>sweetsadsmalldelicate</c:v>
                </c:pt>
                <c:pt idx="4030">
                  <c:v>sweetredneckcountrygirl</c:v>
                </c:pt>
                <c:pt idx="4031">
                  <c:v>sweet_ragdoll_serenade</c:v>
                </c:pt>
                <c:pt idx="4032">
                  <c:v>sweet_princess_forever</c:v>
                </c:pt>
                <c:pt idx="4033">
                  <c:v>sweet_princess_baby0</c:v>
                </c:pt>
                <c:pt idx="4034">
                  <c:v>sweet_precious_latina</c:v>
                </c:pt>
                <c:pt idx="4035">
                  <c:v>sweet_pinky_princess</c:v>
                </c:pt>
                <c:pt idx="4036">
                  <c:v>sweet_pea_angel_baby</c:v>
                </c:pt>
                <c:pt idx="4037">
                  <c:v>sweet_passionfelicia</c:v>
                </c:pt>
                <c:pt idx="4038">
                  <c:v>sweet_NOT_innocent420</c:v>
                </c:pt>
                <c:pt idx="4039">
                  <c:v>sweetnesslovesweetie</c:v>
                </c:pt>
                <c:pt idx="4040">
                  <c:v>sweet_michigan_angel</c:v>
                </c:pt>
                <c:pt idx="4041">
                  <c:v>sweetmelismapublishing</c:v>
                </c:pt>
                <c:pt idx="4042">
                  <c:v>sweetlovingcountrygirl</c:v>
                </c:pt>
                <c:pt idx="4043">
                  <c:v>sweetlover_4him_4ever</c:v>
                </c:pt>
                <c:pt idx="4044">
                  <c:v>sweetloveandheartbreak</c:v>
                </c:pt>
                <c:pt idx="4045">
                  <c:v>sweetlittlesisterband</c:v>
                </c:pt>
                <c:pt idx="4046">
                  <c:v>sweetlittlesister4071</c:v>
                </c:pt>
                <c:pt idx="4047">
                  <c:v>sweet_little_nightmare</c:v>
                </c:pt>
                <c:pt idx="4048">
                  <c:v>sweet_little_kinky_girl</c:v>
                </c:pt>
                <c:pt idx="4049">
                  <c:v>sweet_little_gothic_angel</c:v>
                </c:pt>
                <c:pt idx="4050">
                  <c:v>sweetlittledixiegurl</c:v>
                </c:pt>
                <c:pt idx="4051">
                  <c:v>sweetlittlecarolinagirl</c:v>
                </c:pt>
                <c:pt idx="4052">
                  <c:v>sweetlittleangelbaby</c:v>
                </c:pt>
                <c:pt idx="4053">
                  <c:v>sweetlimestrawberry1</c:v>
                </c:pt>
                <c:pt idx="4054">
                  <c:v>sweetlilsouthernbelle91</c:v>
                </c:pt>
                <c:pt idx="4055">
                  <c:v>sweet_lil_jessica_9420</c:v>
                </c:pt>
                <c:pt idx="4056">
                  <c:v>sweet_lil_germanchic</c:v>
                </c:pt>
                <c:pt idx="4057">
                  <c:v>sweet_lil_devil420200</c:v>
                </c:pt>
                <c:pt idx="4058">
                  <c:v>sweet_lil_countrygirl2004</c:v>
                </c:pt>
                <c:pt idx="4059">
                  <c:v>sweetlilcountrygal24</c:v>
                </c:pt>
                <c:pt idx="4060">
                  <c:v>sweet_like_white_sugar</c:v>
                </c:pt>
                <c:pt idx="4061">
                  <c:v>sweetlikesourskittles</c:v>
                </c:pt>
                <c:pt idx="4062">
                  <c:v>sweetlikebrownsugar1</c:v>
                </c:pt>
                <c:pt idx="4063">
                  <c:v>sweetlightningchocolatethunder</c:v>
                </c:pt>
                <c:pt idx="4064">
                  <c:v>sweetlightbrowncandyapple</c:v>
                </c:pt>
                <c:pt idx="4065">
                  <c:v>sweetleafandcarrotsalad</c:v>
                </c:pt>
                <c:pt idx="4066">
                  <c:v>sweet_kandy_girl_2001</c:v>
                </c:pt>
                <c:pt idx="4067">
                  <c:v>sweetish_skater_cody</c:v>
                </c:pt>
                <c:pt idx="4068">
                  <c:v>sweet_innocent_stephie</c:v>
                </c:pt>
                <c:pt idx="4069">
                  <c:v>sweet_innocence_forever</c:v>
                </c:pt>
                <c:pt idx="4070">
                  <c:v>sweetie_with_attitude</c:v>
                </c:pt>
                <c:pt idx="4071">
                  <c:v>sweetie_sunday_4970</c:v>
                </c:pt>
                <c:pt idx="4072">
                  <c:v>sweetieshavetheanswer</c:v>
                </c:pt>
                <c:pt idx="4073">
                  <c:v>sweetiepiepumpkinface</c:v>
                </c:pt>
                <c:pt idx="4074">
                  <c:v>sweetiepiebabydessert</c:v>
                </c:pt>
                <c:pt idx="4075">
                  <c:v>sweethomealabama2009</c:v>
                </c:pt>
                <c:pt idx="4076">
                  <c:v>sweethomealabama1973</c:v>
                </c:pt>
                <c:pt idx="4077">
                  <c:v>sweet_hispanic_girl0</c:v>
                </c:pt>
                <c:pt idx="4078">
                  <c:v>sweetheart_with_attitude</c:v>
                </c:pt>
                <c:pt idx="4079">
                  <c:v>sweetheartneedinglove</c:v>
                </c:pt>
                <c:pt idx="4080">
                  <c:v>sweetheartashleynicole</c:v>
                </c:pt>
                <c:pt idx="4081">
                  <c:v>sweetheart_aka_teddybear</c:v>
                </c:pt>
                <c:pt idx="4082">
                  <c:v>sweet_heart_4ever_08</c:v>
                </c:pt>
                <c:pt idx="4083">
                  <c:v>sweetgrouchnaughtygirl</c:v>
                </c:pt>
                <c:pt idx="4084">
                  <c:v>sweet_girl_gone_wild</c:v>
                </c:pt>
                <c:pt idx="4085">
                  <c:v>sweetgeorgiapeach200</c:v>
                </c:pt>
                <c:pt idx="4086">
                  <c:v>sweetgeorgiapeach17222</c:v>
                </c:pt>
                <c:pt idx="4087">
                  <c:v>sweetgal_shockmock11</c:v>
                </c:pt>
                <c:pt idx="4088">
                  <c:v>sweet_female_attitude</c:v>
                </c:pt>
                <c:pt idx="4089">
                  <c:v>sweet_dragonfly_crushing</c:v>
                </c:pt>
                <c:pt idx="4090">
                  <c:v>sweet_daniella_vanilla</c:v>
                </c:pt>
                <c:pt idx="4091">
                  <c:v>sweetdaddysmoothstick</c:v>
                </c:pt>
                <c:pt idx="4092">
                  <c:v>sweet_daddy_smoothlove</c:v>
                </c:pt>
                <c:pt idx="4093">
                  <c:v>sweetcreamychocolate</c:v>
                </c:pt>
                <c:pt idx="4094">
                  <c:v>sweetcrazyhornystuff9</c:v>
                </c:pt>
                <c:pt idx="4095">
                  <c:v>sweet_country_girl_225</c:v>
                </c:pt>
                <c:pt idx="4096">
                  <c:v>SweetCountryGirl1983</c:v>
                </c:pt>
                <c:pt idx="4097">
                  <c:v>sweet_country_girl_09</c:v>
                </c:pt>
                <c:pt idx="4098">
                  <c:v>sweet_country_girl08</c:v>
                </c:pt>
                <c:pt idx="4099">
                  <c:v>sweetcountrycutie200</c:v>
                </c:pt>
                <c:pt idx="4100">
                  <c:v>sweet_country_cowgirl</c:v>
                </c:pt>
                <c:pt idx="4101">
                  <c:v>sweet_chocolate_frog</c:v>
                </c:pt>
                <c:pt idx="4102">
                  <c:v>sweetchocolatecookiecake</c:v>
                </c:pt>
                <c:pt idx="4103">
                  <c:v>sweet_chocolate_cherry</c:v>
                </c:pt>
                <c:pt idx="4104">
                  <c:v>sweetchocolatecherry</c:v>
                </c:pt>
                <c:pt idx="4105">
                  <c:v>sweetchildomine352392</c:v>
                </c:pt>
                <c:pt idx="4106">
                  <c:v>sweet_cherry_pop_vintage</c:v>
                </c:pt>
                <c:pt idx="4107">
                  <c:v>sweet_celebrity_darryl</c:v>
                </c:pt>
                <c:pt idx="4108">
                  <c:v>sweetcarolinarealtorgirl</c:v>
                </c:pt>
                <c:pt idx="4109">
                  <c:v>sweet_carolina_girl_101</c:v>
                </c:pt>
                <c:pt idx="4110">
                  <c:v>sweet_carolina_brunette07</c:v>
                </c:pt>
                <c:pt idx="4111">
                  <c:v>sweet_caramel_tone_lady</c:v>
                </c:pt>
                <c:pt idx="4112">
                  <c:v>sweetcaramelsweetie08</c:v>
                </c:pt>
                <c:pt idx="4113">
                  <c:v>sweetcaramelprincess</c:v>
                </c:pt>
                <c:pt idx="4114">
                  <c:v>sweetcaramelkiss1010</c:v>
                </c:pt>
                <c:pt idx="4115">
                  <c:v>sweetbutterflycolors</c:v>
                </c:pt>
                <c:pt idx="4116">
                  <c:v>sweetbunnyfromhell_4</c:v>
                </c:pt>
                <c:pt idx="4117">
                  <c:v>sweetblueeyedblonde33</c:v>
                </c:pt>
                <c:pt idx="4118">
                  <c:v>sweet_blondy_babe3000</c:v>
                </c:pt>
                <c:pt idx="4119">
                  <c:v>sweet_beautiful_love</c:v>
                </c:pt>
                <c:pt idx="4120">
                  <c:v>sweetbannanafruitcake</c:v>
                </c:pt>
                <c:pt idx="4121">
                  <c:v>sweet_baby_gurl_4151</c:v>
                </c:pt>
                <c:pt idx="4122">
                  <c:v>sweet_babygirl_brina</c:v>
                </c:pt>
                <c:pt idx="4123">
                  <c:v>sweetbabygirl142309</c:v>
                </c:pt>
                <c:pt idx="4124">
                  <c:v>sweetaprilmolinacherry</c:v>
                </c:pt>
                <c:pt idx="4125">
                  <c:v>sweetangelwithattitude</c:v>
                </c:pt>
                <c:pt idx="4126">
                  <c:v>sweetangelgirlkristy</c:v>
                </c:pt>
                <c:pt idx="4127">
                  <c:v>sweetangelfromthesky</c:v>
                </c:pt>
                <c:pt idx="4128">
                  <c:v>sweet_angel_from_heaven</c:v>
                </c:pt>
                <c:pt idx="4129">
                  <c:v>sweetangelbabyleslie</c:v>
                </c:pt>
                <c:pt idx="4130">
                  <c:v>Sweet_and_Sexy_Alexis</c:v>
                </c:pt>
                <c:pt idx="4131">
                  <c:v>sweetandsassycharlotte</c:v>
                </c:pt>
                <c:pt idx="4132">
                  <c:v>sweetandinnocentsarah</c:v>
                </c:pt>
                <c:pt idx="4133">
                  <c:v>sweetandinnocentashley</c:v>
                </c:pt>
                <c:pt idx="4134">
                  <c:v>sweet_and_innocent99</c:v>
                </c:pt>
                <c:pt idx="4135">
                  <c:v>sweet_and_innocent_9</c:v>
                </c:pt>
                <c:pt idx="4136">
                  <c:v>sweet_and_innocent15</c:v>
                </c:pt>
                <c:pt idx="4137">
                  <c:v>sweet_and_fine_divine</c:v>
                </c:pt>
                <c:pt idx="4138">
                  <c:v>sweetandcutevictoria</c:v>
                </c:pt>
                <c:pt idx="4139">
                  <c:v>sweetandcutepersonality</c:v>
                </c:pt>
                <c:pt idx="4140">
                  <c:v>sweet_adorable_cutie</c:v>
                </c:pt>
                <c:pt idx="4141">
                  <c:v>sweet4sassy_cute4classy</c:v>
                </c:pt>
                <c:pt idx="4142">
                  <c:v>sweeptherabbitkiller</c:v>
                </c:pt>
                <c:pt idx="4143">
                  <c:v>sweatypeteandthemidgetmongoliancarwashteam</c:v>
                </c:pt>
                <c:pt idx="4144">
                  <c:v>sweatybettybluesband</c:v>
                </c:pt>
                <c:pt idx="4145">
                  <c:v>sweatbootsandbootyshorts</c:v>
                </c:pt>
                <c:pt idx="4146">
                  <c:v>swashbucklermooseknuckler</c:v>
                </c:pt>
                <c:pt idx="4147">
                  <c:v>swampthingproduction</c:v>
                </c:pt>
                <c:pt idx="4148">
                  <c:v>swallowtheknifemusic</c:v>
                </c:pt>
                <c:pt idx="4149">
                  <c:v>suzy_serialkiller</c:v>
                </c:pt>
                <c:pt idx="4150">
                  <c:v>suzyleecandycanechild</c:v>
                </c:pt>
                <c:pt idx="4151">
                  <c:v>suzanna_rosanna_danna</c:v>
                </c:pt>
                <c:pt idx="4152">
                  <c:v>suzannagriffithmusic</c:v>
                </c:pt>
                <c:pt idx="4153">
                  <c:v>suspiciouspackagemusic</c:v>
                </c:pt>
                <c:pt idx="4154">
                  <c:v>suspendyourdisbelief7</c:v>
                </c:pt>
                <c:pt idx="4155">
                  <c:v>susanhottieforever</c:v>
                </c:pt>
                <c:pt idx="4156">
                  <c:v>susancampbellphotography</c:v>
                </c:pt>
                <c:pt idx="4157">
                  <c:v>survivoreliminationgame</c:v>
                </c:pt>
                <c:pt idx="4158">
                  <c:v>surrender-your-booty</c:v>
                </c:pt>
                <c:pt idx="4159">
                  <c:v>surfuntilyoudrop81705</c:v>
                </c:pt>
                <c:pt idx="4160">
                  <c:v>surf_till_the_wipeout</c:v>
                </c:pt>
                <c:pt idx="4161">
                  <c:v>surf_snowboarder24710</c:v>
                </c:pt>
                <c:pt idx="4162">
                  <c:v>surfer_with_attitude</c:v>
                </c:pt>
                <c:pt idx="4163">
                  <c:v>surfer_style_chick101</c:v>
                </c:pt>
                <c:pt idx="4164">
                  <c:v>surfersoccerstudaustin</c:v>
                </c:pt>
                <c:pt idx="4165">
                  <c:v>surferskaterrockerdude</c:v>
                </c:pt>
                <c:pt idx="4166">
                  <c:v>surfer_skater_partyboy</c:v>
                </c:pt>
                <c:pt idx="4167">
                  <c:v>surferprincesstiffany</c:v>
                </c:pt>
                <c:pt idx="4168">
                  <c:v>surfer_lover_waterpolo</c:v>
                </c:pt>
                <c:pt idx="4169">
                  <c:v>surferchickforlifebitch</c:v>
                </c:pt>
                <c:pt idx="4170">
                  <c:v>surfer_boy_chad_westerly</c:v>
                </c:pt>
                <c:pt idx="4171">
                  <c:v>sur13_rider_4life_13</c:v>
                </c:pt>
                <c:pt idx="4172">
                  <c:v>supremeoverlorduncle</c:v>
                </c:pt>
                <c:pt idx="4173">
                  <c:v>supreme_lord_hamilton</c:v>
                </c:pt>
                <c:pt idx="4174">
                  <c:v>supreme_empress_cricket</c:v>
                </c:pt>
                <c:pt idx="4175">
                  <c:v>supreme_crossdresser</c:v>
                </c:pt>
                <c:pt idx="4176">
                  <c:v>supremeclienteleprod</c:v>
                </c:pt>
                <c:pt idx="4177">
                  <c:v>supremebuttermilkwaffle</c:v>
                </c:pt>
                <c:pt idx="4178">
                  <c:v>supremebeingmikefresh</c:v>
                </c:pt>
                <c:pt idx="4179">
                  <c:v>supportyourlocalflattrack</c:v>
                </c:pt>
                <c:pt idx="4180">
                  <c:v>supportyourlocalchickband</c:v>
                </c:pt>
                <c:pt idx="4181">
                  <c:v>supportwhitesupremacy</c:v>
                </c:pt>
                <c:pt idx="4182">
                  <c:v>supportthroughfashion</c:v>
                </c:pt>
                <c:pt idx="4183">
                  <c:v>supportthelocalmusicscene</c:v>
                </c:pt>
                <c:pt idx="4184">
                  <c:v>supportindependentthought</c:v>
                </c:pt>
                <c:pt idx="4185">
                  <c:v>supportanimalcruelty</c:v>
                </c:pt>
                <c:pt idx="4186">
                  <c:v>SuperZeroloveyou7935</c:v>
                </c:pt>
                <c:pt idx="4187">
                  <c:v>_super_weird_person_</c:v>
                </c:pt>
                <c:pt idx="4188">
                  <c:v>superultimatefulltimechill</c:v>
                </c:pt>
                <c:pt idx="4189">
                  <c:v>superturkeyturbopuncher3</c:v>
                </c:pt>
                <c:pt idx="4190">
                  <c:v>supersweetgeorgiapeach</c:v>
                </c:pt>
                <c:pt idx="4191">
                  <c:v>supersurroundsoundbarrier</c:v>
                </c:pt>
                <c:pt idx="4192">
                  <c:v>superstringtheorymusic</c:v>
                </c:pt>
                <c:pt idx="4193">
                  <c:v>superstrawberryshortcake</c:v>
                </c:pt>
                <c:pt idx="4194">
                  <c:v>superstarentertainment</c:v>
                </c:pt>
                <c:pt idx="4195">
                  <c:v>supersportsspectacular</c:v>
                </c:pt>
                <c:pt idx="4196">
                  <c:v>superspecialsecretspace</c:v>
                </c:pt>
                <c:pt idx="4197">
                  <c:v>superspecialindividual</c:v>
                </c:pt>
                <c:pt idx="4198">
                  <c:v>supersonichighspeedracer</c:v>
                </c:pt>
                <c:pt idx="4199">
                  <c:v>supersmashbrotherbrawl</c:v>
                </c:pt>
                <c:pt idx="4200">
                  <c:v>superskunkweedfarmer</c:v>
                </c:pt>
                <c:pt idx="4201">
                  <c:v>supershakelilwaynesong</c:v>
                </c:pt>
                <c:pt idx="4202">
                  <c:v>super_sexy_girl12345</c:v>
                </c:pt>
                <c:pt idx="4203">
                  <c:v>supersecretdeltamusicmike</c:v>
                </c:pt>
                <c:pt idx="4204">
                  <c:v>superseasonsnowbunny</c:v>
                </c:pt>
                <c:pt idx="4205">
                  <c:v>SuperSarahbecauseshecan</c:v>
                </c:pt>
                <c:pt idx="4206">
                  <c:v>supersapperarmysoldier</c:v>
                </c:pt>
                <c:pt idx="4207">
                  <c:v>superphotographymeghan</c:v>
                </c:pt>
                <c:pt idx="4208">
                  <c:v>super_penguin_person</c:v>
                </c:pt>
                <c:pt idx="4209">
                  <c:v>superparolrealcrazy15</c:v>
                </c:pt>
                <c:pt idx="4210">
                  <c:v>supernaturalsoundtrack</c:v>
                </c:pt>
                <c:pt idx="4211">
                  <c:v>_supernaturalhunters_</c:v>
                </c:pt>
                <c:pt idx="4212">
                  <c:v>supernaturaldisastermanipulation</c:v>
                </c:pt>
                <c:pt idx="4213">
                  <c:v>supermonkeypoopfight</c:v>
                </c:pt>
                <c:pt idx="4214">
                  <c:v>supermodelbeautyqueen</c:v>
                </c:pt>
                <c:pt idx="4215">
                  <c:v>superman_kingdom_come</c:v>
                </c:pt>
                <c:pt idx="4216">
                  <c:v>supermandingowarrior</c:v>
                </c:pt>
                <c:pt idx="4217">
                  <c:v>superman_comes_out_today</c:v>
                </c:pt>
                <c:pt idx="4218">
                  <c:v>supermancantsaveyounow</c:v>
                </c:pt>
                <c:pt idx="4219">
                  <c:v>superman_baby_you_know</c:v>
                </c:pt>
                <c:pt idx="4220">
                  <c:v>superman_aka_clarkkent</c:v>
                </c:pt>
                <c:pt idx="4221">
                  <c:v>superlover_undercover</c:v>
                </c:pt>
                <c:pt idx="4222">
                  <c:v>superllamaandakittytoo</c:v>
                </c:pt>
                <c:pt idx="4223">
                  <c:v>superiortitleinsurance</c:v>
                </c:pt>
                <c:pt idx="4224">
                  <c:v>superhero_for_your_soul</c:v>
                </c:pt>
                <c:pt idx="4225">
                  <c:v>superheroballerina4life</c:v>
                </c:pt>
                <c:pt idx="4226">
                  <c:v>superhappypositivepeople</c:v>
                </c:pt>
                <c:pt idx="4227">
                  <c:v>superhappymonkeyslap</c:v>
                </c:pt>
                <c:pt idx="4228">
                  <c:v>super__happy__fun__time</c:v>
                </c:pt>
                <c:pt idx="4229">
                  <c:v>superhairymuffmonkey</c:v>
                </c:pt>
                <c:pt idx="4230">
                  <c:v>super_gorgeous_heiress</c:v>
                </c:pt>
                <c:pt idx="4231">
                  <c:v>supergirl_2_the_rescue</c:v>
                </c:pt>
                <c:pt idx="4232">
                  <c:v>super_gay_crab_dream</c:v>
                </c:pt>
                <c:pt idx="4233">
                  <c:v>superfurryanimalphil</c:v>
                </c:pt>
                <c:pt idx="4234">
                  <c:v>superfreakinglindsey</c:v>
                </c:pt>
                <c:pt idx="4235">
                  <c:v>superfreakingawesome</c:v>
                </c:pt>
                <c:pt idx="4236">
                  <c:v>superflyladydanielle</c:v>
                </c:pt>
                <c:pt idx="4237">
                  <c:v>superflyingtacklepounce</c:v>
                </c:pt>
                <c:pt idx="4238">
                  <c:v>super_fly_beauty_queen19</c:v>
                </c:pt>
                <c:pt idx="4239">
                  <c:v>superfantasticbowiestuff</c:v>
                </c:pt>
                <c:pt idx="4240">
                  <c:v>superfalloutboytaylor333</c:v>
                </c:pt>
                <c:pt idx="4241">
                  <c:v>superduperstraightguy</c:v>
                </c:pt>
                <c:pt idx="4242">
                  <c:v>super_duper_kathleen</c:v>
                </c:pt>
                <c:pt idx="4243">
                  <c:v>superdupergirl12345</c:v>
                </c:pt>
                <c:pt idx="4244">
                  <c:v>superduperawesomefun</c:v>
                </c:pt>
                <c:pt idx="4245">
                  <c:v>super_double_ultra_ace</c:v>
                </c:pt>
                <c:pt idx="4246">
                  <c:v>superdeathmidgetkiller</c:v>
                </c:pt>
                <c:pt idx="4247">
                  <c:v>supercrosscountryman</c:v>
                </c:pt>
                <c:pt idx="4248">
                  <c:v>super_crazy_rat_girl</c:v>
                </c:pt>
                <c:pt idx="4249">
                  <c:v>super_cool_wacky_dude</c:v>
                </c:pt>
                <c:pt idx="4250">
                  <c:v>supercoolsexybastard</c:v>
                </c:pt>
                <c:pt idx="4251">
                  <c:v>supercoolpartypeople</c:v>
                </c:pt>
                <c:pt idx="4252">
                  <c:v>super_cool_dude_man_guy</c:v>
                </c:pt>
                <c:pt idx="4253">
                  <c:v>super_chic_cello_chick</c:v>
                </c:pt>
                <c:pt idx="4254">
                  <c:v>superbathroomcleaner</c:v>
                </c:pt>
                <c:pt idx="4255">
                  <c:v>superawesomerandomness</c:v>
                </c:pt>
                <c:pt idx="4256">
                  <c:v>super-anna-sava201001</c:v>
                </c:pt>
                <c:pt idx="4257">
                  <c:v>super_affiliate_marketing</c:v>
                </c:pt>
                <c:pt idx="4258">
                  <c:v>super_adventure_club</c:v>
                </c:pt>
                <c:pt idx="4259">
                  <c:v>super_across_the_way</c:v>
                </c:pt>
                <c:pt idx="4260">
                  <c:v>super5streetfighter7</c:v>
                </c:pt>
                <c:pt idx="4261">
                  <c:v>supaflymackdaddyboss</c:v>
                </c:pt>
                <c:pt idx="4262">
                  <c:v>supadudereadyfortalking</c:v>
                </c:pt>
                <c:pt idx="4263">
                  <c:v>sunspray_honeysuckle</c:v>
                </c:pt>
                <c:pt idx="4264">
                  <c:v>sunshinestarsandhappiness</c:v>
                </c:pt>
                <c:pt idx="4265">
                  <c:v>sunshineroger_rabbit</c:v>
                </c:pt>
                <c:pt idx="4266">
                  <c:v>sunshineprettyyellow</c:v>
                </c:pt>
                <c:pt idx="4267">
                  <c:v>sunshineprayerwarrior</c:v>
                </c:pt>
                <c:pt idx="4268">
                  <c:v>sunshinepistolshapedstate</c:v>
                </c:pt>
                <c:pt idx="4269">
                  <c:v>sunshineoliviabackup</c:v>
                </c:pt>
                <c:pt idx="4270">
                  <c:v>sunshineloveswishbear</c:v>
                </c:pt>
                <c:pt idx="4271">
                  <c:v>sunshineloveandspite</c:v>
                </c:pt>
                <c:pt idx="4272">
                  <c:v>sunshine_hottie_4life</c:v>
                </c:pt>
                <c:pt idx="4273">
                  <c:v>sunshinehappykilldeath</c:v>
                </c:pt>
                <c:pt idx="4274">
                  <c:v>sunshine_ghettochick</c:v>
                </c:pt>
                <c:pt idx="4275">
                  <c:v>sunshineflower_daydream</c:v>
                </c:pt>
                <c:pt idx="4276">
                  <c:v>sunshine_flavor_skittles</c:v>
                </c:pt>
                <c:pt idx="4277">
                  <c:v>sunshine_film_company</c:v>
                </c:pt>
                <c:pt idx="4278">
                  <c:v>sunshine_fairy_4_ever</c:v>
                </c:pt>
                <c:pt idx="4279">
                  <c:v>sunshine_desert_rose</c:v>
                </c:pt>
                <c:pt idx="4280">
                  <c:v>sunshinedaydreamlover</c:v>
                </c:pt>
                <c:pt idx="4281">
                  <c:v>sunshine_blue_chicago</c:v>
                </c:pt>
                <c:pt idx="4282">
                  <c:v>sunshineandsummertime</c:v>
                </c:pt>
                <c:pt idx="4283">
                  <c:v>sunshine_and_moondust</c:v>
                </c:pt>
                <c:pt idx="4284">
                  <c:v>sunshineandcoconutmilk</c:v>
                </c:pt>
                <c:pt idx="4285">
                  <c:v>sunshine_and_chocolate</c:v>
                </c:pt>
                <c:pt idx="4286">
                  <c:v>sunshine_and_blossom</c:v>
                </c:pt>
                <c:pt idx="4287">
                  <c:v>sunshine4meinparadise</c:v>
                </c:pt>
                <c:pt idx="4288">
                  <c:v>sunsetsinparadiselayout</c:v>
                </c:pt>
                <c:pt idx="4289">
                  <c:v>sunsetrecordingstudio</c:v>
                </c:pt>
                <c:pt idx="4290">
                  <c:v>sunsetprofile_photography</c:v>
                </c:pt>
                <c:pt idx="4291">
                  <c:v>sunseteatsoliloquist</c:v>
                </c:pt>
                <c:pt idx="4292">
                  <c:v>sunset_beauty_for_you</c:v>
                </c:pt>
                <c:pt idx="4293">
                  <c:v>sunsetbeachsilogram4</c:v>
                </c:pt>
                <c:pt idx="4294">
                  <c:v>sunnyvaletrailerpark</c:v>
                </c:pt>
                <c:pt idx="4295">
                  <c:v>sunnytropicaldreaming</c:v>
                </c:pt>
                <c:pt idx="4296">
                  <c:v>sunny_tropical_breeze</c:v>
                </c:pt>
                <c:pt idx="4297">
                  <c:v>sunnythedallascowboy</c:v>
                </c:pt>
                <c:pt idx="4298">
                  <c:v>sunnysidealistpatient</c:v>
                </c:pt>
                <c:pt idx="4299">
                  <c:v>sunnyforeverfollowinghim</c:v>
                </c:pt>
                <c:pt idx="4300">
                  <c:v>sunny_blackwidow_dreamer</c:v>
                </c:pt>
                <c:pt idx="4301">
                  <c:v>sunhoney_spraysuckle</c:v>
                </c:pt>
                <c:pt idx="4302">
                  <c:v>sunflowersmilesonline</c:v>
                </c:pt>
                <c:pt idx="4303">
                  <c:v>sunflower_head_raptor</c:v>
                </c:pt>
                <c:pt idx="4304">
                  <c:v>sunflowerandsapphire</c:v>
                </c:pt>
                <c:pt idx="4305">
                  <c:v>sundaysanasquashbanana</c:v>
                </c:pt>
                <c:pt idx="4306">
                  <c:v>sundaymorningsyndrome</c:v>
                </c:pt>
                <c:pt idx="4307">
                  <c:v>sunday_morning_sidewalk</c:v>
                </c:pt>
                <c:pt idx="4308">
                  <c:v>sundaymorningministry</c:v>
                </c:pt>
                <c:pt idx="4309">
                  <c:v>sundance4allthepeople</c:v>
                </c:pt>
                <c:pt idx="4310">
                  <c:v>sumweredeadinhollywood</c:v>
                </c:pt>
                <c:pt idx="4311">
                  <c:v>sumthin_about_the_number1</c:v>
                </c:pt>
                <c:pt idx="4312">
                  <c:v>summer_time_sunshine</c:v>
                </c:pt>
                <c:pt idx="4313">
                  <c:v>summer_sprung_winter</c:v>
                </c:pt>
                <c:pt idx="4314">
                  <c:v>summersausagespectacular</c:v>
                </c:pt>
                <c:pt idx="4315">
                  <c:v>summernicoleslaughter2</c:v>
                </c:pt>
                <c:pt idx="4316">
                  <c:v>summermeltdownfestival</c:v>
                </c:pt>
                <c:pt idx="4317">
                  <c:v>summerhouse_layoutpreview</c:v>
                </c:pt>
                <c:pt idx="4318">
                  <c:v>summergirl_rockyourworld</c:v>
                </c:pt>
                <c:pt idx="4319">
                  <c:v>summerbridgepittsburgh</c:v>
                </c:pt>
                <c:pt idx="4320">
                  <c:v>summerbreeze11radarlove</c:v>
                </c:pt>
                <c:pt idx="4321">
                  <c:v>summer_blue_butterfly_22</c:v>
                </c:pt>
                <c:pt idx="4322">
                  <c:v>summer_billiejoebabygirl</c:v>
                </c:pt>
                <c:pt idx="4323">
                  <c:v>summerbabealyssa10192</c:v>
                </c:pt>
                <c:pt idx="4324">
                  <c:v>summer_and_kelsi_are_hot</c:v>
                </c:pt>
                <c:pt idx="4325">
                  <c:v>sumbitchpilemonkeynut</c:v>
                </c:pt>
                <c:pt idx="4326">
                  <c:v>sum2realsexyandsmart</c:v>
                </c:pt>
                <c:pt idx="4327">
                  <c:v>suitelifeoverlaypreview</c:v>
                </c:pt>
                <c:pt idx="4328">
                  <c:v>suicidetwistfestival</c:v>
                </c:pt>
                <c:pt idx="4329">
                  <c:v>suicidesymphonyserenade</c:v>
                </c:pt>
                <c:pt idx="4330">
                  <c:v>suicide_squad_attack</c:v>
                </c:pt>
                <c:pt idx="4331">
                  <c:v>suicidenotesandcutting</c:v>
                </c:pt>
                <c:pt idx="4332">
                  <c:v>suicide_forever_frank</c:v>
                </c:pt>
                <c:pt idx="4333">
                  <c:v>suicide_death_tragedy</c:v>
                </c:pt>
                <c:pt idx="4334">
                  <c:v>suicidebecomesskinny</c:v>
                </c:pt>
                <c:pt idx="4335">
                  <c:v>suicide_angel_4_ever</c:v>
                </c:pt>
                <c:pt idx="4336">
                  <c:v>suicidal_teddybear13</c:v>
                </c:pt>
                <c:pt idx="4337">
                  <c:v>suicidalpurplesheepband</c:v>
                </c:pt>
                <c:pt idx="4338">
                  <c:v>suicidaldarknessband</c:v>
                </c:pt>
                <c:pt idx="4339">
                  <c:v>sugar_wur_going_down</c:v>
                </c:pt>
                <c:pt idx="4340">
                  <c:v>sugar_were_going_down0</c:v>
                </c:pt>
                <c:pt idx="4341">
                  <c:v>sugarspicenaughtynice</c:v>
                </c:pt>
                <c:pt idx="4342">
                  <c:v>sugar_spice_and_nice</c:v>
                </c:pt>
                <c:pt idx="4343">
                  <c:v>sugarpiehoneybunch77</c:v>
                </c:pt>
                <c:pt idx="4344">
                  <c:v>sugarpiehoneybunch209</c:v>
                </c:pt>
                <c:pt idx="4345">
                  <c:v>sugar_pie_honey_bun1</c:v>
                </c:pt>
                <c:pt idx="4346">
                  <c:v>sugar_lollipop_cherryblue</c:v>
                </c:pt>
                <c:pt idx="4347">
                  <c:v>sugarhillunderground</c:v>
                </c:pt>
                <c:pt idx="4348">
                  <c:v>sugarhighkittenlayout</c:v>
                </c:pt>
                <c:pt idx="4349">
                  <c:v>sugar_coated_poison_apple</c:v>
                </c:pt>
                <c:pt idx="4350">
                  <c:v>sugarbunnyandlovedove</c:v>
                </c:pt>
                <c:pt idx="4351">
                  <c:v>sugaranspiceverythingnice</c:v>
                </c:pt>
                <c:pt idx="4352">
                  <c:v>suffragettesoundmachine</c:v>
                </c:pt>
                <c:pt idx="4353">
                  <c:v>suffocatingsightrock</c:v>
                </c:pt>
                <c:pt idx="4354">
                  <c:v>sufferingtheaftermath091</c:v>
                </c:pt>
                <c:pt idx="4355">
                  <c:v>sufferingfromboredom</c:v>
                </c:pt>
                <c:pt idx="4356">
                  <c:v>sufferingforsurvival</c:v>
                </c:pt>
                <c:pt idx="4357">
                  <c:v>suddenrushfanclub143</c:v>
                </c:pt>
                <c:pt idx="4358">
                  <c:v>suddenlybeautifulmusic</c:v>
                </c:pt>
                <c:pt idx="4359">
                  <c:v>suddendeathfromabove</c:v>
                </c:pt>
                <c:pt idx="4360">
                  <c:v>suckdick_21time4free</c:v>
                </c:pt>
                <c:pt idx="4361">
                  <c:v>suchreallyawfulpoetry</c:v>
                </c:pt>
                <c:pt idx="4362">
                  <c:v>successfulfailurerock</c:v>
                </c:pt>
                <c:pt idx="4363">
                  <c:v>subzonerecordingstudio</c:v>
                </c:pt>
                <c:pt idx="4364">
                  <c:v>subzeroprojectvulcan</c:v>
                </c:pt>
                <c:pt idx="4365">
                  <c:v>subway_eat_fresh_101</c:v>
                </c:pt>
                <c:pt idx="4366">
                  <c:v>suburbanhousehusband</c:v>
                </c:pt>
                <c:pt idx="4367">
                  <c:v>suburbanestatebluesband</c:v>
                </c:pt>
                <c:pt idx="4368">
                  <c:v>suburbanacidsaturation</c:v>
                </c:pt>
                <c:pt idx="4369">
                  <c:v>subundergroundnorcal</c:v>
                </c:pt>
                <c:pt idx="4370">
                  <c:v>subterraneanhomesickgirl</c:v>
                </c:pt>
                <c:pt idx="4371">
                  <c:v>submissivelilpandabear</c:v>
                </c:pt>
                <c:pt idx="4372">
                  <c:v>submission_under_torture</c:v>
                </c:pt>
                <c:pt idx="4373">
                  <c:v>subliminalsocietybassist</c:v>
                </c:pt>
                <c:pt idx="4374">
                  <c:v>subliminalsearchengine</c:v>
                </c:pt>
                <c:pt idx="4375">
                  <c:v>sublimeeyeentertainment</c:v>
                </c:pt>
                <c:pt idx="4376">
                  <c:v>subconsciousrageband</c:v>
                </c:pt>
                <c:pt idx="4377">
                  <c:v>stylishsouthernbelle</c:v>
                </c:pt>
                <c:pt idx="4378">
                  <c:v>stylesandbreezesonic</c:v>
                </c:pt>
                <c:pt idx="4379">
                  <c:v>stylesandbreezeofficial</c:v>
                </c:pt>
                <c:pt idx="4380">
                  <c:v>styleoversubstancemusic</c:v>
                </c:pt>
                <c:pt idx="4381">
                  <c:v>stupid_white_cracker</c:v>
                </c:pt>
                <c:pt idx="4382">
                  <c:v>stupidtwoeyedhamster</c:v>
                </c:pt>
                <c:pt idx="4383">
                  <c:v>stupidretardedmonkey</c:v>
                </c:pt>
                <c:pt idx="4384">
                  <c:v>stupidpeoplearebreeding</c:v>
                </c:pt>
                <c:pt idx="4385">
                  <c:v>stupidfuckingbeanerspik</c:v>
                </c:pt>
                <c:pt idx="4386">
                  <c:v>stupidfacedannoyingbast</c:v>
                </c:pt>
                <c:pt idx="4387">
                  <c:v>stupidcocksuckingwhiteguy</c:v>
                </c:pt>
                <c:pt idx="4388">
                  <c:v>stupidblondesarebetter</c:v>
                </c:pt>
                <c:pt idx="4389">
                  <c:v>stupid_beyond_belief</c:v>
                </c:pt>
                <c:pt idx="4390">
                  <c:v>stupid_and_contagious09</c:v>
                </c:pt>
                <c:pt idx="4391">
                  <c:v>stuntvilleentertainment</c:v>
                </c:pt>
                <c:pt idx="4392">
                  <c:v>stunnerwearingsuperstar</c:v>
                </c:pt>
                <c:pt idx="4393">
                  <c:v>stumblingthroughecstasy</c:v>
                </c:pt>
                <c:pt idx="4394">
                  <c:v>stuffnobodycaresabout</c:v>
                </c:pt>
                <c:pt idx="4395">
                  <c:v>stuffedclownfromhell</c:v>
                </c:pt>
                <c:pt idx="4396">
                  <c:v>stuffedanimalstarship</c:v>
                </c:pt>
                <c:pt idx="4397">
                  <c:v>studioprimephotography</c:v>
                </c:pt>
                <c:pt idx="4398">
                  <c:v>studentworkspainting</c:v>
                </c:pt>
                <c:pt idx="4399">
                  <c:v>studentventurecarrollton</c:v>
                </c:pt>
                <c:pt idx="4400">
                  <c:v>studentsocialistcoalition</c:v>
                </c:pt>
                <c:pt idx="4401">
                  <c:v>studentbodyuniversity</c:v>
                </c:pt>
                <c:pt idx="4402">
                  <c:v>studentbluestravel4less</c:v>
                </c:pt>
                <c:pt idx="4403">
                  <c:v>stuckwiththisnameforever</c:v>
                </c:pt>
                <c:pt idx="4404">
                  <c:v>stuck_with_this_name</c:v>
                </c:pt>
                <c:pt idx="4405">
                  <c:v>stuckmusiclikequicksand</c:v>
                </c:pt>
                <c:pt idx="4406">
                  <c:v>stuartthespringerspaniel</c:v>
                </c:pt>
                <c:pt idx="4407">
                  <c:v>stuart_penis_dick_jackson</c:v>
                </c:pt>
                <c:pt idx="4408">
                  <c:v>stuart_gilligan_griffin</c:v>
                </c:pt>
                <c:pt idx="4409">
                  <c:v>strychninestonerrock</c:v>
                </c:pt>
                <c:pt idx="4410">
                  <c:v>strugglingtobeindependent</c:v>
                </c:pt>
                <c:pt idx="4411">
                  <c:v>strong_wrestler_girl</c:v>
                </c:pt>
                <c:pt idx="4412">
                  <c:v>strongphenomenalwoman</c:v>
                </c:pt>
                <c:pt idx="4413">
                  <c:v>strong_heart_formula</c:v>
                </c:pt>
                <c:pt idx="4414">
                  <c:v>strong_but_sensitive</c:v>
                </c:pt>
                <c:pt idx="4415">
                  <c:v>strongbutheartbroken08</c:v>
                </c:pt>
                <c:pt idx="4416">
                  <c:v>strivingforgreatness</c:v>
                </c:pt>
                <c:pt idx="4417">
                  <c:v>strivingforcerridwen</c:v>
                </c:pt>
                <c:pt idx="4418">
                  <c:v>strippokerallnightlong</c:v>
                </c:pt>
                <c:pt idx="4419">
                  <c:v>strippedconcertseries</c:v>
                </c:pt>
                <c:pt idx="4420">
                  <c:v>stringtheguitarslowly</c:v>
                </c:pt>
                <c:pt idx="4421">
                  <c:v>strikergibsonexplorer</c:v>
                </c:pt>
                <c:pt idx="4422">
                  <c:v>strictnonnuditypolicy</c:v>
                </c:pt>
                <c:pt idx="4423">
                  <c:v>strictlyjazzentertainment</c:v>
                </c:pt>
                <c:pt idx="4424">
                  <c:v>strictlychilternlover</c:v>
                </c:pt>
                <c:pt idx="4425">
                  <c:v>strictly4thaladies88</c:v>
                </c:pt>
                <c:pt idx="4426">
                  <c:v>stricklandperformance</c:v>
                </c:pt>
                <c:pt idx="4427">
                  <c:v>stretchyourrubberband</c:v>
                </c:pt>
                <c:pt idx="4428">
                  <c:v>stress_insanity_chaos_fun</c:v>
                </c:pt>
                <c:pt idx="4429">
                  <c:v>strengththroughbrutality</c:v>
                </c:pt>
                <c:pt idx="4430">
                  <c:v>street_warrior_leader</c:v>
                </c:pt>
                <c:pt idx="4431">
                  <c:v>streetstrappedracing</c:v>
                </c:pt>
                <c:pt idx="4432">
                  <c:v>streetsquadentertainment0</c:v>
                </c:pt>
                <c:pt idx="4433">
                  <c:v>streetmusicentertainment</c:v>
                </c:pt>
                <c:pt idx="4434">
                  <c:v>streetmixentertainment</c:v>
                </c:pt>
                <c:pt idx="4435">
                  <c:v>streetlightmanifesto123</c:v>
                </c:pt>
                <c:pt idx="4436">
                  <c:v>streetlightmanifesto</c:v>
                </c:pt>
                <c:pt idx="4437">
                  <c:v>streetlightcurfewmusic</c:v>
                </c:pt>
                <c:pt idx="4438">
                  <c:v>streetlevel_management</c:v>
                </c:pt>
                <c:pt idx="4439">
                  <c:v>streetknowledgemedia</c:v>
                </c:pt>
                <c:pt idx="4440">
                  <c:v>streetjusticehelicopter</c:v>
                </c:pt>
                <c:pt idx="4441">
                  <c:v>streetgangdancefight</c:v>
                </c:pt>
                <c:pt idx="4442">
                  <c:v>streetempireentertainment</c:v>
                </c:pt>
                <c:pt idx="4443">
                  <c:v>streetdreamsent4life</c:v>
                </c:pt>
                <c:pt idx="4444">
                  <c:v>streetdancer_funkymonkey3</c:v>
                </c:pt>
                <c:pt idx="4445">
                  <c:v>streetcornerrecording</c:v>
                </c:pt>
                <c:pt idx="4446">
                  <c:v>streetcornerjunction</c:v>
                </c:pt>
                <c:pt idx="4447">
                  <c:v>streetchoirmanagement</c:v>
                </c:pt>
                <c:pt idx="4448">
                  <c:v>straythoodissmokedout</c:v>
                </c:pt>
                <c:pt idx="4449">
                  <c:v>stray_jacket_feeling</c:v>
                </c:pt>
                <c:pt idx="4450">
                  <c:v>strawburry_shortcake</c:v>
                </c:pt>
                <c:pt idx="4451">
                  <c:v>strawberry_water_addict</c:v>
                </c:pt>
                <c:pt idx="4452">
                  <c:v>strawberrysophisticake</c:v>
                </c:pt>
                <c:pt idx="4453">
                  <c:v>strawberryshort_stephie</c:v>
                </c:pt>
                <c:pt idx="4454">
                  <c:v>strawberryshortstack1234</c:v>
                </c:pt>
                <c:pt idx="4455">
                  <c:v>strawberryshortkate1</c:v>
                </c:pt>
                <c:pt idx="4456">
                  <c:v>strawberryshortcakeland</c:v>
                </c:pt>
                <c:pt idx="4457">
                  <c:v>strawberryshortcake_kayla</c:v>
                </c:pt>
                <c:pt idx="4458">
                  <c:v>strawberry_shortcake_gene</c:v>
                </c:pt>
                <c:pt idx="4459">
                  <c:v>strawberryshortcakedance</c:v>
                </c:pt>
                <c:pt idx="4460">
                  <c:v>strawberry_short_cake88</c:v>
                </c:pt>
                <c:pt idx="4461">
                  <c:v>strawberryshort_cake_1</c:v>
                </c:pt>
                <c:pt idx="4462">
                  <c:v>strawberrysherbert99</c:v>
                </c:pt>
                <c:pt idx="4463">
                  <c:v>strawberrysandcream74</c:v>
                </c:pt>
                <c:pt idx="4464">
                  <c:v>strawberrysandchocolate1</c:v>
                </c:pt>
                <c:pt idx="4465">
                  <c:v>strawberry_princessgirl</c:v>
                </c:pt>
                <c:pt idx="4466">
                  <c:v>strawberrypoochpopper</c:v>
                </c:pt>
                <c:pt idx="4467">
                  <c:v>strawberryplusbanana</c:v>
                </c:pt>
                <c:pt idx="4468">
                  <c:v>strawberrymusictwist</c:v>
                </c:pt>
                <c:pt idx="4469">
                  <c:v>strawberrymaryforever</c:v>
                </c:pt>
                <c:pt idx="4470">
                  <c:v>strawberrylollypop101</c:v>
                </c:pt>
                <c:pt idx="4471">
                  <c:v>strawberrykiwibanana</c:v>
                </c:pt>
                <c:pt idx="4472">
                  <c:v>strawberry_icecream88</c:v>
                </c:pt>
                <c:pt idx="4473">
                  <c:v>strawberryicecream25</c:v>
                </c:pt>
                <c:pt idx="4474">
                  <c:v>strawberryhotchocolate</c:v>
                </c:pt>
                <c:pt idx="4475">
                  <c:v>strawberrygirlamanda</c:v>
                </c:pt>
                <c:pt idx="4476">
                  <c:v>strawberryflavoredchapstick</c:v>
                </c:pt>
                <c:pt idx="4477">
                  <c:v>strawberrydelightprincess</c:v>
                </c:pt>
                <c:pt idx="4478">
                  <c:v>strawberrycrestcheer</c:v>
                </c:pt>
                <c:pt idx="4479">
                  <c:v>strawberrycheesecakeloo</c:v>
                </c:pt>
                <c:pt idx="4480">
                  <c:v>strawberryblondemegan</c:v>
                </c:pt>
                <c:pt idx="4481">
                  <c:v>strawberrybeckytoosexy</c:v>
                </c:pt>
                <c:pt idx="4482">
                  <c:v>strawberryandcoconut</c:v>
                </c:pt>
                <c:pt idx="4483">
                  <c:v>strawberry_aka_priscilla</c:v>
                </c:pt>
                <c:pt idx="4484">
                  <c:v>strawberrieshortcake43</c:v>
                </c:pt>
                <c:pt idx="4485">
                  <c:v>strawberriesandcreambaby</c:v>
                </c:pt>
                <c:pt idx="4486">
                  <c:v>strawberriesandcream87</c:v>
                </c:pt>
                <c:pt idx="4487">
                  <c:v>strawberriesandcream420</c:v>
                </c:pt>
                <c:pt idx="4488">
                  <c:v>strawberriesandchampagne</c:v>
                </c:pt>
                <c:pt idx="4489">
                  <c:v>strawberrie_lemonade</c:v>
                </c:pt>
                <c:pt idx="4490">
                  <c:v>strawbarry_vanilla_cream</c:v>
                </c:pt>
                <c:pt idx="4491">
                  <c:v>Strawbarryshortcakepie</c:v>
                </c:pt>
                <c:pt idx="4492">
                  <c:v>strangerwithcandy414</c:v>
                </c:pt>
                <c:pt idx="4493">
                  <c:v>strangerthanyoursympathy_</c:v>
                </c:pt>
                <c:pt idx="4494">
                  <c:v>strangerswithcandymovie</c:v>
                </c:pt>
                <c:pt idx="4495">
                  <c:v>strangersonthefootpath</c:v>
                </c:pt>
                <c:pt idx="4496">
                  <c:v>strangerdangerbeware</c:v>
                </c:pt>
                <c:pt idx="4497">
                  <c:v>strange_and_mysterious</c:v>
                </c:pt>
                <c:pt idx="4498">
                  <c:v>straitthroughtheheart13</c:v>
                </c:pt>
                <c:pt idx="4499">
                  <c:v>straithoodentertainment</c:v>
                </c:pt>
                <c:pt idx="4500">
                  <c:v>straightupgangster4life</c:v>
                </c:pt>
                <c:pt idx="4501">
                  <c:v>straightupcountrychick</c:v>
                </c:pt>
                <c:pt idx="4502">
                  <c:v>straightprideworldwide</c:v>
                </c:pt>
                <c:pt idx="4503">
                  <c:v>straightoutthecountry</c:v>
                </c:pt>
                <c:pt idx="4504">
                  <c:v>straightjacketstreetorgy</c:v>
                </c:pt>
                <c:pt idx="4505">
                  <c:v>straightjacketrebellion</c:v>
                </c:pt>
                <c:pt idx="4506">
                  <c:v>straightjacketcabaret</c:v>
                </c:pt>
                <c:pt idx="4507">
                  <c:v>straight_hood_09baby</c:v>
                </c:pt>
                <c:pt idx="4508">
                  <c:v>straightfromtheutter</c:v>
                </c:pt>
                <c:pt idx="4509">
                  <c:v>straightfromtheshoulder</c:v>
                </c:pt>
                <c:pt idx="4510">
                  <c:v>straight_for_life_102</c:v>
                </c:pt>
                <c:pt idx="4511">
                  <c:v>straight_edge_warrior</c:v>
                </c:pt>
                <c:pt idx="4512">
                  <c:v>straight_edge_photography</c:v>
                </c:pt>
                <c:pt idx="4513">
                  <c:v>straightedgefourlife</c:v>
                </c:pt>
                <c:pt idx="4514">
                  <c:v>straight_east_oakland</c:v>
                </c:pt>
                <c:pt idx="4515">
                  <c:v>straightdirtythuggin</c:v>
                </c:pt>
                <c:pt idx="4516">
                  <c:v>straight_country_boy</c:v>
                </c:pt>
                <c:pt idx="4517">
                  <c:v>stoutjunt_lilwinterfresh</c:v>
                </c:pt>
                <c:pt idx="4518">
                  <c:v>storylinephotography</c:v>
                </c:pt>
                <c:pt idx="4519">
                  <c:v>stormyweatherconnection</c:v>
                </c:pt>
                <c:pt idx="4520">
                  <c:v>stormstaticsleeprock</c:v>
                </c:pt>
                <c:pt idx="4521">
                  <c:v>stormcellarsoccerbar</c:v>
                </c:pt>
                <c:pt idx="4522">
                  <c:v>storeboughthappiness</c:v>
                </c:pt>
                <c:pt idx="4523">
                  <c:v>storageanddisposalmusic</c:v>
                </c:pt>
                <c:pt idx="4524">
                  <c:v>stopthisdoublesuicide___</c:v>
                </c:pt>
                <c:pt idx="4525">
                  <c:v>stopsuckingcorporatecock</c:v>
                </c:pt>
                <c:pt idx="4526">
                  <c:v>stop_its_hammer_time2010</c:v>
                </c:pt>
                <c:pt idx="4527">
                  <c:v>stopinfantcircumcision</c:v>
                </c:pt>
                <c:pt idx="4528">
                  <c:v>stop_humping_the_weed</c:v>
                </c:pt>
                <c:pt idx="4529">
                  <c:v>stophumantrafficking</c:v>
                </c:pt>
                <c:pt idx="4530">
                  <c:v>stophatingandgetalife</c:v>
                </c:pt>
                <c:pt idx="4531">
                  <c:v>stopfightingstartkissing</c:v>
                </c:pt>
                <c:pt idx="4532">
                  <c:v>stop_eating_the_paste</c:v>
                </c:pt>
                <c:pt idx="4533">
                  <c:v>stopbeingwhatyouarent123</c:v>
                </c:pt>
                <c:pt idx="4534">
                  <c:v>stopakin_likejackson</c:v>
                </c:pt>
                <c:pt idx="4535">
                  <c:v>stonewallnoiseorchestra</c:v>
                </c:pt>
                <c:pt idx="4536">
                  <c:v>stonethatthabuilderrefuse</c:v>
                </c:pt>
                <c:pt idx="4537">
                  <c:v>stoner4lifeandever9</c:v>
                </c:pt>
                <c:pt idx="4538">
                  <c:v>stone_paper_scissors</c:v>
                </c:pt>
                <c:pt idx="4539">
                  <c:v>stonemountainunderground</c:v>
                </c:pt>
                <c:pt idx="4540">
                  <c:v>stonefaceandterminal</c:v>
                </c:pt>
                <c:pt idx="4541">
                  <c:v>stonedmonkeysoftware</c:v>
                </c:pt>
                <c:pt idx="4542">
                  <c:v>stonecoldrattlesnake4life</c:v>
                </c:pt>
                <c:pt idx="4543">
                  <c:v>stonecoldmike2000yahoo</c:v>
                </c:pt>
                <c:pt idx="4544">
                  <c:v>stonecliffmusicgroup</c:v>
                </c:pt>
                <c:pt idx="4545">
                  <c:v>stonecircleconspiracy</c:v>
                </c:pt>
                <c:pt idx="4546">
                  <c:v>stompinggroundsmusic</c:v>
                </c:pt>
                <c:pt idx="4547">
                  <c:v>stolensilencedrummer</c:v>
                </c:pt>
                <c:pt idx="4548">
                  <c:v>stolen_monkeypendrive</c:v>
                </c:pt>
                <c:pt idx="4549">
                  <c:v>stolen_identity_band</c:v>
                </c:pt>
                <c:pt idx="4550">
                  <c:v>stolencamerafilmcompany</c:v>
                </c:pt>
                <c:pt idx="4551">
                  <c:v>stolenbrownevergreen</c:v>
                </c:pt>
                <c:pt idx="4552">
                  <c:v>stoicarmyphiladelphia</c:v>
                </c:pt>
                <c:pt idx="4553">
                  <c:v>stoicarmyakroncanton</c:v>
                </c:pt>
                <c:pt idx="4554">
                  <c:v>stockingtops_flasher</c:v>
                </c:pt>
                <c:pt idx="4555">
                  <c:v>stinkfingeroverdrive</c:v>
                </c:pt>
                <c:pt idx="4556">
                  <c:v>still_waiting_Sierra</c:v>
                </c:pt>
                <c:pt idx="4557">
                  <c:v>stillwaitingforsatan</c:v>
                </c:pt>
                <c:pt idx="4558">
                  <c:v>stillwaitingforguffman</c:v>
                </c:pt>
                <c:pt idx="4559">
                  <c:v>stillwaitingforgodot</c:v>
                </c:pt>
                <c:pt idx="4560">
                  <c:v>stilltheonlynameavailable</c:v>
                </c:pt>
                <c:pt idx="4561">
                  <c:v>stillstanding_danielle</c:v>
                </c:pt>
                <c:pt idx="4562">
                  <c:v>stillstandingclothing</c:v>
                </c:pt>
                <c:pt idx="4563">
                  <c:v>stillsomethingserious</c:v>
                </c:pt>
                <c:pt idx="4564">
                  <c:v>stillsilentlyfalling</c:v>
                </c:pt>
                <c:pt idx="4565">
                  <c:v>stillsearchingforlife</c:v>
                </c:pt>
                <c:pt idx="4566">
                  <c:v>stillplayswithtrucks</c:v>
                </c:pt>
                <c:pt idx="4567">
                  <c:v>stillnotgettinganyeither</c:v>
                </c:pt>
                <c:pt idx="4568">
                  <c:v>stillnastyhardrockband</c:v>
                </c:pt>
                <c:pt idx="4569">
                  <c:v>stillmissinginaction</c:v>
                </c:pt>
                <c:pt idx="4570">
                  <c:v>still_loving_shannon</c:v>
                </c:pt>
                <c:pt idx="4571">
                  <c:v>still_loveing_that_girl</c:v>
                </c:pt>
                <c:pt idx="4572">
                  <c:v>stilllookinglakeview</c:v>
                </c:pt>
                <c:pt idx="4573">
                  <c:v>stilllifephotography</c:v>
                </c:pt>
                <c:pt idx="4574">
                  <c:v>still_kicking4family</c:v>
                </c:pt>
                <c:pt idx="4575">
                  <c:v>stilljennifromthablock</c:v>
                </c:pt>
                <c:pt idx="4576">
                  <c:v>stilldesperate4attention</c:v>
                </c:pt>
                <c:pt idx="4577">
                  <c:v>stilldeadbutdreaming</c:v>
                </c:pt>
                <c:pt idx="4578">
                  <c:v>still_dazed_and_confused</c:v>
                </c:pt>
                <c:pt idx="4579">
                  <c:v>stillbutseldomsilent</c:v>
                </c:pt>
                <c:pt idx="4580">
                  <c:v>still_aint_forgave_myself</c:v>
                </c:pt>
                <c:pt idx="4581">
                  <c:v>stiffbridgesisfallingdown</c:v>
                </c:pt>
                <c:pt idx="4582">
                  <c:v>sticktogetherharbison</c:v>
                </c:pt>
                <c:pt idx="4583">
                  <c:v>stickslikeglueandwater</c:v>
                </c:pt>
                <c:pt idx="4584">
                  <c:v>steventhelonelyoneforever</c:v>
                </c:pt>
                <c:pt idx="4585">
                  <c:v>stevensonrealtygroup</c:v>
                </c:pt>
                <c:pt idx="4586">
                  <c:v>steven_lori_2gether4ever</c:v>
                </c:pt>
                <c:pt idx="4587">
                  <c:v>stevenjeffreymitchell</c:v>
                </c:pt>
                <c:pt idx="4588">
                  <c:v>steven_aka_ghost_rip_2pac</c:v>
                </c:pt>
                <c:pt idx="4589">
                  <c:v>sterling_silver_angel</c:v>
                </c:pt>
                <c:pt idx="4590">
                  <c:v>sterlingmarlinrevolution</c:v>
                </c:pt>
                <c:pt idx="4591">
                  <c:v>sterlinghealthcenter</c:v>
                </c:pt>
                <c:pt idx="4592">
                  <c:v>sterilizeandexterminate</c:v>
                </c:pt>
                <c:pt idx="4593">
                  <c:v>stereotransmitteddisease</c:v>
                </c:pt>
                <c:pt idx="4594">
                  <c:v>stephenwilkinson1983</c:v>
                </c:pt>
                <c:pt idx="4595">
                  <c:v>stephentaylorfanclub</c:v>
                </c:pt>
                <c:pt idx="4596">
                  <c:v>stephenrockfordhammond</c:v>
                </c:pt>
                <c:pt idx="4597">
                  <c:v>stephenieanddevin4eva</c:v>
                </c:pt>
                <c:pt idx="4598">
                  <c:v>stephengibsonrealtor</c:v>
                </c:pt>
                <c:pt idx="4599">
                  <c:v>stephenandlauratimmons</c:v>
                </c:pt>
                <c:pt idx="4600">
                  <c:v>stephaniewardfitlife</c:v>
                </c:pt>
                <c:pt idx="4601">
                  <c:v>stephanietownsend123</c:v>
                </c:pt>
                <c:pt idx="4602">
                  <c:v>stephaniethewonderful</c:v>
                </c:pt>
                <c:pt idx="4603">
                  <c:v>stephanie_the_princess9</c:v>
                </c:pt>
                <c:pt idx="4604">
                  <c:v>stephanie_the_princess</c:v>
                </c:pt>
                <c:pt idx="4605">
                  <c:v>stephanie_still_here</c:v>
                </c:pt>
                <c:pt idx="4606">
                  <c:v>stephanie_stevenson14</c:v>
                </c:pt>
                <c:pt idx="4607">
                  <c:v>StephanieStarStylist</c:v>
                </c:pt>
                <c:pt idx="4608">
                  <c:v>stephaniespoiledbrat</c:v>
                </c:pt>
                <c:pt idx="4609">
                  <c:v>stephaniesmithcollins</c:v>
                </c:pt>
                <c:pt idx="4610">
                  <c:v>stephanie.sidebottom</c:v>
                </c:pt>
                <c:pt idx="4611">
                  <c:v>stephanie_senior_wish</c:v>
                </c:pt>
                <c:pt idx="4612">
                  <c:v>stephanieschneiderman</c:v>
                </c:pt>
                <c:pt idx="4613">
                  <c:v>stephanieroserealestate</c:v>
                </c:pt>
                <c:pt idx="4614">
                  <c:v>stephanie_newfiegirl</c:v>
                </c:pt>
                <c:pt idx="4615">
                  <c:v>stephaniemolina_was_here</c:v>
                </c:pt>
                <c:pt idx="4616">
                  <c:v>stephanie_marie_elizabeth</c:v>
                </c:pt>
                <c:pt idx="4617">
                  <c:v>stephanie_mackara_bitch</c:v>
                </c:pt>
                <c:pt idx="4618">
                  <c:v>stephanielynneporter</c:v>
                </c:pt>
                <c:pt idx="4619">
                  <c:v>stephanielorainchabot</c:v>
                </c:pt>
                <c:pt idx="4620">
                  <c:v>stephanielaurencooper</c:v>
                </c:pt>
                <c:pt idx="4621">
                  <c:v>stephaniekellyclarksonfan</c:v>
                </c:pt>
                <c:pt idx="4622">
                  <c:v>stephaniehollyalyssa</c:v>
                </c:pt>
                <c:pt idx="4623">
                  <c:v>stephaniehannahlouise</c:v>
                </c:pt>
                <c:pt idx="4624">
                  <c:v>stephaniegrahamhenna</c:v>
                </c:pt>
                <c:pt idx="4625">
                  <c:v>stephanie_gill_watson</c:v>
                </c:pt>
                <c:pt idx="4626">
                  <c:v>stephanie_fox_rox_101</c:v>
                </c:pt>
                <c:pt idx="4627">
                  <c:v>stephaniedenisesmith</c:v>
                </c:pt>
                <c:pt idx="4628">
                  <c:v>stephaniecookmadison</c:v>
                </c:pt>
                <c:pt idx="4629">
                  <c:v>stephanie_chad_becky</c:v>
                </c:pt>
                <c:pt idx="4630">
                  <c:v>stephanie_brown_spoiler</c:v>
                </c:pt>
                <c:pt idx="4631">
                  <c:v>stephanie.arellano73</c:v>
                </c:pt>
                <c:pt idx="4632">
                  <c:v>stephanie_ann_barbie</c:v>
                </c:pt>
                <c:pt idx="4633">
                  <c:v>stephanie_and_eddie_4ever</c:v>
                </c:pt>
                <c:pt idx="4634">
                  <c:v>stephanie_and_chrisbrown</c:v>
                </c:pt>
                <c:pt idx="4635">
                  <c:v>stephanieanastasiadis</c:v>
                </c:pt>
                <c:pt idx="4636">
                  <c:v>stephanie_aka_barbie</c:v>
                </c:pt>
                <c:pt idx="4637">
                  <c:v>stephanie_aka_auntie</c:v>
                </c:pt>
                <c:pt idx="4638">
                  <c:v>stephanie0tinkerbell</c:v>
                </c:pt>
                <c:pt idx="4639">
                  <c:v>stepboo_eric_forever</c:v>
                </c:pt>
                <c:pt idx="4640">
                  <c:v>stella_the_slash_fan</c:v>
                </c:pt>
                <c:pt idx="4641">
                  <c:v>stellastephaniebarker</c:v>
                </c:pt>
                <c:pt idx="4642">
                  <c:v>stella_bella_hudgens01</c:v>
                </c:pt>
                <c:pt idx="4643">
                  <c:v>stella_bella_cinderella</c:v>
                </c:pt>
                <c:pt idx="4644">
                  <c:v>stella_always_and_forever</c:v>
                </c:pt>
                <c:pt idx="4645">
                  <c:v>stein_the_new_world_order</c:v>
                </c:pt>
                <c:pt idx="4646">
                  <c:v>steinbergtalentmanagement</c:v>
                </c:pt>
                <c:pt idx="4647">
                  <c:v>steeldragonentertainment</c:v>
                </c:pt>
                <c:pt idx="4648">
                  <c:v>steeldownentertainment</c:v>
                </c:pt>
                <c:pt idx="4649">
                  <c:v>steelcityhooligan_719</c:v>
                </c:pt>
                <c:pt idx="4650">
                  <c:v>steampoweredairplane</c:v>
                </c:pt>
                <c:pt idx="4651">
                  <c:v>stealthy_silver_wolf</c:v>
                </c:pt>
                <c:pt idx="4652">
                  <c:v>stealthyanddangerous</c:v>
                </c:pt>
                <c:pt idx="4653">
                  <c:v>stealth_matty_rogers</c:v>
                </c:pt>
                <c:pt idx="4654">
                  <c:v>stealth_assault_team</c:v>
                </c:pt>
                <c:pt idx="4655">
                  <c:v>stay_with_you_forever</c:v>
                </c:pt>
                <c:pt idx="4656">
                  <c:v>staysideways_neverlift</c:v>
                </c:pt>
                <c:pt idx="4657">
                  <c:v>staypuffedmarshmellowchic</c:v>
                </c:pt>
                <c:pt idx="4658">
                  <c:v>staypuffedmarshmallowfuncrew</c:v>
                </c:pt>
                <c:pt idx="4659">
                  <c:v>staying_alive_for_death</c:v>
                </c:pt>
                <c:pt idx="4660">
                  <c:v>stayhighlovepeaceturtle</c:v>
                </c:pt>
                <c:pt idx="4661">
                  <c:v>stayhighallday420ripjake</c:v>
                </c:pt>
                <c:pt idx="4662">
                  <c:v>staygoldenponyboycow</c:v>
                </c:pt>
                <c:pt idx="4663">
                  <c:v>stay_fresh_till_death</c:v>
                </c:pt>
                <c:pt idx="4664">
                  <c:v>stayfreshentertainment</c:v>
                </c:pt>
                <c:pt idx="4665">
                  <c:v>stayfittedentertainment</c:v>
                </c:pt>
                <c:pt idx="4666">
                  <c:v>stayawayfromthevoodoo</c:v>
                </c:pt>
                <c:pt idx="4667">
                  <c:v>stayalive_lovewillcome</c:v>
                </c:pt>
                <c:pt idx="4668">
                  <c:v>statusmagazine_atlanta</c:v>
                </c:pt>
                <c:pt idx="4669">
                  <c:v>statuesquetheepitome</c:v>
                </c:pt>
                <c:pt idx="4670">
                  <c:v>statingtheobviousquot</c:v>
                </c:pt>
                <c:pt idx="4671">
                  <c:v>static_town_themetune</c:v>
                </c:pt>
                <c:pt idx="4672">
                  <c:v>staticloungenightclub</c:v>
                </c:pt>
                <c:pt idx="4673">
                  <c:v>starvoyagerentertainment</c:v>
                </c:pt>
                <c:pt idx="4674">
                  <c:v>starvingforperfection9</c:v>
                </c:pt>
                <c:pt idx="4675">
                  <c:v>starvationforperfection</c:v>
                </c:pt>
                <c:pt idx="4676">
                  <c:v>startingoveranimalrescue</c:v>
                </c:pt>
                <c:pt idx="4677">
                  <c:v>star_spangled_butterfly</c:v>
                </c:pt>
                <c:pt idx="4678">
                  <c:v>starry_eyed_surprise_23</c:v>
                </c:pt>
                <c:pt idx="4679">
                  <c:v>starryeyedsurprise007</c:v>
                </c:pt>
                <c:pt idx="4680">
                  <c:v>starry_eyed_something</c:v>
                </c:pt>
                <c:pt idx="4681">
                  <c:v>starry_eyed_daisy_dreamer</c:v>
                </c:pt>
                <c:pt idx="4682">
                  <c:v>starry_eyed_brunette23</c:v>
                </c:pt>
                <c:pt idx="4683">
                  <c:v>starryeyedandscreaming</c:v>
                </c:pt>
                <c:pt idx="4684">
                  <c:v>starringthelovelyamanda</c:v>
                </c:pt>
                <c:pt idx="4685">
                  <c:v>starlightterracedaycare</c:v>
                </c:pt>
                <c:pt idx="4686">
                  <c:v>StarlightstarbrightCari</c:v>
                </c:pt>
                <c:pt idx="4687">
                  <c:v>starlightmillionfrontman</c:v>
                </c:pt>
                <c:pt idx="4688">
                  <c:v>starlight_and_starbright</c:v>
                </c:pt>
                <c:pt idx="4689">
                  <c:v>starlifeentertainment</c:v>
                </c:pt>
                <c:pt idx="4690">
                  <c:v>starjasminechrisbrown2</c:v>
                </c:pt>
                <c:pt idx="4691">
                  <c:v>starhalfbackgangster</c:v>
                </c:pt>
                <c:pt idx="4692">
                  <c:v>star_gazing_substance</c:v>
                </c:pt>
                <c:pt idx="4693">
                  <c:v>stargazingflowerfairy</c:v>
                </c:pt>
                <c:pt idx="4694">
                  <c:v>stargatespartanwarrior</c:v>
                </c:pt>
                <c:pt idx="4695">
                  <c:v>starfire_blue_moonlight</c:v>
                </c:pt>
                <c:pt idx="4696">
                  <c:v>starfire_and_robin_4ever</c:v>
                </c:pt>
                <c:pt idx="4697">
                  <c:v>starfightersuckerpunch</c:v>
                </c:pt>
                <c:pt idx="4698">
                  <c:v>stardustmemorialpark0002</c:v>
                </c:pt>
                <c:pt idx="4699">
                  <c:v>stardomboundentertainment</c:v>
                </c:pt>
                <c:pt idx="4700">
                  <c:v>stardirectionmanagement</c:v>
                </c:pt>
                <c:pt idx="4701">
                  <c:v>starcrossed_cantescape</c:v>
                </c:pt>
                <c:pt idx="4702">
                  <c:v>starclassicperformer</c:v>
                </c:pt>
                <c:pt idx="4703">
                  <c:v>starburstcandyaddict</c:v>
                </c:pt>
                <c:pt idx="4704">
                  <c:v>starburst_1_and_only</c:v>
                </c:pt>
                <c:pt idx="4705">
                  <c:v>starbucksislovelayout</c:v>
                </c:pt>
                <c:pt idx="4706">
                  <c:v>starbucknotthecoffee</c:v>
                </c:pt>
                <c:pt idx="4707">
                  <c:v>stanleyclarkgeorgeduke</c:v>
                </c:pt>
                <c:pt idx="4708">
                  <c:v>standstilllookpretty123</c:v>
                </c:pt>
                <c:pt idx="4709">
                  <c:v>standingbesidemyself</c:v>
                </c:pt>
                <c:pt idx="4710">
                  <c:v>standardtimesfootball</c:v>
                </c:pt>
                <c:pt idx="4711">
                  <c:v>standard_sedan_car_club</c:v>
                </c:pt>
                <c:pt idx="4712">
                  <c:v>standaloneoriginalchopper</c:v>
                </c:pt>
                <c:pt idx="4713">
                  <c:v>standaloneindividual</c:v>
                </c:pt>
                <c:pt idx="4714">
                  <c:v>_stand_alone_complex_</c:v>
                </c:pt>
                <c:pt idx="4715">
                  <c:v>standaloneagainstmany</c:v>
                </c:pt>
                <c:pt idx="4716">
                  <c:v>stalkingthemuseaustin</c:v>
                </c:pt>
                <c:pt idx="4717">
                  <c:v>stalker301198fordfusion2007</c:v>
                </c:pt>
                <c:pt idx="4718">
                  <c:v>staircasewitradioshow</c:v>
                </c:pt>
                <c:pt idx="4719">
                  <c:v>_stain_glass_suicide</c:v>
                </c:pt>
                <c:pt idx="4720">
                  <c:v>staffordcollegecharitygig</c:v>
                </c:pt>
                <c:pt idx="4721">
                  <c:v>staffdevelopmentcrew</c:v>
                </c:pt>
                <c:pt idx="4722">
                  <c:v>stacy_the_firebirdgirl</c:v>
                </c:pt>
                <c:pt idx="4723">
                  <c:v>stacy_thatmodelchick</c:v>
                </c:pt>
                <c:pt idx="4724">
                  <c:v>stacyleighphotographer</c:v>
                </c:pt>
                <c:pt idx="4725">
                  <c:v>stacie_straight_hair</c:v>
                </c:pt>
                <c:pt idx="4726">
                  <c:v>staceywasgroovermare</c:v>
                </c:pt>
                <c:pt idx="4727">
                  <c:v>staceynewsomesantiago</c:v>
                </c:pt>
                <c:pt idx="4728">
                  <c:v>staceydanspencergypsy</c:v>
                </c:pt>
                <c:pt idx="4729">
                  <c:v>stabyouwithaplasticknife</c:v>
                </c:pt>
                <c:pt idx="4730">
                  <c:v>stableartistmanagement</c:v>
                </c:pt>
                <c:pt idx="4731">
                  <c:v>squishsquashapplesauce</c:v>
                </c:pt>
                <c:pt idx="4732">
                  <c:v>squirrel_girl_cheryl</c:v>
                </c:pt>
                <c:pt idx="4733">
                  <c:v>squirrelgirl2therescue</c:v>
                </c:pt>
                <c:pt idx="4734">
                  <c:v>squeakyandsquishyforever</c:v>
                </c:pt>
                <c:pt idx="4735">
                  <c:v>squawgetsomefirewood</c:v>
                </c:pt>
                <c:pt idx="4736">
                  <c:v>square_circle_diamond</c:v>
                </c:pt>
                <c:pt idx="4737">
                  <c:v>spunkystupendoussara</c:v>
                </c:pt>
                <c:pt idx="4738">
                  <c:v>spunky_old_people_rock</c:v>
                </c:pt>
                <c:pt idx="4739">
                  <c:v>spunkyfunkychunkymonkey</c:v>
                </c:pt>
                <c:pt idx="4740">
                  <c:v>sprocketoldschoolpunk</c:v>
                </c:pt>
                <c:pt idx="4741">
                  <c:v>sprinklesparklefairy</c:v>
                </c:pt>
                <c:pt idx="4742">
                  <c:v>springsteenforpresident</c:v>
                </c:pt>
                <c:pt idx="4743">
                  <c:v>springridgecountrygirl</c:v>
                </c:pt>
                <c:pt idx="4744">
                  <c:v>springhillspiderparty</c:v>
                </c:pt>
                <c:pt idx="4745">
                  <c:v>springbreak200rosarito</c:v>
                </c:pt>
                <c:pt idx="4746">
                  <c:v>_spread_the_kissy_face_</c:v>
                </c:pt>
                <c:pt idx="4747">
                  <c:v>spottedpossumlover12</c:v>
                </c:pt>
                <c:pt idx="4748">
                  <c:v>spottedcowcreamandbean</c:v>
                </c:pt>
                <c:pt idx="4749">
                  <c:v>sportysweetsoutherngirl09</c:v>
                </c:pt>
                <c:pt idx="4750">
                  <c:v>sporty_arica_lovetoride</c:v>
                </c:pt>
                <c:pt idx="4751">
                  <c:v>sportswriterportfolio</c:v>
                </c:pt>
                <c:pt idx="4752">
                  <c:v>sportssassyintelligent</c:v>
                </c:pt>
                <c:pt idx="4753">
                  <c:v>sportspageportsmouth</c:v>
                </c:pt>
                <c:pt idx="4754">
                  <c:v>sportsfanforever41290</c:v>
                </c:pt>
                <c:pt idx="4755">
                  <c:v>sportsbaby9313_world</c:v>
                </c:pt>
                <c:pt idx="4756">
                  <c:v>sportsandloveequallife1</c:v>
                </c:pt>
                <c:pt idx="4757">
                  <c:v>sportsandentertainmentman</c:v>
                </c:pt>
                <c:pt idx="4758">
                  <c:v>sportsallstarforever</c:v>
                </c:pt>
                <c:pt idx="4759">
                  <c:v>sports_allstar452030</c:v>
                </c:pt>
                <c:pt idx="4760">
                  <c:v>sport_loving_machine</c:v>
                </c:pt>
                <c:pt idx="4761">
                  <c:v>sport_compact_fanatic</c:v>
                </c:pt>
                <c:pt idx="4762">
                  <c:v>spooner_andfifi_4eva</c:v>
                </c:pt>
                <c:pt idx="4763">
                  <c:v>spookymovementsonline</c:v>
                </c:pt>
                <c:pt idx="4764">
                  <c:v>spookcentralhereandnow</c:v>
                </c:pt>
                <c:pt idx="4765">
                  <c:v>spontaneouscombustionman</c:v>
                </c:pt>
                <c:pt idx="4766">
                  <c:v>spongesamsquarepants</c:v>
                </c:pt>
                <c:pt idx="4767">
                  <c:v>spongepantssquarebob</c:v>
                </c:pt>
                <c:pt idx="4768">
                  <c:v>sponge_dan_square_head</c:v>
                </c:pt>
                <c:pt idx="4769">
                  <c:v>spongechristianbookinglist</c:v>
                </c:pt>
                <c:pt idx="4770">
                  <c:v>SpongeBoob_SquareCock</c:v>
                </c:pt>
                <c:pt idx="4771">
                  <c:v>spongebongbluntpants</c:v>
                </c:pt>
                <c:pt idx="4772">
                  <c:v>spongebob_squarepants_rox</c:v>
                </c:pt>
                <c:pt idx="4773">
                  <c:v>spongebobsquarepantsgirl</c:v>
                </c:pt>
                <c:pt idx="4774">
                  <c:v>spongebob_squarepants_8</c:v>
                </c:pt>
                <c:pt idx="4775">
                  <c:v>spongebob_squarepants45</c:v>
                </c:pt>
                <c:pt idx="4776">
                  <c:v>spongebobsquarepants2092</c:v>
                </c:pt>
                <c:pt idx="4777">
                  <c:v>spongebobsquarepants17</c:v>
                </c:pt>
                <c:pt idx="4778">
                  <c:v>spongebobsquarepants09</c:v>
                </c:pt>
                <c:pt idx="4779">
                  <c:v>spongebob_squarepants01</c:v>
                </c:pt>
                <c:pt idx="4780">
                  <c:v>spongebobsquarepants01</c:v>
                </c:pt>
                <c:pt idx="4781">
                  <c:v>sponge_bob_square_pants_</c:v>
                </c:pt>
                <c:pt idx="4782">
                  <c:v>sponge_bob_lover_2005</c:v>
                </c:pt>
                <c:pt idx="4783">
                  <c:v>spongebob_crazylover</c:v>
                </c:pt>
                <c:pt idx="4784">
                  <c:v>spongebobclairepants</c:v>
                </c:pt>
                <c:pt idx="4785">
                  <c:v>spongebobbossypants11</c:v>
                </c:pt>
                <c:pt idx="4786">
                  <c:v>spongebob1squarepants</c:v>
                </c:pt>
                <c:pt idx="4787">
                  <c:v>spongebillroundpants</c:v>
                </c:pt>
                <c:pt idx="4788">
                  <c:v>spongebarbleatherpants</c:v>
                </c:pt>
                <c:pt idx="4789">
                  <c:v>spongbobsquarepants718</c:v>
                </c:pt>
                <c:pt idx="4790">
                  <c:v>spokenwordmusicseries</c:v>
                </c:pt>
                <c:pt idx="4791">
                  <c:v>spokanevalleyyounglife</c:v>
                </c:pt>
                <c:pt idx="4792">
                  <c:v>spokanefirstassembly</c:v>
                </c:pt>
                <c:pt idx="4793">
                  <c:v>spoilt_thestupidbitch</c:v>
                </c:pt>
                <c:pt idx="4794">
                  <c:v>spoiled_rotten_lil_brat</c:v>
                </c:pt>
                <c:pt idx="4795">
                  <c:v>spoiled_rotten_brat1989</c:v>
                </c:pt>
                <c:pt idx="4796">
                  <c:v>spoiledrottenbitch9</c:v>
                </c:pt>
                <c:pt idx="4797">
                  <c:v>spoiledrottenarmybrat1</c:v>
                </c:pt>
                <c:pt idx="4798">
                  <c:v>spoiledrottenangelajane</c:v>
                </c:pt>
                <c:pt idx="4799">
                  <c:v>spoiledrottenandimpatient</c:v>
                </c:pt>
                <c:pt idx="4800">
                  <c:v>spoiledprincessnessa</c:v>
                </c:pt>
                <c:pt idx="4801">
                  <c:v>spoiled_princess_dyanna</c:v>
                </c:pt>
                <c:pt idx="4802">
                  <c:v>spoiled_princessdiva</c:v>
                </c:pt>
                <c:pt idx="4803">
                  <c:v>spoiled_married_princess</c:v>
                </c:pt>
                <c:pt idx="4804">
                  <c:v>spoiled_london_here_</c:v>
                </c:pt>
                <c:pt idx="4805">
                  <c:v>spoiledlittlebrat1981</c:v>
                </c:pt>
                <c:pt idx="4806">
                  <c:v>spoiledlilprincess_415</c:v>
                </c:pt>
                <c:pt idx="4807">
                  <c:v>spoiled_hot_princess</c:v>
                </c:pt>
                <c:pt idx="4808">
                  <c:v>spoiledebonyprincess</c:v>
                </c:pt>
                <c:pt idx="4809">
                  <c:v>spoiledchick4life3903</c:v>
                </c:pt>
                <c:pt idx="4810">
                  <c:v>spoiledbratprincess4</c:v>
                </c:pt>
                <c:pt idx="4811">
                  <c:v>spoiledbratentertainment</c:v>
                </c:pt>
                <c:pt idx="4812">
                  <c:v>spoiled_brat_4_ever07</c:v>
                </c:pt>
                <c:pt idx="4813">
                  <c:v>spoiledblondeprincess</c:v>
                </c:pt>
                <c:pt idx="4814">
                  <c:v>spoiledbitchprincess</c:v>
                </c:pt>
                <c:pt idx="4815">
                  <c:v>spoiledbabygirlbonnie</c:v>
                </c:pt>
                <c:pt idx="4816">
                  <c:v>splitthedifferenceomaha</c:v>
                </c:pt>
                <c:pt idx="4817">
                  <c:v>_split_down_the_middle_</c:v>
                </c:pt>
                <c:pt idx="4818">
                  <c:v>splinter_cell_sam_fisher</c:v>
                </c:pt>
                <c:pt idx="4819">
                  <c:v>splintercellcooptheater</c:v>
                </c:pt>
                <c:pt idx="4820">
                  <c:v>splendid_coma_vision</c:v>
                </c:pt>
                <c:pt idx="4821">
                  <c:v>splendidandtremendous</c:v>
                </c:pt>
                <c:pt idx="4822">
                  <c:v>splatterpark_paintballer</c:v>
                </c:pt>
                <c:pt idx="4823">
                  <c:v>splat_action_paintball</c:v>
                </c:pt>
                <c:pt idx="4824">
                  <c:v>spittingthatheatrock</c:v>
                </c:pt>
                <c:pt idx="4825">
                  <c:v>spitfireblackofficial</c:v>
                </c:pt>
                <c:pt idx="4826">
                  <c:v>spiritualwarriormusic</c:v>
                </c:pt>
                <c:pt idx="4827">
                  <c:v>spirituality4_inner_life</c:v>
                </c:pt>
                <c:pt idx="4828">
                  <c:v>spiritualessenceyoga</c:v>
                </c:pt>
                <c:pt idx="4829">
                  <c:v>spiritualdissectionmetal</c:v>
                </c:pt>
                <c:pt idx="4830">
                  <c:v>spiritfilledsisterhood</c:v>
                </c:pt>
                <c:pt idx="4831">
                  <c:v>spiritairfireearthwater</c:v>
                </c:pt>
                <c:pt idx="4832">
                  <c:v>spiralingintothevoid</c:v>
                </c:pt>
                <c:pt idx="4833">
                  <c:v>spinning_into_darkness</c:v>
                </c:pt>
                <c:pt idx="4834">
                  <c:v>spill_your_heart_out</c:v>
                </c:pt>
                <c:pt idx="4835">
                  <c:v>spikyhairdrunkpunk99</c:v>
                </c:pt>
                <c:pt idx="4836">
                  <c:v>spike_the_crazed_balloon</c:v>
                </c:pt>
                <c:pt idx="4837">
                  <c:v>spike_like_never_before45</c:v>
                </c:pt>
                <c:pt idx="4838">
                  <c:v>spiderkitten_the_revenge</c:v>
                </c:pt>
                <c:pt idx="4839">
                  <c:v>spiderkillertoughguy</c:v>
                </c:pt>
                <c:pt idx="4840">
                  <c:v>spiderbatsuperhulkman</c:v>
                </c:pt>
                <c:pt idx="4841">
                  <c:v>spicycrunchwrapsupreme</c:v>
                </c:pt>
                <c:pt idx="4842">
                  <c:v>spice_andnoteverythinnice</c:v>
                </c:pt>
                <c:pt idx="4843">
                  <c:v>spendidlyimperfect87</c:v>
                </c:pt>
                <c:pt idx="4844">
                  <c:v>spencer_the_surf_dude</c:v>
                </c:pt>
                <c:pt idx="4845">
                  <c:v>spencer_raynor_smith</c:v>
                </c:pt>
                <c:pt idx="4846">
                  <c:v>spencerlaurenrodriguez</c:v>
                </c:pt>
                <c:pt idx="4847">
                  <c:v>spencer_chelsea_forever</c:v>
                </c:pt>
                <c:pt idx="4848">
                  <c:v>spencebillyandwillrule</c:v>
                </c:pt>
                <c:pt idx="4849">
                  <c:v>spell_racecar_backwards</c:v>
                </c:pt>
                <c:pt idx="4850">
                  <c:v>speedythemotherfuckingdog</c:v>
                </c:pt>
                <c:pt idx="4851">
                  <c:v>speedythebestballeralive</c:v>
                </c:pt>
                <c:pt idx="4852">
                  <c:v>speedstyleandperformance</c:v>
                </c:pt>
                <c:pt idx="4853">
                  <c:v>speed_reading_software</c:v>
                </c:pt>
                <c:pt idx="4854">
                  <c:v>speedlimittheband200</c:v>
                </c:pt>
                <c:pt idx="4855">
                  <c:v>speedagilityquickness</c:v>
                </c:pt>
                <c:pt idx="4856">
                  <c:v>_speechlessandredundant_</c:v>
                </c:pt>
                <c:pt idx="4857">
                  <c:v>spectrumhealthconsulting</c:v>
                </c:pt>
                <c:pt idx="4858">
                  <c:v>spectacularthesoloist</c:v>
                </c:pt>
                <c:pt idx="4859">
                  <c:v>spectacularsonlywife</c:v>
                </c:pt>
                <c:pt idx="4860">
                  <c:v>spectacularly_yours_4_eva</c:v>
                </c:pt>
                <c:pt idx="4861">
                  <c:v>spectacular_lisabluestar</c:v>
                </c:pt>
                <c:pt idx="4862">
                  <c:v>spectacularfromprettyricky</c:v>
                </c:pt>
                <c:pt idx="4863">
                  <c:v>spectacularbabygirl200</c:v>
                </c:pt>
                <c:pt idx="4864">
                  <c:v>specsnumber1sexyblackgirl</c:v>
                </c:pt>
                <c:pt idx="4865">
                  <c:v>specialpreciousprincess</c:v>
                </c:pt>
                <c:pt idx="4866">
                  <c:v>specialmountainservice</c:v>
                </c:pt>
                <c:pt idx="4867">
                  <c:v>special_lil_princess</c:v>
                </c:pt>
                <c:pt idx="4868">
                  <c:v>specialkingdragonman</c:v>
                </c:pt>
                <c:pt idx="4869">
                  <c:v>specialdude_bryan1033</c:v>
                </c:pt>
                <c:pt idx="4870">
                  <c:v>specialdarkwhitechocolate</c:v>
                </c:pt>
                <c:pt idx="4871">
                  <c:v>specialcaremedicalsupply</c:v>
                </c:pt>
                <c:pt idx="4872">
                  <c:v>specialbutterflylady</c:v>
                </c:pt>
                <c:pt idx="4873">
                  <c:v>special_angel_forever</c:v>
                </c:pt>
                <c:pt idx="4874">
                  <c:v>specialanduniquerunner</c:v>
                </c:pt>
                <c:pt idx="4875">
                  <c:v>special_agent_mulder</c:v>
                </c:pt>
                <c:pt idx="4876">
                  <c:v>special_agent_dale_cooper</c:v>
                </c:pt>
                <c:pt idx="4877">
                  <c:v>spearmintrhinowestpalm</c:v>
                </c:pt>
                <c:pt idx="4878">
                  <c:v>spearchucking_junglebunny</c:v>
                </c:pt>
                <c:pt idx="4879">
                  <c:v>spasticblueapplejuice</c:v>
                </c:pt>
                <c:pt idx="4880">
                  <c:v>spasidneybeautylounge</c:v>
                </c:pt>
                <c:pt idx="4881">
                  <c:v>sparrowthemovementstreetorchestra</c:v>
                </c:pt>
                <c:pt idx="4882">
                  <c:v>sparky_will_rule_you_all</c:v>
                </c:pt>
                <c:pt idx="4883">
                  <c:v>sparkly_sequin_skies</c:v>
                </c:pt>
                <c:pt idx="4884">
                  <c:v>sparklyfairyprincess</c:v>
                </c:pt>
                <c:pt idx="4885">
                  <c:v>sparklyblondebombshell</c:v>
                </c:pt>
                <c:pt idx="4886">
                  <c:v>sparkling_princess_lizzie</c:v>
                </c:pt>
                <c:pt idx="4887">
                  <c:v>sparkling_magic_star</c:v>
                </c:pt>
                <c:pt idx="4888">
                  <c:v>sparklingfloridaorange</c:v>
                </c:pt>
                <c:pt idx="4889">
                  <c:v>sparklingelegancejewelry</c:v>
                </c:pt>
                <c:pt idx="4890">
                  <c:v>sparklingdietlemonade</c:v>
                </c:pt>
                <c:pt idx="4891">
                  <c:v>sparklergirl_lauraanne</c:v>
                </c:pt>
                <c:pt idx="4892">
                  <c:v>sparkle_merryweather</c:v>
                </c:pt>
                <c:pt idx="4893">
                  <c:v>sparepairvisioncenter</c:v>
                </c:pt>
                <c:pt idx="4894">
                  <c:v>spankystranglebanger</c:v>
                </c:pt>
                <c:pt idx="4895">
                  <c:v>spankyjandtheconcrete7</c:v>
                </c:pt>
                <c:pt idx="4896">
                  <c:v>spank_tha_dumb_blonde_10</c:v>
                </c:pt>
                <c:pt idx="4897">
                  <c:v>spaldingsportinggoods</c:v>
                </c:pt>
                <c:pt idx="4898">
                  <c:v>spaghettiwithtomatosauce</c:v>
                </c:pt>
                <c:pt idx="4899">
                  <c:v>spacewomanspiffmarisa</c:v>
                </c:pt>
                <c:pt idx="4900">
                  <c:v>spacewithoutdistance</c:v>
                </c:pt>
                <c:pt idx="4901">
                  <c:v>space_the_final_frontier</c:v>
                </c:pt>
                <c:pt idx="4902">
                  <c:v>spaceforceconstruction</c:v>
                </c:pt>
                <c:pt idx="4903">
                  <c:v>spacedoutinrushville</c:v>
                </c:pt>
                <c:pt idx="4904">
                  <c:v>spacedatefutureshock</c:v>
                </c:pt>
                <c:pt idx="4905">
                  <c:v>spacecowboy_alchemist</c:v>
                </c:pt>
                <c:pt idx="4906">
                  <c:v>spacecancomethroughanyone</c:v>
                </c:pt>
                <c:pt idx="4907">
                  <c:v>spaceandtimecontinuum</c:v>
                </c:pt>
                <c:pt idx="4908">
                  <c:v>soytansolotunegrabella</c:v>
                </c:pt>
                <c:pt idx="4909">
                  <c:v>southwest_thick_chick</c:v>
                </c:pt>
                <c:pt idx="4910">
                  <c:v>SouthWestsideVeteran</c:v>
                </c:pt>
                <c:pt idx="4911">
                  <c:v>southwestpartyproject</c:v>
                </c:pt>
                <c:pt idx="4912">
                  <c:v>southwestmichiganfishing</c:v>
                </c:pt>
                <c:pt idx="4913">
                  <c:v>southwestchryslerjeep</c:v>
                </c:pt>
                <c:pt idx="4914">
                  <c:v>southstarrentertainmentfourlife</c:v>
                </c:pt>
                <c:pt idx="4915">
                  <c:v>southside_truecrime4</c:v>
                </c:pt>
                <c:pt idx="4916">
                  <c:v>southsidestherealest</c:v>
                </c:pt>
                <c:pt idx="4917">
                  <c:v>southsideserialkiller</c:v>
                </c:pt>
                <c:pt idx="4918">
                  <c:v>southsides_380pistol</c:v>
                </c:pt>
                <c:pt idx="4919">
                  <c:v>southsidersblood4life</c:v>
                </c:pt>
                <c:pt idx="4920">
                  <c:v>southsiderollerderby</c:v>
                </c:pt>
                <c:pt idx="4921">
                  <c:v>south_side_jamaica_4_life</c:v>
                </c:pt>
                <c:pt idx="4922">
                  <c:v>southside_gangster_210</c:v>
                </c:pt>
                <c:pt idx="4923">
                  <c:v>southside_for_life13</c:v>
                </c:pt>
                <c:pt idx="4924">
                  <c:v>southsidechicagopride</c:v>
                </c:pt>
                <c:pt idx="4925">
                  <c:v>southside_babygurl_1</c:v>
                </c:pt>
                <c:pt idx="4926">
                  <c:v>southsidebabygirl830</c:v>
                </c:pt>
                <c:pt idx="4927">
                  <c:v>southside_13_westsider</c:v>
                </c:pt>
                <c:pt idx="4928">
                  <c:v>south_side_13_4_life</c:v>
                </c:pt>
                <c:pt idx="4929">
                  <c:v>south_philly_all_day</c:v>
                </c:pt>
                <c:pt idx="4930">
                  <c:v>southpawpaintballer25</c:v>
                </c:pt>
                <c:pt idx="4931">
                  <c:v>southparkkatrinalooter</c:v>
                </c:pt>
                <c:pt idx="4932">
                  <c:v>southparkfrankiewilson</c:v>
                </c:pt>
                <c:pt idx="4933">
                  <c:v>southparkcountrystar</c:v>
                </c:pt>
                <c:pt idx="4934">
                  <c:v>southmetroyouthgroup</c:v>
                </c:pt>
                <c:pt idx="4935">
                  <c:v>southlondonundergroundmetal</c:v>
                </c:pt>
                <c:pt idx="4936">
                  <c:v>southlondonunderground</c:v>
                </c:pt>
                <c:pt idx="4937">
                  <c:v>southlandcollegegurl</c:v>
                </c:pt>
                <c:pt idx="4938">
                  <c:v>southlakehighscreamingeaglejazzband</c:v>
                </c:pt>
                <c:pt idx="4939">
                  <c:v>southlakecarroll199</c:v>
                </c:pt>
                <c:pt idx="4940">
                  <c:v>southjerseyrealestate</c:v>
                </c:pt>
                <c:pt idx="4941">
                  <c:v>southjerseylimousine</c:v>
                </c:pt>
                <c:pt idx="4942">
                  <c:v>southjerseycustomaudio</c:v>
                </c:pt>
                <c:pt idx="4943">
                  <c:v>southhadleypublishing</c:v>
                </c:pt>
                <c:pt idx="4944">
                  <c:v>southgatespiritsquad</c:v>
                </c:pt>
                <c:pt idx="4945">
                  <c:v>southfloridaprologusers</c:v>
                </c:pt>
                <c:pt idx="4946">
                  <c:v>southfloridaburnlounge</c:v>
                </c:pt>
                <c:pt idx="4947">
                  <c:v>southfire_streetsfirst</c:v>
                </c:pt>
                <c:pt idx="4948">
                  <c:v>southernwhitebrotherhood</c:v>
                </c:pt>
                <c:pt idx="4949">
                  <c:v>southern_white_boy0588</c:v>
                </c:pt>
                <c:pt idx="4950">
                  <c:v>southernwerewolffarm</c:v>
                </c:pt>
                <c:pt idx="4951">
                  <c:v>southernuniversityband</c:v>
                </c:pt>
                <c:pt idx="4952">
                  <c:v>southern_tresspasser</c:v>
                </c:pt>
                <c:pt idx="4953">
                  <c:v>southernthundermetal</c:v>
                </c:pt>
                <c:pt idx="4954">
                  <c:v>southerntenantfolkunion</c:v>
                </c:pt>
                <c:pt idx="4955">
                  <c:v>southern_sweet_heart99</c:v>
                </c:pt>
                <c:pt idx="4956">
                  <c:v>southern_style_chick</c:v>
                </c:pt>
                <c:pt idx="4957">
                  <c:v>southernstarkellymarie</c:v>
                </c:pt>
                <c:pt idx="4958">
                  <c:v>southern_spunky_monkey</c:v>
                </c:pt>
                <c:pt idx="4959">
                  <c:v>southernsportsjournal</c:v>
                </c:pt>
                <c:pt idx="4960">
                  <c:v>southernSoftballchick12</c:v>
                </c:pt>
                <c:pt idx="4961">
                  <c:v>southern_softball_chick</c:v>
                </c:pt>
                <c:pt idx="4962">
                  <c:v>southernroyaltyclick</c:v>
                </c:pt>
                <c:pt idx="4963">
                  <c:v>southernrodeosweetie</c:v>
                </c:pt>
                <c:pt idx="4964">
                  <c:v>southern_rodeo_sweetheart</c:v>
                </c:pt>
                <c:pt idx="4965">
                  <c:v>southernrockingmusic</c:v>
                </c:pt>
                <c:pt idx="4966">
                  <c:v>southernrockerforever</c:v>
                </c:pt>
                <c:pt idx="4967">
                  <c:v>southernredneckcowboy1</c:v>
                </c:pt>
                <c:pt idx="4968">
                  <c:v>southernredneckcowboy</c:v>
                </c:pt>
                <c:pt idx="4969">
                  <c:v>southernredneckchick</c:v>
                </c:pt>
                <c:pt idx="4970">
                  <c:v>southern_redneck_93</c:v>
                </c:pt>
                <c:pt idx="4971">
                  <c:v>southern_rebel_child</c:v>
                </c:pt>
                <c:pt idx="4972">
                  <c:v>southernraisedroyalty</c:v>
                </c:pt>
                <c:pt idx="4973">
                  <c:v>southernprowrestling</c:v>
                </c:pt>
                <c:pt idx="4974">
                  <c:v>southernprincesssylvia</c:v>
                </c:pt>
                <c:pt idx="4975">
                  <c:v>southernmulletartist</c:v>
                </c:pt>
                <c:pt idx="4976">
                  <c:v>southernmarylandtrish</c:v>
                </c:pt>
                <c:pt idx="4977">
                  <c:v>southernmadeentertainment</c:v>
                </c:pt>
                <c:pt idx="4978">
                  <c:v>southernjungleentertainment</c:v>
                </c:pt>
                <c:pt idx="4979">
                  <c:v>southerninfluenceteam</c:v>
                </c:pt>
                <c:pt idx="4980">
                  <c:v>southernheritagecowboy</c:v>
                </c:pt>
                <c:pt idx="4981">
                  <c:v>SouthernHeatherBelle</c:v>
                </c:pt>
                <c:pt idx="4982">
                  <c:v>southernheartcatcher</c:v>
                </c:pt>
                <c:pt idx="4983">
                  <c:v>southernhazeleyedgurl</c:v>
                </c:pt>
                <c:pt idx="4984">
                  <c:v>southerngroovesociety</c:v>
                </c:pt>
                <c:pt idx="4985">
                  <c:v>southerngirlwithambition</c:v>
                </c:pt>
                <c:pt idx="4986">
                  <c:v>southerngirlbridgetdenise</c:v>
                </c:pt>
                <c:pt idx="4987">
                  <c:v>southerngeorgiaboy04</c:v>
                </c:pt>
                <c:pt idx="4988">
                  <c:v>southernfriedproduction</c:v>
                </c:pt>
                <c:pt idx="4989">
                  <c:v>southernfriednewyorker</c:v>
                </c:pt>
                <c:pt idx="4990">
                  <c:v>southernfirefighter928</c:v>
                </c:pt>
                <c:pt idx="4991">
                  <c:v>southernfairy_sheppeylass</c:v>
                </c:pt>
                <c:pt idx="4992">
                  <c:v>southernextremesports</c:v>
                </c:pt>
                <c:pt idx="4993">
                  <c:v>southerndogwhisperer</c:v>
                </c:pt>
                <c:pt idx="4994">
                  <c:v>southerndixiegirl_2011</c:v>
                </c:pt>
                <c:pt idx="4995">
                  <c:v>southerndixiecutie31329</c:v>
                </c:pt>
                <c:pt idx="4996">
                  <c:v>southerndiamondentertainment</c:v>
                </c:pt>
                <c:pt idx="4997">
                  <c:v>southerncutiesweetheart32</c:v>
                </c:pt>
                <c:pt idx="4998">
                  <c:v>southerncountrygirl01</c:v>
                </c:pt>
                <c:pt idx="4999">
                  <c:v>southern_countrygirl</c:v>
                </c:pt>
                <c:pt idx="5000">
                  <c:v>southerncountryboy3207</c:v>
                </c:pt>
                <c:pt idx="5001">
                  <c:v>southerncomfortwithatwist</c:v>
                </c:pt>
                <c:pt idx="5002">
                  <c:v>southerncomfortsweetie</c:v>
                </c:pt>
                <c:pt idx="5003">
                  <c:v>southern_comfort_queen1</c:v>
                </c:pt>
                <c:pt idx="5004">
                  <c:v>southerncomfortedition</c:v>
                </c:pt>
                <c:pt idx="5005">
                  <c:v>southern_comfort_country</c:v>
                </c:pt>
                <c:pt idx="5006">
                  <c:v>southerncomfortalways</c:v>
                </c:pt>
                <c:pt idx="5007">
                  <c:v>southernchick_kristin07</c:v>
                </c:pt>
                <c:pt idx="5008">
                  <c:v>southern_cherry_bomb08</c:v>
                </c:pt>
                <c:pt idx="5009">
                  <c:v>southerncharmtanning</c:v>
                </c:pt>
                <c:pt idx="5010">
                  <c:v>southern_charm_sarah</c:v>
                </c:pt>
                <c:pt idx="5011">
                  <c:v>southernbrowneyedgal</c:v>
                </c:pt>
                <c:pt idx="5012">
                  <c:v>southern_boy_2_die_4</c:v>
                </c:pt>
                <c:pt idx="5013">
                  <c:v>southernbell_queenbee</c:v>
                </c:pt>
                <c:pt idx="5014">
                  <c:v>southernbellprincess</c:v>
                </c:pt>
                <c:pt idx="5015">
                  <c:v>southernbellesweetie</c:v>
                </c:pt>
                <c:pt idx="5016">
                  <c:v>southernbellehillbillie</c:v>
                </c:pt>
                <c:pt idx="5017">
                  <c:v>southernbabydoll1975</c:v>
                </c:pt>
                <c:pt idx="5018">
                  <c:v>southernangel_babygirl</c:v>
                </c:pt>
                <c:pt idx="5019">
                  <c:v>southernandnotordinary</c:v>
                </c:pt>
                <c:pt idx="5020">
                  <c:v>southernamericanamusic</c:v>
                </c:pt>
                <c:pt idx="5021">
                  <c:v>southernallstarwrestling</c:v>
                </c:pt>
                <c:pt idx="5022">
                  <c:v>southern378alabamacowgirl</c:v>
                </c:pt>
                <c:pt idx="5023">
                  <c:v>southeast_side_skater</c:v>
                </c:pt>
                <c:pt idx="5024">
                  <c:v>southeastmichiganpoker</c:v>
                </c:pt>
                <c:pt idx="5025">
                  <c:v>southeastmichiganmusic</c:v>
                </c:pt>
                <c:pt idx="5026">
                  <c:v>southeastjuniorhighjazzband</c:v>
                </c:pt>
                <c:pt idx="5027">
                  <c:v>southeasternsuperfly</c:v>
                </c:pt>
                <c:pt idx="5028">
                  <c:v>southeasternmusiccollective</c:v>
                </c:pt>
                <c:pt idx="5029">
                  <c:v>south_east713_maryjane</c:v>
                </c:pt>
                <c:pt idx="5030">
                  <c:v>southdaytonfleamarket</c:v>
                </c:pt>
                <c:pt idx="5031">
                  <c:v>south_county_boy2000</c:v>
                </c:pt>
                <c:pt idx="5032">
                  <c:v>southcoastperformance</c:v>
                </c:pt>
                <c:pt idx="5033">
                  <c:v>southcoastentertainment</c:v>
                </c:pt>
                <c:pt idx="5034">
                  <c:v>south_cheer_babe2011</c:v>
                </c:pt>
                <c:pt idx="5035">
                  <c:v>southcentralpremier14</c:v>
                </c:pt>
                <c:pt idx="5036">
                  <c:v>south_carolina_chick</c:v>
                </c:pt>
                <c:pt idx="5037">
                  <c:v>southboundpachydermprinceton</c:v>
                </c:pt>
                <c:pt idx="5038">
                  <c:v>southblockentertainment</c:v>
                </c:pt>
                <c:pt idx="5039">
                  <c:v>southbeachthenightclub</c:v>
                </c:pt>
                <c:pt idx="5040">
                  <c:v>southbeach_hot_babe01</c:v>
                </c:pt>
                <c:pt idx="5041">
                  <c:v>southayrshirevolleyball</c:v>
                </c:pt>
                <c:pt idx="5042">
                  <c:v>sour_sweet_and_tangy</c:v>
                </c:pt>
                <c:pt idx="5043">
                  <c:v>soundwellmusictherapy</c:v>
                </c:pt>
                <c:pt idx="5044">
                  <c:v>soundtracktoageneration</c:v>
                </c:pt>
                <c:pt idx="5045">
                  <c:v>soundthesurrendermusic</c:v>
                </c:pt>
                <c:pt idx="5046">
                  <c:v>soundstormmusicgroup</c:v>
                </c:pt>
                <c:pt idx="5047">
                  <c:v>soundscapeentertainment</c:v>
                </c:pt>
                <c:pt idx="5048">
                  <c:v>soundperceptionmusic</c:v>
                </c:pt>
                <c:pt idx="5049">
                  <c:v>soundlifeentertainment</c:v>
                </c:pt>
                <c:pt idx="5050">
                  <c:v>soundfactoryentertainment</c:v>
                </c:pt>
                <c:pt idx="5051">
                  <c:v>sounddesignedforyourworld</c:v>
                </c:pt>
                <c:pt idx="5052">
                  <c:v>soundcontrolinstallation</c:v>
                </c:pt>
                <c:pt idx="5053">
                  <c:v>soundandsoulgospelchoir</c:v>
                </c:pt>
                <c:pt idx="5054">
                  <c:v>soulvillagepittsburgh</c:v>
                </c:pt>
                <c:pt idx="5055">
                  <c:v>soul_swept_from_emotion</c:v>
                </c:pt>
                <c:pt idx="5056">
                  <c:v>soulstoryentertainment</c:v>
                </c:pt>
                <c:pt idx="5057">
                  <c:v>soulstealingmunchkin</c:v>
                </c:pt>
                <c:pt idx="5058">
                  <c:v>soulstarentertainment</c:v>
                </c:pt>
                <c:pt idx="5059">
                  <c:v>soulsis_entertainment</c:v>
                </c:pt>
                <c:pt idx="5060">
                  <c:v>soulrendingshadoweagle</c:v>
                </c:pt>
                <c:pt idx="5061">
                  <c:v>soulrebel_thelovebelow</c:v>
                </c:pt>
                <c:pt idx="5062">
                  <c:v>soulkissentertainment</c:v>
                </c:pt>
                <c:pt idx="5063">
                  <c:v>soulinterpretsartwear</c:v>
                </c:pt>
                <c:pt idx="5064">
                  <c:v>soulfulsaint_funkymonk</c:v>
                </c:pt>
                <c:pt idx="5065">
                  <c:v>soulfulhousesessions</c:v>
                </c:pt>
                <c:pt idx="5066">
                  <c:v>soul_eater_from_hell</c:v>
                </c:pt>
                <c:pt idx="5067">
                  <c:v>sorryyousaysomething</c:v>
                </c:pt>
                <c:pt idx="5068">
                  <c:v>sorryforpartyrocking</c:v>
                </c:pt>
                <c:pt idx="5069">
                  <c:v>sorrowskaterevolution</c:v>
                </c:pt>
                <c:pt idx="5070">
                  <c:v>sororitylifeplaygirl</c:v>
                </c:pt>
                <c:pt idx="5071">
                  <c:v>sororitygirlally82</c:v>
                </c:pt>
                <c:pt idx="5072">
                  <c:v>sorokinaliza12930</c:v>
                </c:pt>
                <c:pt idx="5073">
                  <c:v>sora_the_heart_slayer</c:v>
                </c:pt>
                <c:pt idx="5074">
                  <c:v>sorakos_fallen_angel</c:v>
                </c:pt>
                <c:pt idx="5075">
                  <c:v>sophisticatedladypainbaby</c:v>
                </c:pt>
                <c:pt idx="5076">
                  <c:v>sophisticatedgirlmonica</c:v>
                </c:pt>
                <c:pt idx="5077">
                  <c:v>sophiehitchcockmusic</c:v>
                </c:pt>
                <c:pt idx="5078">
                  <c:v>sophieelizabethbeard</c:v>
                </c:pt>
                <c:pt idx="5079">
                  <c:v>sophiedarlingexperience</c:v>
                </c:pt>
                <c:pt idx="5080">
                  <c:v>sophiealexandrapilgrim</c:v>
                </c:pt>
                <c:pt idx="5081">
                  <c:v>sophialindseysuckkit</c:v>
                </c:pt>
                <c:pt idx="5082">
                  <c:v>sophia_from_the_desert</c:v>
                </c:pt>
                <c:pt idx="5083">
                  <c:v>soontobesmalltowngirl</c:v>
                </c:pt>
                <c:pt idx="5084">
                  <c:v>soon2beamommy5_18_0</c:v>
                </c:pt>
                <c:pt idx="5085">
                  <c:v>sonny_the_space_monkey</c:v>
                </c:pt>
                <c:pt idx="5086">
                  <c:v>sonny_moore_lubber01</c:v>
                </c:pt>
                <c:pt idx="5087">
                  <c:v>sonnyblackparisisburning</c:v>
                </c:pt>
                <c:pt idx="5088">
                  <c:v>sonic__the__blue__blur__</c:v>
                </c:pt>
                <c:pt idx="5089">
                  <c:v>soniclullabyfestival</c:v>
                </c:pt>
                <c:pt idx="5090">
                  <c:v>sonicentertainmentgroup</c:v>
                </c:pt>
                <c:pt idx="5091">
                  <c:v>sonicdeathmonkey5000</c:v>
                </c:pt>
                <c:pt idx="5092">
                  <c:v>soniamartinezforlife</c:v>
                </c:pt>
                <c:pt idx="5093">
                  <c:v>somewillseek_forgiveness</c:v>
                </c:pt>
                <c:pt idx="5094">
                  <c:v>somewhereunderthesun</c:v>
                </c:pt>
                <c:pt idx="5095">
                  <c:v>somewherethrough1000blues</c:v>
                </c:pt>
                <c:pt idx="5096">
                  <c:v>somewherenearnowhere</c:v>
                </c:pt>
                <c:pt idx="5097">
                  <c:v>somewherebeyondconsciousness</c:v>
                </c:pt>
                <c:pt idx="5098">
                  <c:v>sometimes_its_2_hard</c:v>
                </c:pt>
                <c:pt idx="5099">
                  <c:v>sometimescruelgoddess</c:v>
                </c:pt>
                <c:pt idx="5100">
                  <c:v>somethinyoushouldknow</c:v>
                </c:pt>
                <c:pt idx="5101">
                  <c:v>some_think_like_silence</c:v>
                </c:pt>
                <c:pt idx="5102">
                  <c:v>somethingyoucanalwaysmiss</c:v>
                </c:pt>
                <c:pt idx="5103">
                  <c:v>something_worth_saving</c:v>
                </c:pt>
                <c:pt idx="5104">
                  <c:v>something_went_wrong</c:v>
                </c:pt>
                <c:pt idx="5105">
                  <c:v>somethingthroughsuicide</c:v>
                </c:pt>
                <c:pt idx="5106">
                  <c:v>somethingsweetcharming</c:v>
                </c:pt>
                <c:pt idx="5107">
                  <c:v>something_super_cute09</c:v>
                </c:pt>
                <c:pt idx="5108">
                  <c:v>somethingstirringmusic</c:v>
                </c:pt>
                <c:pt idx="5109">
                  <c:v>somethingsimplemusic</c:v>
                </c:pt>
                <c:pt idx="5110">
                  <c:v>somethingsarejusttoohot</c:v>
                </c:pt>
                <c:pt idx="5111">
                  <c:v>somethingratherwitty</c:v>
                </c:pt>
                <c:pt idx="5112">
                  <c:v>somethingquitefierce</c:v>
                </c:pt>
                <c:pt idx="5113">
                  <c:v>something_pretty_dead</c:v>
                </c:pt>
                <c:pt idx="5114">
                  <c:v>somethinglikethat0002</c:v>
                </c:pt>
                <c:pt idx="5115">
                  <c:v>somethingjustantright</c:v>
                </c:pt>
                <c:pt idx="5116">
                  <c:v>somethinggreatfromnothing</c:v>
                </c:pt>
                <c:pt idx="5117">
                  <c:v>somethingfromthefuture</c:v>
                </c:pt>
                <c:pt idx="5118">
                  <c:v>somethingforyourheart</c:v>
                </c:pt>
                <c:pt idx="5119">
                  <c:v>somethingforcourtney</c:v>
                </c:pt>
                <c:pt idx="5120">
                  <c:v>somethingequallyprofound</c:v>
                </c:pt>
                <c:pt idx="5121">
                  <c:v>somethingdifferentapple</c:v>
                </c:pt>
                <c:pt idx="5122">
                  <c:v>_somethingcleverhere_</c:v>
                </c:pt>
                <c:pt idx="5123">
                  <c:v>somethingbetterchange</c:v>
                </c:pt>
                <c:pt idx="5124">
                  <c:v>somethingartywithmusic</c:v>
                </c:pt>
                <c:pt idx="5125">
                  <c:v>somethingaboutsabrina</c:v>
                </c:pt>
                <c:pt idx="5126">
                  <c:v>somethingaboutautumn</c:v>
                </c:pt>
                <c:pt idx="5127">
                  <c:v>something_4_the_weekend</c:v>
                </c:pt>
                <c:pt idx="5128">
                  <c:v>something2losedrummer</c:v>
                </c:pt>
                <c:pt idx="5129">
                  <c:v>sometechnicaldifficulty</c:v>
                </c:pt>
                <c:pt idx="5130">
                  <c:v>Some_Say_Its_Impossible</c:v>
                </c:pt>
                <c:pt idx="5131">
                  <c:v>somerset.magicarticle</c:v>
                </c:pt>
                <c:pt idx="5132">
                  <c:v>somerandomnumbersandstuff</c:v>
                </c:pt>
                <c:pt idx="5133">
                  <c:v>somerandomguyfromworthing</c:v>
                </c:pt>
                <c:pt idx="5134">
                  <c:v>someproblemskit17339</c:v>
                </c:pt>
                <c:pt idx="5135">
                  <c:v>somepeoplecallmetator</c:v>
                </c:pt>
                <c:pt idx="5136">
                  <c:v>some_people_arent_normal</c:v>
                </c:pt>
                <c:pt idx="5137">
                  <c:v>someoneyouwontforget</c:v>
                </c:pt>
                <c:pt idx="5138">
                  <c:v>someoneyouknow123123</c:v>
                </c:pt>
                <c:pt idx="5139">
                  <c:v>someone_you_dont_know_05</c:v>
                </c:pt>
                <c:pt idx="5140">
                  <c:v>someonewithoutimportance2</c:v>
                </c:pt>
                <c:pt idx="5141">
                  <c:v>someone_who_dont_care05</c:v>
                </c:pt>
                <c:pt idx="5142">
                  <c:v>someonecalltheambivalence</c:v>
                </c:pt>
                <c:pt idx="5143">
                  <c:v>someone_burn_the_church</c:v>
                </c:pt>
                <c:pt idx="5144">
                  <c:v>someobsessivemusicsite</c:v>
                </c:pt>
                <c:pt idx="5145">
                  <c:v>somelovesomeheartbreak</c:v>
                </c:pt>
                <c:pt idx="5146">
                  <c:v>somehowforgottenband</c:v>
                </c:pt>
                <c:pt idx="5147">
                  <c:v>someguywithcurlyhair</c:v>
                </c:pt>
                <c:pt idx="5148">
                  <c:v>somebodyscreampodcast</c:v>
                </c:pt>
                <c:pt idx="5149">
                  <c:v>somebody_please_help</c:v>
                </c:pt>
                <c:pt idx="5150">
                  <c:v>somebodygonedietonight</c:v>
                </c:pt>
                <c:pt idx="5151">
                  <c:v>solusselfdestruction</c:v>
                </c:pt>
                <c:pt idx="5152">
                  <c:v>soloandbassguitar123</c:v>
                </c:pt>
                <c:pt idx="5153">
                  <c:v>solitarieconfinement</c:v>
                </c:pt>
                <c:pt idx="5154">
                  <c:v>solidrockrecordingstudio</c:v>
                </c:pt>
                <c:pt idx="5155">
                  <c:v>soliddrummerandperformer</c:v>
                </c:pt>
                <c:pt idx="5156">
                  <c:v>solid_ass_bitch_allday247</c:v>
                </c:pt>
                <c:pt idx="5157">
                  <c:v>soldiergirlhotcherry</c:v>
                </c:pt>
                <c:pt idx="5158">
                  <c:v>soldier_for_darkness</c:v>
                </c:pt>
                <c:pt idx="5159">
                  <c:v>solanosoftballplaya3</c:v>
                </c:pt>
                <c:pt idx="5160">
                  <c:v>soHOTinthisfrigginhat</c:v>
                </c:pt>
                <c:pt idx="5161">
                  <c:v>softbasketvolleygurl</c:v>
                </c:pt>
                <c:pt idx="5162">
                  <c:v>softballvolleyballchick08</c:v>
                </c:pt>
                <c:pt idx="5163">
                  <c:v>softball_rebel_chick24</c:v>
                </c:pt>
                <c:pt idx="5164">
                  <c:v>softball_player_for_life</c:v>
                </c:pt>
                <c:pt idx="5165">
                  <c:v>softballplayer_15_leah</c:v>
                </c:pt>
                <c:pt idx="5166">
                  <c:v>softball_hottie_12345</c:v>
                </c:pt>
                <c:pt idx="5167">
                  <c:v>softball_girl_strawberry</c:v>
                </c:pt>
                <c:pt idx="5168">
                  <c:v>softballfreak_catcher</c:v>
                </c:pt>
                <c:pt idx="5169">
                  <c:v>softballchick4life54</c:v>
                </c:pt>
                <c:pt idx="5170">
                  <c:v>softball_baller_princess</c:v>
                </c:pt>
                <c:pt idx="5171">
                  <c:v>softball_babe_samantha</c:v>
                </c:pt>
                <c:pt idx="5172">
                  <c:v>softballbabe13olivia</c:v>
                </c:pt>
                <c:pt idx="5173">
                  <c:v>softball_and_pink_rock</c:v>
                </c:pt>
                <c:pt idx="5174">
                  <c:v>sofia_space_not_yours</c:v>
                </c:pt>
                <c:pt idx="5175">
                  <c:v>soddysoftballchick28</c:v>
                </c:pt>
                <c:pt idx="5176">
                  <c:v>societysystemdecontrol</c:v>
                </c:pt>
                <c:pt idx="5177">
                  <c:v>socialworkersaregreat</c:v>
                </c:pt>
                <c:pt idx="5178">
                  <c:v>socialregisterfanclub</c:v>
                </c:pt>
                <c:pt idx="5179">
                  <c:v>sociallyhazardouscustoms</c:v>
                </c:pt>
                <c:pt idx="5180">
                  <c:v>socialexperimentsingrey</c:v>
                </c:pt>
                <c:pt idx="5181">
                  <c:v>socialdrinkingproject</c:v>
                </c:pt>
                <c:pt idx="5182">
                  <c:v>social_butterfly_monica</c:v>
                </c:pt>
                <c:pt idx="5183">
                  <c:v>socialbutterflyjenna</c:v>
                </c:pt>
                <c:pt idx="5184">
                  <c:v>soccer_volleyball_chick</c:v>
                </c:pt>
                <c:pt idx="5185">
                  <c:v>soccersweetheart4ever</c:v>
                </c:pt>
                <c:pt idx="5186">
                  <c:v>soccer_rightfullback_32</c:v>
                </c:pt>
                <c:pt idx="5187">
                  <c:v>soccer_playing_rocker</c:v>
                </c:pt>
                <c:pt idx="5188">
                  <c:v>soccer_playing_chick</c:v>
                </c:pt>
                <c:pt idx="5189">
                  <c:v>soccerplayer_4_for_life</c:v>
                </c:pt>
                <c:pt idx="5190">
                  <c:v>soccer_playa_number9</c:v>
                </c:pt>
                <c:pt idx="5191">
                  <c:v>soccer_playa_4_evolution</c:v>
                </c:pt>
                <c:pt idx="5192">
                  <c:v>soccerlover_always23</c:v>
                </c:pt>
                <c:pt idx="5193">
                  <c:v>soccer2volleyball_chick</c:v>
                </c:pt>
                <c:pt idx="5194">
                  <c:v>socalbrowantinahoe420</c:v>
                </c:pt>
                <c:pt idx="5195">
                  <c:v>snuggle_puff_monster</c:v>
                </c:pt>
                <c:pt idx="5196">
                  <c:v>snugglebunnythepirate</c:v>
                </c:pt>
                <c:pt idx="5197">
                  <c:v>snugglebunny_sweetness</c:v>
                </c:pt>
                <c:pt idx="5198">
                  <c:v>snow_water_dirt_ice_sand</c:v>
                </c:pt>
                <c:pt idx="5199">
                  <c:v>snowmachine_longtime</c:v>
                </c:pt>
                <c:pt idx="5200">
                  <c:v>snowflake_silvermyst</c:v>
                </c:pt>
                <c:pt idx="5201">
                  <c:v>snowflake_drama_queen</c:v>
                </c:pt>
                <c:pt idx="5202">
                  <c:v>snowboaringfreakface</c:v>
                </c:pt>
                <c:pt idx="5203">
                  <c:v>snowboarding_girl2004</c:v>
                </c:pt>
                <c:pt idx="5204">
                  <c:v>snowboardingexperience</c:v>
                </c:pt>
                <c:pt idx="5205">
                  <c:v>snowboardingchick_14</c:v>
                </c:pt>
                <c:pt idx="5206">
                  <c:v>snowboardbigcountry81</c:v>
                </c:pt>
                <c:pt idx="5207">
                  <c:v>snowboard1skate2surf3</c:v>
                </c:pt>
                <c:pt idx="5208">
                  <c:v>snoopythewonderpoodle</c:v>
                </c:pt>
                <c:pt idx="5209">
                  <c:v>snoopythehandsomeboy</c:v>
                </c:pt>
                <c:pt idx="5210">
                  <c:v>snipper_the_fabulous</c:v>
                </c:pt>
                <c:pt idx="5211">
                  <c:v>sniperkittenelizabeth</c:v>
                </c:pt>
                <c:pt idx="5212">
                  <c:v>sniperhisinfernalmajesty</c:v>
                </c:pt>
                <c:pt idx="5213">
                  <c:v>snickerdoodlegoddess</c:v>
                </c:pt>
                <c:pt idx="5214">
                  <c:v>snickerdoodle_chick01</c:v>
                </c:pt>
                <c:pt idx="5215">
                  <c:v>sneaky_rebel_sniper_03</c:v>
                </c:pt>
                <c:pt idx="5216">
                  <c:v>snatchpounderawesomepants</c:v>
                </c:pt>
                <c:pt idx="5217">
                  <c:v>snareyesentertainment</c:v>
                </c:pt>
                <c:pt idx="5218">
                  <c:v>snappy_lil_fire_cracker</c:v>
                </c:pt>
                <c:pt idx="5219">
                  <c:v>snaphappyphotography</c:v>
                </c:pt>
                <c:pt idx="5220">
                  <c:v>snap_crackle_and_pop</c:v>
                </c:pt>
                <c:pt idx="5221">
                  <c:v>snakebite_heart_angel</c:v>
                </c:pt>
                <c:pt idx="5222">
                  <c:v>smooth_like_sandpaper</c:v>
                </c:pt>
                <c:pt idx="5223">
                  <c:v>smoothjazz989memphis</c:v>
                </c:pt>
                <c:pt idx="5224">
                  <c:v>smooth_criminal_six9</c:v>
                </c:pt>
                <c:pt idx="5225">
                  <c:v>smoothcriminalmikedingo</c:v>
                </c:pt>
                <c:pt idx="5226">
                  <c:v>smokingtunainternational</c:v>
                </c:pt>
                <c:pt idx="5227">
                  <c:v>smokeweedeveryday99</c:v>
                </c:pt>
                <c:pt idx="5228">
                  <c:v>smokeweedeveryday227</c:v>
                </c:pt>
                <c:pt idx="5229">
                  <c:v>smoke_weed_everyday21</c:v>
                </c:pt>
                <c:pt idx="5230">
                  <c:v>smokesomethinbitch510</c:v>
                </c:pt>
                <c:pt idx="5231">
                  <c:v>smokescreenentertainment</c:v>
                </c:pt>
                <c:pt idx="5232">
                  <c:v>smoke_marijuana_everyday</c:v>
                </c:pt>
                <c:pt idx="5233">
                  <c:v>smokelikebobmarleydid</c:v>
                </c:pt>
                <c:pt idx="5234">
                  <c:v>smoke_eat_getdrunk_sleep</c:v>
                </c:pt>
                <c:pt idx="5235">
                  <c:v>smokedyourselfretarded</c:v>
                </c:pt>
                <c:pt idx="5236">
                  <c:v>smokedoutmusicforever</c:v>
                </c:pt>
                <c:pt idx="5237">
                  <c:v>smoke_chronic_forever</c:v>
                </c:pt>
                <c:pt idx="5238">
                  <c:v>smoke_bowls_all_day_420</c:v>
                </c:pt>
                <c:pt idx="5239">
                  <c:v>smokeandmirrorsonline</c:v>
                </c:pt>
                <c:pt idx="5240">
                  <c:v>smokeallnightandday1212</c:v>
                </c:pt>
                <c:pt idx="5241">
                  <c:v>smit_the_webdesigner</c:v>
                </c:pt>
                <c:pt idx="5242">
                  <c:v>smileyouralreadydead</c:v>
                </c:pt>
                <c:pt idx="5243">
                  <c:v>smileyouarebeautiful</c:v>
                </c:pt>
                <c:pt idx="5244">
                  <c:v>smileyispartlyretarded</c:v>
                </c:pt>
                <c:pt idx="5245">
                  <c:v>smilesoutherngirl2010</c:v>
                </c:pt>
                <c:pt idx="5246">
                  <c:v>smilesonthegrapevine</c:v>
                </c:pt>
                <c:pt idx="5247">
                  <c:v>smileshannonsandwich</c:v>
                </c:pt>
                <c:pt idx="5248">
                  <c:v>smile_now_cry_later510</c:v>
                </c:pt>
                <c:pt idx="5249">
                  <c:v>smile_now_cry_later_21</c:v>
                </c:pt>
                <c:pt idx="5250">
                  <c:v>smilenowcrylater1251</c:v>
                </c:pt>
                <c:pt idx="5251">
                  <c:v>smilenow_crylater1215</c:v>
                </c:pt>
                <c:pt idx="5252">
                  <c:v>smile_now_cry_later09</c:v>
                </c:pt>
                <c:pt idx="5253">
                  <c:v>smile_laugh_cheer_talk</c:v>
                </c:pt>
                <c:pt idx="5254">
                  <c:v>smile_for_the_camara</c:v>
                </c:pt>
                <c:pt idx="5255">
                  <c:v>smileeachandeveryday</c:v>
                </c:pt>
                <c:pt idx="5256">
                  <c:v>smilebrightadanthasunrise</c:v>
                </c:pt>
                <c:pt idx="5257">
                  <c:v>smilebeautifullydisturbed</c:v>
                </c:pt>
                <c:pt idx="5258">
                  <c:v>smilearoundtheface123</c:v>
                </c:pt>
                <c:pt idx="5259">
                  <c:v>Smile_and_Understand</c:v>
                </c:pt>
                <c:pt idx="5260">
                  <c:v>smile_and_look_pretty</c:v>
                </c:pt>
                <c:pt idx="5261">
                  <c:v>smile_and_just_dance</c:v>
                </c:pt>
                <c:pt idx="5262">
                  <c:v>smellypiratehookersforme</c:v>
                </c:pt>
                <c:pt idx="5263">
                  <c:v>smellyjellybellykelly</c:v>
                </c:pt>
                <c:pt idx="5264">
                  <c:v>smellingdeadroses23</c:v>
                </c:pt>
                <c:pt idx="5265">
                  <c:v>smelled_like_lou_dog</c:v>
                </c:pt>
                <c:pt idx="5266">
                  <c:v>smashyouintotheground</c:v>
                </c:pt>
                <c:pt idx="5267">
                  <c:v>smash_mouth_football</c:v>
                </c:pt>
                <c:pt idx="5268">
                  <c:v>smartypantsorangegatorade</c:v>
                </c:pt>
                <c:pt idx="5269">
                  <c:v>smartwaterandgrapejuice</c:v>
                </c:pt>
                <c:pt idx="5270">
                  <c:v>smartstudentsamantha</c:v>
                </c:pt>
                <c:pt idx="5271">
                  <c:v>smartsophisticatedclassy</c:v>
                </c:pt>
                <c:pt idx="5272">
                  <c:v>smartsophietheblonde</c:v>
                </c:pt>
                <c:pt idx="5273">
                  <c:v>smart_legal_assistant</c:v>
                </c:pt>
                <c:pt idx="5274">
                  <c:v>smartholyandbeautiful</c:v>
                </c:pt>
                <c:pt idx="5275">
                  <c:v>smart_blonde_brittany</c:v>
                </c:pt>
                <c:pt idx="5276">
                  <c:v>smart_beautiful_driven</c:v>
                </c:pt>
                <c:pt idx="5277">
                  <c:v>smallwoodlandcreature</c:v>
                </c:pt>
                <c:pt idx="5278">
                  <c:v>smallwonderwolfpackent</c:v>
                </c:pt>
                <c:pt idx="5279">
                  <c:v>smallville_sweetheart</c:v>
                </c:pt>
                <c:pt idx="5280">
                  <c:v>smallville_fan_4_life</c:v>
                </c:pt>
                <c:pt idx="5281">
                  <c:v>smallvilleandchocolate</c:v>
                </c:pt>
                <c:pt idx="5282">
                  <c:v>smalltownsoutherngal0</c:v>
                </c:pt>
                <c:pt idx="5283">
                  <c:v>smalltownmusicfactory</c:v>
                </c:pt>
                <c:pt idx="5284">
                  <c:v>small_town_girl12345</c:v>
                </c:pt>
                <c:pt idx="5285">
                  <c:v>small_simple_safeprice</c:v>
                </c:pt>
                <c:pt idx="5286">
                  <c:v>small_penis_for_erin</c:v>
                </c:pt>
                <c:pt idx="5287">
                  <c:v>smallmouthbassslayer</c:v>
                </c:pt>
                <c:pt idx="5288">
                  <c:v>small_height_big_heart</c:v>
                </c:pt>
                <c:pt idx="5289">
                  <c:v>smallfryentertainment</c:v>
                </c:pt>
                <c:pt idx="5290">
                  <c:v>smalldetailingbusiness</c:v>
                </c:pt>
                <c:pt idx="5291">
                  <c:v>smackwhiteentertainment</c:v>
                </c:pt>
                <c:pt idx="5292">
                  <c:v>smacktalkandrawhacking</c:v>
                </c:pt>
                <c:pt idx="5293">
                  <c:v>slysarah_rox_the_universe</c:v>
                </c:pt>
                <c:pt idx="5294">
                  <c:v>sluttybitchthatgothacked</c:v>
                </c:pt>
                <c:pt idx="5295">
                  <c:v>slumberguitarplayerfriend</c:v>
                </c:pt>
                <c:pt idx="5296">
                  <c:v>slowmotionblacklightning</c:v>
                </c:pt>
                <c:pt idx="5297">
                  <c:v>slowly_falling_behind</c:v>
                </c:pt>
                <c:pt idx="5298">
                  <c:v>slowly_bleeding_away</c:v>
                </c:pt>
                <c:pt idx="5299">
                  <c:v>slityourwristsandpray1</c:v>
                </c:pt>
                <c:pt idx="5300">
                  <c:v>slit_wrist_vengeance</c:v>
                </c:pt>
                <c:pt idx="5301">
                  <c:v>slitwristsofalovedone</c:v>
                </c:pt>
                <c:pt idx="5302">
                  <c:v>slitwristsandblackedeyes</c:v>
                </c:pt>
                <c:pt idx="5303">
                  <c:v>slip_the_system_12321</c:v>
                </c:pt>
                <c:pt idx="5304">
                  <c:v>slipthesevenfoldknot</c:v>
                </c:pt>
                <c:pt idx="5305">
                  <c:v>slippingintosenility</c:v>
                </c:pt>
                <c:pt idx="5306">
                  <c:v>slipperynippleplease</c:v>
                </c:pt>
                <c:pt idx="5307">
                  <c:v>slipperykittywhenwet</c:v>
                </c:pt>
                <c:pt idx="5308">
                  <c:v>slipknotwillneverdie</c:v>
                </c:pt>
                <c:pt idx="5309">
                  <c:v>slipknot_will_kill_you</c:v>
                </c:pt>
                <c:pt idx="5310">
                  <c:v>slipknotwaitandbleed</c:v>
                </c:pt>
                <c:pt idx="5311">
                  <c:v>slipknot_the_romance</c:v>
                </c:pt>
                <c:pt idx="5312">
                  <c:v>slipknot_head_banger</c:v>
                </c:pt>
                <c:pt idx="5313">
                  <c:v>slinkysundaysessions</c:v>
                </c:pt>
                <c:pt idx="5314">
                  <c:v>slinging_ink_for_you</c:v>
                </c:pt>
                <c:pt idx="5315">
                  <c:v>slimshadyspinkladies02</c:v>
                </c:pt>
                <c:pt idx="5316">
                  <c:v>slimshadyspinkladies</c:v>
                </c:pt>
                <c:pt idx="5317">
                  <c:v>_slim_shady_baby_9_</c:v>
                </c:pt>
                <c:pt idx="5318">
                  <c:v>slimfine318sportcity</c:v>
                </c:pt>
                <c:pt idx="5319">
                  <c:v>slightly_sir_benjamin</c:v>
                </c:pt>
                <c:pt idx="5320">
                  <c:v>slightlynotstonedenough92</c:v>
                </c:pt>
                <c:pt idx="5321">
                  <c:v>slightlymisguidedband</c:v>
                </c:pt>
                <c:pt idx="5322">
                  <c:v>slightlylessprofessional</c:v>
                </c:pt>
                <c:pt idx="5323">
                  <c:v>slightlyeccentrictwist</c:v>
                </c:pt>
                <c:pt idx="5324">
                  <c:v>slightlyeatencabbage</c:v>
                </c:pt>
                <c:pt idx="5325">
                  <c:v>slightlyathleticchuck</c:v>
                </c:pt>
                <c:pt idx="5326">
                  <c:v>slickerthanwormsperm</c:v>
                </c:pt>
                <c:pt idx="5327">
                  <c:v>sleepyvultureandthefriendchoir</c:v>
                </c:pt>
                <c:pt idx="5328">
                  <c:v>_sleep_well_tonight_</c:v>
                </c:pt>
                <c:pt idx="5329">
                  <c:v>sleepparalysisanonymous</c:v>
                </c:pt>
                <c:pt idx="5330">
                  <c:v>sleeplonelyuntiltonight</c:v>
                </c:pt>
                <c:pt idx="5331">
                  <c:v>sleeplessroundtheclock</c:v>
                </c:pt>
                <c:pt idx="5332">
                  <c:v>sleeplessdreamermusic</c:v>
                </c:pt>
                <c:pt idx="5333">
                  <c:v>sleeping_with_the_fish</c:v>
                </c:pt>
                <c:pt idx="5334">
                  <c:v>sleepingwiththedevil</c:v>
                </c:pt>
                <c:pt idx="5335">
                  <c:v>sleepingwhileyourawake</c:v>
                </c:pt>
                <c:pt idx="5336">
                  <c:v>sleepingthroughtherevolution</c:v>
                </c:pt>
                <c:pt idx="5337">
                  <c:v>sleepinglatepriceless</c:v>
                </c:pt>
                <c:pt idx="5338">
                  <c:v>sleepingdogsliemovie</c:v>
                </c:pt>
                <c:pt idx="5339">
                  <c:v>sleeping_cemeterylove</c:v>
                </c:pt>
                <c:pt idx="5340">
                  <c:v>sleepingbeautyprincess</c:v>
                </c:pt>
                <c:pt idx="5341">
                  <c:v>sleepingangelkiller07</c:v>
                </c:pt>
                <c:pt idx="5342">
                  <c:v>sleepanimalandthetangent</c:v>
                </c:pt>
                <c:pt idx="5343">
                  <c:v>slaughterthewretchedpig</c:v>
                </c:pt>
                <c:pt idx="5344">
                  <c:v>slaughterhousemusicrippat</c:v>
                </c:pt>
                <c:pt idx="5345">
                  <c:v>slashedgracemagazine</c:v>
                </c:pt>
                <c:pt idx="5346">
                  <c:v>slashdancefilmfestival</c:v>
                </c:pt>
                <c:pt idx="5347">
                  <c:v>sky_walker_street_team</c:v>
                </c:pt>
                <c:pt idx="5348">
                  <c:v>skytouchchristianministry</c:v>
                </c:pt>
                <c:pt idx="5349">
                  <c:v>skyhookentertainment</c:v>
                </c:pt>
                <c:pt idx="5350">
                  <c:v>skyhighentertainment</c:v>
                </c:pt>
                <c:pt idx="5351">
                  <c:v>skyblueentertainment</c:v>
                </c:pt>
                <c:pt idx="5352">
                  <c:v>skull_seeker_shadow_244</c:v>
                </c:pt>
                <c:pt idx="5353">
                  <c:v>skullsandcrossbones722</c:v>
                </c:pt>
                <c:pt idx="5354">
                  <c:v>skiving_driving_surviving</c:v>
                </c:pt>
                <c:pt idx="5355">
                  <c:v>skittlestastetherainbow14</c:v>
                </c:pt>
                <c:pt idx="5356">
                  <c:v>skittles_are_the_rainbow</c:v>
                </c:pt>
                <c:pt idx="5357">
                  <c:v>skipthelightfantastic</c:v>
                </c:pt>
                <c:pt idx="5358">
                  <c:v>skippyondawonderbread</c:v>
                </c:pt>
                <c:pt idx="5359">
                  <c:v>skipping_brigade_master</c:v>
                </c:pt>
                <c:pt idx="5360">
                  <c:v>skipdividedmalfunction</c:v>
                </c:pt>
                <c:pt idx="5361">
                  <c:v>skinnywhiteboymusic3</c:v>
                </c:pt>
                <c:pt idx="5362">
                  <c:v>skinnywhiteboymusic2</c:v>
                </c:pt>
                <c:pt idx="5363">
                  <c:v>skinnyvintageflowerlayout</c:v>
                </c:pt>
                <c:pt idx="5364">
                  <c:v>skinnypuppy_chainsaw</c:v>
                </c:pt>
                <c:pt idx="5365">
                  <c:v>skinny_dipping_friend</c:v>
                </c:pt>
                <c:pt idx="5366">
                  <c:v>skinnydipperallnightlong</c:v>
                </c:pt>
                <c:pt idx="5367">
                  <c:v>skinnyblackjeanslover</c:v>
                </c:pt>
                <c:pt idx="5368">
                  <c:v>skinnyassfreak_whiteboy__</c:v>
                </c:pt>
                <c:pt idx="5369">
                  <c:v>skinheadmobentertainment</c:v>
                </c:pt>
                <c:pt idx="5370">
                  <c:v>skilletcookiemonster</c:v>
                </c:pt>
                <c:pt idx="5371">
                  <c:v>skijumping-icehockey</c:v>
                </c:pt>
                <c:pt idx="5372">
                  <c:v>skibum_international</c:v>
                </c:pt>
                <c:pt idx="5373">
                  <c:v>sketchingoutfairytales</c:v>
                </c:pt>
                <c:pt idx="5374">
                  <c:v>sketchcitymanchester</c:v>
                </c:pt>
                <c:pt idx="5375">
                  <c:v>sketchboard_tester25</c:v>
                </c:pt>
                <c:pt idx="5376">
                  <c:v>sketchboard_tester24</c:v>
                </c:pt>
                <c:pt idx="5377">
                  <c:v>sketchboard_tester21</c:v>
                </c:pt>
                <c:pt idx="5378">
                  <c:v>sketchboard_tester19</c:v>
                </c:pt>
                <c:pt idx="5379">
                  <c:v>skeleton_crew_tribute</c:v>
                </c:pt>
                <c:pt idx="5380">
                  <c:v>skating_till_sundown</c:v>
                </c:pt>
                <c:pt idx="5381">
                  <c:v>skating_socialworker</c:v>
                </c:pt>
                <c:pt idx="5382">
                  <c:v>skatingbirdhouseforever</c:v>
                </c:pt>
                <c:pt idx="5383">
                  <c:v>skatingbikingskiingboy123</c:v>
                </c:pt>
                <c:pt idx="5384">
                  <c:v>skate_zero_for_life111</c:v>
                </c:pt>
                <c:pt idx="5385">
                  <c:v>skater_without_reason</c:v>
                </c:pt>
                <c:pt idx="5386">
                  <c:v>skaterandfisher4life</c:v>
                </c:pt>
                <c:pt idx="5387">
                  <c:v>skater4lifedontbeabitch1</c:v>
                </c:pt>
                <c:pt idx="5388">
                  <c:v>skateforzeroandfallen</c:v>
                </c:pt>
                <c:pt idx="5389">
                  <c:v>skatecitywestminster</c:v>
                </c:pt>
                <c:pt idx="5390">
                  <c:v>skatebrownmiddleschool</c:v>
                </c:pt>
                <c:pt idx="5391">
                  <c:v>skateboardrevolution</c:v>
                </c:pt>
                <c:pt idx="5392">
                  <c:v>skateboardprincess317</c:v>
                </c:pt>
                <c:pt idx="5393">
                  <c:v>skateboardingroxdude</c:v>
                </c:pt>
                <c:pt idx="5394">
                  <c:v>skateboarding_anime_freak</c:v>
                </c:pt>
                <c:pt idx="5395">
                  <c:v>skateboarding_and_music_</c:v>
                </c:pt>
                <c:pt idx="5396">
                  <c:v>skateboard_headquarter</c:v>
                </c:pt>
                <c:pt idx="5397">
                  <c:v>skateboarder_rocker209</c:v>
                </c:pt>
                <c:pt idx="5398">
                  <c:v>skateboarder_for_life_23</c:v>
                </c:pt>
                <c:pt idx="5399">
                  <c:v>skateboarder_for_life_</c:v>
                </c:pt>
                <c:pt idx="5400">
                  <c:v>skateboardercolorconfused</c:v>
                </c:pt>
                <c:pt idx="5401">
                  <c:v>skateboarder_chick4323</c:v>
                </c:pt>
                <c:pt idx="5402">
                  <c:v>skateboarderchick123</c:v>
                </c:pt>
                <c:pt idx="5403">
                  <c:v>skateandplayguitarforlife</c:v>
                </c:pt>
                <c:pt idx="5404">
                  <c:v>skateandguitarplayer</c:v>
                </c:pt>
                <c:pt idx="5405">
                  <c:v>skate_and_destroy</c:v>
                </c:pt>
                <c:pt idx="5406">
                  <c:v>skate_almost_forever</c:v>
                </c:pt>
                <c:pt idx="5407">
                  <c:v>skate_all_day_everyday</c:v>
                </c:pt>
                <c:pt idx="5408">
                  <c:v>skate4life_kobe_bitch</c:v>
                </c:pt>
                <c:pt idx="5409">
                  <c:v>sixteenthsolidspread</c:v>
                </c:pt>
                <c:pt idx="5410">
                  <c:v>sixteenstarmanagement</c:v>
                </c:pt>
                <c:pt idx="5411">
                  <c:v>sixstringmassacre_55</c:v>
                </c:pt>
                <c:pt idx="5412">
                  <c:v>sixonetreyentertainment</c:v>
                </c:pt>
                <c:pt idx="5413">
                  <c:v>sixhundredseventyone</c:v>
                </c:pt>
                <c:pt idx="5414">
                  <c:v>sixhundredandsixtyfive</c:v>
                </c:pt>
                <c:pt idx="5415">
                  <c:v>sixfootfiveandbulletproof</c:v>
                </c:pt>
                <c:pt idx="5416">
                  <c:v>sittingwaitingandwishing</c:v>
                </c:pt>
                <c:pt idx="5417">
                  <c:v>site_for_messin_wit111111</c:v>
                </c:pt>
                <c:pt idx="5418">
                  <c:v>sit_back_relax_relapse</c:v>
                </c:pt>
                <c:pt idx="5419">
                  <c:v>sistertabithasurprise</c:v>
                </c:pt>
                <c:pt idx="5420">
                  <c:v>sistersheerstargazer</c:v>
                </c:pt>
                <c:pt idx="5421">
                  <c:v>sister_molly_margaret</c:v>
                </c:pt>
                <c:pt idx="5422">
                  <c:v>sister_mary_elephant</c:v>
                </c:pt>
                <c:pt idx="5423">
                  <c:v>sisterinchristalways</c:v>
                </c:pt>
                <c:pt idx="5424">
                  <c:v>sisterfromanothermister_1</c:v>
                </c:pt>
                <c:pt idx="5425">
                  <c:v>sisterchristianfancypants</c:v>
                </c:pt>
                <c:pt idx="5426">
                  <c:v>sissy_the_red_headed_girl</c:v>
                </c:pt>
                <c:pt idx="5427">
                  <c:v>sissyfortraining2000</c:v>
                </c:pt>
                <c:pt idx="5428">
                  <c:v>sir_stallionbonkalot</c:v>
                </c:pt>
                <c:pt idx="5429">
                  <c:v>sir_jake_the_mistake_17</c:v>
                </c:pt>
                <c:pt idx="5430">
                  <c:v>sirenchristianrockband</c:v>
                </c:pt>
                <c:pt idx="5431">
                  <c:v>sippinonsomebluedrank</c:v>
                </c:pt>
                <c:pt idx="5432">
                  <c:v>sinthetic_revolution</c:v>
                </c:pt>
                <c:pt idx="5433">
                  <c:v>sinthesolecontroller</c:v>
                </c:pt>
                <c:pt idx="5434">
                  <c:v>sinsationallysunshine</c:v>
                </c:pt>
                <c:pt idx="5435">
                  <c:v>sink_your_teeth_into</c:v>
                </c:pt>
                <c:pt idx="5436">
                  <c:v>sinkingshipsandbravery</c:v>
                </c:pt>
                <c:pt idx="5437">
                  <c:v>sinisterserenityband</c:v>
                </c:pt>
                <c:pt idx="5438">
                  <c:v>sinisteroutrightbehavior</c:v>
                </c:pt>
                <c:pt idx="5439">
                  <c:v>sinister_looking_sock</c:v>
                </c:pt>
                <c:pt idx="5440">
                  <c:v>sinisterbadkitty5000</c:v>
                </c:pt>
                <c:pt idx="5441">
                  <c:v>singwithyourhairbrush</c:v>
                </c:pt>
                <c:pt idx="5442">
                  <c:v>singtomeyouelectricbitch</c:v>
                </c:pt>
                <c:pt idx="5443">
                  <c:v>singthebodyelectric5</c:v>
                </c:pt>
                <c:pt idx="5444">
                  <c:v>singthebodyelectric1</c:v>
                </c:pt>
                <c:pt idx="5445">
                  <c:v>sing_scream_saygoodbye</c:v>
                </c:pt>
                <c:pt idx="5446">
                  <c:v>single_shot_army_dude_18</c:v>
                </c:pt>
                <c:pt idx="5447">
                  <c:v>single_princess_looking</c:v>
                </c:pt>
                <c:pt idx="5448">
                  <c:v>single_minded_liberation</c:v>
                </c:pt>
                <c:pt idx="5449">
                  <c:v>singlemalesportsguy92</c:v>
                </c:pt>
                <c:pt idx="5450">
                  <c:v>single_and_ready2mingle</c:v>
                </c:pt>
                <c:pt idx="5451">
                  <c:v>singing_with_passion</c:v>
                </c:pt>
                <c:pt idx="5452">
                  <c:v>singingsoftballplayer</c:v>
                </c:pt>
                <c:pt idx="5453">
                  <c:v>singingsensation4ever</c:v>
                </c:pt>
                <c:pt idx="5454">
                  <c:v>_singing_music_4_life</c:v>
                </c:pt>
                <c:pt idx="5455">
                  <c:v>singing_lion_princess</c:v>
                </c:pt>
                <c:pt idx="5456">
                  <c:v>singingheycarrieanne</c:v>
                </c:pt>
                <c:pt idx="5457">
                  <c:v>singing_country_gurl_0</c:v>
                </c:pt>
                <c:pt idx="5458">
                  <c:v>singingcountrygirl87</c:v>
                </c:pt>
                <c:pt idx="5459">
                  <c:v>singingandshopping4eva</c:v>
                </c:pt>
                <c:pt idx="5460">
                  <c:v>singingandmusicfreak</c:v>
                </c:pt>
                <c:pt idx="5461">
                  <c:v>singer_song_writer_7</c:v>
                </c:pt>
                <c:pt idx="5462">
                  <c:v>singerpoetsongwriter</c:v>
                </c:pt>
                <c:pt idx="5463">
                  <c:v>singdancesmileandlive</c:v>
                </c:pt>
                <c:pt idx="5464">
                  <c:v>singdanceandenjoylife</c:v>
                </c:pt>
                <c:pt idx="5465">
                  <c:v>sinfullysweetassassin</c:v>
                </c:pt>
                <c:pt idx="5466">
                  <c:v>sinfullycharmingsonny</c:v>
                </c:pt>
                <c:pt idx="5467">
                  <c:v>sinfulkatastrophe91708</c:v>
                </c:pt>
                <c:pt idx="5468">
                  <c:v>sincityfortlauderdale</c:v>
                </c:pt>
                <c:pt idx="5469">
                  <c:v>sincityentertainmenttampa</c:v>
                </c:pt>
                <c:pt idx="5470">
                  <c:v>sincerelyyoursraelynn</c:v>
                </c:pt>
                <c:pt idx="5471">
                  <c:v>sincerelyyoursmusic510</c:v>
                </c:pt>
                <c:pt idx="5472">
                  <c:v>sincerelysugarcoated</c:v>
                </c:pt>
                <c:pt idx="5473">
                  <c:v>simplywaitingstreetteam</c:v>
                </c:pt>
                <c:pt idx="5474">
                  <c:v>simplyunfooledaroundwith</c:v>
                </c:pt>
                <c:pt idx="5475">
                  <c:v>simplythebesthaterproof</c:v>
                </c:pt>
                <c:pt idx="5476">
                  <c:v>simply_sweet_patrice</c:v>
                </c:pt>
                <c:pt idx="5477">
                  <c:v>simplysimplemandaboo</c:v>
                </c:pt>
                <c:pt idx="5478">
                  <c:v>simplyperfectkristina</c:v>
                </c:pt>
                <c:pt idx="5479">
                  <c:v>simplymissunderstood</c:v>
                </c:pt>
                <c:pt idx="5480">
                  <c:v>simplyirresistiblehair</c:v>
                </c:pt>
                <c:pt idx="5481">
                  <c:v>simply_gorgeous_leslie</c:v>
                </c:pt>
                <c:pt idx="5482">
                  <c:v>simplygorgeouscontest</c:v>
                </c:pt>
                <c:pt idx="5483">
                  <c:v>simplyfuckingcomplicated</c:v>
                </c:pt>
                <c:pt idx="5484">
                  <c:v>simply_forgotten_promoter</c:v>
                </c:pt>
                <c:pt idx="5485">
                  <c:v>simplyelegant_morgan</c:v>
                </c:pt>
                <c:pt idx="5486">
                  <c:v>simplydeliciouscocoabeach</c:v>
                </c:pt>
                <c:pt idx="5487">
                  <c:v>simplybronzedtanningsalon</c:v>
                </c:pt>
                <c:pt idx="5488">
                  <c:v>simplyblackandwhiteband</c:v>
                </c:pt>
                <c:pt idx="5489">
                  <c:v>simplybeautifulmissgrant</c:v>
                </c:pt>
                <c:pt idx="5490">
                  <c:v>simplicitycustomgraphics</c:v>
                </c:pt>
                <c:pt idx="5491">
                  <c:v>simpleyetconfusing</c:v>
                </c:pt>
                <c:pt idx="5492">
                  <c:v>simpleyetconfused101</c:v>
                </c:pt>
                <c:pt idx="5493">
                  <c:v>simplepleasuresinlife2</c:v>
                </c:pt>
                <c:pt idx="5494">
                  <c:v>simplepleasurerentalcabin</c:v>
                </c:pt>
                <c:pt idx="5495">
                  <c:v>simpleplanlover14chuck</c:v>
                </c:pt>
                <c:pt idx="5496">
                  <c:v>simple_plan_lover1234</c:v>
                </c:pt>
                <c:pt idx="5497">
                  <c:v>simpleplanfreak4life</c:v>
                </c:pt>
                <c:pt idx="5498">
                  <c:v>simpleplanfanforever</c:v>
                </c:pt>
                <c:pt idx="5499">
                  <c:v>simplemindedlaughinghyena</c:v>
                </c:pt>
                <c:pt idx="5500">
                  <c:v>simplemindedentertainment</c:v>
                </c:pt>
                <c:pt idx="5501">
                  <c:v>simple_man_shall_change</c:v>
                </c:pt>
                <c:pt idx="5502">
                  <c:v>simplecountrygirl2000</c:v>
                </c:pt>
                <c:pt idx="5503">
                  <c:v>simple_country_girl_1981</c:v>
                </c:pt>
                <c:pt idx="5504">
                  <c:v>simple7yet7confusing</c:v>
                </c:pt>
                <c:pt idx="5505">
                  <c:v>simonehusbandforlife</c:v>
                </c:pt>
                <c:pt idx="5506">
                  <c:v>simoneelizabethmusic</c:v>
                </c:pt>
                <c:pt idx="5507">
                  <c:v>silver_winged_angel_24</c:v>
                </c:pt>
                <c:pt idx="5508">
                  <c:v>silver_tongued_devil</c:v>
                </c:pt>
                <c:pt idx="5509">
                  <c:v>silvertear_moonstorm</c:v>
                </c:pt>
                <c:pt idx="5510">
                  <c:v>silverspringspizzafactory</c:v>
                </c:pt>
                <c:pt idx="5511">
                  <c:v>silverspoondanceproject</c:v>
                </c:pt>
                <c:pt idx="5512">
                  <c:v>silversinglefeaturing</c:v>
                </c:pt>
                <c:pt idx="5513">
                  <c:v>silversidenickelback</c:v>
                </c:pt>
                <c:pt idx="5514">
                  <c:v>silverrosedemigoddess</c:v>
                </c:pt>
                <c:pt idx="5515">
                  <c:v>silvermetalalchemist</c:v>
                </c:pt>
                <c:pt idx="5516">
                  <c:v>silverlookingbracelet</c:v>
                </c:pt>
                <c:pt idx="5517">
                  <c:v>silverliningentertainment</c:v>
                </c:pt>
                <c:pt idx="5518">
                  <c:v>silverlinephotography</c:v>
                </c:pt>
                <c:pt idx="5519">
                  <c:v>silvericebreakfastclub</c:v>
                </c:pt>
                <c:pt idx="5520">
                  <c:v>silverhairedmanyazoo</c:v>
                </c:pt>
                <c:pt idx="5521">
                  <c:v>silverfrogjewelrystudio</c:v>
                </c:pt>
                <c:pt idx="5522">
                  <c:v>silverculinaryconsulting</c:v>
                </c:pt>
                <c:pt idx="5523">
                  <c:v>silverbulletdisplay</c:v>
                </c:pt>
                <c:pt idx="5524">
                  <c:v>silverbulletdisplay1</c:v>
                </c:pt>
                <c:pt idx="5525">
                  <c:v>silverbrigadebandguy_08</c:v>
                </c:pt>
                <c:pt idx="5526">
                  <c:v>silverblade_alchemist</c:v>
                </c:pt>
                <c:pt idx="5527">
                  <c:v>silverandblack_4life</c:v>
                </c:pt>
                <c:pt idx="5528">
                  <c:v>silvadollarprincess1</c:v>
                </c:pt>
                <c:pt idx="5529">
                  <c:v>silvacatsoundstation</c:v>
                </c:pt>
                <c:pt idx="5530">
                  <c:v>sillywillybillyhillbilly</c:v>
                </c:pt>
                <c:pt idx="5531">
                  <c:v>silly_stoner_lawrence</c:v>
                </c:pt>
                <c:pt idx="5532">
                  <c:v>sillypants_spoonthief</c:v>
                </c:pt>
                <c:pt idx="5533">
                  <c:v>sillynameserioussandwich</c:v>
                </c:pt>
                <c:pt idx="5534">
                  <c:v>sillylittlepartygirl</c:v>
                </c:pt>
                <c:pt idx="5535">
                  <c:v>silly_dilly_willy_01</c:v>
                </c:pt>
                <c:pt idx="5536">
                  <c:v>silky_smooth_delight</c:v>
                </c:pt>
                <c:pt idx="5537">
                  <c:v>silkysmoothbrownsugar</c:v>
                </c:pt>
                <c:pt idx="5538">
                  <c:v>silicon_lemming_alchemist</c:v>
                </c:pt>
                <c:pt idx="5539">
                  <c:v>silhouetteagainstthesky</c:v>
                </c:pt>
                <c:pt idx="5540">
                  <c:v>silentwintersyndrome</c:v>
                </c:pt>
                <c:pt idx="5541">
                  <c:v>silentsoulentertainment</c:v>
                </c:pt>
                <c:pt idx="5542">
                  <c:v>silent_shy_sweetness</c:v>
                </c:pt>
                <c:pt idx="5543">
                  <c:v>silentpointlallalala</c:v>
                </c:pt>
                <c:pt idx="5544">
                  <c:v>silentmajoritymember</c:v>
                </c:pt>
                <c:pt idx="5545">
                  <c:v>silentlyscreamingmurder</c:v>
                </c:pt>
                <c:pt idx="5546">
                  <c:v>silent_hill_media_center</c:v>
                </c:pt>
                <c:pt idx="5547">
                  <c:v>silentharmonyrecording</c:v>
                </c:pt>
                <c:pt idx="5548">
                  <c:v>silentgracewithoutdignity</c:v>
                </c:pt>
                <c:pt idx="5549">
                  <c:v>silencingthehostage1</c:v>
                </c:pt>
                <c:pt idx="5550">
                  <c:v>silencethroughbattle</c:v>
                </c:pt>
                <c:pt idx="5551">
                  <c:v>silence_this_little_heart</c:v>
                </c:pt>
                <c:pt idx="5552">
                  <c:v>silenceinsanitymusic</c:v>
                </c:pt>
                <c:pt idx="5553">
                  <c:v>silenced_for_life_19</c:v>
                </c:pt>
                <c:pt idx="5554">
                  <c:v>silenceandtheecstasy</c:v>
                </c:pt>
                <c:pt idx="5555">
                  <c:v>significantother_rev2217</c:v>
                </c:pt>
                <c:pt idx="5556">
                  <c:v>signalstrengthmastering</c:v>
                </c:pt>
                <c:pt idx="5557">
                  <c:v>sierra_under_pressure</c:v>
                </c:pt>
                <c:pt idx="5558">
                  <c:v>sierra_the_wild_child</c:v>
                </c:pt>
                <c:pt idx="5559">
                  <c:v>sierratheaterrockconcertsindelano</c:v>
                </c:pt>
                <c:pt idx="5560">
                  <c:v>sierrahighschoolchoir</c:v>
                </c:pt>
                <c:pt idx="5561">
                  <c:v>sierraandmichelle4ever</c:v>
                </c:pt>
                <c:pt idx="5562">
                  <c:v>sidewalksandwhiteout</c:v>
                </c:pt>
                <c:pt idx="5563">
                  <c:v>sic_slipknot_maggot_</c:v>
                </c:pt>
                <c:pt idx="5564">
                  <c:v>sick_strange_darkness</c:v>
                </c:pt>
                <c:pt idx="5565">
                  <c:v>sicksadsurrealsexyworld</c:v>
                </c:pt>
                <c:pt idx="5566">
                  <c:v>sickmotherfuckingrick</c:v>
                </c:pt>
                <c:pt idx="5567">
                  <c:v>sic_and_twisted_soul</c:v>
                </c:pt>
                <c:pt idx="5568">
                  <c:v>shyyetdangerousbritt</c:v>
                </c:pt>
                <c:pt idx="5569">
                  <c:v>shyquietbutdangerous</c:v>
                </c:pt>
                <c:pt idx="5570">
                  <c:v>shylittlemissblondie</c:v>
                </c:pt>
                <c:pt idx="5571">
                  <c:v>shyandsweetplusthree</c:v>
                </c:pt>
                <c:pt idx="5572">
                  <c:v>shutyourcocksucker45</c:v>
                </c:pt>
                <c:pt idx="5573">
                  <c:v>shut_the_bathroom_door</c:v>
                </c:pt>
                <c:pt idx="5574">
                  <c:v>shutterbugphotography</c:v>
                </c:pt>
                <c:pt idx="5575">
                  <c:v>shutdownsleeprestart</c:v>
                </c:pt>
                <c:pt idx="5576">
                  <c:v>shrimpmanstreetfighter</c:v>
                </c:pt>
                <c:pt idx="5577">
                  <c:v>shreveport_young_kat</c:v>
                </c:pt>
                <c:pt idx="5578">
                  <c:v>shreveportfestivalplaza</c:v>
                </c:pt>
                <c:pt idx="5579">
                  <c:v>shredgod_rosstheboss</c:v>
                </c:pt>
                <c:pt idx="5580">
                  <c:v>showtime_agency_paris</c:v>
                </c:pt>
                <c:pt idx="5581">
                  <c:v>showerwithyourgirlfriend</c:v>
                </c:pt>
                <c:pt idx="5582">
                  <c:v>showandprovebirmingham</c:v>
                </c:pt>
                <c:pt idx="5583">
                  <c:v>shouldprobablystopwhining</c:v>
                </c:pt>
                <c:pt idx="5584">
                  <c:v>shotgunweddingsinger</c:v>
                </c:pt>
                <c:pt idx="5585">
                  <c:v>shotgun_bang_wedding</c:v>
                </c:pt>
                <c:pt idx="5586">
                  <c:v>shotfrombehind17times</c:v>
                </c:pt>
                <c:pt idx="5587">
                  <c:v>shortunlikehairypianist</c:v>
                </c:pt>
                <c:pt idx="5588">
                  <c:v>short_sweet_simplyblonde</c:v>
                </c:pt>
                <c:pt idx="5589">
                  <c:v>shortstuffwitattitude</c:v>
                </c:pt>
                <c:pt idx="5590">
                  <c:v>short_sexy_and_thick</c:v>
                </c:pt>
                <c:pt idx="5591">
                  <c:v>shortroundshortstuff123</c:v>
                </c:pt>
                <c:pt idx="5592">
                  <c:v>shortpeoplegroweventually</c:v>
                </c:pt>
                <c:pt idx="5593">
                  <c:v>short_ornery_cowgirl</c:v>
                </c:pt>
                <c:pt idx="5594">
                  <c:v>short_little_black_boy13</c:v>
                </c:pt>
                <c:pt idx="5595">
                  <c:v>shortguitarplayer_4life</c:v>
                </c:pt>
                <c:pt idx="5596">
                  <c:v>shortfuzeproducer2point0</c:v>
                </c:pt>
                <c:pt idx="5597">
                  <c:v>short_cookie_monster</c:v>
                </c:pt>
                <c:pt idx="5598">
                  <c:v>Shortblondechick1290</c:v>
                </c:pt>
                <c:pt idx="5599">
                  <c:v>shortattentionspan1990</c:v>
                </c:pt>
                <c:pt idx="5600">
                  <c:v>shorelinechristianrock</c:v>
                </c:pt>
                <c:pt idx="5601">
                  <c:v>shorebreakartistmanagement</c:v>
                </c:pt>
                <c:pt idx="5602">
                  <c:v>shoppingvolleyballcash</c:v>
                </c:pt>
                <c:pt idx="5603">
                  <c:v>shoppingcenterspecialist</c:v>
                </c:pt>
                <c:pt idx="5604">
                  <c:v>shoppingcartsyndicate</c:v>
                </c:pt>
                <c:pt idx="5605">
                  <c:v>shoot_speed_kill_light</c:v>
                </c:pt>
                <c:pt idx="5606">
                  <c:v>shootingstarmodeling</c:v>
                </c:pt>
                <c:pt idx="5607">
                  <c:v>shoeless_joe_jackson</c:v>
                </c:pt>
                <c:pt idx="5608">
                  <c:v>shockwavethefunkyone</c:v>
                </c:pt>
                <c:pt idx="5609">
                  <c:v>shockinglystupidlove</c:v>
                </c:pt>
                <c:pt idx="5610">
                  <c:v>shocash247entertainment</c:v>
                </c:pt>
                <c:pt idx="5611">
                  <c:v>shistarentertainment</c:v>
                </c:pt>
                <c:pt idx="5612">
                  <c:v>shirtless_egghead_skunk</c:v>
                </c:pt>
                <c:pt idx="5613">
                  <c:v>shirleytemplegonebad</c:v>
                </c:pt>
                <c:pt idx="5614">
                  <c:v>shinyomnipotentgoddess</c:v>
                </c:pt>
                <c:pt idx="5615">
                  <c:v>shinylibraryprincess</c:v>
                </c:pt>
                <c:pt idx="5616">
                  <c:v>shiningthroughthepain</c:v>
                </c:pt>
                <c:pt idx="5617">
                  <c:v>shining_bright_tonight</c:v>
                </c:pt>
                <c:pt idx="5618">
                  <c:v>shiningblackgleamingwhite</c:v>
                </c:pt>
                <c:pt idx="5619">
                  <c:v>shinefromtheheavensblessed</c:v>
                </c:pt>
                <c:pt idx="5620">
                  <c:v>shindigpunkrockradio</c:v>
                </c:pt>
                <c:pt idx="5621">
                  <c:v>shimmeringandsubconscious</c:v>
                </c:pt>
                <c:pt idx="5622">
                  <c:v>_shimmer_and_sparkle_</c:v>
                </c:pt>
                <c:pt idx="5623">
                  <c:v>shilyn_the_watergoddess</c:v>
                </c:pt>
                <c:pt idx="5624">
                  <c:v>shiftlockandcountersteer</c:v>
                </c:pt>
                <c:pt idx="5625">
                  <c:v>she_with_attitude13</c:v>
                </c:pt>
                <c:pt idx="5626">
                  <c:v>she_will_have_her_way</c:v>
                </c:pt>
                <c:pt idx="5627">
                  <c:v>shestoodtherelaughing</c:v>
                </c:pt>
                <c:pt idx="5628">
                  <c:v>shesmilesatthefuture</c:v>
                </c:pt>
                <c:pt idx="5629">
                  <c:v>sheshellaradlikethis</c:v>
                </c:pt>
                <c:pt idx="5630">
                  <c:v>sherwoodforestbadboy</c:v>
                </c:pt>
                <c:pt idx="5631">
                  <c:v>sherrycancersurvivor</c:v>
                </c:pt>
                <c:pt idx="5632">
                  <c:v>sherrea_hearts_metal</c:v>
                </c:pt>
                <c:pt idx="5633">
                  <c:v>sheriff_officer_christian</c:v>
                </c:pt>
                <c:pt idx="5634">
                  <c:v>sheridancollegecanada</c:v>
                </c:pt>
                <c:pt idx="5635">
                  <c:v>sher_bear_diver_girl</c:v>
                </c:pt>
                <c:pt idx="5636">
                  <c:v>SHEMUSHHAVELOSEHERMIND</c:v>
                </c:pt>
                <c:pt idx="5637">
                  <c:v>shelteredfromthetruth</c:v>
                </c:pt>
                <c:pt idx="5638">
                  <c:v>shellyrosephotography</c:v>
                </c:pt>
                <c:pt idx="5639">
                  <c:v>shellybellycocoapuff</c:v>
                </c:pt>
                <c:pt idx="5640">
                  <c:v>shellieonefreespirit</c:v>
                </c:pt>
                <c:pt idx="5641">
                  <c:v>shelleyvalentinecook</c:v>
                </c:pt>
                <c:pt idx="5642">
                  <c:v>shelleymillerthatsright</c:v>
                </c:pt>
                <c:pt idx="5643">
                  <c:v>shelley_belly_jelly_bean</c:v>
                </c:pt>
                <c:pt idx="5644">
                  <c:v>shelleyandersonwilson</c:v>
                </c:pt>
                <c:pt idx="5645">
                  <c:v>shelley_and_brandon_2009</c:v>
                </c:pt>
                <c:pt idx="5646">
                  <c:v>shellbellthischick82</c:v>
                </c:pt>
                <c:pt idx="5647">
                  <c:v>shelinamichelleproduction</c:v>
                </c:pt>
                <c:pt idx="5648">
                  <c:v>shelby_wonderdog_partypup</c:v>
                </c:pt>
                <c:pt idx="5649">
                  <c:v>shelby_valleyfootball</c:v>
                </c:pt>
                <c:pt idx="5650">
                  <c:v>shelby_taylor_belford</c:v>
                </c:pt>
                <c:pt idx="5651">
                  <c:v>shelbyforestclick193</c:v>
                </c:pt>
                <c:pt idx="5652">
                  <c:v>she_got_that_hollaback</c:v>
                </c:pt>
                <c:pt idx="5653">
                  <c:v>sheepshaggingbastard</c:v>
                </c:pt>
                <c:pt idx="5654">
                  <c:v>she_drank_away_his_memory</c:v>
                </c:pt>
                <c:pt idx="5655">
                  <c:v>shedevilfromanotherplanet</c:v>
                </c:pt>
                <c:pt idx="5656">
                  <c:v>shearsentimentalwake</c:v>
                </c:pt>
                <c:pt idx="5657">
                  <c:v>shearparadisepetsalon</c:v>
                </c:pt>
                <c:pt idx="5658">
                  <c:v>shay_the_controlled_nymph</c:v>
                </c:pt>
                <c:pt idx="5659">
                  <c:v>shayneandbrittney4ever</c:v>
                </c:pt>
                <c:pt idx="5660">
                  <c:v>shayna_the_skate_dog</c:v>
                </c:pt>
                <c:pt idx="5661">
                  <c:v>shayna_tha_blondie_08</c:v>
                </c:pt>
                <c:pt idx="5662">
                  <c:v>shaynaandnatalierock</c:v>
                </c:pt>
                <c:pt idx="5663">
                  <c:v>shaymanwadedodgekelly</c:v>
                </c:pt>
                <c:pt idx="5664">
                  <c:v>shay_harry_potter_fanatic</c:v>
                </c:pt>
                <c:pt idx="5665">
                  <c:v>Shawn_Rose101_aka_Nick</c:v>
                </c:pt>
                <c:pt idx="5666">
                  <c:v>shawnmichealandkaylamarie</c:v>
                </c:pt>
                <c:pt idx="5667">
                  <c:v>shawnathontaylorthomas</c:v>
                </c:pt>
                <c:pt idx="5668">
                  <c:v>shawnascuprunnethover</c:v>
                </c:pt>
                <c:pt idx="5669">
                  <c:v>shawna_clarkbabygurl</c:v>
                </c:pt>
                <c:pt idx="5670">
                  <c:v>shawnachambersiscool</c:v>
                </c:pt>
                <c:pt idx="5671">
                  <c:v>shavedheadblackmale12</c:v>
                </c:pt>
                <c:pt idx="5672">
                  <c:v>shaunwhitetheflyingtomato</c:v>
                </c:pt>
                <c:pt idx="5673">
                  <c:v>shaunathehockeybunny</c:v>
                </c:pt>
                <c:pt idx="5674">
                  <c:v>shatmoneyentertainment</c:v>
                </c:pt>
                <c:pt idx="5675">
                  <c:v>sharpshooterandtherestofthegang</c:v>
                </c:pt>
                <c:pt idx="5676">
                  <c:v>shark_tooth_dunanana</c:v>
                </c:pt>
                <c:pt idx="5677">
                  <c:v>sharktalesoundtrack2</c:v>
                </c:pt>
                <c:pt idx="5678">
                  <c:v>sharkfamilycommittee408</c:v>
                </c:pt>
                <c:pt idx="5679">
                  <c:v>share_your_crack_ers</c:v>
                </c:pt>
                <c:pt idx="5680">
                  <c:v>sharaspecialpatrolgroup</c:v>
                </c:pt>
                <c:pt idx="5681">
                  <c:v>shannon_the_great117</c:v>
                </c:pt>
                <c:pt idx="5682">
                  <c:v>shannonsuzannemartin</c:v>
                </c:pt>
                <c:pt idx="5683">
                  <c:v>shannonstonebutterfly</c:v>
                </c:pt>
                <c:pt idx="5684">
                  <c:v>shannonsmithretrospect</c:v>
                </c:pt>
                <c:pt idx="5685">
                  <c:v>shannonshutterbug917</c:v>
                </c:pt>
                <c:pt idx="5686">
                  <c:v>shannon_running_enemy</c:v>
                </c:pt>
                <c:pt idx="5687">
                  <c:v>shannon_ronnie_forever</c:v>
                </c:pt>
                <c:pt idx="5688">
                  <c:v>shannonredheadedbitch</c:v>
                </c:pt>
                <c:pt idx="5689">
                  <c:v>Shannon_notinterested</c:v>
                </c:pt>
                <c:pt idx="5690">
                  <c:v>shannonnicholethomas</c:v>
                </c:pt>
                <c:pt idx="5691">
                  <c:v>shannonletthemusicplay</c:v>
                </c:pt>
                <c:pt idx="5692">
                  <c:v>shannonleeannrummage</c:v>
                </c:pt>
                <c:pt idx="5693">
                  <c:v>shannon_kathleen_hudson</c:v>
                </c:pt>
                <c:pt idx="5694">
                  <c:v>shannonhollycoughlin</c:v>
                </c:pt>
                <c:pt idx="5695">
                  <c:v>shannon_hockeygirl33</c:v>
                </c:pt>
                <c:pt idx="5696">
                  <c:v>shannondevinbeccaellen</c:v>
                </c:pt>
                <c:pt idx="5697">
                  <c:v>shaniquavanda_salinas</c:v>
                </c:pt>
                <c:pt idx="5698">
                  <c:v>shaniqualovelinessheck</c:v>
                </c:pt>
                <c:pt idx="5699">
                  <c:v>shane_guitar_freak_loser</c:v>
                </c:pt>
                <c:pt idx="5700">
                  <c:v>shandra_live_life_love</c:v>
                </c:pt>
                <c:pt idx="5701">
                  <c:v>shana_the_next_top_model</c:v>
                </c:pt>
                <c:pt idx="5702">
                  <c:v>shanaandcliff4life0</c:v>
                </c:pt>
                <c:pt idx="5703">
                  <c:v>shampainplatinumbird</c:v>
                </c:pt>
                <c:pt idx="5704">
                  <c:v>shamgarblackmetal777</c:v>
                </c:pt>
                <c:pt idx="5705">
                  <c:v>shamed_into_solitude</c:v>
                </c:pt>
                <c:pt idx="5706">
                  <c:v>shallow_water_blackout</c:v>
                </c:pt>
                <c:pt idx="5707">
                  <c:v>shallowmissinterpretation</c:v>
                </c:pt>
                <c:pt idx="5708">
                  <c:v>shallow_and_abstruse</c:v>
                </c:pt>
                <c:pt idx="5709">
                  <c:v>shake_what_she_gave_you</c:v>
                </c:pt>
                <c:pt idx="5710">
                  <c:v>shake_that_moneymaker</c:v>
                </c:pt>
                <c:pt idx="5711">
                  <c:v>shake_off_the_ancient</c:v>
                </c:pt>
                <c:pt idx="5712">
                  <c:v>shakehandswithdanger</c:v>
                </c:pt>
                <c:pt idx="5713">
                  <c:v>shadyparkcuttrout4life</c:v>
                </c:pt>
                <c:pt idx="5714">
                  <c:v>shadyladiesburlesque</c:v>
                </c:pt>
                <c:pt idx="5715">
                  <c:v>shadowwrestlingfederation</c:v>
                </c:pt>
                <c:pt idx="5716">
                  <c:v>shadow_ultimatelifeform</c:v>
                </c:pt>
                <c:pt idx="5717">
                  <c:v>shadowtwilightswordmaster</c:v>
                </c:pt>
                <c:pt idx="5718">
                  <c:v>shadowtheswordslinger</c:v>
                </c:pt>
                <c:pt idx="5719">
                  <c:v>shadowthehedgehog123</c:v>
                </c:pt>
                <c:pt idx="5720">
                  <c:v>shadow_the_hedgehog_003</c:v>
                </c:pt>
                <c:pt idx="5721">
                  <c:v>shadow_the_dark_hedgehog</c:v>
                </c:pt>
                <c:pt idx="5722">
                  <c:v>shadowsway2deepthroat</c:v>
                </c:pt>
                <c:pt idx="5723">
                  <c:v>shadowsonthewall1031</c:v>
                </c:pt>
                <c:pt idx="5724">
                  <c:v>shadowsonthesidewalk</c:v>
                </c:pt>
                <c:pt idx="5725">
                  <c:v>shadowscapephotography</c:v>
                </c:pt>
                <c:pt idx="5726">
                  <c:v>shadowpuppetoblivion</c:v>
                </c:pt>
                <c:pt idx="5727">
                  <c:v>shadow_people_beware</c:v>
                </c:pt>
                <c:pt idx="5728">
                  <c:v>shadowmachinetheband</c:v>
                </c:pt>
                <c:pt idx="5729">
                  <c:v>shadowlordthedeathangel</c:v>
                </c:pt>
                <c:pt idx="5730">
                  <c:v>shadowlibraschoolgirl</c:v>
                </c:pt>
                <c:pt idx="5731">
                  <c:v>shadowheartscovenant</c:v>
                </c:pt>
                <c:pt idx="5732">
                  <c:v>shadowfloodphotography</c:v>
                </c:pt>
                <c:pt idx="5733">
                  <c:v>shadowfairywithscissors</c:v>
                </c:pt>
                <c:pt idx="5734">
                  <c:v>shadow_company_bravo</c:v>
                </c:pt>
                <c:pt idx="5735">
                  <c:v>shadowbane_nightwalker</c:v>
                </c:pt>
                <c:pt idx="5736">
                  <c:v>shade_beatboxing_prince</c:v>
                </c:pt>
                <c:pt idx="5737">
                  <c:v>shabachentertainment</c:v>
                </c:pt>
                <c:pt idx="5738">
                  <c:v>sexy_white_chocolate_9</c:v>
                </c:pt>
                <c:pt idx="5739">
                  <c:v>sexy_white_chocolate1207</c:v>
                </c:pt>
                <c:pt idx="5740">
                  <c:v>sexy_wetback_rip_macdre</c:v>
                </c:pt>
                <c:pt idx="5741">
                  <c:v>sexywakeboardingforce</c:v>
                </c:pt>
                <c:pt idx="5742">
                  <c:v>sexyveronicamartinez9</c:v>
                </c:pt>
                <c:pt idx="5743">
                  <c:v>sexy_trailer_park_4_life</c:v>
                </c:pt>
                <c:pt idx="5744">
                  <c:v>sexy_thing_over_here</c:v>
                </c:pt>
                <c:pt idx="5745">
                  <c:v>sexysweetheart154ever</c:v>
                </c:pt>
                <c:pt idx="5746">
                  <c:v>sexy_sweetbrown_eyedgirl</c:v>
                </c:pt>
                <c:pt idx="5747">
                  <c:v>sexysuefromkathmandu</c:v>
                </c:pt>
                <c:pt idx="5748">
                  <c:v>sexystrippingprincess13</c:v>
                </c:pt>
                <c:pt idx="5749">
                  <c:v>sexystripperkitten4life</c:v>
                </c:pt>
                <c:pt idx="5750">
                  <c:v>SEXYSTREETDANCEFEVER</c:v>
                </c:pt>
                <c:pt idx="5751">
                  <c:v>Sexy_Strawberry_Lady</c:v>
                </c:pt>
                <c:pt idx="5752">
                  <c:v>sexystrawberryblondeangel</c:v>
                </c:pt>
                <c:pt idx="5753">
                  <c:v>sexystraitoutthesouth</c:v>
                </c:pt>
                <c:pt idx="5754">
                  <c:v>sexystraightedgesister</c:v>
                </c:pt>
                <c:pt idx="5755">
                  <c:v>sexysouthsidehotbitch</c:v>
                </c:pt>
                <c:pt idx="5756">
                  <c:v>sexy_southern_girl831</c:v>
                </c:pt>
                <c:pt idx="5757">
                  <c:v>sexysoutherngirl8259</c:v>
                </c:pt>
                <c:pt idx="5758">
                  <c:v>sexysophisticatedsasha</c:v>
                </c:pt>
                <c:pt idx="5759">
                  <c:v>sexysinglebrunette001</c:v>
                </c:pt>
                <c:pt idx="5760">
                  <c:v>sexy_simptown_female</c:v>
                </c:pt>
                <c:pt idx="5761">
                  <c:v>sexy_silly_billy_sam</c:v>
                </c:pt>
                <c:pt idx="5762">
                  <c:v>sexy_sex_slave_4_fun</c:v>
                </c:pt>
                <c:pt idx="5763">
                  <c:v>sexysaucyplayboygirl1</c:v>
                </c:pt>
                <c:pt idx="5764">
                  <c:v>sexysaucychicagogirl</c:v>
                </c:pt>
                <c:pt idx="5765">
                  <c:v>sexy_sassy_untouchable</c:v>
                </c:pt>
                <c:pt idx="5766">
                  <c:v>sexysassysouthernbelle</c:v>
                </c:pt>
                <c:pt idx="5767">
                  <c:v>sexy_sassy_and_southern</c:v>
                </c:pt>
                <c:pt idx="5768">
                  <c:v>sexyrockstarbarbie019</c:v>
                </c:pt>
                <c:pt idx="5769">
                  <c:v>sexy_rich_london_babe</c:v>
                </c:pt>
                <c:pt idx="5770">
                  <c:v>sexyrednecksoccerfreak</c:v>
                </c:pt>
                <c:pt idx="5771">
                  <c:v>sexyredheadwithbabyblues4</c:v>
                </c:pt>
                <c:pt idx="5772">
                  <c:v>sexy_queen_bitch4life</c:v>
                </c:pt>
                <c:pt idx="5773">
                  <c:v>sexypurplecheerleader</c:v>
                </c:pt>
                <c:pt idx="5774">
                  <c:v>sexyprincessheather0</c:v>
                </c:pt>
                <c:pt idx="5775">
                  <c:v>SEXYPLATINUMBARBIEDOLL</c:v>
                </c:pt>
                <c:pt idx="5776">
                  <c:v>sexy_pirate_gurl_rox</c:v>
                </c:pt>
                <c:pt idx="5777">
                  <c:v>sexypinkicecreamtrucks</c:v>
                </c:pt>
                <c:pt idx="5778">
                  <c:v>sexypinkblondebitch9</c:v>
                </c:pt>
                <c:pt idx="5779">
                  <c:v>sexyphotographerchic</c:v>
                </c:pt>
                <c:pt idx="5780">
                  <c:v>sexypeoplearoundtheworld0</c:v>
                </c:pt>
                <c:pt idx="5781">
                  <c:v>sexypassionateparadise</c:v>
                </c:pt>
                <c:pt idx="5782">
                  <c:v>sexyonelinerguitarist</c:v>
                </c:pt>
                <c:pt idx="5783">
                  <c:v>sexymysterioussweety</c:v>
                </c:pt>
                <c:pt idx="5784">
                  <c:v>sexymissmontgomery09</c:v>
                </c:pt>
                <c:pt idx="5785">
                  <c:v>sexy_milky_chocolate</c:v>
                </c:pt>
                <c:pt idx="5786">
                  <c:v>sexymilkchocolate200</c:v>
                </c:pt>
                <c:pt idx="5787">
                  <c:v>sexymichellewastaken</c:v>
                </c:pt>
                <c:pt idx="5788">
                  <c:v>sexyman_woody_wood_pecker</c:v>
                </c:pt>
                <c:pt idx="5789">
                  <c:v>sexymansfieldshortstop89</c:v>
                </c:pt>
                <c:pt idx="5790">
                  <c:v>sexy_little_rap_lover</c:v>
                </c:pt>
                <c:pt idx="5791">
                  <c:v>sexy_little_blonde_259</c:v>
                </c:pt>
                <c:pt idx="5792">
                  <c:v>sexy_little_black_boy</c:v>
                </c:pt>
                <c:pt idx="5793">
                  <c:v>sexylittlebadassking125</c:v>
                </c:pt>
                <c:pt idx="5794">
                  <c:v>sexy_liteskinned_chick</c:v>
                </c:pt>
                <c:pt idx="5795">
                  <c:v>sexylilprincesscrystal</c:v>
                </c:pt>
                <c:pt idx="5796">
                  <c:v>sexy_lil_latina_01_10</c:v>
                </c:pt>
                <c:pt idx="5797">
                  <c:v>sexylilhollisterchick</c:v>
                </c:pt>
                <c:pt idx="5798">
                  <c:v>sexylilgirlfromsouthside</c:v>
                </c:pt>
                <c:pt idx="5799">
                  <c:v>sexylildiamondprincess</c:v>
                </c:pt>
                <c:pt idx="5800">
                  <c:v>sexy_lil_country_girl</c:v>
                </c:pt>
                <c:pt idx="5801">
                  <c:v>sexy_lil_brunette101</c:v>
                </c:pt>
                <c:pt idx="5802">
                  <c:v>sexylilangel_19_2005</c:v>
                </c:pt>
                <c:pt idx="5803">
                  <c:v>sexylightskinplussizechic</c:v>
                </c:pt>
                <c:pt idx="5804">
                  <c:v>sexylightskinnedangie</c:v>
                </c:pt>
                <c:pt idx="5805">
                  <c:v>sexylifesizebarbiedoll</c:v>
                </c:pt>
                <c:pt idx="5806">
                  <c:v>sexylatinadancercrystal</c:v>
                </c:pt>
                <c:pt idx="5807">
                  <c:v>sexyladywiththemprettygra</c:v>
                </c:pt>
                <c:pt idx="5808">
                  <c:v>sexy_jennifer_for_life</c:v>
                </c:pt>
                <c:pt idx="5809">
                  <c:v>sexy_innocent_gorgeous</c:v>
                </c:pt>
                <c:pt idx="5810">
                  <c:v>sexy_hottie_bitch_18</c:v>
                </c:pt>
                <c:pt idx="5811">
                  <c:v>sexy_hot_fucking_bitch</c:v>
                </c:pt>
                <c:pt idx="5812">
                  <c:v>sexy_horseback_rider</c:v>
                </c:pt>
                <c:pt idx="5813">
                  <c:v>sexyhollisterbrunette</c:v>
                </c:pt>
                <c:pt idx="5814">
                  <c:v>sexyhickfromthesticks</c:v>
                </c:pt>
                <c:pt idx="5815">
                  <c:v>sexyhazel_eyedtrackstar</c:v>
                </c:pt>
                <c:pt idx="5816">
                  <c:v>sexyguydownthestreet</c:v>
                </c:pt>
                <c:pt idx="5817">
                  <c:v>sexyguttajazzyprincess</c:v>
                </c:pt>
                <c:pt idx="5818">
                  <c:v>sexygurl579_brittney</c:v>
                </c:pt>
                <c:pt idx="5819">
                  <c:v>sexy_gold_dragon_1982</c:v>
                </c:pt>
                <c:pt idx="5820">
                  <c:v>sexy_girl_right_here</c:v>
                </c:pt>
                <c:pt idx="5821">
                  <c:v>sexygirlfromdownthestreet</c:v>
                </c:pt>
                <c:pt idx="5822">
                  <c:v>sexyfuturemillionaire</c:v>
                </c:pt>
                <c:pt idx="5823">
                  <c:v>sexy_florida_princess</c:v>
                </c:pt>
                <c:pt idx="5824">
                  <c:v>sexy_firefighter_gib</c:v>
                </c:pt>
                <c:pt idx="5825">
                  <c:v>sexyfakeblonde_beauty</c:v>
                </c:pt>
                <c:pt idx="5826">
                  <c:v>sexydivaforevaNalways</c:v>
                </c:pt>
                <c:pt idx="5827">
                  <c:v>sexydiamondprincess1</c:v>
                </c:pt>
                <c:pt idx="5828">
                  <c:v>sexycuttie_alexandra</c:v>
                </c:pt>
                <c:pt idx="5829">
                  <c:v>sexy_cutie_congenial</c:v>
                </c:pt>
                <c:pt idx="5830">
                  <c:v>sexy_country_gurl_22</c:v>
                </c:pt>
                <c:pt idx="5831">
                  <c:v>sexy_country_girl_200</c:v>
                </c:pt>
                <c:pt idx="5832">
                  <c:v>sexycountrygalcourtney</c:v>
                </c:pt>
                <c:pt idx="5833">
                  <c:v>sexy_contractor_but_taken</c:v>
                </c:pt>
                <c:pt idx="5834">
                  <c:v>sexy_conceited_bitch_9</c:v>
                </c:pt>
                <c:pt idx="5835">
                  <c:v>sexycolorfulbutterfly</c:v>
                </c:pt>
                <c:pt idx="5836">
                  <c:v>sexy_colombianita713</c:v>
                </c:pt>
                <c:pt idx="5837">
                  <c:v>sexy_chris_with_big_cock</c:v>
                </c:pt>
                <c:pt idx="5838">
                  <c:v>sexy_christina_smile</c:v>
                </c:pt>
                <c:pt idx="5839">
                  <c:v>sexychocolatepitbull</c:v>
                </c:pt>
                <c:pt idx="5840">
                  <c:v>sexychocolatepinklady1</c:v>
                </c:pt>
                <c:pt idx="5841">
                  <c:v>sexychocolateforever08</c:v>
                </c:pt>
                <c:pt idx="5842">
                  <c:v>sexychocolatebitch109</c:v>
                </c:pt>
                <c:pt idx="5843">
                  <c:v>sexychocolate_100percent</c:v>
                </c:pt>
                <c:pt idx="5844">
                  <c:v>sexychickfromcompton</c:v>
                </c:pt>
                <c:pt idx="5845">
                  <c:v>sexycheerleadingbitch</c:v>
                </c:pt>
                <c:pt idx="5846">
                  <c:v>sexy_brown_eyed_gurl09</c:v>
                </c:pt>
                <c:pt idx="5847">
                  <c:v>sexyblueeyedsoccerplayer</c:v>
                </c:pt>
                <c:pt idx="5848">
                  <c:v>sexyblueeyedbombshell</c:v>
                </c:pt>
                <c:pt idx="5849">
                  <c:v>sexyblackprincess3005</c:v>
                </c:pt>
                <c:pt idx="5850">
                  <c:v>sexybitch_rileysmith</c:v>
                </c:pt>
                <c:pt idx="5851">
                  <c:v>sexybitchincorporation</c:v>
                </c:pt>
                <c:pt idx="5852">
                  <c:v>sexybeastfromtactown1</c:v>
                </c:pt>
                <c:pt idx="5853">
                  <c:v>sexybeastcontacttables</c:v>
                </c:pt>
                <c:pt idx="5854">
                  <c:v>sexybasketballplaya14</c:v>
                </c:pt>
                <c:pt idx="5855">
                  <c:v>sexy_basketball_chick</c:v>
                </c:pt>
                <c:pt idx="5856">
                  <c:v>sexybasketballangel10</c:v>
                </c:pt>
                <c:pt idx="5857">
                  <c:v>sexybaseplayerskaterprep</c:v>
                </c:pt>
                <c:pt idx="5858">
                  <c:v>sexybaseballplayer10</c:v>
                </c:pt>
                <c:pt idx="5859">
                  <c:v>sexy_baseball_playa08</c:v>
                </c:pt>
                <c:pt idx="5860">
                  <c:v>sexybabymammatiggerfreak</c:v>
                </c:pt>
                <c:pt idx="5861">
                  <c:v>sexy_baby_gurl_742space</c:v>
                </c:pt>
                <c:pt idx="5862">
                  <c:v>sexy_ass_chocolate_female</c:v>
                </c:pt>
                <c:pt idx="5863">
                  <c:v>sexy_ass_bubble_butt</c:v>
                </c:pt>
                <c:pt idx="5864">
                  <c:v>sexyassbitchready2party</c:v>
                </c:pt>
                <c:pt idx="5865">
                  <c:v>sexyapplebottombitch</c:v>
                </c:pt>
                <c:pt idx="5866">
                  <c:v>sexy_angel_baby_gurl</c:v>
                </c:pt>
                <c:pt idx="5867">
                  <c:v>sexy_angel_amber_99</c:v>
                </c:pt>
                <c:pt idx="5868">
                  <c:v>sexyandsweetbabygirl</c:v>
                </c:pt>
                <c:pt idx="5869">
                  <c:v>sexyandarrogantbrother</c:v>
                </c:pt>
                <c:pt idx="5870">
                  <c:v>sexy3gothic2chris1hala</c:v>
                </c:pt>
                <c:pt idx="5871">
                  <c:v>sexwithmeinaredfrock</c:v>
                </c:pt>
                <c:pt idx="5872">
                  <c:v>sexwithbelugawhalesisfun</c:v>
                </c:pt>
                <c:pt idx="5873">
                  <c:v>sexualwhitechocolate420</c:v>
                </c:pt>
                <c:pt idx="5874">
                  <c:v>sexualwhitechocolate00</c:v>
                </c:pt>
                <c:pt idx="5875">
                  <c:v>sexual_transaction_fee</c:v>
                </c:pt>
                <c:pt idx="5876">
                  <c:v>sexualsuicide2abortion</c:v>
                </c:pt>
                <c:pt idx="5877">
                  <c:v>sexual_electric_blue</c:v>
                </c:pt>
                <c:pt idx="5878">
                  <c:v>sexualchocolatelincoln</c:v>
                </c:pt>
                <c:pt idx="5879">
                  <c:v>sexorangeanddingyboy</c:v>
                </c:pt>
                <c:pt idx="5880">
                  <c:v>sexmonkeyrecordlabel</c:v>
                </c:pt>
                <c:pt idx="5881">
                  <c:v>sexmachine123want2come</c:v>
                </c:pt>
                <c:pt idx="5882">
                  <c:v>sex_can_wait_masturbate</c:v>
                </c:pt>
                <c:pt idx="5883">
                  <c:v>sexcanwaitmasterbait</c:v>
                </c:pt>
                <c:pt idx="5884">
                  <c:v>sex_addict_from_hell</c:v>
                </c:pt>
                <c:pt idx="5885">
                  <c:v>sever_and_step_forward</c:v>
                </c:pt>
                <c:pt idx="5886">
                  <c:v>severaldifferentdogmen</c:v>
                </c:pt>
                <c:pt idx="5887">
                  <c:v>seventhsealstreetteam</c:v>
                </c:pt>
                <c:pt idx="5888">
                  <c:v>seventeenmotorsports</c:v>
                </c:pt>
                <c:pt idx="5889">
                  <c:v>sethlonghornwrestler</c:v>
                </c:pt>
                <c:pt idx="5890">
                  <c:v>server1pass_retrieve</c:v>
                </c:pt>
                <c:pt idx="5891">
                  <c:v>sertainlycanttouchthis</c:v>
                </c:pt>
                <c:pt idx="5892">
                  <c:v>seriously_whodoesthat</c:v>
                </c:pt>
                <c:pt idx="5893">
                  <c:v>seriously_nicole_murphy</c:v>
                </c:pt>
                <c:pt idx="5894">
                  <c:v>seriouslygoodlooking</c:v>
                </c:pt>
                <c:pt idx="5895">
                  <c:v>seriousinjurymayoccur</c:v>
                </c:pt>
                <c:pt idx="5896">
                  <c:v>seriousaboutthemusic</c:v>
                </c:pt>
                <c:pt idx="5897">
                  <c:v>serialkillercollection</c:v>
                </c:pt>
                <c:pt idx="5898">
                  <c:v>sergeant_the_chihuahua</c:v>
                </c:pt>
                <c:pt idx="5899">
                  <c:v>serenitypainteddeath</c:v>
                </c:pt>
                <c:pt idx="5900">
                  <c:v>serenityfrommassacre</c:v>
                </c:pt>
                <c:pt idx="5901">
                  <c:v>serenityelizabethblack</c:v>
                </c:pt>
                <c:pt idx="5902">
                  <c:v>serenitybeautypassion</c:v>
                </c:pt>
                <c:pt idx="5903">
                  <c:v>serendipitylemonseed</c:v>
                </c:pt>
                <c:pt idx="5904">
                  <c:v>seraphimamaranthdream</c:v>
                </c:pt>
                <c:pt idx="5905">
                  <c:v>sequelundefinedlegacy</c:v>
                </c:pt>
                <c:pt idx="5906">
                  <c:v>separatethechurchandskate</c:v>
                </c:pt>
                <c:pt idx="5907">
                  <c:v>sent_straight_from_heaven</c:v>
                </c:pt>
                <c:pt idx="5908">
                  <c:v>sentron_administration</c:v>
                </c:pt>
                <c:pt idx="5909">
                  <c:v>sentimental_old_fool</c:v>
                </c:pt>
                <c:pt idx="5910">
                  <c:v>sensitivesingersongwriter</c:v>
                </c:pt>
                <c:pt idx="5911">
                  <c:v>sensefailforblink182</c:v>
                </c:pt>
                <c:pt idx="5912">
                  <c:v>seniorprojectbassist</c:v>
                </c:pt>
                <c:pt idx="5913">
                  <c:v>sendtransmissioninterference</c:v>
                </c:pt>
                <c:pt idx="5914">
                  <c:v>sendmetomentalinstitution</c:v>
                </c:pt>
                <c:pt idx="5915">
                  <c:v>semisweetchocolate19</c:v>
                </c:pt>
                <c:pt idx="5916">
                  <c:v>Semi_Organized_Chaos</c:v>
                </c:pt>
                <c:pt idx="5917">
                  <c:v>seminolehighfootball</c:v>
                </c:pt>
                <c:pt idx="5918">
                  <c:v>sellerellarealtorshannon</c:v>
                </c:pt>
                <c:pt idx="5919">
                  <c:v>selftitledmanagement</c:v>
                </c:pt>
                <c:pt idx="5920">
                  <c:v>selftaughthumanindividual</c:v>
                </c:pt>
                <c:pt idx="5921">
                  <c:v>self_portrait_layout</c:v>
                </c:pt>
                <c:pt idx="5922">
                  <c:v>selfinterestcollective</c:v>
                </c:pt>
                <c:pt idx="5923">
                  <c:v>selfemployedmillionaire</c:v>
                </c:pt>
                <c:pt idx="5924">
                  <c:v>selfdestructivechild</c:v>
                </c:pt>
                <c:pt idx="5925">
                  <c:v>selfconsciousminority</c:v>
                </c:pt>
                <c:pt idx="5926">
                  <c:v>selfconclusionphotography</c:v>
                </c:pt>
                <c:pt idx="5927">
                  <c:v>seeyouspacecowboy210</c:v>
                </c:pt>
                <c:pt idx="5928">
                  <c:v>seethroughonlysometimes</c:v>
                </c:pt>
                <c:pt idx="5929">
                  <c:v>seerholethehomosexual</c:v>
                </c:pt>
                <c:pt idx="5930">
                  <c:v>seekingsomethinglost</c:v>
                </c:pt>
                <c:pt idx="5931">
                  <c:v>seekingrealestateinvestor</c:v>
                </c:pt>
                <c:pt idx="5932">
                  <c:v>seekingprincecharming</c:v>
                </c:pt>
                <c:pt idx="5933">
                  <c:v>seeingtheextraordinary</c:v>
                </c:pt>
                <c:pt idx="5934">
                  <c:v>seeingdestroyerandtheothercandle</c:v>
                </c:pt>
                <c:pt idx="5935">
                  <c:v>seductive_silhouette_kiss</c:v>
                </c:pt>
                <c:pt idx="5936">
                  <c:v>seductive_sexy_corona</c:v>
                </c:pt>
                <c:pt idx="5937">
                  <c:v>secsoutheastconnection</c:v>
                </c:pt>
                <c:pt idx="5938">
                  <c:v>secretwallskeepusalone</c:v>
                </c:pt>
                <c:pt idx="5939">
                  <c:v>secretsocietyclothing</c:v>
                </c:pt>
                <c:pt idx="5940">
                  <c:v>secretsideprojectleeds</c:v>
                </c:pt>
                <c:pt idx="5941">
                  <c:v>secret_service_community</c:v>
                </c:pt>
                <c:pt idx="5942">
                  <c:v>secret_penguin_society_</c:v>
                </c:pt>
                <c:pt idx="5943">
                  <c:v>secretgardensoundsystem</c:v>
                </c:pt>
                <c:pt idx="5944">
                  <c:v>secretbortschassociation</c:v>
                </c:pt>
                <c:pt idx="5945">
                  <c:v>secret_agent_man_007</c:v>
                </c:pt>
                <c:pt idx="5946">
                  <c:v>secret_agent_girl200</c:v>
                </c:pt>
                <c:pt idx="5947">
                  <c:v>secondtimearound250</c:v>
                </c:pt>
                <c:pt idx="5948">
                  <c:v>secondstringthirdfret</c:v>
                </c:pt>
                <c:pt idx="5949">
                  <c:v>secondplacevictory35</c:v>
                </c:pt>
                <c:pt idx="5950">
                  <c:v>secondhalf_soundsystem</c:v>
                </c:pt>
                <c:pt idx="5951">
                  <c:v>secondcomingclothing</c:v>
                </c:pt>
                <c:pt idx="5952">
                  <c:v>second_class_citizen1</c:v>
                </c:pt>
                <c:pt idx="5953">
                  <c:v>second_chance_financing</c:v>
                </c:pt>
                <c:pt idx="5954">
                  <c:v>secondchancechecking</c:v>
                </c:pt>
                <c:pt idx="5955">
                  <c:v>second2nonemusicgroup</c:v>
                </c:pt>
                <c:pt idx="5956">
                  <c:v>sebastianvanmanticore</c:v>
                </c:pt>
                <c:pt idx="5957">
                  <c:v>sebastiansummerknight</c:v>
                </c:pt>
                <c:pt idx="5958">
                  <c:v>sebastianinletsurfcamp</c:v>
                </c:pt>
                <c:pt idx="5959">
                  <c:v>sebastianguitaraddicted</c:v>
                </c:pt>
                <c:pt idx="5960">
                  <c:v>sebastianfallenangel</c:v>
                </c:pt>
                <c:pt idx="5961">
                  <c:v>sebastian1redcraving</c:v>
                </c:pt>
                <c:pt idx="5962">
                  <c:v>seaweedandchickensoup</c:v>
                </c:pt>
                <c:pt idx="5963">
                  <c:v>seattle_winter_paddling</c:v>
                </c:pt>
                <c:pt idx="5964">
                  <c:v>seattleporcelainveneer</c:v>
                </c:pt>
                <c:pt idx="5965">
                  <c:v>seattlegeneraldentist</c:v>
                </c:pt>
                <c:pt idx="5966">
                  <c:v>seattledentistdirectory</c:v>
                </c:pt>
                <c:pt idx="5967">
                  <c:v>seattlecriminalattorney</c:v>
                </c:pt>
                <c:pt idx="5968">
                  <c:v>seattlecosmeticdentist</c:v>
                </c:pt>
                <c:pt idx="5969">
                  <c:v>seattleatheistsmeetup</c:v>
                </c:pt>
                <c:pt idx="5970">
                  <c:v>seaside_restoration_house</c:v>
                </c:pt>
                <c:pt idx="5971">
                  <c:v>searchingforsomething111</c:v>
                </c:pt>
                <c:pt idx="5972">
                  <c:v>searching_for_santory</c:v>
                </c:pt>
                <c:pt idx="5973">
                  <c:v>searchingformyownspace</c:v>
                </c:pt>
                <c:pt idx="5974">
                  <c:v>searchingformybrother</c:v>
                </c:pt>
                <c:pt idx="5975">
                  <c:v>_searching_for_love_</c:v>
                </c:pt>
                <c:pt idx="5976">
                  <c:v>searchingfor__beauty</c:v>
                </c:pt>
                <c:pt idx="5977">
                  <c:v>searchingforapurpose</c:v>
                </c:pt>
                <c:pt idx="5978">
                  <c:v>searchingbasketballphoto</c:v>
                </c:pt>
                <c:pt idx="5979">
                  <c:v>searching_4_that_1_guy</c:v>
                </c:pt>
                <c:pt idx="5980">
                  <c:v>searching4somethingmore</c:v>
                </c:pt>
                <c:pt idx="5981">
                  <c:v>searching4margaritaville</c:v>
                </c:pt>
                <c:pt idx="5982">
                  <c:v>searchenginemarketing</c:v>
                </c:pt>
                <c:pt idx="5983">
                  <c:v>searchdestroyclothing</c:v>
                </c:pt>
                <c:pt idx="5984">
                  <c:v>seansucksonlythebiggest</c:v>
                </c:pt>
                <c:pt idx="5985">
                  <c:v>seanposey_thecutiepie</c:v>
                </c:pt>
                <c:pt idx="5986">
                  <c:v>sean_official_support</c:v>
                </c:pt>
                <c:pt idx="5987">
                  <c:v>seanmilligan_prepaidlegal</c:v>
                </c:pt>
                <c:pt idx="5988">
                  <c:v>seancarterphotography</c:v>
                </c:pt>
                <c:pt idx="5989">
                  <c:v>seallawnandgardencare</c:v>
                </c:pt>
                <c:pt idx="5990">
                  <c:v>seal_beach_waterpolo</c:v>
                </c:pt>
                <c:pt idx="5991">
                  <c:v>seabreeze_communitychurch</c:v>
                </c:pt>
                <c:pt idx="5992">
                  <c:v>scroungingforwhatsleft</c:v>
                </c:pt>
                <c:pt idx="5993">
                  <c:v>screwstonehardhitter</c:v>
                </c:pt>
                <c:pt idx="5994">
                  <c:v>screwmilkilldourbodygood</c:v>
                </c:pt>
                <c:pt idx="5995">
                  <c:v>screenwriting_genius</c:v>
                </c:pt>
                <c:pt idx="5996">
                  <c:v>scream_somethingbeautiful</c:v>
                </c:pt>
                <c:pt idx="5997">
                  <c:v>screamingmiketheband</c:v>
                </c:pt>
                <c:pt idx="5998">
                  <c:v>screaminglordbutchandhishowlingmonkeymen</c:v>
                </c:pt>
                <c:pt idx="5999">
                  <c:v>screamingintothevoid</c:v>
                </c:pt>
                <c:pt idx="6000">
                  <c:v>screamingfromtheashes</c:v>
                </c:pt>
                <c:pt idx="6001">
                  <c:v>screamingdragonproduction</c:v>
                </c:pt>
                <c:pt idx="6002">
                  <c:v>scream_from_the_abyss</c:v>
                </c:pt>
                <c:pt idx="6003">
                  <c:v>scream0your0heart0out</c:v>
                </c:pt>
                <c:pt idx="6004">
                  <c:v>scratchmastersavage1</c:v>
                </c:pt>
                <c:pt idx="6005">
                  <c:v>scrappy_the_racehorse</c:v>
                </c:pt>
                <c:pt idx="6006">
                  <c:v>scrap_metal_sculpture</c:v>
                </c:pt>
                <c:pt idx="6007">
                  <c:v>scraped_but_beautiful42</c:v>
                </c:pt>
                <c:pt idx="6008">
                  <c:v>scrapbookingprincess</c:v>
                </c:pt>
                <c:pt idx="6009">
                  <c:v>scrabble_over_and_out</c:v>
                </c:pt>
                <c:pt idx="6010">
                  <c:v>scrabblefivethousand</c:v>
                </c:pt>
                <c:pt idx="6011">
                  <c:v>scottsdaletravelingman</c:v>
                </c:pt>
                <c:pt idx="6012">
                  <c:v>scottishtemperedwoman</c:v>
                </c:pt>
                <c:pt idx="6013">
                  <c:v>scottishdrinkingteam</c:v>
                </c:pt>
                <c:pt idx="6014">
                  <c:v>scottiedoesntknowband</c:v>
                </c:pt>
                <c:pt idx="6015">
                  <c:v>scottie_doesnt_know_9</c:v>
                </c:pt>
                <c:pt idx="6016">
                  <c:v>scotthefalloutboyfan</c:v>
                </c:pt>
                <c:pt idx="6017">
                  <c:v>scorpionprincess4eva</c:v>
                </c:pt>
                <c:pt idx="6018">
                  <c:v>scorched_earth_erotica_</c:v>
                </c:pt>
                <c:pt idx="6019">
                  <c:v>scootmanmusicandsounddesign</c:v>
                </c:pt>
                <c:pt idx="6020">
                  <c:v>scooterandtheapplebottomtrio</c:v>
                </c:pt>
                <c:pt idx="6021">
                  <c:v>scobbandthepixiesticks</c:v>
                </c:pt>
                <c:pt idx="6022">
                  <c:v>scissorsistersbigfan</c:v>
                </c:pt>
                <c:pt idx="6023">
                  <c:v>scissorhappychic805</c:v>
                </c:pt>
                <c:pt idx="6024">
                  <c:v>scissorfistmagnethead</c:v>
                </c:pt>
                <c:pt idx="6025">
                  <c:v>scientologist_fanatic</c:v>
                </c:pt>
                <c:pt idx="6026">
                  <c:v>sciencefictionghetto</c:v>
                </c:pt>
                <c:pt idx="6027">
                  <c:v>schoolforimprovisationalmusic</c:v>
                </c:pt>
                <c:pt idx="6028">
                  <c:v>schoolboardincognito</c:v>
                </c:pt>
                <c:pt idx="6029">
                  <c:v>scenescreamphotography</c:v>
                </c:pt>
                <c:pt idx="6030">
                  <c:v>scenarioyouthtalkshow</c:v>
                </c:pt>
                <c:pt idx="6031">
                  <c:v>scarygarycradlefan4life</c:v>
                </c:pt>
                <c:pt idx="6032">
                  <c:v>scarrylayout_tester8</c:v>
                </c:pt>
                <c:pt idx="6033">
                  <c:v>scarlettjeanbeautyqueen</c:v>
                </c:pt>
                <c:pt idx="6034">
                  <c:v>scarletclothingcompany</c:v>
                </c:pt>
                <c:pt idx="6035">
                  <c:v>scarface_tonymontana</c:v>
                </c:pt>
                <c:pt idx="6036">
                  <c:v>say_when_michiganteam</c:v>
                </c:pt>
                <c:pt idx="6037">
                  <c:v>say_when_germanstreetteam</c:v>
                </c:pt>
                <c:pt idx="6038">
                  <c:v>saynotoanimalcruelty</c:v>
                </c:pt>
                <c:pt idx="6039">
                  <c:v>sayhellotoherlittlefriend</c:v>
                </c:pt>
                <c:pt idx="6040">
                  <c:v>saygoodnight_rockstar8289</c:v>
                </c:pt>
                <c:pt idx="6041">
                  <c:v>saygoodnightelizabeth</c:v>
                </c:pt>
                <c:pt idx="6042">
                  <c:v>savingcrimebeforebedtime</c:v>
                </c:pt>
                <c:pt idx="6043">
                  <c:v>saveyourfuckingbreath</c:v>
                </c:pt>
                <c:pt idx="6044">
                  <c:v>savewatershowertogether14</c:v>
                </c:pt>
                <c:pt idx="6045">
                  <c:v>save_water_drink_beer420</c:v>
                </c:pt>
                <c:pt idx="6046">
                  <c:v>savewater_drinkbeer1</c:v>
                </c:pt>
                <c:pt idx="6047">
                  <c:v>savetonightfightdawn</c:v>
                </c:pt>
                <c:pt idx="6048">
                  <c:v>savethehorserideacowboy</c:v>
                </c:pt>
                <c:pt idx="6049">
                  <c:v>savepacmanfromcanada</c:v>
                </c:pt>
                <c:pt idx="6050">
                  <c:v>save_our_wounded_hearts</c:v>
                </c:pt>
                <c:pt idx="6051">
                  <c:v>save_honeywell_college</c:v>
                </c:pt>
                <c:pt idx="6052">
                  <c:v>save_duke_and_grizzly</c:v>
                </c:pt>
                <c:pt idx="6053">
                  <c:v>saved_single_satisfied</c:v>
                </c:pt>
                <c:pt idx="6054">
                  <c:v>savanna_nicole_copeland</c:v>
                </c:pt>
                <c:pt idx="6055">
                  <c:v>savannahmightloveyou</c:v>
                </c:pt>
                <c:pt idx="6056">
                  <c:v>savannahmariemartinez</c:v>
                </c:pt>
                <c:pt idx="6057">
                  <c:v>savannahmaejordan2007</c:v>
                </c:pt>
                <c:pt idx="6058">
                  <c:v>savannahclaireforever</c:v>
                </c:pt>
                <c:pt idx="6059">
                  <c:v>savannahchristiansen</c:v>
                </c:pt>
                <c:pt idx="6060">
                  <c:v>savagewrestlingfederation</c:v>
                </c:pt>
                <c:pt idx="6061">
                  <c:v>savagethebodysnatcher</c:v>
                </c:pt>
                <c:pt idx="6062">
                  <c:v>sausage2waffle2bacon4eva</c:v>
                </c:pt>
                <c:pt idx="6063">
                  <c:v>saundra_pretty_smile</c:v>
                </c:pt>
                <c:pt idx="6064">
                  <c:v>saundersglovertribute</c:v>
                </c:pt>
                <c:pt idx="6065">
                  <c:v>saucyshakingproduction</c:v>
                </c:pt>
                <c:pt idx="6066">
                  <c:v>saucysexystylishnikki</c:v>
                </c:pt>
                <c:pt idx="6067">
                  <c:v>saucy_little_nibbler</c:v>
                </c:pt>
                <c:pt idx="6068">
                  <c:v>saucybossyextraflossy</c:v>
                </c:pt>
                <c:pt idx="6069">
                  <c:v>saturationpointmusic</c:v>
                </c:pt>
                <c:pt idx="6070">
                  <c:v>satellitetrendsignal</c:v>
                </c:pt>
                <c:pt idx="6071">
                  <c:v>satansicecreamtruck_</c:v>
                </c:pt>
                <c:pt idx="6072">
                  <c:v>satanicsexualpredator</c:v>
                </c:pt>
                <c:pt idx="6073">
                  <c:v>satanicknittinggroup</c:v>
                </c:pt>
                <c:pt idx="6074">
                  <c:v>satanicfetusmutilation</c:v>
                </c:pt>
                <c:pt idx="6075">
                  <c:v>satanicalkittylaughter</c:v>
                </c:pt>
                <c:pt idx="6076">
                  <c:v>sassy_the_good_angel</c:v>
                </c:pt>
                <c:pt idx="6077">
                  <c:v>sassy_southern_belle</c:v>
                </c:pt>
                <c:pt idx="6078">
                  <c:v>sassy_girl_21_2004yahoo</c:v>
                </c:pt>
                <c:pt idx="6079">
                  <c:v>sassybrowneyedgirl70</c:v>
                </c:pt>
                <c:pt idx="6080">
                  <c:v>sassy_ass_julie_anne</c:v>
                </c:pt>
                <c:pt idx="6081">
                  <c:v>sassy_and_sexy007210</c:v>
                </c:pt>
                <c:pt idx="6082">
                  <c:v>sashaloveyou98754321</c:v>
                </c:pt>
                <c:pt idx="6083">
                  <c:v>saschajacksolarmarch</c:v>
                </c:pt>
                <c:pt idx="6084">
                  <c:v>saschaandeliseowneveryone</c:v>
                </c:pt>
                <c:pt idx="6085">
                  <c:v>sarcastic_till_the_end</c:v>
                </c:pt>
                <c:pt idx="6086">
                  <c:v>sarcasticsoccergirl19</c:v>
                </c:pt>
                <c:pt idx="6087">
                  <c:v>sarcasticchunkymonkey</c:v>
                </c:pt>
                <c:pt idx="6088">
                  <c:v>sarcastic_and_cynicalkyle</c:v>
                </c:pt>
                <c:pt idx="6089">
                  <c:v>sarawhitneyhutchinson</c:v>
                </c:pt>
                <c:pt idx="6090">
                  <c:v>sara_the_lovestealer</c:v>
                </c:pt>
                <c:pt idx="6091">
                  <c:v>sara_marie_elizabeth_92</c:v>
                </c:pt>
                <c:pt idx="6092">
                  <c:v>sara_look_its_20_after_4</c:v>
                </c:pt>
                <c:pt idx="6093">
                  <c:v>sara_littledrummer_girl</c:v>
                </c:pt>
                <c:pt idx="6094">
                  <c:v>sarakillionspringfield</c:v>
                </c:pt>
                <c:pt idx="6095">
                  <c:v>sara_jean_underwood_fan</c:v>
                </c:pt>
                <c:pt idx="6096">
                  <c:v>sarah_your_one_and_only</c:v>
                </c:pt>
                <c:pt idx="6097">
                  <c:v>sarahwarriorprincess49</c:v>
                </c:pt>
                <c:pt idx="6098">
                  <c:v>sarahthefuckinggreat</c:v>
                </c:pt>
                <c:pt idx="6099">
                  <c:v>sarahtheballershotcaller</c:v>
                </c:pt>
                <c:pt idx="6100">
                  <c:v>sarahsoon2begraybeal</c:v>
                </c:pt>
                <c:pt idx="6101">
                  <c:v>sarahsonlinebabyshower</c:v>
                </c:pt>
                <c:pt idx="6102">
                  <c:v>sarah_natural_brunette</c:v>
                </c:pt>
                <c:pt idx="6103">
                  <c:v>sarahmadethisforme1290</c:v>
                </c:pt>
                <c:pt idx="6104">
                  <c:v>sarahleefromsouthwest</c:v>
                </c:pt>
                <c:pt idx="6105">
                  <c:v>sarahjessicaparkerfan</c:v>
                </c:pt>
                <c:pt idx="6106">
                  <c:v>sarahjanewilsonmusic</c:v>
                </c:pt>
                <c:pt idx="6107">
                  <c:v>sarah_jane_elisha_vernon</c:v>
                </c:pt>
                <c:pt idx="6108">
                  <c:v>sarahfromthelabyrinth</c:v>
                </c:pt>
                <c:pt idx="6109">
                  <c:v>sarah_friggin_wallis</c:v>
                </c:pt>
                <c:pt idx="6110">
                  <c:v>sarahelizabethbarker</c:v>
                </c:pt>
                <c:pt idx="6111">
                  <c:v>SarahElizabethAnne2007</c:v>
                </c:pt>
                <c:pt idx="6112">
                  <c:v>sarahcatherineheartsyou</c:v>
                </c:pt>
                <c:pt idx="6113">
                  <c:v>sarahbonthemicrophone</c:v>
                </c:pt>
                <c:pt idx="6114">
                  <c:v>sarahbearlivelaughlove</c:v>
                </c:pt>
                <c:pt idx="6115">
                  <c:v>sarah_batterypower_murray</c:v>
                </c:pt>
                <c:pt idx="6116">
                  <c:v>sarahandwilljune202009</c:v>
                </c:pt>
                <c:pt idx="6117">
                  <c:v>sarah_and_tiesha_cooper</c:v>
                </c:pt>
                <c:pt idx="6118">
                  <c:v>sarah_and_danny_forever</c:v>
                </c:pt>
                <c:pt idx="6119">
                  <c:v>sarah34punkrockchic34</c:v>
                </c:pt>
                <c:pt idx="6120">
                  <c:v>sarafuckingvengeance</c:v>
                </c:pt>
                <c:pt idx="6121">
                  <c:v>sara_elizabeth_chadburn</c:v>
                </c:pt>
                <c:pt idx="6122">
                  <c:v>saraclairehalfmarathon</c:v>
                </c:pt>
                <c:pt idx="6123">
                  <c:v>saraandjulialovetanya</c:v>
                </c:pt>
                <c:pt idx="6124">
                  <c:v>sara_and_her_massager</c:v>
                </c:pt>
                <c:pt idx="6125">
                  <c:v>sara333youforever101</c:v>
                </c:pt>
                <c:pt idx="6126">
                  <c:v>sappy_lil_love_puppy</c:v>
                </c:pt>
                <c:pt idx="6127">
                  <c:v>sapphire_flamealchemist</c:v>
                </c:pt>
                <c:pt idx="6128">
                  <c:v>sapphire_eyed_sweetie</c:v>
                </c:pt>
                <c:pt idx="6129">
                  <c:v>santanaonefortysecond</c:v>
                </c:pt>
                <c:pt idx="6130">
                  <c:v>SANTANAFREEPORTSOHALLA</c:v>
                </c:pt>
                <c:pt idx="6131">
                  <c:v>sanity_under_construction</c:v>
                </c:pt>
                <c:pt idx="6132">
                  <c:v>sanityliteralprofanity</c:v>
                </c:pt>
                <c:pt idx="6133">
                  <c:v>sangerhighschooljazzband</c:v>
                </c:pt>
                <c:pt idx="6134">
                  <c:v>sandwichfromtheghetto</c:v>
                </c:pt>
                <c:pt idx="6135">
                  <c:v>sandradavidphotography</c:v>
                </c:pt>
                <c:pt idx="6136">
                  <c:v>sandra_aka_sadgirl1</c:v>
                </c:pt>
                <c:pt idx="6137">
                  <c:v>sandie_the_temptress</c:v>
                </c:pt>
                <c:pt idx="6138">
                  <c:v>sandiegosnumberonerealtor</c:v>
                </c:pt>
                <c:pt idx="6139">
                  <c:v>sanctuarysoundstudio</c:v>
                </c:pt>
                <c:pt idx="6140">
                  <c:v>samwise_the_bold_punisher</c:v>
                </c:pt>
                <c:pt idx="6141">
                  <c:v>sam_where_you_belong</c:v>
                </c:pt>
                <c:pt idx="6142">
                  <c:v>samuraijackleanproduction</c:v>
                </c:pt>
                <c:pt idx="6143">
                  <c:v>sam_the_football_dude</c:v>
                </c:pt>
                <c:pt idx="6144">
                  <c:v>samsonlittlegreenfriend</c:v>
                </c:pt>
                <c:pt idx="6145">
                  <c:v>samslamthebackdoorman</c:v>
                </c:pt>
                <c:pt idx="6146">
                  <c:v>sammy_the_frogprincess</c:v>
                </c:pt>
                <c:pt idx="6147">
                  <c:v>sammy_live_laugh_love</c:v>
                </c:pt>
                <c:pt idx="6148">
                  <c:v>sammy_life_love_death</c:v>
                </c:pt>
                <c:pt idx="6149">
                  <c:v>sammykayfromthemilkyway</c:v>
                </c:pt>
                <c:pt idx="6150">
                  <c:v>sammydoodlebug4life14</c:v>
                </c:pt>
                <c:pt idx="6151">
                  <c:v>sammy_dirty_little_thing</c:v>
                </c:pt>
                <c:pt idx="6152">
                  <c:v>sammyclarkdrumproject</c:v>
                </c:pt>
                <c:pt idx="6153">
                  <c:v>sammotherfuckinghoward</c:v>
                </c:pt>
                <c:pt idx="6154">
                  <c:v>samemandifferentlife</c:v>
                </c:pt>
                <c:pt idx="6155">
                  <c:v>samecrapdifferentday</c:v>
                </c:pt>
                <c:pt idx="6156">
                  <c:v>samebrainfiggyandalex</c:v>
                </c:pt>
                <c:pt idx="6157">
                  <c:v>samcollettemcdonough</c:v>
                </c:pt>
                <c:pt idx="6158">
                  <c:v>samanthathegoodwitch</c:v>
                </c:pt>
                <c:pt idx="6159">
                  <c:v>samanthathebrokenangel</c:v>
                </c:pt>
                <c:pt idx="6160">
                  <c:v>samanthathebeautiful</c:v>
                </c:pt>
                <c:pt idx="6161">
                  <c:v>samantha_paige_woodward</c:v>
                </c:pt>
                <c:pt idx="6162">
                  <c:v>samanthalouiseelizabeth</c:v>
                </c:pt>
                <c:pt idx="6163">
                  <c:v>samanthaleiannamarie</c:v>
                </c:pt>
                <c:pt idx="6164">
                  <c:v>samantha_julia_marissa_18</c:v>
                </c:pt>
                <c:pt idx="6165">
                  <c:v>samantha_hockeychick08</c:v>
                </c:pt>
                <c:pt idx="6166">
                  <c:v>samanthaheartsdanielle</c:v>
                </c:pt>
                <c:pt idx="6167">
                  <c:v>samantha_gray_animalover</c:v>
                </c:pt>
                <c:pt idx="6168">
                  <c:v>samanthafreakingellen</c:v>
                </c:pt>
                <c:pt idx="6169">
                  <c:v>samanthaforeverandaday</c:v>
                </c:pt>
                <c:pt idx="6170">
                  <c:v>samantha_felicia_evans</c:v>
                </c:pt>
                <c:pt idx="6171">
                  <c:v>samantha_ellison2010</c:v>
                </c:pt>
                <c:pt idx="6172">
                  <c:v>samantha_drake_morgan</c:v>
                </c:pt>
                <c:pt idx="6173">
                  <c:v>samanthacrazyforscottie</c:v>
                </c:pt>
                <c:pt idx="6174">
                  <c:v>samanthacarolynclark</c:v>
                </c:pt>
                <c:pt idx="6175">
                  <c:v>samantha_ann_robinson</c:v>
                </c:pt>
                <c:pt idx="6176">
                  <c:v>samantha_ann_goff200</c:v>
                </c:pt>
                <c:pt idx="6177">
                  <c:v>samanthaanddaleforever</c:v>
                </c:pt>
                <c:pt idx="6178">
                  <c:v>samanthaamberstanley</c:v>
                </c:pt>
                <c:pt idx="6179">
                  <c:v>sam42worlddomination</c:v>
                </c:pt>
                <c:pt idx="6180">
                  <c:v>salvetricolorpaulista</c:v>
                </c:pt>
                <c:pt idx="6181">
                  <c:v>salvationcomesourway</c:v>
                </c:pt>
                <c:pt idx="6182">
                  <c:v>saltwaterfishingokinawa</c:v>
                </c:pt>
                <c:pt idx="6183">
                  <c:v>saltvillefirefighter</c:v>
                </c:pt>
                <c:pt idx="6184">
                  <c:v>Sal_The_Silly_Sailor</c:v>
                </c:pt>
                <c:pt idx="6185">
                  <c:v>sally_jesse_raffle_ticket</c:v>
                </c:pt>
                <c:pt idx="6186">
                  <c:v>sallycupcakesandliana</c:v>
                </c:pt>
                <c:pt idx="6187">
                  <c:v>salinaelizabeth_baby</c:v>
                </c:pt>
                <c:pt idx="6188">
                  <c:v>salemorchidofficialband</c:v>
                </c:pt>
                <c:pt idx="6189">
                  <c:v>saladdaydeathbedmotorcade</c:v>
                </c:pt>
                <c:pt idx="6190">
                  <c:v>salaciouslysweetdeedee</c:v>
                </c:pt>
                <c:pt idx="6191">
                  <c:v>sakura_victoria_morgan</c:v>
                </c:pt>
                <c:pt idx="6192">
                  <c:v>sakurastrongandsmart</c:v>
                </c:pt>
                <c:pt idx="6193">
                  <c:v>sakura_sauce_kay_love</c:v>
                </c:pt>
                <c:pt idx="6194">
                  <c:v>sakuraeverlastingkiss</c:v>
                </c:pt>
                <c:pt idx="6195">
                  <c:v>saintmarysyouthgroup</c:v>
                </c:pt>
                <c:pt idx="6196">
                  <c:v>sain_but_really_special</c:v>
                </c:pt>
                <c:pt idx="6197">
                  <c:v>sagittarius_kick_ass88</c:v>
                </c:pt>
                <c:pt idx="6198">
                  <c:v>sagittariusbabygurl100</c:v>
                </c:pt>
                <c:pt idx="6199">
                  <c:v>sagittariusbabygurl10</c:v>
                </c:pt>
                <c:pt idx="6200">
                  <c:v>saginaw_marching_band</c:v>
                </c:pt>
                <c:pt idx="6201">
                  <c:v>safarigirlgonewilder</c:v>
                </c:pt>
                <c:pt idx="6202">
                  <c:v>sadsongsandfairytales</c:v>
                </c:pt>
                <c:pt idx="6203">
                  <c:v>sadness_pain_hate_anger</c:v>
                </c:pt>
                <c:pt idx="6204">
                  <c:v>sadlifethatyoulivebitch</c:v>
                </c:pt>
                <c:pt idx="6205">
                  <c:v>sadclownentertainment</c:v>
                </c:pt>
                <c:pt idx="6206">
                  <c:v>sactownbutterflygirl2005</c:v>
                </c:pt>
                <c:pt idx="6207">
                  <c:v>sacredhistorymagazine</c:v>
                </c:pt>
                <c:pt idx="6208">
                  <c:v>sacredgroundministry</c:v>
                </c:pt>
                <c:pt idx="6209">
                  <c:v>sacramentostripperclass</c:v>
                </c:pt>
                <c:pt idx="6210">
                  <c:v>sabrina_good_charlotte</c:v>
                </c:pt>
                <c:pt idx="6211">
                  <c:v>sabrina_aka_tink_lover</c:v>
                </c:pt>
                <c:pt idx="6212">
                  <c:v>saajuniorclasstalent</c:v>
                </c:pt>
                <c:pt idx="6213">
                  <c:v>ruthless_thug_4_life</c:v>
                </c:pt>
                <c:pt idx="6214">
                  <c:v>ruthiemelaniedianamartin</c:v>
                </c:pt>
                <c:pt idx="6215">
                  <c:v>ruthie_from_the_block</c:v>
                </c:pt>
                <c:pt idx="6216">
                  <c:v>rustyandchuckforever</c:v>
                </c:pt>
                <c:pt idx="6217">
                  <c:v>rustburgultimateclub</c:v>
                </c:pt>
                <c:pt idx="6218">
                  <c:v>russellandpaula4ever</c:v>
                </c:pt>
                <c:pt idx="6219">
                  <c:v>rupturedsurroundsound</c:v>
                </c:pt>
                <c:pt idx="6220">
                  <c:v>runyamoufentertainment</c:v>
                </c:pt>
                <c:pt idx="6221">
                  <c:v>runthatshitfasthello</c:v>
                </c:pt>
                <c:pt idx="6222">
                  <c:v>runninonfaithquartet</c:v>
                </c:pt>
                <c:pt idx="6223">
                  <c:v>running_with_scissors</c:v>
                </c:pt>
                <c:pt idx="6224">
                  <c:v>runningwithscissors555</c:v>
                </c:pt>
                <c:pt idx="6225">
                  <c:v>running_with_scissors41</c:v>
                </c:pt>
                <c:pt idx="6226">
                  <c:v>runningwithscissors29</c:v>
                </c:pt>
                <c:pt idx="6227">
                  <c:v>runningwithscissors248</c:v>
                </c:pt>
                <c:pt idx="6228">
                  <c:v>runningwithscissors100</c:v>
                </c:pt>
                <c:pt idx="6229">
                  <c:v>runningwith_scissors</c:v>
                </c:pt>
                <c:pt idx="6230">
                  <c:v>runningtowardthehorizon</c:v>
                </c:pt>
                <c:pt idx="6231">
                  <c:v>running_though_the_night</c:v>
                </c:pt>
                <c:pt idx="6232">
                  <c:v>runningrazorbackbelle</c:v>
                </c:pt>
                <c:pt idx="6233">
                  <c:v>runningmantwentythree</c:v>
                </c:pt>
                <c:pt idx="6234">
                  <c:v>runningmanlayoutpreview5</c:v>
                </c:pt>
                <c:pt idx="6235">
                  <c:v>runningfromthisnightmare</c:v>
                </c:pt>
                <c:pt idx="6236">
                  <c:v>runningfromthehideaway</c:v>
                </c:pt>
                <c:pt idx="6237">
                  <c:v>runningfromreality75</c:v>
                </c:pt>
                <c:pt idx="6238">
                  <c:v>running_for_the_love</c:v>
                </c:pt>
                <c:pt idx="6239">
                  <c:v>runningandjumping101</c:v>
                </c:pt>
                <c:pt idx="6240">
                  <c:v>runnerrebbel_stunner</c:v>
                </c:pt>
                <c:pt idx="6241">
                  <c:v>run_its_the_forehead</c:v>
                </c:pt>
                <c:pt idx="6242">
                  <c:v>runescapewarrior93999</c:v>
                </c:pt>
                <c:pt idx="6243">
                  <c:v>runescape_super_clan</c:v>
                </c:pt>
                <c:pt idx="6244">
                  <c:v>runescape_punisher545</c:v>
                </c:pt>
                <c:pt idx="6245">
                  <c:v>runescapemaster115011</c:v>
                </c:pt>
                <c:pt idx="6246">
                  <c:v>rumpusroomsoundsystem</c:v>
                </c:pt>
                <c:pt idx="6247">
                  <c:v>rule_the_world_with_love</c:v>
                </c:pt>
                <c:pt idx="6248">
                  <c:v>rulenumberseventysix</c:v>
                </c:pt>
                <c:pt idx="6249">
                  <c:v>rugby_takingbacksunday</c:v>
                </c:pt>
                <c:pt idx="6250">
                  <c:v>rufftownentertainment</c:v>
                </c:pt>
                <c:pt idx="6251">
                  <c:v>rubyrosethepimperish</c:v>
                </c:pt>
                <c:pt idx="6252">
                  <c:v>ruby_red_cherry_drop</c:v>
                </c:pt>
                <c:pt idx="6253">
                  <c:v>ruby_love_anderson_cooper</c:v>
                </c:pt>
                <c:pt idx="6254">
                  <c:v>rubbish_filter_system</c:v>
                </c:pt>
                <c:pt idx="6255">
                  <c:v>rubberduckiechick2992</c:v>
                </c:pt>
                <c:pt idx="6256">
                  <c:v>rubber_chicken_sebastian</c:v>
                </c:pt>
                <c:pt idx="6257">
                  <c:v>rubberchickeninvasion</c:v>
                </c:pt>
                <c:pt idx="6258">
                  <c:v>rubberchickenfactory</c:v>
                </c:pt>
                <c:pt idx="6259">
                  <c:v>rubberchickenexperiment</c:v>
                </c:pt>
                <c:pt idx="6260">
                  <c:v>royalunderscoreknight</c:v>
                </c:pt>
                <c:pt idx="6261">
                  <c:v>royalsocietyclothing</c:v>
                </c:pt>
                <c:pt idx="6262">
                  <c:v>royalequestriancenter</c:v>
                </c:pt>
                <c:pt idx="6263">
                  <c:v>roxy_the_tragic_rabbit</c:v>
                </c:pt>
                <c:pt idx="6264">
                  <c:v>roxysnowboarder80201</c:v>
                </c:pt>
                <c:pt idx="6265">
                  <c:v>roxy_single_babygurl</c:v>
                </c:pt>
                <c:pt idx="6266">
                  <c:v>roxyprincessstephanie</c:v>
                </c:pt>
                <c:pt idx="6267">
                  <c:v>roxy_girl_billabong_21</c:v>
                </c:pt>
                <c:pt idx="6268">
                  <c:v>roxtract_orange_county</c:v>
                </c:pt>
                <c:pt idx="6269">
                  <c:v>roxburypurplehazeunit</c:v>
                </c:pt>
                <c:pt idx="6270">
                  <c:v>roxanneroxieroxybabe</c:v>
                </c:pt>
                <c:pt idx="6271">
                  <c:v>RoxanneElizabethSalinas</c:v>
                </c:pt>
                <c:pt idx="6272">
                  <c:v>roxanneallaboutyouband</c:v>
                </c:pt>
                <c:pt idx="6273">
                  <c:v>rowan_mayfair_vampire</c:v>
                </c:pt>
                <c:pt idx="6274">
                  <c:v>roundupcountrywestern</c:v>
                </c:pt>
                <c:pt idx="6275">
                  <c:v>roundtableconflictmusic</c:v>
                </c:pt>
                <c:pt idx="6276">
                  <c:v>roughsexmakethathurt99</c:v>
                </c:pt>
                <c:pt idx="6277">
                  <c:v>rotten_spoiled_princess</c:v>
                </c:pt>
                <c:pt idx="6278">
                  <c:v>rotaryexperimentseven</c:v>
                </c:pt>
                <c:pt idx="6279">
                  <c:v>roswell_chris_miller</c:v>
                </c:pt>
                <c:pt idx="6280">
                  <c:v>ross_volleyballchick_44</c:v>
                </c:pt>
                <c:pt idx="6281">
                  <c:v>rossparallaxphotoweb</c:v>
                </c:pt>
                <c:pt idx="6282">
                  <c:v>rosshopkins_greenock</c:v>
                </c:pt>
                <c:pt idx="6283">
                  <c:v>rossandchrisareamazing</c:v>
                </c:pt>
                <c:pt idx="6284">
                  <c:v>rosesfromtheconcrete</c:v>
                </c:pt>
                <c:pt idx="6285">
                  <c:v>roses_die__eventually</c:v>
                </c:pt>
                <c:pt idx="6286">
                  <c:v>rose_ruby_sexy_woman</c:v>
                </c:pt>
                <c:pt idx="6287">
                  <c:v>rosegordonphotography</c:v>
                </c:pt>
                <c:pt idx="6288">
                  <c:v>rosefamilyforeverbaby</c:v>
                </c:pt>
                <c:pt idx="6289">
                  <c:v>rosecityaudio_electronics</c:v>
                </c:pt>
                <c:pt idx="6290">
                  <c:v>rosebud_twinkle_star</c:v>
                </c:pt>
                <c:pt idx="6291">
                  <c:v>roscoe_the_traveling_bear</c:v>
                </c:pt>
                <c:pt idx="6292">
                  <c:v>rosanna_she_ran_away</c:v>
                </c:pt>
                <c:pt idx="6293">
                  <c:v>roryoneillphotography</c:v>
                </c:pt>
                <c:pt idx="6294">
                  <c:v>roosterofficialmusic</c:v>
                </c:pt>
                <c:pt idx="6295">
                  <c:v>ronnie_realistictattoo</c:v>
                </c:pt>
                <c:pt idx="6296">
                  <c:v>rondotowarddestruction</c:v>
                </c:pt>
                <c:pt idx="6297">
                  <c:v>ron_burgundy_anchorman</c:v>
                </c:pt>
                <c:pt idx="6298">
                  <c:v>romulus_the_dark_god</c:v>
                </c:pt>
                <c:pt idx="6299">
                  <c:v>romantic_country_guy</c:v>
                </c:pt>
                <c:pt idx="6300">
                  <c:v>romantic_college_guy</c:v>
                </c:pt>
                <c:pt idx="6301">
                  <c:v>romantically_relaxed_boy</c:v>
                </c:pt>
                <c:pt idx="6302">
                  <c:v>romance_love_heartbreak</c:v>
                </c:pt>
                <c:pt idx="6303">
                  <c:v>rolltidewillienelson</c:v>
                </c:pt>
                <c:pt idx="6304">
                  <c:v>rollinwiththesafetyoff</c:v>
                </c:pt>
                <c:pt idx="6305">
                  <c:v>rollingthunderdrumline</c:v>
                </c:pt>
                <c:pt idx="6306">
                  <c:v>roll_film_speed_action</c:v>
                </c:pt>
                <c:pt idx="6307">
                  <c:v>roller_skating_angel</c:v>
                </c:pt>
                <c:pt idx="6308">
                  <c:v>rollergirlmisstsunami</c:v>
                </c:pt>
                <c:pt idx="6309">
                  <c:v>roll_another_blunt_420</c:v>
                </c:pt>
                <c:pt idx="6310">
                  <c:v>roleplayingcodymartin</c:v>
                </c:pt>
                <c:pt idx="6311">
                  <c:v>roleplayer_person_rox</c:v>
                </c:pt>
                <c:pt idx="6312">
                  <c:v>roleplayerjessicaalba</c:v>
                </c:pt>
                <c:pt idx="6313">
                  <c:v>roleplaychickforlife</c:v>
                </c:pt>
                <c:pt idx="6314">
                  <c:v>roguevalleyunderground</c:v>
                </c:pt>
                <c:pt idx="6315">
                  <c:v>rogue_slayer_firecracker</c:v>
                </c:pt>
                <c:pt idx="6316">
                  <c:v>rogerwillalwaysloveyou</c:v>
                </c:pt>
                <c:pt idx="6317">
                  <c:v>rogerstanleeexperience</c:v>
                </c:pt>
                <c:pt idx="6318">
                  <c:v>rogerhickeyproduction</c:v>
                </c:pt>
                <c:pt idx="6319">
                  <c:v>rodriguezfamilyreunion</c:v>
                </c:pt>
                <c:pt idx="6320">
                  <c:v>rodriguez_art_studio</c:v>
                </c:pt>
                <c:pt idx="6321">
                  <c:v>rode_short_bus_yellow</c:v>
                </c:pt>
                <c:pt idx="6322">
                  <c:v>rodeocowgirl9newyork</c:v>
                </c:pt>
                <c:pt idx="6323">
                  <c:v>rocky_the_bearded_dragon</c:v>
                </c:pt>
                <c:pt idx="6324">
                  <c:v>rockyourworld_malena</c:v>
                </c:pt>
                <c:pt idx="6325">
                  <c:v>rockymountainwildlifephot</c:v>
                </c:pt>
                <c:pt idx="6326">
                  <c:v>rocky_mountain_oyster_boy</c:v>
                </c:pt>
                <c:pt idx="6327">
                  <c:v>rockyhorrorpicturebabe</c:v>
                </c:pt>
                <c:pt idx="6328">
                  <c:v>rockwithshootthebreeze</c:v>
                </c:pt>
                <c:pt idx="6329">
                  <c:v>rocktheengagementparty</c:v>
                </c:pt>
                <c:pt idx="6330">
                  <c:v>rockstarprincess2021</c:v>
                </c:pt>
                <c:pt idx="6331">
                  <c:v>rockstar.photographer</c:v>
                </c:pt>
                <c:pt idx="6332">
                  <c:v>rockstar-photographer</c:v>
                </c:pt>
                <c:pt idx="6333">
                  <c:v>rockstar_guitarist_mark</c:v>
                </c:pt>
                <c:pt idx="6334">
                  <c:v>rockstar_entertainment</c:v>
                </c:pt>
                <c:pt idx="6335">
                  <c:v>rock_solid_cheer_chick</c:v>
                </c:pt>
                <c:pt idx="6336">
                  <c:v>rockprincesschickthingy</c:v>
                </c:pt>
                <c:pt idx="6337">
                  <c:v>rockphonicmanagement</c:v>
                </c:pt>
                <c:pt idx="6338">
                  <c:v>rockpaperscissorsmusic</c:v>
                </c:pt>
                <c:pt idx="6339">
                  <c:v>rock_paper_scissors_</c:v>
                </c:pt>
                <c:pt idx="6340">
                  <c:v>rockpaperscissormusic</c:v>
                </c:pt>
                <c:pt idx="6341">
                  <c:v>rock_metal_punk_love</c:v>
                </c:pt>
                <c:pt idx="6342">
                  <c:v>rocking_wit_the_best</c:v>
                </c:pt>
                <c:pt idx="6343">
                  <c:v>rocking_till_midnight</c:v>
                </c:pt>
                <c:pt idx="6344">
                  <c:v>rocking_marty_gabstein</c:v>
                </c:pt>
                <c:pt idx="6345">
                  <c:v>rockinghorsewinner49</c:v>
                </c:pt>
                <c:pt idx="6346">
                  <c:v>rocking_for_the_world</c:v>
                </c:pt>
                <c:pt idx="6347">
                  <c:v>rocking_electro_girl</c:v>
                </c:pt>
                <c:pt idx="6348">
                  <c:v>rockingchairconvention</c:v>
                </c:pt>
                <c:pt idx="6349">
                  <c:v>rockgeorgecircleshirt</c:v>
                </c:pt>
                <c:pt idx="6350">
                  <c:v>rockford_rockbilly_rebel</c:v>
                </c:pt>
                <c:pt idx="6351">
                  <c:v>rocketshipplayground</c:v>
                </c:pt>
                <c:pt idx="6352">
                  <c:v>rocketscientistblonde</c:v>
                </c:pt>
                <c:pt idx="6353">
                  <c:v>rocketrosiemoonshine</c:v>
                </c:pt>
                <c:pt idx="6354">
                  <c:v>rocketman_now_neurologist</c:v>
                </c:pt>
                <c:pt idx="6355">
                  <c:v>rocketfuel_malt_liquor</c:v>
                </c:pt>
                <c:pt idx="6356">
                  <c:v>rockerstatusclothing</c:v>
                </c:pt>
                <c:pt idx="6357">
                  <c:v>rockerskaterchick007</c:v>
                </c:pt>
                <c:pt idx="6358">
                  <c:v>rocker_party_girl_holly</c:v>
                </c:pt>
                <c:pt idx="6359">
                  <c:v>rocker_inside_and_out</c:v>
                </c:pt>
                <c:pt idx="6360">
                  <c:v>rocker_harry_potter_fan</c:v>
                </c:pt>
                <c:pt idx="6361">
                  <c:v>rockerchick_ballerina</c:v>
                </c:pt>
                <c:pt idx="6362">
                  <c:v>rockercaboodledoodle</c:v>
                </c:pt>
                <c:pt idx="6363">
                  <c:v>rock_creek_hell_raiser</c:v>
                </c:pt>
                <c:pt idx="6364">
                  <c:v>rockconfidentialmusic</c:v>
                </c:pt>
                <c:pt idx="6365">
                  <c:v>rockcastle_artillery</c:v>
                </c:pt>
                <c:pt idx="6366">
                  <c:v>rock_and_roll_outlaw</c:v>
                </c:pt>
                <c:pt idx="6367">
                  <c:v>rockandrollisaprostitute</c:v>
                </c:pt>
                <c:pt idx="6368">
                  <c:v>rockandrepublicmusic</c:v>
                </c:pt>
                <c:pt idx="6369">
                  <c:v>rock_and_blues_radio</c:v>
                </c:pt>
                <c:pt idx="6370">
                  <c:v>rockagainstracism200</c:v>
                </c:pt>
                <c:pt idx="6371">
                  <c:v>rochester_localmusic</c:v>
                </c:pt>
                <c:pt idx="6372">
                  <c:v>roccos_urban_fashion</c:v>
                </c:pt>
                <c:pt idx="6373">
                  <c:v>robyn_lynn_trowbridge</c:v>
                </c:pt>
                <c:pt idx="6374">
                  <c:v>robyn_and_alicia_forever</c:v>
                </c:pt>
                <c:pt idx="6375">
                  <c:v>robthelochnessmonster</c:v>
                </c:pt>
                <c:pt idx="6376">
                  <c:v>rob_the_entrepreneur</c:v>
                </c:pt>
                <c:pt idx="6377">
                  <c:v>robotsplayingbasketball</c:v>
                </c:pt>
                <c:pt idx="6378">
                  <c:v>robotspidercorporation</c:v>
                </c:pt>
                <c:pt idx="6379">
                  <c:v>robot_liberation_front</c:v>
                </c:pt>
                <c:pt idx="6380">
                  <c:v>robotliberationfront</c:v>
                </c:pt>
                <c:pt idx="6381">
                  <c:v>robot_chicken_tribute</c:v>
                </c:pt>
                <c:pt idx="6382">
                  <c:v>robotarmsclothingcompany</c:v>
                </c:pt>
                <c:pt idx="6383">
                  <c:v>roblilangelbaby4ever</c:v>
                </c:pt>
                <c:pt idx="6384">
                  <c:v>rob_lewis_stickdeath</c:v>
                </c:pt>
                <c:pt idx="6385">
                  <c:v>robinholdenrecording</c:v>
                </c:pt>
                <c:pt idx="6386">
                  <c:v>robertaandchristian4ever</c:v>
                </c:pt>
                <c:pt idx="6387">
                  <c:v>robbytherollerrapper</c:v>
                </c:pt>
                <c:pt idx="6388">
                  <c:v>robby_the_robot_195</c:v>
                </c:pt>
                <c:pt idx="6389">
                  <c:v>robbygordonracingfan</c:v>
                </c:pt>
                <c:pt idx="6390">
                  <c:v>robbie_put_the_cat_out</c:v>
                </c:pt>
                <c:pt idx="6391">
                  <c:v>robbie_fucking_emergency</c:v>
                </c:pt>
                <c:pt idx="6392">
                  <c:v>robandthemorningfuzz</c:v>
                </c:pt>
                <c:pt idx="6393">
                  <c:v>rob_and_ashley_4ever</c:v>
                </c:pt>
                <c:pt idx="6394">
                  <c:v>rob_against_the_world</c:v>
                </c:pt>
                <c:pt idx="6395">
                  <c:v>roadwarrior42andsnake337</c:v>
                </c:pt>
                <c:pt idx="6396">
                  <c:v>roadrunner_united_rule</c:v>
                </c:pt>
                <c:pt idx="6397">
                  <c:v>roadlesstraveledstore</c:v>
                </c:pt>
                <c:pt idx="6398">
                  <c:v>road_king_master_200</c:v>
                </c:pt>
                <c:pt idx="6399">
                  <c:v>roadhouse_bar_and_grill</c:v>
                </c:pt>
                <c:pt idx="6400">
                  <c:v>rize_with_the_fallen</c:v>
                </c:pt>
                <c:pt idx="6401">
                  <c:v>riversidebravehearts</c:v>
                </c:pt>
                <c:pt idx="6402">
                  <c:v>riverratvideoproducer</c:v>
                </c:pt>
                <c:pt idx="6403">
                  <c:v>riverranchprincess93</c:v>
                </c:pt>
                <c:pt idx="6404">
                  <c:v>riverrainsadness1987</c:v>
                </c:pt>
                <c:pt idx="6405">
                  <c:v>riverfrontsteakhouse</c:v>
                </c:pt>
                <c:pt idx="6406">
                  <c:v>riverfrontentertainment</c:v>
                </c:pt>
                <c:pt idx="6407">
                  <c:v>river_detroit_soccer_club</c:v>
                </c:pt>
                <c:pt idx="6408">
                  <c:v>riverdalevarsitycheer1</c:v>
                </c:pt>
                <c:pt idx="6409">
                  <c:v>riverdalescottishbrigade</c:v>
                </c:pt>
                <c:pt idx="6410">
                  <c:v>rivercitystringquartet</c:v>
                </c:pt>
                <c:pt idx="6411">
                  <c:v>riverbottomnightmarebandforb</c:v>
                </c:pt>
                <c:pt idx="6412">
                  <c:v>ritualconsciousrebel</c:v>
                </c:pt>
                <c:pt idx="6413">
                  <c:v>rita_skeeter_reporter</c:v>
                </c:pt>
                <c:pt idx="6414">
                  <c:v>risquemusicbarcelona</c:v>
                </c:pt>
                <c:pt idx="6415">
                  <c:v>risqueconjurerpoetry</c:v>
                </c:pt>
                <c:pt idx="6416">
                  <c:v>rising_phoenixliondance</c:v>
                </c:pt>
                <c:pt idx="6417">
                  <c:v>rise_with_the_fallen_9999</c:v>
                </c:pt>
                <c:pt idx="6418">
                  <c:v>rise_with_the_fallen77</c:v>
                </c:pt>
                <c:pt idx="6419">
                  <c:v>risewiththefallen417</c:v>
                </c:pt>
                <c:pt idx="6420">
                  <c:v>rise_with_the_fallen_2</c:v>
                </c:pt>
                <c:pt idx="6421">
                  <c:v>rise_with_the_fallen1</c:v>
                </c:pt>
                <c:pt idx="6422">
                  <c:v>rise_with_the_fallen138</c:v>
                </c:pt>
                <c:pt idx="6423">
                  <c:v>rise_with_the_fallen13</c:v>
                </c:pt>
                <c:pt idx="6424">
                  <c:v>rise__with_the_fallen____</c:v>
                </c:pt>
                <c:pt idx="6425">
                  <c:v>rise_against_the_system</c:v>
                </c:pt>
                <c:pt idx="6426">
                  <c:v>rise_against_the_romance</c:v>
                </c:pt>
                <c:pt idx="6427">
                  <c:v>ripzonetopnotchnation</c:v>
                </c:pt>
                <c:pt idx="6428">
                  <c:v>ripyourheartoutmusic</c:v>
                </c:pt>
                <c:pt idx="6429">
                  <c:v>ripronnieolivia1130</c:v>
                </c:pt>
                <c:pt idx="6430">
                  <c:v>ripperletterfromhell92</c:v>
                </c:pt>
                <c:pt idx="6431">
                  <c:v>rip_mac_dre_1970_2004</c:v>
                </c:pt>
                <c:pt idx="6432">
                  <c:v>rip_cowboy_and_grandpa</c:v>
                </c:pt>
                <c:pt idx="6433">
                  <c:v>ripcityryderentertainment</c:v>
                </c:pt>
                <c:pt idx="6434">
                  <c:v>ripandreajeanhartman</c:v>
                </c:pt>
                <c:pt idx="6435">
                  <c:v>riotwinnipegstreetteam</c:v>
                </c:pt>
                <c:pt idx="6436">
                  <c:v>rio_riot_samedifference</c:v>
                </c:pt>
                <c:pt idx="6437">
                  <c:v>riofuckinggoldhammer</c:v>
                </c:pt>
                <c:pt idx="6438">
                  <c:v>ringmaster1871folk4life</c:v>
                </c:pt>
                <c:pt idx="6439">
                  <c:v>ring_around_the_rosie_</c:v>
                </c:pt>
                <c:pt idx="6440">
                  <c:v>ringaroundthechampagne</c:v>
                </c:pt>
                <c:pt idx="6441">
                  <c:v>rileymotherfuckinglappin</c:v>
                </c:pt>
                <c:pt idx="6442">
                  <c:v>rileyhasaneatingdisorder</c:v>
                </c:pt>
                <c:pt idx="6443">
                  <c:v>rileyandariellealways</c:v>
                </c:pt>
                <c:pt idx="6444">
                  <c:v>rikki_and_sierra_4_eva</c:v>
                </c:pt>
                <c:pt idx="6445">
                  <c:v>rightturndownthewrongroad</c:v>
                </c:pt>
                <c:pt idx="6446">
                  <c:v>right_here_waiting27</c:v>
                </c:pt>
                <c:pt idx="6447">
                  <c:v>righthandentertainment</c:v>
                </c:pt>
                <c:pt idx="6448">
                  <c:v>rightcoastvolleyballsurf</c:v>
                </c:pt>
                <c:pt idx="6449">
                  <c:v>rightbeforeyoudisappear</c:v>
                </c:pt>
                <c:pt idx="6450">
                  <c:v>ridgelandcyclingclub</c:v>
                </c:pt>
                <c:pt idx="6451">
                  <c:v>ridgeagainstthemachine</c:v>
                </c:pt>
                <c:pt idx="6452">
                  <c:v>ride_the_lightning_89</c:v>
                </c:pt>
                <c:pt idx="6453">
                  <c:v>riddimwildproduction</c:v>
                </c:pt>
                <c:pt idx="6454">
                  <c:v>riddel_revolutionhelmet43</c:v>
                </c:pt>
                <c:pt idx="6455">
                  <c:v>RICKYTHETROUBLEMAKER</c:v>
                </c:pt>
                <c:pt idx="6456">
                  <c:v>rickymondragonmorales</c:v>
                </c:pt>
                <c:pt idx="6457">
                  <c:v>rickydoddsimplycajun</c:v>
                </c:pt>
                <c:pt idx="6458">
                  <c:v>rickybutlerillustration</c:v>
                </c:pt>
                <c:pt idx="6459">
                  <c:v>rickyandjessica4ever</c:v>
                </c:pt>
                <c:pt idx="6460">
                  <c:v>ricky_and_aly_4_ever</c:v>
                </c:pt>
                <c:pt idx="6461">
                  <c:v>rick_stretch_armstrong</c:v>
                </c:pt>
                <c:pt idx="6462">
                  <c:v>rickstar_teamridgewood</c:v>
                </c:pt>
                <c:pt idx="6463">
                  <c:v>ricksaundersrockstar</c:v>
                </c:pt>
                <c:pt idx="6464">
                  <c:v>rickrossthebossbitch</c:v>
                </c:pt>
                <c:pt idx="6465">
                  <c:v>ricki_michelle_farmer</c:v>
                </c:pt>
                <c:pt idx="6466">
                  <c:v>rickbrimhallphotography</c:v>
                </c:pt>
                <c:pt idx="6467">
                  <c:v>rich_young_and_famous</c:v>
                </c:pt>
                <c:pt idx="6468">
                  <c:v>richwarburtonphotography</c:v>
                </c:pt>
                <c:pt idx="6469">
                  <c:v>rich__uncle__skeleton</c:v>
                </c:pt>
                <c:pt idx="6470">
                  <c:v>rich_thick_chocolate</c:v>
                </c:pt>
                <c:pt idx="6471">
                  <c:v>richelle101_greenday101</c:v>
                </c:pt>
                <c:pt idx="6472">
                  <c:v>richdrumsandvocalsessions</c:v>
                </c:pt>
                <c:pt idx="6473">
                  <c:v>rich_and_kor_forever</c:v>
                </c:pt>
                <c:pt idx="6474">
                  <c:v>ricecube_zombiekiller</c:v>
                </c:pt>
                <c:pt idx="6475">
                  <c:v>rica_strawberrymilkshake</c:v>
                </c:pt>
                <c:pt idx="6476">
                  <c:v>riata_burton_darrell</c:v>
                </c:pt>
                <c:pt idx="6477">
                  <c:v>rhonda_lee_hutchinson_70</c:v>
                </c:pt>
                <c:pt idx="6478">
                  <c:v>rhonda_and_tawnya_4eva</c:v>
                </c:pt>
                <c:pt idx="6479">
                  <c:v>rhinopolisrevolution</c:v>
                </c:pt>
                <c:pt idx="6480">
                  <c:v>reynita_bonita91sickness</c:v>
                </c:pt>
                <c:pt idx="6481">
                  <c:v>revolvingdoortheband</c:v>
                </c:pt>
                <c:pt idx="6482">
                  <c:v>revolvestudentministry</c:v>
                </c:pt>
                <c:pt idx="6483">
                  <c:v>revolutionwrestlingnow</c:v>
                </c:pt>
                <c:pt idx="6484">
                  <c:v>revolutionskateboardteam</c:v>
                </c:pt>
                <c:pt idx="6485">
                  <c:v>revolutionrecordingstudio</c:v>
                </c:pt>
                <c:pt idx="6486">
                  <c:v>revolutionpraiseband</c:v>
                </c:pt>
                <c:pt idx="6487">
                  <c:v>__revolutionplusdesire</c:v>
                </c:pt>
                <c:pt idx="6488">
                  <c:v>revolutionhippiepeacelove</c:v>
                </c:pt>
                <c:pt idx="6489">
                  <c:v>revolutionforpeaceandlove</c:v>
                </c:pt>
                <c:pt idx="6490">
                  <c:v>revolutiondancegroup</c:v>
                </c:pt>
                <c:pt idx="6491">
                  <c:v>revolutionaryblackgirl</c:v>
                </c:pt>
                <c:pt idx="6492">
                  <c:v>revmadnessandthegrimdeacon</c:v>
                </c:pt>
                <c:pt idx="6493">
                  <c:v>reveriejaymetalstudio</c:v>
                </c:pt>
                <c:pt idx="6494">
                  <c:v>reverendstrongnosejackson</c:v>
                </c:pt>
                <c:pt idx="6495">
                  <c:v>reverenddoctordavidquick</c:v>
                </c:pt>
                <c:pt idx="6496">
                  <c:v>reverend_doctor_alex</c:v>
                </c:pt>
                <c:pt idx="6497">
                  <c:v>retroxsuperficiality</c:v>
                </c:pt>
                <c:pt idx="6498">
                  <c:v>retarded_kim_its_true</c:v>
                </c:pt>
                <c:pt idx="6499">
                  <c:v>restassuredstreetteam</c:v>
                </c:pt>
                <c:pt idx="6500">
                  <c:v>respond_with_silence</c:v>
                </c:pt>
                <c:pt idx="6501">
                  <c:v>respect_the_rectangle</c:v>
                </c:pt>
                <c:pt idx="6502">
                  <c:v>respectrecordsusanicethelyrical</c:v>
                </c:pt>
                <c:pt idx="6503">
                  <c:v>respectmodelmanagement</c:v>
                </c:pt>
                <c:pt idx="6504">
                  <c:v>respectablestreetlive</c:v>
                </c:pt>
                <c:pt idx="6505">
                  <c:v>resolve_4_pet_stains</c:v>
                </c:pt>
                <c:pt idx="6506">
                  <c:v>resist_the_conformity</c:v>
                </c:pt>
                <c:pt idx="6507">
                  <c:v>resist_psychic_death</c:v>
                </c:pt>
                <c:pt idx="6508">
                  <c:v>resistance_for_freedom</c:v>
                </c:pt>
                <c:pt idx="6509">
                  <c:v>residentrockstarmusic</c:v>
                </c:pt>
                <c:pt idx="6510">
                  <c:v>resident_evil____slipknot</c:v>
                </c:pt>
                <c:pt idx="6511">
                  <c:v>resident_evil__freak</c:v>
                </c:pt>
                <c:pt idx="6512">
                  <c:v>resident_evil_fan101</c:v>
                </c:pt>
                <c:pt idx="6513">
                  <c:v>resident_evil_competition</c:v>
                </c:pt>
                <c:pt idx="6514">
                  <c:v>reservedforstephanie</c:v>
                </c:pt>
                <c:pt idx="6515">
                  <c:v>research2cure_travel</c:v>
                </c:pt>
                <c:pt idx="6516">
                  <c:v>rescuingthemiserable</c:v>
                </c:pt>
                <c:pt idx="6517">
                  <c:v>requiem_for_the_conqueror</c:v>
                </c:pt>
                <c:pt idx="6518">
                  <c:v>republicanduckhunters</c:v>
                </c:pt>
                <c:pt idx="6519">
                  <c:v>republican_all_the_way</c:v>
                </c:pt>
                <c:pt idx="6520">
                  <c:v>reptilian_guitar_diva</c:v>
                </c:pt>
                <c:pt idx="6521">
                  <c:v>reprimand_the_fallen</c:v>
                </c:pt>
                <c:pt idx="6522">
                  <c:v>representwestpunjab4</c:v>
                </c:pt>
                <c:pt idx="6523">
                  <c:v>represent_the_westside</c:v>
                </c:pt>
                <c:pt idx="6524">
                  <c:v>representhouston4life713</c:v>
                </c:pt>
                <c:pt idx="6525">
                  <c:v>repentanceplacechurch</c:v>
                </c:pt>
                <c:pt idx="6526">
                  <c:v>repeatoffenderdrummer</c:v>
                </c:pt>
                <c:pt idx="6527">
                  <c:v>repdeathwishskatecrew</c:v>
                </c:pt>
                <c:pt idx="6528">
                  <c:v>rent_crazy_theater_guy</c:v>
                </c:pt>
                <c:pt idx="6529">
                  <c:v>renoredlightdistrict</c:v>
                </c:pt>
                <c:pt idx="6530">
                  <c:v>renegadewilleatyourbrain</c:v>
                </c:pt>
                <c:pt idx="6531">
                  <c:v>renegadetaoistpriest</c:v>
                </c:pt>
                <c:pt idx="6532">
                  <c:v>reneewashingtonmitchell</c:v>
                </c:pt>
                <c:pt idx="6533">
                  <c:v>renee_aka_babygirl101</c:v>
                </c:pt>
                <c:pt idx="6534">
                  <c:v>removethisprofile54</c:v>
                </c:pt>
                <c:pt idx="6535">
                  <c:v>removeprofilenowplease</c:v>
                </c:pt>
                <c:pt idx="6536">
                  <c:v>removableheadclothing</c:v>
                </c:pt>
                <c:pt idx="6537">
                  <c:v>remotedesktopprotocol</c:v>
                </c:pt>
                <c:pt idx="6538">
                  <c:v>rememberwhereyouhearditfirst</c:v>
                </c:pt>
                <c:pt idx="6539">
                  <c:v>remember_when_studio</c:v>
                </c:pt>
                <c:pt idx="6540">
                  <c:v>rememberthesilence9</c:v>
                </c:pt>
                <c:pt idx="6541">
                  <c:v>rememberthenamejonathan</c:v>
                </c:pt>
                <c:pt idx="6542">
                  <c:v>rememberthenamebitch</c:v>
                </c:pt>
                <c:pt idx="6543">
                  <c:v>remembertheholocaust</c:v>
                </c:pt>
                <c:pt idx="6544">
                  <c:v>remember_that_one_time</c:v>
                </c:pt>
                <c:pt idx="6545">
                  <c:v>rememberneversurrender</c:v>
                </c:pt>
                <c:pt idx="6546">
                  <c:v>rememberlastnightband</c:v>
                </c:pt>
                <c:pt idx="6547">
                  <c:v>rememberingthesilence</c:v>
                </c:pt>
                <c:pt idx="6548">
                  <c:v>rememberingthelegend</c:v>
                </c:pt>
                <c:pt idx="6549">
                  <c:v>relivin_this_failure</c:v>
                </c:pt>
                <c:pt idx="6550">
                  <c:v>relentlesslightingdesign</c:v>
                </c:pt>
                <c:pt idx="6551">
                  <c:v>release_your_grip_</c:v>
                </c:pt>
                <c:pt idx="6552">
                  <c:v>releasethespiritwithin</c:v>
                </c:pt>
                <c:pt idx="6553">
                  <c:v>releasestubbyboardman</c:v>
                </c:pt>
                <c:pt idx="6554">
                  <c:v>relaxandfloatdownstream</c:v>
                </c:pt>
                <c:pt idx="6555">
                  <c:v>relapsethesoloproject</c:v>
                </c:pt>
                <c:pt idx="6556">
                  <c:v>rejectyourfamilyandgod</c:v>
                </c:pt>
                <c:pt idx="6557">
                  <c:v>reinventingyourexit1911</c:v>
                </c:pt>
                <c:pt idx="6558">
                  <c:v>regretnothingfearevenless</c:v>
                </c:pt>
                <c:pt idx="6559">
                  <c:v>registeredsexoffender513</c:v>
                </c:pt>
                <c:pt idx="6560">
                  <c:v>RegionalVicePresident</c:v>
                </c:pt>
                <c:pt idx="6561">
                  <c:v>regina_rattan_weaver</c:v>
                </c:pt>
                <c:pt idx="6562">
                  <c:v>reggieimmersedindread</c:v>
                </c:pt>
                <c:pt idx="6563">
                  <c:v>reggie7121991andskyber712</c:v>
                </c:pt>
                <c:pt idx="6564">
                  <c:v>regenerationstudentmin</c:v>
                </c:pt>
                <c:pt idx="6565">
                  <c:v>refugehighschoolgroup</c:v>
                </c:pt>
                <c:pt idx="6566">
                  <c:v>refridgerate_upon_arrival</c:v>
                </c:pt>
                <c:pt idx="6567">
                  <c:v>reformed_federalist_party</c:v>
                </c:pt>
                <c:pt idx="6568">
                  <c:v>reflectwhatyoubelieve</c:v>
                </c:pt>
                <c:pt idx="6569">
                  <c:v>reflectionsofaprettysoul</c:v>
                </c:pt>
                <c:pt idx="6570">
                  <c:v>refinanceandpurchase</c:v>
                </c:pt>
                <c:pt idx="6571">
                  <c:v>ree_tony_make_karina</c:v>
                </c:pt>
                <c:pt idx="6572">
                  <c:v>reesewitherspoonlayout</c:v>
                </c:pt>
                <c:pt idx="6573">
                  <c:v>reese_witherspoon_14</c:v>
                </c:pt>
                <c:pt idx="6574">
                  <c:v>reesewitherspoon1234</c:v>
                </c:pt>
                <c:pt idx="6575">
                  <c:v>reelstuffentertainment</c:v>
                </c:pt>
                <c:pt idx="6576">
                  <c:v>reel_around_the_fountain</c:v>
                </c:pt>
                <c:pt idx="6577">
                  <c:v>redyellowpurplegreen</c:v>
                </c:pt>
                <c:pt idx="6578">
                  <c:v>redwithembarrassment</c:v>
                </c:pt>
                <c:pt idx="6579">
                  <c:v>redversionkylebetterer</c:v>
                </c:pt>
                <c:pt idx="6580">
                  <c:v>red_velvet_nightmare</c:v>
                </c:pt>
                <c:pt idx="6581">
                  <c:v>redundantanddemented</c:v>
                </c:pt>
                <c:pt idx="6582">
                  <c:v>redstripeloversociety</c:v>
                </c:pt>
                <c:pt idx="6583">
                  <c:v>red_storm_black_cell</c:v>
                </c:pt>
                <c:pt idx="6584">
                  <c:v>redsquirrelcollective</c:v>
                </c:pt>
                <c:pt idx="6585">
                  <c:v>red_roses_turn_black</c:v>
                </c:pt>
                <c:pt idx="6586">
                  <c:v>redneck_with_attitude17</c:v>
                </c:pt>
                <c:pt idx="6587">
                  <c:v>redneck_tractor_babe</c:v>
                </c:pt>
                <c:pt idx="6588">
                  <c:v>Red_Neck_Soul_Reaper</c:v>
                </c:pt>
                <c:pt idx="6589">
                  <c:v>rednecksoftballplayer</c:v>
                </c:pt>
                <c:pt idx="6590">
                  <c:v>redneck_ricerocketeer</c:v>
                </c:pt>
                <c:pt idx="6591">
                  <c:v>redneck_rebel_cowboy</c:v>
                </c:pt>
                <c:pt idx="6592">
                  <c:v>red_neck_jacksonville</c:v>
                </c:pt>
                <c:pt idx="6593">
                  <c:v>redneck_hippie_whiteboy</c:v>
                </c:pt>
                <c:pt idx="6594">
                  <c:v>redneck_hillbilly_80</c:v>
                </c:pt>
                <c:pt idx="6595">
                  <c:v>redneckgirl_4_life198</c:v>
                </c:pt>
                <c:pt idx="6596">
                  <c:v>redneck_georgia_woman</c:v>
                </c:pt>
                <c:pt idx="6597">
                  <c:v>redneck_for_life_5150</c:v>
                </c:pt>
                <c:pt idx="6598">
                  <c:v>redneckfirefighter82</c:v>
                </c:pt>
                <c:pt idx="6599">
                  <c:v>redneckfirefighter35</c:v>
                </c:pt>
                <c:pt idx="6600">
                  <c:v>redneck_cowgirl_4_life</c:v>
                </c:pt>
                <c:pt idx="6601">
                  <c:v>redneck_country_gurl</c:v>
                </c:pt>
                <c:pt idx="6602">
                  <c:v>redneckcountryboy1992</c:v>
                </c:pt>
                <c:pt idx="6603">
                  <c:v>redneckcountryboy1987</c:v>
                </c:pt>
                <c:pt idx="6604">
                  <c:v>redneckcountryboy1980</c:v>
                </c:pt>
                <c:pt idx="6605">
                  <c:v>redneckcountryboy109</c:v>
                </c:pt>
                <c:pt idx="6606">
                  <c:v>redneckcountryboy09</c:v>
                </c:pt>
                <c:pt idx="6607">
                  <c:v>redneck_clemsongurl88</c:v>
                </c:pt>
                <c:pt idx="6608">
                  <c:v>redneck_chick_always</c:v>
                </c:pt>
                <c:pt idx="6609">
                  <c:v>redneckchick4eva2007</c:v>
                </c:pt>
                <c:pt idx="6610">
                  <c:v>redneckbrotherhood78</c:v>
                </c:pt>
                <c:pt idx="6611">
                  <c:v>redneck_blonde_cutie</c:v>
                </c:pt>
                <c:pt idx="6612">
                  <c:v>redneckbarrelracer31</c:v>
                </c:pt>
                <c:pt idx="6613">
                  <c:v>redneck2005_converse</c:v>
                </c:pt>
                <c:pt idx="6614">
                  <c:v>redman_hialeah_chico</c:v>
                </c:pt>
                <c:pt idx="6615">
                  <c:v>redlightdistrictband</c:v>
                </c:pt>
                <c:pt idx="6616">
                  <c:v>redlightdistrict24_7</c:v>
                </c:pt>
                <c:pt idx="6617">
                  <c:v>red_light_district_21</c:v>
                </c:pt>
                <c:pt idx="6618">
                  <c:v>redlightacceleration</c:v>
                </c:pt>
                <c:pt idx="6619">
                  <c:v>RedlandsYouthMinistry</c:v>
                </c:pt>
                <c:pt idx="6620">
                  <c:v>redhotlittlefirecracker</c:v>
                </c:pt>
                <c:pt idx="6621">
                  <c:v>redheadsaremorefunaliyah</c:v>
                </c:pt>
                <c:pt idx="6622">
                  <c:v>red_head_machine_god</c:v>
                </c:pt>
                <c:pt idx="6623">
                  <c:v>redhead_flirtygirl_37</c:v>
                </c:pt>
                <c:pt idx="6624">
                  <c:v>redheadedstepchildband</c:v>
                </c:pt>
                <c:pt idx="6625">
                  <c:v>red_headed_she_devil</c:v>
                </c:pt>
                <c:pt idx="6626">
                  <c:v>redheaded_redneck_girl</c:v>
                </c:pt>
                <c:pt idx="6627">
                  <c:v>redheadedpartyanimal</c:v>
                </c:pt>
                <c:pt idx="6628">
                  <c:v>RedHeadedHarleyRider</c:v>
                </c:pt>
                <c:pt idx="6629">
                  <c:v>redheadedcowgirl79403</c:v>
                </c:pt>
                <c:pt idx="6630">
                  <c:v>redheadedcookieeater</c:v>
                </c:pt>
                <c:pt idx="6631">
                  <c:v>Red_Headed_Beauty925</c:v>
                </c:pt>
                <c:pt idx="6632">
                  <c:v>redheaddevilangel2004</c:v>
                </c:pt>
                <c:pt idx="6633">
                  <c:v>redhairedprincess2002</c:v>
                </c:pt>
                <c:pt idx="6634">
                  <c:v>red_gumball_for_love</c:v>
                </c:pt>
                <c:pt idx="6635">
                  <c:v>redflagsandlongnights</c:v>
                </c:pt>
                <c:pt idx="6636">
                  <c:v>redflaggraphicdesign</c:v>
                </c:pt>
                <c:pt idx="6637">
                  <c:v>redeyesandblackskies</c:v>
                </c:pt>
                <c:pt idx="6638">
                  <c:v>redeyeproductionscrew</c:v>
                </c:pt>
                <c:pt idx="6639">
                  <c:v>redemptionafterdownfall</c:v>
                </c:pt>
                <c:pt idx="6640">
                  <c:v>redefining_great_ness</c:v>
                </c:pt>
                <c:pt idx="6641">
                  <c:v>reddsohtowncheckherstatus</c:v>
                </c:pt>
                <c:pt idx="6642">
                  <c:v>reddingnightlifemusicpage</c:v>
                </c:pt>
                <c:pt idx="6643">
                  <c:v>reddevilquarterback11</c:v>
                </c:pt>
                <c:pt idx="6644">
                  <c:v>redcheckeredprostitute</c:v>
                </c:pt>
                <c:pt idx="6645">
                  <c:v>redcarpetentertainment</c:v>
                </c:pt>
                <c:pt idx="6646">
                  <c:v>redcarpet_and_rebellion</c:v>
                </c:pt>
                <c:pt idx="6647">
                  <c:v>redbullcivictypermike</c:v>
                </c:pt>
                <c:pt idx="6648">
                  <c:v>redbrown.freezeflame</c:v>
                </c:pt>
                <c:pt idx="6649">
                  <c:v>redbonecatchercoonhound</c:v>
                </c:pt>
                <c:pt idx="6650">
                  <c:v>redbloodedcountrygirl</c:v>
                </c:pt>
                <c:pt idx="6651">
                  <c:v>redblazingdragongeorge</c:v>
                </c:pt>
                <c:pt idx="6652">
                  <c:v>redbeard_the_surveyor</c:v>
                </c:pt>
                <c:pt idx="6653">
                  <c:v>red_ballerina_layout</c:v>
                </c:pt>
                <c:pt idx="6654">
                  <c:v>recoveringbadgebunny</c:v>
                </c:pt>
                <c:pt idx="6655">
                  <c:v>recordingartistbeaux</c:v>
                </c:pt>
                <c:pt idx="6656">
                  <c:v>recognize_skate_team</c:v>
                </c:pt>
                <c:pt idx="6657">
                  <c:v>reclaimourstreets1301</c:v>
                </c:pt>
                <c:pt idx="6658">
                  <c:v>reckless_mouth_piece</c:v>
                </c:pt>
                <c:pt idx="6659">
                  <c:v>recidivistbrutalmetal</c:v>
                </c:pt>
                <c:pt idx="6660">
                  <c:v>rebornlatesummerearlyfrost</c:v>
                </c:pt>
                <c:pt idx="6661">
                  <c:v>rebel_under_pressure</c:v>
                </c:pt>
                <c:pt idx="6662">
                  <c:v>rebelshinecountrygal</c:v>
                </c:pt>
                <c:pt idx="6663">
                  <c:v>rebelrockercrazygirl</c:v>
                </c:pt>
                <c:pt idx="6664">
                  <c:v>rebel_rider_cheer_chick</c:v>
                </c:pt>
                <c:pt idx="6665">
                  <c:v>rebelredneckfromhell</c:v>
                </c:pt>
                <c:pt idx="6666">
                  <c:v>rebellionfromthecore</c:v>
                </c:pt>
                <c:pt idx="6667">
                  <c:v>rebelcountrygirl1982</c:v>
                </c:pt>
                <c:pt idx="6668">
                  <c:v>rebel_chick_from_hell</c:v>
                </c:pt>
                <c:pt idx="6669">
                  <c:v>rebel_against_the_future</c:v>
                </c:pt>
                <c:pt idx="6670">
                  <c:v>rebekkamaksimushkina1988</c:v>
                </c:pt>
                <c:pt idx="6671">
                  <c:v>rebekkaandthemysterybox</c:v>
                </c:pt>
                <c:pt idx="6672">
                  <c:v>rebeccawiththescales</c:v>
                </c:pt>
                <c:pt idx="6673">
                  <c:v>rebecca_the_polarbear</c:v>
                </c:pt>
                <c:pt idx="6674">
                  <c:v>rebeccasimpsonhannifan</c:v>
                </c:pt>
                <c:pt idx="6675">
                  <c:v>rebecca_middlebrooks</c:v>
                </c:pt>
                <c:pt idx="6676">
                  <c:v>rebeccalouisesimpson</c:v>
                </c:pt>
                <c:pt idx="6677">
                  <c:v>rebecca_jane_appleyard</c:v>
                </c:pt>
                <c:pt idx="6678">
                  <c:v>rebecca_danielle_conklin</c:v>
                </c:pt>
                <c:pt idx="6679">
                  <c:v>rebeccaclarkphotography</c:v>
                </c:pt>
                <c:pt idx="6680">
                  <c:v>rebecca_brandon_bloomwood</c:v>
                </c:pt>
                <c:pt idx="6681">
                  <c:v>rebeccaandjerryalways</c:v>
                </c:pt>
                <c:pt idx="6682">
                  <c:v>rebecca4greenday4eva</c:v>
                </c:pt>
                <c:pt idx="6683">
                  <c:v>reasonforbeingtheband</c:v>
                </c:pt>
                <c:pt idx="6684">
                  <c:v>reasonforabandonment</c:v>
                </c:pt>
                <c:pt idx="6685">
                  <c:v>real_vanessa_anne_hudgens</c:v>
                </c:pt>
                <c:pt idx="6686">
                  <c:v>realtyworldsouthwest</c:v>
                </c:pt>
                <c:pt idx="6687">
                  <c:v>realstreetmusicgroup</c:v>
                </c:pt>
                <c:pt idx="6688">
                  <c:v>real_southern_sweetheart</c:v>
                </c:pt>
                <c:pt idx="6689">
                  <c:v>realsouthernhiphop4life</c:v>
                </c:pt>
                <c:pt idx="6690">
                  <c:v>realsoutherngentleman93</c:v>
                </c:pt>
                <c:pt idx="6691">
                  <c:v>realredhairescondido</c:v>
                </c:pt>
                <c:pt idx="6692">
                  <c:v>realniggasgetmoney803</c:v>
                </c:pt>
                <c:pt idx="6693">
                  <c:v>realniggasdontstress</c:v>
                </c:pt>
                <c:pt idx="6694">
                  <c:v>realmentertainmentgroup</c:v>
                </c:pt>
                <c:pt idx="6695">
                  <c:v>reallywaycoolerthanyou</c:v>
                </c:pt>
                <c:pt idx="6696">
                  <c:v>reallyspectacularcompany</c:v>
                </c:pt>
                <c:pt idx="6697">
                  <c:v>really_sexy_naughtychick1</c:v>
                </c:pt>
                <c:pt idx="6698">
                  <c:v>reallysexyleprechaun</c:v>
                </c:pt>
                <c:pt idx="6699">
                  <c:v>reallifepromisekeeper</c:v>
                </c:pt>
                <c:pt idx="6700">
                  <c:v>reallife_entertainment</c:v>
                </c:pt>
                <c:pt idx="6701">
                  <c:v>reallifedramaentertainment</c:v>
                </c:pt>
                <c:pt idx="6702">
                  <c:v>reality_the_teen_life</c:v>
                </c:pt>
                <c:pt idx="6703">
                  <c:v>realityserumstreetteam</c:v>
                </c:pt>
                <c:pt idx="6704">
                  <c:v>realitydistortionfield</c:v>
                </c:pt>
                <c:pt idx="6705">
                  <c:v>realityadvice_tester9</c:v>
                </c:pt>
                <c:pt idx="6706">
                  <c:v>realityadvice_tester</c:v>
                </c:pt>
                <c:pt idx="6707">
                  <c:v>realityadvice_tester5</c:v>
                </c:pt>
                <c:pt idx="6708">
                  <c:v>realityadvice_tester4</c:v>
                </c:pt>
                <c:pt idx="6709">
                  <c:v>realityadvice_tester3</c:v>
                </c:pt>
                <c:pt idx="6710">
                  <c:v>realityadvice_tester2</c:v>
                </c:pt>
                <c:pt idx="6711">
                  <c:v>realityadvice_tester10</c:v>
                </c:pt>
                <c:pt idx="6712">
                  <c:v>realistnewyorkbabygirl</c:v>
                </c:pt>
                <c:pt idx="6713">
                  <c:v>realistchickbreathing</c:v>
                </c:pt>
                <c:pt idx="6714">
                  <c:v>real_individual_person</c:v>
                </c:pt>
                <c:pt idx="6715">
                  <c:v>realhustleentertainment</c:v>
                </c:pt>
                <c:pt idx="6716">
                  <c:v>realhalo2weaponsandstuff</c:v>
                </c:pt>
                <c:pt idx="6717">
                  <c:v>real_fine_place_2_start</c:v>
                </c:pt>
                <c:pt idx="6718">
                  <c:v>realest_chick_you_know</c:v>
                </c:pt>
                <c:pt idx="6719">
                  <c:v>realestatemortgagelady</c:v>
                </c:pt>
                <c:pt idx="6720">
                  <c:v>realestateinvestor08</c:v>
                </c:pt>
                <c:pt idx="6721">
                  <c:v>realestatefirmworldwide</c:v>
                </c:pt>
                <c:pt idx="6722">
                  <c:v>realestate_agent_007</c:v>
                </c:pt>
                <c:pt idx="6723">
                  <c:v>real_country_bitch23</c:v>
                </c:pt>
                <c:pt idx="6724">
                  <c:v>realchick_aka_jamgurl</c:v>
                </c:pt>
                <c:pt idx="6725">
                  <c:v>realabsinthemindedmusic</c:v>
                </c:pt>
                <c:pt idx="6726">
                  <c:v>reafeelingunappreciated</c:v>
                </c:pt>
                <c:pt idx="6727">
                  <c:v>readyandalwayswilling</c:v>
                </c:pt>
                <c:pt idx="6728">
                  <c:v>readingrainbowreunite</c:v>
                </c:pt>
                <c:pt idx="6729">
                  <c:v>readingfestivalweekend</c:v>
                </c:pt>
                <c:pt idx="6730">
                  <c:v>read_between_dalynez</c:v>
                </c:pt>
                <c:pt idx="6731">
                  <c:v>reactiveandbreakdown</c:v>
                </c:pt>
                <c:pt idx="6732">
                  <c:v>reachingthedoorupstairs</c:v>
                </c:pt>
                <c:pt idx="6733">
                  <c:v>reachingandbelieving</c:v>
                </c:pt>
                <c:pt idx="6734">
                  <c:v>razor_blade_suitcase</c:v>
                </c:pt>
                <c:pt idx="6735">
                  <c:v>razorblade_romance_4_life</c:v>
                </c:pt>
                <c:pt idx="6736">
                  <c:v>razorbladeromance101</c:v>
                </c:pt>
                <c:pt idx="6737">
                  <c:v>razorbladecheesecake</c:v>
                </c:pt>
                <c:pt idx="6738">
                  <c:v>raywatsonsecretplace</c:v>
                </c:pt>
                <c:pt idx="6739">
                  <c:v>ray_swimdrumbaseball</c:v>
                </c:pt>
                <c:pt idx="6740">
                  <c:v>raynobleandhisorchestra</c:v>
                </c:pt>
                <c:pt idx="6741">
                  <c:v>raynatamarinandparis</c:v>
                </c:pt>
                <c:pt idx="6742">
                  <c:v>raymon_aka_big_daddy</c:v>
                </c:pt>
                <c:pt idx="6743">
                  <c:v>_rayless_yet_brilliant_</c:v>
                </c:pt>
                <c:pt idx="6744">
                  <c:v>raybakerforpresident</c:v>
                </c:pt>
                <c:pt idx="6745">
                  <c:v>raw_smackdown_fan_4_life</c:v>
                </c:pt>
                <c:pt idx="6746">
                  <c:v>rawnoiseentertainment</c:v>
                </c:pt>
                <c:pt idx="6747">
                  <c:v>rawkin_you_off_the_bed</c:v>
                </c:pt>
                <c:pt idx="6748">
                  <c:v>raw_emotion_diversity</c:v>
                </c:pt>
                <c:pt idx="6749">
                  <c:v>raven_the_blue_devil</c:v>
                </c:pt>
                <c:pt idx="6750">
                  <c:v>ravensblackcaseyjack</c:v>
                </c:pt>
                <c:pt idx="6751">
                  <c:v>ravensandtheprincess</c:v>
                </c:pt>
                <c:pt idx="6752">
                  <c:v>ravenorlandoanneliese</c:v>
                </c:pt>
                <c:pt idx="6753">
                  <c:v>ravenmarierainemichelle</c:v>
                </c:pt>
                <c:pt idx="6754">
                  <c:v>raven_haired_male_beauty</c:v>
                </c:pt>
                <c:pt idx="6755">
                  <c:v>ravenclaw_goddess_cho</c:v>
                </c:pt>
                <c:pt idx="6756">
                  <c:v>ravenclawbluegurl87</c:v>
                </c:pt>
                <c:pt idx="6757">
                  <c:v>ravenclaw_beauty_cho2</c:v>
                </c:pt>
                <c:pt idx="6758">
                  <c:v>rattlesnakedonkeypunch</c:v>
                </c:pt>
                <c:pt idx="6759">
                  <c:v>rat_puke_the_unclean</c:v>
                </c:pt>
                <c:pt idx="6760">
                  <c:v>rational_life_journey</c:v>
                </c:pt>
                <c:pt idx="6761">
                  <c:v>rather_spotty_teapot</c:v>
                </c:pt>
                <c:pt idx="6762">
                  <c:v>rather_naughty_teapot</c:v>
                </c:pt>
                <c:pt idx="6763">
                  <c:v>raspberryartmusicgroup</c:v>
                </c:pt>
                <c:pt idx="6764">
                  <c:v>rasberry_ripple_cripple</c:v>
                </c:pt>
                <c:pt idx="6765">
                  <c:v>raremonkeycatchingeagle</c:v>
                </c:pt>
                <c:pt idx="6766">
                  <c:v>rare_and_elusive_bigfoot</c:v>
                </c:pt>
                <c:pt idx="6767">
                  <c:v>raquel_aka_raiderprincess</c:v>
                </c:pt>
                <c:pt idx="6768">
                  <c:v>rapscallionspunkrock</c:v>
                </c:pt>
                <c:pt idx="6769">
                  <c:v>rappinrubbleforeskin</c:v>
                </c:pt>
                <c:pt idx="6770">
                  <c:v>rapgameentertainment</c:v>
                </c:pt>
                <c:pt idx="6771">
                  <c:v>rapeandpillageforlife</c:v>
                </c:pt>
                <c:pt idx="6772">
                  <c:v>rangermedicteddybear</c:v>
                </c:pt>
                <c:pt idx="6773">
                  <c:v>randywheelersongwriter</c:v>
                </c:pt>
                <c:pt idx="6774">
                  <c:v>randy_pan_the_goat_boy</c:v>
                </c:pt>
                <c:pt idx="6775">
                  <c:v>randomthoughtsofamadman</c:v>
                </c:pt>
                <c:pt idx="6776">
                  <c:v>randomthoughtsofahobo</c:v>
                </c:pt>
                <c:pt idx="6777">
                  <c:v>randomthoughtgenerator</c:v>
                </c:pt>
                <c:pt idx="6778">
                  <c:v>randomtangenttheband</c:v>
                </c:pt>
                <c:pt idx="6779">
                  <c:v>randomnelsondrunkard</c:v>
                </c:pt>
                <c:pt idx="6780">
                  <c:v>random_mushroom_funkyness</c:v>
                </c:pt>
                <c:pt idx="6781">
                  <c:v>randomlyyellowmonkeypie</c:v>
                </c:pt>
                <c:pt idx="6782">
                  <c:v>randomlycreativerockstar</c:v>
                </c:pt>
                <c:pt idx="6783">
                  <c:v>random_hyperness_</c:v>
                </c:pt>
                <c:pt idx="6784">
                  <c:v>randomhomicidalinsanity</c:v>
                </c:pt>
                <c:pt idx="6785">
                  <c:v>random_gypsy_prophet</c:v>
                </c:pt>
                <c:pt idx="6786">
                  <c:v>randomeverywhereelse</c:v>
                </c:pt>
                <c:pt idx="6787">
                  <c:v>randi_lust_like_whoa</c:v>
                </c:pt>
                <c:pt idx="6788">
                  <c:v>randasabertoshiba23051990</c:v>
                </c:pt>
                <c:pt idx="6789">
                  <c:v>ramonhighfashionbeadwork</c:v>
                </c:pt>
                <c:pt idx="6790">
                  <c:v>ramblingsofadangerousman</c:v>
                </c:pt>
                <c:pt idx="6791">
                  <c:v>ramblingriversideblues</c:v>
                </c:pt>
                <c:pt idx="6792">
                  <c:v>ram9kappaalphatheta</c:v>
                </c:pt>
                <c:pt idx="6793">
                  <c:v>ralph_wiggum_punisher</c:v>
                </c:pt>
                <c:pt idx="6794">
                  <c:v>ralphlaurenpresident</c:v>
                </c:pt>
                <c:pt idx="6795">
                  <c:v>raisinghellentertainment</c:v>
                </c:pt>
                <c:pt idx="6796">
                  <c:v>rainy_sunday_mornings</c:v>
                </c:pt>
                <c:pt idx="6797">
                  <c:v>rainstormvideoandfilm</c:v>
                </c:pt>
                <c:pt idx="6798">
                  <c:v>rainshotcandyclothing</c:v>
                </c:pt>
                <c:pt idx="6799">
                  <c:v>raindropswillfall420</c:v>
                </c:pt>
                <c:pt idx="6800">
                  <c:v>rainbowtheaterproject</c:v>
                </c:pt>
                <c:pt idx="6801">
                  <c:v>rainbowsunshinebrigade</c:v>
                </c:pt>
                <c:pt idx="6802">
                  <c:v>rainbowsendridingacademy</c:v>
                </c:pt>
                <c:pt idx="6803">
                  <c:v>rainbowsandstuff200</c:v>
                </c:pt>
                <c:pt idx="6804">
                  <c:v>rainbowpunkprincess17</c:v>
                </c:pt>
                <c:pt idx="6805">
                  <c:v>RainBowPrinCessBitCh</c:v>
                </c:pt>
                <c:pt idx="6806">
                  <c:v>rainbowprincessbarbie</c:v>
                </c:pt>
                <c:pt idx="6807">
                  <c:v>rainbowheartsforever</c:v>
                </c:pt>
                <c:pt idx="6808">
                  <c:v>rainbowgatheringlover</c:v>
                </c:pt>
                <c:pt idx="6809">
                  <c:v>rainbowflavoredraver</c:v>
                </c:pt>
                <c:pt idx="6810">
                  <c:v>rainbowbumpersticker23</c:v>
                </c:pt>
                <c:pt idx="6811">
                  <c:v>rail_road_track_mary</c:v>
                </c:pt>
                <c:pt idx="6812">
                  <c:v>raider_fan_for_life_00</c:v>
                </c:pt>
                <c:pt idx="6813">
                  <c:v>rah_girl_terra_newmexico</c:v>
                </c:pt>
                <c:pt idx="6814">
                  <c:v>ragnarokofflinebattle</c:v>
                </c:pt>
                <c:pt idx="6815">
                  <c:v>raging_mastodon_engage</c:v>
                </c:pt>
                <c:pt idx="6816">
                  <c:v>raginearthdragonrider</c:v>
                </c:pt>
                <c:pt idx="6817">
                  <c:v>rageinsidethemachine</c:v>
                </c:pt>
                <c:pt idx="6818">
                  <c:v>rageagainstthemachine93</c:v>
                </c:pt>
                <c:pt idx="6819">
                  <c:v>rageagainstthemachine7</c:v>
                </c:pt>
                <c:pt idx="6820">
                  <c:v>rageagainstthemachine19</c:v>
                </c:pt>
                <c:pt idx="6821">
                  <c:v>ragdoll_must_not_know</c:v>
                </c:pt>
                <c:pt idx="6822">
                  <c:v>radiowerewolftribute</c:v>
                </c:pt>
                <c:pt idx="6823">
                  <c:v>radiofreepeterborough</c:v>
                </c:pt>
                <c:pt idx="6824">
                  <c:v>radioactivepony_jerry</c:v>
                </c:pt>
                <c:pt idx="6825">
                  <c:v>radioactivemusicpromotion</c:v>
                </c:pt>
                <c:pt idx="6826">
                  <c:v>radioactivebirdbrain</c:v>
                </c:pt>
                <c:pt idx="6827">
                  <c:v>radioactiveanalcreampie</c:v>
                </c:pt>
                <c:pt idx="6828">
                  <c:v>radicalpictureediting</c:v>
                </c:pt>
                <c:pt idx="6829">
                  <c:v>radicallyawesomemusic</c:v>
                </c:pt>
                <c:pt idx="6830">
                  <c:v>radicaldreamerdenise</c:v>
                </c:pt>
                <c:pt idx="6831">
                  <c:v>radiate_this_frequency</c:v>
                </c:pt>
                <c:pt idx="6832">
                  <c:v>radiatethisfrequency</c:v>
                </c:pt>
                <c:pt idx="6833">
                  <c:v>radiantfeministgoddess</c:v>
                </c:pt>
                <c:pt idx="6834">
                  <c:v>racingfeverphotography</c:v>
                </c:pt>
                <c:pt idx="6835">
                  <c:v>rachelthepaperlantern</c:v>
                </c:pt>
                <c:pt idx="6836">
                  <c:v>rachel_the_best_0013</c:v>
                </c:pt>
                <c:pt idx="6837">
                  <c:v>Rachel_softball_player7</c:v>
                </c:pt>
                <c:pt idx="6838">
                  <c:v>rachelpricephotography</c:v>
                </c:pt>
                <c:pt idx="6839">
                  <c:v>rachel_penguin_lover</c:v>
                </c:pt>
                <c:pt idx="6840">
                  <c:v>rachelmonsterphotography</c:v>
                </c:pt>
                <c:pt idx="6841">
                  <c:v>rachelmariemartinez05</c:v>
                </c:pt>
                <c:pt idx="6842">
                  <c:v>rachellouisewoolridge</c:v>
                </c:pt>
                <c:pt idx="6843">
                  <c:v>rachelle_the_deviant</c:v>
                </c:pt>
                <c:pt idx="6844">
                  <c:v>rachel_fucking_marie</c:v>
                </c:pt>
                <c:pt idx="6845">
                  <c:v>rachel_elizabeth_jackson</c:v>
                </c:pt>
                <c:pt idx="6846">
                  <c:v>rachelelizabethjackson</c:v>
                </c:pt>
                <c:pt idx="6847">
                  <c:v>rachelelizabethbishop</c:v>
                </c:pt>
                <c:pt idx="6848">
                  <c:v>rachelbrandoncartercole</c:v>
                </c:pt>
                <c:pt idx="6849">
                  <c:v>rachel_beautifulsmile</c:v>
                </c:pt>
                <c:pt idx="6850">
                  <c:v>rachel_baby_girl2005</c:v>
                </c:pt>
                <c:pt idx="6851">
                  <c:v>rachelandthewannabes</c:v>
                </c:pt>
                <c:pt idx="6852">
                  <c:v>rachelandsaraequallove</c:v>
                </c:pt>
                <c:pt idx="6853">
                  <c:v>Rachelandlukeforever</c:v>
                </c:pt>
                <c:pt idx="6854">
                  <c:v>rachelandlilliantribute</c:v>
                </c:pt>
                <c:pt idx="6855">
                  <c:v>rachelandevanslayout</c:v>
                </c:pt>
                <c:pt idx="6856">
                  <c:v>rachealnbrittany4eva</c:v>
                </c:pt>
                <c:pt idx="6857">
                  <c:v>rachaelwildliferanger</c:v>
                </c:pt>
                <c:pt idx="6858">
                  <c:v>rachaelsparrowpotter</c:v>
                </c:pt>
                <c:pt idx="6859">
                  <c:v>raceyoudownthecorridor</c:v>
                </c:pt>
                <c:pt idx="6860">
                  <c:v>racer4ever_aredneck4sure</c:v>
                </c:pt>
                <c:pt idx="6861">
                  <c:v>rabidrobotbugsindisguise</c:v>
                </c:pt>
                <c:pt idx="6862">
                  <c:v>rabidinbredcornbread</c:v>
                </c:pt>
                <c:pt idx="6863">
                  <c:v>rabidfrostbittenfetus</c:v>
                </c:pt>
                <c:pt idx="6864">
                  <c:v>rabiddogbeastmongrel</c:v>
                </c:pt>
                <c:pt idx="6865">
                  <c:v>rabbitsuitforfoxtrot</c:v>
                </c:pt>
                <c:pt idx="6866">
                  <c:v>quoth_the_raven_lunatic</c:v>
                </c:pt>
                <c:pt idx="6867">
                  <c:v>quoteunquotenormalpeople</c:v>
                </c:pt>
                <c:pt idx="6868">
                  <c:v>quoteunquotemusicalexperience</c:v>
                </c:pt>
                <c:pt idx="6869">
                  <c:v>quixoticstemcellfuturist</c:v>
                </c:pt>
                <c:pt idx="6870">
                  <c:v>quityourjobmakemusic</c:v>
                </c:pt>
                <c:pt idx="6871">
                  <c:v>quityourjibberjabber</c:v>
                </c:pt>
                <c:pt idx="6872">
                  <c:v>quit_snitching_stop_lying</c:v>
                </c:pt>
                <c:pt idx="6873">
                  <c:v>quintanillaalmostlopez</c:v>
                </c:pt>
                <c:pt idx="6874">
                  <c:v>quincy_the_boxer_9752</c:v>
                </c:pt>
                <c:pt idx="6875">
                  <c:v>quietrighteouswarrior</c:v>
                </c:pt>
                <c:pt idx="6876">
                  <c:v>_quietly_losing_control_</c:v>
                </c:pt>
                <c:pt idx="6877">
                  <c:v>quietfirstimpression</c:v>
                </c:pt>
                <c:pt idx="6878">
                  <c:v>quietconfidenceallinawink</c:v>
                </c:pt>
                <c:pt idx="6879">
                  <c:v>quickshiftmotorsports</c:v>
                </c:pt>
                <c:pt idx="6880">
                  <c:v>quick_chick_hot_2_trot</c:v>
                </c:pt>
                <c:pt idx="6881">
                  <c:v>quickand2thepointless</c:v>
                </c:pt>
                <c:pt idx="6882">
                  <c:v>question_the_government</c:v>
                </c:pt>
                <c:pt idx="6883">
                  <c:v>questionmarkpreview3</c:v>
                </c:pt>
                <c:pt idx="6884">
                  <c:v>questionmark_butterfly</c:v>
                </c:pt>
                <c:pt idx="6885">
                  <c:v>questforinfinitepower</c:v>
                </c:pt>
                <c:pt idx="6886">
                  <c:v>quesada_holiday_home</c:v>
                </c:pt>
                <c:pt idx="6887">
                  <c:v>queen_tinkerbell_forever</c:v>
                </c:pt>
                <c:pt idx="6888">
                  <c:v>queen_marie_antoinette</c:v>
                </c:pt>
                <c:pt idx="6889">
                  <c:v>queen_lucy_the_valliant</c:v>
                </c:pt>
                <c:pt idx="6890">
                  <c:v>queen_emma_the_great</c:v>
                </c:pt>
                <c:pt idx="6891">
                  <c:v>queenelizabethwindsor</c:v>
                </c:pt>
                <c:pt idx="6892">
                  <c:v>queendomesticgoddess</c:v>
                </c:pt>
                <c:pt idx="6893">
                  <c:v>queen_diva_butterfly</c:v>
                </c:pt>
                <c:pt idx="6894">
                  <c:v>queen_darkness_angel</c:v>
                </c:pt>
                <c:pt idx="6895">
                  <c:v>queen_bitch_liz_0327</c:v>
                </c:pt>
                <c:pt idx="6896">
                  <c:v>queenbeeleaderprincess</c:v>
                </c:pt>
                <c:pt idx="6897">
                  <c:v>queenann_theantagonist</c:v>
                </c:pt>
                <c:pt idx="6898">
                  <c:v>queen_adrianne_riddle</c:v>
                </c:pt>
                <c:pt idx="6899">
                  <c:v>quatreartistcollective</c:v>
                </c:pt>
                <c:pt idx="6900">
                  <c:v>quarterkeyakabigbody</c:v>
                </c:pt>
                <c:pt idx="6901">
                  <c:v>quarter2_street_team</c:v>
                </c:pt>
                <c:pt idx="6902">
                  <c:v>quantummechanicsmusic</c:v>
                </c:pt>
                <c:pt idx="6903">
                  <c:v>quanticsoulorchestra</c:v>
                </c:pt>
                <c:pt idx="6904">
                  <c:v>pyrowerewolffollower</c:v>
                </c:pt>
                <c:pt idx="6905">
                  <c:v>pyromaniacalpictophilia</c:v>
                </c:pt>
                <c:pt idx="6906">
                  <c:v>putyourstunnashadeson</c:v>
                </c:pt>
                <c:pt idx="6907">
                  <c:v>pussyslipperywhenwet</c:v>
                </c:pt>
                <c:pt idx="6908">
                  <c:v>pussymonsterbrittany</c:v>
                </c:pt>
                <c:pt idx="6909">
                  <c:v>pussy_juice_cocktail</c:v>
                </c:pt>
                <c:pt idx="6910">
                  <c:v>pussy_for_one_person</c:v>
                </c:pt>
                <c:pt idx="6911">
                  <c:v>pushgraphicsphotography</c:v>
                </c:pt>
                <c:pt idx="6912">
                  <c:v>pushbuttonbreakglass</c:v>
                </c:pt>
                <c:pt idx="6913">
                  <c:v>purpole_sticky_punch</c:v>
                </c:pt>
                <c:pt idx="6914">
                  <c:v>purplewarriorprincess</c:v>
                </c:pt>
                <c:pt idx="6915">
                  <c:v>purpletealheartslayout</c:v>
                </c:pt>
                <c:pt idx="6916">
                  <c:v>purpleribbonallstar00</c:v>
                </c:pt>
                <c:pt idx="6917">
                  <c:v>purplequeenfrogtracy</c:v>
                </c:pt>
                <c:pt idx="6918">
                  <c:v>purpleprincessmonique</c:v>
                </c:pt>
                <c:pt idx="6919">
                  <c:v>purple_pretty_princess</c:v>
                </c:pt>
                <c:pt idx="6920">
                  <c:v>purple_polish_pretty_1_13</c:v>
                </c:pt>
                <c:pt idx="6921">
                  <c:v>purplepeopleeater2980</c:v>
                </c:pt>
                <c:pt idx="6922">
                  <c:v>purplepeople_eater42</c:v>
                </c:pt>
                <c:pt idx="6923">
                  <c:v>purple_people_eater17</c:v>
                </c:pt>
                <c:pt idx="6924">
                  <c:v>purple_passion_flower</c:v>
                </c:pt>
                <c:pt idx="6925">
                  <c:v>purple_panty_muncher</c:v>
                </c:pt>
                <c:pt idx="6926">
                  <c:v>purplepandasareattacking</c:v>
                </c:pt>
                <c:pt idx="6927">
                  <c:v>purplemonkeydishwasher88</c:v>
                </c:pt>
                <c:pt idx="6928">
                  <c:v>purple_monkeydishwasher7</c:v>
                </c:pt>
                <c:pt idx="6929">
                  <c:v>purplemonkeydishwasher54</c:v>
                </c:pt>
                <c:pt idx="6930">
                  <c:v>purplemonkeydishwasher123</c:v>
                </c:pt>
                <c:pt idx="6931">
                  <c:v>purple_monkey_dish_washer</c:v>
                </c:pt>
                <c:pt idx="6932">
                  <c:v>purpleleopardpixielady</c:v>
                </c:pt>
                <c:pt idx="6933">
                  <c:v>purplejellydeathtrap</c:v>
                </c:pt>
                <c:pt idx="6934">
                  <c:v>purpleheartsjazztrio</c:v>
                </c:pt>
                <c:pt idx="6935">
                  <c:v>purpleheartsaregreat</c:v>
                </c:pt>
                <c:pt idx="6936">
                  <c:v>purple_haze_all_around</c:v>
                </c:pt>
                <c:pt idx="6937">
                  <c:v>purplefroggiefanatic</c:v>
                </c:pt>
                <c:pt idx="6938">
                  <c:v>purplefire.tarahsalary</c:v>
                </c:pt>
                <c:pt idx="6939">
                  <c:v>purpledragontattooing</c:v>
                </c:pt>
                <c:pt idx="6940">
                  <c:v>purpledragonlady1958</c:v>
                </c:pt>
                <c:pt idx="6941">
                  <c:v>purpledolphinwhisper</c:v>
                </c:pt>
                <c:pt idx="6942">
                  <c:v>purplecitybirdgang187</c:v>
                </c:pt>
                <c:pt idx="6943">
                  <c:v>purplecheeseandgravy</c:v>
                </c:pt>
                <c:pt idx="6944">
                  <c:v>purple_butterfly_lady</c:v>
                </c:pt>
                <c:pt idx="6945">
                  <c:v>purplebutterflygirl21</c:v>
                </c:pt>
                <c:pt idx="6946">
                  <c:v>purplebutterflyangel21</c:v>
                </c:pt>
                <c:pt idx="6947">
                  <c:v>purgatorydeathmetal</c:v>
                </c:pt>
                <c:pt idx="6948">
                  <c:v>pure_unadulterated_fun</c:v>
                </c:pt>
                <c:pt idx="6949">
                  <c:v>pure_sweet_country_gurl</c:v>
                </c:pt>
                <c:pt idx="6950">
                  <c:v>pureromancebuynoelle</c:v>
                </c:pt>
                <c:pt idx="6951">
                  <c:v>pureplasticperfection</c:v>
                </c:pt>
                <c:pt idx="6952">
                  <c:v>purementalstimulation</c:v>
                </c:pt>
                <c:pt idx="6953">
                  <c:v>pure_crazy_beautiful</c:v>
                </c:pt>
                <c:pt idx="6954">
                  <c:v>purecomplexsimplicity</c:v>
                </c:pt>
                <c:pt idx="6955">
                  <c:v>pure_bred_metal_head</c:v>
                </c:pt>
                <c:pt idx="6956">
                  <c:v>pure_blonde_insanity</c:v>
                </c:pt>
                <c:pt idx="6957">
                  <c:v>purdueblondebombshell</c:v>
                </c:pt>
                <c:pt idx="6958">
                  <c:v>puntacanasunmusicfest</c:v>
                </c:pt>
                <c:pt idx="6959">
                  <c:v>punk_shall_live_forever</c:v>
                </c:pt>
                <c:pt idx="6960">
                  <c:v>punkrollingrevolution</c:v>
                </c:pt>
                <c:pt idx="6961">
                  <c:v>punkrockworldmagazine</c:v>
                </c:pt>
                <c:pt idx="6962">
                  <c:v>punkrockprincess_eleven11</c:v>
                </c:pt>
                <c:pt idx="6963">
                  <c:v>punkrockprincesscutie</c:v>
                </c:pt>
                <c:pt idx="6964">
                  <c:v>punk_rock_princess_89</c:v>
                </c:pt>
                <c:pt idx="6965">
                  <c:v>punk_rock_princess77</c:v>
                </c:pt>
                <c:pt idx="6966">
                  <c:v>punk_rock_princess_704</c:v>
                </c:pt>
                <c:pt idx="6967">
                  <c:v>punkrockprincess4ever101</c:v>
                </c:pt>
                <c:pt idx="6968">
                  <c:v>punkrockprincess4207</c:v>
                </c:pt>
                <c:pt idx="6969">
                  <c:v>punkrockprincess4200</c:v>
                </c:pt>
                <c:pt idx="6970">
                  <c:v>punkrockprincess2380</c:v>
                </c:pt>
                <c:pt idx="6971">
                  <c:v>punkrockprincess_200</c:v>
                </c:pt>
                <c:pt idx="6972">
                  <c:v>punkrockprincess1983</c:v>
                </c:pt>
                <c:pt idx="6973">
                  <c:v>punk_rock_princess1</c:v>
                </c:pt>
                <c:pt idx="6974">
                  <c:v>punkrockprincess022</c:v>
                </c:pt>
                <c:pt idx="6975">
                  <c:v>punk_rock_princess00</c:v>
                </c:pt>
                <c:pt idx="6976">
                  <c:v>punk_rock_last_night</c:v>
                </c:pt>
                <c:pt idx="6977">
                  <c:v>punkrockgirl_5_3_10_4</c:v>
                </c:pt>
                <c:pt idx="6978">
                  <c:v>punk_rocker_sweetness</c:v>
                </c:pt>
                <c:pt idx="6979">
                  <c:v>punk_rocker_hot_and_juicy</c:v>
                </c:pt>
                <c:pt idx="6980">
                  <c:v>punkrockergirl_audrey</c:v>
                </c:pt>
                <c:pt idx="6981">
                  <c:v>punkrockerforcoolness</c:v>
                </c:pt>
                <c:pt idx="6982">
                  <c:v>punk_rocker_fob_lover</c:v>
                </c:pt>
                <c:pt idx="6983">
                  <c:v>punkrocker24and1half</c:v>
                </c:pt>
                <c:pt idx="6984">
                  <c:v>punk_rock_country_gurl92</c:v>
                </c:pt>
                <c:pt idx="6985">
                  <c:v>punk_rock_chick11223</c:v>
                </c:pt>
                <c:pt idx="6986">
                  <c:v>_punk_rock_and_roll_</c:v>
                </c:pt>
                <c:pt idx="6987">
                  <c:v>punkprincess_1990_nat</c:v>
                </c:pt>
                <c:pt idx="6988">
                  <c:v>punkpowerfalloutboyrock</c:v>
                </c:pt>
                <c:pt idx="6989">
                  <c:v>punk_little_prankster</c:v>
                </c:pt>
                <c:pt idx="6990">
                  <c:v>punkgurlwithattitude</c:v>
                </c:pt>
                <c:pt idx="6991">
                  <c:v>punk_fun_lover_18_1_200</c:v>
                </c:pt>
                <c:pt idx="6992">
                  <c:v>punk_from_lake_jackson22</c:v>
                </c:pt>
                <c:pt idx="6993">
                  <c:v>punk_from_lake_jackson</c:v>
                </c:pt>
                <c:pt idx="6994">
                  <c:v>punkboy_the_insurrection</c:v>
                </c:pt>
                <c:pt idx="6995">
                  <c:v>punchdrunkpunkrocklove</c:v>
                </c:pt>
                <c:pt idx="6996">
                  <c:v>pumpkin14_princesssorrow</c:v>
                </c:pt>
                <c:pt idx="6997">
                  <c:v>pullthetriggerbitch32</c:v>
                </c:pt>
                <c:pt idx="6998">
                  <c:v>pullingthetrigger911</c:v>
                </c:pt>
                <c:pt idx="6999">
                  <c:v>pullingthetrigger101</c:v>
                </c:pt>
                <c:pt idx="7000">
                  <c:v>puff_themagicdragon8</c:v>
                </c:pt>
                <c:pt idx="7001">
                  <c:v>puff_the_magic_dragon9</c:v>
                </c:pt>
                <c:pt idx="7002">
                  <c:v>_puffthemagicdragon9_</c:v>
                </c:pt>
                <c:pt idx="7003">
                  <c:v>puffthemagicdragon8</c:v>
                </c:pt>
                <c:pt idx="7004">
                  <c:v>puffthemagicdragon5337</c:v>
                </c:pt>
                <c:pt idx="7005">
                  <c:v>puffthemagicdragon11</c:v>
                </c:pt>
                <c:pt idx="7006">
                  <c:v>pueblogallonchallenge</c:v>
                </c:pt>
                <c:pt idx="7007">
                  <c:v>publicentitynumberone</c:v>
                </c:pt>
                <c:pt idx="7008">
                  <c:v>publicdisturbanceband</c:v>
                </c:pt>
                <c:pt idx="7009">
                  <c:v>pterodactylbandwassup</c:v>
                </c:pt>
                <c:pt idx="7010">
                  <c:v>ptarmiganstringquartet</c:v>
                </c:pt>
                <c:pt idx="7011">
                  <c:v>psychresearchproject</c:v>
                </c:pt>
                <c:pt idx="7012">
                  <c:v>psychotic_without_you</c:v>
                </c:pt>
                <c:pt idx="7013">
                  <c:v>psychoticthedemented</c:v>
                </c:pt>
                <c:pt idx="7014">
                  <c:v>psychotic_sommabitch</c:v>
                </c:pt>
                <c:pt idx="7015">
                  <c:v>psychotic_short_person</c:v>
                </c:pt>
                <c:pt idx="7016">
                  <c:v>psychoticreactionshop</c:v>
                </c:pt>
                <c:pt idx="7017">
                  <c:v>psychopathicclownkiller</c:v>
                </c:pt>
                <c:pt idx="7018">
                  <c:v>psychopathicaxemurderer</c:v>
                </c:pt>
                <c:pt idx="7019">
                  <c:v>proximityeffectmusic</c:v>
                </c:pt>
                <c:pt idx="7020">
                  <c:v>provincetownfilmfestival</c:v>
                </c:pt>
                <c:pt idx="7021">
                  <c:v>pro_varsity_wrestler</c:v>
                </c:pt>
                <c:pt idx="7022">
                  <c:v>protectiveolderbrother2</c:v>
                </c:pt>
                <c:pt idx="7023">
                  <c:v>prostheticdancemassacre</c:v>
                </c:pt>
                <c:pt idx="7024">
                  <c:v>prostarmanagementteam</c:v>
                </c:pt>
                <c:pt idx="7025">
                  <c:v>prospernowwithdailycash</c:v>
                </c:pt>
                <c:pt idx="7026">
                  <c:v>prospecthillstreetteam</c:v>
                </c:pt>
                <c:pt idx="7027">
                  <c:v>prosourceentertainment</c:v>
                </c:pt>
                <c:pt idx="7028">
                  <c:v>prophaseforprosperous</c:v>
                </c:pt>
                <c:pt idx="7029">
                  <c:v>propagandamusiccanteen</c:v>
                </c:pt>
                <c:pt idx="7030">
                  <c:v>proofread_edit_write</c:v>
                </c:pt>
                <c:pt idx="7031">
                  <c:v>promisecarvedinstone</c:v>
                </c:pt>
                <c:pt idx="7032">
                  <c:v>prolifeentertainment</c:v>
                </c:pt>
                <c:pt idx="7033">
                  <c:v>projectwesternworldcollapse</c:v>
                </c:pt>
                <c:pt idx="7034">
                  <c:v>projectthinkdifferent</c:v>
                </c:pt>
                <c:pt idx="7035">
                  <c:v>projectselfdestruction</c:v>
                </c:pt>
                <c:pt idx="7036">
                  <c:v>projectrailerparkmarlee</c:v>
                </c:pt>
                <c:pt idx="7037">
                  <c:v>projectpatentertainment</c:v>
                </c:pt>
                <c:pt idx="7038">
                  <c:v>projectneworleans_noise</c:v>
                </c:pt>
                <c:pt idx="7039">
                  <c:v>projectmayhemchicago</c:v>
                </c:pt>
                <c:pt idx="7040">
                  <c:v>projectiledisfunction</c:v>
                </c:pt>
                <c:pt idx="7041">
                  <c:v>projectdestructionderby</c:v>
                </c:pt>
                <c:pt idx="7042">
                  <c:v>projectbornfullblooded</c:v>
                </c:pt>
                <c:pt idx="7043">
                  <c:v>progressivesurfgroup</c:v>
                </c:pt>
                <c:pt idx="7044">
                  <c:v>progressivemetaldrummer13</c:v>
                </c:pt>
                <c:pt idx="7045">
                  <c:v>progressivegrooveacademy</c:v>
                </c:pt>
                <c:pt idx="7046">
                  <c:v>profoundequalityband</c:v>
                </c:pt>
                <c:pt idx="7047">
                  <c:v>profileunderconstruction</c:v>
                </c:pt>
                <c:pt idx="7048">
                  <c:v>professoruniversitymusic</c:v>
                </c:pt>
                <c:pt idx="7049">
                  <c:v>professorsprout_herbology</c:v>
                </c:pt>
                <c:pt idx="7050">
                  <c:v>professorlovelessons</c:v>
                </c:pt>
                <c:pt idx="7051">
                  <c:v>professorjigglestone</c:v>
                </c:pt>
                <c:pt idx="7052">
                  <c:v>professor_humpington</c:v>
                </c:pt>
                <c:pt idx="7053">
                  <c:v>professor_gigglefist</c:v>
                </c:pt>
                <c:pt idx="7054">
                  <c:v>professionaltitleexaminer</c:v>
                </c:pt>
                <c:pt idx="7055">
                  <c:v>professionalpotatopeeler</c:v>
                </c:pt>
                <c:pt idx="7056">
                  <c:v>professional_poker_playa</c:v>
                </c:pt>
                <c:pt idx="7057">
                  <c:v>professionalmalemodel</c:v>
                </c:pt>
                <c:pt idx="7058">
                  <c:v>professionaleyepoker</c:v>
                </c:pt>
                <c:pt idx="7059">
                  <c:v>professionalcivilengineer</c:v>
                </c:pt>
                <c:pt idx="7060">
                  <c:v>professionalbuzzkill</c:v>
                </c:pt>
                <c:pt idx="7061">
                  <c:v>professionalbullrider</c:v>
                </c:pt>
                <c:pt idx="7062">
                  <c:v>prodominoassociation</c:v>
                </c:pt>
                <c:pt idx="7063">
                  <c:v>prodigalsunmediagroup</c:v>
                </c:pt>
                <c:pt idx="7064">
                  <c:v>proctororchestramoose</c:v>
                </c:pt>
                <c:pt idx="7065">
                  <c:v>procitydynamiccertified</c:v>
                </c:pt>
                <c:pt idx="7066">
                  <c:v>processmassdestruction</c:v>
                </c:pt>
                <c:pt idx="7067">
                  <c:v>problemcausingsolution</c:v>
                </c:pt>
                <c:pt idx="7068">
                  <c:v>prizefightermanagement</c:v>
                </c:pt>
                <c:pt idx="7069">
                  <c:v>privateandconfidential</c:v>
                </c:pt>
                <c:pt idx="7070">
                  <c:v>prissyprincessdenise</c:v>
                </c:pt>
                <c:pt idx="7071">
                  <c:v>priscilla_pennington</c:v>
                </c:pt>
                <c:pt idx="7072">
                  <c:v>priscillacarolinefranco</c:v>
                </c:pt>
                <c:pt idx="7073">
                  <c:v>PRISCILLAAKAGUMMYBEAR</c:v>
                </c:pt>
                <c:pt idx="7074">
                  <c:v>princetonstockassociation</c:v>
                </c:pt>
                <c:pt idx="7075">
                  <c:v>princess_wonderwoman</c:v>
                </c:pt>
                <c:pt idx="7076">
                  <c:v>princesswinterwonder</c:v>
                </c:pt>
                <c:pt idx="7077">
                  <c:v>princess_white_thunder</c:v>
                </c:pt>
                <c:pt idx="7078">
                  <c:v>princess_white_kitty</c:v>
                </c:pt>
                <c:pt idx="7079">
                  <c:v>princesswarriordaughter</c:v>
                </c:pt>
                <c:pt idx="7080">
                  <c:v>princessvanessamarie</c:v>
                </c:pt>
                <c:pt idx="7081">
                  <c:v>princesstoadstoolpeach</c:v>
                </c:pt>
                <c:pt idx="7082">
                  <c:v>princesstinkerbelltutu</c:v>
                </c:pt>
                <c:pt idx="7083">
                  <c:v>princesstinkerbelllauren</c:v>
                </c:pt>
                <c:pt idx="7084">
                  <c:v>PrincessTinkerbell923</c:v>
                </c:pt>
                <c:pt idx="7085">
                  <c:v>princesstinkerbell89</c:v>
                </c:pt>
                <c:pt idx="7086">
                  <c:v>princess_tinkerbell2009</c:v>
                </c:pt>
                <c:pt idx="7087">
                  <c:v>princesstinkerbell18</c:v>
                </c:pt>
                <c:pt idx="7088">
                  <c:v>princess_tinkerbell09</c:v>
                </c:pt>
                <c:pt idx="7089">
                  <c:v>princess_tinker_bell</c:v>
                </c:pt>
                <c:pt idx="7090">
                  <c:v>princess_stephielynn</c:v>
                </c:pt>
                <c:pt idx="7091">
                  <c:v>princess_spoiled_baby</c:v>
                </c:pt>
                <c:pt idx="7092">
                  <c:v>princess_sparkle_sarah</c:v>
                </c:pt>
                <c:pt idx="7093">
                  <c:v>princesssparkle_carrie</c:v>
                </c:pt>
                <c:pt idx="7094">
                  <c:v>_princess_skellington_</c:v>
                </c:pt>
                <c:pt idx="7095">
                  <c:v>princessqueenbitch90</c:v>
                </c:pt>
                <c:pt idx="7096">
                  <c:v>princess_punkrock410</c:v>
                </c:pt>
                <c:pt idx="7097">
                  <c:v>princess_pink_lover_4ever</c:v>
                </c:pt>
                <c:pt idx="7098">
                  <c:v>princesspinkbabydoll</c:v>
                </c:pt>
                <c:pt idx="7099">
                  <c:v>princessnaomi1andonly</c:v>
                </c:pt>
                <c:pt idx="7100">
                  <c:v>princessmolliedollie</c:v>
                </c:pt>
                <c:pt idx="7101">
                  <c:v>princessmiahoneybunny</c:v>
                </c:pt>
                <c:pt idx="7102">
                  <c:v>princess_meadow_muffin</c:v>
                </c:pt>
                <c:pt idx="7103">
                  <c:v>princess_marshmallow</c:v>
                </c:pt>
                <c:pt idx="7104">
                  <c:v>princess_love_butterfly</c:v>
                </c:pt>
                <c:pt idx="7105">
                  <c:v>princesslotusblossom</c:v>
                </c:pt>
                <c:pt idx="7106">
                  <c:v>princesslivesinapalace</c:v>
                </c:pt>
                <c:pt idx="7107">
                  <c:v>princess_laura_jayne</c:v>
                </c:pt>
                <c:pt idx="7108">
                  <c:v>princess_laura_elizabeth</c:v>
                </c:pt>
                <c:pt idx="7109">
                  <c:v>princess_kristina_here</c:v>
                </c:pt>
                <c:pt idx="7110">
                  <c:v>princesskimberlyhart</c:v>
                </c:pt>
                <c:pt idx="7111">
                  <c:v>princesskayleigh90210</c:v>
                </c:pt>
                <c:pt idx="7112">
                  <c:v>princess_kayla_perry</c:v>
                </c:pt>
                <c:pt idx="7113">
                  <c:v>princesskaye_sunshine</c:v>
                </c:pt>
                <c:pt idx="7114">
                  <c:v>princesskatethevixen</c:v>
                </c:pt>
                <c:pt idx="7115">
                  <c:v>princesskarlathegreat</c:v>
                </c:pt>
                <c:pt idx="7116">
                  <c:v>princess_karina4ever</c:v>
                </c:pt>
                <c:pt idx="7117">
                  <c:v>princess_jess_sexy_babe</c:v>
                </c:pt>
                <c:pt idx="7118">
                  <c:v>princessjessiebessie</c:v>
                </c:pt>
                <c:pt idx="7119">
                  <c:v>princessjessicaalice</c:v>
                </c:pt>
                <c:pt idx="7120">
                  <c:v>princessimperialpalace</c:v>
                </c:pt>
                <c:pt idx="7121">
                  <c:v>princesshellokitty9</c:v>
                </c:pt>
                <c:pt idx="7122">
                  <c:v>princesshellokitty123</c:v>
                </c:pt>
                <c:pt idx="7123">
                  <c:v>princesshannahbanana</c:v>
                </c:pt>
                <c:pt idx="7124">
                  <c:v>princess_fatty_dipset</c:v>
                </c:pt>
                <c:pt idx="7125">
                  <c:v>princessfairyellenland</c:v>
                </c:pt>
                <c:pt idx="7126">
                  <c:v>princessdonnachristina</c:v>
                </c:pt>
                <c:pt idx="7127">
                  <c:v>PrincessDirtyFancyPants</c:v>
                </c:pt>
                <c:pt idx="7128">
                  <c:v>princessdianamartinez</c:v>
                </c:pt>
                <c:pt idx="7129">
                  <c:v>princessdayplaymatenight</c:v>
                </c:pt>
                <c:pt idx="7130">
                  <c:v>princess_cut_diamond</c:v>
                </c:pt>
                <c:pt idx="7131">
                  <c:v>princesscrunkenergydrink</c:v>
                </c:pt>
                <c:pt idx="7132">
                  <c:v>princess_crankypants</c:v>
                </c:pt>
                <c:pt idx="7133">
                  <c:v>princesscountrybuttercup</c:v>
                </c:pt>
                <c:pt idx="7134">
                  <c:v>princessconsuelacrapbag</c:v>
                </c:pt>
                <c:pt idx="7135">
                  <c:v>princesschristinamaria</c:v>
                </c:pt>
                <c:pt idx="7136">
                  <c:v>princess_chiquis_4eva</c:v>
                </c:pt>
                <c:pt idx="7137">
                  <c:v>princesscharlotteforever</c:v>
                </c:pt>
                <c:pt idx="7138">
                  <c:v>princess_celestial_star</c:v>
                </c:pt>
                <c:pt idx="7139">
                  <c:v>princess_cassandra_lynn</c:v>
                </c:pt>
                <c:pt idx="7140">
                  <c:v>princessbuttonwillow</c:v>
                </c:pt>
                <c:pt idx="7141">
                  <c:v>princessbuttercup4eva</c:v>
                </c:pt>
                <c:pt idx="7142">
                  <c:v>princess_bubblegum15</c:v>
                </c:pt>
                <c:pt idx="7143">
                  <c:v>princessbrittanyspiro</c:v>
                </c:pt>
                <c:pt idx="7144">
                  <c:v>princessbloodyshadow</c:v>
                </c:pt>
                <c:pt idx="7145">
                  <c:v>_princessbitchslave_</c:v>
                </c:pt>
                <c:pt idx="7146">
                  <c:v>princessbiancanicole</c:v>
                </c:pt>
                <c:pt idx="7147">
                  <c:v>princess_belle_monica</c:v>
                </c:pt>
                <c:pt idx="7148">
                  <c:v>princessbatmanforever</c:v>
                </c:pt>
                <c:pt idx="7149">
                  <c:v>princessbaileymorgan</c:v>
                </c:pt>
                <c:pt idx="7150">
                  <c:v>princessbabygurl99</c:v>
                </c:pt>
                <c:pt idx="7151">
                  <c:v>princessbabygirlerica</c:v>
                </c:pt>
                <c:pt idx="7152">
                  <c:v>princessbabydramaqueen</c:v>
                </c:pt>
                <c:pt idx="7153">
                  <c:v>princess_baby_dont_forget</c:v>
                </c:pt>
                <c:pt idx="7154">
                  <c:v>princess_ashleypaige</c:v>
                </c:pt>
                <c:pt idx="7155">
                  <c:v>princessashleynicole7</c:v>
                </c:pt>
                <c:pt idx="7156">
                  <c:v>princessashleylynn05</c:v>
                </c:pt>
                <c:pt idx="7157">
                  <c:v>princess_ariel_the_first</c:v>
                </c:pt>
                <c:pt idx="7158">
                  <c:v>princess_arielle_jade</c:v>
                </c:pt>
                <c:pt idx="7159">
                  <c:v>princess_anna_banana</c:v>
                </c:pt>
                <c:pt idx="7160">
                  <c:v>princessangelamichell</c:v>
                </c:pt>
                <c:pt idx="7161">
                  <c:v>princess_amy_sparkle</c:v>
                </c:pt>
                <c:pt idx="7162">
                  <c:v>princessamyelizabeth</c:v>
                </c:pt>
                <c:pt idx="7163">
                  <c:v>princessambermichelle</c:v>
                </c:pt>
                <c:pt idx="7164">
                  <c:v>princess_aka_babygirl</c:v>
                </c:pt>
                <c:pt idx="7165">
                  <c:v>prince_royalty_hot_boy</c:v>
                </c:pt>
                <c:pt idx="7166">
                  <c:v>princehottiecharming</c:v>
                </c:pt>
                <c:pt idx="7167">
                  <c:v>prince_darling_nikki</c:v>
                </c:pt>
                <c:pt idx="7168">
                  <c:v>princecharming_himself</c:v>
                </c:pt>
                <c:pt idx="7169">
                  <c:v>princecharmingbayarea</c:v>
                </c:pt>
                <c:pt idx="7170">
                  <c:v>primitivecountrylove</c:v>
                </c:pt>
                <c:pt idx="7171">
                  <c:v>primeministerpeterock</c:v>
                </c:pt>
                <c:pt idx="7172">
                  <c:v>primaljellysocialclub</c:v>
                </c:pt>
                <c:pt idx="7173">
                  <c:v>primal_concrete_sledge_9</c:v>
                </c:pt>
                <c:pt idx="7174">
                  <c:v>prima_donna_carlotta</c:v>
                </c:pt>
                <c:pt idx="7175">
                  <c:v>priestess_queen_raye</c:v>
                </c:pt>
                <c:pt idx="7176">
                  <c:v>pridefamentertainment</c:v>
                </c:pt>
                <c:pt idx="7177">
                  <c:v>pride_and_prejudice_13</c:v>
                </c:pt>
                <c:pt idx="7178">
                  <c:v>prickly_and_poisonous</c:v>
                </c:pt>
                <c:pt idx="7179">
                  <c:v>priceforstateassembly</c:v>
                </c:pt>
                <c:pt idx="7180">
                  <c:v>preventthepaintherapy</c:v>
                </c:pt>
                <c:pt idx="7181">
                  <c:v>pretty_young_thing_14</c:v>
                </c:pt>
                <c:pt idx="7182">
                  <c:v>prettyyoungthickchick</c:v>
                </c:pt>
                <c:pt idx="7183">
                  <c:v>pretty_young_tempting</c:v>
                </c:pt>
                <c:pt idx="7184">
                  <c:v>pretty_woman_claudia</c:v>
                </c:pt>
                <c:pt idx="7185">
                  <c:v>pretty_ugly_duckling</c:v>
                </c:pt>
                <c:pt idx="7186">
                  <c:v>prettytonywhattheycallhim</c:v>
                </c:pt>
                <c:pt idx="7187">
                  <c:v>prettysparkels_forme</c:v>
                </c:pt>
                <c:pt idx="7188">
                  <c:v>pretty_soldier_sailormoon</c:v>
                </c:pt>
                <c:pt idx="7189">
                  <c:v>prettyslickforawhitechick</c:v>
                </c:pt>
                <c:pt idx="7190">
                  <c:v>prettysexychocolate08</c:v>
                </c:pt>
                <c:pt idx="7191">
                  <c:v>prettyricky_pleasure</c:v>
                </c:pt>
                <c:pt idx="7192">
                  <c:v>prettyricky_lover_4eva</c:v>
                </c:pt>
                <c:pt idx="7193">
                  <c:v>pretty_punky_princess</c:v>
                </c:pt>
                <c:pt idx="7194">
                  <c:v>prettypunkprincess82</c:v>
                </c:pt>
                <c:pt idx="7195">
                  <c:v>prettyprincessvictoria</c:v>
                </c:pt>
                <c:pt idx="7196">
                  <c:v>pretty_princess_naeema</c:v>
                </c:pt>
                <c:pt idx="7197">
                  <c:v>prettyprincessnae233</c:v>
                </c:pt>
                <c:pt idx="7198">
                  <c:v>pretty_princess_megan</c:v>
                </c:pt>
                <c:pt idx="7199">
                  <c:v>pretty_princess_karen</c:v>
                </c:pt>
                <c:pt idx="7200">
                  <c:v>prettyprincessjenn1985</c:v>
                </c:pt>
                <c:pt idx="7201">
                  <c:v>prettyprincessgurl200</c:v>
                </c:pt>
                <c:pt idx="7202">
                  <c:v>prettyprincessdaniella</c:v>
                </c:pt>
                <c:pt idx="7203">
                  <c:v>prettyprincessbarbie1</c:v>
                </c:pt>
                <c:pt idx="7204">
                  <c:v>prettyprincessballerina</c:v>
                </c:pt>
                <c:pt idx="7205">
                  <c:v>prettyprincessashley</c:v>
                </c:pt>
                <c:pt idx="7206">
                  <c:v>prettyponyprincess0</c:v>
                </c:pt>
                <c:pt idx="7207">
                  <c:v>prettypinkprincessmeg</c:v>
                </c:pt>
                <c:pt idx="7208">
                  <c:v>prettypinkprincess90</c:v>
                </c:pt>
                <c:pt idx="7209">
                  <c:v>prettypinkprincess9</c:v>
                </c:pt>
                <c:pt idx="7210">
                  <c:v>prettypinkprincess140</c:v>
                </c:pt>
                <c:pt idx="7211">
                  <c:v>prettypinkprincess13</c:v>
                </c:pt>
                <c:pt idx="7212">
                  <c:v>pretty_pink_princess_0</c:v>
                </c:pt>
                <c:pt idx="7213">
                  <c:v>_pretty_pink_princess_</c:v>
                </c:pt>
                <c:pt idx="7214">
                  <c:v>prettypinkpopdramaqueen</c:v>
                </c:pt>
                <c:pt idx="7215">
                  <c:v>prettypinkbasketcase</c:v>
                </c:pt>
                <c:pt idx="7216">
                  <c:v>prettypinkbarbiegirl</c:v>
                </c:pt>
                <c:pt idx="7217">
                  <c:v>prettypictureperfect</c:v>
                </c:pt>
                <c:pt idx="7218">
                  <c:v>pretty_people_contest</c:v>
                </c:pt>
                <c:pt idx="7219">
                  <c:v>pretty_much_love_you</c:v>
                </c:pt>
                <c:pt idx="7220">
                  <c:v>prettymuchhardcoreextreme</c:v>
                </c:pt>
                <c:pt idx="7221">
                  <c:v>prettylittletrainwreck</c:v>
                </c:pt>
                <c:pt idx="7222">
                  <c:v>pretty_little_sea_nymph</c:v>
                </c:pt>
                <c:pt idx="7223">
                  <c:v>pretty_lil_princess_1</c:v>
                </c:pt>
                <c:pt idx="7224">
                  <c:v>pretty_lil_hispanic18</c:v>
                </c:pt>
                <c:pt idx="7225">
                  <c:v>prettylildemonicprincess</c:v>
                </c:pt>
                <c:pt idx="7226">
                  <c:v>pretty_lil_countrygurl</c:v>
                </c:pt>
                <c:pt idx="7227">
                  <c:v>pretty_hotpink_princess</c:v>
                </c:pt>
                <c:pt idx="7228">
                  <c:v>pretty_hot_pink_babe</c:v>
                </c:pt>
                <c:pt idx="7229">
                  <c:v>pretty_hot_and_thick</c:v>
                </c:pt>
                <c:pt idx="7230">
                  <c:v>pretty_hot_and_tempting13</c:v>
                </c:pt>
                <c:pt idx="7231">
                  <c:v>pretty_hot_and_tempting07</c:v>
                </c:pt>
                <c:pt idx="7232">
                  <c:v>prettyhatemachine7</c:v>
                </c:pt>
                <c:pt idx="7233">
                  <c:v>pretty_hardcore_court</c:v>
                </c:pt>
                <c:pt idx="7234">
                  <c:v>prettygurl_soccer_09</c:v>
                </c:pt>
                <c:pt idx="7235">
                  <c:v>prettygurlcaroline818</c:v>
                </c:pt>
                <c:pt idx="7236">
                  <c:v>pretty_gorgeous_nicole</c:v>
                </c:pt>
                <c:pt idx="7237">
                  <c:v>prettygirl_withstyle</c:v>
                </c:pt>
                <c:pt idx="7238">
                  <c:v>pretty_girl_position</c:v>
                </c:pt>
                <c:pt idx="7239">
                  <c:v>prettygirlbikinicarwash</c:v>
                </c:pt>
                <c:pt idx="7240">
                  <c:v>prettygirlbabygurl837</c:v>
                </c:pt>
                <c:pt idx="7241">
                  <c:v>pretty_frog_princess</c:v>
                </c:pt>
                <c:pt idx="7242">
                  <c:v>prettyflyforawhiteguy85</c:v>
                </c:pt>
                <c:pt idx="7243">
                  <c:v>prettyfly_forawhitegirl</c:v>
                </c:pt>
                <c:pt idx="7244">
                  <c:v>prettyfacethickwaist</c:v>
                </c:pt>
                <c:pt idx="7245">
                  <c:v>prettydukegirl14489</c:v>
                </c:pt>
                <c:pt idx="7246">
                  <c:v>prettydeadgirlshortfilm</c:v>
                </c:pt>
                <c:pt idx="7247">
                  <c:v>pretty_cute_princess</c:v>
                </c:pt>
                <c:pt idx="7248">
                  <c:v>prettycool_stephanie</c:v>
                </c:pt>
                <c:pt idx="7249">
                  <c:v>pretty_colors_forever</c:v>
                </c:pt>
                <c:pt idx="7250">
                  <c:v>prettybutbrokenhearted</c:v>
                </c:pt>
                <c:pt idx="7251">
                  <c:v>prettybrowneyedgirl89</c:v>
                </c:pt>
                <c:pt idx="7252">
                  <c:v>prettybrowncuttiepie</c:v>
                </c:pt>
                <c:pt idx="7253">
                  <c:v>prettyboyakasweetness</c:v>
                </c:pt>
                <c:pt idx="7254">
                  <c:v>prettyblondeprincess</c:v>
                </c:pt>
                <c:pt idx="7255">
                  <c:v>prettybabyprincess4life</c:v>
                </c:pt>
                <c:pt idx="7256">
                  <c:v>pretty_baby_girl_nikki</c:v>
                </c:pt>
                <c:pt idx="7257">
                  <c:v>prettybabybutterfly0</c:v>
                </c:pt>
                <c:pt idx="7258">
                  <c:v>pretty_athletic_lady</c:v>
                </c:pt>
                <c:pt idx="7259">
                  <c:v>prettyastashleymarie</c:v>
                </c:pt>
                <c:pt idx="7260">
                  <c:v>prettyandverydemented</c:v>
                </c:pt>
                <c:pt idx="7261">
                  <c:v>pretentiousrecordstoreguy</c:v>
                </c:pt>
                <c:pt idx="7262">
                  <c:v>pretend_its_brilliant</c:v>
                </c:pt>
                <c:pt idx="7263">
                  <c:v>prestigealtoclarinet</c:v>
                </c:pt>
                <c:pt idx="7264">
                  <c:v>pressuredropmanchester</c:v>
                </c:pt>
                <c:pt idx="7265">
                  <c:v>pressthisbuttonfortragedy</c:v>
                </c:pt>
                <c:pt idx="7266">
                  <c:v>pressplayentertainmentworld</c:v>
                </c:pt>
                <c:pt idx="7267">
                  <c:v>pressplayentertainment</c:v>
                </c:pt>
                <c:pt idx="7268">
                  <c:v>presscontrolaltdelete</c:v>
                </c:pt>
                <c:pt idx="7269">
                  <c:v>presidentgeorgewashington</c:v>
                </c:pt>
                <c:pt idx="7270">
                  <c:v>presidentbasketballcoach</c:v>
                </c:pt>
                <c:pt idx="7271">
                  <c:v>present_with_god_soon</c:v>
                </c:pt>
                <c:pt idx="7272">
                  <c:v>prescriptiondodgeball</c:v>
                </c:pt>
                <c:pt idx="7273">
                  <c:v>prepared2relocate4love</c:v>
                </c:pt>
                <c:pt idx="7274">
                  <c:v>prepare4peace_pray4war</c:v>
                </c:pt>
                <c:pt idx="7275">
                  <c:v>prepaidlegaljoshandjoe</c:v>
                </c:pt>
                <c:pt idx="7276">
                  <c:v>premierpersonalprotection</c:v>
                </c:pt>
                <c:pt idx="7277">
                  <c:v>premierimageentertainment</c:v>
                </c:pt>
                <c:pt idx="7278">
                  <c:v>premaritaltonguerape</c:v>
                </c:pt>
                <c:pt idx="7279">
                  <c:v>precisionscreenprinting</c:v>
                </c:pt>
                <c:pt idx="7280">
                  <c:v>precious_pretty_gurl</c:v>
                </c:pt>
                <c:pt idx="7281">
                  <c:v>preciouspoodleprincess</c:v>
                </c:pt>
                <c:pt idx="7282">
                  <c:v>precious_pearl_4ever</c:v>
                </c:pt>
                <c:pt idx="7283">
                  <c:v>precious_loca_morenita</c:v>
                </c:pt>
                <c:pt idx="7284">
                  <c:v>Precious_Little_Sweetie</c:v>
                </c:pt>
                <c:pt idx="7285">
                  <c:v>precious_little_butterfly</c:v>
                </c:pt>
                <c:pt idx="7286">
                  <c:v>precious_island_lady</c:v>
                </c:pt>
                <c:pt idx="7287">
                  <c:v>preciousgemstone2002</c:v>
                </c:pt>
                <c:pt idx="7288">
                  <c:v>precious_demon_from_below</c:v>
                </c:pt>
                <c:pt idx="7289">
                  <c:v>preciousblondesunshine</c:v>
                </c:pt>
                <c:pt idx="7290">
                  <c:v>precious_babydoll0813</c:v>
                </c:pt>
                <c:pt idx="7291">
                  <c:v>preciousbabyboy92104</c:v>
                </c:pt>
                <c:pt idx="7292">
                  <c:v>precious_applebottom</c:v>
                </c:pt>
                <c:pt idx="7293">
                  <c:v>preciousanimegirl025</c:v>
                </c:pt>
                <c:pt idx="7294">
                  <c:v>precious_angel_forever</c:v>
                </c:pt>
                <c:pt idx="7295">
                  <c:v>praytherosaryeveryday</c:v>
                </c:pt>
                <c:pt idx="7296">
                  <c:v>praisetoidinaandaustin</c:v>
                </c:pt>
                <c:pt idx="7297">
                  <c:v>praisetheloudsilkscreen</c:v>
                </c:pt>
                <c:pt idx="7298">
                  <c:v>praise_and_worship_team</c:v>
                </c:pt>
                <c:pt idx="7299">
                  <c:v>practicing_the_silence</c:v>
                </c:pt>
                <c:pt idx="7300">
                  <c:v>practicethekissingscene</c:v>
                </c:pt>
                <c:pt idx="7301">
                  <c:v>practice_page4brande</c:v>
                </c:pt>
                <c:pt idx="7302">
                  <c:v>practiceachieveperfection</c:v>
                </c:pt>
                <c:pt idx="7303">
                  <c:v>practicaltrainedkillas</c:v>
                </c:pt>
                <c:pt idx="7304">
                  <c:v>practicalselfdefense</c:v>
                </c:pt>
                <c:pt idx="7305">
                  <c:v>powersportsunlimited</c:v>
                </c:pt>
                <c:pt idx="7306">
                  <c:v>power_ranger_equality</c:v>
                </c:pt>
                <c:pt idx="7307">
                  <c:v>__powerpuff__blossom__</c:v>
                </c:pt>
                <c:pt idx="7308">
                  <c:v>powerlunchproduction</c:v>
                </c:pt>
                <c:pt idx="7309">
                  <c:v>powerfulbeyondmeasure</c:v>
                </c:pt>
                <c:pt idx="7310">
                  <c:v>powerentertainmentgroup</c:v>
                </c:pt>
                <c:pt idx="7311">
                  <c:v>powerbreathandlivingwater</c:v>
                </c:pt>
                <c:pt idx="7312">
                  <c:v>power2thewhitepeople</c:v>
                </c:pt>
                <c:pt idx="7313">
                  <c:v>powderedtoastman2082</c:v>
                </c:pt>
                <c:pt idx="7314">
                  <c:v>_powdered_toast_man_</c:v>
                </c:pt>
                <c:pt idx="7315">
                  <c:v>powdered_sweet_taste01</c:v>
                </c:pt>
                <c:pt idx="7316">
                  <c:v>powbiffsmackwallopbatman</c:v>
                </c:pt>
                <c:pt idx="7317">
                  <c:v>povertyneckhillbillygirl</c:v>
                </c:pt>
                <c:pt idx="7318">
                  <c:v>povertyjetsetofficial</c:v>
                </c:pt>
                <c:pt idx="7319">
                  <c:v>pour_thechampagne_darling</c:v>
                </c:pt>
                <c:pt idx="7320">
                  <c:v>pouringcrimsonregret521</c:v>
                </c:pt>
                <c:pt idx="7321">
                  <c:v>poultrymeatandfishflavour</c:v>
                </c:pt>
                <c:pt idx="7322">
                  <c:v>pottytraininggonebad</c:v>
                </c:pt>
                <c:pt idx="7323">
                  <c:v>potterjessicahaley721</c:v>
                </c:pt>
                <c:pt idx="7324">
                  <c:v>potsmokinghatchetman</c:v>
                </c:pt>
                <c:pt idx="7325">
                  <c:v>potentiallygoodmusic</c:v>
                </c:pt>
                <c:pt idx="7326">
                  <c:v>potatoes_arent_that_cool</c:v>
                </c:pt>
                <c:pt idx="7327">
                  <c:v>potatoes_are_awesome</c:v>
                </c:pt>
                <c:pt idx="7328">
                  <c:v>potatoesandcheesecake</c:v>
                </c:pt>
                <c:pt idx="7329">
                  <c:v>poststructuralismrox</c:v>
                </c:pt>
                <c:pt idx="7330">
                  <c:v>postmodernintellectual</c:v>
                </c:pt>
                <c:pt idx="7331">
                  <c:v>postmodernbeautyqueen</c:v>
                </c:pt>
                <c:pt idx="7332">
                  <c:v>postconcertdancecompany</c:v>
                </c:pt>
                <c:pt idx="7333">
                  <c:v>possessed_little_child</c:v>
                </c:pt>
                <c:pt idx="7334">
                  <c:v>possessedguitarwarrior</c:v>
                </c:pt>
                <c:pt idx="7335">
                  <c:v>positive_placement_tattoo</c:v>
                </c:pt>
                <c:pt idx="7336">
                  <c:v>positive_little_angel</c:v>
                </c:pt>
                <c:pt idx="7337">
                  <c:v>positionclosedofficial</c:v>
                </c:pt>
                <c:pt idx="7338">
                  <c:v>position9_girlsonly</c:v>
                </c:pt>
                <c:pt idx="7339">
                  <c:v>portsmouthlightercompany</c:v>
                </c:pt>
                <c:pt idx="7340">
                  <c:v>portsaintluciehighschool</c:v>
                </c:pt>
                <c:pt idx="7341">
                  <c:v>portlandporcelainveneer</c:v>
                </c:pt>
                <c:pt idx="7342">
                  <c:v>portlandfilmcollective</c:v>
                </c:pt>
                <c:pt idx="7343">
                  <c:v>porter_probaseball_player</c:v>
                </c:pt>
                <c:pt idx="7344">
                  <c:v>portcitylegendkiller</c:v>
                </c:pt>
                <c:pt idx="7345">
                  <c:v>portchestercoachdiner</c:v>
                </c:pt>
                <c:pt idx="7346">
                  <c:v>port_charlotte_comedy</c:v>
                </c:pt>
                <c:pt idx="7347">
                  <c:v>portapottyracoonlover</c:v>
                </c:pt>
                <c:pt idx="7348">
                  <c:v>porridge_springsteen</c:v>
                </c:pt>
                <c:pt idx="7349">
                  <c:v>pork_chop_concertguy</c:v>
                </c:pt>
                <c:pt idx="7350">
                  <c:v>porchmonkey4life1993</c:v>
                </c:pt>
                <c:pt idx="7351">
                  <c:v>porcelainveneerseattle</c:v>
                </c:pt>
                <c:pt idx="7352">
                  <c:v>porcelain_browneyed_girl</c:v>
                </c:pt>
                <c:pt idx="7353">
                  <c:v>pop_will_eat_itself0</c:v>
                </c:pt>
                <c:pt idx="7354">
                  <c:v>pop_went_the_present</c:v>
                </c:pt>
                <c:pt idx="7355">
                  <c:v>populationcontrolbooking</c:v>
                </c:pt>
                <c:pt idx="7356">
                  <c:v>popularentertainmentgroup</c:v>
                </c:pt>
                <c:pt idx="7357">
                  <c:v>poptartcookiemonster</c:v>
                </c:pt>
                <c:pt idx="7358">
                  <c:v>poprockscokesmackbang</c:v>
                </c:pt>
                <c:pt idx="7359">
                  <c:v>poppunkprincess2loveyou</c:v>
                </c:pt>
                <c:pt idx="7360">
                  <c:v>pop_off_entertainment</c:v>
                </c:pt>
                <c:pt idx="7361">
                  <c:v>popeyethesailorman41</c:v>
                </c:pt>
                <c:pt idx="7362">
                  <c:v>popeye_the_sailorman</c:v>
                </c:pt>
                <c:pt idx="7363">
                  <c:v>popcornsuperhetreceived</c:v>
                </c:pt>
                <c:pt idx="7364">
                  <c:v>popcornandstringcheese</c:v>
                </c:pt>
                <c:pt idx="7365">
                  <c:v>pooroldfashionedbaby</c:v>
                </c:pt>
                <c:pt idx="7366">
                  <c:v>poorlychosenscreenname</c:v>
                </c:pt>
                <c:pt idx="7367">
                  <c:v>_poor_little_monkey_</c:v>
                </c:pt>
                <c:pt idx="7368">
                  <c:v>poorlittleluckystrike</c:v>
                </c:pt>
                <c:pt idx="7369">
                  <c:v>pooranimalunderstudy</c:v>
                </c:pt>
                <c:pt idx="7370">
                  <c:v>poopsandthecornbread</c:v>
                </c:pt>
                <c:pt idx="7371">
                  <c:v>poolbeachsummerlovefun</c:v>
                </c:pt>
                <c:pt idx="7372">
                  <c:v>poohbearprincessjazzy</c:v>
                </c:pt>
                <c:pt idx="7373">
                  <c:v>___poohbear___harrypotter</c:v>
                </c:pt>
                <c:pt idx="7374">
                  <c:v>pooh_bear_eats_honey</c:v>
                </c:pt>
                <c:pt idx="7375">
                  <c:v>pontoonpelicanpussycat</c:v>
                </c:pt>
                <c:pt idx="7376">
                  <c:v>ponchocreativedesign</c:v>
                </c:pt>
                <c:pt idx="7377">
                  <c:v>polymorphbodypiercing</c:v>
                </c:pt>
                <c:pt idx="7378">
                  <c:v>pollyanddashabestfriend1997</c:v>
                </c:pt>
                <c:pt idx="7379">
                  <c:v>polkcountyredneck83</c:v>
                </c:pt>
                <c:pt idx="7380">
                  <c:v>polkapeteandhisorchestra</c:v>
                </c:pt>
                <c:pt idx="7381">
                  <c:v>polka_dotted_tragedy</c:v>
                </c:pt>
                <c:pt idx="7382">
                  <c:v>polkadotprincess2903</c:v>
                </c:pt>
                <c:pt idx="7383">
                  <c:v>politicaldancingprincess</c:v>
                </c:pt>
                <c:pt idx="7384">
                  <c:v>politicalagendapeace</c:v>
                </c:pt>
                <c:pt idx="7385">
                  <c:v>polish_diesel_performance</c:v>
                </c:pt>
                <c:pt idx="7386">
                  <c:v>police_constable_strong</c:v>
                </c:pt>
                <c:pt idx="7387">
                  <c:v>pokeyvalentineguitarist1</c:v>
                </c:pt>
                <c:pt idx="7388">
                  <c:v>pokertattooandpiercing</c:v>
                </c:pt>
                <c:pt idx="7389">
                  <c:v>poisonivyentertainment1</c:v>
                </c:pt>
                <c:pt idx="7390">
                  <c:v>poised_penguin_pusher</c:v>
                </c:pt>
                <c:pt idx="7391">
                  <c:v>_poiseandrationality</c:v>
                </c:pt>
                <c:pt idx="7392">
                  <c:v>pointlessmentalcruelty</c:v>
                </c:pt>
                <c:pt idx="7393">
                  <c:v>point44caliberkiller</c:v>
                </c:pt>
                <c:pt idx="7394">
                  <c:v>poetprophetphilosopher</c:v>
                </c:pt>
                <c:pt idx="7395">
                  <c:v>poet4lifealwaysandforever</c:v>
                </c:pt>
                <c:pt idx="7396">
                  <c:v>pocketprotectorposse</c:v>
                </c:pt>
                <c:pt idx="7397">
                  <c:v>plushponyiceprincess</c:v>
                </c:pt>
                <c:pt idx="7398">
                  <c:v>plump_perfection4eva</c:v>
                </c:pt>
                <c:pt idx="7399">
                  <c:v>plumflowerembroidery</c:v>
                </c:pt>
                <c:pt idx="7400">
                  <c:v>plumbingcherrypoppindaddy</c:v>
                </c:pt>
                <c:pt idx="7401">
                  <c:v>plum_always_and_4ever</c:v>
                </c:pt>
                <c:pt idx="7402">
                  <c:v>pluckedrightfromthebrain</c:v>
                </c:pt>
                <c:pt idx="7403">
                  <c:v>pluckedfromobscurity</c:v>
                </c:pt>
                <c:pt idx="7404">
                  <c:v>ploughthroughthischapter</c:v>
                </c:pt>
                <c:pt idx="7405">
                  <c:v>plentifulsexkitten02</c:v>
                </c:pt>
                <c:pt idx="7406">
                  <c:v>pleasureyourwayallday</c:v>
                </c:pt>
                <c:pt idx="7407">
                  <c:v>pleasureyoucantmeasure</c:v>
                </c:pt>
                <c:pt idx="7408">
                  <c:v>pleasureislandclubdread</c:v>
                </c:pt>
                <c:pt idx="7409">
                  <c:v>pleasurablepainclothing</c:v>
                </c:pt>
                <c:pt idx="7410">
                  <c:v>please_taste_the_rainbow</c:v>
                </c:pt>
                <c:pt idx="7411">
                  <c:v>please_stop_killing_music</c:v>
                </c:pt>
                <c:pt idx="7412">
                  <c:v>pleaserefrainfromknocking</c:v>
                </c:pt>
                <c:pt idx="7413">
                  <c:v>pleaseletthisonework</c:v>
                </c:pt>
                <c:pt idx="7414">
                  <c:v>please_enter_name_here</c:v>
                </c:pt>
                <c:pt idx="7415">
                  <c:v>please_dont_eat_that</c:v>
                </c:pt>
                <c:pt idx="7416">
                  <c:v>pleasantvalleyyouthgroup</c:v>
                </c:pt>
                <c:pt idx="7417">
                  <c:v>pleasantvalleylibrary</c:v>
                </c:pt>
                <c:pt idx="7418">
                  <c:v>pleasantstreetconspiracy</c:v>
                </c:pt>
                <c:pt idx="7419">
                  <c:v>plazaworldalldayeveryday</c:v>
                </c:pt>
                <c:pt idx="7420">
                  <c:v>playwithmatchsnothearts</c:v>
                </c:pt>
                <c:pt idx="7421">
                  <c:v>playthatgothicmusicwhiteboy</c:v>
                </c:pt>
                <c:pt idx="7422">
                  <c:v>playthatfunkymusicwhiteboy</c:v>
                </c:pt>
                <c:pt idx="7423">
                  <c:v>play_that_funkymusic</c:v>
                </c:pt>
                <c:pt idx="7424">
                  <c:v>playstation3_warehouse</c:v>
                </c:pt>
                <c:pt idx="7425">
                  <c:v>playstation3fistfight</c:v>
                </c:pt>
                <c:pt idx="7426">
                  <c:v>playmatestripper4life</c:v>
                </c:pt>
                <c:pt idx="7427">
                  <c:v>play_long_love_longer</c:v>
                </c:pt>
                <c:pt idx="7428">
                  <c:v>playlearnlivewithstyle</c:v>
                </c:pt>
                <c:pt idx="7429">
                  <c:v>playingwithnuclearfire</c:v>
                </c:pt>
                <c:pt idx="7430">
                  <c:v>playhannahmate212121</c:v>
                </c:pt>
                <c:pt idx="7431">
                  <c:v>playgurlprincessrena</c:v>
                </c:pt>
                <c:pt idx="7432">
                  <c:v>playgroundlegendband</c:v>
                </c:pt>
                <c:pt idx="7433">
                  <c:v>playgroundeventproduction</c:v>
                </c:pt>
                <c:pt idx="7434">
                  <c:v>playgirl_princess_melanie</c:v>
                </c:pt>
                <c:pt idx="7435">
                  <c:v>playgirl_princess_2007</c:v>
                </c:pt>
                <c:pt idx="7436">
                  <c:v>playgirlallnightlong</c:v>
                </c:pt>
                <c:pt idx="7437">
                  <c:v>playfulpartytimegirl</c:v>
                </c:pt>
                <c:pt idx="7438">
                  <c:v>playforpleasurehomeparty</c:v>
                </c:pt>
                <c:pt idx="7439">
                  <c:v>playdicewiththeuniverse</c:v>
                </c:pt>
                <c:pt idx="7440">
                  <c:v>playdeadillplayalong</c:v>
                </c:pt>
                <c:pt idx="7441">
                  <c:v>playboy_talent_scout</c:v>
                </c:pt>
                <c:pt idx="7442">
                  <c:v>playboy_rebel_bunnie</c:v>
                </c:pt>
                <c:pt idx="7443">
                  <c:v>PlayboyPrincess4life</c:v>
                </c:pt>
                <c:pt idx="7444">
                  <c:v>playboypenguin_bridgette</c:v>
                </c:pt>
                <c:pt idx="7445">
                  <c:v>playboy_central_51_bitch</c:v>
                </c:pt>
                <c:pt idx="7446">
                  <c:v>playboybunnystar29741</c:v>
                </c:pt>
                <c:pt idx="7447">
                  <c:v>playboy_bunny_mate_200</c:v>
                </c:pt>
                <c:pt idx="7448">
                  <c:v>_playboy_bunny_lover_</c:v>
                </c:pt>
                <c:pt idx="7449">
                  <c:v>playboy_bunny_girl14</c:v>
                </c:pt>
                <c:pt idx="7450">
                  <c:v>playboybunnyfromhell</c:v>
                </c:pt>
                <c:pt idx="7451">
                  <c:v>playboy_bunny_chick17</c:v>
                </c:pt>
                <c:pt idx="7452">
                  <c:v>playboybunnychick101</c:v>
                </c:pt>
                <c:pt idx="7453">
                  <c:v>playboy_bunny_bitch_9</c:v>
                </c:pt>
                <c:pt idx="7454">
                  <c:v>playboybunnybabe4life</c:v>
                </c:pt>
                <c:pt idx="7455">
                  <c:v>playboy_bunny_angel17</c:v>
                </c:pt>
                <c:pt idx="7456">
                  <c:v>playanothersweetsong</c:v>
                </c:pt>
                <c:pt idx="7457">
                  <c:v>playalyndasurfergirl</c:v>
                </c:pt>
                <c:pt idx="7458">
                  <c:v>platypuspilotcommunique</c:v>
                </c:pt>
                <c:pt idx="7459">
                  <c:v>platovisionaryphilosopher</c:v>
                </c:pt>
                <c:pt idx="7460">
                  <c:v>platinumsunnentertainment</c:v>
                </c:pt>
                <c:pt idx="7461">
                  <c:v>platinumrecordoperation</c:v>
                </c:pt>
                <c:pt idx="7462">
                  <c:v>platinumproductionsny</c:v>
                </c:pt>
                <c:pt idx="7463">
                  <c:v>platinum_mixed_4_life</c:v>
                </c:pt>
                <c:pt idx="7464">
                  <c:v>platinummarketinggroup</c:v>
                </c:pt>
                <c:pt idx="7465">
                  <c:v>platinumlevelentertainment</c:v>
                </c:pt>
                <c:pt idx="7466">
                  <c:v>platinumkatentertainment</c:v>
                </c:pt>
                <c:pt idx="7467">
                  <c:v>platinumboundmusicgroup</c:v>
                </c:pt>
                <c:pt idx="7468">
                  <c:v>platinumartistsearch1</c:v>
                </c:pt>
                <c:pt idx="7469">
                  <c:v>plastictrashprincess</c:v>
                </c:pt>
                <c:pt idx="7470">
                  <c:v>plasticthingonashoelace</c:v>
                </c:pt>
                <c:pt idx="7471">
                  <c:v>plastic_loveless_letter</c:v>
                </c:pt>
                <c:pt idx="7472">
                  <c:v>plasticfashionbandpage</c:v>
                </c:pt>
                <c:pt idx="7473">
                  <c:v>plasticfantasticjewelry</c:v>
                </c:pt>
                <c:pt idx="7474">
                  <c:v>planktonwillruletheworld</c:v>
                </c:pt>
                <c:pt idx="7475">
                  <c:v>planethollywoodresort</c:v>
                </c:pt>
                <c:pt idx="7476">
                  <c:v>planetgranitehustler</c:v>
                </c:pt>
                <c:pt idx="7477">
                  <c:v>planetexpressshipmusic</c:v>
                </c:pt>
                <c:pt idx="7478">
                  <c:v>planetdancejumpyjosh</c:v>
                </c:pt>
                <c:pt idx="7479">
                  <c:v>planetbudtron420nebula</c:v>
                </c:pt>
                <c:pt idx="7480">
                  <c:v>planetbeacholdmetairie</c:v>
                </c:pt>
                <c:pt idx="7481">
                  <c:v>plan4tomorrowparty2night</c:v>
                </c:pt>
                <c:pt idx="7482">
                  <c:v>plain_yellow_mustard</c:v>
                </c:pt>
                <c:pt idx="7483">
                  <c:v>plagiarizingtheapocalypse</c:v>
                </c:pt>
                <c:pt idx="7484">
                  <c:v>placetobewitthequeen9</c:v>
                </c:pt>
                <c:pt idx="7485">
                  <c:v>pixie_tinkerbell99</c:v>
                </c:pt>
                <c:pt idx="7486">
                  <c:v>pittsburghsteelersong</c:v>
                </c:pt>
                <c:pt idx="7487">
                  <c:v>pittsburghsteelerfan</c:v>
                </c:pt>
                <c:pt idx="7488">
                  <c:v>pittsburghrollerhockey</c:v>
                </c:pt>
                <c:pt idx="7489">
                  <c:v>pith_helmeted_maniac</c:v>
                </c:pt>
                <c:pt idx="7490">
                  <c:v>pitchblackphotography</c:v>
                </c:pt>
                <c:pt idx="7491">
                  <c:v>pitbull_fighting_champ07</c:v>
                </c:pt>
                <c:pt idx="7492">
                  <c:v>piston_basketball4ever</c:v>
                </c:pt>
                <c:pt idx="7493">
                  <c:v>pissingtheyellowfantastic</c:v>
                </c:pt>
                <c:pt idx="7494">
                  <c:v>PirateMonkeyPrincess</c:v>
                </c:pt>
                <c:pt idx="7495">
                  <c:v>pirate_juice_not_poison</c:v>
                </c:pt>
                <c:pt idx="7496">
                  <c:v>piratehookersarefunny</c:v>
                </c:pt>
                <c:pt idx="7497">
                  <c:v>pirate_fanatic_giselle</c:v>
                </c:pt>
                <c:pt idx="7498">
                  <c:v>pipsqueakloveslingling</c:v>
                </c:pt>
                <c:pt idx="7499">
                  <c:v>piper_phoebe_and_paige</c:v>
                </c:pt>
                <c:pt idx="7500">
                  <c:v>piperelizabethhalliwell</c:v>
                </c:pt>
                <c:pt idx="7501">
                  <c:v>pipbransoncorporation</c:v>
                </c:pt>
                <c:pt idx="7502">
                  <c:v>pioneersinparanoiddysfunction</c:v>
                </c:pt>
                <c:pt idx="7503">
                  <c:v>pintaandhergardengrove</c:v>
                </c:pt>
                <c:pt idx="7504">
                  <c:v>pinkystarfish_maroonheart</c:v>
                </c:pt>
                <c:pt idx="7505">
                  <c:v>pinkystarfishgurl_1</c:v>
                </c:pt>
                <c:pt idx="7506">
                  <c:v>pinky_fashionprincess</c:v>
                </c:pt>
                <c:pt idx="7507">
                  <c:v>pinkyandthebrainracing</c:v>
                </c:pt>
                <c:pt idx="7508">
                  <c:v>pinkwithbabybluetester</c:v>
                </c:pt>
                <c:pt idx="7509">
                  <c:v>pinksugarandblackspice12</c:v>
                </c:pt>
                <c:pt idx="7510">
                  <c:v>pink_strawberry_sunshine</c:v>
                </c:pt>
                <c:pt idx="7511">
                  <c:v>pink_strawberry_baller99</c:v>
                </c:pt>
                <c:pt idx="7512">
                  <c:v>pink_ribbonsare_love</c:v>
                </c:pt>
                <c:pt idx="7513">
                  <c:v>pink_princess_tina24</c:v>
                </c:pt>
                <c:pt idx="7514">
                  <c:v>pinkprincessmichelle</c:v>
                </c:pt>
                <c:pt idx="7515">
                  <c:v>pinkprincessforever215</c:v>
                </c:pt>
                <c:pt idx="7516">
                  <c:v>pinkprincesscrystal008</c:v>
                </c:pt>
                <c:pt idx="7517">
                  <c:v>pinkpowerrangerfromhell</c:v>
                </c:pt>
                <c:pt idx="7518">
                  <c:v>pink_powder_princess</c:v>
                </c:pt>
                <c:pt idx="7519">
                  <c:v>pinkpolkadottedpurple</c:v>
                </c:pt>
                <c:pt idx="7520">
                  <c:v>pink_polka_dot_bikini</c:v>
                </c:pt>
                <c:pt idx="7521">
                  <c:v>pink_playboy_bunny55</c:v>
                </c:pt>
                <c:pt idx="7522">
                  <c:v>pink_play_boy_bunny08</c:v>
                </c:pt>
                <c:pt idx="7523">
                  <c:v>pinkplaidpajamapants</c:v>
                </c:pt>
                <c:pt idx="7524">
                  <c:v>pink_passionate_taste</c:v>
                </c:pt>
                <c:pt idx="7525">
                  <c:v>pinkpantherprincess4ever</c:v>
                </c:pt>
                <c:pt idx="7526">
                  <c:v>pinkpantherladies39</c:v>
                </c:pt>
                <c:pt idx="7527">
                  <c:v>pinkpanthergirl24504</c:v>
                </c:pt>
                <c:pt idx="7528">
                  <c:v>pinkpantherbubblelewis</c:v>
                </c:pt>
                <c:pt idx="7529">
                  <c:v>pinkmysticforceranger</c:v>
                </c:pt>
                <c:pt idx="7530">
                  <c:v>pinkluminousinvocation</c:v>
                </c:pt>
                <c:pt idx="7531">
                  <c:v>pinkieswear_photography</c:v>
                </c:pt>
                <c:pt idx="7532">
                  <c:v>Pink_Ice_Princess_2010</c:v>
                </c:pt>
                <c:pt idx="7533">
                  <c:v>pinkhotprincessqueen</c:v>
                </c:pt>
                <c:pt idx="7534">
                  <c:v>pinkhelmetharleychick</c:v>
                </c:pt>
                <c:pt idx="7535">
                  <c:v>pinkgoesgoodwithgreen</c:v>
                </c:pt>
                <c:pt idx="7536">
                  <c:v>pinkfrostedsugarcookie</c:v>
                </c:pt>
                <c:pt idx="7537">
                  <c:v>pinkflipflopprincess</c:v>
                </c:pt>
                <c:pt idx="7538">
                  <c:v>pinkelephantsinlemonade</c:v>
                </c:pt>
                <c:pt idx="7539">
                  <c:v>pinkelephantpromotion</c:v>
                </c:pt>
                <c:pt idx="7540">
                  <c:v>pinkelephantprincess</c:v>
                </c:pt>
                <c:pt idx="7541">
                  <c:v>pinkelephantfromchina</c:v>
                </c:pt>
                <c:pt idx="7542">
                  <c:v>pinkdiamondqueenpooh</c:v>
                </c:pt>
                <c:pt idx="7543">
                  <c:v>pink_diamond_princess_21</c:v>
                </c:pt>
                <c:pt idx="7544">
                  <c:v>pinkdiamondprincess1</c:v>
                </c:pt>
                <c:pt idx="7545">
                  <c:v>pinkdiamondmanagement</c:v>
                </c:pt>
                <c:pt idx="7546">
                  <c:v>pink_cotton_candy_gurl</c:v>
                </c:pt>
                <c:pt idx="7547">
                  <c:v>pink_cookiemonster_500</c:v>
                </c:pt>
                <c:pt idx="7548">
                  <c:v>pinkcheese_greengoat</c:v>
                </c:pt>
                <c:pt idx="7549">
                  <c:v>pinkcheesegreenghost</c:v>
                </c:pt>
                <c:pt idx="7550">
                  <c:v>pinkcandy_totallyrad</c:v>
                </c:pt>
                <c:pt idx="7551">
                  <c:v>pinkbutteflylayoutpreview</c:v>
                </c:pt>
                <c:pt idx="7552">
                  <c:v>pinkblackwhite_layout</c:v>
                </c:pt>
                <c:pt idx="7553">
                  <c:v>pink_belt_rockerdude15</c:v>
                </c:pt>
                <c:pt idx="7554">
                  <c:v>pinkandpurpleforever</c:v>
                </c:pt>
                <c:pt idx="7555">
                  <c:v>pinkandorangeprincess19</c:v>
                </c:pt>
                <c:pt idx="7556">
                  <c:v>pink_and_black_rainbow</c:v>
                </c:pt>
                <c:pt idx="7557">
                  <c:v>pinheadfromhellraiser</c:v>
                </c:pt>
                <c:pt idx="7558">
                  <c:v>pineridgereservation</c:v>
                </c:pt>
                <c:pt idx="7559">
                  <c:v>pineridgeentertainment</c:v>
                </c:pt>
                <c:pt idx="7560">
                  <c:v>pinemountainrailroad</c:v>
                </c:pt>
                <c:pt idx="7561">
                  <c:v>pineapplesaregood100</c:v>
                </c:pt>
                <c:pt idx="7562">
                  <c:v>pineapple.prettygirl</c:v>
                </c:pt>
                <c:pt idx="7563">
                  <c:v>pinchcheekfeedcookie</c:v>
                </c:pt>
                <c:pt idx="7564">
                  <c:v>pinarecordAKAjonathan</c:v>
                </c:pt>
                <c:pt idx="7565">
                  <c:v>pimpsticksandgoldfish</c:v>
                </c:pt>
                <c:pt idx="7566">
                  <c:v>pimp_master_whiteboy</c:v>
                </c:pt>
                <c:pt idx="7567">
                  <c:v>pimpmancookiemonster</c:v>
                </c:pt>
                <c:pt idx="7568">
                  <c:v>pimpjuicethepromoter</c:v>
                </c:pt>
                <c:pt idx="7569">
                  <c:v>pimpinwithhoneyandmoney</c:v>
                </c:pt>
                <c:pt idx="7570">
                  <c:v>pimpinnnaptown317420</c:v>
                </c:pt>
                <c:pt idx="7571">
                  <c:v>pimpingaroundtheworld1</c:v>
                </c:pt>
                <c:pt idx="7572">
                  <c:v>pimpingallovertheworld7</c:v>
                </c:pt>
                <c:pt idx="7573">
                  <c:v>pilieva.adriana123321</c:v>
                </c:pt>
                <c:pt idx="7574">
                  <c:v>pigsarecreepyandugly</c:v>
                </c:pt>
                <c:pt idx="7575">
                  <c:v>pigletandtigger11871</c:v>
                </c:pt>
                <c:pt idx="7576">
                  <c:v>piggylexicookiemonster</c:v>
                </c:pt>
                <c:pt idx="7577">
                  <c:v>piggyandchocolatebutt</c:v>
                </c:pt>
                <c:pt idx="7578">
                  <c:v>pierson_hood_mob_bitch</c:v>
                </c:pt>
                <c:pt idx="7579">
                  <c:v>piercedfromwithinband</c:v>
                </c:pt>
                <c:pt idx="7580">
                  <c:v>pierceddrummerfreak</c:v>
                </c:pt>
                <c:pt idx="7581">
                  <c:v>picturesareeverything</c:v>
                </c:pt>
                <c:pt idx="7582">
                  <c:v>picture_perfect_party_gur</c:v>
                </c:pt>
                <c:pt idx="7583">
                  <c:v>picture_perfect_modeling</c:v>
                </c:pt>
                <c:pt idx="7584">
                  <c:v>pictureperfecthannah</c:v>
                </c:pt>
                <c:pt idx="7585">
                  <c:v>pictureimperfecttheband</c:v>
                </c:pt>
                <c:pt idx="7586">
                  <c:v>picadillycircusclown</c:v>
                </c:pt>
                <c:pt idx="7587">
                  <c:v>pianofeedbackdistortion</c:v>
                </c:pt>
                <c:pt idx="7588">
                  <c:v>physicaltherapydoctor</c:v>
                </c:pt>
                <c:pt idx="7589">
                  <c:v>phototyphoonphotography</c:v>
                </c:pt>
                <c:pt idx="7590">
                  <c:v>phoenixrisingfromtheashes</c:v>
                </c:pt>
                <c:pt idx="7591">
                  <c:v>phoenix_reborn_again</c:v>
                </c:pt>
                <c:pt idx="7592">
                  <c:v>phoenixministerevangelist</c:v>
                </c:pt>
                <c:pt idx="7593">
                  <c:v>phoenixkatherineflame</c:v>
                </c:pt>
                <c:pt idx="7594">
                  <c:v>phoenix_deadly_romance</c:v>
                </c:pt>
                <c:pt idx="7595">
                  <c:v>phoenixcarcleaningservice</c:v>
                </c:pt>
                <c:pt idx="7596">
                  <c:v>phoenix_and_the_harlot</c:v>
                </c:pt>
                <c:pt idx="7597">
                  <c:v>phisigbridgewaterstate</c:v>
                </c:pt>
                <c:pt idx="7598">
                  <c:v>phillyclublivefromtha215</c:v>
                </c:pt>
                <c:pt idx="7599">
                  <c:v>phillycheesesteak_5</c:v>
                </c:pt>
                <c:pt idx="7600">
                  <c:v>phillycheesesteak1992</c:v>
                </c:pt>
                <c:pt idx="7601">
                  <c:v>phillycheeseandjessica</c:v>
                </c:pt>
                <c:pt idx="7602">
                  <c:v>phillis_the_gay_lord</c:v>
                </c:pt>
                <c:pt idx="7603">
                  <c:v>philipinthemetalguitarist</c:v>
                </c:pt>
                <c:pt idx="7604">
                  <c:v>phil_from_the_future</c:v>
                </c:pt>
                <c:pt idx="7605">
                  <c:v>philboydandthehiddentwin</c:v>
                </c:pt>
                <c:pt idx="7606">
                  <c:v>philbentleystreetteam</c:v>
                </c:pt>
                <c:pt idx="7607">
                  <c:v>philandkristyforever</c:v>
                </c:pt>
                <c:pt idx="7608">
                  <c:v>philadelphiasoulfansite</c:v>
                </c:pt>
                <c:pt idx="7609">
                  <c:v>philadelphiamusicreview</c:v>
                </c:pt>
                <c:pt idx="7610">
                  <c:v>philadelphiamainline</c:v>
                </c:pt>
                <c:pt idx="7611">
                  <c:v>philadelphiajerseygirl</c:v>
                </c:pt>
                <c:pt idx="7612">
                  <c:v>phenomenonyouthgroup</c:v>
                </c:pt>
                <c:pt idx="7613">
                  <c:v>phase_2_the_original</c:v>
                </c:pt>
                <c:pt idx="7614">
                  <c:v>phantom_thief_network</c:v>
                </c:pt>
                <c:pt idx="7615">
                  <c:v>peytonmanningfanpage</c:v>
                </c:pt>
                <c:pt idx="7616">
                  <c:v>peytonhappywithlucas</c:v>
                </c:pt>
                <c:pt idx="7617">
                  <c:v>peyton_elizabeth_sawyer0</c:v>
                </c:pt>
                <c:pt idx="7618">
                  <c:v>petethesnowboarder8</c:v>
                </c:pt>
                <c:pt idx="7619">
                  <c:v>peter_the_guitar_dude</c:v>
                </c:pt>
                <c:pt idx="7620">
                  <c:v>peterthegreatandguitar</c:v>
                </c:pt>
                <c:pt idx="7621">
                  <c:v>petersen_stephanie09</c:v>
                </c:pt>
                <c:pt idx="7622">
                  <c:v>peter_parker_spiderman</c:v>
                </c:pt>
                <c:pt idx="7623">
                  <c:v>peterparkerandspiderman</c:v>
                </c:pt>
                <c:pt idx="7624">
                  <c:v>peterparker2spiderman</c:v>
                </c:pt>
                <c:pt idx="7625">
                  <c:v>PETERPANNEVERLAND1234578910</c:v>
                </c:pt>
                <c:pt idx="7626">
                  <c:v>petergriffinforpresident</c:v>
                </c:pt>
                <c:pt idx="7627">
                  <c:v>peter_griffin_4_president</c:v>
                </c:pt>
                <c:pt idx="7628">
                  <c:v>peterfischerguitarplayer</c:v>
                </c:pt>
                <c:pt idx="7629">
                  <c:v>peterferguson_baseball</c:v>
                </c:pt>
                <c:pt idx="7630">
                  <c:v>peter_family_guy_griffin</c:v>
                </c:pt>
                <c:pt idx="7631">
                  <c:v>peterdigitalorchestra</c:v>
                </c:pt>
                <c:pt idx="7632">
                  <c:v>petercrouchrobotdancesong</c:v>
                </c:pt>
                <c:pt idx="7633">
                  <c:v>peterbuiltwreckingmachine</c:v>
                </c:pt>
                <c:pt idx="7634">
                  <c:v>peterandpauline4ever</c:v>
                </c:pt>
                <c:pt idx="7635">
                  <c:v>peterandjacquiecampbell</c:v>
                </c:pt>
                <c:pt idx="7636">
                  <c:v>petelindstrom_photography</c:v>
                </c:pt>
                <c:pt idx="7637">
                  <c:v>petefromdownthestreet</c:v>
                </c:pt>
                <c:pt idx="7638">
                  <c:v>peteandchuckextravaganza</c:v>
                </c:pt>
                <c:pt idx="7639">
                  <c:v>pesky_the_flying_pig</c:v>
                </c:pt>
                <c:pt idx="7640">
                  <c:v>pervertedtwistedfreak</c:v>
                </c:pt>
                <c:pt idx="7641">
                  <c:v>perverseskullcrusher</c:v>
                </c:pt>
                <c:pt idx="7642">
                  <c:v>perversecorpsedeformingapparatus</c:v>
                </c:pt>
                <c:pt idx="7643">
                  <c:v>personalwellnesscoach</c:v>
                </c:pt>
                <c:pt idx="7644">
                  <c:v>personaltouchphotography</c:v>
                </c:pt>
                <c:pt idx="7645">
                  <c:v>personallyyourscollection</c:v>
                </c:pt>
                <c:pt idx="7646">
                  <c:v>personallayouttester</c:v>
                </c:pt>
                <c:pt idx="7647">
                  <c:v>personalitycrisisdeaddoll</c:v>
                </c:pt>
                <c:pt idx="7648">
                  <c:v>personalfocusmarketing</c:v>
                </c:pt>
                <c:pt idx="7649">
                  <c:v>personalchefmichelle</c:v>
                </c:pt>
                <c:pt idx="7650">
                  <c:v>personabletrainwreck</c:v>
                </c:pt>
                <c:pt idx="7651">
                  <c:v>persephone_wolf_goddess</c:v>
                </c:pt>
                <c:pt idx="7652">
                  <c:v>perpetualunderachiever</c:v>
                </c:pt>
                <c:pt idx="7653">
                  <c:v>perpetuallyundulatingman</c:v>
                </c:pt>
                <c:pt idx="7654">
                  <c:v>perpetualdamagemachine</c:v>
                </c:pt>
                <c:pt idx="7655">
                  <c:v>perpetual_black_second</c:v>
                </c:pt>
                <c:pt idx="7656">
                  <c:v>peroxidegirlphotography</c:v>
                </c:pt>
                <c:pt idx="7657">
                  <c:v>permanentcoastholiday</c:v>
                </c:pt>
                <c:pt idx="7658">
                  <c:v>perimeterandfortress</c:v>
                </c:pt>
                <c:pt idx="7659">
                  <c:v>peridianconstruction</c:v>
                </c:pt>
                <c:pt idx="7660">
                  <c:v>perfumeheartseverywhere</c:v>
                </c:pt>
                <c:pt idx="7661">
                  <c:v>performinnovateengineer</c:v>
                </c:pt>
                <c:pt idx="7662">
                  <c:v>performanceplussoftball</c:v>
                </c:pt>
                <c:pt idx="7663">
                  <c:v>perfect_snow_white_world</c:v>
                </c:pt>
                <c:pt idx="7664">
                  <c:v>perfectshotknoxville</c:v>
                </c:pt>
                <c:pt idx="7665">
                  <c:v>perfect_princess_sarah22</c:v>
                </c:pt>
                <c:pt idx="7666">
                  <c:v>perfect_princess_sarah</c:v>
                </c:pt>
                <c:pt idx="7667">
                  <c:v>perfect_playmate_harmony</c:v>
                </c:pt>
                <c:pt idx="7668">
                  <c:v>perfectly_organized_mess</c:v>
                </c:pt>
                <c:pt idx="7669">
                  <c:v>perfectlyjessieangel</c:v>
                </c:pt>
                <c:pt idx="7670">
                  <c:v>perfectly_imperfect4god</c:v>
                </c:pt>
                <c:pt idx="7671">
                  <c:v>perfectly_flawed_princess</c:v>
                </c:pt>
                <c:pt idx="7672">
                  <c:v>perfectlychaoticforlife</c:v>
                </c:pt>
                <c:pt idx="7673">
                  <c:v>perfect_little_angel_99</c:v>
                </c:pt>
                <c:pt idx="7674">
                  <c:v>perfectionwasjustadream</c:v>
                </c:pt>
                <c:pt idx="7675">
                  <c:v>PerfectionThroughSilence</c:v>
                </c:pt>
                <c:pt idx="7676">
                  <c:v>perfectionthroughloudness</c:v>
                </c:pt>
                <c:pt idx="7677">
                  <c:v>perfection_does_exist</c:v>
                </c:pt>
                <c:pt idx="7678">
                  <c:v>perfection_aint_easy</c:v>
                </c:pt>
                <c:pt idx="7679">
                  <c:v>perfectedchaos_renee</c:v>
                </c:pt>
                <c:pt idx="7680">
                  <c:v>perfectdarkskateteam</c:v>
                </c:pt>
                <c:pt idx="7681">
                  <c:v>perfect_angel_gone_bad89</c:v>
                </c:pt>
                <c:pt idx="7682">
                  <c:v>_perfect_and_poisonous_</c:v>
                </c:pt>
                <c:pt idx="7683">
                  <c:v>perennialsareforever</c:v>
                </c:pt>
                <c:pt idx="7684">
                  <c:v>peppyandthefiringsquad</c:v>
                </c:pt>
                <c:pt idx="7685">
                  <c:v>pepperoni_with_cheese</c:v>
                </c:pt>
                <c:pt idx="7686">
                  <c:v>peppermintstickicecream</c:v>
                </c:pt>
                <c:pt idx="7687">
                  <c:v>peppermintcontacttables</c:v>
                </c:pt>
                <c:pt idx="7688">
                  <c:v>peppergreen_contingent</c:v>
                </c:pt>
                <c:pt idx="7689">
                  <c:v>pepperdinehomecoming200</c:v>
                </c:pt>
                <c:pt idx="7690">
                  <c:v>peoplewhowearblacksuck</c:v>
                </c:pt>
                <c:pt idx="7691">
                  <c:v>peoplewhorockchristina</c:v>
                </c:pt>
                <c:pt idx="7692">
                  <c:v>peopleunifiedforflavor</c:v>
                </c:pt>
                <c:pt idx="7693">
                  <c:v>peoplefuckingthrower</c:v>
                </c:pt>
                <c:pt idx="7694">
                  <c:v>peopledonteatcatfood</c:v>
                </c:pt>
                <c:pt idx="7695">
                  <c:v>peoplealwaysleave_1</c:v>
                </c:pt>
                <c:pt idx="7696">
                  <c:v>peopleagainstpoverty</c:v>
                </c:pt>
                <c:pt idx="7697">
                  <c:v>peopleagainstlizmilligan</c:v>
                </c:pt>
                <c:pt idx="7698">
                  <c:v>pensilsharpener_bandit</c:v>
                </c:pt>
                <c:pt idx="7699">
                  <c:v>pennywise_will_eat_you</c:v>
                </c:pt>
                <c:pt idx="7700">
                  <c:v>pennywisepoundfoolish</c:v>
                </c:pt>
                <c:pt idx="7701">
                  <c:v>pennystocksinvesting</c:v>
                </c:pt>
                <c:pt idx="7702">
                  <c:v>pennylanealmostfamous</c:v>
                </c:pt>
                <c:pt idx="7703">
                  <c:v>pennybrightandfamily</c:v>
                </c:pt>
                <c:pt idx="7704">
                  <c:v>penislaserenlargement</c:v>
                </c:pt>
                <c:pt idx="7705">
                  <c:v>peniscockdickfacemother</c:v>
                </c:pt>
                <c:pt idx="7706">
                  <c:v>penisbreathcocksucker</c:v>
                </c:pt>
                <c:pt idx="7707">
                  <c:v>penguinsareprettycool</c:v>
                </c:pt>
                <c:pt idx="7708">
                  <c:v>penguinsareattacking</c:v>
                </c:pt>
                <c:pt idx="7709">
                  <c:v>penguin_lord_forever</c:v>
                </c:pt>
                <c:pt idx="7710">
                  <c:v>pendletondrumfestival</c:v>
                </c:pt>
                <c:pt idx="7711">
                  <c:v>pencilshavingsandstickers</c:v>
                </c:pt>
                <c:pt idx="7712">
                  <c:v>pencilsharpenermonster</c:v>
                </c:pt>
                <c:pt idx="7713">
                  <c:v>pencilfuckingsharpener</c:v>
                </c:pt>
                <c:pt idx="7714">
                  <c:v>pelon_and_dora_forever</c:v>
                </c:pt>
                <c:pt idx="7715">
                  <c:v>pelicanbeaverlip_itch</c:v>
                </c:pt>
                <c:pt idx="7716">
                  <c:v>peggysuedospuntocero</c:v>
                </c:pt>
                <c:pt idx="7717">
                  <c:v>peeweerustyandjessie</c:v>
                </c:pt>
                <c:pt idx="7718">
                  <c:v>peel_out_the_watchword</c:v>
                </c:pt>
                <c:pt idx="7719">
                  <c:v>peek_around_the_corner</c:v>
                </c:pt>
                <c:pt idx="7720">
                  <c:v>peekaboo_ashleyrae_22</c:v>
                </c:pt>
                <c:pt idx="7721">
                  <c:v>pedrovianainvitation</c:v>
                </c:pt>
                <c:pt idx="7722">
                  <c:v>pedroandthechocolatefactory</c:v>
                </c:pt>
                <c:pt idx="7723">
                  <c:v>pedroandrachael4ever</c:v>
                </c:pt>
                <c:pt idx="7724">
                  <c:v>pedestrianyouthgroup</c:v>
                </c:pt>
                <c:pt idx="7725">
                  <c:v>pedalsteeltransmission</c:v>
                </c:pt>
                <c:pt idx="7726">
                  <c:v>pecanchocolatedeluxe</c:v>
                </c:pt>
                <c:pt idx="7727">
                  <c:v>peanutbuttersandwichincorporated</c:v>
                </c:pt>
                <c:pt idx="7728">
                  <c:v>peanutbutterrevolution</c:v>
                </c:pt>
                <c:pt idx="7729">
                  <c:v>peanut_butter_orgasm</c:v>
                </c:pt>
                <c:pt idx="7730">
                  <c:v>peanutbutteronaspoon00</c:v>
                </c:pt>
                <c:pt idx="7731">
                  <c:v>peanutbutterjustworks</c:v>
                </c:pt>
                <c:pt idx="7732">
                  <c:v>peanutbutter_jellytime92</c:v>
                </c:pt>
                <c:pt idx="7733">
                  <c:v>peanut_butter_jelly_time5</c:v>
                </c:pt>
                <c:pt idx="7734">
                  <c:v>peanutbutterjellytime420</c:v>
                </c:pt>
                <c:pt idx="7735">
                  <c:v>peanutbutterjelly_time23</c:v>
                </c:pt>
                <c:pt idx="7736">
                  <c:v>peanutbutterjellytime09</c:v>
                </c:pt>
                <c:pt idx="7737">
                  <c:v>peanutbutterjellytime0</c:v>
                </c:pt>
                <c:pt idx="7738">
                  <c:v>peanutbutterjellyhelp</c:v>
                </c:pt>
                <c:pt idx="7739">
                  <c:v>peanut_butter_jelly_girl</c:v>
                </c:pt>
                <c:pt idx="7740">
                  <c:v>peanutbutter_jelly_dancer</c:v>
                </c:pt>
                <c:pt idx="7741">
                  <c:v>peanutbutterjellybean213</c:v>
                </c:pt>
                <c:pt idx="7742">
                  <c:v>peanutbutterjellybean0809</c:v>
                </c:pt>
                <c:pt idx="7743">
                  <c:v>peanut_butter_jelly_200</c:v>
                </c:pt>
                <c:pt idx="7744">
                  <c:v>peanut_butter_jelly_1</c:v>
                </c:pt>
                <c:pt idx="7745">
                  <c:v>peanut_butterjelly00</c:v>
                </c:pt>
                <c:pt idx="7746">
                  <c:v>peanutbutterholocaust</c:v>
                </c:pt>
                <c:pt idx="7747">
                  <c:v>peanutbutterforpresident2</c:v>
                </c:pt>
                <c:pt idx="7748">
                  <c:v>peanutbutter_delight07</c:v>
                </c:pt>
                <c:pt idx="7749">
                  <c:v>peanutbutter_brownie</c:v>
                </c:pt>
                <c:pt idx="7750">
                  <c:v>peanut_butter_bandit</c:v>
                </c:pt>
                <c:pt idx="7751">
                  <c:v>peanutbutterandkelly</c:v>
                </c:pt>
                <c:pt idx="7752">
                  <c:v>peanutbutterandjelly4life</c:v>
                </c:pt>
                <c:pt idx="7753">
                  <c:v>peanutbutterandjelly413</c:v>
                </c:pt>
                <c:pt idx="7754">
                  <c:v>peanutbutter0jelly0time</c:v>
                </c:pt>
                <c:pt idx="7755">
                  <c:v>peacockpaintingcontractor</c:v>
                </c:pt>
                <c:pt idx="7756">
                  <c:v>peachykeen_jellybean4</c:v>
                </c:pt>
                <c:pt idx="7757">
                  <c:v>peachykeen_hiker_girl</c:v>
                </c:pt>
                <c:pt idx="7758">
                  <c:v>peachyfuzzyotterbabypolar</c:v>
                </c:pt>
                <c:pt idx="7759">
                  <c:v>peachbottomrecruitment</c:v>
                </c:pt>
                <c:pt idx="7760">
                  <c:v>peace_pipe_princess420</c:v>
                </c:pt>
                <c:pt idx="7761">
                  <c:v>peacepandasandpropaganda</c:v>
                </c:pt>
                <c:pt idx="7762">
                  <c:v>_peace_out_gurl_scout_</c:v>
                </c:pt>
                <c:pt idx="7763">
                  <c:v>peace_love_unity_art</c:v>
                </c:pt>
                <c:pt idx="7764">
                  <c:v>peace_love_softball17</c:v>
                </c:pt>
                <c:pt idx="7765">
                  <c:v>peaceloveprayer_kerry</c:v>
                </c:pt>
                <c:pt idx="7766">
                  <c:v>peacelovemusicmaking</c:v>
                </c:pt>
                <c:pt idx="7767">
                  <c:v>peacelovemarinecorps07</c:v>
                </c:pt>
                <c:pt idx="7768">
                  <c:v>peace.love.happyness3</c:v>
                </c:pt>
                <c:pt idx="7769">
                  <c:v>peacelovehappinessman</c:v>
                </c:pt>
                <c:pt idx="7770">
                  <c:v>peacelovehappiness9441</c:v>
                </c:pt>
                <c:pt idx="7771">
                  <c:v>peacelovehappiness93</c:v>
                </c:pt>
                <c:pt idx="7772">
                  <c:v>peace_love_happiness90</c:v>
                </c:pt>
                <c:pt idx="7773">
                  <c:v>peace_love_everything_els</c:v>
                </c:pt>
                <c:pt idx="7774">
                  <c:v>peace_love_and_prosperity</c:v>
                </c:pt>
                <c:pt idx="7775">
                  <c:v>peaceloveandnormajean</c:v>
                </c:pt>
                <c:pt idx="7776">
                  <c:v>peace_loveandhappiness</c:v>
                </c:pt>
                <c:pt idx="7777">
                  <c:v>peaceloveandhappieness</c:v>
                </c:pt>
                <c:pt idx="7778">
                  <c:v>peace_love_and_hairgrease</c:v>
                </c:pt>
                <c:pt idx="7779">
                  <c:v>peace_love_and_erika</c:v>
                </c:pt>
                <c:pt idx="7780">
                  <c:v>peaceloveandchelsea3</c:v>
                </c:pt>
                <c:pt idx="7781">
                  <c:v>peace_love_and_casualty</c:v>
                </c:pt>
                <c:pt idx="7782">
                  <c:v>peace_justice_and_glory</c:v>
                </c:pt>
                <c:pt idx="7783">
                  <c:v>peacefulwarriormovie</c:v>
                </c:pt>
                <c:pt idx="7784">
                  <c:v>peacefulandpassionate</c:v>
                </c:pt>
                <c:pt idx="7785">
                  <c:v>paybackproductionsteam</c:v>
                </c:pt>
                <c:pt idx="7786">
                  <c:v>paxtonpullmanskywalker</c:v>
                </c:pt>
                <c:pt idx="7787">
                  <c:v>paulypocket_the_thrasher</c:v>
                </c:pt>
                <c:pt idx="7788">
                  <c:v>paulineakabingobrat2</c:v>
                </c:pt>
                <c:pt idx="7789">
                  <c:v>paulina_the_last_day</c:v>
                </c:pt>
                <c:pt idx="7790">
                  <c:v>paulinasexylatinaforever</c:v>
                </c:pt>
                <c:pt idx="7791">
                  <c:v>paulaandhappybunnyrox</c:v>
                </c:pt>
                <c:pt idx="7792">
                  <c:v>patwalkerlandscaping</c:v>
                </c:pt>
                <c:pt idx="7793">
                  <c:v>pattymayonnaisemusic</c:v>
                </c:pt>
                <c:pt idx="7794">
                  <c:v>patty_beautiful_nice</c:v>
                </c:pt>
                <c:pt idx="7795">
                  <c:v>patsybroughtsexyback</c:v>
                </c:pt>
                <c:pt idx="7796">
                  <c:v>patrioticplaya_core330</c:v>
                </c:pt>
                <c:pt idx="7797">
                  <c:v>patriciaperryfoundation</c:v>
                </c:pt>
                <c:pt idx="7798">
                  <c:v>patricia_heart_broken</c:v>
                </c:pt>
                <c:pt idx="7799">
                  <c:v>patricia_campos_loos</c:v>
                </c:pt>
                <c:pt idx="7800">
                  <c:v>patientlywaiting4love</c:v>
                </c:pt>
                <c:pt idx="7801">
                  <c:v>patiently_waiting4him</c:v>
                </c:pt>
                <c:pt idx="7802">
                  <c:v>patchworkchaos_christy</c:v>
                </c:pt>
                <c:pt idx="7803">
                  <c:v>pastthebreakingpoint</c:v>
                </c:pt>
                <c:pt idx="7804">
                  <c:v>pastortroyforpresident</c:v>
                </c:pt>
                <c:pt idx="7805">
                  <c:v>past_life_regression</c:v>
                </c:pt>
                <c:pt idx="7806">
                  <c:v>passthatthisdirection</c:v>
                </c:pt>
                <c:pt idx="7807">
                  <c:v>passion_works_bodyshop</c:v>
                </c:pt>
                <c:pt idx="7808">
                  <c:v>passion_with_the_wind</c:v>
                </c:pt>
                <c:pt idx="7809">
                  <c:v>passionfruitprincess</c:v>
                </c:pt>
                <c:pt idx="7810">
                  <c:v>passionfruitmagazine</c:v>
                </c:pt>
                <c:pt idx="7811">
                  <c:v>passion_for_fashion21</c:v>
                </c:pt>
                <c:pt idx="7812">
                  <c:v>passionfordanceproject</c:v>
                </c:pt>
                <c:pt idx="7813">
                  <c:v>passion_for_confusion</c:v>
                </c:pt>
                <c:pt idx="7814">
                  <c:v>passionforcompassion</c:v>
                </c:pt>
                <c:pt idx="7815">
                  <c:v>passionate_married_male</c:v>
                </c:pt>
                <c:pt idx="7816">
                  <c:v>passionatelyhatinglife</c:v>
                </c:pt>
                <c:pt idx="7817">
                  <c:v>passionatedivadanielle</c:v>
                </c:pt>
                <c:pt idx="7818">
                  <c:v>passionateaboutmusic</c:v>
                </c:pt>
                <c:pt idx="7819">
                  <c:v>pass_christian_jackie</c:v>
                </c:pt>
                <c:pt idx="7820">
                  <c:v>partywithoutthepeople</c:v>
                </c:pt>
                <c:pt idx="7821">
                  <c:v>partystarterentertainment</c:v>
                </c:pt>
                <c:pt idx="7822">
                  <c:v>partypoopers_getstuck</c:v>
                </c:pt>
                <c:pt idx="7823">
                  <c:v>partynowpuketomorrow</c:v>
                </c:pt>
                <c:pt idx="7824">
                  <c:v>partyman_all_night_long</c:v>
                </c:pt>
                <c:pt idx="7825">
                  <c:v>partylikerockstar555</c:v>
                </c:pt>
                <c:pt idx="7826">
                  <c:v>Partylikearockstar8</c:v>
                </c:pt>
                <c:pt idx="7827">
                  <c:v>partylikearockstar24</c:v>
                </c:pt>
                <c:pt idx="7828">
                  <c:v>partylikearockstar12</c:v>
                </c:pt>
                <c:pt idx="7829">
                  <c:v>partylikearockstar_09</c:v>
                </c:pt>
                <c:pt idx="7830">
                  <c:v>party_liason_officer</c:v>
                </c:pt>
                <c:pt idx="7831">
                  <c:v>partyitupallnighteveryday</c:v>
                </c:pt>
                <c:pt idx="7832">
                  <c:v>partying_hockey_player22</c:v>
                </c:pt>
                <c:pt idx="7833">
                  <c:v>party_hardy_girl_200</c:v>
                </c:pt>
                <c:pt idx="7834">
                  <c:v>party_hard_and_never_stop</c:v>
                </c:pt>
                <c:pt idx="7835">
                  <c:v>party_girl_brooke_davis</c:v>
                </c:pt>
                <c:pt idx="7836">
                  <c:v>party_girl_and_single</c:v>
                </c:pt>
                <c:pt idx="7837">
                  <c:v>partycrasherextremist</c:v>
                </c:pt>
                <c:pt idx="7838">
                  <c:v>partybreaker_rockstar</c:v>
                </c:pt>
                <c:pt idx="7839">
                  <c:v>partyboyforpresident</c:v>
                </c:pt>
                <c:pt idx="7840">
                  <c:v>party__all___the__time</c:v>
                </c:pt>
                <c:pt idx="7841">
                  <c:v>partyallthefuckingtime</c:v>
                </c:pt>
                <c:pt idx="7842">
                  <c:v>partnersincrimesociety</c:v>
                </c:pt>
                <c:pt idx="7843">
                  <c:v>partnersincrimemusic</c:v>
                </c:pt>
                <c:pt idx="7844">
                  <c:v>partly_confused_most_time</c:v>
                </c:pt>
                <c:pt idx="7845">
                  <c:v>partlycloudygraphics</c:v>
                </c:pt>
                <c:pt idx="7846">
                  <c:v>parsleysagerosemarynutmeg</c:v>
                </c:pt>
                <c:pt idx="7847">
                  <c:v>parklandhighschool98</c:v>
                </c:pt>
                <c:pt idx="7848">
                  <c:v>parkerthefunkymonkey</c:v>
                </c:pt>
                <c:pt idx="7849">
                  <c:v>parkchester_baby_718</c:v>
                </c:pt>
                <c:pt idx="7850">
                  <c:v>paris_and_nikki_rock</c:v>
                </c:pt>
                <c:pt idx="7851">
                  <c:v>parisandnicolereplacement</c:v>
                </c:pt>
                <c:pt idx="7852">
                  <c:v>paraplegiczombiepizzamen</c:v>
                </c:pt>
                <c:pt idx="7853">
                  <c:v>paranormalchickengeek</c:v>
                </c:pt>
                <c:pt idx="7854">
                  <c:v>paranoiaccriticalstudy</c:v>
                </c:pt>
                <c:pt idx="7855">
                  <c:v>paralegaladviceforum</c:v>
                </c:pt>
                <c:pt idx="7856">
                  <c:v>paragonsaxophonequartet</c:v>
                </c:pt>
                <c:pt idx="7857">
                  <c:v>paradoxoppositeattraction</c:v>
                </c:pt>
                <c:pt idx="7858">
                  <c:v>paradisescreenprinting</c:v>
                </c:pt>
                <c:pt idx="7859">
                  <c:v>paperstreetwebdesign</c:v>
                </c:pt>
                <c:pt idx="7860">
                  <c:v>paperscissorsstone82</c:v>
                </c:pt>
                <c:pt idx="7861">
                  <c:v>paperplatebeanshakers</c:v>
                </c:pt>
                <c:pt idx="7862">
                  <c:v>paperbagprincessband</c:v>
                </c:pt>
                <c:pt idx="7863">
                  <c:v>paperbagbanditswilleatyou</c:v>
                </c:pt>
                <c:pt idx="7864">
                  <c:v>paperbackwritertheband</c:v>
                </c:pt>
                <c:pt idx="7865">
                  <c:v>paperandpencilswithlove</c:v>
                </c:pt>
                <c:pt idx="7866">
                  <c:v>papa_thermos_tha_druglord</c:v>
                </c:pt>
                <c:pt idx="7867">
                  <c:v>pantherladypaulamichelle</c:v>
                </c:pt>
                <c:pt idx="7868">
                  <c:v>pantherfootballplaya</c:v>
                </c:pt>
                <c:pt idx="7869">
                  <c:v>panther_cheerdarliin2011</c:v>
                </c:pt>
                <c:pt idx="7870">
                  <c:v>panic_yourfuckinglame</c:v>
                </c:pt>
                <c:pt idx="7871">
                  <c:v>panicstrickenpapacyband</c:v>
                </c:pt>
                <c:pt idx="7872">
                  <c:v>panic_burn_piano_island</c:v>
                </c:pt>
                <c:pt idx="7873">
                  <c:v>pangalactic_gargleblaster</c:v>
                </c:pt>
                <c:pt idx="7874">
                  <c:v>pandoraandhissillybox</c:v>
                </c:pt>
                <c:pt idx="7875">
                  <c:v>pandora_aka_pandy_bear</c:v>
                </c:pt>
                <c:pt idx="7876">
                  <c:v>pandagroomingcompany</c:v>
                </c:pt>
                <c:pt idx="7877">
                  <c:v>pancreaticcancerfighter</c:v>
                </c:pt>
                <c:pt idx="7878">
                  <c:v>pamperedprincessblondie</c:v>
                </c:pt>
                <c:pt idx="7879">
                  <c:v>pamela_denise_anderson</c:v>
                </c:pt>
                <c:pt idx="7880">
                  <c:v>pamela_anderson_girly</c:v>
                </c:pt>
                <c:pt idx="7881">
                  <c:v>palmspringsyachtclub</c:v>
                </c:pt>
                <c:pt idx="7882">
                  <c:v>palmettoprincessmusic</c:v>
                </c:pt>
                <c:pt idx="7883">
                  <c:v>palmermitchellphotography</c:v>
                </c:pt>
                <c:pt idx="7884">
                  <c:v>palmbeachcountyhotboy</c:v>
                </c:pt>
                <c:pt idx="7885">
                  <c:v>pallmallschwaandcompany</c:v>
                </c:pt>
                <c:pt idx="7886">
                  <c:v>paleslaughteringmachine</c:v>
                </c:pt>
                <c:pt idx="7887">
                  <c:v>paisleyskycountrymusic</c:v>
                </c:pt>
                <c:pt idx="7888">
                  <c:v>paintyourwagonwithblood</c:v>
                </c:pt>
                <c:pt idx="7889">
                  <c:v>paintthecolorspretty</c:v>
                </c:pt>
                <c:pt idx="7890">
                  <c:v>paintpastelprincess3</c:v>
                </c:pt>
                <c:pt idx="7891">
                  <c:v>paintpastelprincess101</c:v>
                </c:pt>
                <c:pt idx="7892">
                  <c:v>paintlessdentremoval</c:v>
                </c:pt>
                <c:pt idx="7893">
                  <c:v>paintingwhilerunning</c:v>
                </c:pt>
                <c:pt idx="7894">
                  <c:v>painting_apathetic_truce</c:v>
                </c:pt>
                <c:pt idx="7895">
                  <c:v>painteverythingblack</c:v>
                </c:pt>
                <c:pt idx="7896">
                  <c:v>paintballmonkeyman15</c:v>
                </c:pt>
                <c:pt idx="7897">
                  <c:v>paintballfanaticforever</c:v>
                </c:pt>
                <c:pt idx="7898">
                  <c:v>paintballfanatic1993</c:v>
                </c:pt>
                <c:pt idx="7899">
                  <c:v>paintball4life2007sucker</c:v>
                </c:pt>
                <c:pt idx="7900">
                  <c:v>paine_kingdom_hearts</c:v>
                </c:pt>
                <c:pt idx="7901">
                  <c:v>pain_doesnt_hurt_alot</c:v>
                </c:pt>
                <c:pt idx="7902">
                  <c:v>paige_underscore_alex</c:v>
                </c:pt>
                <c:pt idx="7903">
                  <c:v>paige_the_heartbreaker</c:v>
                </c:pt>
                <c:pt idx="7904">
                  <c:v>paige_single_looking</c:v>
                </c:pt>
                <c:pt idx="7905">
                  <c:v>paigesillygirlstarlet</c:v>
                </c:pt>
                <c:pt idx="7906">
                  <c:v>pagan_whisper_goddess</c:v>
                </c:pt>
                <c:pt idx="7907">
                  <c:v>paddyandmarmaladerock</c:v>
                </c:pt>
                <c:pt idx="7908">
                  <c:v>pactrick_stump_chick</c:v>
                </c:pt>
                <c:pt idx="7909">
                  <c:v>pacific_soul_surfing</c:v>
                </c:pt>
                <c:pt idx="7910">
                  <c:v>pacificnorthwest_guy</c:v>
                </c:pt>
                <c:pt idx="7911">
                  <c:v>pacificnorthwestartist</c:v>
                </c:pt>
                <c:pt idx="7912">
                  <c:v>pacific_coast_academy</c:v>
                </c:pt>
                <c:pt idx="7913">
                  <c:v>pacificchambermanagementgroup</c:v>
                </c:pt>
                <c:pt idx="7914">
                  <c:v>pacificballroomdance</c:v>
                </c:pt>
                <c:pt idx="7915">
                  <c:v>pacificavenueofficial</c:v>
                </c:pt>
                <c:pt idx="7916">
                  <c:v>ozarkcheerleaderbabe</c:v>
                </c:pt>
                <c:pt idx="7917">
                  <c:v>oxfordlanguagecenter</c:v>
                </c:pt>
                <c:pt idx="7918">
                  <c:v>owningeveryonewithwinged</c:v>
                </c:pt>
                <c:pt idx="7919">
                  <c:v>overundergroundcompilation</c:v>
                </c:pt>
                <c:pt idx="7920">
                  <c:v>oversteppedauthority</c:v>
                </c:pt>
                <c:pt idx="7921">
                  <c:v>oversizedghettobubblebutt</c:v>
                </c:pt>
                <c:pt idx="7922">
                  <c:v>overgrownspunkbubble</c:v>
                </c:pt>
                <c:pt idx="7923">
                  <c:v>over40_fitness_expert</c:v>
                </c:pt>
                <c:pt idx="7924">
                  <c:v>outwardboundcostarica</c:v>
                </c:pt>
                <c:pt idx="7925">
                  <c:v>outtherepaperchasin1029</c:v>
                </c:pt>
                <c:pt idx="7926">
                  <c:v>outstandingtinkerbell</c:v>
                </c:pt>
                <c:pt idx="7927">
                  <c:v>outstandingpraisegospel</c:v>
                </c:pt>
                <c:pt idx="7928">
                  <c:v>outrageouslyloveable</c:v>
                </c:pt>
                <c:pt idx="7929">
                  <c:v>outrageoushypnosisshow</c:v>
                </c:pt>
                <c:pt idx="7930">
                  <c:v>outlawfromthedirtysouth</c:v>
                </c:pt>
                <c:pt idx="7931">
                  <c:v>outlandishfecalmatter</c:v>
                </c:pt>
                <c:pt idx="7932">
                  <c:v>outforfuckingrevenge</c:v>
                </c:pt>
                <c:pt idx="7933">
                  <c:v>outdoorsloverwisconsin</c:v>
                </c:pt>
                <c:pt idx="7934">
                  <c:v>outcomingsingingroup</c:v>
                </c:pt>
                <c:pt idx="7935">
                  <c:v>outbreakyouthfellowship</c:v>
                </c:pt>
                <c:pt idx="7936">
                  <c:v>oursuicideprocession</c:v>
                </c:pt>
                <c:pt idx="7937">
                  <c:v>oursilentprocessiontheband</c:v>
                </c:pt>
                <c:pt idx="7938">
                  <c:v>our_love_will_never_die_</c:v>
                </c:pt>
                <c:pt idx="7939">
                  <c:v>ourlovewilllastforever89</c:v>
                </c:pt>
                <c:pt idx="7940">
                  <c:v>ourlovewilllastforever</c:v>
                </c:pt>
                <c:pt idx="7941">
                  <c:v>ourlovespacedanderin</c:v>
                </c:pt>
                <c:pt idx="7942">
                  <c:v>ourloveremainsrestless</c:v>
                </c:pt>
                <c:pt idx="7943">
                  <c:v>our_little_secret_hideout</c:v>
                </c:pt>
                <c:pt idx="7944">
                  <c:v>ourhopefullygoodband</c:v>
                </c:pt>
                <c:pt idx="7945">
                  <c:v>OurHeavensmissingangel</c:v>
                </c:pt>
                <c:pt idx="7946">
                  <c:v>ourgovernmentneedshelp</c:v>
                </c:pt>
                <c:pt idx="7947">
                  <c:v>our_diabolical_rapture</c:v>
                </c:pt>
                <c:pt idx="7948">
                  <c:v>our_beautiful_baby512</c:v>
                </c:pt>
                <c:pt idx="7949">
                  <c:v>ouch_that_does_tickle</c:v>
                </c:pt>
                <c:pt idx="7950">
                  <c:v>otto_wetworks_division</c:v>
                </c:pt>
                <c:pt idx="7951">
                  <c:v>otherwisemusiccanada1</c:v>
                </c:pt>
                <c:pt idx="7952">
                  <c:v>otherwisemusiccanada</c:v>
                </c:pt>
                <c:pt idx="7953">
                  <c:v>otherthefarleftmovement</c:v>
                </c:pt>
                <c:pt idx="7954">
                  <c:v>osaka_the_space_cadet</c:v>
                </c:pt>
                <c:pt idx="7955">
                  <c:v>orlandopunkrockgirlie</c:v>
                </c:pt>
                <c:pt idx="7956">
                  <c:v>orlandopinkprincess21</c:v>
                </c:pt>
                <c:pt idx="7957">
                  <c:v>orlandopenasakabigboy101</c:v>
                </c:pt>
                <c:pt idx="7958">
                  <c:v>orlandokittenscarlet</c:v>
                </c:pt>
                <c:pt idx="7959">
                  <c:v>orlandobloomfansonly</c:v>
                </c:pt>
                <c:pt idx="7960">
                  <c:v>oriontoofeaturingcaitlin</c:v>
                </c:pt>
                <c:pt idx="7961">
                  <c:v>originalunknowndreamer</c:v>
                </c:pt>
                <c:pt idx="7962">
                  <c:v>original_unique_sexy</c:v>
                </c:pt>
                <c:pt idx="7963">
                  <c:v>original_taylor_high_scho</c:v>
                </c:pt>
                <c:pt idx="7964">
                  <c:v>originalstudclothing</c:v>
                </c:pt>
                <c:pt idx="7965">
                  <c:v>original_smooth_ass_bitch</c:v>
                </c:pt>
                <c:pt idx="7966">
                  <c:v>original_sin_drummer</c:v>
                </c:pt>
                <c:pt idx="7967">
                  <c:v>originalschoolgurl9</c:v>
                </c:pt>
                <c:pt idx="7968">
                  <c:v>original.scarlett.satine</c:v>
                </c:pt>
                <c:pt idx="7969">
                  <c:v>originalreefermadnesscast</c:v>
                </c:pt>
                <c:pt idx="7970">
                  <c:v>originalredhotchilipepper</c:v>
                </c:pt>
                <c:pt idx="7971">
                  <c:v>_original_pirate_material</c:v>
                </c:pt>
                <c:pt idx="7972">
                  <c:v>originalmeaganofficial</c:v>
                </c:pt>
                <c:pt idx="7973">
                  <c:v>original_king_eclipse</c:v>
                </c:pt>
                <c:pt idx="7974">
                  <c:v>originaliceprincess22</c:v>
                </c:pt>
                <c:pt idx="7975">
                  <c:v>originalhumanmaterial1</c:v>
                </c:pt>
                <c:pt idx="7976">
                  <c:v>originalhookerstabber</c:v>
                </c:pt>
                <c:pt idx="7977">
                  <c:v>originalgangsterangel</c:v>
                </c:pt>
                <c:pt idx="7978">
                  <c:v>originalfruitskittles</c:v>
                </c:pt>
                <c:pt idx="7979">
                  <c:v>originaldiamondprincess</c:v>
                </c:pt>
                <c:pt idx="7980">
                  <c:v>original_cowgirl_mud_deep</c:v>
                </c:pt>
                <c:pt idx="7981">
                  <c:v>original_cookie_monster</c:v>
                </c:pt>
                <c:pt idx="7982">
                  <c:v>original.baby.hostility</c:v>
                </c:pt>
                <c:pt idx="7983">
                  <c:v>original100percentcowgirl</c:v>
                </c:pt>
                <c:pt idx="7984">
                  <c:v>organizedtrainedsoulgaz</c:v>
                </c:pt>
                <c:pt idx="7985">
                  <c:v>organicpureandnatural</c:v>
                </c:pt>
                <c:pt idx="7986">
                  <c:v>organic_food_for_everyone</c:v>
                </c:pt>
                <c:pt idx="7987">
                  <c:v>oregonstateuniversity</c:v>
                </c:pt>
                <c:pt idx="7988">
                  <c:v>oregonrealestatebroker</c:v>
                </c:pt>
                <c:pt idx="7989">
                  <c:v>oregonparanormalsociety</c:v>
                </c:pt>
                <c:pt idx="7990">
                  <c:v>orderlychaosincorporated</c:v>
                </c:pt>
                <c:pt idx="7991">
                  <c:v>ordered_chaotic_mess</c:v>
                </c:pt>
                <c:pt idx="7992">
                  <c:v>orderedchaosfinalhour</c:v>
                </c:pt>
                <c:pt idx="7993">
                  <c:v>orchidfreakfeelunique</c:v>
                </c:pt>
                <c:pt idx="7994">
                  <c:v>orchardhillchurchband</c:v>
                </c:pt>
                <c:pt idx="7995">
                  <c:v>orange_with_dancing_man_</c:v>
                </c:pt>
                <c:pt idx="7996">
                  <c:v>orangetyedyeflamingo</c:v>
                </c:pt>
                <c:pt idx="7997">
                  <c:v>orange_tangy_tinkerbell</c:v>
                </c:pt>
                <c:pt idx="7998">
                  <c:v>orangetableentertainment</c:v>
                </c:pt>
                <c:pt idx="7999">
                  <c:v>orange_sunshine_girl</c:v>
                </c:pt>
                <c:pt idx="8000">
                  <c:v>orange_sunset_layout</c:v>
                </c:pt>
                <c:pt idx="8001">
                  <c:v>orange_root_vegetable</c:v>
                </c:pt>
                <c:pt idx="8002">
                  <c:v>orange_peanut_butter</c:v>
                </c:pt>
                <c:pt idx="8003">
                  <c:v>orangemochafrappicino93</c:v>
                </c:pt>
                <c:pt idx="8004">
                  <c:v>orangemochafrapbrand</c:v>
                </c:pt>
                <c:pt idx="8005">
                  <c:v>orange_meet_lemon1155</c:v>
                </c:pt>
                <c:pt idx="8006">
                  <c:v>orangejuiceandpotatoes</c:v>
                </c:pt>
                <c:pt idx="8007">
                  <c:v>orangedeliciousdodge</c:v>
                </c:pt>
                <c:pt idx="8008">
                  <c:v>orangecounty_santana</c:v>
                </c:pt>
                <c:pt idx="8009">
                  <c:v>orangecountypunkrock</c:v>
                </c:pt>
                <c:pt idx="8010">
                  <c:v>orangecountyhappyhour</c:v>
                </c:pt>
                <c:pt idx="8011">
                  <c:v>orange_cello_ranger_growl</c:v>
                </c:pt>
                <c:pt idx="8012">
                  <c:v>orangeblossom_bramble</c:v>
                </c:pt>
                <c:pt idx="8013">
                  <c:v>orange_banana_cherry</c:v>
                </c:pt>
                <c:pt idx="8014">
                  <c:v>optionalwordcoalition</c:v>
                </c:pt>
                <c:pt idx="8015">
                  <c:v>optimusprimewillsavedaday</c:v>
                </c:pt>
                <c:pt idx="8016">
                  <c:v>optimusentertainment</c:v>
                </c:pt>
                <c:pt idx="8017">
                  <c:v>optimumwindowcleaning</c:v>
                </c:pt>
                <c:pt idx="8018">
                  <c:v>optimumcapitalmanagement</c:v>
                </c:pt>
                <c:pt idx="8019">
                  <c:v>operation_worldhammer</c:v>
                </c:pt>
                <c:pt idx="8020">
                  <c:v>operationthunderchild</c:v>
                </c:pt>
                <c:pt idx="8021">
                  <c:v>operationsoundsystem</c:v>
                </c:pt>
                <c:pt idx="8022">
                  <c:v>operationfirstresponse</c:v>
                </c:pt>
                <c:pt idx="8023">
                  <c:v>operationfetusconsumption</c:v>
                </c:pt>
                <c:pt idx="8024">
                  <c:v>operation_desert_fox</c:v>
                </c:pt>
                <c:pt idx="8025">
                  <c:v>operationcatchtherabbit</c:v>
                </c:pt>
                <c:pt idx="8026">
                  <c:v>operationalbioticman1</c:v>
                </c:pt>
                <c:pt idx="8027">
                  <c:v>open_view_music_magazine</c:v>
                </c:pt>
                <c:pt idx="8028">
                  <c:v>opensourcetechadvice</c:v>
                </c:pt>
                <c:pt idx="8029">
                  <c:v>openmindfordifferentview</c:v>
                </c:pt>
                <c:pt idx="8030">
                  <c:v>onwardsoldiertheband</c:v>
                </c:pt>
                <c:pt idx="8031">
                  <c:v>ontariowrestlingrecap</c:v>
                </c:pt>
                <c:pt idx="8032">
                  <c:v>ontarioinsurancebroker</c:v>
                </c:pt>
                <c:pt idx="8033">
                  <c:v>onlywayoutentertainment</c:v>
                </c:pt>
                <c:pt idx="8034">
                  <c:v>only_the_strong_survive84</c:v>
                </c:pt>
                <c:pt idx="8035">
                  <c:v>onlythestrongsurvive_7</c:v>
                </c:pt>
                <c:pt idx="8036">
                  <c:v>onlythestrongsurvive13</c:v>
                </c:pt>
                <c:pt idx="8037">
                  <c:v>only_the_first_layer</c:v>
                </c:pt>
                <c:pt idx="8038">
                  <c:v>onlyspacedoutsometimes</c:v>
                </c:pt>
                <c:pt idx="8039">
                  <c:v>onlylovecanbringyouback</c:v>
                </c:pt>
                <c:pt idx="8040">
                  <c:v>_only_left_with_one_heart</c:v>
                </c:pt>
                <c:pt idx="8041">
                  <c:v>onlygodcanjudgekelly</c:v>
                </c:pt>
                <c:pt idx="8042">
                  <c:v>onlyexpecttheunexpected</c:v>
                </c:pt>
                <c:pt idx="8043">
                  <c:v>onlybrunettesarecrazy</c:v>
                </c:pt>
                <c:pt idx="8044">
                  <c:v>onlyanarchistsarepretty__</c:v>
                </c:pt>
                <c:pt idx="8045">
                  <c:v>only4thosewithtruegrit</c:v>
                </c:pt>
                <c:pt idx="8046">
                  <c:v>only_1_will_ever_know</c:v>
                </c:pt>
                <c:pt idx="8047">
                  <c:v>onewiththepuppydogface</c:v>
                </c:pt>
                <c:pt idx="8048">
                  <c:v>onewiththebulletmusic</c:v>
                </c:pt>
                <c:pt idx="8049">
                  <c:v>one_winged_swordsman</c:v>
                </c:pt>
                <c:pt idx="8050">
                  <c:v>onewingedangel_forever</c:v>
                </c:pt>
                <c:pt idx="8051">
                  <c:v>onewheelforlife_ridehard</c:v>
                </c:pt>
                <c:pt idx="8052">
                  <c:v>one_upon_the_journey</c:v>
                </c:pt>
                <c:pt idx="8053">
                  <c:v>onetruedelicateangel</c:v>
                </c:pt>
                <c:pt idx="8054">
                  <c:v>one_true_advice_king</c:v>
                </c:pt>
                <c:pt idx="8055">
                  <c:v>onetreehilllover11253</c:v>
                </c:pt>
                <c:pt idx="8056">
                  <c:v>one_track_mind_music</c:v>
                </c:pt>
                <c:pt idx="8057">
                  <c:v>onetrackmindmagazine</c:v>
                </c:pt>
                <c:pt idx="8058">
                  <c:v>onethousandtwohundred</c:v>
                </c:pt>
                <c:pt idx="8059">
                  <c:v>onethirtyeightphotography</c:v>
                </c:pt>
                <c:pt idx="8060">
                  <c:v>one_sweet_strawberry</c:v>
                </c:pt>
                <c:pt idx="8061">
                  <c:v>onesweetcountrychick</c:v>
                </c:pt>
                <c:pt idx="8062">
                  <c:v>one_stop_entertainment</c:v>
                </c:pt>
                <c:pt idx="8063">
                  <c:v>onesophisticatedchick</c:v>
                </c:pt>
                <c:pt idx="8064">
                  <c:v>onesnapbearphotography</c:v>
                </c:pt>
                <c:pt idx="8065">
                  <c:v>onesilvertongueddevil</c:v>
                </c:pt>
                <c:pt idx="8066">
                  <c:v>oneshorthappybunny87</c:v>
                </c:pt>
                <c:pt idx="8067">
                  <c:v>onesexymothertrucker</c:v>
                </c:pt>
                <c:pt idx="8068">
                  <c:v>one_pound_fifty_for_that</c:v>
                </c:pt>
                <c:pt idx="8069">
                  <c:v>oneparticularharbor7</c:v>
                </c:pt>
                <c:pt idx="8070">
                  <c:v>onenightafteryourdeath</c:v>
                </c:pt>
                <c:pt idx="8071">
                  <c:v>onenessbestkeptsecret</c:v>
                </c:pt>
                <c:pt idx="8072">
                  <c:v>onemissdadecounty305</c:v>
                </c:pt>
                <c:pt idx="8073">
                  <c:v>oneluckybitchsittinpretty</c:v>
                </c:pt>
                <c:pt idx="8074">
                  <c:v>oneloveinternational</c:v>
                </c:pt>
                <c:pt idx="8075">
                  <c:v>one_love_forever017</c:v>
                </c:pt>
                <c:pt idx="8076">
                  <c:v>onelove_aer_princess10</c:v>
                </c:pt>
                <c:pt idx="8077">
                  <c:v>OneLove2AllTheLiving</c:v>
                </c:pt>
                <c:pt idx="8078">
                  <c:v>onejokerafteranother</c:v>
                </c:pt>
                <c:pt idx="8079">
                  <c:v>onehundredpercentpure</c:v>
                </c:pt>
                <c:pt idx="8080">
                  <c:v>onehundredpercentprep</c:v>
                </c:pt>
                <c:pt idx="8081">
                  <c:v>onehundredpercentflirt</c:v>
                </c:pt>
                <c:pt idx="8082">
                  <c:v>onehundredandthirtyseven</c:v>
                </c:pt>
                <c:pt idx="8083">
                  <c:v>one_hot_and_sexy_bitch</c:v>
                </c:pt>
                <c:pt idx="8084">
                  <c:v>one_glorious_harmony</c:v>
                </c:pt>
                <c:pt idx="8085">
                  <c:v>oneglobaluniversemusic</c:v>
                </c:pt>
                <c:pt idx="8086">
                  <c:v>onefuckingcrazybitch</c:v>
                </c:pt>
                <c:pt idx="8087">
                  <c:v>onefingersnotshot1940</c:v>
                </c:pt>
                <c:pt idx="8088">
                  <c:v>onefierce_beercoaster</c:v>
                </c:pt>
                <c:pt idx="8089">
                  <c:v>_one_fierce_beer_coaster_</c:v>
                </c:pt>
                <c:pt idx="8090">
                  <c:v>onefelloutthechestnuttree</c:v>
                </c:pt>
                <c:pt idx="8091">
                  <c:v>oneelevenarcheravenue</c:v>
                </c:pt>
                <c:pt idx="8092">
                  <c:v>onedegreebelownormal</c:v>
                </c:pt>
                <c:pt idx="8093">
                  <c:v>one_crazy_ass_southern9</c:v>
                </c:pt>
                <c:pt idx="8094">
                  <c:v>onebreathremainsband</c:v>
                </c:pt>
                <c:pt idx="8095">
                  <c:v>one_blue_eyed_destiny</c:v>
                </c:pt>
                <c:pt idx="8096">
                  <c:v>oneblonde_bananahead</c:v>
                </c:pt>
                <c:pt idx="8097">
                  <c:v>one_black_winged_angel</c:v>
                </c:pt>
                <c:pt idx="8098">
                  <c:v>onebigwellingtonboot</c:v>
                </c:pt>
                <c:pt idx="8099">
                  <c:v>onebeautifulrose_0311</c:v>
                </c:pt>
                <c:pt idx="8100">
                  <c:v>one_badass_firefighter</c:v>
                </c:pt>
                <c:pt idx="8101">
                  <c:v>one_and_only_yours_truly</c:v>
                </c:pt>
                <c:pt idx="8102">
                  <c:v>oneandonlywhiteboy79</c:v>
                </c:pt>
                <c:pt idx="8103">
                  <c:v>one_and_only_toaster</c:v>
                </c:pt>
                <c:pt idx="8104">
                  <c:v>oneandonlyprincesskelly</c:v>
                </c:pt>
                <c:pt idx="8105">
                  <c:v>oneandonlyprincesscrystal</c:v>
                </c:pt>
                <c:pt idx="8106">
                  <c:v>oneandonlypoisongurl</c:v>
                </c:pt>
                <c:pt idx="8107">
                  <c:v>one_and_only_never_lonely</c:v>
                </c:pt>
                <c:pt idx="8108">
                  <c:v>oneandonlylovelytaylor</c:v>
                </c:pt>
                <c:pt idx="8109">
                  <c:v>oneandonlykelseymarie</c:v>
                </c:pt>
                <c:pt idx="8110">
                  <c:v>oneandonlyhotredhead</c:v>
                </c:pt>
                <c:pt idx="8111">
                  <c:v>one_and_only_ghetto_bitch</c:v>
                </c:pt>
                <c:pt idx="8112">
                  <c:v>one_and_only_farrock_star</c:v>
                </c:pt>
                <c:pt idx="8113">
                  <c:v>oneandonlyentertainment</c:v>
                </c:pt>
                <c:pt idx="8114">
                  <c:v>oneandonly_chrisbrown</c:v>
                </c:pt>
                <c:pt idx="8115">
                  <c:v>one_and_only_babygurl</c:v>
                </c:pt>
                <c:pt idx="8116">
                  <c:v>oneandfourentertainment</c:v>
                </c:pt>
                <c:pt idx="8117">
                  <c:v>one9westentertainment</c:v>
                </c:pt>
                <c:pt idx="8118">
                  <c:v>oncesexygoingdownhill</c:v>
                </c:pt>
                <c:pt idx="8119">
                  <c:v>oncemore_withfeeling</c:v>
                </c:pt>
                <c:pt idx="8120">
                  <c:v>oncearoundthesun355</c:v>
                </c:pt>
                <c:pt idx="8121">
                  <c:v>once_again_heartbroken</c:v>
                </c:pt>
                <c:pt idx="8122">
                  <c:v>omegaexpresstrinidad</c:v>
                </c:pt>
                <c:pt idx="8123">
                  <c:v>ollie_the_cheerleader</c:v>
                </c:pt>
                <c:pt idx="8124">
                  <c:v>oliviathebabygirlpup</c:v>
                </c:pt>
                <c:pt idx="8125">
                  <c:v>olivia_halliwell_again</c:v>
                </c:pt>
                <c:pt idx="8126">
                  <c:v>olive_juice_for_life</c:v>
                </c:pt>
                <c:pt idx="8127">
                  <c:v>olive_green_crayon91</c:v>
                </c:pt>
                <c:pt idx="8128">
                  <c:v>olga_vladimirova1988</c:v>
                </c:pt>
                <c:pt idx="8129">
                  <c:v>olgatatianamarieanastasia</c:v>
                </c:pt>
                <c:pt idx="8130">
                  <c:v>oldsouthalabamahippie</c:v>
                </c:pt>
                <c:pt idx="8131">
                  <c:v>oldschoolspeedskater</c:v>
                </c:pt>
                <c:pt idx="8132">
                  <c:v>oldschoolskatersonline</c:v>
                </c:pt>
                <c:pt idx="8133">
                  <c:v>oldschool_revolution</c:v>
                </c:pt>
                <c:pt idx="8134">
                  <c:v>oldschoolmintcondition</c:v>
                </c:pt>
                <c:pt idx="8135">
                  <c:v>oldschoolhollywood41</c:v>
                </c:pt>
                <c:pt idx="8136">
                  <c:v>oldschoolhiphop4ever</c:v>
                </c:pt>
                <c:pt idx="8137">
                  <c:v>oldschoolchocolate392</c:v>
                </c:pt>
                <c:pt idx="8138">
                  <c:v>oldpeoplehavegoodpot</c:v>
                </c:pt>
                <c:pt idx="8139">
                  <c:v>oldmixedtapesmarch14200</c:v>
                </c:pt>
                <c:pt idx="8140">
                  <c:v>oldgrumpymarkshotsauce</c:v>
                </c:pt>
                <c:pt idx="8141">
                  <c:v>oldgreendaylayoutred</c:v>
                </c:pt>
                <c:pt idx="8142">
                  <c:v>oldcrotchetystickjock</c:v>
                </c:pt>
                <c:pt idx="8143">
                  <c:v>oldbaldguyphotofreak</c:v>
                </c:pt>
                <c:pt idx="8144">
                  <c:v>oilfieldtrashwithhonor</c:v>
                </c:pt>
                <c:pt idx="8145">
                  <c:v>ohmloadtheexperience</c:v>
                </c:pt>
                <c:pt idx="8146">
                  <c:v>offthablockproduction</c:v>
                </c:pt>
                <c:pt idx="8147">
                  <c:v>offshorepowerboatracing</c:v>
                </c:pt>
                <c:pt idx="8148">
                  <c:v>offkiltersemiofficial</c:v>
                </c:pt>
                <c:pt idx="8149">
                  <c:v>officialworldwithout</c:v>
                </c:pt>
                <c:pt idx="8150">
                  <c:v>officialwhiteroseband</c:v>
                </c:pt>
                <c:pt idx="8151">
                  <c:v>officialwhiskermusic</c:v>
                </c:pt>
                <c:pt idx="8152">
                  <c:v>officialvisiondivine</c:v>
                </c:pt>
                <c:pt idx="8153">
                  <c:v>official_vincentvalentine</c:v>
                </c:pt>
                <c:pt idx="8154">
                  <c:v>officialtrustnobodymusic</c:v>
                </c:pt>
                <c:pt idx="8155">
                  <c:v>officialteamcatfacepage</c:v>
                </c:pt>
                <c:pt idx="8156">
                  <c:v>officialsweetinsanity</c:v>
                </c:pt>
                <c:pt idx="8157">
                  <c:v>officialstarvationarmy</c:v>
                </c:pt>
                <c:pt idx="8158">
                  <c:v>officialspiritualwar</c:v>
                </c:pt>
                <c:pt idx="8159">
                  <c:v>officialsilentshadow</c:v>
                </c:pt>
                <c:pt idx="8160">
                  <c:v>officialshadowgallery</c:v>
                </c:pt>
                <c:pt idx="8161">
                  <c:v>official_robby_gordon</c:v>
                </c:pt>
                <c:pt idx="8162">
                  <c:v>official_rick_springfield</c:v>
                </c:pt>
                <c:pt idx="8163">
                  <c:v>officialredneckyachtclub</c:v>
                </c:pt>
                <c:pt idx="8164">
                  <c:v>officialpurplepistol</c:v>
                </c:pt>
                <c:pt idx="8165">
                  <c:v>officialprojectsnowbeast</c:v>
                </c:pt>
                <c:pt idx="8166">
                  <c:v>official_pirate_hookers</c:v>
                </c:pt>
                <c:pt idx="8167">
                  <c:v>officialnightcrawler</c:v>
                </c:pt>
                <c:pt idx="8168">
                  <c:v>officialmiamiflorida</c:v>
                </c:pt>
                <c:pt idx="8169">
                  <c:v>officiallywickedcrew</c:v>
                </c:pt>
                <c:pt idx="8170">
                  <c:v>officially_supergirl_</c:v>
                </c:pt>
                <c:pt idx="8171">
                  <c:v>official_lucid_fan_club</c:v>
                </c:pt>
                <c:pt idx="8172">
                  <c:v>officiallowerclassbrass</c:v>
                </c:pt>
                <c:pt idx="8173">
                  <c:v>official_lil_luke_page</c:v>
                </c:pt>
                <c:pt idx="8174">
                  <c:v>officialkrystalsteal</c:v>
                </c:pt>
                <c:pt idx="8175">
                  <c:v>officialkassiedepaiva</c:v>
                </c:pt>
                <c:pt idx="8176">
                  <c:v>officialheavenshallburn</c:v>
                </c:pt>
                <c:pt idx="8177">
                  <c:v>official_ghostbuster3</c:v>
                </c:pt>
                <c:pt idx="8178">
                  <c:v>official_franzee_profile</c:v>
                </c:pt>
                <c:pt idx="8179">
                  <c:v>officialfourhorsemen</c:v>
                </c:pt>
                <c:pt idx="8180">
                  <c:v>officialfitnessmadesimple</c:v>
                </c:pt>
                <c:pt idx="8181">
                  <c:v>officialfeedbacksite</c:v>
                </c:pt>
                <c:pt idx="8182">
                  <c:v>officialdodgeviperpage</c:v>
                </c:pt>
                <c:pt idx="8183">
                  <c:v>officialdimepiece_101</c:v>
                </c:pt>
                <c:pt idx="8184">
                  <c:v>officialcrimsonmoonlight</c:v>
                </c:pt>
                <c:pt idx="8185">
                  <c:v>officialcomedycentral</c:v>
                </c:pt>
                <c:pt idx="8186">
                  <c:v>officialchrisbeckman</c:v>
                </c:pt>
                <c:pt idx="8187">
                  <c:v>official_blue_pokemon</c:v>
                </c:pt>
                <c:pt idx="8188">
                  <c:v>officialblacksheep_1997</c:v>
                </c:pt>
                <c:pt idx="8189">
                  <c:v>officialblackmarkethero</c:v>
                </c:pt>
                <c:pt idx="8190">
                  <c:v>officerfriendlymusic</c:v>
                </c:pt>
                <c:pt idx="8191">
                  <c:v>oceangirl_animalcrazed</c:v>
                </c:pt>
                <c:pt idx="8192">
                  <c:v>oceanfrontrealestate4sell</c:v>
                </c:pt>
                <c:pt idx="8193">
                  <c:v>ocean_avenue_babe1233</c:v>
                </c:pt>
                <c:pt idx="8194">
                  <c:v>obsessivemadwrestlingfan</c:v>
                </c:pt>
                <c:pt idx="8195">
                  <c:v>obsessivecompulsiveswine</c:v>
                </c:pt>
                <c:pt idx="8196">
                  <c:v>obsessivecompulsive4you</c:v>
                </c:pt>
                <c:pt idx="8197">
                  <c:v>obsessionwithperfection</c:v>
                </c:pt>
                <c:pt idx="8198">
                  <c:v>obscure_vanity_unknown</c:v>
                </c:pt>
                <c:pt idx="8199">
                  <c:v>obscureness_cute_girl</c:v>
                </c:pt>
                <c:pt idx="8200">
                  <c:v>obscene_hideous_dirty</c:v>
                </c:pt>
                <c:pt idx="8201">
                  <c:v>obnoxiouslycutetitle</c:v>
                </c:pt>
                <c:pt idx="8202">
                  <c:v>obliviousthepantomime</c:v>
                </c:pt>
                <c:pt idx="8203">
                  <c:v>objection_your_honor</c:v>
                </c:pt>
                <c:pt idx="8204">
                  <c:v>obesebuffetbeatsprod</c:v>
                </c:pt>
                <c:pt idx="8205">
                  <c:v>obelisk_thetormentor</c:v>
                </c:pt>
                <c:pt idx="8206">
                  <c:v>oath_simulcast_vocalist</c:v>
                </c:pt>
                <c:pt idx="8207">
                  <c:v>oathkeeper_oblivion170</c:v>
                </c:pt>
                <c:pt idx="8208">
                  <c:v>oakridgeentertainment</c:v>
                </c:pt>
                <c:pt idx="8209">
                  <c:v>oakley_mad_scientist</c:v>
                </c:pt>
                <c:pt idx="8210">
                  <c:v>oaklandvertskatepark</c:v>
                </c:pt>
                <c:pt idx="8211">
                  <c:v>oaklandraiderman192</c:v>
                </c:pt>
                <c:pt idx="8212">
                  <c:v>oakland_raider_4_life</c:v>
                </c:pt>
                <c:pt idx="8213">
                  <c:v>oakland_ice_princess23</c:v>
                </c:pt>
                <c:pt idx="8214">
                  <c:v>oakland_bound_4_life</c:v>
                </c:pt>
                <c:pt idx="8215">
                  <c:v>oaklandathleticsteam</c:v>
                </c:pt>
                <c:pt idx="8216">
                  <c:v>oaklandathleticsbaby15</c:v>
                </c:pt>
                <c:pt idx="8217">
                  <c:v>nurtureyourinnerwellbeing</c:v>
                </c:pt>
                <c:pt idx="8218">
                  <c:v>numberthirteenpreview</c:v>
                </c:pt>
                <c:pt idx="8219">
                  <c:v>numbersandlettersonly</c:v>
                </c:pt>
                <c:pt idx="8220">
                  <c:v>numberoneuniquebitch</c:v>
                </c:pt>
                <c:pt idx="8221">
                  <c:v>number_one_stunner_4_life</c:v>
                </c:pt>
                <c:pt idx="8222">
                  <c:v>NUMBERONESTUNNER232</c:v>
                </c:pt>
                <c:pt idx="8223">
                  <c:v>number_one_redneck_bitch</c:v>
                </c:pt>
                <c:pt idx="8224">
                  <c:v>numberoneplantmanager</c:v>
                </c:pt>
                <c:pt idx="8225">
                  <c:v>number_one_piss_head</c:v>
                </c:pt>
                <c:pt idx="8226">
                  <c:v>number_one_mommy2007</c:v>
                </c:pt>
                <c:pt idx="8227">
                  <c:v>numberonehottieplace</c:v>
                </c:pt>
                <c:pt idx="8228">
                  <c:v>numberonehottieforever</c:v>
                </c:pt>
                <c:pt idx="8229">
                  <c:v>numberonehitsongwriter</c:v>
                </c:pt>
                <c:pt idx="8230">
                  <c:v>numberonegreendayfan</c:v>
                </c:pt>
                <c:pt idx="8231">
                  <c:v>numberonecheesecakequeen</c:v>
                </c:pt>
                <c:pt idx="8232">
                  <c:v>number_one_charlotte</c:v>
                </c:pt>
                <c:pt idx="8233">
                  <c:v>number_one_bronco_fan</c:v>
                </c:pt>
                <c:pt idx="8234">
                  <c:v>numberoneaceyoungfan28</c:v>
                </c:pt>
                <c:pt idx="8235">
                  <c:v>number_1_wildcat_fan</c:v>
                </c:pt>
                <c:pt idx="8236">
                  <c:v>number_1_white_chocolate</c:v>
                </c:pt>
                <c:pt idx="8237">
                  <c:v>number_1_toon_supporter</c:v>
                </c:pt>
                <c:pt idx="8238">
                  <c:v>number1studentteacher</c:v>
                </c:pt>
                <c:pt idx="8239">
                  <c:v>number1_soldierlover</c:v>
                </c:pt>
                <c:pt idx="8240">
                  <c:v>number1softballplayer</c:v>
                </c:pt>
                <c:pt idx="8241">
                  <c:v>number1_princess_star</c:v>
                </c:pt>
                <c:pt idx="8242">
                  <c:v>number1party_champion</c:v>
                </c:pt>
                <c:pt idx="8243">
                  <c:v>number1franklinbeast</c:v>
                </c:pt>
                <c:pt idx="8244">
                  <c:v>number_1_evil_princess</c:v>
                </c:pt>
                <c:pt idx="8245">
                  <c:v>number_1cheer_leader</c:v>
                </c:pt>
                <c:pt idx="8246">
                  <c:v>number1badgurl4life9</c:v>
                </c:pt>
                <c:pt idx="8247">
                  <c:v>number_1_baby_girl513</c:v>
                </c:pt>
                <c:pt idx="8248">
                  <c:v>number_1_ashley_fansite</c:v>
                </c:pt>
                <c:pt idx="8249">
                  <c:v>number15southernchampion</c:v>
                </c:pt>
                <c:pt idx="8250">
                  <c:v>nowyouvegot2kill2believe</c:v>
                </c:pt>
                <c:pt idx="8251">
                  <c:v>now_then_stacey_leigh</c:v>
                </c:pt>
                <c:pt idx="8252">
                  <c:v>nowthatsratherfruity</c:v>
                </c:pt>
                <c:pt idx="8253">
                  <c:v>now_its_time_for_justice</c:v>
                </c:pt>
                <c:pt idx="8254">
                  <c:v>nowherenearredemption</c:v>
                </c:pt>
                <c:pt idx="8255">
                  <c:v>nowenteringneverlandranch</c:v>
                </c:pt>
                <c:pt idx="8256">
                  <c:v>novelistparexcellence</c:v>
                </c:pt>
                <c:pt idx="8257">
                  <c:v>novaprospectjamhouse</c:v>
                </c:pt>
                <c:pt idx="8258">
                  <c:v>notyourordinarygirl21</c:v>
                </c:pt>
                <c:pt idx="8259">
                  <c:v>notyourbestestfriend</c:v>
                </c:pt>
                <c:pt idx="8260">
                  <c:v>notyouraverageteenageslut</c:v>
                </c:pt>
                <c:pt idx="8261">
                  <c:v>not_your_average_pussy</c:v>
                </c:pt>
                <c:pt idx="8262">
                  <c:v>not_your_average_princess</c:v>
                </c:pt>
                <c:pt idx="8263">
                  <c:v>notyouraveragepancake</c:v>
                </c:pt>
                <c:pt idx="8264">
                  <c:v>not_your_average_mona</c:v>
                </c:pt>
                <c:pt idx="8265">
                  <c:v>notyouraveragegirl411</c:v>
                </c:pt>
                <c:pt idx="8266">
                  <c:v>notyouraveragegirl2</c:v>
                </c:pt>
                <c:pt idx="8267">
                  <c:v>not_your_average_girl001</c:v>
                </c:pt>
                <c:pt idx="8268">
                  <c:v>notyouraveragebreakdown</c:v>
                </c:pt>
                <c:pt idx="8269">
                  <c:v>notyouraveragebanjoplayer</c:v>
                </c:pt>
                <c:pt idx="8270">
                  <c:v>notworthyourfuckingtime</c:v>
                </c:pt>
                <c:pt idx="8271">
                  <c:v>not_wetback_scratchback_</c:v>
                </c:pt>
                <c:pt idx="8272">
                  <c:v>not_weird_just_random</c:v>
                </c:pt>
                <c:pt idx="8273">
                  <c:v>notvirginiacoalition</c:v>
                </c:pt>
                <c:pt idx="8274">
                  <c:v>not_the_one_two_three</c:v>
                </c:pt>
                <c:pt idx="8275">
                  <c:v>notthemermaidarielle</c:v>
                </c:pt>
                <c:pt idx="8276">
                  <c:v>notspoiled__justblessed</c:v>
                </c:pt>
                <c:pt idx="8277">
                  <c:v>notspecailjustdifferent</c:v>
                </c:pt>
                <c:pt idx="8278">
                  <c:v>not_small_space_efficient</c:v>
                </c:pt>
                <c:pt idx="8279">
                  <c:v>notsew_cool_after_all</c:v>
                </c:pt>
                <c:pt idx="8280">
                  <c:v>not_really_there_yet</c:v>
                </c:pt>
                <c:pt idx="8281">
                  <c:v>not_quite_famous_yet</c:v>
                </c:pt>
                <c:pt idx="8282">
                  <c:v>not_particularly_amusing</c:v>
                </c:pt>
                <c:pt idx="8283">
                  <c:v>notoriousoutlawsound</c:v>
                </c:pt>
                <c:pt idx="8284">
                  <c:v>notoriouslybigpickle</c:v>
                </c:pt>
                <c:pt idx="8285">
                  <c:v>notoriousdiamondqueen</c:v>
                </c:pt>
                <c:pt idx="8286">
                  <c:v>notoriousbeautyqueen</c:v>
                </c:pt>
                <c:pt idx="8287">
                  <c:v>notorious_87_trapstar</c:v>
                </c:pt>
                <c:pt idx="8288">
                  <c:v>notmuchbetterthanyou</c:v>
                </c:pt>
                <c:pt idx="8289">
                  <c:v>not_just_the_ginger_guy</c:v>
                </c:pt>
                <c:pt idx="8290">
                  <c:v>notjustblondebutperfect</c:v>
                </c:pt>
                <c:pt idx="8291">
                  <c:v>notjustanotherteentragedy</c:v>
                </c:pt>
                <c:pt idx="8292">
                  <c:v>not_justanotherprettyface</c:v>
                </c:pt>
                <c:pt idx="8293">
                  <c:v>nothingwhatsoeverband</c:v>
                </c:pt>
                <c:pt idx="8294">
                  <c:v>nothing_wait_everything</c:v>
                </c:pt>
                <c:pt idx="8295">
                  <c:v>nothingstaysthe_same</c:v>
                </c:pt>
                <c:pt idx="8296">
                  <c:v>nothing_stays_for_ever</c:v>
                </c:pt>
                <c:pt idx="8297">
                  <c:v>nothingshortforlauren</c:v>
                </c:pt>
                <c:pt idx="8298">
                  <c:v>nothingrhymeswithmusic</c:v>
                </c:pt>
                <c:pt idx="8299">
                  <c:v>nothinghigherthantruth</c:v>
                </c:pt>
                <c:pt idx="8300">
                  <c:v>nothing_from_nowhere_</c:v>
                </c:pt>
                <c:pt idx="8301">
                  <c:v>nothingforfreemelopunkfrom59</c:v>
                </c:pt>
                <c:pt idx="8302">
                  <c:v>nothingbuteverything101</c:v>
                </c:pt>
                <c:pt idx="8303">
                  <c:v>nothingbuteverything</c:v>
                </c:pt>
                <c:pt idx="8304">
                  <c:v>nothingbutcowboyboots</c:v>
                </c:pt>
                <c:pt idx="8305">
                  <c:v>nothingbutalaureltree</c:v>
                </c:pt>
                <c:pt idx="8306">
                  <c:v>nothing_big_just_piracy</c:v>
                </c:pt>
                <c:pt idx="8307">
                  <c:v>nothingbetterthanthis</c:v>
                </c:pt>
                <c:pt idx="8308">
                  <c:v>nothingandeverything</c:v>
                </c:pt>
                <c:pt idx="8309">
                  <c:v>notguiltyforbeingwhite</c:v>
                </c:pt>
                <c:pt idx="8310">
                  <c:v>not_good_enough_4_you</c:v>
                </c:pt>
                <c:pt idx="8311">
                  <c:v>notgoinganywerestudio</c:v>
                </c:pt>
                <c:pt idx="8312">
                  <c:v>notforhumanconsumption</c:v>
                </c:pt>
                <c:pt idx="8313">
                  <c:v>noteworthychristianmusic</c:v>
                </c:pt>
                <c:pt idx="8314">
                  <c:v>notentirelyperfectagain</c:v>
                </c:pt>
                <c:pt idx="8315">
                  <c:v>notenoughtstarsinthesky</c:v>
                </c:pt>
                <c:pt idx="8316">
                  <c:v>not_easy_being_green</c:v>
                </c:pt>
                <c:pt idx="8317">
                  <c:v>notdistinctlyaverage</c:v>
                </c:pt>
                <c:pt idx="8318">
                  <c:v>not_completely_useless</c:v>
                </c:pt>
                <c:pt idx="8319">
                  <c:v>notanotherprettyface</c:v>
                </c:pt>
                <c:pt idx="8320">
                  <c:v>not_another_plain_jane</c:v>
                </c:pt>
                <c:pt idx="8321">
                  <c:v>notanotherdixiechick</c:v>
                </c:pt>
                <c:pt idx="8322">
                  <c:v>not_another_chinaman</c:v>
                </c:pt>
                <c:pt idx="8323">
                  <c:v>not_another_broken_heart</c:v>
                </c:pt>
                <c:pt idx="8324">
                  <c:v>not_another_ashley_clone</c:v>
                </c:pt>
                <c:pt idx="8325">
                  <c:v>notan_average_whitgirl</c:v>
                </c:pt>
                <c:pt idx="8326">
                  <c:v>notanadvertformyself</c:v>
                </c:pt>
                <c:pt idx="8327">
                  <c:v>not_aloud_above_ground</c:v>
                </c:pt>
                <c:pt idx="8328">
                  <c:v>not_alone_and_lonely</c:v>
                </c:pt>
                <c:pt idx="8329">
                  <c:v>norwichparanormalsociety</c:v>
                </c:pt>
                <c:pt idx="8330">
                  <c:v>norwalkexplorerpost1085</c:v>
                </c:pt>
                <c:pt idx="8331">
                  <c:v>northwatchtowerguardian</c:v>
                </c:pt>
                <c:pt idx="8332">
                  <c:v>northvalleyplastering</c:v>
                </c:pt>
                <c:pt idx="8333">
                  <c:v>northstarshiningbright</c:v>
                </c:pt>
                <c:pt idx="8334">
                  <c:v>northstarphotography</c:v>
                </c:pt>
                <c:pt idx="8335">
                  <c:v>northstarentertainment</c:v>
                </c:pt>
                <c:pt idx="8336">
                  <c:v>northsouthinterstate</c:v>
                </c:pt>
                <c:pt idx="8337">
                  <c:v>northsoundsundaysession</c:v>
                </c:pt>
                <c:pt idx="8338">
                  <c:v>northsidenaughtygirl</c:v>
                </c:pt>
                <c:pt idx="8339">
                  <c:v>northside_knockoutqueen</c:v>
                </c:pt>
                <c:pt idx="8340">
                  <c:v>northside_hustler281</c:v>
                </c:pt>
                <c:pt idx="8341">
                  <c:v>northsideentertainment</c:v>
                </c:pt>
                <c:pt idx="8342">
                  <c:v>north_river_youth_leader</c:v>
                </c:pt>
                <c:pt idx="8343">
                  <c:v>northporthighschooltourchoir</c:v>
                </c:pt>
                <c:pt idx="8344">
                  <c:v>northphillyfreakgurl</c:v>
                </c:pt>
                <c:pt idx="8345">
                  <c:v>northlandyouthministry</c:v>
                </c:pt>
                <c:pt idx="8346">
                  <c:v>northgatehockeyleague</c:v>
                </c:pt>
                <c:pt idx="8347">
                  <c:v>northfloridasongcontest</c:v>
                </c:pt>
                <c:pt idx="8348">
                  <c:v>northeugenecampuslife</c:v>
                </c:pt>
                <c:pt idx="8349">
                  <c:v>northernstarspacedout</c:v>
                </c:pt>
                <c:pt idx="8350">
                  <c:v>northernstarcoffeehouse</c:v>
                </c:pt>
                <c:pt idx="8351">
                  <c:v>northernsouthernbell</c:v>
                </c:pt>
                <c:pt idx="8352">
                  <c:v>northernmonkeycheese</c:v>
                </c:pt>
                <c:pt idx="8353">
                  <c:v>northernhivemindritual</c:v>
                </c:pt>
                <c:pt idx="8354">
                  <c:v>northerngitbassplayer</c:v>
                </c:pt>
                <c:pt idx="8355">
                  <c:v>northernchicsouthernbelle</c:v>
                </c:pt>
                <c:pt idx="8356">
                  <c:v>northernbeachescapoeira</c:v>
                </c:pt>
                <c:pt idx="8357">
                  <c:v>northern_arapaho_angel</c:v>
                </c:pt>
                <c:pt idx="8358">
                  <c:v>north_east_street_tuff</c:v>
                </c:pt>
                <c:pt idx="8359">
                  <c:v>north_durham_bad_boy</c:v>
                </c:pt>
                <c:pt idx="8360">
                  <c:v>north_central_soldier</c:v>
                </c:pt>
                <c:pt idx="8361">
                  <c:v>northcarolinastate_lover</c:v>
                </c:pt>
                <c:pt idx="8362">
                  <c:v>northcarolinanetwork</c:v>
                </c:pt>
                <c:pt idx="8363">
                  <c:v>northcarolinafirefighter</c:v>
                </c:pt>
                <c:pt idx="8364">
                  <c:v>northcarolinaelectroacousticandexperimental</c:v>
                </c:pt>
                <c:pt idx="8365">
                  <c:v>northbroadwayentertainment</c:v>
                </c:pt>
                <c:pt idx="8366">
                  <c:v>northattleborowrestling</c:v>
                </c:pt>
                <c:pt idx="8367">
                  <c:v>northarlingtonskateteam</c:v>
                </c:pt>
                <c:pt idx="8368">
                  <c:v>northamptonstatehospital</c:v>
                </c:pt>
                <c:pt idx="8369">
                  <c:v>normanmisterwestport</c:v>
                </c:pt>
                <c:pt idx="8370">
                  <c:v>normalpeopledownthehall</c:v>
                </c:pt>
                <c:pt idx="8371">
                  <c:v>norma_jeane_mortenson</c:v>
                </c:pt>
                <c:pt idx="8372">
                  <c:v>nori_poet_12_02_1995_till</c:v>
                </c:pt>
                <c:pt idx="8373">
                  <c:v>norfolkthrillseakers</c:v>
                </c:pt>
                <c:pt idx="8374">
                  <c:v>norfolkrestaurantequip</c:v>
                </c:pt>
                <c:pt idx="8375">
                  <c:v>norfolkburritoproject</c:v>
                </c:pt>
                <c:pt idx="8376">
                  <c:v>norcal_noni_distributor</c:v>
                </c:pt>
                <c:pt idx="8377">
                  <c:v>norahluckyliketheceral</c:v>
                </c:pt>
                <c:pt idx="8378">
                  <c:v>nookionthebeach4life</c:v>
                </c:pt>
                <c:pt idx="8379">
                  <c:v>noodlethesoccerplaya10</c:v>
                </c:pt>
                <c:pt idx="8380">
                  <c:v>noodleeatingguitarplayer</c:v>
                </c:pt>
                <c:pt idx="8381">
                  <c:v>non_varsity_cheerleader</c:v>
                </c:pt>
                <c:pt idx="8382">
                  <c:v>nolliekickflip2bluntslide</c:v>
                </c:pt>
                <c:pt idx="8383">
                  <c:v>nolafairyprincess420</c:v>
                </c:pt>
                <c:pt idx="8384">
                  <c:v>nokiaconnectingpeople</c:v>
                </c:pt>
                <c:pt idx="8385">
                  <c:v>noiselesspatientspider</c:v>
                </c:pt>
                <c:pt idx="8386">
                  <c:v>noiseabatementprocedure</c:v>
                </c:pt>
                <c:pt idx="8387">
                  <c:v>noel_adrian_martinez</c:v>
                </c:pt>
                <c:pt idx="8388">
                  <c:v>nocturnalstreetracing</c:v>
                </c:pt>
                <c:pt idx="8389">
                  <c:v>nocturnalrampagemusic</c:v>
                </c:pt>
                <c:pt idx="8390">
                  <c:v>nocturnalmucusenvelope</c:v>
                </c:pt>
                <c:pt idx="8391">
                  <c:v>nobodyherebythatname</c:v>
                </c:pt>
                <c:pt idx="8392">
                  <c:v>nobodyeverybodymusic</c:v>
                </c:pt>
                <c:pt idx="8393">
                  <c:v>nittygrittycleveland</c:v>
                </c:pt>
                <c:pt idx="8394">
                  <c:v>nitro_nymph_pit_bitch</c:v>
                </c:pt>
                <c:pt idx="8395">
                  <c:v>nita_chrisbrown_baby</c:v>
                </c:pt>
                <c:pt idx="8396">
                  <c:v>nirvanawillrockforever</c:v>
                </c:pt>
                <c:pt idx="8397">
                  <c:v>nipplepiercingsarehot</c:v>
                </c:pt>
                <c:pt idx="8398">
                  <c:v>ninthfloorentertainment</c:v>
                </c:pt>
                <c:pt idx="8399">
                  <c:v>nineyearsandcounting</c:v>
                </c:pt>
                <c:pt idx="8400">
                  <c:v>ninetrampsandanunderpass</c:v>
                </c:pt>
                <c:pt idx="8401">
                  <c:v>nineteenthfighterpilot</c:v>
                </c:pt>
                <c:pt idx="8402">
                  <c:v>nina_thebondageworker</c:v>
                </c:pt>
                <c:pt idx="8403">
                  <c:v>nimjustthegirlnextdoor</c:v>
                </c:pt>
                <c:pt idx="8404">
                  <c:v>nikki_wit_the_ghetto_butt</c:v>
                </c:pt>
                <c:pt idx="8405">
                  <c:v>nikki_westerly_roleplayer</c:v>
                </c:pt>
                <c:pt idx="8406">
                  <c:v>nikkiturnertheauthor</c:v>
                </c:pt>
                <c:pt idx="8407">
                  <c:v>nikki_the_fortune_cookie</c:v>
                </c:pt>
                <c:pt idx="8408">
                  <c:v>nikkigiovannijackson</c:v>
                </c:pt>
                <c:pt idx="8409">
                  <c:v>nikkie_nightmarebaby</c:v>
                </c:pt>
                <c:pt idx="8410">
                  <c:v>nikkicreatesomething</c:v>
                </c:pt>
                <c:pt idx="8411">
                  <c:v>nikkicee4gettingthepast</c:v>
                </c:pt>
                <c:pt idx="8412">
                  <c:v>nikkibutterflyprincess</c:v>
                </c:pt>
                <c:pt idx="8413">
                  <c:v>nikiforova_dasha1994_2011</c:v>
                </c:pt>
                <c:pt idx="8414">
                  <c:v>nihilisticaxegrinder</c:v>
                </c:pt>
                <c:pt idx="8415">
                  <c:v>nighttimejoyrideband</c:v>
                </c:pt>
                <c:pt idx="8416">
                  <c:v>nightswatcorporation</c:v>
                </c:pt>
                <c:pt idx="8417">
                  <c:v>nightslocksmithservice</c:v>
                </c:pt>
                <c:pt idx="8418">
                  <c:v>nightslayerdragon123</c:v>
                </c:pt>
                <c:pt idx="8419">
                  <c:v>night_side_beautiful</c:v>
                </c:pt>
                <c:pt idx="8420">
                  <c:v>nightriderentertainment</c:v>
                </c:pt>
                <c:pt idx="8421">
                  <c:v>nightpassquiltseries</c:v>
                </c:pt>
                <c:pt idx="8422">
                  <c:v>night_owl_party_finder</c:v>
                </c:pt>
                <c:pt idx="8423">
                  <c:v>nightmarescreenprinting</c:v>
                </c:pt>
                <c:pt idx="8424">
                  <c:v>nightmare_nightangel</c:v>
                </c:pt>
                <c:pt idx="8425">
                  <c:v>NightmareHauntingyour</c:v>
                </c:pt>
                <c:pt idx="8426">
                  <c:v>nightmarefactoryaustin</c:v>
                </c:pt>
                <c:pt idx="8427">
                  <c:v>nightmarebeforethesleep</c:v>
                </c:pt>
                <c:pt idx="8428">
                  <c:v>nightmare_before_easter</c:v>
                </c:pt>
                <c:pt idx="8429">
                  <c:v>nightlightreflection</c:v>
                </c:pt>
                <c:pt idx="8430">
                  <c:v>nightlifeemeraldcoast</c:v>
                </c:pt>
                <c:pt idx="8431">
                  <c:v>nightfireentertainment</c:v>
                </c:pt>
                <c:pt idx="8432">
                  <c:v>nightfallwintershield</c:v>
                </c:pt>
                <c:pt idx="8433">
                  <c:v>niftynickfordtruckman</c:v>
                </c:pt>
                <c:pt idx="8434">
                  <c:v>niftylayout_samplepage005</c:v>
                </c:pt>
                <c:pt idx="8435">
                  <c:v>nicollebellefontaine</c:v>
                </c:pt>
                <c:pt idx="8436">
                  <c:v>nicolette_worthington</c:v>
                </c:pt>
                <c:pt idx="8437">
                  <c:v>nicolethomasacoustic</c:v>
                </c:pt>
                <c:pt idx="8438">
                  <c:v>nicolesoftballplayer34</c:v>
                </c:pt>
                <c:pt idx="8439">
                  <c:v>nicolemichellekim143</c:v>
                </c:pt>
                <c:pt idx="8440">
                  <c:v>nicolemariephotography</c:v>
                </c:pt>
                <c:pt idx="8441">
                  <c:v>nicole_leona_mae_babe</c:v>
                </c:pt>
                <c:pt idx="8442">
                  <c:v>nicolehutchcraft_foster</c:v>
                </c:pt>
                <c:pt idx="8443">
                  <c:v>nicolefrostphotography</c:v>
                </c:pt>
                <c:pt idx="8444">
                  <c:v>nicole_elizabeth_bolton</c:v>
                </c:pt>
                <c:pt idx="8445">
                  <c:v>nicolechristinamartinez</c:v>
                </c:pt>
                <c:pt idx="8446">
                  <c:v>nicolecampbellphotography</c:v>
                </c:pt>
                <c:pt idx="8447">
                  <c:v>nicolebradleyashleymartinkaren</c:v>
                </c:pt>
                <c:pt idx="8448">
                  <c:v>nicole_and_andy_forever</c:v>
                </c:pt>
                <c:pt idx="8449">
                  <c:v>nicky_the_super_bitch</c:v>
                </c:pt>
                <c:pt idx="8450">
                  <c:v>nicky_the_demented_teen</c:v>
                </c:pt>
                <c:pt idx="8451">
                  <c:v>nickyandfrankieforever</c:v>
                </c:pt>
                <c:pt idx="8452">
                  <c:v>nickthegeorgetownguy</c:v>
                </c:pt>
                <c:pt idx="8453">
                  <c:v>nick_prince_charming</c:v>
                </c:pt>
                <c:pt idx="8454">
                  <c:v>nickplayswithhisself</c:v>
                </c:pt>
                <c:pt idx="8455">
                  <c:v>nicklovesledzeppelin</c:v>
                </c:pt>
                <c:pt idx="8456">
                  <c:v>nickhouseentertainment</c:v>
                </c:pt>
                <c:pt idx="8457">
                  <c:v>nick_from_the_darkside</c:v>
                </c:pt>
                <c:pt idx="8458">
                  <c:v>nick_football_star_norcal</c:v>
                </c:pt>
                <c:pt idx="8459">
                  <c:v>nickelplatedcandyman</c:v>
                </c:pt>
                <c:pt idx="8460">
                  <c:v>nickelback_fan_forever</c:v>
                </c:pt>
                <c:pt idx="8461">
                  <c:v>nickeatsyourchocolate</c:v>
                </c:pt>
                <c:pt idx="8462">
                  <c:v>nick_carter_fan_site</c:v>
                </c:pt>
                <c:pt idx="8463">
                  <c:v>nickcarterfanforlife</c:v>
                </c:pt>
                <c:pt idx="8464">
                  <c:v>nickarnold4president</c:v>
                </c:pt>
                <c:pt idx="8465">
                  <c:v>nickandsabpopnatbrittbree</c:v>
                </c:pt>
                <c:pt idx="8466">
                  <c:v>nichole_northsidegirl</c:v>
                </c:pt>
                <c:pt idx="8467">
                  <c:v>nicholefrommissoulasuper</c:v>
                </c:pt>
                <c:pt idx="8468">
                  <c:v>nichole_cheerbabe_101</c:v>
                </c:pt>
                <c:pt idx="8469">
                  <c:v>nicesweetandprettygirl</c:v>
                </c:pt>
                <c:pt idx="8470">
                  <c:v>nice_lil_colorful_gurl14</c:v>
                </c:pt>
                <c:pt idx="8471">
                  <c:v>nice_guy_finish_last</c:v>
                </c:pt>
                <c:pt idx="8472">
                  <c:v>nicedifferentandunusual</c:v>
                </c:pt>
                <c:pt idx="8473">
                  <c:v>nicebutcouldactnasty</c:v>
                </c:pt>
                <c:pt idx="8474">
                  <c:v>nice_and_twisted_2004</c:v>
                </c:pt>
                <c:pt idx="8475">
                  <c:v>next_top_hairstylist</c:v>
                </c:pt>
                <c:pt idx="8476">
                  <c:v>next_stop_cedarville</c:v>
                </c:pt>
                <c:pt idx="8477">
                  <c:v>nextprofessionalstreaker</c:v>
                </c:pt>
                <c:pt idx="8478">
                  <c:v>nextgenerationguitar</c:v>
                </c:pt>
                <c:pt idx="8479">
                  <c:v>next_generation_alice</c:v>
                </c:pt>
                <c:pt idx="8480">
                  <c:v>next_duke_superstar_10</c:v>
                </c:pt>
                <c:pt idx="8481">
                  <c:v>nextdoorjazzfestival</c:v>
                </c:pt>
                <c:pt idx="8482">
                  <c:v>nextchapterentertainment</c:v>
                </c:pt>
                <c:pt idx="8483">
                  <c:v>next_champ_undertaker</c:v>
                </c:pt>
                <c:pt idx="8484">
                  <c:v>newyorkmusicconnection</c:v>
                </c:pt>
                <c:pt idx="8485">
                  <c:v>newyorkcity2shanghai</c:v>
                </c:pt>
                <c:pt idx="8486">
                  <c:v>new_york_chick_1047</c:v>
                </c:pt>
                <c:pt idx="8487">
                  <c:v>newyorkandcompany123</c:v>
                </c:pt>
                <c:pt idx="8488">
                  <c:v>newyorkalcoholicanxietyattack</c:v>
                </c:pt>
                <c:pt idx="8489">
                  <c:v>newwriter_virginiablanche</c:v>
                </c:pt>
                <c:pt idx="8490">
                  <c:v>newworldresourcecenter</c:v>
                </c:pt>
                <c:pt idx="8491">
                  <c:v>new_world_order_4life</c:v>
                </c:pt>
                <c:pt idx="8492">
                  <c:v>newwave_vintage_clothing</c:v>
                </c:pt>
                <c:pt idx="8493">
                  <c:v>newtonsouthhighschooljazz</c:v>
                </c:pt>
                <c:pt idx="8494">
                  <c:v>newtechnologydivision</c:v>
                </c:pt>
                <c:pt idx="8495">
                  <c:v>newspapperwinslottery</c:v>
                </c:pt>
                <c:pt idx="8496">
                  <c:v>newspaperdeafoldfriend</c:v>
                </c:pt>
                <c:pt idx="8497">
                  <c:v>news_and_destruction</c:v>
                </c:pt>
                <c:pt idx="8498">
                  <c:v>newsalemwitchhunters</c:v>
                </c:pt>
                <c:pt idx="8499">
                  <c:v>newportlivemusicsociety</c:v>
                </c:pt>
                <c:pt idx="8500">
                  <c:v>newporthottiemarissa</c:v>
                </c:pt>
                <c:pt idx="8501">
                  <c:v>newparadigmlogistics</c:v>
                </c:pt>
                <c:pt idx="8502">
                  <c:v>neworleansuptownruler</c:v>
                </c:pt>
                <c:pt idx="8503">
                  <c:v>neworleansshawtie504</c:v>
                </c:pt>
                <c:pt idx="8504">
                  <c:v>neworleansrebirthjazz</c:v>
                </c:pt>
                <c:pt idx="8505">
                  <c:v>neworleans_princess_504</c:v>
                </c:pt>
                <c:pt idx="8506">
                  <c:v>neworleansprincess200</c:v>
                </c:pt>
                <c:pt idx="8507">
                  <c:v>new_orleanshotgurl_4life</c:v>
                </c:pt>
                <c:pt idx="8508">
                  <c:v>neworleansbabygurl1</c:v>
                </c:pt>
                <c:pt idx="8509">
                  <c:v>neworleans504aftermath</c:v>
                </c:pt>
                <c:pt idx="8510">
                  <c:v>neworiginalsonicsound</c:v>
                </c:pt>
                <c:pt idx="8511">
                  <c:v>newly_discovered_space</c:v>
                </c:pt>
                <c:pt idx="8512">
                  <c:v>newlineentertainment</c:v>
                </c:pt>
                <c:pt idx="8513">
                  <c:v>newlifecommunitychurch2</c:v>
                </c:pt>
                <c:pt idx="8514">
                  <c:v>newjerseydimepiece1123</c:v>
                </c:pt>
                <c:pt idx="8515">
                  <c:v>newjerseydeathbrigade</c:v>
                </c:pt>
                <c:pt idx="8516">
                  <c:v>newimagepaintanddesign</c:v>
                </c:pt>
                <c:pt idx="8517">
                  <c:v>new_image_art_gallery</c:v>
                </c:pt>
                <c:pt idx="8518">
                  <c:v>newgroundsaudioportal1</c:v>
                </c:pt>
                <c:pt idx="8519">
                  <c:v>newgenerationentertainment</c:v>
                </c:pt>
                <c:pt idx="8520">
                  <c:v>newfoundglory_fan_2005</c:v>
                </c:pt>
                <c:pt idx="8521">
                  <c:v>newformatimprovisation</c:v>
                </c:pt>
                <c:pt idx="8522">
                  <c:v>newconceptphotography</c:v>
                </c:pt>
                <c:pt idx="8523">
                  <c:v>new_castle_brown_ale</c:v>
                </c:pt>
                <c:pt idx="8524">
                  <c:v>newburystreetadventure</c:v>
                </c:pt>
                <c:pt idx="8525">
                  <c:v>newbridgeposseeffect</c:v>
                </c:pt>
                <c:pt idx="8526">
                  <c:v>newbreedentertainment419</c:v>
                </c:pt>
                <c:pt idx="8527">
                  <c:v>newbreedentertainment1981</c:v>
                </c:pt>
                <c:pt idx="8528">
                  <c:v>newborndeltamike71_455</c:v>
                </c:pt>
                <c:pt idx="8529">
                  <c:v>new_blood_stalker_clan</c:v>
                </c:pt>
                <c:pt idx="8530">
                  <c:v>newberlinjazzguerrilla</c:v>
                </c:pt>
                <c:pt idx="8531">
                  <c:v>neverwasacornflakegirlie</c:v>
                </c:pt>
                <c:pt idx="8532">
                  <c:v>never_use_while_sleeping</c:v>
                </c:pt>
                <c:pt idx="8533">
                  <c:v>neverstopsshopping1992</c:v>
                </c:pt>
                <c:pt idx="8534">
                  <c:v>never_regret_anything</c:v>
                </c:pt>
                <c:pt idx="8535">
                  <c:v>never_really_knowing</c:v>
                </c:pt>
                <c:pt idx="8536">
                  <c:v>neverlovethesamefooltwice</c:v>
                </c:pt>
                <c:pt idx="8537">
                  <c:v>neverlimitdoingjoebeth</c:v>
                </c:pt>
                <c:pt idx="8538">
                  <c:v>neverletthemseeyousweat</c:v>
                </c:pt>
                <c:pt idx="8539">
                  <c:v>neverletgoofthatdream</c:v>
                </c:pt>
                <c:pt idx="8540">
                  <c:v>neverleftnorforsaken</c:v>
                </c:pt>
                <c:pt idx="8541">
                  <c:v>never_leave_this_space</c:v>
                </c:pt>
                <c:pt idx="8542">
                  <c:v>neverleavelonelyalone</c:v>
                </c:pt>
                <c:pt idx="8543">
                  <c:v>neverlandmusicproduction</c:v>
                </c:pt>
                <c:pt idx="8544">
                  <c:v>never_forgotten_randy</c:v>
                </c:pt>
                <c:pt idx="8545">
                  <c:v>neverforgetthatisland</c:v>
                </c:pt>
                <c:pt idx="8546">
                  <c:v>neverforgetgunpowderplot</c:v>
                </c:pt>
                <c:pt idx="8547">
                  <c:v>neverforgetglitterplane</c:v>
                </c:pt>
                <c:pt idx="8548">
                  <c:v>never_ever_forgotten</c:v>
                </c:pt>
                <c:pt idx="8549">
                  <c:v>neverendingvendingmachine</c:v>
                </c:pt>
                <c:pt idx="8550">
                  <c:v>never_ending_struggle</c:v>
                </c:pt>
                <c:pt idx="8551">
                  <c:v>never_ending_sausage</c:v>
                </c:pt>
                <c:pt idx="8552">
                  <c:v>neverendingnightmare101</c:v>
                </c:pt>
                <c:pt idx="8553">
                  <c:v>neverendinglove010109</c:v>
                </c:pt>
                <c:pt idx="8554">
                  <c:v>neverending_fairytale</c:v>
                </c:pt>
                <c:pt idx="8555">
                  <c:v>never_eat_sour_watermelon</c:v>
                </c:pt>
                <c:pt idx="8556">
                  <c:v>never_down_and_out182</c:v>
                </c:pt>
                <c:pt idx="8557">
                  <c:v>neverdiscounttheunderdog</c:v>
                </c:pt>
                <c:pt idx="8558">
                  <c:v>neverdiealwaysliving</c:v>
                </c:pt>
                <c:pt idx="8559">
                  <c:v>never_come_back_down_7</c:v>
                </c:pt>
                <c:pt idx="8560">
                  <c:v>neverbrokeagainentertainment</c:v>
                </c:pt>
                <c:pt idx="8561">
                  <c:v>neverbeenthegirlnextdoor</c:v>
                </c:pt>
                <c:pt idx="8562">
                  <c:v>neverbeenhappier8374</c:v>
                </c:pt>
                <c:pt idx="8563">
                  <c:v>never_been_better214</c:v>
                </c:pt>
                <c:pt idx="8564">
                  <c:v>neveragainwilliloseout</c:v>
                </c:pt>
                <c:pt idx="8565">
                  <c:v>never_4getting_jordan</c:v>
                </c:pt>
                <c:pt idx="8566">
                  <c:v>never4getalwaysremember</c:v>
                </c:pt>
                <c:pt idx="8567">
                  <c:v>neuroticsoundfoundation</c:v>
                </c:pt>
                <c:pt idx="8568">
                  <c:v>neurosisintopsychosis</c:v>
                </c:pt>
                <c:pt idx="8569">
                  <c:v>networkengineeringguy</c:v>
                </c:pt>
                <c:pt idx="8570">
                  <c:v>networkadministrator4hire</c:v>
                </c:pt>
                <c:pt idx="8571">
                  <c:v>nettletonhighschoolband</c:v>
                </c:pt>
                <c:pt idx="8572">
                  <c:v>nessatobydestruction</c:v>
                </c:pt>
                <c:pt idx="8573">
                  <c:v>nessa_tha_caramel_diva</c:v>
                </c:pt>
                <c:pt idx="8574">
                  <c:v>nessa_anne_hudgens_babe</c:v>
                </c:pt>
                <c:pt idx="8575">
                  <c:v>neoteric_always_single</c:v>
                </c:pt>
                <c:pt idx="8576">
                  <c:v>neonportraitphotography</c:v>
                </c:pt>
                <c:pt idx="8577">
                  <c:v>neon_genesis_anderson</c:v>
                </c:pt>
                <c:pt idx="8578">
                  <c:v>nelsonthesupercowboy</c:v>
                </c:pt>
                <c:pt idx="8579">
                  <c:v>nelly_not_the_rapper</c:v>
                </c:pt>
                <c:pt idx="8580">
                  <c:v>nell_finally_got_one</c:v>
                </c:pt>
                <c:pt idx="8581">
                  <c:v>neighborscornerstore</c:v>
                </c:pt>
                <c:pt idx="8582">
                  <c:v>neighborhoodsmokeman</c:v>
                </c:pt>
                <c:pt idx="8583">
                  <c:v>neighborhooddopedealer</c:v>
                </c:pt>
                <c:pt idx="8584">
                  <c:v>neighborhoodcreeprock</c:v>
                </c:pt>
                <c:pt idx="8585">
                  <c:v>neighborhoodbarrelspinner</c:v>
                </c:pt>
                <c:pt idx="8586">
                  <c:v>neighboorhod_trapstar</c:v>
                </c:pt>
                <c:pt idx="8587">
                  <c:v>negativefeedbackbios</c:v>
                </c:pt>
                <c:pt idx="8588">
                  <c:v>nefariousphilosophate</c:v>
                </c:pt>
                <c:pt idx="8589">
                  <c:v>needspecialcomforting</c:v>
                </c:pt>
                <c:pt idx="8590">
                  <c:v>needleandthreadclothes</c:v>
                </c:pt>
                <c:pt idx="8591">
                  <c:v>needleandthepainreaction</c:v>
                </c:pt>
                <c:pt idx="8592">
                  <c:v>needforspeedprostreet</c:v>
                </c:pt>
                <c:pt idx="8593">
                  <c:v>navyofficerrecruiter</c:v>
                </c:pt>
                <c:pt idx="8594">
                  <c:v>nauturalsouhernbeauty</c:v>
                </c:pt>
                <c:pt idx="8595">
                  <c:v>nauticalpearldrummer</c:v>
                </c:pt>
                <c:pt idx="8596">
                  <c:v>naughty_tinkerbell420</c:v>
                </c:pt>
                <c:pt idx="8597">
                  <c:v>naughtysouthernbelle</c:v>
                </c:pt>
                <c:pt idx="8598">
                  <c:v>naughtypolskaprincess913</c:v>
                </c:pt>
                <c:pt idx="8599">
                  <c:v>naughtyplayboypoohbear</c:v>
                </c:pt>
                <c:pt idx="8600">
                  <c:v>naughtyoneentertainment</c:v>
                </c:pt>
                <c:pt idx="8601">
                  <c:v>naughty_nurse_chic_5</c:v>
                </c:pt>
                <c:pt idx="8602">
                  <c:v>naughtynightfuzzymorning</c:v>
                </c:pt>
                <c:pt idx="8603">
                  <c:v>naughtylittleredhead</c:v>
                </c:pt>
                <c:pt idx="8604">
                  <c:v>naughtylilcountrygirl</c:v>
                </c:pt>
                <c:pt idx="8605">
                  <c:v>naughty_lil_angelic_one</c:v>
                </c:pt>
                <c:pt idx="8606">
                  <c:v>naughty_butt_nice_21</c:v>
                </c:pt>
                <c:pt idx="8607">
                  <c:v>naughtybutnicemartin</c:v>
                </c:pt>
                <c:pt idx="8608">
                  <c:v>naughty_but_nice_327</c:v>
                </c:pt>
                <c:pt idx="8609">
                  <c:v>naughtyboystreetclothing</c:v>
                </c:pt>
                <c:pt idx="8610">
                  <c:v>naughty_angel_girl2003</c:v>
                </c:pt>
                <c:pt idx="8611">
                  <c:v>naughtyandnicegirl0214</c:v>
                </c:pt>
                <c:pt idx="8612">
                  <c:v>naturial_born_killer</c:v>
                </c:pt>
                <c:pt idx="8613">
                  <c:v>naturalstory_thefaceshop</c:v>
                </c:pt>
                <c:pt idx="8614">
                  <c:v>naturalimagephotography</c:v>
                </c:pt>
                <c:pt idx="8615">
                  <c:v>naturalhealthandnutrition</c:v>
                </c:pt>
                <c:pt idx="8616">
                  <c:v>naturalessenceskincare</c:v>
                </c:pt>
                <c:pt idx="8617">
                  <c:v>natural_born_winner07</c:v>
                </c:pt>
                <c:pt idx="8618">
                  <c:v>Natural_Born_Sinner13</c:v>
                </c:pt>
                <c:pt idx="8619">
                  <c:v>naturalbornprincess83</c:v>
                </c:pt>
                <c:pt idx="8620">
                  <c:v>naturalbornguitarrist</c:v>
                </c:pt>
                <c:pt idx="8621">
                  <c:v>naturalbornbudsmoker</c:v>
                </c:pt>
                <c:pt idx="8622">
                  <c:v>naturalandmanmadedisaster</c:v>
                </c:pt>
                <c:pt idx="8623">
                  <c:v>nativenewyorker4ever</c:v>
                </c:pt>
                <c:pt idx="8624">
                  <c:v>nativegreenbutterfly</c:v>
                </c:pt>
                <c:pt idx="8625">
                  <c:v>nativeforlifeantuman</c:v>
                </c:pt>
                <c:pt idx="8626">
                  <c:v>native_animal_spirit</c:v>
                </c:pt>
                <c:pt idx="8627">
                  <c:v>nationalunderclassmen</c:v>
                </c:pt>
                <c:pt idx="8628">
                  <c:v>nationalstudentpride</c:v>
                </c:pt>
                <c:pt idx="8629">
                  <c:v>nationalsocialistmovement</c:v>
                </c:pt>
                <c:pt idx="8630">
                  <c:v>nationalpubpokerleague</c:v>
                </c:pt>
                <c:pt idx="8631">
                  <c:v>nationalproductiongroup</c:v>
                </c:pt>
                <c:pt idx="8632">
                  <c:v>nationalprettyboysociety</c:v>
                </c:pt>
                <c:pt idx="8633">
                  <c:v>nationallampooncollege</c:v>
                </c:pt>
                <c:pt idx="8634">
                  <c:v>national_guard_soldier</c:v>
                </c:pt>
                <c:pt idx="8635">
                  <c:v>nationaldisasterrock</c:v>
                </c:pt>
                <c:pt idx="8636">
                  <c:v>nationalcomedycompany</c:v>
                </c:pt>
                <c:pt idx="8637">
                  <c:v>nationalbodychallenge</c:v>
                </c:pt>
                <c:pt idx="8638">
                  <c:v>nationalbeerpongleague</c:v>
                </c:pt>
                <c:pt idx="8639">
                  <c:v>nationalarthonorsociety</c:v>
                </c:pt>
                <c:pt idx="8640">
                  <c:v>nathalienicholemonster</c:v>
                </c:pt>
                <c:pt idx="8641">
                  <c:v>natesyourhuckleberry</c:v>
                </c:pt>
                <c:pt idx="8642">
                  <c:v>nates_softball_gurl_93</c:v>
                </c:pt>
                <c:pt idx="8643">
                  <c:v>natashasciencefitness</c:v>
                </c:pt>
                <c:pt idx="8644">
                  <c:v>natashaonehundredpercent</c:v>
                </c:pt>
                <c:pt idx="8645">
                  <c:v>natasha_fencingmaster</c:v>
                </c:pt>
                <c:pt idx="8646">
                  <c:v>natasha_bedingfield_</c:v>
                </c:pt>
                <c:pt idx="8647">
                  <c:v>natashabananakingston</c:v>
                </c:pt>
                <c:pt idx="8648">
                  <c:v>natalya_gabriella_walker</c:v>
                </c:pt>
                <c:pt idx="8649">
                  <c:v>natalietheworldtraveler</c:v>
                </c:pt>
                <c:pt idx="8650">
                  <c:v>natalierebeccasinger</c:v>
                </c:pt>
                <c:pt idx="8651">
                  <c:v>natalie_rachel_marie</c:v>
                </c:pt>
                <c:pt idx="8652">
                  <c:v>natalierachelanderson</c:v>
                </c:pt>
                <c:pt idx="8653">
                  <c:v>natalie_miller_cocoapuff</c:v>
                </c:pt>
                <c:pt idx="8654">
                  <c:v>natalielaurensaunders</c:v>
                </c:pt>
                <c:pt idx="8655">
                  <c:v>natalie_jordan_lover</c:v>
                </c:pt>
                <c:pt idx="8656">
                  <c:v>nataliejadelouisegibson</c:v>
                </c:pt>
                <c:pt idx="8657">
                  <c:v>nataliedouglashazlewood</c:v>
                </c:pt>
                <c:pt idx="8658">
                  <c:v>nataliechristineward</c:v>
                </c:pt>
                <c:pt idx="8659">
                  <c:v>nataliecatanianelson</c:v>
                </c:pt>
                <c:pt idx="8660">
                  <c:v>nataliecarolinegrace</c:v>
                </c:pt>
                <c:pt idx="8661">
                  <c:v>natalee_thepokemon_master</c:v>
                </c:pt>
                <c:pt idx="8662">
                  <c:v>nasty_strawberry_gurl9</c:v>
                </c:pt>
                <c:pt idx="8663">
                  <c:v>nasty_sivaeva2010_1991</c:v>
                </c:pt>
                <c:pt idx="8664">
                  <c:v>nasty_nates_wicked_jungle</c:v>
                </c:pt>
                <c:pt idx="8665">
                  <c:v>nastyapanova21101997</c:v>
                </c:pt>
                <c:pt idx="8666">
                  <c:v>NashvilleSoccerLeague</c:v>
                </c:pt>
                <c:pt idx="8667">
                  <c:v>nashville_citysearch</c:v>
                </c:pt>
                <c:pt idx="8668">
                  <c:v>narutoakaninetailedfox</c:v>
                </c:pt>
                <c:pt idx="8669">
                  <c:v>naruto21119955991paha</c:v>
                </c:pt>
                <c:pt idx="8670">
                  <c:v>narcoticthrustofficial</c:v>
                </c:pt>
                <c:pt idx="8671">
                  <c:v>narcissitic_plastic_boy</c:v>
                </c:pt>
                <c:pt idx="8672">
                  <c:v>narcassisticdramaqueen</c:v>
                </c:pt>
                <c:pt idx="8673">
                  <c:v>naptownentertainment</c:v>
                </c:pt>
                <c:pt idx="8674">
                  <c:v>napoleon_across_globe</c:v>
                </c:pt>
                <c:pt idx="8675">
                  <c:v>naomicheriephotography</c:v>
                </c:pt>
                <c:pt idx="8676">
                  <c:v>nancymichellegreenberg</c:v>
                </c:pt>
                <c:pt idx="8677">
                  <c:v>nancy_drew_girl_detective</c:v>
                </c:pt>
                <c:pt idx="8678">
                  <c:v>nancy_always_smiling</c:v>
                </c:pt>
                <c:pt idx="8679">
                  <c:v>nana_ultra_absorbante</c:v>
                </c:pt>
                <c:pt idx="8680">
                  <c:v>nameunavailabletoobad</c:v>
                </c:pt>
                <c:pt idx="8681">
                  <c:v>name_that_was_not_picked</c:v>
                </c:pt>
                <c:pt idx="8682">
                  <c:v>nakedweapondarkangel</c:v>
                </c:pt>
                <c:pt idx="8683">
                  <c:v>nailbiterfromseaside</c:v>
                </c:pt>
                <c:pt idx="8684">
                  <c:v>mystifierforthblasphemy</c:v>
                </c:pt>
                <c:pt idx="8685">
                  <c:v>mysticgardennutrition</c:v>
                </c:pt>
                <c:pt idx="8686">
                  <c:v>mystic_force_red_ranger</c:v>
                </c:pt>
                <c:pt idx="8687">
                  <c:v>mystic_fire_entertainment</c:v>
                </c:pt>
                <c:pt idx="8688">
                  <c:v>mysticalsandfilledpit</c:v>
                </c:pt>
                <c:pt idx="8689">
                  <c:v>mysticalmagicalvienna</c:v>
                </c:pt>
                <c:pt idx="8690">
                  <c:v>mystical_flying_pixie91</c:v>
                </c:pt>
                <c:pt idx="8691">
                  <c:v>mysticalfashionscene</c:v>
                </c:pt>
                <c:pt idx="8692">
                  <c:v>mystical_dragon_druid</c:v>
                </c:pt>
                <c:pt idx="8693">
                  <c:v>mysticaldragonbreath</c:v>
                </c:pt>
                <c:pt idx="8694">
                  <c:v>mysticaldarkradiance</c:v>
                </c:pt>
                <c:pt idx="8695">
                  <c:v>mysteryskateboarder1</c:v>
                </c:pt>
                <c:pt idx="8696">
                  <c:v>mysterysciencetheater3000music</c:v>
                </c:pt>
                <c:pt idx="8697">
                  <c:v>mysterydinnerplayhouse</c:v>
                </c:pt>
                <c:pt idx="8698">
                  <c:v>mysterious_monkey_man</c:v>
                </c:pt>
                <c:pt idx="8699">
                  <c:v>mysteriousgranitesphere</c:v>
                </c:pt>
                <c:pt idx="8700">
                  <c:v>mysteriousfivepublishing</c:v>
                </c:pt>
                <c:pt idx="8701">
                  <c:v>mysteriousfallenangel</c:v>
                </c:pt>
                <c:pt idx="8702">
                  <c:v>mysteriousbassoonistgirl</c:v>
                </c:pt>
                <c:pt idx="8703">
                  <c:v>myselfandotherpeople</c:v>
                </c:pt>
                <c:pt idx="8704">
                  <c:v>myrtlethethunderturtle</c:v>
                </c:pt>
                <c:pt idx="8705">
                  <c:v>myriamakamachadolover</c:v>
                </c:pt>
                <c:pt idx="8706">
                  <c:v>mynameisnotavailable5</c:v>
                </c:pt>
                <c:pt idx="8707">
                  <c:v>muteblondiemomospringbaby</c:v>
                </c:pt>
                <c:pt idx="8708">
                  <c:v>mustmakewetforfulleffect</c:v>
                </c:pt>
                <c:pt idx="8709">
                  <c:v>mustlivethecomicallife</c:v>
                </c:pt>
                <c:pt idx="8710">
                  <c:v>mustkilllois100times</c:v>
                </c:pt>
                <c:pt idx="8711">
                  <c:v>muskokaexposurefestival</c:v>
                </c:pt>
                <c:pt idx="8712">
                  <c:v>musicyouwontfindanywhereelse</c:v>
                </c:pt>
                <c:pt idx="8713">
                  <c:v>music__wontletyou__down</c:v>
                </c:pt>
                <c:pt idx="8714">
                  <c:v>music_will_equal_life</c:v>
                </c:pt>
                <c:pt idx="8715">
                  <c:v>musicstephaniethinksisawesome</c:v>
                </c:pt>
                <c:pt idx="8716">
                  <c:v>musicstar_norderstedt</c:v>
                </c:pt>
                <c:pt idx="8717">
                  <c:v>musicstagetheatreislove</c:v>
                </c:pt>
                <c:pt idx="8718">
                  <c:v>musicskateboardinglife</c:v>
                </c:pt>
                <c:pt idx="8719">
                  <c:v>musicmonsterchick19</c:v>
                </c:pt>
                <c:pt idx="8720">
                  <c:v>musicmankaraoke_official</c:v>
                </c:pt>
                <c:pt idx="8721">
                  <c:v>musicmanagerkimberly</c:v>
                </c:pt>
                <c:pt idx="8722">
                  <c:v>musicmanagementunlimited</c:v>
                </c:pt>
                <c:pt idx="8723">
                  <c:v>music_lover_4_life_929</c:v>
                </c:pt>
                <c:pt idx="8724">
                  <c:v>music_love_live_life</c:v>
                </c:pt>
                <c:pt idx="8725">
                  <c:v>music_life_confusion</c:v>
                </c:pt>
                <c:pt idx="8726">
                  <c:v>musicindustryassociation</c:v>
                </c:pt>
                <c:pt idx="8727">
                  <c:v>musician_crazysongwriter</c:v>
                </c:pt>
                <c:pt idx="8728">
                  <c:v>musicforyourentertainment</c:v>
                </c:pt>
                <c:pt idx="8729">
                  <c:v>musicforyourbellybutton</c:v>
                </c:pt>
                <c:pt idx="8730">
                  <c:v>music_for_the_hearted</c:v>
                </c:pt>
                <c:pt idx="8731">
                  <c:v>musicforlifefestival</c:v>
                </c:pt>
                <c:pt idx="8732">
                  <c:v>musicfordaveandwhatnot</c:v>
                </c:pt>
                <c:pt idx="8733">
                  <c:v>musicfootballfanatic</c:v>
                </c:pt>
                <c:pt idx="8734">
                  <c:v>music_dealing_vampire</c:v>
                </c:pt>
                <c:pt idx="8735">
                  <c:v>musicconsultantservice</c:v>
                </c:pt>
                <c:pt idx="8736">
                  <c:v>musicbusinessoverdose</c:v>
                </c:pt>
                <c:pt idx="8737">
                  <c:v>musicbusiness101book</c:v>
                </c:pt>
                <c:pt idx="8738">
                  <c:v>musicandspeedfuelemotion</c:v>
                </c:pt>
                <c:pt idx="8739">
                  <c:v>musicandsongsandstuff</c:v>
                </c:pt>
                <c:pt idx="8740">
                  <c:v>music_always_forever</c:v>
                </c:pt>
                <c:pt idx="8741">
                  <c:v>musicalspiritualtraveler</c:v>
                </c:pt>
                <c:pt idx="8742">
                  <c:v>musicallyandlyrically</c:v>
                </c:pt>
                <c:pt idx="8743">
                  <c:v>musicaldrummer_lightspeed</c:v>
                </c:pt>
                <c:pt idx="8744">
                  <c:v>musicalartistmanagement</c:v>
                </c:pt>
                <c:pt idx="8745">
                  <c:v>musicalangelundercover</c:v>
                </c:pt>
                <c:pt idx="8746">
                  <c:v>music_addict_forever</c:v>
                </c:pt>
                <c:pt idx="8747">
                  <c:v>musicaddictedsassy1989</c:v>
                </c:pt>
                <c:pt idx="8748">
                  <c:v>musclemanjessesavage</c:v>
                </c:pt>
                <c:pt idx="8749">
                  <c:v>musclecarassociation</c:v>
                </c:pt>
                <c:pt idx="8750">
                  <c:v>murrayjuniorhighrockband</c:v>
                </c:pt>
                <c:pt idx="8751">
                  <c:v>murdersuicidemeteorslave</c:v>
                </c:pt>
                <c:pt idx="8752">
                  <c:v>murderousfiligreerox</c:v>
                </c:pt>
                <c:pt idx="8753">
                  <c:v>murderonasundaymorning</c:v>
                </c:pt>
                <c:pt idx="8754">
                  <c:v>murdercaseluxembourg</c:v>
                </c:pt>
                <c:pt idx="8755">
                  <c:v>murderblastingprocess</c:v>
                </c:pt>
                <c:pt idx="8756">
                  <c:v>munster_football_jake</c:v>
                </c:pt>
                <c:pt idx="8757">
                  <c:v>multiplepersonalitydisorder</c:v>
                </c:pt>
                <c:pt idx="8758">
                  <c:v>multimilliondollarrealtor</c:v>
                </c:pt>
                <c:pt idx="8759">
                  <c:v>multimilliondollarman</c:v>
                </c:pt>
                <c:pt idx="8760">
                  <c:v>mugshottentertainment</c:v>
                </c:pt>
                <c:pt idx="8761">
                  <c:v>muffy_the_vampire_slayer</c:v>
                </c:pt>
                <c:pt idx="8762">
                  <c:v>muffinsandthebreakfast</c:v>
                </c:pt>
                <c:pt idx="8763">
                  <c:v>muffin_man_from_hell</c:v>
                </c:pt>
                <c:pt idx="8764">
                  <c:v>muffenssmelllikenoodles</c:v>
                </c:pt>
                <c:pt idx="8765">
                  <c:v>muchbiggahproduction</c:v>
                </c:pt>
                <c:pt idx="8766">
                  <c:v>much_ado_about_nothing_</c:v>
                </c:pt>
                <c:pt idx="8767">
                  <c:v>moviesidefilmfestival</c:v>
                </c:pt>
                <c:pt idx="8768">
                  <c:v>__moviescriptending__</c:v>
                </c:pt>
                <c:pt idx="8769">
                  <c:v>move_out_the_way_bitch</c:v>
                </c:pt>
                <c:pt idx="8770">
                  <c:v>movementwesterndivision</c:v>
                </c:pt>
                <c:pt idx="8771">
                  <c:v>moveforwardneverlookback</c:v>
                </c:pt>
                <c:pt idx="8772">
                  <c:v>mouseturtlecheesecake</c:v>
                </c:pt>
                <c:pt idx="8773">
                  <c:v>mourningstar_clothing</c:v>
                </c:pt>
                <c:pt idx="8774">
                  <c:v>mountpleasantwrestler</c:v>
                </c:pt>
                <c:pt idx="8775">
                  <c:v>mountainstatewireless</c:v>
                </c:pt>
                <c:pt idx="8776">
                  <c:v>mountainshippiestarterkit</c:v>
                </c:pt>
                <c:pt idx="8777">
                  <c:v>mountainranchsamurai</c:v>
                </c:pt>
                <c:pt idx="8778">
                  <c:v>mountainheartofficial</c:v>
                </c:pt>
                <c:pt idx="8779">
                  <c:v>mountaineersportslounge</c:v>
                </c:pt>
                <c:pt idx="8780">
                  <c:v>mountaineerfromabove</c:v>
                </c:pt>
                <c:pt idx="8781">
                  <c:v>mountaineerfanmemphis</c:v>
                </c:pt>
                <c:pt idx="8782">
                  <c:v>mountainboardhireandride</c:v>
                </c:pt>
                <c:pt idx="8783">
                  <c:v>motorcrossracingbabe21</c:v>
                </c:pt>
                <c:pt idx="8784">
                  <c:v>motorcross_chick_135</c:v>
                </c:pt>
                <c:pt idx="8785">
                  <c:v>motivationandfrustration</c:v>
                </c:pt>
                <c:pt idx="8786">
                  <c:v>motionsicknessbeyond</c:v>
                </c:pt>
                <c:pt idx="8787">
                  <c:v>motionpublishingandfilm</c:v>
                </c:pt>
                <c:pt idx="8788">
                  <c:v>motionpicturesoundtrack3</c:v>
                </c:pt>
                <c:pt idx="8789">
                  <c:v>motioncitysoundtrack15</c:v>
                </c:pt>
                <c:pt idx="8790">
                  <c:v>motherwifesisterdaughter</c:v>
                </c:pt>
                <c:pt idx="8791">
                  <c:v>mothertruckerforlife</c:v>
                </c:pt>
                <c:pt idx="8792">
                  <c:v>motherfuckingrockstar</c:v>
                </c:pt>
                <c:pt idx="8793">
                  <c:v>motherfuckingprincess89</c:v>
                </c:pt>
                <c:pt idx="8794">
                  <c:v>motherfuckingprincess123</c:v>
                </c:pt>
                <c:pt idx="8795">
                  <c:v>motherfuckingniggerchrome</c:v>
                </c:pt>
                <c:pt idx="8796">
                  <c:v>motherfuckingcomputer</c:v>
                </c:pt>
                <c:pt idx="8797">
                  <c:v>motherfathersisterbrother</c:v>
                </c:pt>
                <c:pt idx="8798">
                  <c:v>mother_and_nurse1028</c:v>
                </c:pt>
                <c:pt idx="8799">
                  <c:v>motelroom_grandpiano</c:v>
                </c:pt>
                <c:pt idx="8800">
                  <c:v>most_wonderful_feeling</c:v>
                </c:pt>
                <c:pt idx="8801">
                  <c:v>mostvaluablewrestler</c:v>
                </c:pt>
                <c:pt idx="8802">
                  <c:v>most_valuable_princess_09</c:v>
                </c:pt>
                <c:pt idx="8803">
                  <c:v>mostvaluablemagician</c:v>
                </c:pt>
                <c:pt idx="8804">
                  <c:v>most_valuable_latina</c:v>
                </c:pt>
                <c:pt idx="8805">
                  <c:v>most_unique_man_ever</c:v>
                </c:pt>
                <c:pt idx="8806">
                  <c:v>mostmiserablemanindeed</c:v>
                </c:pt>
                <c:pt idx="8807">
                  <c:v>most_metal_since_iron_age</c:v>
                </c:pt>
                <c:pt idx="8808">
                  <c:v>mostknownunknown3000</c:v>
                </c:pt>
                <c:pt idx="8809">
                  <c:v>mostextraordinarymachine</c:v>
                </c:pt>
                <c:pt idx="8810">
                  <c:v>mostexaltedpotentate</c:v>
                </c:pt>
                <c:pt idx="8811">
                  <c:v>mosteligiblebachelor</c:v>
                </c:pt>
                <c:pt idx="8812">
                  <c:v>mostdisturbingprettymuch</c:v>
                </c:pt>
                <c:pt idx="8813">
                  <c:v>mostblueeyedblondeever</c:v>
                </c:pt>
                <c:pt idx="8814">
                  <c:v>mostbeautifulredhead</c:v>
                </c:pt>
                <c:pt idx="8815">
                  <c:v>mostbeautifulletdown</c:v>
                </c:pt>
                <c:pt idx="8816">
                  <c:v>MostBeautifullestThing</c:v>
                </c:pt>
                <c:pt idx="8817">
                  <c:v>mossy_oak_countryboy</c:v>
                </c:pt>
                <c:pt idx="8818">
                  <c:v>moscowdriftteamsuper</c:v>
                </c:pt>
                <c:pt idx="8819">
                  <c:v>mortuaryhackingsession</c:v>
                </c:pt>
                <c:pt idx="8820">
                  <c:v>mortgagecitycorporation</c:v>
                </c:pt>
                <c:pt idx="8821">
                  <c:v>mortalityfadingmusic</c:v>
                </c:pt>
                <c:pt idx="8822">
                  <c:v>morrislovesmashpotato</c:v>
                </c:pt>
                <c:pt idx="8823">
                  <c:v>morphosisenteractive</c:v>
                </c:pt>
                <c:pt idx="8824">
                  <c:v>morphineandchocolate</c:v>
                </c:pt>
                <c:pt idx="8825">
                  <c:v>moroccanprincess4eva</c:v>
                </c:pt>
                <c:pt idx="8826">
                  <c:v>morningstar_photography</c:v>
                </c:pt>
                <c:pt idx="8827">
                  <c:v>morninggloryyeahright</c:v>
                </c:pt>
                <c:pt idx="8828">
                  <c:v>morganthemagnificent</c:v>
                </c:pt>
                <c:pt idx="8829">
                  <c:v>morganreneeentertainment</c:v>
                </c:pt>
                <c:pt idx="8830">
                  <c:v>morganmichellefuller</c:v>
                </c:pt>
                <c:pt idx="8831">
                  <c:v>morganlax_player_2205</c:v>
                </c:pt>
                <c:pt idx="8832">
                  <c:v>morgan_its_all_inside</c:v>
                </c:pt>
                <c:pt idx="8833">
                  <c:v>morgan_elizabeth_compton</c:v>
                </c:pt>
                <c:pt idx="8834">
                  <c:v>morganelizabethbenson</c:v>
                </c:pt>
                <c:pt idx="8835">
                  <c:v>morgancoxphotography</c:v>
                </c:pt>
                <c:pt idx="8836">
                  <c:v>morgan1softballplayer</c:v>
                </c:pt>
                <c:pt idx="8837">
                  <c:v>moretroublethanitsworth</c:v>
                </c:pt>
                <c:pt idx="8838">
                  <c:v>more_than_whats_real</c:v>
                </c:pt>
                <c:pt idx="8839">
                  <c:v>more__than__useless__</c:v>
                </c:pt>
                <c:pt idx="8840">
                  <c:v>more_than_loneliness</c:v>
                </c:pt>
                <c:pt idx="8841">
                  <c:v>morescenethansonnymoore</c:v>
                </c:pt>
                <c:pt idx="8842">
                  <c:v>more_red_wine_please</c:v>
                </c:pt>
                <c:pt idx="8843">
                  <c:v>moreno_salvadorean_guy</c:v>
                </c:pt>
                <c:pt idx="8844">
                  <c:v>moreincrediblethanher</c:v>
                </c:pt>
                <c:pt idx="8845">
                  <c:v>morefairtomethanaprilrain</c:v>
                </c:pt>
                <c:pt idx="8846">
                  <c:v>morbidmollyholyholly</c:v>
                </c:pt>
                <c:pt idx="8847">
                  <c:v>morbid_depressionist</c:v>
                </c:pt>
                <c:pt idx="8848">
                  <c:v>moo_the_galloping_cat</c:v>
                </c:pt>
                <c:pt idx="8849">
                  <c:v>mooregirlcatastrophe</c:v>
                </c:pt>
                <c:pt idx="8850">
                  <c:v>moonwolfformallymindthegap</c:v>
                </c:pt>
                <c:pt idx="8851">
                  <c:v>moon_willow_cherokee</c:v>
                </c:pt>
                <c:pt idx="8852">
                  <c:v>moonshinyhappypeople</c:v>
                </c:pt>
                <c:pt idx="8853">
                  <c:v>MoonshineandHomeGrown</c:v>
                </c:pt>
                <c:pt idx="8854">
                  <c:v>moonscreamlovelyparade</c:v>
                </c:pt>
                <c:pt idx="8855">
                  <c:v>moonprincessprotector</c:v>
                </c:pt>
                <c:pt idx="8856">
                  <c:v>moonlightwalkerwoman</c:v>
                </c:pt>
                <c:pt idx="8857">
                  <c:v>moon_light_slaughter</c:v>
                </c:pt>
                <c:pt idx="8858">
                  <c:v>moonlight_knight_child</c:v>
                </c:pt>
                <c:pt idx="8859">
                  <c:v>moonlightgrahamgreer</c:v>
                </c:pt>
                <c:pt idx="8860">
                  <c:v>moonlightandparadise</c:v>
                </c:pt>
                <c:pt idx="8861">
                  <c:v>__moonlight_aka_luna__</c:v>
                </c:pt>
                <c:pt idx="8862">
                  <c:v>moonchild_blackhippie</c:v>
                </c:pt>
                <c:pt idx="8863">
                  <c:v>monster_under_the_bed</c:v>
                </c:pt>
                <c:pt idx="8864">
                  <c:v>monstertruckextravaganza</c:v>
                </c:pt>
                <c:pt idx="8865">
                  <c:v>monsterfromtheparasol</c:v>
                </c:pt>
                <c:pt idx="8866">
                  <c:v>monroehornetchic1313</c:v>
                </c:pt>
                <c:pt idx="8867">
                  <c:v>monochromeeyespectrum</c:v>
                </c:pt>
                <c:pt idx="8868">
                  <c:v>monkey__yes_the_real_one</c:v>
                </c:pt>
                <c:pt idx="8869">
                  <c:v>monkeywilldanceforfood</c:v>
                </c:pt>
                <c:pt idx="8870">
                  <c:v>monkeythebeautiful92</c:v>
                </c:pt>
                <c:pt idx="8871">
                  <c:v>monkeyquesteither1113</c:v>
                </c:pt>
                <c:pt idx="8872">
                  <c:v>monkeypuzzletreejanine</c:v>
                </c:pt>
                <c:pt idx="8873">
                  <c:v>monkeygoatdonkeychicken</c:v>
                </c:pt>
                <c:pt idx="8874">
                  <c:v>monkeycatchingpopstar</c:v>
                </c:pt>
                <c:pt idx="8875">
                  <c:v>monkeybusinessinstitute</c:v>
                </c:pt>
                <c:pt idx="8876">
                  <c:v>monkeybusiness9stuart</c:v>
                </c:pt>
                <c:pt idx="8877">
                  <c:v>monistaryentertainment</c:v>
                </c:pt>
                <c:pt idx="8878">
                  <c:v>moniquebuchanan_momo</c:v>
                </c:pt>
                <c:pt idx="8879">
                  <c:v>monica_was_here_12_18_0</c:v>
                </c:pt>
                <c:pt idx="8880">
                  <c:v>monicaraye_croballer_12</c:v>
                </c:pt>
                <c:pt idx="8881">
                  <c:v>monica_monique_martinez</c:v>
                </c:pt>
                <c:pt idx="8882">
                  <c:v>monica_merlin_aka_chola</c:v>
                </c:pt>
                <c:pt idx="8883">
                  <c:v>monicamarydivinemercy</c:v>
                </c:pt>
                <c:pt idx="8884">
                  <c:v>monicaforpresident2008</c:v>
                </c:pt>
                <c:pt idx="8885">
                  <c:v>monicafayepicklesmith</c:v>
                </c:pt>
                <c:pt idx="8886">
                  <c:v>mongooserideratheart</c:v>
                </c:pt>
                <c:pt idx="8887">
                  <c:v>mongolia_white_castle</c:v>
                </c:pt>
                <c:pt idx="8888">
                  <c:v>mongolianpopcornbutter</c:v>
                </c:pt>
                <c:pt idx="8889">
                  <c:v>moneytalksitdontspeak</c:v>
                </c:pt>
                <c:pt idx="8890">
                  <c:v>moneytalksandianswer</c:v>
                </c:pt>
                <c:pt idx="8891">
                  <c:v>moneyovereverything30</c:v>
                </c:pt>
                <c:pt idx="8892">
                  <c:v>moneyovereverything323</c:v>
                </c:pt>
                <c:pt idx="8893">
                  <c:v>moneyovereverything0</c:v>
                </c:pt>
                <c:pt idx="8894">
                  <c:v>money_over_everything</c:v>
                </c:pt>
                <c:pt idx="8895">
                  <c:v>moneyovamatterrecordsent</c:v>
                </c:pt>
                <c:pt idx="8896">
                  <c:v>moneymanentertainment</c:v>
                </c:pt>
                <c:pt idx="8897">
                  <c:v>money_maker_for_life</c:v>
                </c:pt>
                <c:pt idx="8898">
                  <c:v>moneymakerandgirltaker</c:v>
                </c:pt>
                <c:pt idx="8899">
                  <c:v>moneymaker4ever213444</c:v>
                </c:pt>
                <c:pt idx="8900">
                  <c:v>moneymachinedontplay</c:v>
                </c:pt>
                <c:pt idx="8901">
                  <c:v>MONEYGOESWITEVERYTHING</c:v>
                </c:pt>
                <c:pt idx="8902">
                  <c:v>moneydoesbuyhappiness</c:v>
                </c:pt>
                <c:pt idx="8903">
                  <c:v>moneyclipsproduction</c:v>
                </c:pt>
                <c:pt idx="8904">
                  <c:v>moneyandmuscleoutlaw</c:v>
                </c:pt>
                <c:pt idx="8905">
                  <c:v>money9power9respect9</c:v>
                </c:pt>
                <c:pt idx="8906">
                  <c:v>monavie_international</c:v>
                </c:pt>
                <c:pt idx="8907">
                  <c:v>monarchsoftballplaya</c:v>
                </c:pt>
                <c:pt idx="8908">
                  <c:v>monarchrevenuemanagement</c:v>
                </c:pt>
                <c:pt idx="8909">
                  <c:v>mona_lisa_photography</c:v>
                </c:pt>
                <c:pt idx="8910">
                  <c:v>mommytoeliandannacate</c:v>
                </c:pt>
                <c:pt idx="8911">
                  <c:v>mommylovesherprincess</c:v>
                </c:pt>
                <c:pt idx="8912">
                  <c:v>mommy_baseball_fan33</c:v>
                </c:pt>
                <c:pt idx="8913">
                  <c:v>mommy2rileyandmadison</c:v>
                </c:pt>
                <c:pt idx="8914">
                  <c:v>mommy2princesstaylor</c:v>
                </c:pt>
                <c:pt idx="8915">
                  <c:v>mommy2brandonandbradley</c:v>
                </c:pt>
                <c:pt idx="8916">
                  <c:v>molly_the_photographer</c:v>
                </c:pt>
                <c:pt idx="8917">
                  <c:v>molly_motorboat_penis</c:v>
                </c:pt>
                <c:pt idx="8918">
                  <c:v>mollydolly_melancholy</c:v>
                </c:pt>
                <c:pt idx="8919">
                  <c:v>mollybloomandherappetite</c:v>
                </c:pt>
                <c:pt idx="8920">
                  <c:v>molesterman99_killer99</c:v>
                </c:pt>
                <c:pt idx="8921">
                  <c:v>moe_money_ova_everything</c:v>
                </c:pt>
                <c:pt idx="8922">
                  <c:v>modestmousesadsappysucker</c:v>
                </c:pt>
                <c:pt idx="8923">
                  <c:v>modernyouthorchestra</c:v>
                </c:pt>
                <c:pt idx="8924">
                  <c:v>modernworldcollection</c:v>
                </c:pt>
                <c:pt idx="8925">
                  <c:v>modernrecordingtechnique</c:v>
                </c:pt>
                <c:pt idx="8926">
                  <c:v>modernrecordingcompany</c:v>
                </c:pt>
                <c:pt idx="8927">
                  <c:v>moderndayknight91290</c:v>
                </c:pt>
                <c:pt idx="8928">
                  <c:v>modernday_cinderella</c:v>
                </c:pt>
                <c:pt idx="8929">
                  <c:v>moderatesituationaleuphoria</c:v>
                </c:pt>
                <c:pt idx="8930">
                  <c:v>model_rockstar_actress</c:v>
                </c:pt>
                <c:pt idx="8931">
                  <c:v>model_jessica_nicole</c:v>
                </c:pt>
                <c:pt idx="8932">
                  <c:v>model_citizen_clothing</c:v>
                </c:pt>
                <c:pt idx="8933">
                  <c:v>modelcitizenclothing</c:v>
                </c:pt>
                <c:pt idx="8934">
                  <c:v>model_christina_hall</c:v>
                </c:pt>
                <c:pt idx="8935">
                  <c:v>mobile_addict_forever</c:v>
                </c:pt>
                <c:pt idx="8936">
                  <c:v>mixtapemeltdownsyracuse</c:v>
                </c:pt>
                <c:pt idx="8937">
                  <c:v>mixmastercolonelsanders</c:v>
                </c:pt>
                <c:pt idx="8938">
                  <c:v>mixed_with_spicy_honey</c:v>
                </c:pt>
                <c:pt idx="8939">
                  <c:v>mixedguyfromblackplanet</c:v>
                </c:pt>
                <c:pt idx="8940">
                  <c:v>mixagainstxenophobia</c:v>
                </c:pt>
                <c:pt idx="8941">
                  <c:v>mitzi.self-hazelwood</c:v>
                </c:pt>
                <c:pt idx="8942">
                  <c:v>mitchell_thomas_bird</c:v>
                </c:pt>
                <c:pt idx="8943">
                  <c:v>_mitchell_the_great_</c:v>
                </c:pt>
                <c:pt idx="8944">
                  <c:v>misunderstood_gurlshelly</c:v>
                </c:pt>
                <c:pt idx="8945">
                  <c:v>misty_madison_gilbert</c:v>
                </c:pt>
                <c:pt idx="8946">
                  <c:v>mistressvictorianorth</c:v>
                </c:pt>
                <c:pt idx="8947">
                  <c:v>mistressrobynleather</c:v>
                </c:pt>
                <c:pt idx="8948">
                  <c:v>mistresslesliesavage</c:v>
                </c:pt>
                <c:pt idx="8949">
                  <c:v>mistressbluespainslut</c:v>
                </c:pt>
                <c:pt idx="8950">
                  <c:v>mister_too_damn_good</c:v>
                </c:pt>
                <c:pt idx="8951">
                  <c:v>misterrustyshackleford</c:v>
                </c:pt>
                <c:pt idx="8952">
                  <c:v>misterinvisiblehiphop</c:v>
                </c:pt>
                <c:pt idx="8953">
                  <c:v>mister_good_from_the_hood</c:v>
                </c:pt>
                <c:pt idx="8954">
                  <c:v>misterconleyversion12</c:v>
                </c:pt>
                <c:pt idx="8955">
                  <c:v>misteradvancedplacement</c:v>
                </c:pt>
                <c:pt idx="8956">
                  <c:v>mist_and_midnight_skies</c:v>
                </c:pt>
                <c:pt idx="8957">
                  <c:v>missythecorpsefactory</c:v>
                </c:pt>
                <c:pt idx="8958">
                  <c:v>missy_imogen_princess</c:v>
                </c:pt>
                <c:pt idx="8959">
                  <c:v>missy_hearts_you_4ever</c:v>
                </c:pt>
                <c:pt idx="8960">
                  <c:v>misswhitegirlattitude</c:v>
                </c:pt>
                <c:pt idx="8961">
                  <c:v>misswestvirginia_2005</c:v>
                </c:pt>
                <c:pt idx="8962">
                  <c:v>miss_victoria_rogers</c:v>
                </c:pt>
                <c:pt idx="8963">
                  <c:v>missunderstoodvintage</c:v>
                </c:pt>
                <c:pt idx="8964">
                  <c:v>missunderstoodgurl11</c:v>
                </c:pt>
                <c:pt idx="8965">
                  <c:v>MissUnderstood_Bitch</c:v>
                </c:pt>
                <c:pt idx="8966">
                  <c:v>misstiffanymaryclaire_</c:v>
                </c:pt>
                <c:pt idx="8967">
                  <c:v>miss_tiffany_breakfast</c:v>
                </c:pt>
                <c:pt idx="8968">
                  <c:v>miss_sweet_angel_4ever</c:v>
                </c:pt>
                <c:pt idx="8969">
                  <c:v>miss_sweet_and_sassy</c:v>
                </c:pt>
                <c:pt idx="8970">
                  <c:v>miss_sexy_brianna_lynn</c:v>
                </c:pt>
                <c:pt idx="8971">
                  <c:v>missseductivezoechick</c:v>
                </c:pt>
                <c:pt idx="8972">
                  <c:v>miss_scandalous_bitch</c:v>
                </c:pt>
                <c:pt idx="8973">
                  <c:v>misssarah_thegothicshoppe</c:v>
                </c:pt>
                <c:pt idx="8974">
                  <c:v>miss_rock_trivia_200</c:v>
                </c:pt>
                <c:pt idx="8975">
                  <c:v>miss_republican_bowhead</c:v>
                </c:pt>
                <c:pt idx="8976">
                  <c:v>missreneefoxydivastyle</c:v>
                </c:pt>
                <c:pt idx="8977">
                  <c:v>miss_razorblade_romance</c:v>
                </c:pt>
                <c:pt idx="8978">
                  <c:v>missquanteriaalexandria</c:v>
                </c:pt>
                <c:pt idx="8979">
                  <c:v>miss_punk_rock_princess</c:v>
                </c:pt>
                <c:pt idx="8980">
                  <c:v>misspriss_maleficent</c:v>
                </c:pt>
                <c:pt idx="8981">
                  <c:v>missprincessjennifer</c:v>
                </c:pt>
                <c:pt idx="8982">
                  <c:v>missprincesscharming</c:v>
                </c:pt>
                <c:pt idx="8983">
                  <c:v>miss_princess_bonnie_</c:v>
                </c:pt>
                <c:pt idx="8984">
                  <c:v>miss_penny_lane_1980</c:v>
                </c:pt>
                <c:pt idx="8985">
                  <c:v>misspeanutbutterlover</c:v>
                </c:pt>
                <c:pt idx="8986">
                  <c:v>miss_peanutbuttercup</c:v>
                </c:pt>
                <c:pt idx="8987">
                  <c:v>missnortheastentertainer</c:v>
                </c:pt>
                <c:pt idx="8988">
                  <c:v>missneworleanscalliope3</c:v>
                </c:pt>
                <c:pt idx="8989">
                  <c:v>miss_new_latina_booty</c:v>
                </c:pt>
                <c:pt idx="8990">
                  <c:v>miss_new_booty_amanda</c:v>
                </c:pt>
                <c:pt idx="8991">
                  <c:v>miss.natalyaromanova</c:v>
                </c:pt>
                <c:pt idx="8992">
                  <c:v>miss_miranda_michelle</c:v>
                </c:pt>
                <c:pt idx="8993">
                  <c:v>missmichaelachatterbox</c:v>
                </c:pt>
                <c:pt idx="8994">
                  <c:v>miss_melissa_matthews</c:v>
                </c:pt>
                <c:pt idx="8995">
                  <c:v>missluckytinaforlife</c:v>
                </c:pt>
                <c:pt idx="8996">
                  <c:v>miss_loaded_god_complex</c:v>
                </c:pt>
                <c:pt idx="8997">
                  <c:v>misslindsaylouwilson</c:v>
                </c:pt>
                <c:pt idx="8998">
                  <c:v>miss_lily_evans_potter</c:v>
                </c:pt>
                <c:pt idx="8999">
                  <c:v>miss_kitty_fantastico_19</c:v>
                </c:pt>
                <c:pt idx="9000">
                  <c:v>misskittenandthehacker</c:v>
                </c:pt>
                <c:pt idx="9001">
                  <c:v>misskelseylovesheather</c:v>
                </c:pt>
                <c:pt idx="9002">
                  <c:v>missjennifromtheblock</c:v>
                </c:pt>
                <c:pt idx="9003">
                  <c:v>miss__jennifer__marie</c:v>
                </c:pt>
                <c:pt idx="9004">
                  <c:v>missjamaicaakadebbie</c:v>
                </c:pt>
                <c:pt idx="9005">
                  <c:v>miss_jacquelyn_michelle</c:v>
                </c:pt>
                <c:pt idx="9006">
                  <c:v>mississippist_basketball</c:v>
                </c:pt>
                <c:pt idx="9007">
                  <c:v>missionsemiimpossible</c:v>
                </c:pt>
                <c:pt idx="9008">
                  <c:v>missionimpossibleand1</c:v>
                </c:pt>
                <c:pt idx="9009">
                  <c:v>missinvisiblepenguin</c:v>
                </c:pt>
                <c:pt idx="9010">
                  <c:v>missinnocentprincess17</c:v>
                </c:pt>
                <c:pt idx="9011">
                  <c:v>missingthejerseyshore</c:v>
                </c:pt>
                <c:pt idx="9012">
                  <c:v>missingthefloridalife</c:v>
                </c:pt>
                <c:pt idx="9013">
                  <c:v>missinginactiontheband1</c:v>
                </c:pt>
                <c:pt idx="9014">
                  <c:v>missinginactionmusic</c:v>
                </c:pt>
                <c:pt idx="9015">
                  <c:v>missing_from_bethlehem</c:v>
                </c:pt>
                <c:pt idx="9016">
                  <c:v>missing_but_not_lost</c:v>
                </c:pt>
                <c:pt idx="9017">
                  <c:v>missingthe9beginning</c:v>
                </c:pt>
                <c:pt idx="9018">
                  <c:v>miss_hot_spicy_cherry</c:v>
                </c:pt>
                <c:pt idx="9019">
                  <c:v>miss_honey_christina18</c:v>
                </c:pt>
                <c:pt idx="9020">
                  <c:v>misshermionejanegranger</c:v>
                </c:pt>
                <c:pt idx="9021">
                  <c:v>missghettocunningham09</c:v>
                </c:pt>
                <c:pt idx="9022">
                  <c:v>miss_genevieve_marie</c:v>
                </c:pt>
                <c:pt idx="9023">
                  <c:v>missfuckingmurder</c:v>
                </c:pt>
                <c:pt idx="9024">
                  <c:v>miss_fortuneburlesque</c:v>
                </c:pt>
                <c:pt idx="9025">
                  <c:v>missflorencepecanfestival</c:v>
                </c:pt>
                <c:pt idx="9026">
                  <c:v>missfirebirdhottie74</c:v>
                </c:pt>
                <c:pt idx="9027">
                  <c:v>miss_fashion_queenie</c:v>
                </c:pt>
                <c:pt idx="9028">
                  <c:v>missfairytaledreamer</c:v>
                </c:pt>
                <c:pt idx="9029">
                  <c:v>missdiamondakaspoiledbaby</c:v>
                </c:pt>
                <c:pt idx="9030">
                  <c:v>miss_crystal_and_julia</c:v>
                </c:pt>
                <c:pt idx="9031">
                  <c:v>miss_conceited_booty</c:v>
                </c:pt>
                <c:pt idx="9032">
                  <c:v>missconceitedandspoiled</c:v>
                </c:pt>
                <c:pt idx="9033">
                  <c:v>missconceitedakamissy</c:v>
                </c:pt>
                <c:pt idx="9034">
                  <c:v>miss_cinnamon_spider</c:v>
                </c:pt>
                <c:pt idx="9035">
                  <c:v>misschocolategirl11</c:v>
                </c:pt>
                <c:pt idx="9036">
                  <c:v>miss_chocolate_delight07</c:v>
                </c:pt>
                <c:pt idx="9037">
                  <c:v>miss_chocolatedelight</c:v>
                </c:pt>
                <c:pt idx="9038">
                  <c:v>miss_chocolate_beauty</c:v>
                </c:pt>
                <c:pt idx="9039">
                  <c:v>misscheerleaderchick</c:v>
                </c:pt>
                <c:pt idx="9040">
                  <c:v>miss_cassandra_nicole</c:v>
                </c:pt>
                <c:pt idx="9041">
                  <c:v>misscarameldelight2000</c:v>
                </c:pt>
                <c:pt idx="9042">
                  <c:v>miss__brittany__lynn__21</c:v>
                </c:pt>
                <c:pt idx="9043">
                  <c:v>miss_bonita_del_barrio</c:v>
                </c:pt>
                <c:pt idx="9044">
                  <c:v>missblueberrymuffin0</c:v>
                </c:pt>
                <c:pt idx="9045">
                  <c:v>miss_blondie_thumper</c:v>
                </c:pt>
                <c:pt idx="9046">
                  <c:v>miss_beautiful_princess</c:v>
                </c:pt>
                <c:pt idx="9047">
                  <c:v>miss_beautiful_blonde</c:v>
                </c:pt>
                <c:pt idx="9048">
                  <c:v>miss_attitude_problem</c:v>
                </c:pt>
                <c:pt idx="9049">
                  <c:v>miss_ashley_michelle</c:v>
                </c:pt>
                <c:pt idx="9050">
                  <c:v>miss_ashley_ladybulldog09</c:v>
                </c:pt>
                <c:pt idx="9051">
                  <c:v>miss_ash_ley_danielle</c:v>
                </c:pt>
                <c:pt idx="9052">
                  <c:v>missashleychrisbrown</c:v>
                </c:pt>
                <c:pt idx="9053">
                  <c:v>miss_applebottom_kitty</c:v>
                </c:pt>
                <c:pt idx="9054">
                  <c:v>missangelinaballerina</c:v>
                </c:pt>
                <c:pt idx="9055">
                  <c:v>missamber_aka_bigbooty</c:v>
                </c:pt>
                <c:pt idx="9056">
                  <c:v>miss_aggie_ladynonya</c:v>
                </c:pt>
                <c:pt idx="9057">
                  <c:v>miss_adrianne_aka_nikki</c:v>
                </c:pt>
                <c:pt idx="9058">
                  <c:v>mishmash_the_almighty</c:v>
                </c:pt>
                <c:pt idx="9059">
                  <c:v>misfit_psychwardcrew</c:v>
                </c:pt>
                <c:pt idx="9060">
                  <c:v>misfitgurl_003_alejandra</c:v>
                </c:pt>
                <c:pt idx="9061">
                  <c:v>misery_needs_company</c:v>
                </c:pt>
                <c:pt idx="9062">
                  <c:v>miserymade_beautiful</c:v>
                </c:pt>
                <c:pt idx="9063">
                  <c:v>miseryandgingraphics</c:v>
                </c:pt>
                <c:pt idx="9064">
                  <c:v>mischievouslittleelf</c:v>
                </c:pt>
                <c:pt idx="9065">
                  <c:v>mischievous_lil_faery</c:v>
                </c:pt>
                <c:pt idx="9066">
                  <c:v>mischiefmayhemandsoap</c:v>
                </c:pt>
                <c:pt idx="9067">
                  <c:v>miscellaneousmusicgroup</c:v>
                </c:pt>
                <c:pt idx="9068">
                  <c:v>mirrorsonlytelloneside</c:v>
                </c:pt>
                <c:pt idx="9069">
                  <c:v>mirkwood_middle_earth</c:v>
                </c:pt>
                <c:pt idx="9070">
                  <c:v>mirkwoodforest_carin</c:v>
                </c:pt>
                <c:pt idx="9071">
                  <c:v>miriam_liltroublemaker</c:v>
                </c:pt>
                <c:pt idx="9072">
                  <c:v>miriam_fansite_and_backup</c:v>
                </c:pt>
                <c:pt idx="9073">
                  <c:v>mirandadeidreadriannebird</c:v>
                </c:pt>
                <c:pt idx="9074">
                  <c:v>miranda_and_peter_forever</c:v>
                </c:pt>
                <c:pt idx="9075">
                  <c:v>miraclesarehappening</c:v>
                </c:pt>
                <c:pt idx="9076">
                  <c:v>miracleandthesoulinterpreter</c:v>
                </c:pt>
                <c:pt idx="9077">
                  <c:v>minutemenbringingthepain</c:v>
                </c:pt>
                <c:pt idx="9078">
                  <c:v>minute_maid_lemonade</c:v>
                </c:pt>
                <c:pt idx="9079">
                  <c:v>mint_licorice_candydoll</c:v>
                </c:pt>
                <c:pt idx="9080">
                  <c:v>minsineyaratam5034250342</c:v>
                </c:pt>
                <c:pt idx="9081">
                  <c:v>minoritythebandmusic</c:v>
                </c:pt>
                <c:pt idx="9082">
                  <c:v>minorityclothinghome</c:v>
                </c:pt>
                <c:pt idx="9083">
                  <c:v>minnie_mouse__tinkerbell</c:v>
                </c:pt>
                <c:pt idx="9084">
                  <c:v>minneapolismessaround</c:v>
                </c:pt>
                <c:pt idx="9085">
                  <c:v>minium_wage_prostitute</c:v>
                </c:pt>
                <c:pt idx="9086">
                  <c:v>ministerwithoutportfolio</c:v>
                </c:pt>
                <c:pt idx="9087">
                  <c:v>mineralanimalvegetable</c:v>
                </c:pt>
                <c:pt idx="9088">
                  <c:v>minecraftstyle20031999</c:v>
                </c:pt>
                <c:pt idx="9089">
                  <c:v>mindwithfearatremble</c:v>
                </c:pt>
                <c:pt idx="9090">
                  <c:v>mindwalkrecordinglabel</c:v>
                </c:pt>
                <c:pt idx="9091">
                  <c:v>mindtripperdancesister</c:v>
                </c:pt>
                <c:pt idx="9092">
                  <c:v>mindstatethecerebralarchitect</c:v>
                </c:pt>
                <c:pt idx="9093">
                  <c:v>mindlessselfindulgence9</c:v>
                </c:pt>
                <c:pt idx="9094">
                  <c:v>mindlessgenocideband</c:v>
                </c:pt>
                <c:pt idx="9095">
                  <c:v>mindframeentertainment</c:v>
                </c:pt>
                <c:pt idx="9096">
                  <c:v>mindbodyspirit_musicman</c:v>
                </c:pt>
                <c:pt idx="9097">
                  <c:v>mindbendentertainment</c:v>
                </c:pt>
                <c:pt idx="9098">
                  <c:v>mimrahman0192115783</c:v>
                </c:pt>
                <c:pt idx="9099">
                  <c:v>mimi_made_allys_space</c:v>
                </c:pt>
                <c:pt idx="9100">
                  <c:v>mimi_aka_tha_princess</c:v>
                </c:pt>
                <c:pt idx="9101">
                  <c:v>milwaukeetoolsnotbeer</c:v>
                </c:pt>
                <c:pt idx="9102">
                  <c:v>milwaukeepunkrockmovie</c:v>
                </c:pt>
                <c:pt idx="9103">
                  <c:v>milwaukeepanfishclub</c:v>
                </c:pt>
                <c:pt idx="9104">
                  <c:v>milwaukee_brewer_girl</c:v>
                </c:pt>
                <c:pt idx="9105">
                  <c:v>miltown_representative</c:v>
                </c:pt>
                <c:pt idx="9106">
                  <c:v>mil_town_latina_gurl</c:v>
                </c:pt>
                <c:pt idx="9107">
                  <c:v>miltownhottestsinger</c:v>
                </c:pt>
                <c:pt idx="9108">
                  <c:v>milotheprojectionist</c:v>
                </c:pt>
                <c:pt idx="9109">
                  <c:v>milo3pointspecialist</c:v>
                </c:pt>
                <c:pt idx="9110">
                  <c:v>million_midget_march</c:v>
                </c:pt>
                <c:pt idx="9111">
                  <c:v>million_dollar_showgirl</c:v>
                </c:pt>
                <c:pt idx="9112">
                  <c:v>milliondollarmovieproject</c:v>
                </c:pt>
                <c:pt idx="9113">
                  <c:v>milliondollarmarijuana</c:v>
                </c:pt>
                <c:pt idx="9114">
                  <c:v>milliondollarman700</c:v>
                </c:pt>
                <c:pt idx="9115">
                  <c:v>milliondollarhappiness</c:v>
                </c:pt>
                <c:pt idx="9116">
                  <c:v>milliondollardrummer</c:v>
                </c:pt>
                <c:pt idx="9117">
                  <c:v>milliondollarcorporation</c:v>
                </c:pt>
                <c:pt idx="9118">
                  <c:v>milliondollarbaby54321</c:v>
                </c:pt>
                <c:pt idx="9119">
                  <c:v>milliondollarbaby_23</c:v>
                </c:pt>
                <c:pt idx="9120">
                  <c:v>million_dollar_baby21</c:v>
                </c:pt>
                <c:pt idx="9121">
                  <c:v>millionboyentertainment</c:v>
                </c:pt>
                <c:pt idx="9122">
                  <c:v>millionairess_lifestyle</c:v>
                </c:pt>
                <c:pt idx="9123">
                  <c:v>millionairemurdertrial</c:v>
                </c:pt>
                <c:pt idx="9124">
                  <c:v>milliethemightymouse</c:v>
                </c:pt>
                <c:pt idx="9125">
                  <c:v>milliethemagnificent</c:v>
                </c:pt>
                <c:pt idx="9126">
                  <c:v>millersixpack_2010hotmail</c:v>
                </c:pt>
                <c:pt idx="9127">
                  <c:v>millerlitelongisland</c:v>
                </c:pt>
                <c:pt idx="9128">
                  <c:v>millerlitecowgirl_02</c:v>
                </c:pt>
                <c:pt idx="9129">
                  <c:v>miller_genuine_draught</c:v>
                </c:pt>
                <c:pt idx="9130">
                  <c:v>millergenuindraftgirl</c:v>
                </c:pt>
                <c:pt idx="9131">
                  <c:v>millenniumrealtygroup</c:v>
                </c:pt>
                <c:pt idx="9132">
                  <c:v>millenniummusiccenter</c:v>
                </c:pt>
                <c:pt idx="9133">
                  <c:v>millenniummiddleschool</c:v>
                </c:pt>
                <c:pt idx="9134">
                  <c:v>millathebloodspiller</c:v>
                </c:pt>
                <c:pt idx="9135">
                  <c:v>milkthecowfeatjefflawrence</c:v>
                </c:pt>
                <c:pt idx="9136">
                  <c:v>milkshakebournemouth</c:v>
                </c:pt>
                <c:pt idx="9137">
                  <c:v>milkdoesabodygood_belle</c:v>
                </c:pt>
                <c:pt idx="9138">
                  <c:v>milkchocolate_crackbaby</c:v>
                </c:pt>
                <c:pt idx="9139">
                  <c:v>milkchocolatecandygirl</c:v>
                </c:pt>
                <c:pt idx="9140">
                  <c:v>milk_and_cookie_captain</c:v>
                </c:pt>
                <c:pt idx="9141">
                  <c:v>militarywifeandmommy</c:v>
                </c:pt>
                <c:pt idx="9142">
                  <c:v>militarygerlintraining</c:v>
                </c:pt>
                <c:pt idx="9143">
                  <c:v>militarycastrofamily</c:v>
                </c:pt>
                <c:pt idx="9144">
                  <c:v>milfordhighschooldrumline</c:v>
                </c:pt>
                <c:pt idx="9145">
                  <c:v>mikeyiscoolerthanyou</c:v>
                </c:pt>
                <c:pt idx="9146">
                  <c:v>mike_the_shadowdancer</c:v>
                </c:pt>
                <c:pt idx="9147">
                  <c:v>mike_the_magnificent</c:v>
                </c:pt>
                <c:pt idx="9148">
                  <c:v>mikethegoodlookingbrother</c:v>
                </c:pt>
                <c:pt idx="9149">
                  <c:v>mikethefatcocksucker</c:v>
                </c:pt>
                <c:pt idx="9150">
                  <c:v>mikesweetwiththemustang</c:v>
                </c:pt>
                <c:pt idx="9151">
                  <c:v>_mike_shela_burnside</c:v>
                </c:pt>
                <c:pt idx="9152">
                  <c:v>mikepleaseacceptthisname</c:v>
                </c:pt>
                <c:pt idx="9153">
                  <c:v>mike_metalforbreakfast</c:v>
                </c:pt>
                <c:pt idx="9154">
                  <c:v>mikemendozatalksport</c:v>
                </c:pt>
                <c:pt idx="9155">
                  <c:v>mikeloveakayoungdutch</c:v>
                </c:pt>
                <c:pt idx="9156">
                  <c:v>mike_king_football_playa</c:v>
                </c:pt>
                <c:pt idx="9157">
                  <c:v>mikejoechrissamapathy</c:v>
                </c:pt>
                <c:pt idx="9158">
                  <c:v>mikehelicoptertech2189</c:v>
                </c:pt>
                <c:pt idx="9159">
                  <c:v>mikefromsuperfreshanddope</c:v>
                </c:pt>
                <c:pt idx="9160">
                  <c:v>mike_collins_superstar</c:v>
                </c:pt>
                <c:pt idx="9161">
                  <c:v>mikecarrolllottolout</c:v>
                </c:pt>
                <c:pt idx="9162">
                  <c:v>mikeblackandemiliewhite</c:v>
                </c:pt>
                <c:pt idx="9163">
                  <c:v>mike_bearingtheblame</c:v>
                </c:pt>
                <c:pt idx="9164">
                  <c:v>mike_and_sarah_4ever</c:v>
                </c:pt>
                <c:pt idx="9165">
                  <c:v>mikeandmichellerobinson</c:v>
                </c:pt>
                <c:pt idx="9166">
                  <c:v>mikeandallisonforever</c:v>
                </c:pt>
                <c:pt idx="9167">
                  <c:v>mike31_the_unforgiven</c:v>
                </c:pt>
                <c:pt idx="9168">
                  <c:v>miharu_the_lone_wolf</c:v>
                </c:pt>
                <c:pt idx="9169">
                  <c:v>mightyjoeyoungsoundtrack</c:v>
                </c:pt>
                <c:pt idx="9170">
                  <c:v>mightyangel_for_life</c:v>
                </c:pt>
                <c:pt idx="9171">
                  <c:v>mightcauseacoldfront</c:v>
                </c:pt>
                <c:pt idx="9172">
                  <c:v>miffanychurbobblecobble</c:v>
                </c:pt>
                <c:pt idx="9173">
                  <c:v>midwestparanormalsociety</c:v>
                </c:pt>
                <c:pt idx="9174">
                  <c:v>midwestmustangassociation</c:v>
                </c:pt>
                <c:pt idx="9175">
                  <c:v>mid_west_entertainment</c:v>
                </c:pt>
                <c:pt idx="9176">
                  <c:v>midtermbreakstreetteam</c:v>
                </c:pt>
                <c:pt idx="9177">
                  <c:v>midtempointernational</c:v>
                </c:pt>
                <c:pt idx="9178">
                  <c:v>midsummersnowsideproject</c:v>
                </c:pt>
                <c:pt idx="9179">
                  <c:v>midnighttemptressamy</c:v>
                </c:pt>
                <c:pt idx="9180">
                  <c:v>midnightsun_lightningrain</c:v>
                </c:pt>
                <c:pt idx="9181">
                  <c:v>midnightsolareclipse</c:v>
                </c:pt>
                <c:pt idx="9182">
                  <c:v>midnightsocietycrashandburn</c:v>
                </c:pt>
                <c:pt idx="9183">
                  <c:v>midnight_snackattacksarah</c:v>
                </c:pt>
                <c:pt idx="9184">
                  <c:v>midnight_motion_band</c:v>
                </c:pt>
                <c:pt idx="9185">
                  <c:v>midnight_moon_mistress</c:v>
                </c:pt>
                <c:pt idx="9186">
                  <c:v>midnightmantheivorydream</c:v>
                </c:pt>
                <c:pt idx="9187">
                  <c:v>midnightloveensemble</c:v>
                </c:pt>
                <c:pt idx="9188">
                  <c:v>midnightillusionmusic</c:v>
                </c:pt>
                <c:pt idx="9189">
                  <c:v>midnight_hour_photography</c:v>
                </c:pt>
                <c:pt idx="9190">
                  <c:v>midnightgenesismetal</c:v>
                </c:pt>
                <c:pt idx="9191">
                  <c:v>midnightempresskingdom</c:v>
                </c:pt>
                <c:pt idx="9192">
                  <c:v>midmonroeanimalhospital</c:v>
                </c:pt>
                <c:pt idx="9193">
                  <c:v>midlifecrisisrockband</c:v>
                </c:pt>
                <c:pt idx="9194">
                  <c:v>midlifecrisisorlando</c:v>
                </c:pt>
                <c:pt idx="9195">
                  <c:v>midknightgamblerscarclub</c:v>
                </c:pt>
                <c:pt idx="9196">
                  <c:v>midgetsmugglerisland</c:v>
                </c:pt>
                <c:pt idx="9197">
                  <c:v>midget_munchkin_teacher</c:v>
                </c:pt>
                <c:pt idx="9198">
                  <c:v>middleschoolworshipteam</c:v>
                </c:pt>
                <c:pt idx="9199">
                  <c:v>middlematadorblocker</c:v>
                </c:pt>
                <c:pt idx="9200">
                  <c:v>middlegeorgiabaseball</c:v>
                </c:pt>
                <c:pt idx="9201">
                  <c:v>middlefingerguitarist</c:v>
                </c:pt>
                <c:pt idx="9202">
                  <c:v>middleeastpeaceorchestra</c:v>
                </c:pt>
                <c:pt idx="9203">
                  <c:v>middleeasternterrorist</c:v>
                </c:pt>
                <c:pt idx="9204">
                  <c:v>middleeasternliterature</c:v>
                </c:pt>
                <c:pt idx="9205">
                  <c:v>middle_eastern_holiday</c:v>
                </c:pt>
                <c:pt idx="9206">
                  <c:v>midbaseball2909blake</c:v>
                </c:pt>
                <c:pt idx="9207">
                  <c:v>midatlanticfilmfestival</c:v>
                </c:pt>
                <c:pt idx="9208">
                  <c:v>midaircollisionofficial</c:v>
                </c:pt>
                <c:pt idx="9209">
                  <c:v>mickymouseashenfelter</c:v>
                </c:pt>
                <c:pt idx="9210">
                  <c:v>micky_and_claire_4ever</c:v>
                </c:pt>
                <c:pt idx="9211">
                  <c:v>mick_master_mike200</c:v>
                </c:pt>
                <c:pt idx="9212">
                  <c:v>michigansportsfan1975</c:v>
                </c:pt>
                <c:pt idx="9213">
                  <c:v>michiganfootballfreak</c:v>
                </c:pt>
                <c:pt idx="9214">
                  <c:v>michiganfootballfan4ever</c:v>
                </c:pt>
                <c:pt idx="9215">
                  <c:v>michigandopedealer420</c:v>
                </c:pt>
                <c:pt idx="9216">
                  <c:v>michellethehappymommy</c:v>
                </c:pt>
                <c:pt idx="9217">
                  <c:v>michellethebombshell</c:v>
                </c:pt>
                <c:pt idx="9218">
                  <c:v>michelletaffyhearts21</c:v>
                </c:pt>
                <c:pt idx="9219">
                  <c:v>michellesoutherncharm</c:v>
                </c:pt>
                <c:pt idx="9220">
                  <c:v>michelle_singsongwriter</c:v>
                </c:pt>
                <c:pt idx="9221">
                  <c:v>michellesingersongwriter</c:v>
                </c:pt>
                <c:pt idx="9222">
                  <c:v>michelleshortandsweet</c:v>
                </c:pt>
                <c:pt idx="9223">
                  <c:v>michelleseckinger01204</c:v>
                </c:pt>
                <c:pt idx="9224">
                  <c:v>michelle_noel_sanders</c:v>
                </c:pt>
                <c:pt idx="9225">
                  <c:v>michelle_nicole_simpson</c:v>
                </c:pt>
                <c:pt idx="9226">
                  <c:v>michellemoralesvincent</c:v>
                </c:pt>
                <c:pt idx="9227">
                  <c:v>michelle_milstead2003</c:v>
                </c:pt>
                <c:pt idx="9228">
                  <c:v>michelle_messing_around</c:v>
                </c:pt>
                <c:pt idx="9229">
                  <c:v>michellemariefreeman</c:v>
                </c:pt>
                <c:pt idx="9230">
                  <c:v>michellelynncampbell</c:v>
                </c:pt>
                <c:pt idx="9231">
                  <c:v>michellelillycrowder</c:v>
                </c:pt>
                <c:pt idx="9232">
                  <c:v>michellelawrencemusic</c:v>
                </c:pt>
                <c:pt idx="9233">
                  <c:v>michelle_jayne_louise</c:v>
                </c:pt>
                <c:pt idx="9234">
                  <c:v>michellehudsontucker</c:v>
                </c:pt>
                <c:pt idx="9235">
                  <c:v>michellehotchocolate</c:v>
                </c:pt>
                <c:pt idx="9236">
                  <c:v>michelle_from_foolhouse</c:v>
                </c:pt>
                <c:pt idx="9237">
                  <c:v>michellefishheadpants</c:v>
                </c:pt>
                <c:pt idx="9238">
                  <c:v>michelle_crazy_like_whoa</c:v>
                </c:pt>
                <c:pt idx="9239">
                  <c:v>michelle_cheerleader4life</c:v>
                </c:pt>
                <c:pt idx="9240">
                  <c:v>michellebuchananmusic</c:v>
                </c:pt>
                <c:pt idx="9241">
                  <c:v>michellebranchhillaryclinton</c:v>
                </c:pt>
                <c:pt idx="9242">
                  <c:v>michellebonillamusic</c:v>
                </c:pt>
                <c:pt idx="9243">
                  <c:v>michelleblueicedtiger</c:v>
                </c:pt>
                <c:pt idx="9244">
                  <c:v>michelle_babygirl805</c:v>
                </c:pt>
                <c:pt idx="9245">
                  <c:v>michellebaby_forever</c:v>
                </c:pt>
                <c:pt idx="9246">
                  <c:v>michelleashleynicole</c:v>
                </c:pt>
                <c:pt idx="9247">
                  <c:v>michelleangelicamartinez</c:v>
                </c:pt>
                <c:pt idx="9248">
                  <c:v>michelleandylanforever</c:v>
                </c:pt>
                <c:pt idx="9249">
                  <c:v>michelleandlindsayfoo</c:v>
                </c:pt>
                <c:pt idx="9250">
                  <c:v>michelle_and_kari_kent</c:v>
                </c:pt>
                <c:pt idx="9251">
                  <c:v>michelle_and_joe_1998</c:v>
                </c:pt>
                <c:pt idx="9252">
                  <c:v>michelle_and_alexandra919</c:v>
                </c:pt>
                <c:pt idx="9253">
                  <c:v>michelle_aka_sunshine</c:v>
                </c:pt>
                <c:pt idx="9254">
                  <c:v>michele_the_sexy_beastie</c:v>
                </c:pt>
                <c:pt idx="9255">
                  <c:v>michele_prettypoison</c:v>
                </c:pt>
                <c:pt idx="9256">
                  <c:v>michelecoxphotography</c:v>
                </c:pt>
                <c:pt idx="9257">
                  <c:v>michaelalancarpenter</c:v>
                </c:pt>
                <c:pt idx="9258">
                  <c:v>michaela_and_maria_rock</c:v>
                </c:pt>
                <c:pt idx="9259">
                  <c:v>miasexysouthernbelle</c:v>
                </c:pt>
                <c:pt idx="9260">
                  <c:v>MiaNterry2gether4eva</c:v>
                </c:pt>
                <c:pt idx="9261">
                  <c:v>miamipolicepatrolsouthend</c:v>
                </c:pt>
                <c:pt idx="9262">
                  <c:v>miamimusicconference</c:v>
                </c:pt>
                <c:pt idx="9263">
                  <c:v>miamigurlindabuilding</c:v>
                </c:pt>
                <c:pt idx="9264">
                  <c:v>miamibeachrecordingstudio</c:v>
                </c:pt>
                <c:pt idx="9265">
                  <c:v>miamibeachrealestate</c:v>
                </c:pt>
                <c:pt idx="9266">
                  <c:v>mia_hearts_the_pepper</c:v>
                </c:pt>
                <c:pt idx="9267">
                  <c:v>mia_got_shot_like_yeah</c:v>
                </c:pt>
                <c:pt idx="9268">
                  <c:v>miabellaprincessmisty</c:v>
                </c:pt>
                <c:pt idx="9269">
                  <c:v>metropolitanmurderweapon</c:v>
                </c:pt>
                <c:pt idx="9270">
                  <c:v>meteorologistnickjohnston</c:v>
                </c:pt>
                <c:pt idx="9271">
                  <c:v>metaphysicalstreetteam</c:v>
                </c:pt>
                <c:pt idx="9272">
                  <c:v>metaphysicalrabbithole</c:v>
                </c:pt>
                <c:pt idx="9273">
                  <c:v>metal_thrashing_madman</c:v>
                </c:pt>
                <c:pt idx="9274">
                  <c:v>metalstormentertainment</c:v>
                </c:pt>
                <c:pt idx="9275">
                  <c:v>metalrockpunkmixtape</c:v>
                </c:pt>
                <c:pt idx="9276">
                  <c:v>metalpeekaboostranger</c:v>
                </c:pt>
                <c:pt idx="9277">
                  <c:v>metal_monster_maniac</c:v>
                </c:pt>
                <c:pt idx="9278">
                  <c:v>metal_head_freak_4_life_</c:v>
                </c:pt>
                <c:pt idx="9279">
                  <c:v>metalheadedguitarfreak</c:v>
                </c:pt>
                <c:pt idx="9280">
                  <c:v>metalbitchphotography</c:v>
                </c:pt>
                <c:pt idx="9281">
                  <c:v>metalandrockarewicked</c:v>
                </c:pt>
                <c:pt idx="9282">
                  <c:v>metalandhardcorefever</c:v>
                </c:pt>
                <c:pt idx="9283">
                  <c:v>messin_with_the_great</c:v>
                </c:pt>
                <c:pt idx="9284">
                  <c:v>messheadclothingtest</c:v>
                </c:pt>
                <c:pt idx="9285">
                  <c:v>messagefromthebeyond</c:v>
                </c:pt>
                <c:pt idx="9286">
                  <c:v>message_beneath_contempt</c:v>
                </c:pt>
                <c:pt idx="9287">
                  <c:v>mesquiteseniorprank0</c:v>
                </c:pt>
                <c:pt idx="9288">
                  <c:v>merrylittlemetalhead</c:v>
                </c:pt>
                <c:pt idx="9289">
                  <c:v>meredithloverforever</c:v>
                </c:pt>
                <c:pt idx="9290">
                  <c:v>meredithcorsonbaldwin</c:v>
                </c:pt>
                <c:pt idx="9291">
                  <c:v>mercynightclubregular</c:v>
                </c:pt>
                <c:pt idx="9292">
                  <c:v>mercyjusticehumilitylove</c:v>
                </c:pt>
                <c:pt idx="9293">
                  <c:v>mercilessmobsopranoboy</c:v>
                </c:pt>
                <c:pt idx="9294">
                  <c:v>mercedespinkiceprincess</c:v>
                </c:pt>
                <c:pt idx="9295">
                  <c:v>mercedes_lynn_conway</c:v>
                </c:pt>
                <c:pt idx="9296">
                  <c:v>mercedesdaniellesmith</c:v>
                </c:pt>
                <c:pt idx="9297">
                  <c:v>mercedesceceliasteelman</c:v>
                </c:pt>
                <c:pt idx="9298">
                  <c:v>mentorsonlyrealhiphop</c:v>
                </c:pt>
                <c:pt idx="9299">
                  <c:v>mentallyunstablegoalie</c:v>
                </c:pt>
                <c:pt idx="9300">
                  <c:v>mentallydisturbedguy</c:v>
                </c:pt>
                <c:pt idx="9301">
                  <c:v>menshouldnotfearpink</c:v>
                </c:pt>
                <c:pt idx="9302">
                  <c:v>mendontprotectyouanymore</c:v>
                </c:pt>
                <c:pt idx="9303">
                  <c:v>memphis_tiger_4_life</c:v>
                </c:pt>
                <c:pt idx="9304">
                  <c:v>memphis_blood_nigger</c:v>
                </c:pt>
                <c:pt idx="9305">
                  <c:v>memoryplayshideandseek</c:v>
                </c:pt>
                <c:pt idx="9306">
                  <c:v>memorial_hall_library</c:v>
                </c:pt>
                <c:pt idx="9307">
                  <c:v>memorialdayweekend4ever</c:v>
                </c:pt>
                <c:pt idx="9308">
                  <c:v>meloncholic_desperation</c:v>
                </c:pt>
                <c:pt idx="9309">
                  <c:v>melodystyleapartment</c:v>
                </c:pt>
                <c:pt idx="9310">
                  <c:v>melody_chapman_tucker</c:v>
                </c:pt>
                <c:pt idx="9311">
                  <c:v>melodicenergycommission</c:v>
                </c:pt>
                <c:pt idx="9312">
                  <c:v>melodicdeathmetalmike</c:v>
                </c:pt>
                <c:pt idx="9313">
                  <c:v>melodicabortionorchestra</c:v>
                </c:pt>
                <c:pt idx="9314">
                  <c:v>mellyloveskelly21385</c:v>
                </c:pt>
                <c:pt idx="9315">
                  <c:v>mellow_yellow_fellow</c:v>
                </c:pt>
                <c:pt idx="9316">
                  <c:v>MellonCollieButterfly</c:v>
                </c:pt>
                <c:pt idx="9317">
                  <c:v>melissatonyaustinevan</c:v>
                </c:pt>
                <c:pt idx="9318">
                  <c:v>melissatheweddingplanner</c:v>
                </c:pt>
                <c:pt idx="9319">
                  <c:v>melissa_the_notorious</c:v>
                </c:pt>
                <c:pt idx="9320">
                  <c:v>melissastinkerbellpage</c:v>
                </c:pt>
                <c:pt idx="9321">
                  <c:v>melissasteinphotography</c:v>
                </c:pt>
                <c:pt idx="9322">
                  <c:v>melissa_soccerbabe09</c:v>
                </c:pt>
                <c:pt idx="9323">
                  <c:v>melissa_sexyblonde_18</c:v>
                </c:pt>
                <c:pt idx="9324">
                  <c:v>melissa_sexy_baby_101</c:v>
                </c:pt>
                <c:pt idx="9325">
                  <c:v>melissa_rock_life_hard</c:v>
                </c:pt>
                <c:pt idx="9326">
                  <c:v>melissareneefranklin</c:v>
                </c:pt>
                <c:pt idx="9327">
                  <c:v>Melissa_Petersen1229</c:v>
                </c:pt>
                <c:pt idx="9328">
                  <c:v>melissa_missy_whatever</c:v>
                </c:pt>
                <c:pt idx="9329">
                  <c:v>melissamichellesmith0128</c:v>
                </c:pt>
                <c:pt idx="9330">
                  <c:v>melissamichellemitchell</c:v>
                </c:pt>
                <c:pt idx="9331">
                  <c:v>melissa_marie_walker</c:v>
                </c:pt>
                <c:pt idx="9332">
                  <c:v>melissamariemartinez</c:v>
                </c:pt>
                <c:pt idx="9333">
                  <c:v>melissa_marie_collins</c:v>
                </c:pt>
                <c:pt idx="9334">
                  <c:v>melissamadethisforme</c:v>
                </c:pt>
                <c:pt idx="9335">
                  <c:v>melissa_little_bastard</c:v>
                </c:pt>
                <c:pt idx="9336">
                  <c:v>melissa_joan_hart_fan</c:v>
                </c:pt>
                <c:pt idx="9337">
                  <c:v>melissa_exotic_piercer</c:v>
                </c:pt>
                <c:pt idx="9338">
                  <c:v>melissachrisanddanny</c:v>
                </c:pt>
                <c:pt idx="9339">
                  <c:v>melissa_aka_the_best</c:v>
                </c:pt>
                <c:pt idx="9340">
                  <c:v>melindawarrenhalliwell</c:v>
                </c:pt>
                <c:pt idx="9341">
                  <c:v>melinda_linda_whiteout</c:v>
                </c:pt>
                <c:pt idx="9342">
                  <c:v>melindajoshandalison</c:v>
                </c:pt>
                <c:pt idx="9343">
                  <c:v>mel_dirtycountrygirl</c:v>
                </c:pt>
                <c:pt idx="9344">
                  <c:v>melaniechapmanalways</c:v>
                </c:pt>
                <c:pt idx="9345">
                  <c:v>melanie__arellano100</c:v>
                </c:pt>
                <c:pt idx="9346">
                  <c:v>melancholymetalchick</c:v>
                </c:pt>
                <c:pt idx="9347">
                  <c:v>melancholicresidualdamage</c:v>
                </c:pt>
                <c:pt idx="9348">
                  <c:v>meitrixstudio54_chris</c:v>
                </c:pt>
                <c:pt idx="9349">
                  <c:v>meinernameristgunter</c:v>
                </c:pt>
                <c:pt idx="9350">
                  <c:v>meharchaingangsoldier54</c:v>
                </c:pt>
                <c:pt idx="9351">
                  <c:v>meghanfrigginelizabeth</c:v>
                </c:pt>
                <c:pt idx="9352">
                  <c:v>meghan7greenmountain</c:v>
                </c:pt>
                <c:pt idx="9353">
                  <c:v>megan_taylor_donahue</c:v>
                </c:pt>
                <c:pt idx="9354">
                  <c:v>meganparker_roleplayer</c:v>
                </c:pt>
                <c:pt idx="9355">
                  <c:v>meganpalmerspikedriver</c:v>
                </c:pt>
                <c:pt idx="9356">
                  <c:v>megan_middlename_gorman</c:v>
                </c:pt>
                <c:pt idx="9357">
                  <c:v>megan_gilbert_spicer</c:v>
                </c:pt>
                <c:pt idx="9358">
                  <c:v>meganelizabethparker</c:v>
                </c:pt>
                <c:pt idx="9359">
                  <c:v>megan_elizabeth_manning</c:v>
                </c:pt>
                <c:pt idx="9360">
                  <c:v>_megan_beautiful_kiss</c:v>
                </c:pt>
                <c:pt idx="9361">
                  <c:v>megan_babygurl_redbone</c:v>
                </c:pt>
                <c:pt idx="9362">
                  <c:v>meganandveetelevision</c:v>
                </c:pt>
                <c:pt idx="9363">
                  <c:v>meganandcarl4fourlife</c:v>
                </c:pt>
                <c:pt idx="9364">
                  <c:v>meganandbrandon4ever</c:v>
                </c:pt>
                <c:pt idx="9365">
                  <c:v>meetthaloverandthefighter</c:v>
                </c:pt>
                <c:pt idx="9366">
                  <c:v>meetandgreet_podcast</c:v>
                </c:pt>
                <c:pt idx="9367">
                  <c:v>medical_injury_lawyer</c:v>
                </c:pt>
                <c:pt idx="9368">
                  <c:v>medford_him_street_team</c:v>
                </c:pt>
                <c:pt idx="9369">
                  <c:v>mechanicaldeathwhore</c:v>
                </c:pt>
                <c:pt idx="9370">
                  <c:v>meatwadmoonmaster1</c:v>
                </c:pt>
                <c:pt idx="9371">
                  <c:v>meangreenturtlemachine</c:v>
                </c:pt>
                <c:pt idx="9372">
                  <c:v>meangreensloppyjoemachine</c:v>
                </c:pt>
                <c:pt idx="9373">
                  <c:v>meanfaceentertainment</c:v>
                </c:pt>
                <c:pt idx="9374">
                  <c:v>meaghan_rachel_ashley</c:v>
                </c:pt>
                <c:pt idx="9375">
                  <c:v>meagan_1andonly_beautiful</c:v>
                </c:pt>
                <c:pt idx="9376">
                  <c:v>meadowbrooknightlife</c:v>
                </c:pt>
                <c:pt idx="9377">
                  <c:v>mayraisprincess4ever</c:v>
                </c:pt>
                <c:pt idx="9378">
                  <c:v>maygoodprevailoverevil</c:v>
                </c:pt>
                <c:pt idx="9379">
                  <c:v>maygodblessourmilitary</c:v>
                </c:pt>
                <c:pt idx="9380">
                  <c:v>mayexperienceturbulence</c:v>
                </c:pt>
                <c:pt idx="9381">
                  <c:v>maycauseinternalbleeding</c:v>
                </c:pt>
                <c:pt idx="9382">
                  <c:v>maybridgerealitygroup</c:v>
                </c:pt>
                <c:pt idx="9383">
                  <c:v>may11981causticalone</c:v>
                </c:pt>
                <c:pt idx="9384">
                  <c:v>maxtownnotgrapestreet</c:v>
                </c:pt>
                <c:pt idx="9385">
                  <c:v>maxine_and_gwendolyn</c:v>
                </c:pt>
                <c:pt idx="9386">
                  <c:v>maximustheinvincible</c:v>
                </c:pt>
                <c:pt idx="9387">
                  <c:v>maximuslapteff472022934</c:v>
                </c:pt>
                <c:pt idx="9388">
                  <c:v>maximumarticulatingthing</c:v>
                </c:pt>
                <c:pt idx="9389">
                  <c:v>maximizeyourenjoyment</c:v>
                </c:pt>
                <c:pt idx="9390">
                  <c:v>maximillionvalentine</c:v>
                </c:pt>
                <c:pt idx="9391">
                  <c:v>maxhiding_questionmark</c:v>
                </c:pt>
                <c:pt idx="9392">
                  <c:v>max89042511499odapob48</c:v>
                </c:pt>
                <c:pt idx="9393">
                  <c:v>mavisbeaconteachestyping</c:v>
                </c:pt>
                <c:pt idx="9394">
                  <c:v>maverickallstarcheer</c:v>
                </c:pt>
                <c:pt idx="9395">
                  <c:v>mattison_basketball25</c:v>
                </c:pt>
                <c:pt idx="9396">
                  <c:v>mattisnotmusicallytalented</c:v>
                </c:pt>
                <c:pt idx="9397">
                  <c:v>mattie_depressed_single</c:v>
                </c:pt>
                <c:pt idx="9398">
                  <c:v>matthewutteruniversity</c:v>
                </c:pt>
                <c:pt idx="9399">
                  <c:v>matthewtravisperry802</c:v>
                </c:pt>
                <c:pt idx="9400">
                  <c:v>matthewthomasmartinez</c:v>
                </c:pt>
                <c:pt idx="9401">
                  <c:v>matthewspervertedorgan</c:v>
                </c:pt>
                <c:pt idx="9402">
                  <c:v>matthewsmusicandworld</c:v>
                </c:pt>
                <c:pt idx="9403">
                  <c:v>matthewpinballwizard</c:v>
                </c:pt>
                <c:pt idx="9404">
                  <c:v>matthewpattersonlancaster</c:v>
                </c:pt>
                <c:pt idx="9405">
                  <c:v>matthewharperphotography</c:v>
                </c:pt>
                <c:pt idx="9406">
                  <c:v>matthewgoodnightrock</c:v>
                </c:pt>
                <c:pt idx="9407">
                  <c:v>matthew_can_kick_ass</c:v>
                </c:pt>
                <c:pt idx="9408">
                  <c:v>matthewbrowncreative</c:v>
                </c:pt>
                <c:pt idx="9409">
                  <c:v>matthewbenjamincompton</c:v>
                </c:pt>
                <c:pt idx="9410">
                  <c:v>matthewandaprilevans</c:v>
                </c:pt>
                <c:pt idx="9411">
                  <c:v>matthewallenanderson</c:v>
                </c:pt>
                <c:pt idx="9412">
                  <c:v>matthew_aka_hollywud</c:v>
                </c:pt>
                <c:pt idx="9413">
                  <c:v>matthecreepycheerleader</c:v>
                </c:pt>
                <c:pt idx="9414">
                  <c:v>matlaevasvetlana1143</c:v>
                </c:pt>
                <c:pt idx="9415">
                  <c:v>mathsuccessunlimited</c:v>
                </c:pt>
                <c:pt idx="9416">
                  <c:v>mathfeaturingbritthuff</c:v>
                </c:pt>
                <c:pt idx="9417">
                  <c:v>matfromthesimpsonworld</c:v>
                </c:pt>
                <c:pt idx="9418">
                  <c:v>materialchickgonefamous</c:v>
                </c:pt>
                <c:pt idx="9419">
                  <c:v>mater_academy_lion_band</c:v>
                </c:pt>
                <c:pt idx="9420">
                  <c:v>matefeedkillrepeat90</c:v>
                </c:pt>
                <c:pt idx="9421">
                  <c:v>masturbateswithtoothbrush</c:v>
                </c:pt>
                <c:pt idx="9422">
                  <c:v>masterwayneakabatman</c:v>
                </c:pt>
                <c:pt idx="9423">
                  <c:v>masterstoneandthecobrakai</c:v>
                </c:pt>
                <c:pt idx="9424">
                  <c:v>mastersplinter_lopez</c:v>
                </c:pt>
                <c:pt idx="9425">
                  <c:v>master_splinter_band</c:v>
                </c:pt>
                <c:pt idx="9426">
                  <c:v>master_shake_the_drizzle</c:v>
                </c:pt>
                <c:pt idx="9427">
                  <c:v>masterplanmanagement</c:v>
                </c:pt>
                <c:pt idx="9428">
                  <c:v>masterpimpplayer200</c:v>
                </c:pt>
                <c:pt idx="9429">
                  <c:v>MasterMassageTherapist</c:v>
                </c:pt>
                <c:pt idx="9430">
                  <c:v>mastergeorgewashington</c:v>
                </c:pt>
                <c:pt idx="9431">
                  <c:v>masterfreckpettyofficer</c:v>
                </c:pt>
                <c:pt idx="9432">
                  <c:v>masterflydavisdazzle</c:v>
                </c:pt>
                <c:pt idx="9433">
                  <c:v>masterdarknessfallen</c:v>
                </c:pt>
                <c:pt idx="9434">
                  <c:v>master_chief_head_shot</c:v>
                </c:pt>
                <c:pt idx="9435">
                  <c:v>masterbedroomtheband</c:v>
                </c:pt>
                <c:pt idx="9436">
                  <c:v>masterandhisslavemarissa</c:v>
                </c:pt>
                <c:pt idx="9437">
                  <c:v>massundergroundtunnel</c:v>
                </c:pt>
                <c:pt idx="9438">
                  <c:v>massoud_atef_represent</c:v>
                </c:pt>
                <c:pt idx="9439">
                  <c:v>massive_paranoia_attack</c:v>
                </c:pt>
                <c:pt idx="9440">
                  <c:v>massiveattackorlando</c:v>
                </c:pt>
                <c:pt idx="9441">
                  <c:v>massage_west_chicago</c:v>
                </c:pt>
                <c:pt idx="9442">
                  <c:v>massagetherapybusiness</c:v>
                </c:pt>
                <c:pt idx="9443">
                  <c:v>massagetherapistmegan</c:v>
                </c:pt>
                <c:pt idx="9444">
                  <c:v>massagetherapistkendra</c:v>
                </c:pt>
                <c:pt idx="9445">
                  <c:v>masonwillruletheworld</c:v>
                </c:pt>
                <c:pt idx="9446">
                  <c:v>masochisticdeathcannibal</c:v>
                </c:pt>
                <c:pt idx="9447">
                  <c:v>maryvilleredneckgirl</c:v>
                </c:pt>
                <c:pt idx="9448">
                  <c:v>marytheresacolapinto</c:v>
                </c:pt>
                <c:pt idx="9449">
                  <c:v>marythehighlandmoocow</c:v>
                </c:pt>
                <c:pt idx="9450">
                  <c:v>mary_tha_brunette_chick</c:v>
                </c:pt>
                <c:pt idx="9451">
                  <c:v>marysflowersuperhead</c:v>
                </c:pt>
                <c:pt idx="9452">
                  <c:v>marypoppinsdeathumbrella</c:v>
                </c:pt>
                <c:pt idx="9453">
                  <c:v>marymargaretunderwood</c:v>
                </c:pt>
                <c:pt idx="9454">
                  <c:v>marylandstateboychoir</c:v>
                </c:pt>
                <c:pt idx="9455">
                  <c:v>mary.kristine.stanley</c:v>
                </c:pt>
                <c:pt idx="9456">
                  <c:v>marykathrynpatterson</c:v>
                </c:pt>
                <c:pt idx="9457">
                  <c:v>marykatherinesuperstar</c:v>
                </c:pt>
                <c:pt idx="9458">
                  <c:v>mary_kate_the_real_thing</c:v>
                </c:pt>
                <c:pt idx="9459">
                  <c:v>marykatelyndespelder</c:v>
                </c:pt>
                <c:pt idx="9460">
                  <c:v>MaryKateandAshleybestsis</c:v>
                </c:pt>
                <c:pt idx="9461">
                  <c:v>marykateandashley111</c:v>
                </c:pt>
                <c:pt idx="9462">
                  <c:v>mary_kate_and_ash_fan2212</c:v>
                </c:pt>
                <c:pt idx="9463">
                  <c:v>mary_ellen_christensen</c:v>
                </c:pt>
                <c:pt idx="9464">
                  <c:v>maryelizabethharkness</c:v>
                </c:pt>
                <c:pt idx="9465">
                  <c:v>maryclosemassagetherapy</c:v>
                </c:pt>
                <c:pt idx="9466">
                  <c:v>mary_catherine_gallager</c:v>
                </c:pt>
                <c:pt idx="9467">
                  <c:v>maryathedancingqueen</c:v>
                </c:pt>
                <c:pt idx="9468">
                  <c:v>maryallisonphotography</c:v>
                </c:pt>
                <c:pt idx="9469">
                  <c:v>marvelous_motion_moon</c:v>
                </c:pt>
                <c:pt idx="9470">
                  <c:v>martonicentertainment</c:v>
                </c:pt>
                <c:pt idx="9471">
                  <c:v>martinguyjazzdrummer</c:v>
                </c:pt>
                <c:pt idx="9472">
                  <c:v>martinezthebeatsmith</c:v>
                </c:pt>
                <c:pt idx="9473">
                  <c:v>martians_from_outerspace</c:v>
                </c:pt>
                <c:pt idx="9474">
                  <c:v>martialartistforlife</c:v>
                </c:pt>
                <c:pt idx="9475">
                  <c:v>marthaelizabethhocking</c:v>
                </c:pt>
                <c:pt idx="9476">
                  <c:v>marshymarshmellowlover</c:v>
                </c:pt>
                <c:pt idx="9477">
                  <c:v>marshmellow_madness51007</c:v>
                </c:pt>
                <c:pt idx="9478">
                  <c:v>marshmancomedyportland</c:v>
                </c:pt>
                <c:pt idx="9479">
                  <c:v>marshmallowsareyummy</c:v>
                </c:pt>
                <c:pt idx="9480">
                  <c:v>married_northwest_guy</c:v>
                </c:pt>
                <c:pt idx="9481">
                  <c:v>marriedmanlooking1973</c:v>
                </c:pt>
                <c:pt idx="9482">
                  <c:v>marriedandstillsingle</c:v>
                </c:pt>
                <c:pt idx="9483">
                  <c:v>marquita_thatbitch_miller</c:v>
                </c:pt>
                <c:pt idx="9484">
                  <c:v>maroon5shewillbeloved</c:v>
                </c:pt>
                <c:pt idx="9485">
                  <c:v>marni_elizabeth_anne</c:v>
                </c:pt>
                <c:pt idx="9486">
                  <c:v>marmitecheesecracker</c:v>
                </c:pt>
                <c:pt idx="9487">
                  <c:v>marmalade_chainsaw9</c:v>
                </c:pt>
                <c:pt idx="9488">
                  <c:v>marlitherainbowmaker</c:v>
                </c:pt>
                <c:pt idx="9489">
                  <c:v>marlinmonroewillifordtenor</c:v>
                </c:pt>
                <c:pt idx="9490">
                  <c:v>marlinmonroewilliford</c:v>
                </c:pt>
                <c:pt idx="9491">
                  <c:v>marleyjuniorthedragon</c:v>
                </c:pt>
                <c:pt idx="9492">
                  <c:v>markwatsonthecomedian</c:v>
                </c:pt>
                <c:pt idx="9493">
                  <c:v>mark_versus_the_world</c:v>
                </c:pt>
                <c:pt idx="9494">
                  <c:v>markthebaseballplayer</c:v>
                </c:pt>
                <c:pt idx="9495">
                  <c:v>mark_tha_cold_chilla</c:v>
                </c:pt>
                <c:pt idx="9496">
                  <c:v>MarksBrownEyedBabyGirl</c:v>
                </c:pt>
                <c:pt idx="9497">
                  <c:v>marks_better_than_blake</c:v>
                </c:pt>
                <c:pt idx="9498">
                  <c:v>marksandmantributepage</c:v>
                </c:pt>
                <c:pt idx="9499">
                  <c:v>marksandmanandmorphine</c:v>
                </c:pt>
                <c:pt idx="9500">
                  <c:v>mark_robinson_4_life</c:v>
                </c:pt>
                <c:pt idx="9501">
                  <c:v>markoneentertainment</c:v>
                </c:pt>
                <c:pt idx="9502">
                  <c:v>marknewtonphotography</c:v>
                </c:pt>
                <c:pt idx="9503">
                  <c:v>mark_hamilton_sloth4ever</c:v>
                </c:pt>
                <c:pt idx="9504">
                  <c:v>markgreenwoodexperience</c:v>
                </c:pt>
                <c:pt idx="9505">
                  <c:v>markgarthwaiteofficial</c:v>
                </c:pt>
                <c:pt idx="9506">
                  <c:v>marker_the_ass_clown</c:v>
                </c:pt>
                <c:pt idx="9507">
                  <c:v>markedhandlewithcare</c:v>
                </c:pt>
                <c:pt idx="9508">
                  <c:v>markdesigner_wisconsin</c:v>
                </c:pt>
                <c:pt idx="9509">
                  <c:v>mark_and_kristina_forever</c:v>
                </c:pt>
                <c:pt idx="9510">
                  <c:v>mark_anderson_fansite</c:v>
                </c:pt>
                <c:pt idx="9511">
                  <c:v>mark_and_brooke_200</c:v>
                </c:pt>
                <c:pt idx="9512">
                  <c:v>mark_aka_the_sax_master</c:v>
                </c:pt>
                <c:pt idx="9513">
                  <c:v>marissawoo_missfairy87</c:v>
                </c:pt>
                <c:pt idx="9514">
                  <c:v>marissatheprincess1234</c:v>
                </c:pt>
                <c:pt idx="9515">
                  <c:v>marissajunevandaveer</c:v>
                </c:pt>
                <c:pt idx="9516">
                  <c:v>marissa_fairchild420</c:v>
                </c:pt>
                <c:pt idx="9517">
                  <c:v>marissaandmanny4ever</c:v>
                </c:pt>
                <c:pt idx="9518">
                  <c:v>marisollachivadecorazon</c:v>
                </c:pt>
                <c:pt idx="9519">
                  <c:v>marisasoftballballer11</c:v>
                </c:pt>
                <c:pt idx="9520">
                  <c:v>marinegirliesecretsis</c:v>
                </c:pt>
                <c:pt idx="9521">
                  <c:v>marine_corp_madness20</c:v>
                </c:pt>
                <c:pt idx="9522">
                  <c:v>marina_miriam_michal</c:v>
                </c:pt>
                <c:pt idx="9523">
                  <c:v>marilynhotchkissmovie</c:v>
                </c:pt>
                <c:pt idx="9524">
                  <c:v>marie_zombie_hearts_you</c:v>
                </c:pt>
                <c:pt idx="9525">
                  <c:v>mariethesocialworker</c:v>
                </c:pt>
                <c:pt idx="9526">
                  <c:v>marieheleneberthelot</c:v>
                </c:pt>
                <c:pt idx="9527">
                  <c:v>marieandcheyenne4ever</c:v>
                </c:pt>
                <c:pt idx="9528">
                  <c:v>maricopacountyprisonband</c:v>
                </c:pt>
                <c:pt idx="9529">
                  <c:v>maribeladrianbrianna</c:v>
                </c:pt>
                <c:pt idx="9530">
                  <c:v>maria_sponge_bob_lover</c:v>
                </c:pt>
                <c:pt idx="9531">
                  <c:v>marianna_thegirlnextdoor</c:v>
                </c:pt>
                <c:pt idx="9532">
                  <c:v>marianaandterraarehot</c:v>
                </c:pt>
                <c:pt idx="9533">
                  <c:v>marialouisarodriguez</c:v>
                </c:pt>
                <c:pt idx="9534">
                  <c:v>mariaelizabethtucker</c:v>
                </c:pt>
                <c:pt idx="9535">
                  <c:v>mariadelcarmenmorales</c:v>
                </c:pt>
                <c:pt idx="9536">
                  <c:v>mariachristinanumber1</c:v>
                </c:pt>
                <c:pt idx="9537">
                  <c:v>mariachifromotherspace</c:v>
                </c:pt>
                <c:pt idx="9538">
                  <c:v>mari9alldayeveryday</c:v>
                </c:pt>
                <c:pt idx="9539">
                  <c:v>margomeganmindymommy</c:v>
                </c:pt>
                <c:pt idx="9540">
                  <c:v>margaritaivanova1990</c:v>
                </c:pt>
                <c:pt idx="9541">
                  <c:v>margaret_thatcher_naked</c:v>
                </c:pt>
                <c:pt idx="9542">
                  <c:v>margaret_spence_moon</c:v>
                </c:pt>
                <c:pt idx="9543">
                  <c:v>margaretrosecollection</c:v>
                </c:pt>
                <c:pt idx="9544">
                  <c:v>mardigrasdivaforever</c:v>
                </c:pt>
                <c:pt idx="9545">
                  <c:v>marcopolocanberraband</c:v>
                </c:pt>
                <c:pt idx="9546">
                  <c:v>marcie_the_killer_ant</c:v>
                </c:pt>
                <c:pt idx="9547">
                  <c:v>marching_band_reject</c:v>
                </c:pt>
                <c:pt idx="9548">
                  <c:v>marchingbandconductor</c:v>
                </c:pt>
                <c:pt idx="9549">
                  <c:v>marcella_thomas_4ever</c:v>
                </c:pt>
                <c:pt idx="9550">
                  <c:v>marcel_black_panther</c:v>
                </c:pt>
                <c:pt idx="9551">
                  <c:v>marbletulipjuicytree3</c:v>
                </c:pt>
                <c:pt idx="9552">
                  <c:v>marbletulipjuicytree</c:v>
                </c:pt>
                <c:pt idx="9553">
                  <c:v>man_your_battlestation</c:v>
                </c:pt>
                <c:pt idx="9554">
                  <c:v>man_with_the_plan_89</c:v>
                </c:pt>
                <c:pt idx="9555">
                  <c:v>man_with_the_golden_gun</c:v>
                </c:pt>
                <c:pt idx="9556">
                  <c:v>manwiththebeautifulface</c:v>
                </c:pt>
                <c:pt idx="9557">
                  <c:v>man_that_you_fear_199</c:v>
                </c:pt>
                <c:pt idx="9558">
                  <c:v>mantarayvocationalschool</c:v>
                </c:pt>
                <c:pt idx="9559">
                  <c:v>manly_eagle_cheerleader</c:v>
                </c:pt>
                <c:pt idx="9560">
                  <c:v>manisauselesspassion</c:v>
                </c:pt>
                <c:pt idx="9561">
                  <c:v>manipulateandeducate</c:v>
                </c:pt>
                <c:pt idx="9562">
                  <c:v>manifestationtheband</c:v>
                </c:pt>
                <c:pt idx="9563">
                  <c:v>manhattansideproject</c:v>
                </c:pt>
                <c:pt idx="9564">
                  <c:v>manhattanprojectgroup</c:v>
                </c:pt>
                <c:pt idx="9565">
                  <c:v>manhandsonmiserytoman</c:v>
                </c:pt>
                <c:pt idx="9566">
                  <c:v>man_eating_village_idiot</c:v>
                </c:pt>
                <c:pt idx="9567">
                  <c:v>Mandythesoutherngurl</c:v>
                </c:pt>
                <c:pt idx="9568">
                  <c:v>mandythapenguinfreak</c:v>
                </c:pt>
                <c:pt idx="9569">
                  <c:v>mandy_phoebe_stephane</c:v>
                </c:pt>
                <c:pt idx="9570">
                  <c:v>mandy_pandy_pooh_bear</c:v>
                </c:pt>
                <c:pt idx="9571">
                  <c:v>mandatorydeathsentence</c:v>
                </c:pt>
                <c:pt idx="9572">
                  <c:v>mandathepolkadotpanda</c:v>
                </c:pt>
                <c:pt idx="9573">
                  <c:v>mandamichellemabelle</c:v>
                </c:pt>
                <c:pt idx="9574">
                  <c:v>mandamanda_girlfriend</c:v>
                </c:pt>
                <c:pt idx="9575">
                  <c:v>manchild_the_original</c:v>
                </c:pt>
                <c:pt idx="9576">
                  <c:v>manchesterunited_lox</c:v>
                </c:pt>
                <c:pt idx="9577">
                  <c:v>Manchester_United_Freak</c:v>
                </c:pt>
                <c:pt idx="9578">
                  <c:v>manchesterunitedfan200</c:v>
                </c:pt>
                <c:pt idx="9579">
                  <c:v>manchesterunitedalex</c:v>
                </c:pt>
                <c:pt idx="9580">
                  <c:v>manchesterstreetdance</c:v>
                </c:pt>
                <c:pt idx="9581">
                  <c:v>manchestermusicsovietunion</c:v>
                </c:pt>
                <c:pt idx="9582">
                  <c:v>manchester_mooseworks</c:v>
                </c:pt>
                <c:pt idx="9583">
                  <c:v>mamma2carlee_courtnee</c:v>
                </c:pt>
                <c:pt idx="9584">
                  <c:v>mallrabbitmelancholic</c:v>
                </c:pt>
                <c:pt idx="9585">
                  <c:v>mallory_the_great_02</c:v>
                </c:pt>
                <c:pt idx="9586">
                  <c:v>mallorylaurencarroll</c:v>
                </c:pt>
                <c:pt idx="9587">
                  <c:v>malikchocolateboywonder</c:v>
                </c:pt>
                <c:pt idx="9588">
                  <c:v>maliciousdomesticgoblin</c:v>
                </c:pt>
                <c:pt idx="9589">
                  <c:v>malewithcamforfemale</c:v>
                </c:pt>
                <c:pt idx="9590">
                  <c:v>malakaientertainment</c:v>
                </c:pt>
                <c:pt idx="9591">
                  <c:v>maladaptiveperfectionism</c:v>
                </c:pt>
                <c:pt idx="9592">
                  <c:v>malachi_the_preacher</c:v>
                </c:pt>
                <c:pt idx="9593">
                  <c:v>makingyourselfbetter</c:v>
                </c:pt>
                <c:pt idx="9594">
                  <c:v>makingpeacewithdistance</c:v>
                </c:pt>
                <c:pt idx="9595">
                  <c:v>makingniggazcheatallova</c:v>
                </c:pt>
                <c:pt idx="9596">
                  <c:v>makeyourselfpittable</c:v>
                </c:pt>
                <c:pt idx="9597">
                  <c:v>makeyourownmoneytoday</c:v>
                </c:pt>
                <c:pt idx="9598">
                  <c:v>makevirginityhistory</c:v>
                </c:pt>
                <c:pt idx="9599">
                  <c:v>makethenightlast4ever</c:v>
                </c:pt>
                <c:pt idx="9600">
                  <c:v>maketheinnocentbleed</c:v>
                </c:pt>
                <c:pt idx="9601">
                  <c:v>makethegoodtimeslast</c:v>
                </c:pt>
                <c:pt idx="9602">
                  <c:v>makesweetslashlovetome</c:v>
                </c:pt>
                <c:pt idx="9603">
                  <c:v>makeskateboardinglegal</c:v>
                </c:pt>
                <c:pt idx="9604">
                  <c:v>make_room_for_the_tuna</c:v>
                </c:pt>
                <c:pt idx="9605">
                  <c:v>make_room_for_the_kim</c:v>
                </c:pt>
                <c:pt idx="9606">
                  <c:v>make_peace_all_around</c:v>
                </c:pt>
                <c:pt idx="9607">
                  <c:v>make_money_get_pussy</c:v>
                </c:pt>
                <c:pt idx="9608">
                  <c:v>make_love_not_war198</c:v>
                </c:pt>
                <c:pt idx="9609">
                  <c:v>makeheartsbeatfaster</c:v>
                </c:pt>
                <c:pt idx="9610">
                  <c:v>make_each_moment_count</c:v>
                </c:pt>
                <c:pt idx="9611">
                  <c:v>makedamnsureyoucantleave</c:v>
                </c:pt>
                <c:pt idx="9612">
                  <c:v>majo_the_dark_princess</c:v>
                </c:pt>
                <c:pt idx="9613">
                  <c:v>majormoneyentertainment200</c:v>
                </c:pt>
                <c:pt idx="9614">
                  <c:v>majormoneyentertainment</c:v>
                </c:pt>
                <c:pt idx="9615">
                  <c:v>majorleagueproduction</c:v>
                </c:pt>
                <c:pt idx="9616">
                  <c:v>majorjetthespacepilot</c:v>
                </c:pt>
                <c:pt idx="9617">
                  <c:v>majestysouthernprince</c:v>
                </c:pt>
                <c:pt idx="9618">
                  <c:v>maisiecrazyjaneinsane</c:v>
                </c:pt>
                <c:pt idx="9619">
                  <c:v>mainsqueezeorchestra</c:v>
                </c:pt>
                <c:pt idx="9620">
                  <c:v>maineventwrestlingfed</c:v>
                </c:pt>
                <c:pt idx="9621">
                  <c:v>magtheotherwhitemeat</c:v>
                </c:pt>
                <c:pt idx="9622">
                  <c:v>magpie_magazine_gallery</c:v>
                </c:pt>
                <c:pt idx="9623">
                  <c:v>magnificentflyingotter</c:v>
                </c:pt>
                <c:pt idx="9624">
                  <c:v>magnettheadvicegiver</c:v>
                </c:pt>
                <c:pt idx="9625">
                  <c:v>magnetfordestruction</c:v>
                </c:pt>
                <c:pt idx="9626">
                  <c:v>magic_tickle_sean_large</c:v>
                </c:pt>
                <c:pt idx="9627">
                  <c:v>magicsoftballplaya14</c:v>
                </c:pt>
                <c:pt idx="9628">
                  <c:v>magicnumberingarchestra</c:v>
                </c:pt>
                <c:pt idx="9629">
                  <c:v>magic_monkey_mushroom_man</c:v>
                </c:pt>
                <c:pt idx="9630">
                  <c:v>magicfairyglitterwand</c:v>
                </c:pt>
                <c:pt idx="9631">
                  <c:v>magicalunicorndancing</c:v>
                </c:pt>
                <c:pt idx="9632">
                  <c:v>magicalmysticalunicorn</c:v>
                </c:pt>
                <c:pt idx="9633">
                  <c:v>magicalbluemushroomtour7</c:v>
                </c:pt>
                <c:pt idx="9634">
                  <c:v>_maggot_illripyouapart</c:v>
                </c:pt>
                <c:pt idx="9635">
                  <c:v>maggothellspawn515</c:v>
                </c:pt>
                <c:pt idx="9636">
                  <c:v>maggiemooandjasminetoo</c:v>
                </c:pt>
                <c:pt idx="9637">
                  <c:v>madwomanfromtheattic</c:v>
                </c:pt>
                <c:pt idx="9638">
                  <c:v>madtown_waterpolo_1</c:v>
                </c:pt>
                <c:pt idx="9639">
                  <c:v>mad_snake_footy_head</c:v>
                </c:pt>
                <c:pt idx="9640">
                  <c:v>mad_scientist_professor</c:v>
                </c:pt>
                <c:pt idx="9641">
                  <c:v>MADmikeTHEshowSTOPPER</c:v>
                </c:pt>
                <c:pt idx="9642">
                  <c:v>madmartiganfromwillow</c:v>
                </c:pt>
                <c:pt idx="9643">
                  <c:v>madisonbellswimfan85</c:v>
                </c:pt>
                <c:pt idx="9644">
                  <c:v>madisonbasementpingpong</c:v>
                </c:pt>
                <c:pt idx="9645">
                  <c:v>mad_hatter_nursery_rhyme</c:v>
                </c:pt>
                <c:pt idx="9646">
                  <c:v>madhatterentertainment</c:v>
                </c:pt>
                <c:pt idx="9647">
                  <c:v>madewithpureoliveoil</c:v>
                </c:pt>
                <c:pt idx="9648">
                  <c:v>madekingentertainment</c:v>
                </c:pt>
                <c:pt idx="9649">
                  <c:v>madeinheavenlondonjeans</c:v>
                </c:pt>
                <c:pt idx="9650">
                  <c:v>made4war_youthministry</c:v>
                </c:pt>
                <c:pt idx="9651">
                  <c:v>maddy_bear_needs_love_</c:v>
                </c:pt>
                <c:pt idx="9652">
                  <c:v>maddie_will_rock_you</c:v>
                </c:pt>
                <c:pt idx="9653">
                  <c:v>maddie_thecandiegurl</c:v>
                </c:pt>
                <c:pt idx="9654">
                  <c:v>maddie_candy_countergirl</c:v>
                </c:pt>
                <c:pt idx="9655">
                  <c:v>maddie_ashley_candy_girl</c:v>
                </c:pt>
                <c:pt idx="9656">
                  <c:v>maddennationmixtapevol1</c:v>
                </c:pt>
                <c:pt idx="9657">
                  <c:v>madchichollistergirl</c:v>
                </c:pt>
                <c:pt idx="9658">
                  <c:v>madamesnoopy_firstlady</c:v>
                </c:pt>
                <c:pt idx="9659">
                  <c:v>madame_princess_jennifer</c:v>
                </c:pt>
                <c:pt idx="9660">
                  <c:v>madame_jojo_and_fluffy</c:v>
                </c:pt>
                <c:pt idx="9661">
                  <c:v>madadrenalinescientist</c:v>
                </c:pt>
                <c:pt idx="9662">
                  <c:v>mad_about_you_4_life</c:v>
                </c:pt>
                <c:pt idx="9663">
                  <c:v>mackwearclothingcompany</c:v>
                </c:pt>
                <c:pt idx="9664">
                  <c:v>macktheyouthminister</c:v>
                </c:pt>
                <c:pt idx="9665">
                  <c:v>mackdaddymiddleton89</c:v>
                </c:pt>
                <c:pt idx="9666">
                  <c:v>machinist_mate_watson</c:v>
                </c:pt>
                <c:pt idx="9667">
                  <c:v>lyssaashleyescalante</c:v>
                </c:pt>
                <c:pt idx="9668">
                  <c:v>lysanne_wrestlingfan</c:v>
                </c:pt>
                <c:pt idx="9669">
                  <c:v>lyricalwhitechocolate</c:v>
                </c:pt>
                <c:pt idx="9670">
                  <c:v>lyrical_stronghearts</c:v>
                </c:pt>
                <c:pt idx="9671">
                  <c:v>lyricalprincess4life</c:v>
                </c:pt>
                <c:pt idx="9672">
                  <c:v>lyrical_poetic_angel</c:v>
                </c:pt>
                <c:pt idx="9673">
                  <c:v>lyricallytherhymesaya</c:v>
                </c:pt>
                <c:pt idx="9674">
                  <c:v>lyntondenisetogether4eva</c:v>
                </c:pt>
                <c:pt idx="9675">
                  <c:v>lynnetteblakephotography</c:v>
                </c:pt>
                <c:pt idx="9676">
                  <c:v>lynnepattalockbarker</c:v>
                </c:pt>
                <c:pt idx="9677">
                  <c:v>lyndseyhattawaymusic</c:v>
                </c:pt>
                <c:pt idx="9678">
                  <c:v>lyingthroughyourteeth</c:v>
                </c:pt>
                <c:pt idx="9679">
                  <c:v>Lusty_love_goddess27</c:v>
                </c:pt>
                <c:pt idx="9680">
                  <c:v>luscious_very_talented</c:v>
                </c:pt>
                <c:pt idx="9681">
                  <c:v>lusciouslittlelauren</c:v>
                </c:pt>
                <c:pt idx="9682">
                  <c:v>luscious_little_babe</c:v>
                </c:pt>
                <c:pt idx="9683">
                  <c:v>lusciouscaramelbeauty</c:v>
                </c:pt>
                <c:pt idx="9684">
                  <c:v>lure_tattoo_and_piercing</c:v>
                </c:pt>
                <c:pt idx="9685">
                  <c:v>lunartacticsofficialpage</c:v>
                </c:pt>
                <c:pt idx="9686">
                  <c:v>lunarstar_mooncelestial</c:v>
                </c:pt>
                <c:pt idx="9687">
                  <c:v>lunamusicinternational</c:v>
                </c:pt>
                <c:pt idx="9688">
                  <c:v>luna_for_the_quibbler</c:v>
                </c:pt>
                <c:pt idx="9689">
                  <c:v>lumenslightandliving</c:v>
                </c:pt>
                <c:pt idx="9690">
                  <c:v>lukewhitephotographer</c:v>
                </c:pt>
                <c:pt idx="9691">
                  <c:v>luke_the_slightlyconfused</c:v>
                </c:pt>
                <c:pt idx="9692">
                  <c:v>luke_joe_awesomeness</c:v>
                </c:pt>
                <c:pt idx="9693">
                  <c:v>lukechosethisforjade</c:v>
                </c:pt>
                <c:pt idx="9694">
                  <c:v>luckythegreatandterrible</c:v>
                </c:pt>
                <c:pt idx="9695">
                  <c:v>luckystrikelouisville</c:v>
                </c:pt>
                <c:pt idx="9696">
                  <c:v>lucky_rich_white_bitch</c:v>
                </c:pt>
                <c:pt idx="9697">
                  <c:v>luckylittle13michelle</c:v>
                </c:pt>
                <c:pt idx="9698">
                  <c:v>lucky_leperchun_hippie</c:v>
                </c:pt>
                <c:pt idx="9699">
                  <c:v>luckycharmentertainment</c:v>
                </c:pt>
                <c:pt idx="9700">
                  <c:v>lucky_7_roses_are_red</c:v>
                </c:pt>
                <c:pt idx="9701">
                  <c:v>lucky13tattoosandpiercing</c:v>
                </c:pt>
                <c:pt idx="9702">
                  <c:v>luckchancefatedestiny</c:v>
                </c:pt>
                <c:pt idx="9703">
                  <c:v>lucindamarieelizabethrose</c:v>
                </c:pt>
                <c:pt idx="9704">
                  <c:v>lucidnightmareband01</c:v>
                </c:pt>
                <c:pt idx="9705">
                  <c:v>lucasandtheitchsensation</c:v>
                </c:pt>
                <c:pt idx="9706">
                  <c:v>loyalty_fidelity_truth</c:v>
                </c:pt>
                <c:pt idx="9707">
                  <c:v>loyalist_revolution_party</c:v>
                </c:pt>
                <c:pt idx="9708">
                  <c:v>lowsoftshoulderproject</c:v>
                </c:pt>
                <c:pt idx="9709">
                  <c:v>low_life_boogiewoogie</c:v>
                </c:pt>
                <c:pt idx="9710">
                  <c:v>lowflyingpanicattack</c:v>
                </c:pt>
                <c:pt idx="9711">
                  <c:v>lowerwoodlandskatepark</c:v>
                </c:pt>
                <c:pt idx="9712">
                  <c:v>lower_east_side_chick18</c:v>
                </c:pt>
                <c:pt idx="9713">
                  <c:v>lowcostmerchantaccount</c:v>
                </c:pt>
                <c:pt idx="9714">
                  <c:v>loving_you_forever0</c:v>
                </c:pt>
                <c:pt idx="9715">
                  <c:v>loving_you_4ever_421</c:v>
                </c:pt>
                <c:pt idx="9716">
                  <c:v>lovingwifeandmother4real</c:v>
                </c:pt>
                <c:pt idx="9717">
                  <c:v>lovingvanessahudgens</c:v>
                </c:pt>
                <c:pt idx="9718">
                  <c:v>lovingsis2_aka_maxine_law</c:v>
                </c:pt>
                <c:pt idx="9719">
                  <c:v>loving_leah_heartschi2</c:v>
                </c:pt>
                <c:pt idx="9720">
                  <c:v>lovingjessicaforever</c:v>
                </c:pt>
                <c:pt idx="9721">
                  <c:v>loving_jesse_forever</c:v>
                </c:pt>
                <c:pt idx="9722">
                  <c:v>lovinghiphopforever1212</c:v>
                </c:pt>
                <c:pt idx="9723">
                  <c:v>loving_hating_living</c:v>
                </c:pt>
                <c:pt idx="9724">
                  <c:v>lovingcaringgentleman</c:v>
                </c:pt>
                <c:pt idx="9725">
                  <c:v>lovingandlivinglife123</c:v>
                </c:pt>
                <c:pt idx="9726">
                  <c:v>love_your_sexy_kitten</c:v>
                </c:pt>
                <c:pt idx="9727">
                  <c:v>love_you_lots_brunette</c:v>
                </c:pt>
                <c:pt idx="9728">
                  <c:v>lovewithouthypocrisy</c:v>
                </c:pt>
                <c:pt idx="9729">
                  <c:v>lovewisdomunderstanding</c:v>
                </c:pt>
                <c:pt idx="9730">
                  <c:v>love_will_tear_you_apart</c:v>
                </c:pt>
                <c:pt idx="9731">
                  <c:v>lovewhatawonderfulword</c:v>
                </c:pt>
                <c:pt idx="9732">
                  <c:v>lovetravelsatillegalspeed</c:v>
                </c:pt>
                <c:pt idx="9733">
                  <c:v>lovetheworldregardless</c:v>
                </c:pt>
                <c:pt idx="9734">
                  <c:v>love_the_rain_likesilence</c:v>
                </c:pt>
                <c:pt idx="9735">
                  <c:v>lovetheplayboygirlalways</c:v>
                </c:pt>
                <c:pt idx="9736">
                  <c:v>lovethepersonyouarefirst</c:v>
                </c:pt>
                <c:pt idx="9737">
                  <c:v>love_the_lovely_laura</c:v>
                </c:pt>
                <c:pt idx="9738">
                  <c:v>lovethegame_vanessa21</c:v>
                </c:pt>
                <c:pt idx="9739">
                  <c:v>love_thats_different</c:v>
                </c:pt>
                <c:pt idx="9740">
                  <c:v>lovestruckpointblank</c:v>
                </c:pt>
                <c:pt idx="9741">
                  <c:v>love_struck_for_him_00</c:v>
                </c:pt>
                <c:pt idx="9742">
                  <c:v>lovesnotonlyblindbutdeaf</c:v>
                </c:pt>
                <c:pt idx="9743">
                  <c:v>lovesharkandthestonerfunkorchestra</c:v>
                </c:pt>
                <c:pt idx="9744">
                  <c:v>lover_under_the_cover</c:v>
                </c:pt>
                <c:pt idx="9745">
                  <c:v>loverly_beautiful_becca</c:v>
                </c:pt>
                <c:pt idx="9746">
                  <c:v>loverhymeswithkristen</c:v>
                </c:pt>
                <c:pt idx="9747">
                  <c:v>loverejoicesinthetruth</c:v>
                </c:pt>
                <c:pt idx="9748">
                  <c:v>loverboy1919hockey19</c:v>
                </c:pt>
                <c:pt idx="9749">
                  <c:v>lover_2_harry_potter</c:v>
                </c:pt>
                <c:pt idx="9750">
                  <c:v>love_pride_and_prejudice</c:v>
                </c:pt>
                <c:pt idx="9751">
                  <c:v>love_peace_joycoolness23</c:v>
                </c:pt>
                <c:pt idx="9752">
                  <c:v>lovepeacehippiegrease</c:v>
                </c:pt>
                <c:pt idx="9753">
                  <c:v>lovepeaceandtranquility</c:v>
                </c:pt>
                <c:pt idx="9754">
                  <c:v>love_peace_and_jackie</c:v>
                </c:pt>
                <c:pt idx="9755">
                  <c:v>lovepeaceandhappiness1</c:v>
                </c:pt>
                <c:pt idx="9756">
                  <c:v>lovepeaceandbacongrease</c:v>
                </c:pt>
                <c:pt idx="9757">
                  <c:v>love_over_everything</c:v>
                </c:pt>
                <c:pt idx="9758">
                  <c:v>love_oneyoualwayslike</c:v>
                </c:pt>
                <c:pt idx="9759">
                  <c:v>lovemysterious_chemistry</c:v>
                </c:pt>
                <c:pt idx="9760">
                  <c:v>lovemustfollowyouaround</c:v>
                </c:pt>
                <c:pt idx="9761">
                  <c:v>lovemusicangelbaby1234</c:v>
                </c:pt>
                <c:pt idx="9762">
                  <c:v>lovemeinthepouringrain</c:v>
                </c:pt>
                <c:pt idx="9763">
                  <c:v>love_marissa_allways</c:v>
                </c:pt>
                <c:pt idx="9764">
                  <c:v>lovelywhitechocolate510</c:v>
                </c:pt>
                <c:pt idx="9765">
                  <c:v>LovelySweetFantastic</c:v>
                </c:pt>
                <c:pt idx="9766">
                  <c:v>lovely_samantha_benson</c:v>
                </c:pt>
                <c:pt idx="9767">
                  <c:v>lovelyritametermaid5</c:v>
                </c:pt>
                <c:pt idx="9768">
                  <c:v>lovely_pink_princess</c:v>
                </c:pt>
                <c:pt idx="9769">
                  <c:v>lovelypalmspringshouse</c:v>
                </c:pt>
                <c:pt idx="9770">
                  <c:v>lovely_nessa_hudgens</c:v>
                </c:pt>
                <c:pt idx="9771">
                  <c:v>lovely_miss_elizabeth</c:v>
                </c:pt>
                <c:pt idx="9772">
                  <c:v>lovely_miss_christina</c:v>
                </c:pt>
                <c:pt idx="9773">
                  <c:v>lovelyloyalnettleton</c:v>
                </c:pt>
                <c:pt idx="9774">
                  <c:v>lovely_little_chelsea</c:v>
                </c:pt>
                <c:pt idx="9775">
                  <c:v>lovely_little_blonde</c:v>
                </c:pt>
                <c:pt idx="9776">
                  <c:v>lovelylayoutsandmore</c:v>
                </c:pt>
                <c:pt idx="9777">
                  <c:v>lovelygurlshavemorefun</c:v>
                </c:pt>
                <c:pt idx="9778">
                  <c:v>lovely_diva_princess</c:v>
                </c:pt>
                <c:pt idx="9779">
                  <c:v>lovely_but_dangerous</c:v>
                </c:pt>
                <c:pt idx="9780">
                  <c:v>lovelybrokenvampirekiss</c:v>
                </c:pt>
                <c:pt idx="9781">
                  <c:v>lovelyblackandsexy21</c:v>
                </c:pt>
                <c:pt idx="9782">
                  <c:v>lovelybabygurlprincess</c:v>
                </c:pt>
                <c:pt idx="9783">
                  <c:v>lovelyana_crazygirl_1</c:v>
                </c:pt>
                <c:pt idx="9784">
                  <c:v>love_live_laugh_party</c:v>
                </c:pt>
                <c:pt idx="9785">
                  <c:v>lovelikeelectrocution1111</c:v>
                </c:pt>
                <c:pt idx="9786">
                  <c:v>love_life_surf_smiling</c:v>
                </c:pt>
                <c:pt idx="9787">
                  <c:v>love_life_photography</c:v>
                </c:pt>
                <c:pt idx="9788">
                  <c:v>lovelie_mustangchick</c:v>
                </c:pt>
                <c:pt idx="9789">
                  <c:v>loveless_rocker_4ever</c:v>
                </c:pt>
                <c:pt idx="9790">
                  <c:v>love_laugh_live_party</c:v>
                </c:pt>
                <c:pt idx="9791">
                  <c:v>lovelaughlivelifealways</c:v>
                </c:pt>
                <c:pt idx="9792">
                  <c:v>lovelaughbelievesoar</c:v>
                </c:pt>
                <c:pt idx="9793">
                  <c:v>love_laugh_and_smile</c:v>
                </c:pt>
                <c:pt idx="9794">
                  <c:v>love_laugh_and_dream</c:v>
                </c:pt>
                <c:pt idx="9795">
                  <c:v>love_hope_beauty_death</c:v>
                </c:pt>
                <c:pt idx="9796">
                  <c:v>lovehimalwaysandforever</c:v>
                </c:pt>
                <c:pt idx="9797">
                  <c:v>loveherforever_natalie</c:v>
                </c:pt>
                <c:pt idx="9798">
                  <c:v>loveheartsandglitter</c:v>
                </c:pt>
                <c:pt idx="9799">
                  <c:v>love_hate_everything</c:v>
                </c:pt>
                <c:pt idx="9800">
                  <c:v>lovehatebodypiercing</c:v>
                </c:pt>
                <c:pt idx="9801">
                  <c:v>Love_hate_and_heartbreak</c:v>
                </c:pt>
                <c:pt idx="9802">
                  <c:v>lovefuryenergypassion_101</c:v>
                </c:pt>
                <c:pt idx="9803">
                  <c:v>loveforhighschoolmusical</c:v>
                </c:pt>
                <c:pt idx="9804">
                  <c:v>love_faith_happiness</c:v>
                </c:pt>
                <c:pt idx="9805">
                  <c:v>love_envy_admire_honor</c:v>
                </c:pt>
                <c:pt idx="9806">
                  <c:v>loveelizaweta11092000</c:v>
                </c:pt>
                <c:pt idx="9807">
                  <c:v>lovedrippingwithblood</c:v>
                </c:pt>
                <c:pt idx="9808">
                  <c:v>love_dont_last_4_ever</c:v>
                </c:pt>
                <c:pt idx="9809">
                  <c:v>lovedontcostathing2002</c:v>
                </c:pt>
                <c:pt idx="9810">
                  <c:v>lovedoesntworkthatway</c:v>
                </c:pt>
                <c:pt idx="9811">
                  <c:v>love_doesnt_last_4ever</c:v>
                </c:pt>
                <c:pt idx="9812">
                  <c:v>lovedoesntalwayshurt</c:v>
                </c:pt>
                <c:pt idx="9813">
                  <c:v>love_devotion_surrender</c:v>
                </c:pt>
                <c:pt idx="9814">
                  <c:v>lovecutieangelbeauty</c:v>
                </c:pt>
                <c:pt idx="9815">
                  <c:v>love_comes_softly909</c:v>
                </c:pt>
                <c:pt idx="9816">
                  <c:v>love_can_kill_your_heart</c:v>
                </c:pt>
                <c:pt idx="9817">
                  <c:v>lovebucketofficial05</c:v>
                </c:pt>
                <c:pt idx="9818">
                  <c:v>love_blink_182_forever</c:v>
                </c:pt>
                <c:pt idx="9819">
                  <c:v>love_big_hard_dick_24_7</c:v>
                </c:pt>
                <c:pt idx="9820">
                  <c:v>lovebeautyandphotography</c:v>
                </c:pt>
                <c:pt idx="9821">
                  <c:v>love_angle_music_baby_</c:v>
                </c:pt>
                <c:pt idx="9822">
                  <c:v>loveangelmusichayley</c:v>
                </c:pt>
                <c:pt idx="9823">
                  <c:v>loveangelmusicbabygirl</c:v>
                </c:pt>
                <c:pt idx="9824">
                  <c:v>love_angel_music_baby_</c:v>
                </c:pt>
                <c:pt idx="9825">
                  <c:v>love_angel_music_baby102</c:v>
                </c:pt>
                <c:pt idx="9826">
                  <c:v>love_angel_music_baby01</c:v>
                </c:pt>
                <c:pt idx="9827">
                  <c:v>love_and_pain_are_equal</c:v>
                </c:pt>
                <c:pt idx="9828">
                  <c:v>love_and_hate_collide</c:v>
                </c:pt>
                <c:pt idx="9829">
                  <c:v>loveandhappinessmusic</c:v>
                </c:pt>
                <c:pt idx="9830">
                  <c:v>loveandbasketball_jaybear</c:v>
                </c:pt>
                <c:pt idx="9831">
                  <c:v>Love_and_Basketball11</c:v>
                </c:pt>
                <c:pt idx="9832">
                  <c:v>loveandbasketball_10</c:v>
                </c:pt>
                <c:pt idx="9833">
                  <c:v>lovealways_liveforever</c:v>
                </c:pt>
                <c:pt idx="9834">
                  <c:v>love_always_laugh_often</c:v>
                </c:pt>
                <c:pt idx="9835">
                  <c:v>lovealwaysfailswithhim</c:v>
                </c:pt>
                <c:pt idx="9836">
                  <c:v>lovealwayscomesback_99</c:v>
                </c:pt>
                <c:pt idx="9837">
                  <c:v>lovealltrustfewwrongnone</c:v>
                </c:pt>
                <c:pt idx="9838">
                  <c:v>_love_all_trust_few_</c:v>
                </c:pt>
                <c:pt idx="9839">
                  <c:v>loveaffair_camera_whore</c:v>
                </c:pt>
                <c:pt idx="9840">
                  <c:v>loveactuallyprincess</c:v>
                </c:pt>
                <c:pt idx="9841">
                  <c:v>loveable_til_the_end</c:v>
                </c:pt>
                <c:pt idx="9842">
                  <c:v>loveablesweetdorkymamii</c:v>
                </c:pt>
                <c:pt idx="9843">
                  <c:v>loveable_kissable_nae</c:v>
                </c:pt>
                <c:pt idx="9844">
                  <c:v>loveable_harley_goddess</c:v>
                </c:pt>
                <c:pt idx="9845">
                  <c:v>loveablebrowneyedgurly</c:v>
                </c:pt>
                <c:pt idx="9846">
                  <c:v>loveablebrowneyedbaby</c:v>
                </c:pt>
                <c:pt idx="9847">
                  <c:v>love2lickthepussyyeah</c:v>
                </c:pt>
                <c:pt idx="9848">
                  <c:v>lovablesmalltowngirl</c:v>
                </c:pt>
                <c:pt idx="9849">
                  <c:v>lovable_kissable_woman</c:v>
                </c:pt>
                <c:pt idx="9850">
                  <c:v>lovablebadgirlgoneworse</c:v>
                </c:pt>
                <c:pt idx="9851">
                  <c:v>louisedreamphotography</c:v>
                </c:pt>
                <c:pt idx="9852">
                  <c:v>lost_without_progress</c:v>
                </c:pt>
                <c:pt idx="9853">
                  <c:v>lost_tribe_revolution</c:v>
                </c:pt>
                <c:pt idx="9854">
                  <c:v>lostsoultheotherteam</c:v>
                </c:pt>
                <c:pt idx="9855">
                  <c:v>lostscienceclubhouse</c:v>
                </c:pt>
                <c:pt idx="9856">
                  <c:v>lostmechanicalanimal</c:v>
                </c:pt>
                <c:pt idx="9857">
                  <c:v>lost_lonely_heartbroken</c:v>
                </c:pt>
                <c:pt idx="9858">
                  <c:v>lost_hopeless_romantic</c:v>
                </c:pt>
                <c:pt idx="9859">
                  <c:v>lostforeverandneverfound</c:v>
                </c:pt>
                <c:pt idx="9860">
                  <c:v>lostchildrennetlabel</c:v>
                </c:pt>
                <c:pt idx="9861">
                  <c:v>lostcausetilltuesday</c:v>
                </c:pt>
                <c:pt idx="9862">
                  <c:v>lost_but_not_forsaken</c:v>
                </c:pt>
                <c:pt idx="9863">
                  <c:v>lostbrokenandconfused</c:v>
                </c:pt>
                <c:pt idx="9864">
                  <c:v>lost_boy_incorporation2</c:v>
                </c:pt>
                <c:pt idx="9865">
                  <c:v>lostbodyinnerselfdestroy</c:v>
                </c:pt>
                <c:pt idx="9866">
                  <c:v>lostbetweenheavenandhell</c:v>
                </c:pt>
                <c:pt idx="9867">
                  <c:v>lost_and_lonely_angel</c:v>
                </c:pt>
                <c:pt idx="9868">
                  <c:v>lost_and_lonely_4ever</c:v>
                </c:pt>
                <c:pt idx="9869">
                  <c:v>lost_and_forgotten_love</c:v>
                </c:pt>
                <c:pt idx="9870">
                  <c:v>lost_and_forgotten_3</c:v>
                </c:pt>
                <c:pt idx="9871">
                  <c:v>loser_rockstar92002</c:v>
                </c:pt>
                <c:pt idx="9872">
                  <c:v>loserpaintcontractor</c:v>
                </c:pt>
                <c:pt idx="9873">
                  <c:v>loser_down_the_street</c:v>
                </c:pt>
                <c:pt idx="9874">
                  <c:v>losealmosteverything</c:v>
                </c:pt>
                <c:pt idx="9875">
                  <c:v>lorraineandgravytrainrock</c:v>
                </c:pt>
                <c:pt idx="9876">
                  <c:v>loreal_miss_volleyball_</c:v>
                </c:pt>
                <c:pt idx="9877">
                  <c:v>lordnelsonwhinchester</c:v>
                </c:pt>
                <c:pt idx="9878">
                  <c:v>lordmarshalchristian</c:v>
                </c:pt>
                <c:pt idx="9879">
                  <c:v>lordloverocket5times</c:v>
                </c:pt>
                <c:pt idx="9880">
                  <c:v>lordhighwhatshisname</c:v>
                </c:pt>
                <c:pt idx="9881">
                  <c:v>lordhavehisgrilledcheese</c:v>
                </c:pt>
                <c:pt idx="9882">
                  <c:v>lord_gold_throneroom</c:v>
                </c:pt>
                <c:pt idx="9883">
                  <c:v>lordfreddievalentine</c:v>
                </c:pt>
                <c:pt idx="9884">
                  <c:v>lord_balrog_and_ambrosia</c:v>
                </c:pt>
                <c:pt idx="9885">
                  <c:v>lorainerossphotography</c:v>
                </c:pt>
                <c:pt idx="9886">
                  <c:v>lopez_man_that_turret</c:v>
                </c:pt>
                <c:pt idx="9887">
                  <c:v>lopez_gurl_the_original_1</c:v>
                </c:pt>
                <c:pt idx="9888">
                  <c:v>loosespiritphotography</c:v>
                </c:pt>
                <c:pt idx="9889">
                  <c:v>looseoffthegreygoose</c:v>
                </c:pt>
                <c:pt idx="9890">
                  <c:v>loosecontrolwithlove</c:v>
                </c:pt>
                <c:pt idx="9891">
                  <c:v>looneytoonfromthehood</c:v>
                </c:pt>
                <c:pt idx="9892">
                  <c:v>lookwhatyouvedonetome</c:v>
                </c:pt>
                <c:pt idx="9893">
                  <c:v>look_poor_think_rich</c:v>
                </c:pt>
                <c:pt idx="9894">
                  <c:v>look_outside_tha_box</c:v>
                </c:pt>
                <c:pt idx="9895">
                  <c:v>look_its_savannah_35</c:v>
                </c:pt>
                <c:pt idx="9896">
                  <c:v>look_its_london_tipton</c:v>
                </c:pt>
                <c:pt idx="9897">
                  <c:v>lookinsideyourself21</c:v>
                </c:pt>
                <c:pt idx="9898">
                  <c:v>lookingthroughyourwindow</c:v>
                </c:pt>
                <c:pt idx="9899">
                  <c:v>lookingjustdiscovered</c:v>
                </c:pt>
                <c:pt idx="9900">
                  <c:v>lookingforward2weekend</c:v>
                </c:pt>
                <c:pt idx="9901">
                  <c:v>lookingforprincecharming2</c:v>
                </c:pt>
                <c:pt idx="9902">
                  <c:v>looking_for_paradise</c:v>
                </c:pt>
                <c:pt idx="9903">
                  <c:v>lookingformargaritaville</c:v>
                </c:pt>
                <c:pt idx="9904">
                  <c:v>looking_for_lucky_break</c:v>
                </c:pt>
                <c:pt idx="9905">
                  <c:v>lookingforintegrity2</c:v>
                </c:pt>
                <c:pt idx="9906">
                  <c:v>lookingforfemalesinger</c:v>
                </c:pt>
                <c:pt idx="9907">
                  <c:v>lookingforfemalebassist</c:v>
                </c:pt>
                <c:pt idx="9908">
                  <c:v>lookingforbeautyqueen</c:v>
                </c:pt>
                <c:pt idx="9909">
                  <c:v>lookingforaspecialgirl</c:v>
                </c:pt>
                <c:pt idx="9910">
                  <c:v>lookingforarelationship</c:v>
                </c:pt>
                <c:pt idx="9911">
                  <c:v>lookingforapurplerose</c:v>
                </c:pt>
                <c:pt idx="9912">
                  <c:v>lookingforaphotographer</c:v>
                </c:pt>
                <c:pt idx="9913">
                  <c:v>lookingbutnotwaiting</c:v>
                </c:pt>
                <c:pt idx="9914">
                  <c:v>lookingbeyondtomorrow</c:v>
                </c:pt>
                <c:pt idx="9915">
                  <c:v>lookfromlondonhosiery</c:v>
                </c:pt>
                <c:pt idx="9916">
                  <c:v>look_deep_into_the_parker</c:v>
                </c:pt>
                <c:pt idx="9917">
                  <c:v>lookbutdonttouch8800</c:v>
                </c:pt>
                <c:pt idx="9918">
                  <c:v>look_but_dont_touch07</c:v>
                </c:pt>
                <c:pt idx="9919">
                  <c:v>look_beyond_the_mask</c:v>
                </c:pt>
                <c:pt idx="9920">
                  <c:v>lookbetternakedparty</c:v>
                </c:pt>
                <c:pt idx="9921">
                  <c:v>lookbeforeyouleapkeep</c:v>
                </c:pt>
                <c:pt idx="9922">
                  <c:v>lonnie_followyourheart</c:v>
                </c:pt>
                <c:pt idx="9923">
                  <c:v>lonniefisherforpresident</c:v>
                </c:pt>
                <c:pt idx="9924">
                  <c:v>longwalksonthebeach9</c:v>
                </c:pt>
                <c:pt idx="9925">
                  <c:v>long_term_memory_loss</c:v>
                </c:pt>
                <c:pt idx="9926">
                  <c:v>longroadforashortcut0</c:v>
                </c:pt>
                <c:pt idx="9927">
                  <c:v>longmoneyheavyweight</c:v>
                </c:pt>
                <c:pt idx="9928">
                  <c:v>longlivethelivingend</c:v>
                </c:pt>
                <c:pt idx="9929">
                  <c:v>long_live_donnie_the_pimp</c:v>
                </c:pt>
                <c:pt idx="9930">
                  <c:v>longlastingconfusion</c:v>
                </c:pt>
                <c:pt idx="9931">
                  <c:v>longitudeandlatitude</c:v>
                </c:pt>
                <c:pt idx="9932">
                  <c:v>longislandverbalassaultsquad</c:v>
                </c:pt>
                <c:pt idx="9933">
                  <c:v>longislandphotography</c:v>
                </c:pt>
                <c:pt idx="9934">
                  <c:v>longislandblueswarehouse</c:v>
                </c:pt>
                <c:pt idx="9935">
                  <c:v>longing_for_your_touch</c:v>
                </c:pt>
                <c:pt idx="9936">
                  <c:v>longingforahappyheart</c:v>
                </c:pt>
                <c:pt idx="9937">
                  <c:v>longhornsareannoying</c:v>
                </c:pt>
                <c:pt idx="9938">
                  <c:v>longhorn_freak_4_life</c:v>
                </c:pt>
                <c:pt idx="9939">
                  <c:v>longhornfootballplaya10</c:v>
                </c:pt>
                <c:pt idx="9940">
                  <c:v>longhorn_fan_for_life</c:v>
                </c:pt>
                <c:pt idx="9941">
                  <c:v>longhorn_cutie_4ever</c:v>
                </c:pt>
                <c:pt idx="9942">
                  <c:v>longhair_countryboy3</c:v>
                </c:pt>
                <c:pt idx="9943">
                  <c:v>longcoolwomanblackdress</c:v>
                </c:pt>
                <c:pt idx="9944">
                  <c:v>longboyentertainment</c:v>
                </c:pt>
                <c:pt idx="9945">
                  <c:v>longboardingchristian89</c:v>
                </c:pt>
                <c:pt idx="9946">
                  <c:v>longbeachindoorpercussion</c:v>
                </c:pt>
                <c:pt idx="9947">
                  <c:v>long_beach_huntington</c:v>
                </c:pt>
                <c:pt idx="9948">
                  <c:v>longbeachhighschoolband</c:v>
                </c:pt>
                <c:pt idx="9949">
                  <c:v>longbeachdrinkingclub</c:v>
                </c:pt>
                <c:pt idx="9950">
                  <c:v>lonewolfbobbyoriginal</c:v>
                </c:pt>
                <c:pt idx="9951">
                  <c:v>lonesometravelerbluegrassband</c:v>
                </c:pt>
                <c:pt idx="9952">
                  <c:v>lonesomestandardtime</c:v>
                </c:pt>
                <c:pt idx="9953">
                  <c:v>lone_pine_landscaping</c:v>
                </c:pt>
                <c:pt idx="9954">
                  <c:v>lonely_suicidal_gurl</c:v>
                </c:pt>
                <c:pt idx="9955">
                  <c:v>lonelymalesocialworker</c:v>
                </c:pt>
                <c:pt idx="9956">
                  <c:v>lonely_lady_joker93</c:v>
                </c:pt>
                <c:pt idx="9957">
                  <c:v>lonely_heart_calling</c:v>
                </c:pt>
                <c:pt idx="9958">
                  <c:v>lonelydaycheerfulnight</c:v>
                </c:pt>
                <c:pt idx="9959">
                  <c:v>lonelybitchdamnright</c:v>
                </c:pt>
                <c:pt idx="9960">
                  <c:v>lonely_and_invisible</c:v>
                </c:pt>
                <c:pt idx="9961">
                  <c:v>lonely_and_heartbroken</c:v>
                </c:pt>
                <c:pt idx="9962">
                  <c:v>lonely_and_empty_inside</c:v>
                </c:pt>
                <c:pt idx="9963">
                  <c:v>londonphilharmonicchoir</c:v>
                </c:pt>
                <c:pt idx="9964">
                  <c:v>londonmusicphotography</c:v>
                </c:pt>
                <c:pt idx="9965">
                  <c:v>london.mentaldisorder</c:v>
                </c:pt>
                <c:pt idx="9966">
                  <c:v>lolly_lollipop_laura</c:v>
                </c:pt>
                <c:pt idx="9967">
                  <c:v>lolly_aka_lildreamer</c:v>
                </c:pt>
                <c:pt idx="9968">
                  <c:v>lollipopandpeppermint</c:v>
                </c:pt>
                <c:pt idx="9969">
                  <c:v>lolita_slut_ass_bitch</c:v>
                </c:pt>
                <c:pt idx="9970">
                  <c:v>lola_the_attack_parrot</c:v>
                </c:pt>
                <c:pt idx="9971">
                  <c:v>lolababe_personalaccount</c:v>
                </c:pt>
                <c:pt idx="9972">
                  <c:v>lois_shall_die_painfully</c:v>
                </c:pt>
                <c:pt idx="9973">
                  <c:v>logicandtheilluminati</c:v>
                </c:pt>
                <c:pt idx="9974">
                  <c:v>Logan_the_bone_mangler</c:v>
                </c:pt>
                <c:pt idx="9975">
                  <c:v>loganrogersvilledrumline</c:v>
                </c:pt>
                <c:pt idx="9976">
                  <c:v>loganknightphotography</c:v>
                </c:pt>
                <c:pt idx="9977">
                  <c:v>logandoesgainesville</c:v>
                </c:pt>
                <c:pt idx="9978">
                  <c:v>locophotophotography</c:v>
                </c:pt>
                <c:pt idx="9979">
                  <c:v>lockstockfascination</c:v>
                </c:pt>
                <c:pt idx="9980">
                  <c:v>lockhartstadiumjune25</c:v>
                </c:pt>
                <c:pt idx="9981">
                  <c:v>lockandloadpresident</c:v>
                </c:pt>
                <c:pt idx="9982">
                  <c:v>lochnessiethemonster</c:v>
                </c:pt>
                <c:pt idx="9983">
                  <c:v>localundergroundbeat</c:v>
                </c:pt>
                <c:pt idx="9984">
                  <c:v>localskatingandcoolstuff</c:v>
                </c:pt>
                <c:pt idx="9985">
                  <c:v>_local_music_support_</c:v>
                </c:pt>
                <c:pt idx="9986">
                  <c:v>locallybonedandbangerated</c:v>
                </c:pt>
                <c:pt idx="9987">
                  <c:v>local_islandgirl_808</c:v>
                </c:pt>
                <c:pt idx="9988">
                  <c:v>localcontractorsearch</c:v>
                </c:pt>
                <c:pt idx="9989">
                  <c:v>localcolorartistnetwork</c:v>
                </c:pt>
                <c:pt idx="9990">
                  <c:v>local313andpanicnightlife</c:v>
                </c:pt>
                <c:pt idx="9991">
                  <c:v>lobsterkittybiteshard</c:v>
                </c:pt>
                <c:pt idx="9992">
                  <c:v>loading123pleasewait</c:v>
                </c:pt>
                <c:pt idx="9993">
                  <c:v>loadedgoatsacramento</c:v>
                </c:pt>
                <c:pt idx="9994">
                  <c:v>loadedchamberorchestra</c:v>
                </c:pt>
                <c:pt idx="9995">
                  <c:v>llamaworlddomination</c:v>
                </c:pt>
                <c:pt idx="9996">
                  <c:v>lizwiththepurplehair</c:v>
                </c:pt>
                <c:pt idx="9997">
                  <c:v>lizsolomonimaginarygirl</c:v>
                </c:pt>
                <c:pt idx="9998">
                  <c:v>lizloveswill_1-18-2008</c:v>
                </c:pt>
              </c:strCache>
            </c:strRef>
          </c:cat>
          <c:val>
            <c:numRef>
              <c:f>Sheet1!$B$2:$B$10000</c:f>
              <c:numCache>
                <c:formatCode>General</c:formatCode>
                <c:ptCount val="9999"/>
                <c:pt idx="0">
                  <c:v>1.0</c:v>
                </c:pt>
                <c:pt idx="1">
                  <c:v>2.0</c:v>
                </c:pt>
                <c:pt idx="2">
                  <c:v>3.0</c:v>
                </c:pt>
                <c:pt idx="3">
                  <c:v>4.0</c:v>
                </c:pt>
                <c:pt idx="4">
                  <c:v>5.0</c:v>
                </c:pt>
                <c:pt idx="5">
                  <c:v>6.0</c:v>
                </c:pt>
                <c:pt idx="6">
                  <c:v>7.0</c:v>
                </c:pt>
                <c:pt idx="7">
                  <c:v>8.0</c:v>
                </c:pt>
                <c:pt idx="8">
                  <c:v>9.0</c:v>
                </c:pt>
                <c:pt idx="9">
                  <c:v>10.0</c:v>
                </c:pt>
                <c:pt idx="10">
                  <c:v>10.0</c:v>
                </c:pt>
                <c:pt idx="11">
                  <c:v>12.0</c:v>
                </c:pt>
                <c:pt idx="12">
                  <c:v>13.0</c:v>
                </c:pt>
                <c:pt idx="13">
                  <c:v>14.0</c:v>
                </c:pt>
                <c:pt idx="14">
                  <c:v>14.0</c:v>
                </c:pt>
                <c:pt idx="15">
                  <c:v>14.0</c:v>
                </c:pt>
                <c:pt idx="16">
                  <c:v>17.0</c:v>
                </c:pt>
                <c:pt idx="17">
                  <c:v>18.0</c:v>
                </c:pt>
                <c:pt idx="18">
                  <c:v>19.0</c:v>
                </c:pt>
                <c:pt idx="19">
                  <c:v>19.0</c:v>
                </c:pt>
                <c:pt idx="20">
                  <c:v>21.0</c:v>
                </c:pt>
                <c:pt idx="21">
                  <c:v>22.0</c:v>
                </c:pt>
                <c:pt idx="22">
                  <c:v>22.0</c:v>
                </c:pt>
                <c:pt idx="23">
                  <c:v>24.0</c:v>
                </c:pt>
                <c:pt idx="24">
                  <c:v>25.0</c:v>
                </c:pt>
                <c:pt idx="25">
                  <c:v>26.0</c:v>
                </c:pt>
                <c:pt idx="26">
                  <c:v>27.0</c:v>
                </c:pt>
                <c:pt idx="27">
                  <c:v>28.0</c:v>
                </c:pt>
                <c:pt idx="28">
                  <c:v>28.0</c:v>
                </c:pt>
                <c:pt idx="29">
                  <c:v>28.0</c:v>
                </c:pt>
                <c:pt idx="30">
                  <c:v>28.0</c:v>
                </c:pt>
                <c:pt idx="31">
                  <c:v>32.0</c:v>
                </c:pt>
                <c:pt idx="32">
                  <c:v>32.0</c:v>
                </c:pt>
                <c:pt idx="33">
                  <c:v>32.0</c:v>
                </c:pt>
                <c:pt idx="34">
                  <c:v>35.0</c:v>
                </c:pt>
                <c:pt idx="35">
                  <c:v>35.0</c:v>
                </c:pt>
                <c:pt idx="36">
                  <c:v>35.0</c:v>
                </c:pt>
                <c:pt idx="37">
                  <c:v>35.0</c:v>
                </c:pt>
                <c:pt idx="38">
                  <c:v>39.0</c:v>
                </c:pt>
                <c:pt idx="39">
                  <c:v>39.0</c:v>
                </c:pt>
                <c:pt idx="40">
                  <c:v>39.0</c:v>
                </c:pt>
                <c:pt idx="41">
                  <c:v>39.0</c:v>
                </c:pt>
                <c:pt idx="42">
                  <c:v>39.0</c:v>
                </c:pt>
                <c:pt idx="43">
                  <c:v>44.0</c:v>
                </c:pt>
                <c:pt idx="44">
                  <c:v>44.0</c:v>
                </c:pt>
                <c:pt idx="45">
                  <c:v>46.0</c:v>
                </c:pt>
                <c:pt idx="46">
                  <c:v>46.0</c:v>
                </c:pt>
                <c:pt idx="47">
                  <c:v>46.0</c:v>
                </c:pt>
                <c:pt idx="48">
                  <c:v>46.0</c:v>
                </c:pt>
                <c:pt idx="49">
                  <c:v>46.0</c:v>
                </c:pt>
                <c:pt idx="50">
                  <c:v>46.0</c:v>
                </c:pt>
                <c:pt idx="51">
                  <c:v>52.0</c:v>
                </c:pt>
                <c:pt idx="52">
                  <c:v>52.0</c:v>
                </c:pt>
                <c:pt idx="53">
                  <c:v>52.0</c:v>
                </c:pt>
                <c:pt idx="54">
                  <c:v>52.0</c:v>
                </c:pt>
                <c:pt idx="55">
                  <c:v>52.0</c:v>
                </c:pt>
                <c:pt idx="56">
                  <c:v>52.0</c:v>
                </c:pt>
                <c:pt idx="57">
                  <c:v>52.0</c:v>
                </c:pt>
                <c:pt idx="58">
                  <c:v>52.0</c:v>
                </c:pt>
                <c:pt idx="59">
                  <c:v>52.0</c:v>
                </c:pt>
                <c:pt idx="60">
                  <c:v>52.0</c:v>
                </c:pt>
                <c:pt idx="61">
                  <c:v>62.0</c:v>
                </c:pt>
                <c:pt idx="62">
                  <c:v>62.0</c:v>
                </c:pt>
                <c:pt idx="63">
                  <c:v>62.0</c:v>
                </c:pt>
                <c:pt idx="64">
                  <c:v>62.0</c:v>
                </c:pt>
                <c:pt idx="65">
                  <c:v>62.0</c:v>
                </c:pt>
                <c:pt idx="66">
                  <c:v>62.0</c:v>
                </c:pt>
                <c:pt idx="67">
                  <c:v>62.0</c:v>
                </c:pt>
                <c:pt idx="68">
                  <c:v>62.0</c:v>
                </c:pt>
                <c:pt idx="69">
                  <c:v>62.0</c:v>
                </c:pt>
                <c:pt idx="70">
                  <c:v>62.0</c:v>
                </c:pt>
                <c:pt idx="71">
                  <c:v>72.0</c:v>
                </c:pt>
                <c:pt idx="72">
                  <c:v>72.0</c:v>
                </c:pt>
                <c:pt idx="73">
                  <c:v>72.0</c:v>
                </c:pt>
                <c:pt idx="74">
                  <c:v>72.0</c:v>
                </c:pt>
                <c:pt idx="75">
                  <c:v>72.0</c:v>
                </c:pt>
                <c:pt idx="76">
                  <c:v>72.0</c:v>
                </c:pt>
                <c:pt idx="77">
                  <c:v>72.0</c:v>
                </c:pt>
                <c:pt idx="78">
                  <c:v>72.0</c:v>
                </c:pt>
                <c:pt idx="79">
                  <c:v>72.0</c:v>
                </c:pt>
                <c:pt idx="80">
                  <c:v>81.0</c:v>
                </c:pt>
                <c:pt idx="81">
                  <c:v>81.0</c:v>
                </c:pt>
                <c:pt idx="82">
                  <c:v>81.0</c:v>
                </c:pt>
                <c:pt idx="83">
                  <c:v>81.0</c:v>
                </c:pt>
                <c:pt idx="84">
                  <c:v>81.0</c:v>
                </c:pt>
                <c:pt idx="85">
                  <c:v>81.0</c:v>
                </c:pt>
                <c:pt idx="86">
                  <c:v>81.0</c:v>
                </c:pt>
                <c:pt idx="87">
                  <c:v>81.0</c:v>
                </c:pt>
                <c:pt idx="88">
                  <c:v>81.0</c:v>
                </c:pt>
                <c:pt idx="89">
                  <c:v>90.0</c:v>
                </c:pt>
                <c:pt idx="90">
                  <c:v>90.0</c:v>
                </c:pt>
                <c:pt idx="91">
                  <c:v>90.0</c:v>
                </c:pt>
                <c:pt idx="92">
                  <c:v>90.0</c:v>
                </c:pt>
                <c:pt idx="93">
                  <c:v>90.0</c:v>
                </c:pt>
                <c:pt idx="94">
                  <c:v>90.0</c:v>
                </c:pt>
                <c:pt idx="95">
                  <c:v>90.0</c:v>
                </c:pt>
                <c:pt idx="96">
                  <c:v>90.0</c:v>
                </c:pt>
                <c:pt idx="97">
                  <c:v>90.0</c:v>
                </c:pt>
                <c:pt idx="98">
                  <c:v>90.0</c:v>
                </c:pt>
                <c:pt idx="99">
                  <c:v>90.0</c:v>
                </c:pt>
                <c:pt idx="100">
                  <c:v>90.0</c:v>
                </c:pt>
                <c:pt idx="101">
                  <c:v>90.0</c:v>
                </c:pt>
                <c:pt idx="102">
                  <c:v>90.0</c:v>
                </c:pt>
                <c:pt idx="103">
                  <c:v>90.0</c:v>
                </c:pt>
                <c:pt idx="104">
                  <c:v>90.0</c:v>
                </c:pt>
                <c:pt idx="105">
                  <c:v>90.0</c:v>
                </c:pt>
                <c:pt idx="106">
                  <c:v>90.0</c:v>
                </c:pt>
                <c:pt idx="107">
                  <c:v>90.0</c:v>
                </c:pt>
                <c:pt idx="108">
                  <c:v>90.0</c:v>
                </c:pt>
                <c:pt idx="109">
                  <c:v>90.0</c:v>
                </c:pt>
                <c:pt idx="110">
                  <c:v>90.0</c:v>
                </c:pt>
                <c:pt idx="111">
                  <c:v>90.0</c:v>
                </c:pt>
                <c:pt idx="112">
                  <c:v>90.0</c:v>
                </c:pt>
                <c:pt idx="113">
                  <c:v>90.0</c:v>
                </c:pt>
                <c:pt idx="114">
                  <c:v>90.0</c:v>
                </c:pt>
                <c:pt idx="115">
                  <c:v>90.0</c:v>
                </c:pt>
                <c:pt idx="116">
                  <c:v>90.0</c:v>
                </c:pt>
                <c:pt idx="117">
                  <c:v>90.0</c:v>
                </c:pt>
                <c:pt idx="118">
                  <c:v>90.0</c:v>
                </c:pt>
                <c:pt idx="119">
                  <c:v>90.0</c:v>
                </c:pt>
                <c:pt idx="120">
                  <c:v>90.0</c:v>
                </c:pt>
                <c:pt idx="121">
                  <c:v>90.0</c:v>
                </c:pt>
                <c:pt idx="122">
                  <c:v>90.0</c:v>
                </c:pt>
                <c:pt idx="123">
                  <c:v>90.0</c:v>
                </c:pt>
                <c:pt idx="124">
                  <c:v>90.0</c:v>
                </c:pt>
                <c:pt idx="125">
                  <c:v>90.0</c:v>
                </c:pt>
                <c:pt idx="126">
                  <c:v>90.0</c:v>
                </c:pt>
                <c:pt idx="127">
                  <c:v>90.0</c:v>
                </c:pt>
                <c:pt idx="128">
                  <c:v>90.0</c:v>
                </c:pt>
                <c:pt idx="129">
                  <c:v>90.0</c:v>
                </c:pt>
                <c:pt idx="130">
                  <c:v>131.0</c:v>
                </c:pt>
                <c:pt idx="131">
                  <c:v>131.0</c:v>
                </c:pt>
                <c:pt idx="132">
                  <c:v>131.0</c:v>
                </c:pt>
                <c:pt idx="133">
                  <c:v>131.0</c:v>
                </c:pt>
                <c:pt idx="134">
                  <c:v>131.0</c:v>
                </c:pt>
                <c:pt idx="135">
                  <c:v>131.0</c:v>
                </c:pt>
                <c:pt idx="136">
                  <c:v>131.0</c:v>
                </c:pt>
                <c:pt idx="137">
                  <c:v>131.0</c:v>
                </c:pt>
                <c:pt idx="138">
                  <c:v>131.0</c:v>
                </c:pt>
                <c:pt idx="139">
                  <c:v>131.0</c:v>
                </c:pt>
                <c:pt idx="140">
                  <c:v>131.0</c:v>
                </c:pt>
                <c:pt idx="141">
                  <c:v>131.0</c:v>
                </c:pt>
                <c:pt idx="142">
                  <c:v>131.0</c:v>
                </c:pt>
                <c:pt idx="143">
                  <c:v>131.0</c:v>
                </c:pt>
                <c:pt idx="144">
                  <c:v>131.0</c:v>
                </c:pt>
                <c:pt idx="145">
                  <c:v>131.0</c:v>
                </c:pt>
                <c:pt idx="146">
                  <c:v>131.0</c:v>
                </c:pt>
                <c:pt idx="147">
                  <c:v>131.0</c:v>
                </c:pt>
                <c:pt idx="148">
                  <c:v>131.0</c:v>
                </c:pt>
                <c:pt idx="149">
                  <c:v>131.0</c:v>
                </c:pt>
                <c:pt idx="150">
                  <c:v>131.0</c:v>
                </c:pt>
                <c:pt idx="151">
                  <c:v>131.0</c:v>
                </c:pt>
                <c:pt idx="152">
                  <c:v>131.0</c:v>
                </c:pt>
                <c:pt idx="153">
                  <c:v>131.0</c:v>
                </c:pt>
                <c:pt idx="154">
                  <c:v>131.0</c:v>
                </c:pt>
                <c:pt idx="155">
                  <c:v>131.0</c:v>
                </c:pt>
                <c:pt idx="156">
                  <c:v>131.0</c:v>
                </c:pt>
                <c:pt idx="157">
                  <c:v>131.0</c:v>
                </c:pt>
                <c:pt idx="158">
                  <c:v>131.0</c:v>
                </c:pt>
                <c:pt idx="159">
                  <c:v>131.0</c:v>
                </c:pt>
                <c:pt idx="160">
                  <c:v>131.0</c:v>
                </c:pt>
                <c:pt idx="161">
                  <c:v>131.0</c:v>
                </c:pt>
                <c:pt idx="162">
                  <c:v>131.0</c:v>
                </c:pt>
                <c:pt idx="163">
                  <c:v>131.0</c:v>
                </c:pt>
                <c:pt idx="164">
                  <c:v>131.0</c:v>
                </c:pt>
                <c:pt idx="165">
                  <c:v>131.0</c:v>
                </c:pt>
                <c:pt idx="166">
                  <c:v>131.0</c:v>
                </c:pt>
                <c:pt idx="167">
                  <c:v>131.0</c:v>
                </c:pt>
                <c:pt idx="168">
                  <c:v>131.0</c:v>
                </c:pt>
                <c:pt idx="169">
                  <c:v>131.0</c:v>
                </c:pt>
                <c:pt idx="170">
                  <c:v>131.0</c:v>
                </c:pt>
                <c:pt idx="171">
                  <c:v>131.0</c:v>
                </c:pt>
                <c:pt idx="172">
                  <c:v>131.0</c:v>
                </c:pt>
                <c:pt idx="173">
                  <c:v>131.0</c:v>
                </c:pt>
                <c:pt idx="174">
                  <c:v>131.0</c:v>
                </c:pt>
                <c:pt idx="175">
                  <c:v>131.0</c:v>
                </c:pt>
                <c:pt idx="176">
                  <c:v>131.0</c:v>
                </c:pt>
                <c:pt idx="177">
                  <c:v>131.0</c:v>
                </c:pt>
                <c:pt idx="178">
                  <c:v>131.0</c:v>
                </c:pt>
                <c:pt idx="179">
                  <c:v>131.0</c:v>
                </c:pt>
                <c:pt idx="180">
                  <c:v>131.0</c:v>
                </c:pt>
                <c:pt idx="181">
                  <c:v>131.0</c:v>
                </c:pt>
                <c:pt idx="182">
                  <c:v>131.0</c:v>
                </c:pt>
                <c:pt idx="183">
                  <c:v>131.0</c:v>
                </c:pt>
                <c:pt idx="184">
                  <c:v>131.0</c:v>
                </c:pt>
                <c:pt idx="185">
                  <c:v>131.0</c:v>
                </c:pt>
                <c:pt idx="186">
                  <c:v>131.0</c:v>
                </c:pt>
                <c:pt idx="187">
                  <c:v>131.0</c:v>
                </c:pt>
                <c:pt idx="188">
                  <c:v>131.0</c:v>
                </c:pt>
                <c:pt idx="189">
                  <c:v>131.0</c:v>
                </c:pt>
                <c:pt idx="190">
                  <c:v>131.0</c:v>
                </c:pt>
                <c:pt idx="191">
                  <c:v>131.0</c:v>
                </c:pt>
                <c:pt idx="192">
                  <c:v>131.0</c:v>
                </c:pt>
                <c:pt idx="193">
                  <c:v>131.0</c:v>
                </c:pt>
                <c:pt idx="194">
                  <c:v>131.0</c:v>
                </c:pt>
                <c:pt idx="195">
                  <c:v>131.0</c:v>
                </c:pt>
                <c:pt idx="196">
                  <c:v>131.0</c:v>
                </c:pt>
                <c:pt idx="197">
                  <c:v>131.0</c:v>
                </c:pt>
                <c:pt idx="198">
                  <c:v>131.0</c:v>
                </c:pt>
                <c:pt idx="199">
                  <c:v>131.0</c:v>
                </c:pt>
                <c:pt idx="200">
                  <c:v>131.0</c:v>
                </c:pt>
                <c:pt idx="201">
                  <c:v>131.0</c:v>
                </c:pt>
                <c:pt idx="202">
                  <c:v>131.0</c:v>
                </c:pt>
                <c:pt idx="203">
                  <c:v>131.0</c:v>
                </c:pt>
                <c:pt idx="204">
                  <c:v>131.0</c:v>
                </c:pt>
                <c:pt idx="205">
                  <c:v>131.0</c:v>
                </c:pt>
                <c:pt idx="206">
                  <c:v>131.0</c:v>
                </c:pt>
                <c:pt idx="207">
                  <c:v>131.0</c:v>
                </c:pt>
                <c:pt idx="208">
                  <c:v>131.0</c:v>
                </c:pt>
                <c:pt idx="209">
                  <c:v>131.0</c:v>
                </c:pt>
                <c:pt idx="210">
                  <c:v>131.0</c:v>
                </c:pt>
                <c:pt idx="211">
                  <c:v>131.0</c:v>
                </c:pt>
                <c:pt idx="212">
                  <c:v>131.0</c:v>
                </c:pt>
                <c:pt idx="213">
                  <c:v>131.0</c:v>
                </c:pt>
                <c:pt idx="214">
                  <c:v>131.0</c:v>
                </c:pt>
                <c:pt idx="215">
                  <c:v>131.0</c:v>
                </c:pt>
                <c:pt idx="216">
                  <c:v>131.0</c:v>
                </c:pt>
                <c:pt idx="217">
                  <c:v>218.0</c:v>
                </c:pt>
                <c:pt idx="218">
                  <c:v>218.0</c:v>
                </c:pt>
                <c:pt idx="219">
                  <c:v>218.0</c:v>
                </c:pt>
                <c:pt idx="220">
                  <c:v>218.0</c:v>
                </c:pt>
                <c:pt idx="221">
                  <c:v>218.0</c:v>
                </c:pt>
                <c:pt idx="222">
                  <c:v>218.0</c:v>
                </c:pt>
                <c:pt idx="223">
                  <c:v>218.0</c:v>
                </c:pt>
                <c:pt idx="224">
                  <c:v>218.0</c:v>
                </c:pt>
                <c:pt idx="225">
                  <c:v>218.0</c:v>
                </c:pt>
                <c:pt idx="226">
                  <c:v>218.0</c:v>
                </c:pt>
                <c:pt idx="227">
                  <c:v>218.0</c:v>
                </c:pt>
                <c:pt idx="228">
                  <c:v>218.0</c:v>
                </c:pt>
                <c:pt idx="229">
                  <c:v>218.0</c:v>
                </c:pt>
                <c:pt idx="230">
                  <c:v>218.0</c:v>
                </c:pt>
                <c:pt idx="231">
                  <c:v>218.0</c:v>
                </c:pt>
                <c:pt idx="232">
                  <c:v>218.0</c:v>
                </c:pt>
                <c:pt idx="233">
                  <c:v>218.0</c:v>
                </c:pt>
                <c:pt idx="234">
                  <c:v>218.0</c:v>
                </c:pt>
                <c:pt idx="235">
                  <c:v>218.0</c:v>
                </c:pt>
                <c:pt idx="236">
                  <c:v>218.0</c:v>
                </c:pt>
                <c:pt idx="237">
                  <c:v>218.0</c:v>
                </c:pt>
                <c:pt idx="238">
                  <c:v>218.0</c:v>
                </c:pt>
                <c:pt idx="239">
                  <c:v>218.0</c:v>
                </c:pt>
                <c:pt idx="240">
                  <c:v>218.0</c:v>
                </c:pt>
                <c:pt idx="241">
                  <c:v>218.0</c:v>
                </c:pt>
                <c:pt idx="242">
                  <c:v>218.0</c:v>
                </c:pt>
                <c:pt idx="243">
                  <c:v>218.0</c:v>
                </c:pt>
                <c:pt idx="244">
                  <c:v>218.0</c:v>
                </c:pt>
                <c:pt idx="245">
                  <c:v>218.0</c:v>
                </c:pt>
                <c:pt idx="246">
                  <c:v>218.0</c:v>
                </c:pt>
                <c:pt idx="247">
                  <c:v>218.0</c:v>
                </c:pt>
                <c:pt idx="248">
                  <c:v>218.0</c:v>
                </c:pt>
                <c:pt idx="249">
                  <c:v>218.0</c:v>
                </c:pt>
                <c:pt idx="250">
                  <c:v>218.0</c:v>
                </c:pt>
                <c:pt idx="251">
                  <c:v>218.0</c:v>
                </c:pt>
                <c:pt idx="252">
                  <c:v>218.0</c:v>
                </c:pt>
                <c:pt idx="253">
                  <c:v>218.0</c:v>
                </c:pt>
                <c:pt idx="254">
                  <c:v>218.0</c:v>
                </c:pt>
                <c:pt idx="255">
                  <c:v>218.0</c:v>
                </c:pt>
                <c:pt idx="256">
                  <c:v>218.0</c:v>
                </c:pt>
                <c:pt idx="257">
                  <c:v>218.0</c:v>
                </c:pt>
                <c:pt idx="258">
                  <c:v>218.0</c:v>
                </c:pt>
                <c:pt idx="259">
                  <c:v>218.0</c:v>
                </c:pt>
                <c:pt idx="260">
                  <c:v>218.0</c:v>
                </c:pt>
                <c:pt idx="261">
                  <c:v>218.0</c:v>
                </c:pt>
                <c:pt idx="262">
                  <c:v>218.0</c:v>
                </c:pt>
                <c:pt idx="263">
                  <c:v>218.0</c:v>
                </c:pt>
                <c:pt idx="264">
                  <c:v>218.0</c:v>
                </c:pt>
                <c:pt idx="265">
                  <c:v>218.0</c:v>
                </c:pt>
                <c:pt idx="266">
                  <c:v>218.0</c:v>
                </c:pt>
                <c:pt idx="267">
                  <c:v>218.0</c:v>
                </c:pt>
                <c:pt idx="268">
                  <c:v>218.0</c:v>
                </c:pt>
                <c:pt idx="269">
                  <c:v>218.0</c:v>
                </c:pt>
                <c:pt idx="270">
                  <c:v>218.0</c:v>
                </c:pt>
                <c:pt idx="271">
                  <c:v>218.0</c:v>
                </c:pt>
                <c:pt idx="272">
                  <c:v>218.0</c:v>
                </c:pt>
                <c:pt idx="273">
                  <c:v>218.0</c:v>
                </c:pt>
                <c:pt idx="274">
                  <c:v>218.0</c:v>
                </c:pt>
                <c:pt idx="275">
                  <c:v>218.0</c:v>
                </c:pt>
                <c:pt idx="276">
                  <c:v>218.0</c:v>
                </c:pt>
                <c:pt idx="277">
                  <c:v>218.0</c:v>
                </c:pt>
                <c:pt idx="278">
                  <c:v>218.0</c:v>
                </c:pt>
                <c:pt idx="279">
                  <c:v>218.0</c:v>
                </c:pt>
                <c:pt idx="280">
                  <c:v>218.0</c:v>
                </c:pt>
                <c:pt idx="281">
                  <c:v>218.0</c:v>
                </c:pt>
                <c:pt idx="282">
                  <c:v>218.0</c:v>
                </c:pt>
                <c:pt idx="283">
                  <c:v>218.0</c:v>
                </c:pt>
                <c:pt idx="284">
                  <c:v>218.0</c:v>
                </c:pt>
                <c:pt idx="285">
                  <c:v>218.0</c:v>
                </c:pt>
                <c:pt idx="286">
                  <c:v>218.0</c:v>
                </c:pt>
                <c:pt idx="287">
                  <c:v>218.0</c:v>
                </c:pt>
                <c:pt idx="288">
                  <c:v>218.0</c:v>
                </c:pt>
                <c:pt idx="289">
                  <c:v>218.0</c:v>
                </c:pt>
                <c:pt idx="290">
                  <c:v>218.0</c:v>
                </c:pt>
                <c:pt idx="291">
                  <c:v>218.0</c:v>
                </c:pt>
                <c:pt idx="292">
                  <c:v>218.0</c:v>
                </c:pt>
                <c:pt idx="293">
                  <c:v>218.0</c:v>
                </c:pt>
                <c:pt idx="294">
                  <c:v>218.0</c:v>
                </c:pt>
                <c:pt idx="295">
                  <c:v>218.0</c:v>
                </c:pt>
                <c:pt idx="296">
                  <c:v>218.0</c:v>
                </c:pt>
                <c:pt idx="297">
                  <c:v>218.0</c:v>
                </c:pt>
                <c:pt idx="298">
                  <c:v>218.0</c:v>
                </c:pt>
                <c:pt idx="299">
                  <c:v>218.0</c:v>
                </c:pt>
                <c:pt idx="300">
                  <c:v>218.0</c:v>
                </c:pt>
                <c:pt idx="301">
                  <c:v>218.0</c:v>
                </c:pt>
                <c:pt idx="302">
                  <c:v>218.0</c:v>
                </c:pt>
                <c:pt idx="303">
                  <c:v>218.0</c:v>
                </c:pt>
                <c:pt idx="304">
                  <c:v>218.0</c:v>
                </c:pt>
                <c:pt idx="305">
                  <c:v>218.0</c:v>
                </c:pt>
                <c:pt idx="306">
                  <c:v>218.0</c:v>
                </c:pt>
                <c:pt idx="307">
                  <c:v>218.0</c:v>
                </c:pt>
                <c:pt idx="308">
                  <c:v>218.0</c:v>
                </c:pt>
                <c:pt idx="309">
                  <c:v>218.0</c:v>
                </c:pt>
                <c:pt idx="310">
                  <c:v>218.0</c:v>
                </c:pt>
                <c:pt idx="311">
                  <c:v>218.0</c:v>
                </c:pt>
                <c:pt idx="312">
                  <c:v>218.0</c:v>
                </c:pt>
                <c:pt idx="313">
                  <c:v>218.0</c:v>
                </c:pt>
                <c:pt idx="314">
                  <c:v>218.0</c:v>
                </c:pt>
                <c:pt idx="315">
                  <c:v>218.0</c:v>
                </c:pt>
                <c:pt idx="316">
                  <c:v>218.0</c:v>
                </c:pt>
                <c:pt idx="317">
                  <c:v>218.0</c:v>
                </c:pt>
                <c:pt idx="318">
                  <c:v>218.0</c:v>
                </c:pt>
                <c:pt idx="319">
                  <c:v>218.0</c:v>
                </c:pt>
                <c:pt idx="320">
                  <c:v>218.0</c:v>
                </c:pt>
                <c:pt idx="321">
                  <c:v>218.0</c:v>
                </c:pt>
                <c:pt idx="322">
                  <c:v>218.0</c:v>
                </c:pt>
                <c:pt idx="323">
                  <c:v>218.0</c:v>
                </c:pt>
                <c:pt idx="324">
                  <c:v>218.0</c:v>
                </c:pt>
                <c:pt idx="325">
                  <c:v>218.0</c:v>
                </c:pt>
                <c:pt idx="326">
                  <c:v>218.0</c:v>
                </c:pt>
                <c:pt idx="327">
                  <c:v>218.0</c:v>
                </c:pt>
                <c:pt idx="328">
                  <c:v>218.0</c:v>
                </c:pt>
                <c:pt idx="329">
                  <c:v>218.0</c:v>
                </c:pt>
                <c:pt idx="330">
                  <c:v>218.0</c:v>
                </c:pt>
                <c:pt idx="331">
                  <c:v>218.0</c:v>
                </c:pt>
                <c:pt idx="332">
                  <c:v>218.0</c:v>
                </c:pt>
                <c:pt idx="333">
                  <c:v>218.0</c:v>
                </c:pt>
                <c:pt idx="334">
                  <c:v>218.0</c:v>
                </c:pt>
                <c:pt idx="335">
                  <c:v>218.0</c:v>
                </c:pt>
                <c:pt idx="336">
                  <c:v>218.0</c:v>
                </c:pt>
                <c:pt idx="337">
                  <c:v>218.0</c:v>
                </c:pt>
                <c:pt idx="338">
                  <c:v>218.0</c:v>
                </c:pt>
                <c:pt idx="339">
                  <c:v>218.0</c:v>
                </c:pt>
                <c:pt idx="340">
                  <c:v>218.0</c:v>
                </c:pt>
                <c:pt idx="341">
                  <c:v>218.0</c:v>
                </c:pt>
                <c:pt idx="342">
                  <c:v>218.0</c:v>
                </c:pt>
                <c:pt idx="343">
                  <c:v>218.0</c:v>
                </c:pt>
                <c:pt idx="344">
                  <c:v>218.0</c:v>
                </c:pt>
                <c:pt idx="345">
                  <c:v>218.0</c:v>
                </c:pt>
                <c:pt idx="346">
                  <c:v>218.0</c:v>
                </c:pt>
                <c:pt idx="347">
                  <c:v>218.0</c:v>
                </c:pt>
                <c:pt idx="348">
                  <c:v>218.0</c:v>
                </c:pt>
                <c:pt idx="349">
                  <c:v>218.0</c:v>
                </c:pt>
                <c:pt idx="350">
                  <c:v>218.0</c:v>
                </c:pt>
                <c:pt idx="351">
                  <c:v>218.0</c:v>
                </c:pt>
                <c:pt idx="352">
                  <c:v>218.0</c:v>
                </c:pt>
                <c:pt idx="353">
                  <c:v>218.0</c:v>
                </c:pt>
                <c:pt idx="354">
                  <c:v>218.0</c:v>
                </c:pt>
                <c:pt idx="355">
                  <c:v>218.0</c:v>
                </c:pt>
                <c:pt idx="356">
                  <c:v>218.0</c:v>
                </c:pt>
                <c:pt idx="357">
                  <c:v>218.0</c:v>
                </c:pt>
                <c:pt idx="358">
                  <c:v>218.0</c:v>
                </c:pt>
                <c:pt idx="359">
                  <c:v>218.0</c:v>
                </c:pt>
                <c:pt idx="360">
                  <c:v>218.0</c:v>
                </c:pt>
                <c:pt idx="361">
                  <c:v>218.0</c:v>
                </c:pt>
                <c:pt idx="362">
                  <c:v>218.0</c:v>
                </c:pt>
                <c:pt idx="363">
                  <c:v>218.0</c:v>
                </c:pt>
                <c:pt idx="364">
                  <c:v>218.0</c:v>
                </c:pt>
                <c:pt idx="365">
                  <c:v>218.0</c:v>
                </c:pt>
                <c:pt idx="366">
                  <c:v>218.0</c:v>
                </c:pt>
                <c:pt idx="367">
                  <c:v>218.0</c:v>
                </c:pt>
                <c:pt idx="368">
                  <c:v>218.0</c:v>
                </c:pt>
                <c:pt idx="369">
                  <c:v>218.0</c:v>
                </c:pt>
                <c:pt idx="370">
                  <c:v>218.0</c:v>
                </c:pt>
                <c:pt idx="371">
                  <c:v>218.0</c:v>
                </c:pt>
                <c:pt idx="372">
                  <c:v>218.0</c:v>
                </c:pt>
                <c:pt idx="373">
                  <c:v>218.0</c:v>
                </c:pt>
                <c:pt idx="374">
                  <c:v>218.0</c:v>
                </c:pt>
                <c:pt idx="375">
                  <c:v>218.0</c:v>
                </c:pt>
                <c:pt idx="376">
                  <c:v>218.0</c:v>
                </c:pt>
                <c:pt idx="377">
                  <c:v>218.0</c:v>
                </c:pt>
                <c:pt idx="378">
                  <c:v>218.0</c:v>
                </c:pt>
                <c:pt idx="379">
                  <c:v>218.0</c:v>
                </c:pt>
                <c:pt idx="380">
                  <c:v>218.0</c:v>
                </c:pt>
                <c:pt idx="381">
                  <c:v>218.0</c:v>
                </c:pt>
                <c:pt idx="382">
                  <c:v>218.0</c:v>
                </c:pt>
                <c:pt idx="383">
                  <c:v>218.0</c:v>
                </c:pt>
                <c:pt idx="384">
                  <c:v>218.0</c:v>
                </c:pt>
                <c:pt idx="385">
                  <c:v>218.0</c:v>
                </c:pt>
                <c:pt idx="386">
                  <c:v>218.0</c:v>
                </c:pt>
                <c:pt idx="387">
                  <c:v>388.0</c:v>
                </c:pt>
                <c:pt idx="388">
                  <c:v>388.0</c:v>
                </c:pt>
                <c:pt idx="389">
                  <c:v>388.0</c:v>
                </c:pt>
                <c:pt idx="390">
                  <c:v>388.0</c:v>
                </c:pt>
                <c:pt idx="391">
                  <c:v>388.0</c:v>
                </c:pt>
                <c:pt idx="392">
                  <c:v>388.0</c:v>
                </c:pt>
                <c:pt idx="393">
                  <c:v>388.0</c:v>
                </c:pt>
                <c:pt idx="394">
                  <c:v>388.0</c:v>
                </c:pt>
                <c:pt idx="395">
                  <c:v>388.0</c:v>
                </c:pt>
                <c:pt idx="396">
                  <c:v>388.0</c:v>
                </c:pt>
                <c:pt idx="397">
                  <c:v>388.0</c:v>
                </c:pt>
                <c:pt idx="398">
                  <c:v>388.0</c:v>
                </c:pt>
                <c:pt idx="399">
                  <c:v>388.0</c:v>
                </c:pt>
                <c:pt idx="400">
                  <c:v>388.0</c:v>
                </c:pt>
                <c:pt idx="401">
                  <c:v>388.0</c:v>
                </c:pt>
                <c:pt idx="402">
                  <c:v>388.0</c:v>
                </c:pt>
                <c:pt idx="403">
                  <c:v>388.0</c:v>
                </c:pt>
                <c:pt idx="404">
                  <c:v>388.0</c:v>
                </c:pt>
                <c:pt idx="405">
                  <c:v>388.0</c:v>
                </c:pt>
                <c:pt idx="406">
                  <c:v>388.0</c:v>
                </c:pt>
                <c:pt idx="407">
                  <c:v>388.0</c:v>
                </c:pt>
                <c:pt idx="408">
                  <c:v>388.0</c:v>
                </c:pt>
                <c:pt idx="409">
                  <c:v>388.0</c:v>
                </c:pt>
                <c:pt idx="410">
                  <c:v>388.0</c:v>
                </c:pt>
                <c:pt idx="411">
                  <c:v>388.0</c:v>
                </c:pt>
                <c:pt idx="412">
                  <c:v>388.0</c:v>
                </c:pt>
                <c:pt idx="413">
                  <c:v>388.0</c:v>
                </c:pt>
                <c:pt idx="414">
                  <c:v>388.0</c:v>
                </c:pt>
                <c:pt idx="415">
                  <c:v>388.0</c:v>
                </c:pt>
                <c:pt idx="416">
                  <c:v>388.0</c:v>
                </c:pt>
                <c:pt idx="417">
                  <c:v>388.0</c:v>
                </c:pt>
                <c:pt idx="418">
                  <c:v>388.0</c:v>
                </c:pt>
                <c:pt idx="419">
                  <c:v>388.0</c:v>
                </c:pt>
                <c:pt idx="420">
                  <c:v>388.0</c:v>
                </c:pt>
                <c:pt idx="421">
                  <c:v>388.0</c:v>
                </c:pt>
                <c:pt idx="422">
                  <c:v>388.0</c:v>
                </c:pt>
                <c:pt idx="423">
                  <c:v>388.0</c:v>
                </c:pt>
                <c:pt idx="424">
                  <c:v>388.0</c:v>
                </c:pt>
                <c:pt idx="425">
                  <c:v>388.0</c:v>
                </c:pt>
                <c:pt idx="426">
                  <c:v>388.0</c:v>
                </c:pt>
                <c:pt idx="427">
                  <c:v>388.0</c:v>
                </c:pt>
                <c:pt idx="428">
                  <c:v>388.0</c:v>
                </c:pt>
                <c:pt idx="429">
                  <c:v>388.0</c:v>
                </c:pt>
                <c:pt idx="430">
                  <c:v>388.0</c:v>
                </c:pt>
                <c:pt idx="431">
                  <c:v>388.0</c:v>
                </c:pt>
                <c:pt idx="432">
                  <c:v>388.0</c:v>
                </c:pt>
                <c:pt idx="433">
                  <c:v>388.0</c:v>
                </c:pt>
                <c:pt idx="434">
                  <c:v>388.0</c:v>
                </c:pt>
                <c:pt idx="435">
                  <c:v>388.0</c:v>
                </c:pt>
                <c:pt idx="436">
                  <c:v>388.0</c:v>
                </c:pt>
                <c:pt idx="437">
                  <c:v>388.0</c:v>
                </c:pt>
                <c:pt idx="438">
                  <c:v>388.0</c:v>
                </c:pt>
                <c:pt idx="439">
                  <c:v>388.0</c:v>
                </c:pt>
                <c:pt idx="440">
                  <c:v>388.0</c:v>
                </c:pt>
                <c:pt idx="441">
                  <c:v>388.0</c:v>
                </c:pt>
                <c:pt idx="442">
                  <c:v>388.0</c:v>
                </c:pt>
                <c:pt idx="443">
                  <c:v>388.0</c:v>
                </c:pt>
                <c:pt idx="444">
                  <c:v>388.0</c:v>
                </c:pt>
                <c:pt idx="445">
                  <c:v>388.0</c:v>
                </c:pt>
                <c:pt idx="446">
                  <c:v>388.0</c:v>
                </c:pt>
                <c:pt idx="447">
                  <c:v>388.0</c:v>
                </c:pt>
                <c:pt idx="448">
                  <c:v>388.0</c:v>
                </c:pt>
                <c:pt idx="449">
                  <c:v>388.0</c:v>
                </c:pt>
                <c:pt idx="450">
                  <c:v>388.0</c:v>
                </c:pt>
                <c:pt idx="451">
                  <c:v>388.0</c:v>
                </c:pt>
                <c:pt idx="452">
                  <c:v>388.0</c:v>
                </c:pt>
                <c:pt idx="453">
                  <c:v>388.0</c:v>
                </c:pt>
                <c:pt idx="454">
                  <c:v>388.0</c:v>
                </c:pt>
                <c:pt idx="455">
                  <c:v>388.0</c:v>
                </c:pt>
                <c:pt idx="456">
                  <c:v>388.0</c:v>
                </c:pt>
                <c:pt idx="457">
                  <c:v>388.0</c:v>
                </c:pt>
                <c:pt idx="458">
                  <c:v>388.0</c:v>
                </c:pt>
                <c:pt idx="459">
                  <c:v>388.0</c:v>
                </c:pt>
                <c:pt idx="460">
                  <c:v>388.0</c:v>
                </c:pt>
                <c:pt idx="461">
                  <c:v>388.0</c:v>
                </c:pt>
                <c:pt idx="462">
                  <c:v>388.0</c:v>
                </c:pt>
                <c:pt idx="463">
                  <c:v>388.0</c:v>
                </c:pt>
                <c:pt idx="464">
                  <c:v>388.0</c:v>
                </c:pt>
                <c:pt idx="465">
                  <c:v>388.0</c:v>
                </c:pt>
                <c:pt idx="466">
                  <c:v>388.0</c:v>
                </c:pt>
                <c:pt idx="467">
                  <c:v>388.0</c:v>
                </c:pt>
                <c:pt idx="468">
                  <c:v>388.0</c:v>
                </c:pt>
                <c:pt idx="469">
                  <c:v>388.0</c:v>
                </c:pt>
                <c:pt idx="470">
                  <c:v>388.0</c:v>
                </c:pt>
                <c:pt idx="471">
                  <c:v>388.0</c:v>
                </c:pt>
                <c:pt idx="472">
                  <c:v>388.0</c:v>
                </c:pt>
                <c:pt idx="473">
                  <c:v>388.0</c:v>
                </c:pt>
                <c:pt idx="474">
                  <c:v>388.0</c:v>
                </c:pt>
                <c:pt idx="475">
                  <c:v>388.0</c:v>
                </c:pt>
                <c:pt idx="476">
                  <c:v>388.0</c:v>
                </c:pt>
                <c:pt idx="477">
                  <c:v>388.0</c:v>
                </c:pt>
                <c:pt idx="478">
                  <c:v>388.0</c:v>
                </c:pt>
                <c:pt idx="479">
                  <c:v>388.0</c:v>
                </c:pt>
                <c:pt idx="480">
                  <c:v>388.0</c:v>
                </c:pt>
                <c:pt idx="481">
                  <c:v>388.0</c:v>
                </c:pt>
                <c:pt idx="482">
                  <c:v>388.0</c:v>
                </c:pt>
                <c:pt idx="483">
                  <c:v>388.0</c:v>
                </c:pt>
                <c:pt idx="484">
                  <c:v>388.0</c:v>
                </c:pt>
                <c:pt idx="485">
                  <c:v>388.0</c:v>
                </c:pt>
                <c:pt idx="486">
                  <c:v>388.0</c:v>
                </c:pt>
                <c:pt idx="487">
                  <c:v>388.0</c:v>
                </c:pt>
                <c:pt idx="488">
                  <c:v>388.0</c:v>
                </c:pt>
                <c:pt idx="489">
                  <c:v>388.0</c:v>
                </c:pt>
                <c:pt idx="490">
                  <c:v>388.0</c:v>
                </c:pt>
                <c:pt idx="491">
                  <c:v>388.0</c:v>
                </c:pt>
                <c:pt idx="492">
                  <c:v>388.0</c:v>
                </c:pt>
                <c:pt idx="493">
                  <c:v>388.0</c:v>
                </c:pt>
                <c:pt idx="494">
                  <c:v>388.0</c:v>
                </c:pt>
                <c:pt idx="495">
                  <c:v>388.0</c:v>
                </c:pt>
                <c:pt idx="496">
                  <c:v>388.0</c:v>
                </c:pt>
                <c:pt idx="497">
                  <c:v>388.0</c:v>
                </c:pt>
                <c:pt idx="498">
                  <c:v>388.0</c:v>
                </c:pt>
                <c:pt idx="499">
                  <c:v>388.0</c:v>
                </c:pt>
                <c:pt idx="500">
                  <c:v>388.0</c:v>
                </c:pt>
                <c:pt idx="501">
                  <c:v>388.0</c:v>
                </c:pt>
                <c:pt idx="502">
                  <c:v>388.0</c:v>
                </c:pt>
                <c:pt idx="503">
                  <c:v>388.0</c:v>
                </c:pt>
                <c:pt idx="504">
                  <c:v>388.0</c:v>
                </c:pt>
                <c:pt idx="505">
                  <c:v>388.0</c:v>
                </c:pt>
                <c:pt idx="506">
                  <c:v>388.0</c:v>
                </c:pt>
                <c:pt idx="507">
                  <c:v>388.0</c:v>
                </c:pt>
                <c:pt idx="508">
                  <c:v>388.0</c:v>
                </c:pt>
                <c:pt idx="509">
                  <c:v>388.0</c:v>
                </c:pt>
                <c:pt idx="510">
                  <c:v>388.0</c:v>
                </c:pt>
                <c:pt idx="511">
                  <c:v>388.0</c:v>
                </c:pt>
                <c:pt idx="512">
                  <c:v>388.0</c:v>
                </c:pt>
                <c:pt idx="513">
                  <c:v>388.0</c:v>
                </c:pt>
                <c:pt idx="514">
                  <c:v>388.0</c:v>
                </c:pt>
                <c:pt idx="515">
                  <c:v>388.0</c:v>
                </c:pt>
                <c:pt idx="516">
                  <c:v>388.0</c:v>
                </c:pt>
                <c:pt idx="517">
                  <c:v>388.0</c:v>
                </c:pt>
                <c:pt idx="518">
                  <c:v>388.0</c:v>
                </c:pt>
                <c:pt idx="519">
                  <c:v>388.0</c:v>
                </c:pt>
                <c:pt idx="520">
                  <c:v>388.0</c:v>
                </c:pt>
                <c:pt idx="521">
                  <c:v>388.0</c:v>
                </c:pt>
                <c:pt idx="522">
                  <c:v>388.0</c:v>
                </c:pt>
                <c:pt idx="523">
                  <c:v>388.0</c:v>
                </c:pt>
                <c:pt idx="524">
                  <c:v>388.0</c:v>
                </c:pt>
                <c:pt idx="525">
                  <c:v>388.0</c:v>
                </c:pt>
                <c:pt idx="526">
                  <c:v>388.0</c:v>
                </c:pt>
                <c:pt idx="527">
                  <c:v>388.0</c:v>
                </c:pt>
                <c:pt idx="528">
                  <c:v>388.0</c:v>
                </c:pt>
                <c:pt idx="529">
                  <c:v>388.0</c:v>
                </c:pt>
                <c:pt idx="530">
                  <c:v>388.0</c:v>
                </c:pt>
                <c:pt idx="531">
                  <c:v>388.0</c:v>
                </c:pt>
                <c:pt idx="532">
                  <c:v>388.0</c:v>
                </c:pt>
                <c:pt idx="533">
                  <c:v>388.0</c:v>
                </c:pt>
                <c:pt idx="534">
                  <c:v>388.0</c:v>
                </c:pt>
                <c:pt idx="535">
                  <c:v>388.0</c:v>
                </c:pt>
                <c:pt idx="536">
                  <c:v>388.0</c:v>
                </c:pt>
                <c:pt idx="537">
                  <c:v>388.0</c:v>
                </c:pt>
                <c:pt idx="538">
                  <c:v>388.0</c:v>
                </c:pt>
                <c:pt idx="539">
                  <c:v>388.0</c:v>
                </c:pt>
                <c:pt idx="540">
                  <c:v>388.0</c:v>
                </c:pt>
                <c:pt idx="541">
                  <c:v>388.0</c:v>
                </c:pt>
                <c:pt idx="542">
                  <c:v>388.0</c:v>
                </c:pt>
                <c:pt idx="543">
                  <c:v>388.0</c:v>
                </c:pt>
                <c:pt idx="544">
                  <c:v>388.0</c:v>
                </c:pt>
                <c:pt idx="545">
                  <c:v>388.0</c:v>
                </c:pt>
                <c:pt idx="546">
                  <c:v>388.0</c:v>
                </c:pt>
                <c:pt idx="547">
                  <c:v>388.0</c:v>
                </c:pt>
                <c:pt idx="548">
                  <c:v>388.0</c:v>
                </c:pt>
                <c:pt idx="549">
                  <c:v>388.0</c:v>
                </c:pt>
                <c:pt idx="550">
                  <c:v>388.0</c:v>
                </c:pt>
                <c:pt idx="551">
                  <c:v>388.0</c:v>
                </c:pt>
                <c:pt idx="552">
                  <c:v>388.0</c:v>
                </c:pt>
                <c:pt idx="553">
                  <c:v>388.0</c:v>
                </c:pt>
                <c:pt idx="554">
                  <c:v>388.0</c:v>
                </c:pt>
                <c:pt idx="555">
                  <c:v>388.0</c:v>
                </c:pt>
                <c:pt idx="556">
                  <c:v>388.0</c:v>
                </c:pt>
                <c:pt idx="557">
                  <c:v>388.0</c:v>
                </c:pt>
                <c:pt idx="558">
                  <c:v>388.0</c:v>
                </c:pt>
                <c:pt idx="559">
                  <c:v>388.0</c:v>
                </c:pt>
                <c:pt idx="560">
                  <c:v>388.0</c:v>
                </c:pt>
                <c:pt idx="561">
                  <c:v>388.0</c:v>
                </c:pt>
                <c:pt idx="562">
                  <c:v>388.0</c:v>
                </c:pt>
                <c:pt idx="563">
                  <c:v>388.0</c:v>
                </c:pt>
                <c:pt idx="564">
                  <c:v>388.0</c:v>
                </c:pt>
                <c:pt idx="565">
                  <c:v>388.0</c:v>
                </c:pt>
                <c:pt idx="566">
                  <c:v>388.0</c:v>
                </c:pt>
                <c:pt idx="567">
                  <c:v>388.0</c:v>
                </c:pt>
                <c:pt idx="568">
                  <c:v>388.0</c:v>
                </c:pt>
                <c:pt idx="569">
                  <c:v>388.0</c:v>
                </c:pt>
                <c:pt idx="570">
                  <c:v>388.0</c:v>
                </c:pt>
                <c:pt idx="571">
                  <c:v>388.0</c:v>
                </c:pt>
                <c:pt idx="572">
                  <c:v>388.0</c:v>
                </c:pt>
                <c:pt idx="573">
                  <c:v>388.0</c:v>
                </c:pt>
                <c:pt idx="574">
                  <c:v>388.0</c:v>
                </c:pt>
                <c:pt idx="575">
                  <c:v>388.0</c:v>
                </c:pt>
                <c:pt idx="576">
                  <c:v>388.0</c:v>
                </c:pt>
                <c:pt idx="577">
                  <c:v>388.0</c:v>
                </c:pt>
                <c:pt idx="578">
                  <c:v>388.0</c:v>
                </c:pt>
                <c:pt idx="579">
                  <c:v>388.0</c:v>
                </c:pt>
                <c:pt idx="580">
                  <c:v>388.0</c:v>
                </c:pt>
                <c:pt idx="581">
                  <c:v>388.0</c:v>
                </c:pt>
                <c:pt idx="582">
                  <c:v>388.0</c:v>
                </c:pt>
                <c:pt idx="583">
                  <c:v>388.0</c:v>
                </c:pt>
                <c:pt idx="584">
                  <c:v>388.0</c:v>
                </c:pt>
                <c:pt idx="585">
                  <c:v>388.0</c:v>
                </c:pt>
                <c:pt idx="586">
                  <c:v>388.0</c:v>
                </c:pt>
                <c:pt idx="587">
                  <c:v>388.0</c:v>
                </c:pt>
                <c:pt idx="588">
                  <c:v>388.0</c:v>
                </c:pt>
                <c:pt idx="589">
                  <c:v>388.0</c:v>
                </c:pt>
                <c:pt idx="590">
                  <c:v>388.0</c:v>
                </c:pt>
                <c:pt idx="591">
                  <c:v>388.0</c:v>
                </c:pt>
                <c:pt idx="592">
                  <c:v>388.0</c:v>
                </c:pt>
                <c:pt idx="593">
                  <c:v>388.0</c:v>
                </c:pt>
                <c:pt idx="594">
                  <c:v>388.0</c:v>
                </c:pt>
                <c:pt idx="595">
                  <c:v>388.0</c:v>
                </c:pt>
                <c:pt idx="596">
                  <c:v>388.0</c:v>
                </c:pt>
                <c:pt idx="597">
                  <c:v>388.0</c:v>
                </c:pt>
                <c:pt idx="598">
                  <c:v>388.0</c:v>
                </c:pt>
                <c:pt idx="599">
                  <c:v>388.0</c:v>
                </c:pt>
                <c:pt idx="600">
                  <c:v>388.0</c:v>
                </c:pt>
                <c:pt idx="601">
                  <c:v>388.0</c:v>
                </c:pt>
                <c:pt idx="602">
                  <c:v>388.0</c:v>
                </c:pt>
                <c:pt idx="603">
                  <c:v>388.0</c:v>
                </c:pt>
                <c:pt idx="604">
                  <c:v>388.0</c:v>
                </c:pt>
                <c:pt idx="605">
                  <c:v>388.0</c:v>
                </c:pt>
                <c:pt idx="606">
                  <c:v>388.0</c:v>
                </c:pt>
                <c:pt idx="607">
                  <c:v>388.0</c:v>
                </c:pt>
                <c:pt idx="608">
                  <c:v>388.0</c:v>
                </c:pt>
                <c:pt idx="609">
                  <c:v>388.0</c:v>
                </c:pt>
                <c:pt idx="610">
                  <c:v>388.0</c:v>
                </c:pt>
                <c:pt idx="611">
                  <c:v>388.0</c:v>
                </c:pt>
                <c:pt idx="612">
                  <c:v>388.0</c:v>
                </c:pt>
                <c:pt idx="613">
                  <c:v>388.0</c:v>
                </c:pt>
                <c:pt idx="614">
                  <c:v>388.0</c:v>
                </c:pt>
                <c:pt idx="615">
                  <c:v>388.0</c:v>
                </c:pt>
                <c:pt idx="616">
                  <c:v>388.0</c:v>
                </c:pt>
                <c:pt idx="617">
                  <c:v>388.0</c:v>
                </c:pt>
                <c:pt idx="618">
                  <c:v>388.0</c:v>
                </c:pt>
                <c:pt idx="619">
                  <c:v>388.0</c:v>
                </c:pt>
                <c:pt idx="620">
                  <c:v>388.0</c:v>
                </c:pt>
                <c:pt idx="621">
                  <c:v>388.0</c:v>
                </c:pt>
                <c:pt idx="622">
                  <c:v>388.0</c:v>
                </c:pt>
                <c:pt idx="623">
                  <c:v>388.0</c:v>
                </c:pt>
                <c:pt idx="624">
                  <c:v>388.0</c:v>
                </c:pt>
                <c:pt idx="625">
                  <c:v>388.0</c:v>
                </c:pt>
                <c:pt idx="626">
                  <c:v>388.0</c:v>
                </c:pt>
                <c:pt idx="627">
                  <c:v>388.0</c:v>
                </c:pt>
                <c:pt idx="628">
                  <c:v>388.0</c:v>
                </c:pt>
                <c:pt idx="629">
                  <c:v>388.0</c:v>
                </c:pt>
                <c:pt idx="630">
                  <c:v>388.0</c:v>
                </c:pt>
                <c:pt idx="631">
                  <c:v>388.0</c:v>
                </c:pt>
                <c:pt idx="632">
                  <c:v>388.0</c:v>
                </c:pt>
                <c:pt idx="633">
                  <c:v>388.0</c:v>
                </c:pt>
                <c:pt idx="634">
                  <c:v>388.0</c:v>
                </c:pt>
                <c:pt idx="635">
                  <c:v>388.0</c:v>
                </c:pt>
                <c:pt idx="636">
                  <c:v>388.0</c:v>
                </c:pt>
                <c:pt idx="637">
                  <c:v>388.0</c:v>
                </c:pt>
                <c:pt idx="638">
                  <c:v>388.0</c:v>
                </c:pt>
                <c:pt idx="639">
                  <c:v>388.0</c:v>
                </c:pt>
                <c:pt idx="640">
                  <c:v>388.0</c:v>
                </c:pt>
                <c:pt idx="641">
                  <c:v>388.0</c:v>
                </c:pt>
                <c:pt idx="642">
                  <c:v>388.0</c:v>
                </c:pt>
                <c:pt idx="643">
                  <c:v>388.0</c:v>
                </c:pt>
                <c:pt idx="644">
                  <c:v>388.0</c:v>
                </c:pt>
                <c:pt idx="645">
                  <c:v>388.0</c:v>
                </c:pt>
                <c:pt idx="646">
                  <c:v>388.0</c:v>
                </c:pt>
                <c:pt idx="647">
                  <c:v>388.0</c:v>
                </c:pt>
                <c:pt idx="648">
                  <c:v>388.0</c:v>
                </c:pt>
                <c:pt idx="649">
                  <c:v>388.0</c:v>
                </c:pt>
                <c:pt idx="650">
                  <c:v>388.0</c:v>
                </c:pt>
                <c:pt idx="651">
                  <c:v>388.0</c:v>
                </c:pt>
                <c:pt idx="652">
                  <c:v>388.0</c:v>
                </c:pt>
                <c:pt idx="653">
                  <c:v>388.0</c:v>
                </c:pt>
                <c:pt idx="654">
                  <c:v>388.0</c:v>
                </c:pt>
                <c:pt idx="655">
                  <c:v>388.0</c:v>
                </c:pt>
                <c:pt idx="656">
                  <c:v>388.0</c:v>
                </c:pt>
                <c:pt idx="657">
                  <c:v>388.0</c:v>
                </c:pt>
                <c:pt idx="658">
                  <c:v>388.0</c:v>
                </c:pt>
                <c:pt idx="659">
                  <c:v>388.0</c:v>
                </c:pt>
                <c:pt idx="660">
                  <c:v>388.0</c:v>
                </c:pt>
                <c:pt idx="661">
                  <c:v>388.0</c:v>
                </c:pt>
                <c:pt idx="662">
                  <c:v>388.0</c:v>
                </c:pt>
                <c:pt idx="663">
                  <c:v>388.0</c:v>
                </c:pt>
                <c:pt idx="664">
                  <c:v>388.0</c:v>
                </c:pt>
                <c:pt idx="665">
                  <c:v>388.0</c:v>
                </c:pt>
                <c:pt idx="666">
                  <c:v>388.0</c:v>
                </c:pt>
                <c:pt idx="667">
                  <c:v>388.0</c:v>
                </c:pt>
                <c:pt idx="668">
                  <c:v>388.0</c:v>
                </c:pt>
                <c:pt idx="669">
                  <c:v>388.0</c:v>
                </c:pt>
                <c:pt idx="670">
                  <c:v>388.0</c:v>
                </c:pt>
                <c:pt idx="671">
                  <c:v>388.0</c:v>
                </c:pt>
                <c:pt idx="672">
                  <c:v>388.0</c:v>
                </c:pt>
                <c:pt idx="673">
                  <c:v>388.0</c:v>
                </c:pt>
                <c:pt idx="674">
                  <c:v>388.0</c:v>
                </c:pt>
                <c:pt idx="675">
                  <c:v>388.0</c:v>
                </c:pt>
                <c:pt idx="676">
                  <c:v>388.0</c:v>
                </c:pt>
                <c:pt idx="677">
                  <c:v>388.0</c:v>
                </c:pt>
                <c:pt idx="678">
                  <c:v>388.0</c:v>
                </c:pt>
                <c:pt idx="679">
                  <c:v>388.0</c:v>
                </c:pt>
                <c:pt idx="680">
                  <c:v>388.0</c:v>
                </c:pt>
                <c:pt idx="681">
                  <c:v>388.0</c:v>
                </c:pt>
                <c:pt idx="682">
                  <c:v>388.0</c:v>
                </c:pt>
                <c:pt idx="683">
                  <c:v>388.0</c:v>
                </c:pt>
                <c:pt idx="684">
                  <c:v>388.0</c:v>
                </c:pt>
                <c:pt idx="685">
                  <c:v>388.0</c:v>
                </c:pt>
                <c:pt idx="686">
                  <c:v>388.0</c:v>
                </c:pt>
                <c:pt idx="687">
                  <c:v>388.0</c:v>
                </c:pt>
                <c:pt idx="688">
                  <c:v>388.0</c:v>
                </c:pt>
                <c:pt idx="689">
                  <c:v>388.0</c:v>
                </c:pt>
                <c:pt idx="690">
                  <c:v>388.0</c:v>
                </c:pt>
                <c:pt idx="691">
                  <c:v>388.0</c:v>
                </c:pt>
                <c:pt idx="692">
                  <c:v>388.0</c:v>
                </c:pt>
                <c:pt idx="693">
                  <c:v>388.0</c:v>
                </c:pt>
                <c:pt idx="694">
                  <c:v>388.0</c:v>
                </c:pt>
                <c:pt idx="695">
                  <c:v>388.0</c:v>
                </c:pt>
                <c:pt idx="696">
                  <c:v>388.0</c:v>
                </c:pt>
                <c:pt idx="697">
                  <c:v>388.0</c:v>
                </c:pt>
                <c:pt idx="698">
                  <c:v>388.0</c:v>
                </c:pt>
                <c:pt idx="699">
                  <c:v>388.0</c:v>
                </c:pt>
                <c:pt idx="700">
                  <c:v>388.0</c:v>
                </c:pt>
                <c:pt idx="701">
                  <c:v>388.0</c:v>
                </c:pt>
                <c:pt idx="702">
                  <c:v>388.0</c:v>
                </c:pt>
                <c:pt idx="703">
                  <c:v>388.0</c:v>
                </c:pt>
                <c:pt idx="704">
                  <c:v>388.0</c:v>
                </c:pt>
                <c:pt idx="705">
                  <c:v>388.0</c:v>
                </c:pt>
                <c:pt idx="706">
                  <c:v>388.0</c:v>
                </c:pt>
                <c:pt idx="707">
                  <c:v>388.0</c:v>
                </c:pt>
                <c:pt idx="708">
                  <c:v>388.0</c:v>
                </c:pt>
                <c:pt idx="709">
                  <c:v>388.0</c:v>
                </c:pt>
                <c:pt idx="710">
                  <c:v>388.0</c:v>
                </c:pt>
                <c:pt idx="711">
                  <c:v>388.0</c:v>
                </c:pt>
                <c:pt idx="712">
                  <c:v>388.0</c:v>
                </c:pt>
                <c:pt idx="713">
                  <c:v>388.0</c:v>
                </c:pt>
                <c:pt idx="714">
                  <c:v>388.0</c:v>
                </c:pt>
                <c:pt idx="715">
                  <c:v>388.0</c:v>
                </c:pt>
                <c:pt idx="716">
                  <c:v>388.0</c:v>
                </c:pt>
                <c:pt idx="717">
                  <c:v>388.0</c:v>
                </c:pt>
                <c:pt idx="718">
                  <c:v>388.0</c:v>
                </c:pt>
                <c:pt idx="719">
                  <c:v>388.0</c:v>
                </c:pt>
                <c:pt idx="720">
                  <c:v>388.0</c:v>
                </c:pt>
                <c:pt idx="721">
                  <c:v>388.0</c:v>
                </c:pt>
                <c:pt idx="722">
                  <c:v>388.0</c:v>
                </c:pt>
                <c:pt idx="723">
                  <c:v>388.0</c:v>
                </c:pt>
                <c:pt idx="724">
                  <c:v>388.0</c:v>
                </c:pt>
                <c:pt idx="725">
                  <c:v>388.0</c:v>
                </c:pt>
                <c:pt idx="726">
                  <c:v>388.0</c:v>
                </c:pt>
                <c:pt idx="727">
                  <c:v>388.0</c:v>
                </c:pt>
                <c:pt idx="728">
                  <c:v>388.0</c:v>
                </c:pt>
                <c:pt idx="729">
                  <c:v>388.0</c:v>
                </c:pt>
                <c:pt idx="730">
                  <c:v>388.0</c:v>
                </c:pt>
                <c:pt idx="731">
                  <c:v>388.0</c:v>
                </c:pt>
                <c:pt idx="732">
                  <c:v>388.0</c:v>
                </c:pt>
                <c:pt idx="733">
                  <c:v>388.0</c:v>
                </c:pt>
                <c:pt idx="734">
                  <c:v>388.0</c:v>
                </c:pt>
                <c:pt idx="735">
                  <c:v>388.0</c:v>
                </c:pt>
                <c:pt idx="736">
                  <c:v>388.0</c:v>
                </c:pt>
                <c:pt idx="737">
                  <c:v>388.0</c:v>
                </c:pt>
                <c:pt idx="738">
                  <c:v>388.0</c:v>
                </c:pt>
                <c:pt idx="739">
                  <c:v>388.0</c:v>
                </c:pt>
                <c:pt idx="740">
                  <c:v>388.0</c:v>
                </c:pt>
                <c:pt idx="741">
                  <c:v>388.0</c:v>
                </c:pt>
                <c:pt idx="742">
                  <c:v>388.0</c:v>
                </c:pt>
                <c:pt idx="743">
                  <c:v>388.0</c:v>
                </c:pt>
                <c:pt idx="744">
                  <c:v>388.0</c:v>
                </c:pt>
                <c:pt idx="745">
                  <c:v>388.0</c:v>
                </c:pt>
                <c:pt idx="746">
                  <c:v>388.0</c:v>
                </c:pt>
                <c:pt idx="747">
                  <c:v>388.0</c:v>
                </c:pt>
                <c:pt idx="748">
                  <c:v>388.0</c:v>
                </c:pt>
                <c:pt idx="749">
                  <c:v>388.0</c:v>
                </c:pt>
                <c:pt idx="750">
                  <c:v>388.0</c:v>
                </c:pt>
                <c:pt idx="751">
                  <c:v>388.0</c:v>
                </c:pt>
                <c:pt idx="752">
                  <c:v>388.0</c:v>
                </c:pt>
                <c:pt idx="753">
                  <c:v>388.0</c:v>
                </c:pt>
                <c:pt idx="754">
                  <c:v>388.0</c:v>
                </c:pt>
                <c:pt idx="755">
                  <c:v>388.0</c:v>
                </c:pt>
                <c:pt idx="756">
                  <c:v>388.0</c:v>
                </c:pt>
                <c:pt idx="757">
                  <c:v>388.0</c:v>
                </c:pt>
                <c:pt idx="758">
                  <c:v>388.0</c:v>
                </c:pt>
                <c:pt idx="759">
                  <c:v>388.0</c:v>
                </c:pt>
                <c:pt idx="760">
                  <c:v>388.0</c:v>
                </c:pt>
                <c:pt idx="761">
                  <c:v>388.0</c:v>
                </c:pt>
                <c:pt idx="762">
                  <c:v>388.0</c:v>
                </c:pt>
                <c:pt idx="763">
                  <c:v>388.0</c:v>
                </c:pt>
                <c:pt idx="764">
                  <c:v>388.0</c:v>
                </c:pt>
                <c:pt idx="765">
                  <c:v>388.0</c:v>
                </c:pt>
                <c:pt idx="766">
                  <c:v>388.0</c:v>
                </c:pt>
                <c:pt idx="767">
                  <c:v>388.0</c:v>
                </c:pt>
                <c:pt idx="768">
                  <c:v>388.0</c:v>
                </c:pt>
                <c:pt idx="769">
                  <c:v>388.0</c:v>
                </c:pt>
                <c:pt idx="770">
                  <c:v>388.0</c:v>
                </c:pt>
                <c:pt idx="771">
                  <c:v>388.0</c:v>
                </c:pt>
                <c:pt idx="772">
                  <c:v>388.0</c:v>
                </c:pt>
                <c:pt idx="773">
                  <c:v>388.0</c:v>
                </c:pt>
                <c:pt idx="774">
                  <c:v>388.0</c:v>
                </c:pt>
                <c:pt idx="775">
                  <c:v>388.0</c:v>
                </c:pt>
                <c:pt idx="776">
                  <c:v>388.0</c:v>
                </c:pt>
                <c:pt idx="777">
                  <c:v>388.0</c:v>
                </c:pt>
                <c:pt idx="778">
                  <c:v>388.0</c:v>
                </c:pt>
                <c:pt idx="779">
                  <c:v>388.0</c:v>
                </c:pt>
                <c:pt idx="780">
                  <c:v>388.0</c:v>
                </c:pt>
                <c:pt idx="781">
                  <c:v>388.0</c:v>
                </c:pt>
                <c:pt idx="782">
                  <c:v>388.0</c:v>
                </c:pt>
                <c:pt idx="783">
                  <c:v>388.0</c:v>
                </c:pt>
                <c:pt idx="784">
                  <c:v>388.0</c:v>
                </c:pt>
                <c:pt idx="785">
                  <c:v>388.0</c:v>
                </c:pt>
                <c:pt idx="786">
                  <c:v>388.0</c:v>
                </c:pt>
                <c:pt idx="787">
                  <c:v>388.0</c:v>
                </c:pt>
                <c:pt idx="788">
                  <c:v>388.0</c:v>
                </c:pt>
                <c:pt idx="789">
                  <c:v>388.0</c:v>
                </c:pt>
                <c:pt idx="790">
                  <c:v>388.0</c:v>
                </c:pt>
                <c:pt idx="791">
                  <c:v>388.0</c:v>
                </c:pt>
                <c:pt idx="792">
                  <c:v>388.0</c:v>
                </c:pt>
                <c:pt idx="793">
                  <c:v>388.0</c:v>
                </c:pt>
                <c:pt idx="794">
                  <c:v>388.0</c:v>
                </c:pt>
                <c:pt idx="795">
                  <c:v>388.0</c:v>
                </c:pt>
                <c:pt idx="796">
                  <c:v>388.0</c:v>
                </c:pt>
                <c:pt idx="797">
                  <c:v>388.0</c:v>
                </c:pt>
                <c:pt idx="798">
                  <c:v>388.0</c:v>
                </c:pt>
                <c:pt idx="799">
                  <c:v>388.0</c:v>
                </c:pt>
                <c:pt idx="800">
                  <c:v>388.0</c:v>
                </c:pt>
                <c:pt idx="801">
                  <c:v>388.0</c:v>
                </c:pt>
                <c:pt idx="802">
                  <c:v>388.0</c:v>
                </c:pt>
                <c:pt idx="803">
                  <c:v>388.0</c:v>
                </c:pt>
                <c:pt idx="804">
                  <c:v>388.0</c:v>
                </c:pt>
                <c:pt idx="805">
                  <c:v>388.0</c:v>
                </c:pt>
                <c:pt idx="806">
                  <c:v>388.0</c:v>
                </c:pt>
                <c:pt idx="807">
                  <c:v>388.0</c:v>
                </c:pt>
                <c:pt idx="808">
                  <c:v>388.0</c:v>
                </c:pt>
                <c:pt idx="809">
                  <c:v>388.0</c:v>
                </c:pt>
                <c:pt idx="810">
                  <c:v>388.0</c:v>
                </c:pt>
                <c:pt idx="811">
                  <c:v>388.0</c:v>
                </c:pt>
                <c:pt idx="812">
                  <c:v>388.0</c:v>
                </c:pt>
                <c:pt idx="813">
                  <c:v>388.0</c:v>
                </c:pt>
                <c:pt idx="814">
                  <c:v>388.0</c:v>
                </c:pt>
                <c:pt idx="815">
                  <c:v>388.0</c:v>
                </c:pt>
                <c:pt idx="816">
                  <c:v>388.0</c:v>
                </c:pt>
                <c:pt idx="817">
                  <c:v>388.0</c:v>
                </c:pt>
                <c:pt idx="818">
                  <c:v>388.0</c:v>
                </c:pt>
                <c:pt idx="819">
                  <c:v>388.0</c:v>
                </c:pt>
                <c:pt idx="820">
                  <c:v>388.0</c:v>
                </c:pt>
                <c:pt idx="821">
                  <c:v>388.0</c:v>
                </c:pt>
                <c:pt idx="822">
                  <c:v>388.0</c:v>
                </c:pt>
                <c:pt idx="823">
                  <c:v>388.0</c:v>
                </c:pt>
                <c:pt idx="824">
                  <c:v>388.0</c:v>
                </c:pt>
                <c:pt idx="825">
                  <c:v>388.0</c:v>
                </c:pt>
                <c:pt idx="826">
                  <c:v>388.0</c:v>
                </c:pt>
                <c:pt idx="827">
                  <c:v>388.0</c:v>
                </c:pt>
                <c:pt idx="828">
                  <c:v>388.0</c:v>
                </c:pt>
                <c:pt idx="829">
                  <c:v>388.0</c:v>
                </c:pt>
                <c:pt idx="830">
                  <c:v>388.0</c:v>
                </c:pt>
                <c:pt idx="831">
                  <c:v>388.0</c:v>
                </c:pt>
                <c:pt idx="832">
                  <c:v>388.0</c:v>
                </c:pt>
                <c:pt idx="833">
                  <c:v>388.0</c:v>
                </c:pt>
                <c:pt idx="834">
                  <c:v>388.0</c:v>
                </c:pt>
                <c:pt idx="835">
                  <c:v>388.0</c:v>
                </c:pt>
                <c:pt idx="836">
                  <c:v>388.0</c:v>
                </c:pt>
                <c:pt idx="837">
                  <c:v>388.0</c:v>
                </c:pt>
                <c:pt idx="838">
                  <c:v>388.0</c:v>
                </c:pt>
                <c:pt idx="839">
                  <c:v>388.0</c:v>
                </c:pt>
                <c:pt idx="840">
                  <c:v>388.0</c:v>
                </c:pt>
                <c:pt idx="841">
                  <c:v>388.0</c:v>
                </c:pt>
                <c:pt idx="842">
                  <c:v>388.0</c:v>
                </c:pt>
                <c:pt idx="843">
                  <c:v>388.0</c:v>
                </c:pt>
                <c:pt idx="844">
                  <c:v>388.0</c:v>
                </c:pt>
                <c:pt idx="845">
                  <c:v>388.0</c:v>
                </c:pt>
                <c:pt idx="846">
                  <c:v>388.0</c:v>
                </c:pt>
                <c:pt idx="847">
                  <c:v>388.0</c:v>
                </c:pt>
                <c:pt idx="848">
                  <c:v>388.0</c:v>
                </c:pt>
                <c:pt idx="849">
                  <c:v>388.0</c:v>
                </c:pt>
                <c:pt idx="850">
                  <c:v>388.0</c:v>
                </c:pt>
                <c:pt idx="851">
                  <c:v>388.0</c:v>
                </c:pt>
                <c:pt idx="852">
                  <c:v>388.0</c:v>
                </c:pt>
                <c:pt idx="853">
                  <c:v>388.0</c:v>
                </c:pt>
                <c:pt idx="854">
                  <c:v>388.0</c:v>
                </c:pt>
                <c:pt idx="855">
                  <c:v>388.0</c:v>
                </c:pt>
                <c:pt idx="856">
                  <c:v>388.0</c:v>
                </c:pt>
                <c:pt idx="857">
                  <c:v>388.0</c:v>
                </c:pt>
                <c:pt idx="858">
                  <c:v>388.0</c:v>
                </c:pt>
                <c:pt idx="859">
                  <c:v>388.0</c:v>
                </c:pt>
                <c:pt idx="860">
                  <c:v>388.0</c:v>
                </c:pt>
                <c:pt idx="861">
                  <c:v>388.0</c:v>
                </c:pt>
                <c:pt idx="862">
                  <c:v>388.0</c:v>
                </c:pt>
                <c:pt idx="863">
                  <c:v>388.0</c:v>
                </c:pt>
                <c:pt idx="864">
                  <c:v>388.0</c:v>
                </c:pt>
                <c:pt idx="865">
                  <c:v>388.0</c:v>
                </c:pt>
                <c:pt idx="866">
                  <c:v>388.0</c:v>
                </c:pt>
                <c:pt idx="867">
                  <c:v>388.0</c:v>
                </c:pt>
                <c:pt idx="868">
                  <c:v>388.0</c:v>
                </c:pt>
                <c:pt idx="869">
                  <c:v>388.0</c:v>
                </c:pt>
                <c:pt idx="870">
                  <c:v>388.0</c:v>
                </c:pt>
                <c:pt idx="871">
                  <c:v>388.0</c:v>
                </c:pt>
                <c:pt idx="872">
                  <c:v>388.0</c:v>
                </c:pt>
                <c:pt idx="873">
                  <c:v>388.0</c:v>
                </c:pt>
                <c:pt idx="874">
                  <c:v>388.0</c:v>
                </c:pt>
                <c:pt idx="875">
                  <c:v>388.0</c:v>
                </c:pt>
                <c:pt idx="876">
                  <c:v>388.0</c:v>
                </c:pt>
                <c:pt idx="877">
                  <c:v>388.0</c:v>
                </c:pt>
                <c:pt idx="878">
                  <c:v>388.0</c:v>
                </c:pt>
                <c:pt idx="879">
                  <c:v>388.0</c:v>
                </c:pt>
                <c:pt idx="880">
                  <c:v>388.0</c:v>
                </c:pt>
                <c:pt idx="881">
                  <c:v>388.0</c:v>
                </c:pt>
                <c:pt idx="882">
                  <c:v>388.0</c:v>
                </c:pt>
                <c:pt idx="883">
                  <c:v>388.0</c:v>
                </c:pt>
                <c:pt idx="884">
                  <c:v>388.0</c:v>
                </c:pt>
                <c:pt idx="885">
                  <c:v>388.0</c:v>
                </c:pt>
                <c:pt idx="886">
                  <c:v>388.0</c:v>
                </c:pt>
                <c:pt idx="887">
                  <c:v>388.0</c:v>
                </c:pt>
                <c:pt idx="888">
                  <c:v>388.0</c:v>
                </c:pt>
                <c:pt idx="889">
                  <c:v>388.0</c:v>
                </c:pt>
                <c:pt idx="890">
                  <c:v>388.0</c:v>
                </c:pt>
                <c:pt idx="891">
                  <c:v>388.0</c:v>
                </c:pt>
                <c:pt idx="892">
                  <c:v>388.0</c:v>
                </c:pt>
                <c:pt idx="893">
                  <c:v>388.0</c:v>
                </c:pt>
                <c:pt idx="894">
                  <c:v>388.0</c:v>
                </c:pt>
                <c:pt idx="895">
                  <c:v>388.0</c:v>
                </c:pt>
                <c:pt idx="896">
                  <c:v>388.0</c:v>
                </c:pt>
                <c:pt idx="897">
                  <c:v>388.0</c:v>
                </c:pt>
                <c:pt idx="898">
                  <c:v>388.0</c:v>
                </c:pt>
                <c:pt idx="899">
                  <c:v>388.0</c:v>
                </c:pt>
                <c:pt idx="900">
                  <c:v>388.0</c:v>
                </c:pt>
                <c:pt idx="901">
                  <c:v>388.0</c:v>
                </c:pt>
                <c:pt idx="902">
                  <c:v>388.0</c:v>
                </c:pt>
                <c:pt idx="903">
                  <c:v>388.0</c:v>
                </c:pt>
                <c:pt idx="904">
                  <c:v>388.0</c:v>
                </c:pt>
                <c:pt idx="905">
                  <c:v>388.0</c:v>
                </c:pt>
                <c:pt idx="906">
                  <c:v>388.0</c:v>
                </c:pt>
                <c:pt idx="907">
                  <c:v>388.0</c:v>
                </c:pt>
                <c:pt idx="908">
                  <c:v>388.0</c:v>
                </c:pt>
                <c:pt idx="909">
                  <c:v>388.0</c:v>
                </c:pt>
                <c:pt idx="910">
                  <c:v>388.0</c:v>
                </c:pt>
                <c:pt idx="911">
                  <c:v>388.0</c:v>
                </c:pt>
                <c:pt idx="912">
                  <c:v>388.0</c:v>
                </c:pt>
                <c:pt idx="913">
                  <c:v>388.0</c:v>
                </c:pt>
                <c:pt idx="914">
                  <c:v>388.0</c:v>
                </c:pt>
                <c:pt idx="915">
                  <c:v>388.0</c:v>
                </c:pt>
                <c:pt idx="916">
                  <c:v>388.0</c:v>
                </c:pt>
                <c:pt idx="917">
                  <c:v>388.0</c:v>
                </c:pt>
                <c:pt idx="918">
                  <c:v>388.0</c:v>
                </c:pt>
                <c:pt idx="919">
                  <c:v>388.0</c:v>
                </c:pt>
                <c:pt idx="920">
                  <c:v>388.0</c:v>
                </c:pt>
                <c:pt idx="921">
                  <c:v>388.0</c:v>
                </c:pt>
                <c:pt idx="922">
                  <c:v>388.0</c:v>
                </c:pt>
                <c:pt idx="923">
                  <c:v>388.0</c:v>
                </c:pt>
                <c:pt idx="924">
                  <c:v>388.0</c:v>
                </c:pt>
                <c:pt idx="925">
                  <c:v>388.0</c:v>
                </c:pt>
                <c:pt idx="926">
                  <c:v>388.0</c:v>
                </c:pt>
                <c:pt idx="927">
                  <c:v>388.0</c:v>
                </c:pt>
                <c:pt idx="928">
                  <c:v>388.0</c:v>
                </c:pt>
                <c:pt idx="929">
                  <c:v>388.0</c:v>
                </c:pt>
                <c:pt idx="930">
                  <c:v>388.0</c:v>
                </c:pt>
                <c:pt idx="931">
                  <c:v>388.0</c:v>
                </c:pt>
                <c:pt idx="932">
                  <c:v>388.0</c:v>
                </c:pt>
                <c:pt idx="933">
                  <c:v>388.0</c:v>
                </c:pt>
                <c:pt idx="934">
                  <c:v>388.0</c:v>
                </c:pt>
                <c:pt idx="935">
                  <c:v>388.0</c:v>
                </c:pt>
                <c:pt idx="936">
                  <c:v>388.0</c:v>
                </c:pt>
                <c:pt idx="937">
                  <c:v>388.0</c:v>
                </c:pt>
                <c:pt idx="938">
                  <c:v>388.0</c:v>
                </c:pt>
                <c:pt idx="939">
                  <c:v>388.0</c:v>
                </c:pt>
                <c:pt idx="940">
                  <c:v>388.0</c:v>
                </c:pt>
                <c:pt idx="941">
                  <c:v>388.0</c:v>
                </c:pt>
                <c:pt idx="942">
                  <c:v>388.0</c:v>
                </c:pt>
                <c:pt idx="943">
                  <c:v>388.0</c:v>
                </c:pt>
                <c:pt idx="944">
                  <c:v>388.0</c:v>
                </c:pt>
                <c:pt idx="945">
                  <c:v>388.0</c:v>
                </c:pt>
                <c:pt idx="946">
                  <c:v>388.0</c:v>
                </c:pt>
                <c:pt idx="947">
                  <c:v>388.0</c:v>
                </c:pt>
                <c:pt idx="948">
                  <c:v>388.0</c:v>
                </c:pt>
                <c:pt idx="949">
                  <c:v>388.0</c:v>
                </c:pt>
                <c:pt idx="950">
                  <c:v>388.0</c:v>
                </c:pt>
                <c:pt idx="951">
                  <c:v>388.0</c:v>
                </c:pt>
                <c:pt idx="952">
                  <c:v>388.0</c:v>
                </c:pt>
                <c:pt idx="953">
                  <c:v>388.0</c:v>
                </c:pt>
                <c:pt idx="954">
                  <c:v>388.0</c:v>
                </c:pt>
                <c:pt idx="955">
                  <c:v>388.0</c:v>
                </c:pt>
                <c:pt idx="956">
                  <c:v>388.0</c:v>
                </c:pt>
                <c:pt idx="957">
                  <c:v>388.0</c:v>
                </c:pt>
                <c:pt idx="958">
                  <c:v>388.0</c:v>
                </c:pt>
                <c:pt idx="959">
                  <c:v>388.0</c:v>
                </c:pt>
                <c:pt idx="960">
                  <c:v>388.0</c:v>
                </c:pt>
                <c:pt idx="961">
                  <c:v>388.0</c:v>
                </c:pt>
                <c:pt idx="962">
                  <c:v>388.0</c:v>
                </c:pt>
                <c:pt idx="963">
                  <c:v>388.0</c:v>
                </c:pt>
                <c:pt idx="964">
                  <c:v>388.0</c:v>
                </c:pt>
                <c:pt idx="965">
                  <c:v>388.0</c:v>
                </c:pt>
                <c:pt idx="966">
                  <c:v>388.0</c:v>
                </c:pt>
                <c:pt idx="967">
                  <c:v>388.0</c:v>
                </c:pt>
                <c:pt idx="968">
                  <c:v>388.0</c:v>
                </c:pt>
                <c:pt idx="969">
                  <c:v>388.0</c:v>
                </c:pt>
                <c:pt idx="970">
                  <c:v>388.0</c:v>
                </c:pt>
                <c:pt idx="971">
                  <c:v>388.0</c:v>
                </c:pt>
                <c:pt idx="972">
                  <c:v>388.0</c:v>
                </c:pt>
                <c:pt idx="973">
                  <c:v>388.0</c:v>
                </c:pt>
                <c:pt idx="974">
                  <c:v>388.0</c:v>
                </c:pt>
                <c:pt idx="975">
                  <c:v>388.0</c:v>
                </c:pt>
                <c:pt idx="976">
                  <c:v>388.0</c:v>
                </c:pt>
                <c:pt idx="977">
                  <c:v>388.0</c:v>
                </c:pt>
                <c:pt idx="978">
                  <c:v>388.0</c:v>
                </c:pt>
                <c:pt idx="979">
                  <c:v>388.0</c:v>
                </c:pt>
                <c:pt idx="980">
                  <c:v>388.0</c:v>
                </c:pt>
                <c:pt idx="981">
                  <c:v>388.0</c:v>
                </c:pt>
                <c:pt idx="982">
                  <c:v>388.0</c:v>
                </c:pt>
                <c:pt idx="983">
                  <c:v>388.0</c:v>
                </c:pt>
                <c:pt idx="984">
                  <c:v>388.0</c:v>
                </c:pt>
                <c:pt idx="985">
                  <c:v>388.0</c:v>
                </c:pt>
                <c:pt idx="986">
                  <c:v>388.0</c:v>
                </c:pt>
                <c:pt idx="987">
                  <c:v>388.0</c:v>
                </c:pt>
                <c:pt idx="988">
                  <c:v>388.0</c:v>
                </c:pt>
                <c:pt idx="989">
                  <c:v>388.0</c:v>
                </c:pt>
                <c:pt idx="990">
                  <c:v>388.0</c:v>
                </c:pt>
                <c:pt idx="991">
                  <c:v>388.0</c:v>
                </c:pt>
                <c:pt idx="992">
                  <c:v>388.0</c:v>
                </c:pt>
                <c:pt idx="993">
                  <c:v>388.0</c:v>
                </c:pt>
                <c:pt idx="994">
                  <c:v>388.0</c:v>
                </c:pt>
                <c:pt idx="995">
                  <c:v>388.0</c:v>
                </c:pt>
                <c:pt idx="996">
                  <c:v>388.0</c:v>
                </c:pt>
                <c:pt idx="997">
                  <c:v>388.0</c:v>
                </c:pt>
                <c:pt idx="998">
                  <c:v>388.0</c:v>
                </c:pt>
                <c:pt idx="999">
                  <c:v>388.0</c:v>
                </c:pt>
                <c:pt idx="1000">
                  <c:v>388.0</c:v>
                </c:pt>
                <c:pt idx="1001">
                  <c:v>388.0</c:v>
                </c:pt>
                <c:pt idx="1002">
                  <c:v>388.0</c:v>
                </c:pt>
                <c:pt idx="1003">
                  <c:v>388.0</c:v>
                </c:pt>
                <c:pt idx="1004">
                  <c:v>388.0</c:v>
                </c:pt>
                <c:pt idx="1005">
                  <c:v>388.0</c:v>
                </c:pt>
                <c:pt idx="1006">
                  <c:v>388.0</c:v>
                </c:pt>
                <c:pt idx="1007">
                  <c:v>388.0</c:v>
                </c:pt>
                <c:pt idx="1008">
                  <c:v>388.0</c:v>
                </c:pt>
                <c:pt idx="1009">
                  <c:v>388.0</c:v>
                </c:pt>
                <c:pt idx="1010">
                  <c:v>388.0</c:v>
                </c:pt>
                <c:pt idx="1011">
                  <c:v>388.0</c:v>
                </c:pt>
                <c:pt idx="1012">
                  <c:v>388.0</c:v>
                </c:pt>
                <c:pt idx="1013">
                  <c:v>388.0</c:v>
                </c:pt>
                <c:pt idx="1014">
                  <c:v>388.0</c:v>
                </c:pt>
                <c:pt idx="1015">
                  <c:v>388.0</c:v>
                </c:pt>
                <c:pt idx="1016">
                  <c:v>388.0</c:v>
                </c:pt>
                <c:pt idx="1017">
                  <c:v>388.0</c:v>
                </c:pt>
                <c:pt idx="1018">
                  <c:v>388.0</c:v>
                </c:pt>
                <c:pt idx="1019">
                  <c:v>388.0</c:v>
                </c:pt>
                <c:pt idx="1020">
                  <c:v>388.0</c:v>
                </c:pt>
                <c:pt idx="1021">
                  <c:v>388.0</c:v>
                </c:pt>
                <c:pt idx="1022">
                  <c:v>388.0</c:v>
                </c:pt>
                <c:pt idx="1023">
                  <c:v>388.0</c:v>
                </c:pt>
                <c:pt idx="1024">
                  <c:v>388.0</c:v>
                </c:pt>
                <c:pt idx="1025">
                  <c:v>388.0</c:v>
                </c:pt>
                <c:pt idx="1026">
                  <c:v>388.0</c:v>
                </c:pt>
                <c:pt idx="1027">
                  <c:v>388.0</c:v>
                </c:pt>
                <c:pt idx="1028">
                  <c:v>388.0</c:v>
                </c:pt>
                <c:pt idx="1029">
                  <c:v>388.0</c:v>
                </c:pt>
                <c:pt idx="1030">
                  <c:v>388.0</c:v>
                </c:pt>
                <c:pt idx="1031">
                  <c:v>388.0</c:v>
                </c:pt>
                <c:pt idx="1032">
                  <c:v>388.0</c:v>
                </c:pt>
                <c:pt idx="1033">
                  <c:v>388.0</c:v>
                </c:pt>
                <c:pt idx="1034">
                  <c:v>388.0</c:v>
                </c:pt>
                <c:pt idx="1035">
                  <c:v>388.0</c:v>
                </c:pt>
                <c:pt idx="1036">
                  <c:v>388.0</c:v>
                </c:pt>
                <c:pt idx="1037">
                  <c:v>388.0</c:v>
                </c:pt>
                <c:pt idx="1038">
                  <c:v>388.0</c:v>
                </c:pt>
                <c:pt idx="1039">
                  <c:v>388.0</c:v>
                </c:pt>
                <c:pt idx="1040">
                  <c:v>388.0</c:v>
                </c:pt>
                <c:pt idx="1041">
                  <c:v>388.0</c:v>
                </c:pt>
                <c:pt idx="1042">
                  <c:v>388.0</c:v>
                </c:pt>
                <c:pt idx="1043">
                  <c:v>388.0</c:v>
                </c:pt>
                <c:pt idx="1044">
                  <c:v>388.0</c:v>
                </c:pt>
                <c:pt idx="1045">
                  <c:v>388.0</c:v>
                </c:pt>
                <c:pt idx="1046">
                  <c:v>388.0</c:v>
                </c:pt>
                <c:pt idx="1047">
                  <c:v>388.0</c:v>
                </c:pt>
                <c:pt idx="1048">
                  <c:v>388.0</c:v>
                </c:pt>
                <c:pt idx="1049">
                  <c:v>388.0</c:v>
                </c:pt>
                <c:pt idx="1050">
                  <c:v>388.0</c:v>
                </c:pt>
                <c:pt idx="1051">
                  <c:v>388.0</c:v>
                </c:pt>
                <c:pt idx="1052">
                  <c:v>388.0</c:v>
                </c:pt>
                <c:pt idx="1053">
                  <c:v>388.0</c:v>
                </c:pt>
                <c:pt idx="1054">
                  <c:v>388.0</c:v>
                </c:pt>
                <c:pt idx="1055">
                  <c:v>388.0</c:v>
                </c:pt>
                <c:pt idx="1056">
                  <c:v>388.0</c:v>
                </c:pt>
                <c:pt idx="1057">
                  <c:v>388.0</c:v>
                </c:pt>
                <c:pt idx="1058">
                  <c:v>388.0</c:v>
                </c:pt>
                <c:pt idx="1059">
                  <c:v>388.0</c:v>
                </c:pt>
                <c:pt idx="1060">
                  <c:v>388.0</c:v>
                </c:pt>
                <c:pt idx="1061">
                  <c:v>388.0</c:v>
                </c:pt>
                <c:pt idx="1062">
                  <c:v>388.0</c:v>
                </c:pt>
                <c:pt idx="1063">
                  <c:v>388.0</c:v>
                </c:pt>
                <c:pt idx="1064">
                  <c:v>388.0</c:v>
                </c:pt>
                <c:pt idx="1065">
                  <c:v>388.0</c:v>
                </c:pt>
                <c:pt idx="1066">
                  <c:v>388.0</c:v>
                </c:pt>
                <c:pt idx="1067">
                  <c:v>388.0</c:v>
                </c:pt>
                <c:pt idx="1068">
                  <c:v>388.0</c:v>
                </c:pt>
                <c:pt idx="1069">
                  <c:v>388.0</c:v>
                </c:pt>
                <c:pt idx="1070">
                  <c:v>388.0</c:v>
                </c:pt>
                <c:pt idx="1071">
                  <c:v>388.0</c:v>
                </c:pt>
                <c:pt idx="1072">
                  <c:v>388.0</c:v>
                </c:pt>
                <c:pt idx="1073">
                  <c:v>388.0</c:v>
                </c:pt>
                <c:pt idx="1074">
                  <c:v>388.0</c:v>
                </c:pt>
                <c:pt idx="1075">
                  <c:v>388.0</c:v>
                </c:pt>
                <c:pt idx="1076">
                  <c:v>388.0</c:v>
                </c:pt>
                <c:pt idx="1077">
                  <c:v>388.0</c:v>
                </c:pt>
                <c:pt idx="1078">
                  <c:v>388.0</c:v>
                </c:pt>
                <c:pt idx="1079">
                  <c:v>388.0</c:v>
                </c:pt>
                <c:pt idx="1080">
                  <c:v>388.0</c:v>
                </c:pt>
                <c:pt idx="1081">
                  <c:v>388.0</c:v>
                </c:pt>
                <c:pt idx="1082">
                  <c:v>388.0</c:v>
                </c:pt>
                <c:pt idx="1083">
                  <c:v>388.0</c:v>
                </c:pt>
                <c:pt idx="1084">
                  <c:v>388.0</c:v>
                </c:pt>
                <c:pt idx="1085">
                  <c:v>388.0</c:v>
                </c:pt>
                <c:pt idx="1086">
                  <c:v>388.0</c:v>
                </c:pt>
                <c:pt idx="1087">
                  <c:v>388.0</c:v>
                </c:pt>
                <c:pt idx="1088">
                  <c:v>388.0</c:v>
                </c:pt>
                <c:pt idx="1089">
                  <c:v>388.0</c:v>
                </c:pt>
                <c:pt idx="1090">
                  <c:v>388.0</c:v>
                </c:pt>
                <c:pt idx="1091">
                  <c:v>388.0</c:v>
                </c:pt>
                <c:pt idx="1092">
                  <c:v>388.0</c:v>
                </c:pt>
                <c:pt idx="1093">
                  <c:v>388.0</c:v>
                </c:pt>
                <c:pt idx="1094">
                  <c:v>388.0</c:v>
                </c:pt>
                <c:pt idx="1095">
                  <c:v>388.0</c:v>
                </c:pt>
                <c:pt idx="1096">
                  <c:v>388.0</c:v>
                </c:pt>
                <c:pt idx="1097">
                  <c:v>388.0</c:v>
                </c:pt>
                <c:pt idx="1098">
                  <c:v>388.0</c:v>
                </c:pt>
                <c:pt idx="1099">
                  <c:v>388.0</c:v>
                </c:pt>
                <c:pt idx="1100">
                  <c:v>388.0</c:v>
                </c:pt>
                <c:pt idx="1101">
                  <c:v>388.0</c:v>
                </c:pt>
                <c:pt idx="1102">
                  <c:v>388.0</c:v>
                </c:pt>
                <c:pt idx="1103">
                  <c:v>388.0</c:v>
                </c:pt>
                <c:pt idx="1104">
                  <c:v>388.0</c:v>
                </c:pt>
                <c:pt idx="1105">
                  <c:v>388.0</c:v>
                </c:pt>
                <c:pt idx="1106">
                  <c:v>388.0</c:v>
                </c:pt>
                <c:pt idx="1107">
                  <c:v>388.0</c:v>
                </c:pt>
                <c:pt idx="1108">
                  <c:v>388.0</c:v>
                </c:pt>
                <c:pt idx="1109">
                  <c:v>388.0</c:v>
                </c:pt>
                <c:pt idx="1110">
                  <c:v>388.0</c:v>
                </c:pt>
                <c:pt idx="1111">
                  <c:v>388.0</c:v>
                </c:pt>
                <c:pt idx="1112">
                  <c:v>388.0</c:v>
                </c:pt>
                <c:pt idx="1113">
                  <c:v>388.0</c:v>
                </c:pt>
                <c:pt idx="1114">
                  <c:v>388.0</c:v>
                </c:pt>
                <c:pt idx="1115">
                  <c:v>388.0</c:v>
                </c:pt>
                <c:pt idx="1116">
                  <c:v>388.0</c:v>
                </c:pt>
                <c:pt idx="1117">
                  <c:v>388.0</c:v>
                </c:pt>
                <c:pt idx="1118">
                  <c:v>388.0</c:v>
                </c:pt>
                <c:pt idx="1119">
                  <c:v>388.0</c:v>
                </c:pt>
                <c:pt idx="1120">
                  <c:v>388.0</c:v>
                </c:pt>
                <c:pt idx="1121">
                  <c:v>388.0</c:v>
                </c:pt>
                <c:pt idx="1122">
                  <c:v>388.0</c:v>
                </c:pt>
                <c:pt idx="1123">
                  <c:v>388.0</c:v>
                </c:pt>
                <c:pt idx="1124">
                  <c:v>388.0</c:v>
                </c:pt>
                <c:pt idx="1125">
                  <c:v>388.0</c:v>
                </c:pt>
                <c:pt idx="1126">
                  <c:v>388.0</c:v>
                </c:pt>
                <c:pt idx="1127">
                  <c:v>388.0</c:v>
                </c:pt>
                <c:pt idx="1128">
                  <c:v>388.0</c:v>
                </c:pt>
                <c:pt idx="1129">
                  <c:v>388.0</c:v>
                </c:pt>
                <c:pt idx="1130">
                  <c:v>388.0</c:v>
                </c:pt>
                <c:pt idx="1131">
                  <c:v>388.0</c:v>
                </c:pt>
                <c:pt idx="1132">
                  <c:v>388.0</c:v>
                </c:pt>
                <c:pt idx="1133">
                  <c:v>388.0</c:v>
                </c:pt>
                <c:pt idx="1134">
                  <c:v>388.0</c:v>
                </c:pt>
                <c:pt idx="1135">
                  <c:v>388.0</c:v>
                </c:pt>
                <c:pt idx="1136">
                  <c:v>388.0</c:v>
                </c:pt>
                <c:pt idx="1137">
                  <c:v>388.0</c:v>
                </c:pt>
                <c:pt idx="1138">
                  <c:v>388.0</c:v>
                </c:pt>
                <c:pt idx="1139">
                  <c:v>388.0</c:v>
                </c:pt>
                <c:pt idx="1140">
                  <c:v>388.0</c:v>
                </c:pt>
                <c:pt idx="1141">
                  <c:v>388.0</c:v>
                </c:pt>
                <c:pt idx="1142">
                  <c:v>388.0</c:v>
                </c:pt>
                <c:pt idx="1143">
                  <c:v>388.0</c:v>
                </c:pt>
                <c:pt idx="1144">
                  <c:v>388.0</c:v>
                </c:pt>
                <c:pt idx="1145">
                  <c:v>388.0</c:v>
                </c:pt>
                <c:pt idx="1146">
                  <c:v>388.0</c:v>
                </c:pt>
                <c:pt idx="1147">
                  <c:v>388.0</c:v>
                </c:pt>
                <c:pt idx="1148">
                  <c:v>388.0</c:v>
                </c:pt>
                <c:pt idx="1149">
                  <c:v>388.0</c:v>
                </c:pt>
                <c:pt idx="1150">
                  <c:v>388.0</c:v>
                </c:pt>
                <c:pt idx="1151">
                  <c:v>388.0</c:v>
                </c:pt>
                <c:pt idx="1152">
                  <c:v>388.0</c:v>
                </c:pt>
                <c:pt idx="1153">
                  <c:v>388.0</c:v>
                </c:pt>
                <c:pt idx="1154">
                  <c:v>388.0</c:v>
                </c:pt>
                <c:pt idx="1155">
                  <c:v>388.0</c:v>
                </c:pt>
                <c:pt idx="1156">
                  <c:v>388.0</c:v>
                </c:pt>
                <c:pt idx="1157">
                  <c:v>388.0</c:v>
                </c:pt>
                <c:pt idx="1158">
                  <c:v>388.0</c:v>
                </c:pt>
                <c:pt idx="1159">
                  <c:v>388.0</c:v>
                </c:pt>
                <c:pt idx="1160">
                  <c:v>388.0</c:v>
                </c:pt>
                <c:pt idx="1161">
                  <c:v>388.0</c:v>
                </c:pt>
                <c:pt idx="1162">
                  <c:v>388.0</c:v>
                </c:pt>
                <c:pt idx="1163">
                  <c:v>388.0</c:v>
                </c:pt>
                <c:pt idx="1164">
                  <c:v>388.0</c:v>
                </c:pt>
                <c:pt idx="1165">
                  <c:v>388.0</c:v>
                </c:pt>
                <c:pt idx="1166">
                  <c:v>388.0</c:v>
                </c:pt>
                <c:pt idx="1167">
                  <c:v>388.0</c:v>
                </c:pt>
                <c:pt idx="1168">
                  <c:v>388.0</c:v>
                </c:pt>
                <c:pt idx="1169">
                  <c:v>388.0</c:v>
                </c:pt>
                <c:pt idx="1170">
                  <c:v>388.0</c:v>
                </c:pt>
                <c:pt idx="1171">
                  <c:v>388.0</c:v>
                </c:pt>
                <c:pt idx="1172">
                  <c:v>388.0</c:v>
                </c:pt>
                <c:pt idx="1173">
                  <c:v>388.0</c:v>
                </c:pt>
                <c:pt idx="1174">
                  <c:v>388.0</c:v>
                </c:pt>
                <c:pt idx="1175">
                  <c:v>388.0</c:v>
                </c:pt>
                <c:pt idx="1176">
                  <c:v>388.0</c:v>
                </c:pt>
                <c:pt idx="1177">
                  <c:v>388.0</c:v>
                </c:pt>
                <c:pt idx="1178">
                  <c:v>388.0</c:v>
                </c:pt>
                <c:pt idx="1179">
                  <c:v>388.0</c:v>
                </c:pt>
                <c:pt idx="1180">
                  <c:v>388.0</c:v>
                </c:pt>
                <c:pt idx="1181">
                  <c:v>388.0</c:v>
                </c:pt>
                <c:pt idx="1182">
                  <c:v>388.0</c:v>
                </c:pt>
                <c:pt idx="1183">
                  <c:v>388.0</c:v>
                </c:pt>
                <c:pt idx="1184">
                  <c:v>388.0</c:v>
                </c:pt>
                <c:pt idx="1185">
                  <c:v>388.0</c:v>
                </c:pt>
                <c:pt idx="1186">
                  <c:v>388.0</c:v>
                </c:pt>
                <c:pt idx="1187">
                  <c:v>388.0</c:v>
                </c:pt>
                <c:pt idx="1188">
                  <c:v>388.0</c:v>
                </c:pt>
                <c:pt idx="1189">
                  <c:v>388.0</c:v>
                </c:pt>
                <c:pt idx="1190">
                  <c:v>388.0</c:v>
                </c:pt>
                <c:pt idx="1191">
                  <c:v>388.0</c:v>
                </c:pt>
                <c:pt idx="1192">
                  <c:v>388.0</c:v>
                </c:pt>
                <c:pt idx="1193">
                  <c:v>388.0</c:v>
                </c:pt>
                <c:pt idx="1194">
                  <c:v>388.0</c:v>
                </c:pt>
                <c:pt idx="1195">
                  <c:v>388.0</c:v>
                </c:pt>
                <c:pt idx="1196">
                  <c:v>388.0</c:v>
                </c:pt>
                <c:pt idx="1197">
                  <c:v>388.0</c:v>
                </c:pt>
                <c:pt idx="1198">
                  <c:v>388.0</c:v>
                </c:pt>
                <c:pt idx="1199">
                  <c:v>388.0</c:v>
                </c:pt>
                <c:pt idx="1200">
                  <c:v>388.0</c:v>
                </c:pt>
                <c:pt idx="1201">
                  <c:v>388.0</c:v>
                </c:pt>
                <c:pt idx="1202">
                  <c:v>388.0</c:v>
                </c:pt>
                <c:pt idx="1203">
                  <c:v>388.0</c:v>
                </c:pt>
                <c:pt idx="1204">
                  <c:v>388.0</c:v>
                </c:pt>
                <c:pt idx="1205">
                  <c:v>388.0</c:v>
                </c:pt>
                <c:pt idx="1206">
                  <c:v>388.0</c:v>
                </c:pt>
                <c:pt idx="1207">
                  <c:v>388.0</c:v>
                </c:pt>
                <c:pt idx="1208">
                  <c:v>388.0</c:v>
                </c:pt>
                <c:pt idx="1209">
                  <c:v>388.0</c:v>
                </c:pt>
                <c:pt idx="1210">
                  <c:v>388.0</c:v>
                </c:pt>
                <c:pt idx="1211">
                  <c:v>388.0</c:v>
                </c:pt>
                <c:pt idx="1212">
                  <c:v>388.0</c:v>
                </c:pt>
                <c:pt idx="1213">
                  <c:v>388.0</c:v>
                </c:pt>
                <c:pt idx="1214">
                  <c:v>388.0</c:v>
                </c:pt>
                <c:pt idx="1215">
                  <c:v>388.0</c:v>
                </c:pt>
                <c:pt idx="1216">
                  <c:v>388.0</c:v>
                </c:pt>
                <c:pt idx="1217">
                  <c:v>388.0</c:v>
                </c:pt>
                <c:pt idx="1218">
                  <c:v>388.0</c:v>
                </c:pt>
                <c:pt idx="1219">
                  <c:v>388.0</c:v>
                </c:pt>
                <c:pt idx="1220">
                  <c:v>388.0</c:v>
                </c:pt>
                <c:pt idx="1221">
                  <c:v>388.0</c:v>
                </c:pt>
                <c:pt idx="1222">
                  <c:v>388.0</c:v>
                </c:pt>
                <c:pt idx="1223">
                  <c:v>388.0</c:v>
                </c:pt>
                <c:pt idx="1224">
                  <c:v>388.0</c:v>
                </c:pt>
                <c:pt idx="1225">
                  <c:v>388.0</c:v>
                </c:pt>
                <c:pt idx="1226">
                  <c:v>388.0</c:v>
                </c:pt>
                <c:pt idx="1227">
                  <c:v>388.0</c:v>
                </c:pt>
                <c:pt idx="1228">
                  <c:v>388.0</c:v>
                </c:pt>
                <c:pt idx="1229">
                  <c:v>388.0</c:v>
                </c:pt>
                <c:pt idx="1230">
                  <c:v>388.0</c:v>
                </c:pt>
                <c:pt idx="1231">
                  <c:v>388.0</c:v>
                </c:pt>
                <c:pt idx="1232">
                  <c:v>388.0</c:v>
                </c:pt>
                <c:pt idx="1233">
                  <c:v>388.0</c:v>
                </c:pt>
                <c:pt idx="1234">
                  <c:v>388.0</c:v>
                </c:pt>
                <c:pt idx="1235">
                  <c:v>388.0</c:v>
                </c:pt>
                <c:pt idx="1236">
                  <c:v>388.0</c:v>
                </c:pt>
                <c:pt idx="1237">
                  <c:v>388.0</c:v>
                </c:pt>
                <c:pt idx="1238">
                  <c:v>388.0</c:v>
                </c:pt>
                <c:pt idx="1239">
                  <c:v>388.0</c:v>
                </c:pt>
                <c:pt idx="1240">
                  <c:v>388.0</c:v>
                </c:pt>
                <c:pt idx="1241">
                  <c:v>388.0</c:v>
                </c:pt>
                <c:pt idx="1242">
                  <c:v>388.0</c:v>
                </c:pt>
                <c:pt idx="1243">
                  <c:v>388.0</c:v>
                </c:pt>
                <c:pt idx="1244">
                  <c:v>388.0</c:v>
                </c:pt>
                <c:pt idx="1245">
                  <c:v>388.0</c:v>
                </c:pt>
                <c:pt idx="1246">
                  <c:v>388.0</c:v>
                </c:pt>
                <c:pt idx="1247">
                  <c:v>388.0</c:v>
                </c:pt>
                <c:pt idx="1248">
                  <c:v>388.0</c:v>
                </c:pt>
                <c:pt idx="1249">
                  <c:v>388.0</c:v>
                </c:pt>
                <c:pt idx="1250">
                  <c:v>388.0</c:v>
                </c:pt>
                <c:pt idx="1251">
                  <c:v>388.0</c:v>
                </c:pt>
                <c:pt idx="1252">
                  <c:v>388.0</c:v>
                </c:pt>
                <c:pt idx="1253">
                  <c:v>388.0</c:v>
                </c:pt>
                <c:pt idx="1254">
                  <c:v>388.0</c:v>
                </c:pt>
                <c:pt idx="1255">
                  <c:v>388.0</c:v>
                </c:pt>
                <c:pt idx="1256">
                  <c:v>388.0</c:v>
                </c:pt>
                <c:pt idx="1257">
                  <c:v>388.0</c:v>
                </c:pt>
                <c:pt idx="1258">
                  <c:v>388.0</c:v>
                </c:pt>
                <c:pt idx="1259">
                  <c:v>388.0</c:v>
                </c:pt>
                <c:pt idx="1260">
                  <c:v>388.0</c:v>
                </c:pt>
                <c:pt idx="1261">
                  <c:v>388.0</c:v>
                </c:pt>
                <c:pt idx="1262">
                  <c:v>388.0</c:v>
                </c:pt>
                <c:pt idx="1263">
                  <c:v>388.0</c:v>
                </c:pt>
                <c:pt idx="1264">
                  <c:v>388.0</c:v>
                </c:pt>
                <c:pt idx="1265">
                  <c:v>388.0</c:v>
                </c:pt>
                <c:pt idx="1266">
                  <c:v>388.0</c:v>
                </c:pt>
                <c:pt idx="1267">
                  <c:v>388.0</c:v>
                </c:pt>
                <c:pt idx="1268">
                  <c:v>388.0</c:v>
                </c:pt>
                <c:pt idx="1269">
                  <c:v>388.0</c:v>
                </c:pt>
                <c:pt idx="1270">
                  <c:v>388.0</c:v>
                </c:pt>
                <c:pt idx="1271">
                  <c:v>388.0</c:v>
                </c:pt>
                <c:pt idx="1272">
                  <c:v>388.0</c:v>
                </c:pt>
                <c:pt idx="1273">
                  <c:v>388.0</c:v>
                </c:pt>
                <c:pt idx="1274">
                  <c:v>388.0</c:v>
                </c:pt>
                <c:pt idx="1275">
                  <c:v>388.0</c:v>
                </c:pt>
                <c:pt idx="1276">
                  <c:v>388.0</c:v>
                </c:pt>
                <c:pt idx="1277">
                  <c:v>388.0</c:v>
                </c:pt>
                <c:pt idx="1278">
                  <c:v>388.0</c:v>
                </c:pt>
                <c:pt idx="1279">
                  <c:v>388.0</c:v>
                </c:pt>
                <c:pt idx="1280">
                  <c:v>388.0</c:v>
                </c:pt>
                <c:pt idx="1281">
                  <c:v>388.0</c:v>
                </c:pt>
                <c:pt idx="1282">
                  <c:v>388.0</c:v>
                </c:pt>
                <c:pt idx="1283">
                  <c:v>388.0</c:v>
                </c:pt>
                <c:pt idx="1284">
                  <c:v>388.0</c:v>
                </c:pt>
                <c:pt idx="1285">
                  <c:v>388.0</c:v>
                </c:pt>
                <c:pt idx="1286">
                  <c:v>388.0</c:v>
                </c:pt>
                <c:pt idx="1287">
                  <c:v>388.0</c:v>
                </c:pt>
                <c:pt idx="1288">
                  <c:v>388.0</c:v>
                </c:pt>
                <c:pt idx="1289">
                  <c:v>388.0</c:v>
                </c:pt>
                <c:pt idx="1290">
                  <c:v>388.0</c:v>
                </c:pt>
                <c:pt idx="1291">
                  <c:v>388.0</c:v>
                </c:pt>
                <c:pt idx="1292">
                  <c:v>388.0</c:v>
                </c:pt>
                <c:pt idx="1293">
                  <c:v>388.0</c:v>
                </c:pt>
                <c:pt idx="1294">
                  <c:v>388.0</c:v>
                </c:pt>
                <c:pt idx="1295">
                  <c:v>388.0</c:v>
                </c:pt>
                <c:pt idx="1296">
                  <c:v>388.0</c:v>
                </c:pt>
                <c:pt idx="1297">
                  <c:v>388.0</c:v>
                </c:pt>
                <c:pt idx="1298">
                  <c:v>388.0</c:v>
                </c:pt>
                <c:pt idx="1299">
                  <c:v>388.0</c:v>
                </c:pt>
                <c:pt idx="1300">
                  <c:v>388.0</c:v>
                </c:pt>
                <c:pt idx="1301">
                  <c:v>388.0</c:v>
                </c:pt>
                <c:pt idx="1302">
                  <c:v>388.0</c:v>
                </c:pt>
                <c:pt idx="1303">
                  <c:v>388.0</c:v>
                </c:pt>
                <c:pt idx="1304">
                  <c:v>388.0</c:v>
                </c:pt>
                <c:pt idx="1305">
                  <c:v>388.0</c:v>
                </c:pt>
                <c:pt idx="1306">
                  <c:v>388.0</c:v>
                </c:pt>
                <c:pt idx="1307">
                  <c:v>388.0</c:v>
                </c:pt>
                <c:pt idx="1308">
                  <c:v>388.0</c:v>
                </c:pt>
                <c:pt idx="1309">
                  <c:v>388.0</c:v>
                </c:pt>
                <c:pt idx="1310">
                  <c:v>388.0</c:v>
                </c:pt>
                <c:pt idx="1311">
                  <c:v>388.0</c:v>
                </c:pt>
                <c:pt idx="1312">
                  <c:v>388.0</c:v>
                </c:pt>
                <c:pt idx="1313">
                  <c:v>388.0</c:v>
                </c:pt>
                <c:pt idx="1314">
                  <c:v>388.0</c:v>
                </c:pt>
                <c:pt idx="1315">
                  <c:v>388.0</c:v>
                </c:pt>
                <c:pt idx="1316">
                  <c:v>388.0</c:v>
                </c:pt>
                <c:pt idx="1317">
                  <c:v>388.0</c:v>
                </c:pt>
                <c:pt idx="1318">
                  <c:v>388.0</c:v>
                </c:pt>
                <c:pt idx="1319">
                  <c:v>388.0</c:v>
                </c:pt>
                <c:pt idx="1320">
                  <c:v>388.0</c:v>
                </c:pt>
                <c:pt idx="1321">
                  <c:v>388.0</c:v>
                </c:pt>
                <c:pt idx="1322">
                  <c:v>388.0</c:v>
                </c:pt>
                <c:pt idx="1323">
                  <c:v>388.0</c:v>
                </c:pt>
                <c:pt idx="1324">
                  <c:v>388.0</c:v>
                </c:pt>
                <c:pt idx="1325">
                  <c:v>388.0</c:v>
                </c:pt>
                <c:pt idx="1326">
                  <c:v>388.0</c:v>
                </c:pt>
                <c:pt idx="1327">
                  <c:v>388.0</c:v>
                </c:pt>
                <c:pt idx="1328">
                  <c:v>388.0</c:v>
                </c:pt>
                <c:pt idx="1329">
                  <c:v>388.0</c:v>
                </c:pt>
                <c:pt idx="1330">
                  <c:v>388.0</c:v>
                </c:pt>
                <c:pt idx="1331">
                  <c:v>388.0</c:v>
                </c:pt>
                <c:pt idx="1332">
                  <c:v>388.0</c:v>
                </c:pt>
                <c:pt idx="1333">
                  <c:v>388.0</c:v>
                </c:pt>
                <c:pt idx="1334">
                  <c:v>388.0</c:v>
                </c:pt>
                <c:pt idx="1335">
                  <c:v>388.0</c:v>
                </c:pt>
                <c:pt idx="1336">
                  <c:v>388.0</c:v>
                </c:pt>
                <c:pt idx="1337">
                  <c:v>388.0</c:v>
                </c:pt>
                <c:pt idx="1338">
                  <c:v>388.0</c:v>
                </c:pt>
                <c:pt idx="1339">
                  <c:v>388.0</c:v>
                </c:pt>
                <c:pt idx="1340">
                  <c:v>388.0</c:v>
                </c:pt>
                <c:pt idx="1341">
                  <c:v>388.0</c:v>
                </c:pt>
                <c:pt idx="1342">
                  <c:v>388.0</c:v>
                </c:pt>
                <c:pt idx="1343">
                  <c:v>388.0</c:v>
                </c:pt>
                <c:pt idx="1344">
                  <c:v>388.0</c:v>
                </c:pt>
                <c:pt idx="1345">
                  <c:v>388.0</c:v>
                </c:pt>
                <c:pt idx="1346">
                  <c:v>388.0</c:v>
                </c:pt>
                <c:pt idx="1347">
                  <c:v>388.0</c:v>
                </c:pt>
                <c:pt idx="1348">
                  <c:v>388.0</c:v>
                </c:pt>
                <c:pt idx="1349">
                  <c:v>388.0</c:v>
                </c:pt>
                <c:pt idx="1350">
                  <c:v>388.0</c:v>
                </c:pt>
                <c:pt idx="1351">
                  <c:v>388.0</c:v>
                </c:pt>
                <c:pt idx="1352">
                  <c:v>388.0</c:v>
                </c:pt>
                <c:pt idx="1353">
                  <c:v>388.0</c:v>
                </c:pt>
                <c:pt idx="1354">
                  <c:v>388.0</c:v>
                </c:pt>
                <c:pt idx="1355">
                  <c:v>388.0</c:v>
                </c:pt>
                <c:pt idx="1356">
                  <c:v>388.0</c:v>
                </c:pt>
                <c:pt idx="1357">
                  <c:v>388.0</c:v>
                </c:pt>
                <c:pt idx="1358">
                  <c:v>388.0</c:v>
                </c:pt>
                <c:pt idx="1359">
                  <c:v>388.0</c:v>
                </c:pt>
                <c:pt idx="1360">
                  <c:v>388.0</c:v>
                </c:pt>
                <c:pt idx="1361">
                  <c:v>388.0</c:v>
                </c:pt>
                <c:pt idx="1362">
                  <c:v>388.0</c:v>
                </c:pt>
                <c:pt idx="1363">
                  <c:v>388.0</c:v>
                </c:pt>
                <c:pt idx="1364">
                  <c:v>388.0</c:v>
                </c:pt>
                <c:pt idx="1365">
                  <c:v>388.0</c:v>
                </c:pt>
                <c:pt idx="1366">
                  <c:v>388.0</c:v>
                </c:pt>
                <c:pt idx="1367">
                  <c:v>388.0</c:v>
                </c:pt>
                <c:pt idx="1368">
                  <c:v>388.0</c:v>
                </c:pt>
                <c:pt idx="1369">
                  <c:v>388.0</c:v>
                </c:pt>
                <c:pt idx="1370">
                  <c:v>388.0</c:v>
                </c:pt>
                <c:pt idx="1371">
                  <c:v>388.0</c:v>
                </c:pt>
                <c:pt idx="1372">
                  <c:v>388.0</c:v>
                </c:pt>
                <c:pt idx="1373">
                  <c:v>388.0</c:v>
                </c:pt>
                <c:pt idx="1374">
                  <c:v>388.0</c:v>
                </c:pt>
                <c:pt idx="1375">
                  <c:v>388.0</c:v>
                </c:pt>
                <c:pt idx="1376">
                  <c:v>388.0</c:v>
                </c:pt>
                <c:pt idx="1377">
                  <c:v>388.0</c:v>
                </c:pt>
                <c:pt idx="1378">
                  <c:v>388.0</c:v>
                </c:pt>
                <c:pt idx="1379">
                  <c:v>388.0</c:v>
                </c:pt>
                <c:pt idx="1380">
                  <c:v>388.0</c:v>
                </c:pt>
                <c:pt idx="1381">
                  <c:v>388.0</c:v>
                </c:pt>
                <c:pt idx="1382">
                  <c:v>388.0</c:v>
                </c:pt>
                <c:pt idx="1383">
                  <c:v>388.0</c:v>
                </c:pt>
                <c:pt idx="1384">
                  <c:v>388.0</c:v>
                </c:pt>
                <c:pt idx="1385">
                  <c:v>388.0</c:v>
                </c:pt>
                <c:pt idx="1386">
                  <c:v>388.0</c:v>
                </c:pt>
                <c:pt idx="1387">
                  <c:v>388.0</c:v>
                </c:pt>
                <c:pt idx="1388">
                  <c:v>388.0</c:v>
                </c:pt>
                <c:pt idx="1389">
                  <c:v>388.0</c:v>
                </c:pt>
                <c:pt idx="1390">
                  <c:v>388.0</c:v>
                </c:pt>
                <c:pt idx="1391">
                  <c:v>388.0</c:v>
                </c:pt>
                <c:pt idx="1392">
                  <c:v>388.0</c:v>
                </c:pt>
                <c:pt idx="1393">
                  <c:v>388.0</c:v>
                </c:pt>
                <c:pt idx="1394">
                  <c:v>388.0</c:v>
                </c:pt>
                <c:pt idx="1395">
                  <c:v>388.0</c:v>
                </c:pt>
                <c:pt idx="1396">
                  <c:v>388.0</c:v>
                </c:pt>
                <c:pt idx="1397">
                  <c:v>388.0</c:v>
                </c:pt>
                <c:pt idx="1398">
                  <c:v>388.0</c:v>
                </c:pt>
                <c:pt idx="1399">
                  <c:v>388.0</c:v>
                </c:pt>
                <c:pt idx="1400">
                  <c:v>388.0</c:v>
                </c:pt>
                <c:pt idx="1401">
                  <c:v>388.0</c:v>
                </c:pt>
                <c:pt idx="1402">
                  <c:v>388.0</c:v>
                </c:pt>
                <c:pt idx="1403">
                  <c:v>388.0</c:v>
                </c:pt>
                <c:pt idx="1404">
                  <c:v>388.0</c:v>
                </c:pt>
                <c:pt idx="1405">
                  <c:v>388.0</c:v>
                </c:pt>
                <c:pt idx="1406">
                  <c:v>388.0</c:v>
                </c:pt>
                <c:pt idx="1407">
                  <c:v>388.0</c:v>
                </c:pt>
                <c:pt idx="1408">
                  <c:v>388.0</c:v>
                </c:pt>
                <c:pt idx="1409">
                  <c:v>388.0</c:v>
                </c:pt>
                <c:pt idx="1410">
                  <c:v>388.0</c:v>
                </c:pt>
                <c:pt idx="1411">
                  <c:v>388.0</c:v>
                </c:pt>
                <c:pt idx="1412">
                  <c:v>388.0</c:v>
                </c:pt>
                <c:pt idx="1413">
                  <c:v>388.0</c:v>
                </c:pt>
                <c:pt idx="1414">
                  <c:v>388.0</c:v>
                </c:pt>
                <c:pt idx="1415">
                  <c:v>388.0</c:v>
                </c:pt>
                <c:pt idx="1416">
                  <c:v>388.0</c:v>
                </c:pt>
                <c:pt idx="1417">
                  <c:v>388.0</c:v>
                </c:pt>
                <c:pt idx="1418">
                  <c:v>388.0</c:v>
                </c:pt>
                <c:pt idx="1419">
                  <c:v>388.0</c:v>
                </c:pt>
                <c:pt idx="1420">
                  <c:v>388.0</c:v>
                </c:pt>
                <c:pt idx="1421">
                  <c:v>388.0</c:v>
                </c:pt>
                <c:pt idx="1422">
                  <c:v>388.0</c:v>
                </c:pt>
                <c:pt idx="1423">
                  <c:v>388.0</c:v>
                </c:pt>
                <c:pt idx="1424">
                  <c:v>388.0</c:v>
                </c:pt>
                <c:pt idx="1425">
                  <c:v>388.0</c:v>
                </c:pt>
                <c:pt idx="1426">
                  <c:v>388.0</c:v>
                </c:pt>
                <c:pt idx="1427">
                  <c:v>388.0</c:v>
                </c:pt>
                <c:pt idx="1428">
                  <c:v>388.0</c:v>
                </c:pt>
                <c:pt idx="1429">
                  <c:v>388.0</c:v>
                </c:pt>
                <c:pt idx="1430">
                  <c:v>388.0</c:v>
                </c:pt>
                <c:pt idx="1431">
                  <c:v>388.0</c:v>
                </c:pt>
                <c:pt idx="1432">
                  <c:v>388.0</c:v>
                </c:pt>
                <c:pt idx="1433">
                  <c:v>388.0</c:v>
                </c:pt>
                <c:pt idx="1434">
                  <c:v>388.0</c:v>
                </c:pt>
                <c:pt idx="1435">
                  <c:v>388.0</c:v>
                </c:pt>
                <c:pt idx="1436">
                  <c:v>388.0</c:v>
                </c:pt>
                <c:pt idx="1437">
                  <c:v>388.0</c:v>
                </c:pt>
                <c:pt idx="1438">
                  <c:v>388.0</c:v>
                </c:pt>
                <c:pt idx="1439">
                  <c:v>388.0</c:v>
                </c:pt>
                <c:pt idx="1440">
                  <c:v>388.0</c:v>
                </c:pt>
                <c:pt idx="1441">
                  <c:v>388.0</c:v>
                </c:pt>
                <c:pt idx="1442">
                  <c:v>388.0</c:v>
                </c:pt>
                <c:pt idx="1443">
                  <c:v>388.0</c:v>
                </c:pt>
                <c:pt idx="1444">
                  <c:v>388.0</c:v>
                </c:pt>
                <c:pt idx="1445">
                  <c:v>388.0</c:v>
                </c:pt>
                <c:pt idx="1446">
                  <c:v>388.0</c:v>
                </c:pt>
                <c:pt idx="1447">
                  <c:v>388.0</c:v>
                </c:pt>
                <c:pt idx="1448">
                  <c:v>388.0</c:v>
                </c:pt>
                <c:pt idx="1449">
                  <c:v>388.0</c:v>
                </c:pt>
                <c:pt idx="1450">
                  <c:v>388.0</c:v>
                </c:pt>
                <c:pt idx="1451">
                  <c:v>388.0</c:v>
                </c:pt>
                <c:pt idx="1452">
                  <c:v>388.0</c:v>
                </c:pt>
                <c:pt idx="1453">
                  <c:v>388.0</c:v>
                </c:pt>
                <c:pt idx="1454">
                  <c:v>388.0</c:v>
                </c:pt>
                <c:pt idx="1455">
                  <c:v>388.0</c:v>
                </c:pt>
                <c:pt idx="1456">
                  <c:v>388.0</c:v>
                </c:pt>
                <c:pt idx="1457">
                  <c:v>388.0</c:v>
                </c:pt>
                <c:pt idx="1458">
                  <c:v>388.0</c:v>
                </c:pt>
                <c:pt idx="1459">
                  <c:v>388.0</c:v>
                </c:pt>
                <c:pt idx="1460">
                  <c:v>388.0</c:v>
                </c:pt>
                <c:pt idx="1461">
                  <c:v>388.0</c:v>
                </c:pt>
                <c:pt idx="1462">
                  <c:v>388.0</c:v>
                </c:pt>
                <c:pt idx="1463">
                  <c:v>388.0</c:v>
                </c:pt>
                <c:pt idx="1464">
                  <c:v>388.0</c:v>
                </c:pt>
                <c:pt idx="1465">
                  <c:v>388.0</c:v>
                </c:pt>
                <c:pt idx="1466">
                  <c:v>388.0</c:v>
                </c:pt>
                <c:pt idx="1467">
                  <c:v>388.0</c:v>
                </c:pt>
                <c:pt idx="1468">
                  <c:v>388.0</c:v>
                </c:pt>
                <c:pt idx="1469">
                  <c:v>388.0</c:v>
                </c:pt>
                <c:pt idx="1470">
                  <c:v>388.0</c:v>
                </c:pt>
                <c:pt idx="1471">
                  <c:v>388.0</c:v>
                </c:pt>
                <c:pt idx="1472">
                  <c:v>388.0</c:v>
                </c:pt>
                <c:pt idx="1473">
                  <c:v>388.0</c:v>
                </c:pt>
                <c:pt idx="1474">
                  <c:v>388.0</c:v>
                </c:pt>
                <c:pt idx="1475">
                  <c:v>388.0</c:v>
                </c:pt>
                <c:pt idx="1476">
                  <c:v>388.0</c:v>
                </c:pt>
                <c:pt idx="1477">
                  <c:v>388.0</c:v>
                </c:pt>
                <c:pt idx="1478">
                  <c:v>388.0</c:v>
                </c:pt>
                <c:pt idx="1479">
                  <c:v>388.0</c:v>
                </c:pt>
                <c:pt idx="1480">
                  <c:v>388.0</c:v>
                </c:pt>
                <c:pt idx="1481">
                  <c:v>388.0</c:v>
                </c:pt>
                <c:pt idx="1482">
                  <c:v>388.0</c:v>
                </c:pt>
                <c:pt idx="1483">
                  <c:v>388.0</c:v>
                </c:pt>
                <c:pt idx="1484">
                  <c:v>388.0</c:v>
                </c:pt>
                <c:pt idx="1485">
                  <c:v>388.0</c:v>
                </c:pt>
                <c:pt idx="1486">
                  <c:v>388.0</c:v>
                </c:pt>
                <c:pt idx="1487">
                  <c:v>388.0</c:v>
                </c:pt>
                <c:pt idx="1488">
                  <c:v>388.0</c:v>
                </c:pt>
                <c:pt idx="1489">
                  <c:v>388.0</c:v>
                </c:pt>
                <c:pt idx="1490">
                  <c:v>388.0</c:v>
                </c:pt>
                <c:pt idx="1491">
                  <c:v>388.0</c:v>
                </c:pt>
                <c:pt idx="1492">
                  <c:v>388.0</c:v>
                </c:pt>
                <c:pt idx="1493">
                  <c:v>388.0</c:v>
                </c:pt>
                <c:pt idx="1494">
                  <c:v>388.0</c:v>
                </c:pt>
                <c:pt idx="1495">
                  <c:v>388.0</c:v>
                </c:pt>
                <c:pt idx="1496">
                  <c:v>388.0</c:v>
                </c:pt>
                <c:pt idx="1497">
                  <c:v>388.0</c:v>
                </c:pt>
                <c:pt idx="1498">
                  <c:v>388.0</c:v>
                </c:pt>
                <c:pt idx="1499">
                  <c:v>388.0</c:v>
                </c:pt>
                <c:pt idx="1500">
                  <c:v>388.0</c:v>
                </c:pt>
                <c:pt idx="1501">
                  <c:v>388.0</c:v>
                </c:pt>
                <c:pt idx="1502">
                  <c:v>388.0</c:v>
                </c:pt>
                <c:pt idx="1503">
                  <c:v>388.0</c:v>
                </c:pt>
                <c:pt idx="1504">
                  <c:v>388.0</c:v>
                </c:pt>
                <c:pt idx="1505">
                  <c:v>388.0</c:v>
                </c:pt>
                <c:pt idx="1506">
                  <c:v>388.0</c:v>
                </c:pt>
                <c:pt idx="1507">
                  <c:v>388.0</c:v>
                </c:pt>
                <c:pt idx="1508">
                  <c:v>388.0</c:v>
                </c:pt>
                <c:pt idx="1509">
                  <c:v>388.0</c:v>
                </c:pt>
                <c:pt idx="1510">
                  <c:v>388.0</c:v>
                </c:pt>
                <c:pt idx="1511">
                  <c:v>388.0</c:v>
                </c:pt>
                <c:pt idx="1512">
                  <c:v>388.0</c:v>
                </c:pt>
                <c:pt idx="1513">
                  <c:v>388.0</c:v>
                </c:pt>
                <c:pt idx="1514">
                  <c:v>388.0</c:v>
                </c:pt>
                <c:pt idx="1515">
                  <c:v>388.0</c:v>
                </c:pt>
                <c:pt idx="1516">
                  <c:v>388.0</c:v>
                </c:pt>
                <c:pt idx="1517">
                  <c:v>388.0</c:v>
                </c:pt>
                <c:pt idx="1518">
                  <c:v>388.0</c:v>
                </c:pt>
                <c:pt idx="1519">
                  <c:v>388.0</c:v>
                </c:pt>
                <c:pt idx="1520">
                  <c:v>388.0</c:v>
                </c:pt>
                <c:pt idx="1521">
                  <c:v>388.0</c:v>
                </c:pt>
                <c:pt idx="1522">
                  <c:v>388.0</c:v>
                </c:pt>
                <c:pt idx="1523">
                  <c:v>388.0</c:v>
                </c:pt>
                <c:pt idx="1524">
                  <c:v>388.0</c:v>
                </c:pt>
                <c:pt idx="1525">
                  <c:v>388.0</c:v>
                </c:pt>
                <c:pt idx="1526">
                  <c:v>388.0</c:v>
                </c:pt>
                <c:pt idx="1527">
                  <c:v>388.0</c:v>
                </c:pt>
                <c:pt idx="1528">
                  <c:v>388.0</c:v>
                </c:pt>
                <c:pt idx="1529">
                  <c:v>388.0</c:v>
                </c:pt>
                <c:pt idx="1530">
                  <c:v>388.0</c:v>
                </c:pt>
                <c:pt idx="1531">
                  <c:v>388.0</c:v>
                </c:pt>
                <c:pt idx="1532">
                  <c:v>388.0</c:v>
                </c:pt>
                <c:pt idx="1533">
                  <c:v>388.0</c:v>
                </c:pt>
                <c:pt idx="1534">
                  <c:v>388.0</c:v>
                </c:pt>
                <c:pt idx="1535">
                  <c:v>388.0</c:v>
                </c:pt>
                <c:pt idx="1536">
                  <c:v>388.0</c:v>
                </c:pt>
                <c:pt idx="1537">
                  <c:v>388.0</c:v>
                </c:pt>
                <c:pt idx="1538">
                  <c:v>388.0</c:v>
                </c:pt>
                <c:pt idx="1539">
                  <c:v>388.0</c:v>
                </c:pt>
                <c:pt idx="1540">
                  <c:v>388.0</c:v>
                </c:pt>
                <c:pt idx="1541">
                  <c:v>388.0</c:v>
                </c:pt>
                <c:pt idx="1542">
                  <c:v>388.0</c:v>
                </c:pt>
                <c:pt idx="1543">
                  <c:v>388.0</c:v>
                </c:pt>
                <c:pt idx="1544">
                  <c:v>388.0</c:v>
                </c:pt>
                <c:pt idx="1545">
                  <c:v>388.0</c:v>
                </c:pt>
                <c:pt idx="1546">
                  <c:v>388.0</c:v>
                </c:pt>
                <c:pt idx="1547">
                  <c:v>388.0</c:v>
                </c:pt>
                <c:pt idx="1548">
                  <c:v>388.0</c:v>
                </c:pt>
                <c:pt idx="1549">
                  <c:v>388.0</c:v>
                </c:pt>
                <c:pt idx="1550">
                  <c:v>388.0</c:v>
                </c:pt>
                <c:pt idx="1551">
                  <c:v>388.0</c:v>
                </c:pt>
                <c:pt idx="1552">
                  <c:v>388.0</c:v>
                </c:pt>
                <c:pt idx="1553">
                  <c:v>388.0</c:v>
                </c:pt>
                <c:pt idx="1554">
                  <c:v>388.0</c:v>
                </c:pt>
                <c:pt idx="1555">
                  <c:v>388.0</c:v>
                </c:pt>
                <c:pt idx="1556">
                  <c:v>388.0</c:v>
                </c:pt>
                <c:pt idx="1557">
                  <c:v>388.0</c:v>
                </c:pt>
                <c:pt idx="1558">
                  <c:v>388.0</c:v>
                </c:pt>
                <c:pt idx="1559">
                  <c:v>388.0</c:v>
                </c:pt>
                <c:pt idx="1560">
                  <c:v>388.0</c:v>
                </c:pt>
                <c:pt idx="1561">
                  <c:v>388.0</c:v>
                </c:pt>
                <c:pt idx="1562">
                  <c:v>388.0</c:v>
                </c:pt>
                <c:pt idx="1563">
                  <c:v>388.0</c:v>
                </c:pt>
                <c:pt idx="1564">
                  <c:v>388.0</c:v>
                </c:pt>
                <c:pt idx="1565">
                  <c:v>388.0</c:v>
                </c:pt>
                <c:pt idx="1566">
                  <c:v>388.0</c:v>
                </c:pt>
                <c:pt idx="1567">
                  <c:v>388.0</c:v>
                </c:pt>
                <c:pt idx="1568">
                  <c:v>388.0</c:v>
                </c:pt>
                <c:pt idx="1569">
                  <c:v>388.0</c:v>
                </c:pt>
                <c:pt idx="1570">
                  <c:v>388.0</c:v>
                </c:pt>
                <c:pt idx="1571">
                  <c:v>388.0</c:v>
                </c:pt>
                <c:pt idx="1572">
                  <c:v>388.0</c:v>
                </c:pt>
                <c:pt idx="1573">
                  <c:v>388.0</c:v>
                </c:pt>
                <c:pt idx="1574">
                  <c:v>388.0</c:v>
                </c:pt>
                <c:pt idx="1575">
                  <c:v>388.0</c:v>
                </c:pt>
                <c:pt idx="1576">
                  <c:v>388.0</c:v>
                </c:pt>
                <c:pt idx="1577">
                  <c:v>388.0</c:v>
                </c:pt>
                <c:pt idx="1578">
                  <c:v>388.0</c:v>
                </c:pt>
                <c:pt idx="1579">
                  <c:v>388.0</c:v>
                </c:pt>
                <c:pt idx="1580">
                  <c:v>388.0</c:v>
                </c:pt>
                <c:pt idx="1581">
                  <c:v>388.0</c:v>
                </c:pt>
                <c:pt idx="1582">
                  <c:v>388.0</c:v>
                </c:pt>
                <c:pt idx="1583">
                  <c:v>388.0</c:v>
                </c:pt>
                <c:pt idx="1584">
                  <c:v>388.0</c:v>
                </c:pt>
                <c:pt idx="1585">
                  <c:v>388.0</c:v>
                </c:pt>
                <c:pt idx="1586">
                  <c:v>388.0</c:v>
                </c:pt>
                <c:pt idx="1587">
                  <c:v>388.0</c:v>
                </c:pt>
                <c:pt idx="1588">
                  <c:v>388.0</c:v>
                </c:pt>
                <c:pt idx="1589">
                  <c:v>388.0</c:v>
                </c:pt>
                <c:pt idx="1590">
                  <c:v>388.0</c:v>
                </c:pt>
                <c:pt idx="1591">
                  <c:v>388.0</c:v>
                </c:pt>
                <c:pt idx="1592">
                  <c:v>388.0</c:v>
                </c:pt>
                <c:pt idx="1593">
                  <c:v>388.0</c:v>
                </c:pt>
                <c:pt idx="1594">
                  <c:v>388.0</c:v>
                </c:pt>
                <c:pt idx="1595">
                  <c:v>388.0</c:v>
                </c:pt>
                <c:pt idx="1596">
                  <c:v>388.0</c:v>
                </c:pt>
                <c:pt idx="1597">
                  <c:v>388.0</c:v>
                </c:pt>
                <c:pt idx="1598">
                  <c:v>388.0</c:v>
                </c:pt>
                <c:pt idx="1599">
                  <c:v>388.0</c:v>
                </c:pt>
                <c:pt idx="1600">
                  <c:v>388.0</c:v>
                </c:pt>
                <c:pt idx="1601">
                  <c:v>388.0</c:v>
                </c:pt>
                <c:pt idx="1602">
                  <c:v>388.0</c:v>
                </c:pt>
                <c:pt idx="1603">
                  <c:v>388.0</c:v>
                </c:pt>
                <c:pt idx="1604">
                  <c:v>388.0</c:v>
                </c:pt>
                <c:pt idx="1605">
                  <c:v>388.0</c:v>
                </c:pt>
                <c:pt idx="1606">
                  <c:v>388.0</c:v>
                </c:pt>
                <c:pt idx="1607">
                  <c:v>388.0</c:v>
                </c:pt>
                <c:pt idx="1608">
                  <c:v>388.0</c:v>
                </c:pt>
                <c:pt idx="1609">
                  <c:v>388.0</c:v>
                </c:pt>
                <c:pt idx="1610">
                  <c:v>388.0</c:v>
                </c:pt>
                <c:pt idx="1611">
                  <c:v>388.0</c:v>
                </c:pt>
                <c:pt idx="1612">
                  <c:v>388.0</c:v>
                </c:pt>
                <c:pt idx="1613">
                  <c:v>388.0</c:v>
                </c:pt>
                <c:pt idx="1614">
                  <c:v>388.0</c:v>
                </c:pt>
                <c:pt idx="1615">
                  <c:v>388.0</c:v>
                </c:pt>
                <c:pt idx="1616">
                  <c:v>388.0</c:v>
                </c:pt>
                <c:pt idx="1617">
                  <c:v>388.0</c:v>
                </c:pt>
                <c:pt idx="1618">
                  <c:v>388.0</c:v>
                </c:pt>
                <c:pt idx="1619">
                  <c:v>388.0</c:v>
                </c:pt>
                <c:pt idx="1620">
                  <c:v>388.0</c:v>
                </c:pt>
                <c:pt idx="1621">
                  <c:v>388.0</c:v>
                </c:pt>
                <c:pt idx="1622">
                  <c:v>388.0</c:v>
                </c:pt>
                <c:pt idx="1623">
                  <c:v>388.0</c:v>
                </c:pt>
                <c:pt idx="1624">
                  <c:v>388.0</c:v>
                </c:pt>
                <c:pt idx="1625">
                  <c:v>388.0</c:v>
                </c:pt>
                <c:pt idx="1626">
                  <c:v>388.0</c:v>
                </c:pt>
                <c:pt idx="1627">
                  <c:v>388.0</c:v>
                </c:pt>
                <c:pt idx="1628">
                  <c:v>388.0</c:v>
                </c:pt>
                <c:pt idx="1629">
                  <c:v>388.0</c:v>
                </c:pt>
                <c:pt idx="1630">
                  <c:v>388.0</c:v>
                </c:pt>
                <c:pt idx="1631">
                  <c:v>388.0</c:v>
                </c:pt>
                <c:pt idx="1632">
                  <c:v>388.0</c:v>
                </c:pt>
                <c:pt idx="1633">
                  <c:v>388.0</c:v>
                </c:pt>
                <c:pt idx="1634">
                  <c:v>388.0</c:v>
                </c:pt>
                <c:pt idx="1635">
                  <c:v>388.0</c:v>
                </c:pt>
                <c:pt idx="1636">
                  <c:v>388.0</c:v>
                </c:pt>
                <c:pt idx="1637">
                  <c:v>388.0</c:v>
                </c:pt>
                <c:pt idx="1638">
                  <c:v>388.0</c:v>
                </c:pt>
                <c:pt idx="1639">
                  <c:v>388.0</c:v>
                </c:pt>
                <c:pt idx="1640">
                  <c:v>388.0</c:v>
                </c:pt>
                <c:pt idx="1641">
                  <c:v>388.0</c:v>
                </c:pt>
                <c:pt idx="1642">
                  <c:v>388.0</c:v>
                </c:pt>
                <c:pt idx="1643">
                  <c:v>388.0</c:v>
                </c:pt>
                <c:pt idx="1644">
                  <c:v>388.0</c:v>
                </c:pt>
                <c:pt idx="1645">
                  <c:v>388.0</c:v>
                </c:pt>
                <c:pt idx="1646">
                  <c:v>388.0</c:v>
                </c:pt>
                <c:pt idx="1647">
                  <c:v>388.0</c:v>
                </c:pt>
                <c:pt idx="1648">
                  <c:v>388.0</c:v>
                </c:pt>
                <c:pt idx="1649">
                  <c:v>388.0</c:v>
                </c:pt>
                <c:pt idx="1650">
                  <c:v>388.0</c:v>
                </c:pt>
                <c:pt idx="1651">
                  <c:v>388.0</c:v>
                </c:pt>
                <c:pt idx="1652">
                  <c:v>388.0</c:v>
                </c:pt>
                <c:pt idx="1653">
                  <c:v>388.0</c:v>
                </c:pt>
                <c:pt idx="1654">
                  <c:v>388.0</c:v>
                </c:pt>
                <c:pt idx="1655">
                  <c:v>388.0</c:v>
                </c:pt>
                <c:pt idx="1656">
                  <c:v>388.0</c:v>
                </c:pt>
                <c:pt idx="1657">
                  <c:v>388.0</c:v>
                </c:pt>
                <c:pt idx="1658">
                  <c:v>388.0</c:v>
                </c:pt>
                <c:pt idx="1659">
                  <c:v>388.0</c:v>
                </c:pt>
                <c:pt idx="1660">
                  <c:v>388.0</c:v>
                </c:pt>
                <c:pt idx="1661">
                  <c:v>388.0</c:v>
                </c:pt>
                <c:pt idx="1662">
                  <c:v>388.0</c:v>
                </c:pt>
                <c:pt idx="1663">
                  <c:v>388.0</c:v>
                </c:pt>
                <c:pt idx="1664">
                  <c:v>388.0</c:v>
                </c:pt>
                <c:pt idx="1665">
                  <c:v>388.0</c:v>
                </c:pt>
                <c:pt idx="1666">
                  <c:v>388.0</c:v>
                </c:pt>
                <c:pt idx="1667">
                  <c:v>388.0</c:v>
                </c:pt>
                <c:pt idx="1668">
                  <c:v>388.0</c:v>
                </c:pt>
                <c:pt idx="1669">
                  <c:v>388.0</c:v>
                </c:pt>
                <c:pt idx="1670">
                  <c:v>388.0</c:v>
                </c:pt>
                <c:pt idx="1671">
                  <c:v>388.0</c:v>
                </c:pt>
                <c:pt idx="1672">
                  <c:v>388.0</c:v>
                </c:pt>
                <c:pt idx="1673">
                  <c:v>388.0</c:v>
                </c:pt>
                <c:pt idx="1674">
                  <c:v>388.0</c:v>
                </c:pt>
                <c:pt idx="1675">
                  <c:v>388.0</c:v>
                </c:pt>
                <c:pt idx="1676">
                  <c:v>388.0</c:v>
                </c:pt>
                <c:pt idx="1677">
                  <c:v>388.0</c:v>
                </c:pt>
                <c:pt idx="1678">
                  <c:v>388.0</c:v>
                </c:pt>
                <c:pt idx="1679">
                  <c:v>388.0</c:v>
                </c:pt>
                <c:pt idx="1680">
                  <c:v>388.0</c:v>
                </c:pt>
                <c:pt idx="1681">
                  <c:v>388.0</c:v>
                </c:pt>
                <c:pt idx="1682">
                  <c:v>388.0</c:v>
                </c:pt>
                <c:pt idx="1683">
                  <c:v>388.0</c:v>
                </c:pt>
                <c:pt idx="1684">
                  <c:v>388.0</c:v>
                </c:pt>
                <c:pt idx="1685">
                  <c:v>388.0</c:v>
                </c:pt>
                <c:pt idx="1686">
                  <c:v>388.0</c:v>
                </c:pt>
                <c:pt idx="1687">
                  <c:v>388.0</c:v>
                </c:pt>
                <c:pt idx="1688">
                  <c:v>388.0</c:v>
                </c:pt>
                <c:pt idx="1689">
                  <c:v>388.0</c:v>
                </c:pt>
                <c:pt idx="1690">
                  <c:v>388.0</c:v>
                </c:pt>
                <c:pt idx="1691">
                  <c:v>388.0</c:v>
                </c:pt>
                <c:pt idx="1692">
                  <c:v>388.0</c:v>
                </c:pt>
                <c:pt idx="1693">
                  <c:v>388.0</c:v>
                </c:pt>
                <c:pt idx="1694">
                  <c:v>388.0</c:v>
                </c:pt>
                <c:pt idx="1695">
                  <c:v>388.0</c:v>
                </c:pt>
                <c:pt idx="1696">
                  <c:v>388.0</c:v>
                </c:pt>
                <c:pt idx="1697">
                  <c:v>388.0</c:v>
                </c:pt>
                <c:pt idx="1698">
                  <c:v>388.0</c:v>
                </c:pt>
                <c:pt idx="1699">
                  <c:v>388.0</c:v>
                </c:pt>
                <c:pt idx="1700">
                  <c:v>388.0</c:v>
                </c:pt>
                <c:pt idx="1701">
                  <c:v>388.0</c:v>
                </c:pt>
                <c:pt idx="1702">
                  <c:v>388.0</c:v>
                </c:pt>
                <c:pt idx="1703">
                  <c:v>388.0</c:v>
                </c:pt>
                <c:pt idx="1704">
                  <c:v>388.0</c:v>
                </c:pt>
                <c:pt idx="1705">
                  <c:v>388.0</c:v>
                </c:pt>
                <c:pt idx="1706">
                  <c:v>388.0</c:v>
                </c:pt>
                <c:pt idx="1707">
                  <c:v>388.0</c:v>
                </c:pt>
                <c:pt idx="1708">
                  <c:v>388.0</c:v>
                </c:pt>
                <c:pt idx="1709">
                  <c:v>388.0</c:v>
                </c:pt>
                <c:pt idx="1710">
                  <c:v>388.0</c:v>
                </c:pt>
                <c:pt idx="1711">
                  <c:v>388.0</c:v>
                </c:pt>
                <c:pt idx="1712">
                  <c:v>388.0</c:v>
                </c:pt>
                <c:pt idx="1713">
                  <c:v>388.0</c:v>
                </c:pt>
                <c:pt idx="1714">
                  <c:v>388.0</c:v>
                </c:pt>
                <c:pt idx="1715">
                  <c:v>388.0</c:v>
                </c:pt>
                <c:pt idx="1716">
                  <c:v>388.0</c:v>
                </c:pt>
                <c:pt idx="1717">
                  <c:v>388.0</c:v>
                </c:pt>
                <c:pt idx="1718">
                  <c:v>388.0</c:v>
                </c:pt>
                <c:pt idx="1719">
                  <c:v>388.0</c:v>
                </c:pt>
                <c:pt idx="1720">
                  <c:v>388.0</c:v>
                </c:pt>
                <c:pt idx="1721">
                  <c:v>388.0</c:v>
                </c:pt>
                <c:pt idx="1722">
                  <c:v>388.0</c:v>
                </c:pt>
                <c:pt idx="1723">
                  <c:v>388.0</c:v>
                </c:pt>
                <c:pt idx="1724">
                  <c:v>388.0</c:v>
                </c:pt>
                <c:pt idx="1725">
                  <c:v>388.0</c:v>
                </c:pt>
                <c:pt idx="1726">
                  <c:v>388.0</c:v>
                </c:pt>
                <c:pt idx="1727">
                  <c:v>388.0</c:v>
                </c:pt>
                <c:pt idx="1728">
                  <c:v>388.0</c:v>
                </c:pt>
                <c:pt idx="1729">
                  <c:v>388.0</c:v>
                </c:pt>
                <c:pt idx="1730">
                  <c:v>388.0</c:v>
                </c:pt>
                <c:pt idx="1731">
                  <c:v>388.0</c:v>
                </c:pt>
                <c:pt idx="1732">
                  <c:v>388.0</c:v>
                </c:pt>
                <c:pt idx="1733">
                  <c:v>388.0</c:v>
                </c:pt>
                <c:pt idx="1734">
                  <c:v>388.0</c:v>
                </c:pt>
                <c:pt idx="1735">
                  <c:v>388.0</c:v>
                </c:pt>
                <c:pt idx="1736">
                  <c:v>388.0</c:v>
                </c:pt>
                <c:pt idx="1737">
                  <c:v>388.0</c:v>
                </c:pt>
                <c:pt idx="1738">
                  <c:v>388.0</c:v>
                </c:pt>
                <c:pt idx="1739">
                  <c:v>388.0</c:v>
                </c:pt>
                <c:pt idx="1740">
                  <c:v>388.0</c:v>
                </c:pt>
                <c:pt idx="1741">
                  <c:v>388.0</c:v>
                </c:pt>
                <c:pt idx="1742">
                  <c:v>388.0</c:v>
                </c:pt>
                <c:pt idx="1743">
                  <c:v>388.0</c:v>
                </c:pt>
                <c:pt idx="1744">
                  <c:v>388.0</c:v>
                </c:pt>
                <c:pt idx="1745">
                  <c:v>388.0</c:v>
                </c:pt>
                <c:pt idx="1746">
                  <c:v>388.0</c:v>
                </c:pt>
                <c:pt idx="1747">
                  <c:v>388.0</c:v>
                </c:pt>
                <c:pt idx="1748">
                  <c:v>388.0</c:v>
                </c:pt>
                <c:pt idx="1749">
                  <c:v>388.0</c:v>
                </c:pt>
                <c:pt idx="1750">
                  <c:v>388.0</c:v>
                </c:pt>
                <c:pt idx="1751">
                  <c:v>388.0</c:v>
                </c:pt>
                <c:pt idx="1752">
                  <c:v>388.0</c:v>
                </c:pt>
                <c:pt idx="1753">
                  <c:v>388.0</c:v>
                </c:pt>
                <c:pt idx="1754">
                  <c:v>388.0</c:v>
                </c:pt>
                <c:pt idx="1755">
                  <c:v>388.0</c:v>
                </c:pt>
                <c:pt idx="1756">
                  <c:v>388.0</c:v>
                </c:pt>
                <c:pt idx="1757">
                  <c:v>388.0</c:v>
                </c:pt>
                <c:pt idx="1758">
                  <c:v>388.0</c:v>
                </c:pt>
                <c:pt idx="1759">
                  <c:v>388.0</c:v>
                </c:pt>
                <c:pt idx="1760">
                  <c:v>388.0</c:v>
                </c:pt>
                <c:pt idx="1761">
                  <c:v>388.0</c:v>
                </c:pt>
                <c:pt idx="1762">
                  <c:v>388.0</c:v>
                </c:pt>
                <c:pt idx="1763">
                  <c:v>388.0</c:v>
                </c:pt>
                <c:pt idx="1764">
                  <c:v>388.0</c:v>
                </c:pt>
                <c:pt idx="1765">
                  <c:v>388.0</c:v>
                </c:pt>
                <c:pt idx="1766">
                  <c:v>388.0</c:v>
                </c:pt>
                <c:pt idx="1767">
                  <c:v>388.0</c:v>
                </c:pt>
                <c:pt idx="1768">
                  <c:v>388.0</c:v>
                </c:pt>
                <c:pt idx="1769">
                  <c:v>388.0</c:v>
                </c:pt>
                <c:pt idx="1770">
                  <c:v>388.0</c:v>
                </c:pt>
                <c:pt idx="1771">
                  <c:v>388.0</c:v>
                </c:pt>
                <c:pt idx="1772">
                  <c:v>388.0</c:v>
                </c:pt>
                <c:pt idx="1773">
                  <c:v>388.0</c:v>
                </c:pt>
                <c:pt idx="1774">
                  <c:v>388.0</c:v>
                </c:pt>
                <c:pt idx="1775">
                  <c:v>388.0</c:v>
                </c:pt>
                <c:pt idx="1776">
                  <c:v>388.0</c:v>
                </c:pt>
                <c:pt idx="1777">
                  <c:v>388.0</c:v>
                </c:pt>
                <c:pt idx="1778">
                  <c:v>388.0</c:v>
                </c:pt>
                <c:pt idx="1779">
                  <c:v>388.0</c:v>
                </c:pt>
                <c:pt idx="1780">
                  <c:v>388.0</c:v>
                </c:pt>
                <c:pt idx="1781">
                  <c:v>388.0</c:v>
                </c:pt>
                <c:pt idx="1782">
                  <c:v>388.0</c:v>
                </c:pt>
                <c:pt idx="1783">
                  <c:v>388.0</c:v>
                </c:pt>
                <c:pt idx="1784">
                  <c:v>388.0</c:v>
                </c:pt>
                <c:pt idx="1785">
                  <c:v>388.0</c:v>
                </c:pt>
                <c:pt idx="1786">
                  <c:v>388.0</c:v>
                </c:pt>
                <c:pt idx="1787">
                  <c:v>388.0</c:v>
                </c:pt>
                <c:pt idx="1788">
                  <c:v>388.0</c:v>
                </c:pt>
                <c:pt idx="1789">
                  <c:v>388.0</c:v>
                </c:pt>
                <c:pt idx="1790">
                  <c:v>388.0</c:v>
                </c:pt>
                <c:pt idx="1791">
                  <c:v>388.0</c:v>
                </c:pt>
                <c:pt idx="1792">
                  <c:v>388.0</c:v>
                </c:pt>
                <c:pt idx="1793">
                  <c:v>388.0</c:v>
                </c:pt>
                <c:pt idx="1794">
                  <c:v>388.0</c:v>
                </c:pt>
                <c:pt idx="1795">
                  <c:v>388.0</c:v>
                </c:pt>
                <c:pt idx="1796">
                  <c:v>388.0</c:v>
                </c:pt>
                <c:pt idx="1797">
                  <c:v>388.0</c:v>
                </c:pt>
                <c:pt idx="1798">
                  <c:v>388.0</c:v>
                </c:pt>
                <c:pt idx="1799">
                  <c:v>388.0</c:v>
                </c:pt>
                <c:pt idx="1800">
                  <c:v>388.0</c:v>
                </c:pt>
                <c:pt idx="1801">
                  <c:v>388.0</c:v>
                </c:pt>
                <c:pt idx="1802">
                  <c:v>388.0</c:v>
                </c:pt>
                <c:pt idx="1803">
                  <c:v>388.0</c:v>
                </c:pt>
                <c:pt idx="1804">
                  <c:v>388.0</c:v>
                </c:pt>
                <c:pt idx="1805">
                  <c:v>388.0</c:v>
                </c:pt>
                <c:pt idx="1806">
                  <c:v>388.0</c:v>
                </c:pt>
                <c:pt idx="1807">
                  <c:v>388.0</c:v>
                </c:pt>
                <c:pt idx="1808">
                  <c:v>388.0</c:v>
                </c:pt>
                <c:pt idx="1809">
                  <c:v>388.0</c:v>
                </c:pt>
                <c:pt idx="1810">
                  <c:v>388.0</c:v>
                </c:pt>
                <c:pt idx="1811">
                  <c:v>388.0</c:v>
                </c:pt>
                <c:pt idx="1812">
                  <c:v>388.0</c:v>
                </c:pt>
                <c:pt idx="1813">
                  <c:v>388.0</c:v>
                </c:pt>
                <c:pt idx="1814">
                  <c:v>388.0</c:v>
                </c:pt>
                <c:pt idx="1815">
                  <c:v>388.0</c:v>
                </c:pt>
                <c:pt idx="1816">
                  <c:v>388.0</c:v>
                </c:pt>
                <c:pt idx="1817">
                  <c:v>388.0</c:v>
                </c:pt>
                <c:pt idx="1818">
                  <c:v>388.0</c:v>
                </c:pt>
                <c:pt idx="1819">
                  <c:v>388.0</c:v>
                </c:pt>
                <c:pt idx="1820">
                  <c:v>388.0</c:v>
                </c:pt>
                <c:pt idx="1821">
                  <c:v>388.0</c:v>
                </c:pt>
                <c:pt idx="1822">
                  <c:v>388.0</c:v>
                </c:pt>
                <c:pt idx="1823">
                  <c:v>388.0</c:v>
                </c:pt>
                <c:pt idx="1824">
                  <c:v>388.0</c:v>
                </c:pt>
                <c:pt idx="1825">
                  <c:v>388.0</c:v>
                </c:pt>
                <c:pt idx="1826">
                  <c:v>388.0</c:v>
                </c:pt>
                <c:pt idx="1827">
                  <c:v>388.0</c:v>
                </c:pt>
                <c:pt idx="1828">
                  <c:v>388.0</c:v>
                </c:pt>
                <c:pt idx="1829">
                  <c:v>388.0</c:v>
                </c:pt>
                <c:pt idx="1830">
                  <c:v>388.0</c:v>
                </c:pt>
                <c:pt idx="1831">
                  <c:v>388.0</c:v>
                </c:pt>
                <c:pt idx="1832">
                  <c:v>388.0</c:v>
                </c:pt>
                <c:pt idx="1833">
                  <c:v>388.0</c:v>
                </c:pt>
                <c:pt idx="1834">
                  <c:v>388.0</c:v>
                </c:pt>
                <c:pt idx="1835">
                  <c:v>388.0</c:v>
                </c:pt>
                <c:pt idx="1836">
                  <c:v>388.0</c:v>
                </c:pt>
                <c:pt idx="1837">
                  <c:v>388.0</c:v>
                </c:pt>
                <c:pt idx="1838">
                  <c:v>388.0</c:v>
                </c:pt>
                <c:pt idx="1839">
                  <c:v>388.0</c:v>
                </c:pt>
                <c:pt idx="1840">
                  <c:v>388.0</c:v>
                </c:pt>
                <c:pt idx="1841">
                  <c:v>388.0</c:v>
                </c:pt>
                <c:pt idx="1842">
                  <c:v>388.0</c:v>
                </c:pt>
                <c:pt idx="1843">
                  <c:v>388.0</c:v>
                </c:pt>
                <c:pt idx="1844">
                  <c:v>388.0</c:v>
                </c:pt>
                <c:pt idx="1845">
                  <c:v>388.0</c:v>
                </c:pt>
                <c:pt idx="1846">
                  <c:v>388.0</c:v>
                </c:pt>
                <c:pt idx="1847">
                  <c:v>388.0</c:v>
                </c:pt>
                <c:pt idx="1848">
                  <c:v>388.0</c:v>
                </c:pt>
                <c:pt idx="1849">
                  <c:v>388.0</c:v>
                </c:pt>
                <c:pt idx="1850">
                  <c:v>388.0</c:v>
                </c:pt>
                <c:pt idx="1851">
                  <c:v>388.0</c:v>
                </c:pt>
                <c:pt idx="1852">
                  <c:v>388.0</c:v>
                </c:pt>
                <c:pt idx="1853">
                  <c:v>388.0</c:v>
                </c:pt>
                <c:pt idx="1854">
                  <c:v>388.0</c:v>
                </c:pt>
                <c:pt idx="1855">
                  <c:v>388.0</c:v>
                </c:pt>
                <c:pt idx="1856">
                  <c:v>388.0</c:v>
                </c:pt>
                <c:pt idx="1857">
                  <c:v>388.0</c:v>
                </c:pt>
                <c:pt idx="1858">
                  <c:v>388.0</c:v>
                </c:pt>
                <c:pt idx="1859">
                  <c:v>388.0</c:v>
                </c:pt>
                <c:pt idx="1860">
                  <c:v>388.0</c:v>
                </c:pt>
                <c:pt idx="1861">
                  <c:v>388.0</c:v>
                </c:pt>
                <c:pt idx="1862">
                  <c:v>388.0</c:v>
                </c:pt>
                <c:pt idx="1863">
                  <c:v>388.0</c:v>
                </c:pt>
                <c:pt idx="1864">
                  <c:v>388.0</c:v>
                </c:pt>
                <c:pt idx="1865">
                  <c:v>388.0</c:v>
                </c:pt>
                <c:pt idx="1866">
                  <c:v>388.0</c:v>
                </c:pt>
                <c:pt idx="1867">
                  <c:v>388.0</c:v>
                </c:pt>
                <c:pt idx="1868">
                  <c:v>388.0</c:v>
                </c:pt>
                <c:pt idx="1869">
                  <c:v>388.0</c:v>
                </c:pt>
                <c:pt idx="1870">
                  <c:v>388.0</c:v>
                </c:pt>
                <c:pt idx="1871">
                  <c:v>388.0</c:v>
                </c:pt>
                <c:pt idx="1872">
                  <c:v>388.0</c:v>
                </c:pt>
                <c:pt idx="1873">
                  <c:v>388.0</c:v>
                </c:pt>
                <c:pt idx="1874">
                  <c:v>388.0</c:v>
                </c:pt>
                <c:pt idx="1875">
                  <c:v>388.0</c:v>
                </c:pt>
                <c:pt idx="1876">
                  <c:v>388.0</c:v>
                </c:pt>
                <c:pt idx="1877">
                  <c:v>388.0</c:v>
                </c:pt>
                <c:pt idx="1878">
                  <c:v>388.0</c:v>
                </c:pt>
                <c:pt idx="1879">
                  <c:v>388.0</c:v>
                </c:pt>
                <c:pt idx="1880">
                  <c:v>388.0</c:v>
                </c:pt>
                <c:pt idx="1881">
                  <c:v>388.0</c:v>
                </c:pt>
                <c:pt idx="1882">
                  <c:v>388.0</c:v>
                </c:pt>
                <c:pt idx="1883">
                  <c:v>388.0</c:v>
                </c:pt>
                <c:pt idx="1884">
                  <c:v>388.0</c:v>
                </c:pt>
                <c:pt idx="1885">
                  <c:v>388.0</c:v>
                </c:pt>
                <c:pt idx="1886">
                  <c:v>388.0</c:v>
                </c:pt>
                <c:pt idx="1887">
                  <c:v>388.0</c:v>
                </c:pt>
                <c:pt idx="1888">
                  <c:v>388.0</c:v>
                </c:pt>
                <c:pt idx="1889">
                  <c:v>388.0</c:v>
                </c:pt>
                <c:pt idx="1890">
                  <c:v>388.0</c:v>
                </c:pt>
                <c:pt idx="1891">
                  <c:v>388.0</c:v>
                </c:pt>
                <c:pt idx="1892">
                  <c:v>388.0</c:v>
                </c:pt>
                <c:pt idx="1893">
                  <c:v>388.0</c:v>
                </c:pt>
                <c:pt idx="1894">
                  <c:v>388.0</c:v>
                </c:pt>
                <c:pt idx="1895">
                  <c:v>388.0</c:v>
                </c:pt>
                <c:pt idx="1896">
                  <c:v>388.0</c:v>
                </c:pt>
                <c:pt idx="1897">
                  <c:v>388.0</c:v>
                </c:pt>
                <c:pt idx="1898">
                  <c:v>388.0</c:v>
                </c:pt>
                <c:pt idx="1899">
                  <c:v>388.0</c:v>
                </c:pt>
                <c:pt idx="1900">
                  <c:v>388.0</c:v>
                </c:pt>
                <c:pt idx="1901">
                  <c:v>388.0</c:v>
                </c:pt>
                <c:pt idx="1902">
                  <c:v>388.0</c:v>
                </c:pt>
                <c:pt idx="1903">
                  <c:v>388.0</c:v>
                </c:pt>
                <c:pt idx="1904">
                  <c:v>388.0</c:v>
                </c:pt>
                <c:pt idx="1905">
                  <c:v>388.0</c:v>
                </c:pt>
                <c:pt idx="1906">
                  <c:v>388.0</c:v>
                </c:pt>
                <c:pt idx="1907">
                  <c:v>388.0</c:v>
                </c:pt>
                <c:pt idx="1908">
                  <c:v>388.0</c:v>
                </c:pt>
                <c:pt idx="1909">
                  <c:v>388.0</c:v>
                </c:pt>
                <c:pt idx="1910">
                  <c:v>388.0</c:v>
                </c:pt>
                <c:pt idx="1911">
                  <c:v>388.0</c:v>
                </c:pt>
                <c:pt idx="1912">
                  <c:v>388.0</c:v>
                </c:pt>
                <c:pt idx="1913">
                  <c:v>388.0</c:v>
                </c:pt>
                <c:pt idx="1914">
                  <c:v>388.0</c:v>
                </c:pt>
                <c:pt idx="1915">
                  <c:v>388.0</c:v>
                </c:pt>
                <c:pt idx="1916">
                  <c:v>388.0</c:v>
                </c:pt>
                <c:pt idx="1917">
                  <c:v>388.0</c:v>
                </c:pt>
                <c:pt idx="1918">
                  <c:v>388.0</c:v>
                </c:pt>
                <c:pt idx="1919">
                  <c:v>388.0</c:v>
                </c:pt>
                <c:pt idx="1920">
                  <c:v>388.0</c:v>
                </c:pt>
                <c:pt idx="1921">
                  <c:v>388.0</c:v>
                </c:pt>
                <c:pt idx="1922">
                  <c:v>388.0</c:v>
                </c:pt>
                <c:pt idx="1923">
                  <c:v>388.0</c:v>
                </c:pt>
                <c:pt idx="1924">
                  <c:v>388.0</c:v>
                </c:pt>
                <c:pt idx="1925">
                  <c:v>388.0</c:v>
                </c:pt>
                <c:pt idx="1926">
                  <c:v>388.0</c:v>
                </c:pt>
                <c:pt idx="1927">
                  <c:v>388.0</c:v>
                </c:pt>
                <c:pt idx="1928">
                  <c:v>388.0</c:v>
                </c:pt>
                <c:pt idx="1929">
                  <c:v>388.0</c:v>
                </c:pt>
                <c:pt idx="1930">
                  <c:v>388.0</c:v>
                </c:pt>
                <c:pt idx="1931">
                  <c:v>388.0</c:v>
                </c:pt>
                <c:pt idx="1932">
                  <c:v>388.0</c:v>
                </c:pt>
                <c:pt idx="1933">
                  <c:v>388.0</c:v>
                </c:pt>
                <c:pt idx="1934">
                  <c:v>388.0</c:v>
                </c:pt>
                <c:pt idx="1935">
                  <c:v>388.0</c:v>
                </c:pt>
                <c:pt idx="1936">
                  <c:v>388.0</c:v>
                </c:pt>
                <c:pt idx="1937">
                  <c:v>388.0</c:v>
                </c:pt>
                <c:pt idx="1938">
                  <c:v>388.0</c:v>
                </c:pt>
                <c:pt idx="1939">
                  <c:v>388.0</c:v>
                </c:pt>
                <c:pt idx="1940">
                  <c:v>388.0</c:v>
                </c:pt>
                <c:pt idx="1941">
                  <c:v>388.0</c:v>
                </c:pt>
                <c:pt idx="1942">
                  <c:v>388.0</c:v>
                </c:pt>
                <c:pt idx="1943">
                  <c:v>388.0</c:v>
                </c:pt>
                <c:pt idx="1944">
                  <c:v>388.0</c:v>
                </c:pt>
                <c:pt idx="1945">
                  <c:v>388.0</c:v>
                </c:pt>
                <c:pt idx="1946">
                  <c:v>388.0</c:v>
                </c:pt>
                <c:pt idx="1947">
                  <c:v>388.0</c:v>
                </c:pt>
                <c:pt idx="1948">
                  <c:v>388.0</c:v>
                </c:pt>
                <c:pt idx="1949">
                  <c:v>388.0</c:v>
                </c:pt>
                <c:pt idx="1950">
                  <c:v>388.0</c:v>
                </c:pt>
                <c:pt idx="1951">
                  <c:v>388.0</c:v>
                </c:pt>
                <c:pt idx="1952">
                  <c:v>388.0</c:v>
                </c:pt>
                <c:pt idx="1953">
                  <c:v>388.0</c:v>
                </c:pt>
                <c:pt idx="1954">
                  <c:v>388.0</c:v>
                </c:pt>
                <c:pt idx="1955">
                  <c:v>388.0</c:v>
                </c:pt>
                <c:pt idx="1956">
                  <c:v>388.0</c:v>
                </c:pt>
                <c:pt idx="1957">
                  <c:v>388.0</c:v>
                </c:pt>
                <c:pt idx="1958">
                  <c:v>388.0</c:v>
                </c:pt>
                <c:pt idx="1959">
                  <c:v>388.0</c:v>
                </c:pt>
                <c:pt idx="1960">
                  <c:v>388.0</c:v>
                </c:pt>
                <c:pt idx="1961">
                  <c:v>388.0</c:v>
                </c:pt>
                <c:pt idx="1962">
                  <c:v>388.0</c:v>
                </c:pt>
                <c:pt idx="1963">
                  <c:v>388.0</c:v>
                </c:pt>
                <c:pt idx="1964">
                  <c:v>388.0</c:v>
                </c:pt>
                <c:pt idx="1965">
                  <c:v>388.0</c:v>
                </c:pt>
                <c:pt idx="1966">
                  <c:v>388.0</c:v>
                </c:pt>
                <c:pt idx="1967">
                  <c:v>388.0</c:v>
                </c:pt>
                <c:pt idx="1968">
                  <c:v>388.0</c:v>
                </c:pt>
                <c:pt idx="1969">
                  <c:v>388.0</c:v>
                </c:pt>
                <c:pt idx="1970">
                  <c:v>388.0</c:v>
                </c:pt>
                <c:pt idx="1971">
                  <c:v>388.0</c:v>
                </c:pt>
                <c:pt idx="1972">
                  <c:v>388.0</c:v>
                </c:pt>
                <c:pt idx="1973">
                  <c:v>388.0</c:v>
                </c:pt>
                <c:pt idx="1974">
                  <c:v>388.0</c:v>
                </c:pt>
                <c:pt idx="1975">
                  <c:v>388.0</c:v>
                </c:pt>
                <c:pt idx="1976">
                  <c:v>388.0</c:v>
                </c:pt>
                <c:pt idx="1977">
                  <c:v>388.0</c:v>
                </c:pt>
                <c:pt idx="1978">
                  <c:v>388.0</c:v>
                </c:pt>
                <c:pt idx="1979">
                  <c:v>388.0</c:v>
                </c:pt>
                <c:pt idx="1980">
                  <c:v>388.0</c:v>
                </c:pt>
                <c:pt idx="1981">
                  <c:v>388.0</c:v>
                </c:pt>
                <c:pt idx="1982">
                  <c:v>388.0</c:v>
                </c:pt>
                <c:pt idx="1983">
                  <c:v>388.0</c:v>
                </c:pt>
                <c:pt idx="1984">
                  <c:v>388.0</c:v>
                </c:pt>
                <c:pt idx="1985">
                  <c:v>388.0</c:v>
                </c:pt>
                <c:pt idx="1986">
                  <c:v>388.0</c:v>
                </c:pt>
                <c:pt idx="1987">
                  <c:v>388.0</c:v>
                </c:pt>
                <c:pt idx="1988">
                  <c:v>388.0</c:v>
                </c:pt>
                <c:pt idx="1989">
                  <c:v>388.0</c:v>
                </c:pt>
                <c:pt idx="1990">
                  <c:v>388.0</c:v>
                </c:pt>
                <c:pt idx="1991">
                  <c:v>388.0</c:v>
                </c:pt>
                <c:pt idx="1992">
                  <c:v>388.0</c:v>
                </c:pt>
                <c:pt idx="1993">
                  <c:v>388.0</c:v>
                </c:pt>
                <c:pt idx="1994">
                  <c:v>388.0</c:v>
                </c:pt>
                <c:pt idx="1995">
                  <c:v>388.0</c:v>
                </c:pt>
                <c:pt idx="1996">
                  <c:v>388.0</c:v>
                </c:pt>
                <c:pt idx="1997">
                  <c:v>388.0</c:v>
                </c:pt>
                <c:pt idx="1998">
                  <c:v>388.0</c:v>
                </c:pt>
                <c:pt idx="1999">
                  <c:v>388.0</c:v>
                </c:pt>
                <c:pt idx="2000">
                  <c:v>388.0</c:v>
                </c:pt>
                <c:pt idx="2001">
                  <c:v>388.0</c:v>
                </c:pt>
                <c:pt idx="2002">
                  <c:v>388.0</c:v>
                </c:pt>
                <c:pt idx="2003">
                  <c:v>388.0</c:v>
                </c:pt>
                <c:pt idx="2004">
                  <c:v>388.0</c:v>
                </c:pt>
                <c:pt idx="2005">
                  <c:v>388.0</c:v>
                </c:pt>
                <c:pt idx="2006">
                  <c:v>388.0</c:v>
                </c:pt>
                <c:pt idx="2007">
                  <c:v>388.0</c:v>
                </c:pt>
                <c:pt idx="2008">
                  <c:v>388.0</c:v>
                </c:pt>
                <c:pt idx="2009">
                  <c:v>388.0</c:v>
                </c:pt>
                <c:pt idx="2010">
                  <c:v>388.0</c:v>
                </c:pt>
                <c:pt idx="2011">
                  <c:v>388.0</c:v>
                </c:pt>
                <c:pt idx="2012">
                  <c:v>388.0</c:v>
                </c:pt>
                <c:pt idx="2013">
                  <c:v>388.0</c:v>
                </c:pt>
                <c:pt idx="2014">
                  <c:v>388.0</c:v>
                </c:pt>
                <c:pt idx="2015">
                  <c:v>388.0</c:v>
                </c:pt>
                <c:pt idx="2016">
                  <c:v>388.0</c:v>
                </c:pt>
                <c:pt idx="2017">
                  <c:v>388.0</c:v>
                </c:pt>
                <c:pt idx="2018">
                  <c:v>388.0</c:v>
                </c:pt>
                <c:pt idx="2019">
                  <c:v>388.0</c:v>
                </c:pt>
                <c:pt idx="2020">
                  <c:v>388.0</c:v>
                </c:pt>
                <c:pt idx="2021">
                  <c:v>388.0</c:v>
                </c:pt>
                <c:pt idx="2022">
                  <c:v>388.0</c:v>
                </c:pt>
                <c:pt idx="2023">
                  <c:v>388.0</c:v>
                </c:pt>
                <c:pt idx="2024">
                  <c:v>388.0</c:v>
                </c:pt>
                <c:pt idx="2025">
                  <c:v>388.0</c:v>
                </c:pt>
                <c:pt idx="2026">
                  <c:v>388.0</c:v>
                </c:pt>
                <c:pt idx="2027">
                  <c:v>388.0</c:v>
                </c:pt>
                <c:pt idx="2028">
                  <c:v>388.0</c:v>
                </c:pt>
                <c:pt idx="2029">
                  <c:v>388.0</c:v>
                </c:pt>
                <c:pt idx="2030">
                  <c:v>388.0</c:v>
                </c:pt>
                <c:pt idx="2031">
                  <c:v>388.0</c:v>
                </c:pt>
                <c:pt idx="2032">
                  <c:v>388.0</c:v>
                </c:pt>
                <c:pt idx="2033">
                  <c:v>388.0</c:v>
                </c:pt>
                <c:pt idx="2034">
                  <c:v>388.0</c:v>
                </c:pt>
                <c:pt idx="2035">
                  <c:v>388.0</c:v>
                </c:pt>
                <c:pt idx="2036">
                  <c:v>388.0</c:v>
                </c:pt>
                <c:pt idx="2037">
                  <c:v>388.0</c:v>
                </c:pt>
                <c:pt idx="2038">
                  <c:v>388.0</c:v>
                </c:pt>
                <c:pt idx="2039">
                  <c:v>388.0</c:v>
                </c:pt>
                <c:pt idx="2040">
                  <c:v>388.0</c:v>
                </c:pt>
                <c:pt idx="2041">
                  <c:v>388.0</c:v>
                </c:pt>
                <c:pt idx="2042">
                  <c:v>388.0</c:v>
                </c:pt>
                <c:pt idx="2043">
                  <c:v>388.0</c:v>
                </c:pt>
                <c:pt idx="2044">
                  <c:v>388.0</c:v>
                </c:pt>
                <c:pt idx="2045">
                  <c:v>388.0</c:v>
                </c:pt>
                <c:pt idx="2046">
                  <c:v>388.0</c:v>
                </c:pt>
                <c:pt idx="2047">
                  <c:v>388.0</c:v>
                </c:pt>
                <c:pt idx="2048">
                  <c:v>388.0</c:v>
                </c:pt>
                <c:pt idx="2049">
                  <c:v>388.0</c:v>
                </c:pt>
                <c:pt idx="2050">
                  <c:v>388.0</c:v>
                </c:pt>
                <c:pt idx="2051">
                  <c:v>388.0</c:v>
                </c:pt>
                <c:pt idx="2052">
                  <c:v>388.0</c:v>
                </c:pt>
                <c:pt idx="2053">
                  <c:v>388.0</c:v>
                </c:pt>
                <c:pt idx="2054">
                  <c:v>388.0</c:v>
                </c:pt>
                <c:pt idx="2055">
                  <c:v>388.0</c:v>
                </c:pt>
                <c:pt idx="2056">
                  <c:v>388.0</c:v>
                </c:pt>
                <c:pt idx="2057">
                  <c:v>388.0</c:v>
                </c:pt>
                <c:pt idx="2058">
                  <c:v>388.0</c:v>
                </c:pt>
                <c:pt idx="2059">
                  <c:v>388.0</c:v>
                </c:pt>
                <c:pt idx="2060">
                  <c:v>388.0</c:v>
                </c:pt>
                <c:pt idx="2061">
                  <c:v>388.0</c:v>
                </c:pt>
                <c:pt idx="2062">
                  <c:v>388.0</c:v>
                </c:pt>
                <c:pt idx="2063">
                  <c:v>388.0</c:v>
                </c:pt>
                <c:pt idx="2064">
                  <c:v>388.0</c:v>
                </c:pt>
                <c:pt idx="2065">
                  <c:v>388.0</c:v>
                </c:pt>
                <c:pt idx="2066">
                  <c:v>388.0</c:v>
                </c:pt>
                <c:pt idx="2067">
                  <c:v>388.0</c:v>
                </c:pt>
                <c:pt idx="2068">
                  <c:v>388.0</c:v>
                </c:pt>
                <c:pt idx="2069">
                  <c:v>388.0</c:v>
                </c:pt>
                <c:pt idx="2070">
                  <c:v>388.0</c:v>
                </c:pt>
                <c:pt idx="2071">
                  <c:v>388.0</c:v>
                </c:pt>
                <c:pt idx="2072">
                  <c:v>388.0</c:v>
                </c:pt>
                <c:pt idx="2073">
                  <c:v>388.0</c:v>
                </c:pt>
                <c:pt idx="2074">
                  <c:v>388.0</c:v>
                </c:pt>
                <c:pt idx="2075">
                  <c:v>388.0</c:v>
                </c:pt>
                <c:pt idx="2076">
                  <c:v>388.0</c:v>
                </c:pt>
                <c:pt idx="2077">
                  <c:v>388.0</c:v>
                </c:pt>
                <c:pt idx="2078">
                  <c:v>388.0</c:v>
                </c:pt>
                <c:pt idx="2079">
                  <c:v>388.0</c:v>
                </c:pt>
                <c:pt idx="2080">
                  <c:v>388.0</c:v>
                </c:pt>
                <c:pt idx="2081">
                  <c:v>388.0</c:v>
                </c:pt>
                <c:pt idx="2082">
                  <c:v>388.0</c:v>
                </c:pt>
                <c:pt idx="2083">
                  <c:v>388.0</c:v>
                </c:pt>
                <c:pt idx="2084">
                  <c:v>388.0</c:v>
                </c:pt>
                <c:pt idx="2085">
                  <c:v>388.0</c:v>
                </c:pt>
                <c:pt idx="2086">
                  <c:v>388.0</c:v>
                </c:pt>
                <c:pt idx="2087">
                  <c:v>388.0</c:v>
                </c:pt>
                <c:pt idx="2088">
                  <c:v>388.0</c:v>
                </c:pt>
                <c:pt idx="2089">
                  <c:v>388.0</c:v>
                </c:pt>
                <c:pt idx="2090">
                  <c:v>388.0</c:v>
                </c:pt>
                <c:pt idx="2091">
                  <c:v>388.0</c:v>
                </c:pt>
                <c:pt idx="2092">
                  <c:v>388.0</c:v>
                </c:pt>
                <c:pt idx="2093">
                  <c:v>388.0</c:v>
                </c:pt>
                <c:pt idx="2094">
                  <c:v>388.0</c:v>
                </c:pt>
                <c:pt idx="2095">
                  <c:v>388.0</c:v>
                </c:pt>
                <c:pt idx="2096">
                  <c:v>388.0</c:v>
                </c:pt>
                <c:pt idx="2097">
                  <c:v>388.0</c:v>
                </c:pt>
                <c:pt idx="2098">
                  <c:v>388.0</c:v>
                </c:pt>
                <c:pt idx="2099">
                  <c:v>388.0</c:v>
                </c:pt>
                <c:pt idx="2100">
                  <c:v>388.0</c:v>
                </c:pt>
                <c:pt idx="2101">
                  <c:v>388.0</c:v>
                </c:pt>
                <c:pt idx="2102">
                  <c:v>388.0</c:v>
                </c:pt>
                <c:pt idx="2103">
                  <c:v>388.0</c:v>
                </c:pt>
                <c:pt idx="2104">
                  <c:v>388.0</c:v>
                </c:pt>
                <c:pt idx="2105">
                  <c:v>388.0</c:v>
                </c:pt>
                <c:pt idx="2106">
                  <c:v>388.0</c:v>
                </c:pt>
                <c:pt idx="2107">
                  <c:v>388.0</c:v>
                </c:pt>
                <c:pt idx="2108">
                  <c:v>388.0</c:v>
                </c:pt>
                <c:pt idx="2109">
                  <c:v>388.0</c:v>
                </c:pt>
                <c:pt idx="2110">
                  <c:v>388.0</c:v>
                </c:pt>
                <c:pt idx="2111">
                  <c:v>388.0</c:v>
                </c:pt>
                <c:pt idx="2112">
                  <c:v>388.0</c:v>
                </c:pt>
                <c:pt idx="2113">
                  <c:v>388.0</c:v>
                </c:pt>
                <c:pt idx="2114">
                  <c:v>388.0</c:v>
                </c:pt>
                <c:pt idx="2115">
                  <c:v>388.0</c:v>
                </c:pt>
                <c:pt idx="2116">
                  <c:v>388.0</c:v>
                </c:pt>
                <c:pt idx="2117">
                  <c:v>388.0</c:v>
                </c:pt>
                <c:pt idx="2118">
                  <c:v>388.0</c:v>
                </c:pt>
                <c:pt idx="2119">
                  <c:v>388.0</c:v>
                </c:pt>
                <c:pt idx="2120">
                  <c:v>388.0</c:v>
                </c:pt>
                <c:pt idx="2121">
                  <c:v>388.0</c:v>
                </c:pt>
                <c:pt idx="2122">
                  <c:v>388.0</c:v>
                </c:pt>
                <c:pt idx="2123">
                  <c:v>388.0</c:v>
                </c:pt>
                <c:pt idx="2124">
                  <c:v>388.0</c:v>
                </c:pt>
                <c:pt idx="2125">
                  <c:v>388.0</c:v>
                </c:pt>
                <c:pt idx="2126">
                  <c:v>388.0</c:v>
                </c:pt>
                <c:pt idx="2127">
                  <c:v>388.0</c:v>
                </c:pt>
                <c:pt idx="2128">
                  <c:v>388.0</c:v>
                </c:pt>
                <c:pt idx="2129">
                  <c:v>388.0</c:v>
                </c:pt>
                <c:pt idx="2130">
                  <c:v>388.0</c:v>
                </c:pt>
                <c:pt idx="2131">
                  <c:v>388.0</c:v>
                </c:pt>
                <c:pt idx="2132">
                  <c:v>388.0</c:v>
                </c:pt>
                <c:pt idx="2133">
                  <c:v>388.0</c:v>
                </c:pt>
                <c:pt idx="2134">
                  <c:v>388.0</c:v>
                </c:pt>
                <c:pt idx="2135">
                  <c:v>388.0</c:v>
                </c:pt>
                <c:pt idx="2136">
                  <c:v>388.0</c:v>
                </c:pt>
                <c:pt idx="2137">
                  <c:v>388.0</c:v>
                </c:pt>
                <c:pt idx="2138">
                  <c:v>388.0</c:v>
                </c:pt>
                <c:pt idx="2139">
                  <c:v>388.0</c:v>
                </c:pt>
                <c:pt idx="2140">
                  <c:v>388.0</c:v>
                </c:pt>
                <c:pt idx="2141">
                  <c:v>388.0</c:v>
                </c:pt>
                <c:pt idx="2142">
                  <c:v>388.0</c:v>
                </c:pt>
                <c:pt idx="2143">
                  <c:v>388.0</c:v>
                </c:pt>
                <c:pt idx="2144">
                  <c:v>388.0</c:v>
                </c:pt>
                <c:pt idx="2145">
                  <c:v>388.0</c:v>
                </c:pt>
                <c:pt idx="2146">
                  <c:v>388.0</c:v>
                </c:pt>
                <c:pt idx="2147">
                  <c:v>388.0</c:v>
                </c:pt>
                <c:pt idx="2148">
                  <c:v>388.0</c:v>
                </c:pt>
                <c:pt idx="2149">
                  <c:v>388.0</c:v>
                </c:pt>
                <c:pt idx="2150">
                  <c:v>388.0</c:v>
                </c:pt>
                <c:pt idx="2151">
                  <c:v>388.0</c:v>
                </c:pt>
                <c:pt idx="2152">
                  <c:v>388.0</c:v>
                </c:pt>
                <c:pt idx="2153">
                  <c:v>388.0</c:v>
                </c:pt>
                <c:pt idx="2154">
                  <c:v>388.0</c:v>
                </c:pt>
                <c:pt idx="2155">
                  <c:v>388.0</c:v>
                </c:pt>
                <c:pt idx="2156">
                  <c:v>388.0</c:v>
                </c:pt>
                <c:pt idx="2157">
                  <c:v>388.0</c:v>
                </c:pt>
                <c:pt idx="2158">
                  <c:v>388.0</c:v>
                </c:pt>
                <c:pt idx="2159">
                  <c:v>388.0</c:v>
                </c:pt>
                <c:pt idx="2160">
                  <c:v>388.0</c:v>
                </c:pt>
                <c:pt idx="2161">
                  <c:v>388.0</c:v>
                </c:pt>
                <c:pt idx="2162">
                  <c:v>388.0</c:v>
                </c:pt>
                <c:pt idx="2163">
                  <c:v>388.0</c:v>
                </c:pt>
                <c:pt idx="2164">
                  <c:v>388.0</c:v>
                </c:pt>
                <c:pt idx="2165">
                  <c:v>388.0</c:v>
                </c:pt>
                <c:pt idx="2166">
                  <c:v>388.0</c:v>
                </c:pt>
                <c:pt idx="2167">
                  <c:v>388.0</c:v>
                </c:pt>
                <c:pt idx="2168">
                  <c:v>388.0</c:v>
                </c:pt>
                <c:pt idx="2169">
                  <c:v>388.0</c:v>
                </c:pt>
                <c:pt idx="2170">
                  <c:v>388.0</c:v>
                </c:pt>
                <c:pt idx="2171">
                  <c:v>388.0</c:v>
                </c:pt>
                <c:pt idx="2172">
                  <c:v>388.0</c:v>
                </c:pt>
                <c:pt idx="2173">
                  <c:v>388.0</c:v>
                </c:pt>
                <c:pt idx="2174">
                  <c:v>388.0</c:v>
                </c:pt>
                <c:pt idx="2175">
                  <c:v>388.0</c:v>
                </c:pt>
                <c:pt idx="2176">
                  <c:v>388.0</c:v>
                </c:pt>
                <c:pt idx="2177">
                  <c:v>388.0</c:v>
                </c:pt>
                <c:pt idx="2178">
                  <c:v>388.0</c:v>
                </c:pt>
                <c:pt idx="2179">
                  <c:v>388.0</c:v>
                </c:pt>
                <c:pt idx="2180">
                  <c:v>388.0</c:v>
                </c:pt>
                <c:pt idx="2181">
                  <c:v>388.0</c:v>
                </c:pt>
                <c:pt idx="2182">
                  <c:v>388.0</c:v>
                </c:pt>
                <c:pt idx="2183">
                  <c:v>388.0</c:v>
                </c:pt>
                <c:pt idx="2184">
                  <c:v>388.0</c:v>
                </c:pt>
                <c:pt idx="2185">
                  <c:v>388.0</c:v>
                </c:pt>
                <c:pt idx="2186">
                  <c:v>388.0</c:v>
                </c:pt>
                <c:pt idx="2187">
                  <c:v>388.0</c:v>
                </c:pt>
                <c:pt idx="2188">
                  <c:v>388.0</c:v>
                </c:pt>
                <c:pt idx="2189">
                  <c:v>388.0</c:v>
                </c:pt>
                <c:pt idx="2190">
                  <c:v>388.0</c:v>
                </c:pt>
                <c:pt idx="2191">
                  <c:v>388.0</c:v>
                </c:pt>
                <c:pt idx="2192">
                  <c:v>388.0</c:v>
                </c:pt>
                <c:pt idx="2193">
                  <c:v>388.0</c:v>
                </c:pt>
                <c:pt idx="2194">
                  <c:v>388.0</c:v>
                </c:pt>
                <c:pt idx="2195">
                  <c:v>388.0</c:v>
                </c:pt>
                <c:pt idx="2196">
                  <c:v>388.0</c:v>
                </c:pt>
                <c:pt idx="2197">
                  <c:v>388.0</c:v>
                </c:pt>
                <c:pt idx="2198">
                  <c:v>388.0</c:v>
                </c:pt>
                <c:pt idx="2199">
                  <c:v>388.0</c:v>
                </c:pt>
                <c:pt idx="2200">
                  <c:v>388.0</c:v>
                </c:pt>
                <c:pt idx="2201">
                  <c:v>388.0</c:v>
                </c:pt>
                <c:pt idx="2202">
                  <c:v>388.0</c:v>
                </c:pt>
                <c:pt idx="2203">
                  <c:v>388.0</c:v>
                </c:pt>
                <c:pt idx="2204">
                  <c:v>388.0</c:v>
                </c:pt>
                <c:pt idx="2205">
                  <c:v>388.0</c:v>
                </c:pt>
                <c:pt idx="2206">
                  <c:v>388.0</c:v>
                </c:pt>
                <c:pt idx="2207">
                  <c:v>388.0</c:v>
                </c:pt>
                <c:pt idx="2208">
                  <c:v>388.0</c:v>
                </c:pt>
                <c:pt idx="2209">
                  <c:v>388.0</c:v>
                </c:pt>
                <c:pt idx="2210">
                  <c:v>388.0</c:v>
                </c:pt>
                <c:pt idx="2211">
                  <c:v>388.0</c:v>
                </c:pt>
                <c:pt idx="2212">
                  <c:v>388.0</c:v>
                </c:pt>
                <c:pt idx="2213">
                  <c:v>388.0</c:v>
                </c:pt>
                <c:pt idx="2214">
                  <c:v>388.0</c:v>
                </c:pt>
                <c:pt idx="2215">
                  <c:v>388.0</c:v>
                </c:pt>
                <c:pt idx="2216">
                  <c:v>388.0</c:v>
                </c:pt>
                <c:pt idx="2217">
                  <c:v>388.0</c:v>
                </c:pt>
                <c:pt idx="2218">
                  <c:v>388.0</c:v>
                </c:pt>
                <c:pt idx="2219">
                  <c:v>388.0</c:v>
                </c:pt>
                <c:pt idx="2220">
                  <c:v>388.0</c:v>
                </c:pt>
                <c:pt idx="2221">
                  <c:v>388.0</c:v>
                </c:pt>
                <c:pt idx="2222">
                  <c:v>388.0</c:v>
                </c:pt>
                <c:pt idx="2223">
                  <c:v>388.0</c:v>
                </c:pt>
                <c:pt idx="2224">
                  <c:v>388.0</c:v>
                </c:pt>
                <c:pt idx="2225">
                  <c:v>388.0</c:v>
                </c:pt>
                <c:pt idx="2226">
                  <c:v>388.0</c:v>
                </c:pt>
                <c:pt idx="2227">
                  <c:v>388.0</c:v>
                </c:pt>
                <c:pt idx="2228">
                  <c:v>388.0</c:v>
                </c:pt>
                <c:pt idx="2229">
                  <c:v>388.0</c:v>
                </c:pt>
                <c:pt idx="2230">
                  <c:v>388.0</c:v>
                </c:pt>
                <c:pt idx="2231">
                  <c:v>388.0</c:v>
                </c:pt>
                <c:pt idx="2232">
                  <c:v>388.0</c:v>
                </c:pt>
                <c:pt idx="2233">
                  <c:v>388.0</c:v>
                </c:pt>
                <c:pt idx="2234">
                  <c:v>388.0</c:v>
                </c:pt>
                <c:pt idx="2235">
                  <c:v>388.0</c:v>
                </c:pt>
                <c:pt idx="2236">
                  <c:v>388.0</c:v>
                </c:pt>
                <c:pt idx="2237">
                  <c:v>388.0</c:v>
                </c:pt>
                <c:pt idx="2238">
                  <c:v>388.0</c:v>
                </c:pt>
                <c:pt idx="2239">
                  <c:v>388.0</c:v>
                </c:pt>
                <c:pt idx="2240">
                  <c:v>388.0</c:v>
                </c:pt>
                <c:pt idx="2241">
                  <c:v>388.0</c:v>
                </c:pt>
                <c:pt idx="2242">
                  <c:v>388.0</c:v>
                </c:pt>
                <c:pt idx="2243">
                  <c:v>388.0</c:v>
                </c:pt>
                <c:pt idx="2244">
                  <c:v>388.0</c:v>
                </c:pt>
                <c:pt idx="2245">
                  <c:v>388.0</c:v>
                </c:pt>
                <c:pt idx="2246">
                  <c:v>388.0</c:v>
                </c:pt>
                <c:pt idx="2247">
                  <c:v>388.0</c:v>
                </c:pt>
                <c:pt idx="2248">
                  <c:v>388.0</c:v>
                </c:pt>
                <c:pt idx="2249">
                  <c:v>388.0</c:v>
                </c:pt>
                <c:pt idx="2250">
                  <c:v>388.0</c:v>
                </c:pt>
                <c:pt idx="2251">
                  <c:v>388.0</c:v>
                </c:pt>
                <c:pt idx="2252">
                  <c:v>388.0</c:v>
                </c:pt>
                <c:pt idx="2253">
                  <c:v>388.0</c:v>
                </c:pt>
                <c:pt idx="2254">
                  <c:v>388.0</c:v>
                </c:pt>
                <c:pt idx="2255">
                  <c:v>388.0</c:v>
                </c:pt>
                <c:pt idx="2256">
                  <c:v>388.0</c:v>
                </c:pt>
                <c:pt idx="2257">
                  <c:v>388.0</c:v>
                </c:pt>
                <c:pt idx="2258">
                  <c:v>388.0</c:v>
                </c:pt>
                <c:pt idx="2259">
                  <c:v>388.0</c:v>
                </c:pt>
                <c:pt idx="2260">
                  <c:v>388.0</c:v>
                </c:pt>
                <c:pt idx="2261">
                  <c:v>388.0</c:v>
                </c:pt>
                <c:pt idx="2262">
                  <c:v>388.0</c:v>
                </c:pt>
                <c:pt idx="2263">
                  <c:v>388.0</c:v>
                </c:pt>
                <c:pt idx="2264">
                  <c:v>388.0</c:v>
                </c:pt>
                <c:pt idx="2265">
                  <c:v>388.0</c:v>
                </c:pt>
                <c:pt idx="2266">
                  <c:v>388.0</c:v>
                </c:pt>
                <c:pt idx="2267">
                  <c:v>388.0</c:v>
                </c:pt>
                <c:pt idx="2268">
                  <c:v>388.0</c:v>
                </c:pt>
                <c:pt idx="2269">
                  <c:v>388.0</c:v>
                </c:pt>
                <c:pt idx="2270">
                  <c:v>388.0</c:v>
                </c:pt>
                <c:pt idx="2271">
                  <c:v>388.0</c:v>
                </c:pt>
                <c:pt idx="2272">
                  <c:v>388.0</c:v>
                </c:pt>
                <c:pt idx="2273">
                  <c:v>388.0</c:v>
                </c:pt>
                <c:pt idx="2274">
                  <c:v>388.0</c:v>
                </c:pt>
                <c:pt idx="2275">
                  <c:v>388.0</c:v>
                </c:pt>
                <c:pt idx="2276">
                  <c:v>388.0</c:v>
                </c:pt>
                <c:pt idx="2277">
                  <c:v>388.0</c:v>
                </c:pt>
                <c:pt idx="2278">
                  <c:v>388.0</c:v>
                </c:pt>
                <c:pt idx="2279">
                  <c:v>388.0</c:v>
                </c:pt>
                <c:pt idx="2280">
                  <c:v>388.0</c:v>
                </c:pt>
                <c:pt idx="2281">
                  <c:v>388.0</c:v>
                </c:pt>
                <c:pt idx="2282">
                  <c:v>388.0</c:v>
                </c:pt>
                <c:pt idx="2283">
                  <c:v>388.0</c:v>
                </c:pt>
                <c:pt idx="2284">
                  <c:v>388.0</c:v>
                </c:pt>
                <c:pt idx="2285">
                  <c:v>388.0</c:v>
                </c:pt>
                <c:pt idx="2286">
                  <c:v>388.0</c:v>
                </c:pt>
                <c:pt idx="2287">
                  <c:v>388.0</c:v>
                </c:pt>
                <c:pt idx="2288">
                  <c:v>388.0</c:v>
                </c:pt>
                <c:pt idx="2289">
                  <c:v>388.0</c:v>
                </c:pt>
                <c:pt idx="2290">
                  <c:v>388.0</c:v>
                </c:pt>
                <c:pt idx="2291">
                  <c:v>388.0</c:v>
                </c:pt>
                <c:pt idx="2292">
                  <c:v>388.0</c:v>
                </c:pt>
                <c:pt idx="2293">
                  <c:v>388.0</c:v>
                </c:pt>
                <c:pt idx="2294">
                  <c:v>388.0</c:v>
                </c:pt>
                <c:pt idx="2295">
                  <c:v>388.0</c:v>
                </c:pt>
                <c:pt idx="2296">
                  <c:v>388.0</c:v>
                </c:pt>
                <c:pt idx="2297">
                  <c:v>388.0</c:v>
                </c:pt>
                <c:pt idx="2298">
                  <c:v>388.0</c:v>
                </c:pt>
                <c:pt idx="2299">
                  <c:v>388.0</c:v>
                </c:pt>
                <c:pt idx="2300">
                  <c:v>388.0</c:v>
                </c:pt>
                <c:pt idx="2301">
                  <c:v>388.0</c:v>
                </c:pt>
                <c:pt idx="2302">
                  <c:v>388.0</c:v>
                </c:pt>
                <c:pt idx="2303">
                  <c:v>388.0</c:v>
                </c:pt>
                <c:pt idx="2304">
                  <c:v>388.0</c:v>
                </c:pt>
                <c:pt idx="2305">
                  <c:v>388.0</c:v>
                </c:pt>
                <c:pt idx="2306">
                  <c:v>388.0</c:v>
                </c:pt>
                <c:pt idx="2307">
                  <c:v>388.0</c:v>
                </c:pt>
                <c:pt idx="2308">
                  <c:v>388.0</c:v>
                </c:pt>
                <c:pt idx="2309">
                  <c:v>388.0</c:v>
                </c:pt>
                <c:pt idx="2310">
                  <c:v>388.0</c:v>
                </c:pt>
                <c:pt idx="2311">
                  <c:v>388.0</c:v>
                </c:pt>
                <c:pt idx="2312">
                  <c:v>388.0</c:v>
                </c:pt>
                <c:pt idx="2313">
                  <c:v>388.0</c:v>
                </c:pt>
                <c:pt idx="2314">
                  <c:v>388.0</c:v>
                </c:pt>
                <c:pt idx="2315">
                  <c:v>388.0</c:v>
                </c:pt>
                <c:pt idx="2316">
                  <c:v>388.0</c:v>
                </c:pt>
                <c:pt idx="2317">
                  <c:v>388.0</c:v>
                </c:pt>
                <c:pt idx="2318">
                  <c:v>388.0</c:v>
                </c:pt>
                <c:pt idx="2319">
                  <c:v>388.0</c:v>
                </c:pt>
                <c:pt idx="2320">
                  <c:v>388.0</c:v>
                </c:pt>
                <c:pt idx="2321">
                  <c:v>388.0</c:v>
                </c:pt>
                <c:pt idx="2322">
                  <c:v>388.0</c:v>
                </c:pt>
                <c:pt idx="2323">
                  <c:v>388.0</c:v>
                </c:pt>
                <c:pt idx="2324">
                  <c:v>388.0</c:v>
                </c:pt>
                <c:pt idx="2325">
                  <c:v>388.0</c:v>
                </c:pt>
                <c:pt idx="2326">
                  <c:v>388.0</c:v>
                </c:pt>
                <c:pt idx="2327">
                  <c:v>388.0</c:v>
                </c:pt>
                <c:pt idx="2328">
                  <c:v>388.0</c:v>
                </c:pt>
                <c:pt idx="2329">
                  <c:v>388.0</c:v>
                </c:pt>
                <c:pt idx="2330">
                  <c:v>388.0</c:v>
                </c:pt>
                <c:pt idx="2331">
                  <c:v>388.0</c:v>
                </c:pt>
                <c:pt idx="2332">
                  <c:v>388.0</c:v>
                </c:pt>
                <c:pt idx="2333">
                  <c:v>388.0</c:v>
                </c:pt>
                <c:pt idx="2334">
                  <c:v>388.0</c:v>
                </c:pt>
                <c:pt idx="2335">
                  <c:v>388.0</c:v>
                </c:pt>
                <c:pt idx="2336">
                  <c:v>388.0</c:v>
                </c:pt>
                <c:pt idx="2337">
                  <c:v>388.0</c:v>
                </c:pt>
                <c:pt idx="2338">
                  <c:v>388.0</c:v>
                </c:pt>
                <c:pt idx="2339">
                  <c:v>388.0</c:v>
                </c:pt>
                <c:pt idx="2340">
                  <c:v>388.0</c:v>
                </c:pt>
                <c:pt idx="2341">
                  <c:v>388.0</c:v>
                </c:pt>
                <c:pt idx="2342">
                  <c:v>388.0</c:v>
                </c:pt>
                <c:pt idx="2343">
                  <c:v>388.0</c:v>
                </c:pt>
                <c:pt idx="2344">
                  <c:v>388.0</c:v>
                </c:pt>
                <c:pt idx="2345">
                  <c:v>388.0</c:v>
                </c:pt>
                <c:pt idx="2346">
                  <c:v>388.0</c:v>
                </c:pt>
                <c:pt idx="2347">
                  <c:v>388.0</c:v>
                </c:pt>
                <c:pt idx="2348">
                  <c:v>388.0</c:v>
                </c:pt>
                <c:pt idx="2349">
                  <c:v>388.0</c:v>
                </c:pt>
                <c:pt idx="2350">
                  <c:v>388.0</c:v>
                </c:pt>
                <c:pt idx="2351">
                  <c:v>388.0</c:v>
                </c:pt>
                <c:pt idx="2352">
                  <c:v>388.0</c:v>
                </c:pt>
                <c:pt idx="2353">
                  <c:v>388.0</c:v>
                </c:pt>
                <c:pt idx="2354">
                  <c:v>388.0</c:v>
                </c:pt>
                <c:pt idx="2355">
                  <c:v>388.0</c:v>
                </c:pt>
                <c:pt idx="2356">
                  <c:v>388.0</c:v>
                </c:pt>
                <c:pt idx="2357">
                  <c:v>388.0</c:v>
                </c:pt>
                <c:pt idx="2358">
                  <c:v>388.0</c:v>
                </c:pt>
                <c:pt idx="2359">
                  <c:v>388.0</c:v>
                </c:pt>
                <c:pt idx="2360">
                  <c:v>388.0</c:v>
                </c:pt>
                <c:pt idx="2361">
                  <c:v>388.0</c:v>
                </c:pt>
                <c:pt idx="2362">
                  <c:v>388.0</c:v>
                </c:pt>
                <c:pt idx="2363">
                  <c:v>388.0</c:v>
                </c:pt>
                <c:pt idx="2364">
                  <c:v>388.0</c:v>
                </c:pt>
                <c:pt idx="2365">
                  <c:v>388.0</c:v>
                </c:pt>
                <c:pt idx="2366">
                  <c:v>388.0</c:v>
                </c:pt>
                <c:pt idx="2367">
                  <c:v>388.0</c:v>
                </c:pt>
                <c:pt idx="2368">
                  <c:v>388.0</c:v>
                </c:pt>
                <c:pt idx="2369">
                  <c:v>388.0</c:v>
                </c:pt>
                <c:pt idx="2370">
                  <c:v>388.0</c:v>
                </c:pt>
                <c:pt idx="2371">
                  <c:v>388.0</c:v>
                </c:pt>
                <c:pt idx="2372">
                  <c:v>388.0</c:v>
                </c:pt>
                <c:pt idx="2373">
                  <c:v>388.0</c:v>
                </c:pt>
                <c:pt idx="2374">
                  <c:v>388.0</c:v>
                </c:pt>
                <c:pt idx="2375">
                  <c:v>388.0</c:v>
                </c:pt>
                <c:pt idx="2376">
                  <c:v>388.0</c:v>
                </c:pt>
                <c:pt idx="2377">
                  <c:v>388.0</c:v>
                </c:pt>
                <c:pt idx="2378">
                  <c:v>388.0</c:v>
                </c:pt>
                <c:pt idx="2379">
                  <c:v>388.0</c:v>
                </c:pt>
                <c:pt idx="2380">
                  <c:v>388.0</c:v>
                </c:pt>
                <c:pt idx="2381">
                  <c:v>388.0</c:v>
                </c:pt>
                <c:pt idx="2382">
                  <c:v>388.0</c:v>
                </c:pt>
                <c:pt idx="2383">
                  <c:v>388.0</c:v>
                </c:pt>
                <c:pt idx="2384">
                  <c:v>388.0</c:v>
                </c:pt>
                <c:pt idx="2385">
                  <c:v>388.0</c:v>
                </c:pt>
                <c:pt idx="2386">
                  <c:v>388.0</c:v>
                </c:pt>
                <c:pt idx="2387">
                  <c:v>388.0</c:v>
                </c:pt>
                <c:pt idx="2388">
                  <c:v>388.0</c:v>
                </c:pt>
                <c:pt idx="2389">
                  <c:v>388.0</c:v>
                </c:pt>
                <c:pt idx="2390">
                  <c:v>388.0</c:v>
                </c:pt>
                <c:pt idx="2391">
                  <c:v>388.0</c:v>
                </c:pt>
                <c:pt idx="2392">
                  <c:v>388.0</c:v>
                </c:pt>
                <c:pt idx="2393">
                  <c:v>388.0</c:v>
                </c:pt>
                <c:pt idx="2394">
                  <c:v>388.0</c:v>
                </c:pt>
                <c:pt idx="2395">
                  <c:v>388.0</c:v>
                </c:pt>
                <c:pt idx="2396">
                  <c:v>388.0</c:v>
                </c:pt>
                <c:pt idx="2397">
                  <c:v>388.0</c:v>
                </c:pt>
                <c:pt idx="2398">
                  <c:v>388.0</c:v>
                </c:pt>
                <c:pt idx="2399">
                  <c:v>388.0</c:v>
                </c:pt>
                <c:pt idx="2400">
                  <c:v>388.0</c:v>
                </c:pt>
                <c:pt idx="2401">
                  <c:v>388.0</c:v>
                </c:pt>
                <c:pt idx="2402">
                  <c:v>388.0</c:v>
                </c:pt>
                <c:pt idx="2403">
                  <c:v>388.0</c:v>
                </c:pt>
                <c:pt idx="2404">
                  <c:v>388.0</c:v>
                </c:pt>
                <c:pt idx="2405">
                  <c:v>388.0</c:v>
                </c:pt>
                <c:pt idx="2406">
                  <c:v>388.0</c:v>
                </c:pt>
                <c:pt idx="2407">
                  <c:v>388.0</c:v>
                </c:pt>
                <c:pt idx="2408">
                  <c:v>388.0</c:v>
                </c:pt>
                <c:pt idx="2409">
                  <c:v>388.0</c:v>
                </c:pt>
                <c:pt idx="2410">
                  <c:v>388.0</c:v>
                </c:pt>
                <c:pt idx="2411">
                  <c:v>388.0</c:v>
                </c:pt>
                <c:pt idx="2412">
                  <c:v>388.0</c:v>
                </c:pt>
                <c:pt idx="2413">
                  <c:v>388.0</c:v>
                </c:pt>
                <c:pt idx="2414">
                  <c:v>388.0</c:v>
                </c:pt>
                <c:pt idx="2415">
                  <c:v>388.0</c:v>
                </c:pt>
                <c:pt idx="2416">
                  <c:v>388.0</c:v>
                </c:pt>
                <c:pt idx="2417">
                  <c:v>388.0</c:v>
                </c:pt>
                <c:pt idx="2418">
                  <c:v>388.0</c:v>
                </c:pt>
                <c:pt idx="2419">
                  <c:v>388.0</c:v>
                </c:pt>
                <c:pt idx="2420">
                  <c:v>388.0</c:v>
                </c:pt>
                <c:pt idx="2421">
                  <c:v>388.0</c:v>
                </c:pt>
                <c:pt idx="2422">
                  <c:v>388.0</c:v>
                </c:pt>
                <c:pt idx="2423">
                  <c:v>388.0</c:v>
                </c:pt>
                <c:pt idx="2424">
                  <c:v>388.0</c:v>
                </c:pt>
                <c:pt idx="2425">
                  <c:v>388.0</c:v>
                </c:pt>
                <c:pt idx="2426">
                  <c:v>388.0</c:v>
                </c:pt>
                <c:pt idx="2427">
                  <c:v>388.0</c:v>
                </c:pt>
                <c:pt idx="2428">
                  <c:v>388.0</c:v>
                </c:pt>
                <c:pt idx="2429">
                  <c:v>388.0</c:v>
                </c:pt>
                <c:pt idx="2430">
                  <c:v>388.0</c:v>
                </c:pt>
                <c:pt idx="2431">
                  <c:v>388.0</c:v>
                </c:pt>
                <c:pt idx="2432">
                  <c:v>388.0</c:v>
                </c:pt>
                <c:pt idx="2433">
                  <c:v>388.0</c:v>
                </c:pt>
                <c:pt idx="2434">
                  <c:v>388.0</c:v>
                </c:pt>
                <c:pt idx="2435">
                  <c:v>388.0</c:v>
                </c:pt>
                <c:pt idx="2436">
                  <c:v>388.0</c:v>
                </c:pt>
                <c:pt idx="2437">
                  <c:v>388.0</c:v>
                </c:pt>
                <c:pt idx="2438">
                  <c:v>388.0</c:v>
                </c:pt>
                <c:pt idx="2439">
                  <c:v>388.0</c:v>
                </c:pt>
                <c:pt idx="2440">
                  <c:v>388.0</c:v>
                </c:pt>
                <c:pt idx="2441">
                  <c:v>388.0</c:v>
                </c:pt>
                <c:pt idx="2442">
                  <c:v>388.0</c:v>
                </c:pt>
                <c:pt idx="2443">
                  <c:v>388.0</c:v>
                </c:pt>
                <c:pt idx="2444">
                  <c:v>388.0</c:v>
                </c:pt>
                <c:pt idx="2445">
                  <c:v>388.0</c:v>
                </c:pt>
                <c:pt idx="2446">
                  <c:v>388.0</c:v>
                </c:pt>
                <c:pt idx="2447">
                  <c:v>388.0</c:v>
                </c:pt>
                <c:pt idx="2448">
                  <c:v>388.0</c:v>
                </c:pt>
                <c:pt idx="2449">
                  <c:v>388.0</c:v>
                </c:pt>
                <c:pt idx="2450">
                  <c:v>388.0</c:v>
                </c:pt>
                <c:pt idx="2451">
                  <c:v>388.0</c:v>
                </c:pt>
                <c:pt idx="2452">
                  <c:v>388.0</c:v>
                </c:pt>
                <c:pt idx="2453">
                  <c:v>388.0</c:v>
                </c:pt>
                <c:pt idx="2454">
                  <c:v>388.0</c:v>
                </c:pt>
                <c:pt idx="2455">
                  <c:v>388.0</c:v>
                </c:pt>
                <c:pt idx="2456">
                  <c:v>388.0</c:v>
                </c:pt>
                <c:pt idx="2457">
                  <c:v>388.0</c:v>
                </c:pt>
                <c:pt idx="2458">
                  <c:v>388.0</c:v>
                </c:pt>
                <c:pt idx="2459">
                  <c:v>388.0</c:v>
                </c:pt>
                <c:pt idx="2460">
                  <c:v>388.0</c:v>
                </c:pt>
                <c:pt idx="2461">
                  <c:v>388.0</c:v>
                </c:pt>
                <c:pt idx="2462">
                  <c:v>388.0</c:v>
                </c:pt>
                <c:pt idx="2463">
                  <c:v>388.0</c:v>
                </c:pt>
                <c:pt idx="2464">
                  <c:v>388.0</c:v>
                </c:pt>
                <c:pt idx="2465">
                  <c:v>388.0</c:v>
                </c:pt>
                <c:pt idx="2466">
                  <c:v>388.0</c:v>
                </c:pt>
                <c:pt idx="2467">
                  <c:v>388.0</c:v>
                </c:pt>
                <c:pt idx="2468">
                  <c:v>388.0</c:v>
                </c:pt>
                <c:pt idx="2469">
                  <c:v>388.0</c:v>
                </c:pt>
                <c:pt idx="2470">
                  <c:v>388.0</c:v>
                </c:pt>
                <c:pt idx="2471">
                  <c:v>388.0</c:v>
                </c:pt>
                <c:pt idx="2472">
                  <c:v>388.0</c:v>
                </c:pt>
                <c:pt idx="2473">
                  <c:v>388.0</c:v>
                </c:pt>
                <c:pt idx="2474">
                  <c:v>388.0</c:v>
                </c:pt>
                <c:pt idx="2475">
                  <c:v>388.0</c:v>
                </c:pt>
                <c:pt idx="2476">
                  <c:v>388.0</c:v>
                </c:pt>
                <c:pt idx="2477">
                  <c:v>388.0</c:v>
                </c:pt>
                <c:pt idx="2478">
                  <c:v>388.0</c:v>
                </c:pt>
                <c:pt idx="2479">
                  <c:v>388.0</c:v>
                </c:pt>
                <c:pt idx="2480">
                  <c:v>388.0</c:v>
                </c:pt>
                <c:pt idx="2481">
                  <c:v>388.0</c:v>
                </c:pt>
                <c:pt idx="2482">
                  <c:v>388.0</c:v>
                </c:pt>
                <c:pt idx="2483">
                  <c:v>388.0</c:v>
                </c:pt>
                <c:pt idx="2484">
                  <c:v>388.0</c:v>
                </c:pt>
                <c:pt idx="2485">
                  <c:v>388.0</c:v>
                </c:pt>
                <c:pt idx="2486">
                  <c:v>388.0</c:v>
                </c:pt>
                <c:pt idx="2487">
                  <c:v>388.0</c:v>
                </c:pt>
                <c:pt idx="2488">
                  <c:v>388.0</c:v>
                </c:pt>
                <c:pt idx="2489">
                  <c:v>388.0</c:v>
                </c:pt>
                <c:pt idx="2490">
                  <c:v>388.0</c:v>
                </c:pt>
                <c:pt idx="2491">
                  <c:v>388.0</c:v>
                </c:pt>
                <c:pt idx="2492">
                  <c:v>388.0</c:v>
                </c:pt>
                <c:pt idx="2493">
                  <c:v>388.0</c:v>
                </c:pt>
                <c:pt idx="2494">
                  <c:v>388.0</c:v>
                </c:pt>
                <c:pt idx="2495">
                  <c:v>388.0</c:v>
                </c:pt>
                <c:pt idx="2496">
                  <c:v>388.0</c:v>
                </c:pt>
                <c:pt idx="2497">
                  <c:v>388.0</c:v>
                </c:pt>
                <c:pt idx="2498">
                  <c:v>388.0</c:v>
                </c:pt>
                <c:pt idx="2499">
                  <c:v>388.0</c:v>
                </c:pt>
                <c:pt idx="2500">
                  <c:v>388.0</c:v>
                </c:pt>
                <c:pt idx="2501">
                  <c:v>388.0</c:v>
                </c:pt>
                <c:pt idx="2502">
                  <c:v>388.0</c:v>
                </c:pt>
                <c:pt idx="2503">
                  <c:v>388.0</c:v>
                </c:pt>
                <c:pt idx="2504">
                  <c:v>388.0</c:v>
                </c:pt>
                <c:pt idx="2505">
                  <c:v>388.0</c:v>
                </c:pt>
                <c:pt idx="2506">
                  <c:v>388.0</c:v>
                </c:pt>
                <c:pt idx="2507">
                  <c:v>388.0</c:v>
                </c:pt>
                <c:pt idx="2508">
                  <c:v>388.0</c:v>
                </c:pt>
                <c:pt idx="2509">
                  <c:v>388.0</c:v>
                </c:pt>
                <c:pt idx="2510">
                  <c:v>388.0</c:v>
                </c:pt>
                <c:pt idx="2511">
                  <c:v>388.0</c:v>
                </c:pt>
                <c:pt idx="2512">
                  <c:v>388.0</c:v>
                </c:pt>
                <c:pt idx="2513">
                  <c:v>388.0</c:v>
                </c:pt>
                <c:pt idx="2514">
                  <c:v>388.0</c:v>
                </c:pt>
                <c:pt idx="2515">
                  <c:v>388.0</c:v>
                </c:pt>
                <c:pt idx="2516">
                  <c:v>388.0</c:v>
                </c:pt>
                <c:pt idx="2517">
                  <c:v>388.0</c:v>
                </c:pt>
                <c:pt idx="2518">
                  <c:v>388.0</c:v>
                </c:pt>
                <c:pt idx="2519">
                  <c:v>388.0</c:v>
                </c:pt>
                <c:pt idx="2520">
                  <c:v>388.0</c:v>
                </c:pt>
                <c:pt idx="2521">
                  <c:v>388.0</c:v>
                </c:pt>
                <c:pt idx="2522">
                  <c:v>388.0</c:v>
                </c:pt>
                <c:pt idx="2523">
                  <c:v>388.0</c:v>
                </c:pt>
                <c:pt idx="2524">
                  <c:v>388.0</c:v>
                </c:pt>
                <c:pt idx="2525">
                  <c:v>388.0</c:v>
                </c:pt>
                <c:pt idx="2526">
                  <c:v>388.0</c:v>
                </c:pt>
                <c:pt idx="2527">
                  <c:v>388.0</c:v>
                </c:pt>
                <c:pt idx="2528">
                  <c:v>388.0</c:v>
                </c:pt>
                <c:pt idx="2529">
                  <c:v>388.0</c:v>
                </c:pt>
                <c:pt idx="2530">
                  <c:v>388.0</c:v>
                </c:pt>
                <c:pt idx="2531">
                  <c:v>388.0</c:v>
                </c:pt>
                <c:pt idx="2532">
                  <c:v>388.0</c:v>
                </c:pt>
                <c:pt idx="2533">
                  <c:v>388.0</c:v>
                </c:pt>
                <c:pt idx="2534">
                  <c:v>388.0</c:v>
                </c:pt>
                <c:pt idx="2535">
                  <c:v>388.0</c:v>
                </c:pt>
                <c:pt idx="2536">
                  <c:v>388.0</c:v>
                </c:pt>
                <c:pt idx="2537">
                  <c:v>388.0</c:v>
                </c:pt>
                <c:pt idx="2538">
                  <c:v>388.0</c:v>
                </c:pt>
                <c:pt idx="2539">
                  <c:v>388.0</c:v>
                </c:pt>
                <c:pt idx="2540">
                  <c:v>388.0</c:v>
                </c:pt>
                <c:pt idx="2541">
                  <c:v>388.0</c:v>
                </c:pt>
                <c:pt idx="2542">
                  <c:v>388.0</c:v>
                </c:pt>
                <c:pt idx="2543">
                  <c:v>388.0</c:v>
                </c:pt>
                <c:pt idx="2544">
                  <c:v>388.0</c:v>
                </c:pt>
                <c:pt idx="2545">
                  <c:v>388.0</c:v>
                </c:pt>
                <c:pt idx="2546">
                  <c:v>388.0</c:v>
                </c:pt>
                <c:pt idx="2547">
                  <c:v>388.0</c:v>
                </c:pt>
                <c:pt idx="2548">
                  <c:v>388.0</c:v>
                </c:pt>
                <c:pt idx="2549">
                  <c:v>388.0</c:v>
                </c:pt>
                <c:pt idx="2550">
                  <c:v>388.0</c:v>
                </c:pt>
                <c:pt idx="2551">
                  <c:v>388.0</c:v>
                </c:pt>
                <c:pt idx="2552">
                  <c:v>388.0</c:v>
                </c:pt>
                <c:pt idx="2553">
                  <c:v>388.0</c:v>
                </c:pt>
                <c:pt idx="2554">
                  <c:v>388.0</c:v>
                </c:pt>
                <c:pt idx="2555">
                  <c:v>388.0</c:v>
                </c:pt>
                <c:pt idx="2556">
                  <c:v>388.0</c:v>
                </c:pt>
                <c:pt idx="2557">
                  <c:v>388.0</c:v>
                </c:pt>
                <c:pt idx="2558">
                  <c:v>388.0</c:v>
                </c:pt>
                <c:pt idx="2559">
                  <c:v>388.0</c:v>
                </c:pt>
                <c:pt idx="2560">
                  <c:v>388.0</c:v>
                </c:pt>
                <c:pt idx="2561">
                  <c:v>388.0</c:v>
                </c:pt>
                <c:pt idx="2562">
                  <c:v>388.0</c:v>
                </c:pt>
                <c:pt idx="2563">
                  <c:v>388.0</c:v>
                </c:pt>
                <c:pt idx="2564">
                  <c:v>388.0</c:v>
                </c:pt>
                <c:pt idx="2565">
                  <c:v>388.0</c:v>
                </c:pt>
                <c:pt idx="2566">
                  <c:v>388.0</c:v>
                </c:pt>
                <c:pt idx="2567">
                  <c:v>388.0</c:v>
                </c:pt>
                <c:pt idx="2568">
                  <c:v>388.0</c:v>
                </c:pt>
                <c:pt idx="2569">
                  <c:v>388.0</c:v>
                </c:pt>
                <c:pt idx="2570">
                  <c:v>388.0</c:v>
                </c:pt>
                <c:pt idx="2571">
                  <c:v>388.0</c:v>
                </c:pt>
                <c:pt idx="2572">
                  <c:v>388.0</c:v>
                </c:pt>
                <c:pt idx="2573">
                  <c:v>388.0</c:v>
                </c:pt>
                <c:pt idx="2574">
                  <c:v>388.0</c:v>
                </c:pt>
                <c:pt idx="2575">
                  <c:v>388.0</c:v>
                </c:pt>
                <c:pt idx="2576">
                  <c:v>388.0</c:v>
                </c:pt>
                <c:pt idx="2577">
                  <c:v>388.0</c:v>
                </c:pt>
                <c:pt idx="2578">
                  <c:v>388.0</c:v>
                </c:pt>
                <c:pt idx="2579">
                  <c:v>388.0</c:v>
                </c:pt>
                <c:pt idx="2580">
                  <c:v>388.0</c:v>
                </c:pt>
                <c:pt idx="2581">
                  <c:v>388.0</c:v>
                </c:pt>
                <c:pt idx="2582">
                  <c:v>388.0</c:v>
                </c:pt>
                <c:pt idx="2583">
                  <c:v>388.0</c:v>
                </c:pt>
                <c:pt idx="2584">
                  <c:v>388.0</c:v>
                </c:pt>
                <c:pt idx="2585">
                  <c:v>388.0</c:v>
                </c:pt>
                <c:pt idx="2586">
                  <c:v>388.0</c:v>
                </c:pt>
                <c:pt idx="2587">
                  <c:v>388.0</c:v>
                </c:pt>
                <c:pt idx="2588">
                  <c:v>388.0</c:v>
                </c:pt>
                <c:pt idx="2589">
                  <c:v>388.0</c:v>
                </c:pt>
                <c:pt idx="2590">
                  <c:v>388.0</c:v>
                </c:pt>
                <c:pt idx="2591">
                  <c:v>388.0</c:v>
                </c:pt>
                <c:pt idx="2592">
                  <c:v>388.0</c:v>
                </c:pt>
                <c:pt idx="2593">
                  <c:v>388.0</c:v>
                </c:pt>
                <c:pt idx="2594">
                  <c:v>388.0</c:v>
                </c:pt>
                <c:pt idx="2595">
                  <c:v>388.0</c:v>
                </c:pt>
                <c:pt idx="2596">
                  <c:v>388.0</c:v>
                </c:pt>
                <c:pt idx="2597">
                  <c:v>388.0</c:v>
                </c:pt>
                <c:pt idx="2598">
                  <c:v>388.0</c:v>
                </c:pt>
                <c:pt idx="2599">
                  <c:v>388.0</c:v>
                </c:pt>
                <c:pt idx="2600">
                  <c:v>388.0</c:v>
                </c:pt>
                <c:pt idx="2601">
                  <c:v>388.0</c:v>
                </c:pt>
                <c:pt idx="2602">
                  <c:v>388.0</c:v>
                </c:pt>
                <c:pt idx="2603">
                  <c:v>388.0</c:v>
                </c:pt>
                <c:pt idx="2604">
                  <c:v>388.0</c:v>
                </c:pt>
                <c:pt idx="2605">
                  <c:v>388.0</c:v>
                </c:pt>
                <c:pt idx="2606">
                  <c:v>388.0</c:v>
                </c:pt>
                <c:pt idx="2607">
                  <c:v>388.0</c:v>
                </c:pt>
                <c:pt idx="2608">
                  <c:v>388.0</c:v>
                </c:pt>
                <c:pt idx="2609">
                  <c:v>388.0</c:v>
                </c:pt>
                <c:pt idx="2610">
                  <c:v>388.0</c:v>
                </c:pt>
                <c:pt idx="2611">
                  <c:v>388.0</c:v>
                </c:pt>
                <c:pt idx="2612">
                  <c:v>388.0</c:v>
                </c:pt>
                <c:pt idx="2613">
                  <c:v>388.0</c:v>
                </c:pt>
                <c:pt idx="2614">
                  <c:v>388.0</c:v>
                </c:pt>
                <c:pt idx="2615">
                  <c:v>388.0</c:v>
                </c:pt>
                <c:pt idx="2616">
                  <c:v>388.0</c:v>
                </c:pt>
                <c:pt idx="2617">
                  <c:v>388.0</c:v>
                </c:pt>
                <c:pt idx="2618">
                  <c:v>388.0</c:v>
                </c:pt>
                <c:pt idx="2619">
                  <c:v>388.0</c:v>
                </c:pt>
                <c:pt idx="2620">
                  <c:v>388.0</c:v>
                </c:pt>
                <c:pt idx="2621">
                  <c:v>388.0</c:v>
                </c:pt>
                <c:pt idx="2622">
                  <c:v>388.0</c:v>
                </c:pt>
                <c:pt idx="2623">
                  <c:v>388.0</c:v>
                </c:pt>
                <c:pt idx="2624">
                  <c:v>388.0</c:v>
                </c:pt>
                <c:pt idx="2625">
                  <c:v>388.0</c:v>
                </c:pt>
                <c:pt idx="2626">
                  <c:v>388.0</c:v>
                </c:pt>
                <c:pt idx="2627">
                  <c:v>388.0</c:v>
                </c:pt>
                <c:pt idx="2628">
                  <c:v>388.0</c:v>
                </c:pt>
                <c:pt idx="2629">
                  <c:v>388.0</c:v>
                </c:pt>
                <c:pt idx="2630">
                  <c:v>388.0</c:v>
                </c:pt>
                <c:pt idx="2631">
                  <c:v>388.0</c:v>
                </c:pt>
                <c:pt idx="2632">
                  <c:v>388.0</c:v>
                </c:pt>
                <c:pt idx="2633">
                  <c:v>388.0</c:v>
                </c:pt>
                <c:pt idx="2634">
                  <c:v>388.0</c:v>
                </c:pt>
                <c:pt idx="2635">
                  <c:v>388.0</c:v>
                </c:pt>
                <c:pt idx="2636">
                  <c:v>388.0</c:v>
                </c:pt>
                <c:pt idx="2637">
                  <c:v>388.0</c:v>
                </c:pt>
                <c:pt idx="2638">
                  <c:v>388.0</c:v>
                </c:pt>
                <c:pt idx="2639">
                  <c:v>388.0</c:v>
                </c:pt>
                <c:pt idx="2640">
                  <c:v>388.0</c:v>
                </c:pt>
                <c:pt idx="2641">
                  <c:v>388.0</c:v>
                </c:pt>
                <c:pt idx="2642">
                  <c:v>388.0</c:v>
                </c:pt>
                <c:pt idx="2643">
                  <c:v>388.0</c:v>
                </c:pt>
                <c:pt idx="2644">
                  <c:v>388.0</c:v>
                </c:pt>
                <c:pt idx="2645">
                  <c:v>388.0</c:v>
                </c:pt>
                <c:pt idx="2646">
                  <c:v>388.0</c:v>
                </c:pt>
                <c:pt idx="2647">
                  <c:v>388.0</c:v>
                </c:pt>
                <c:pt idx="2648">
                  <c:v>388.0</c:v>
                </c:pt>
                <c:pt idx="2649">
                  <c:v>388.0</c:v>
                </c:pt>
                <c:pt idx="2650">
                  <c:v>388.0</c:v>
                </c:pt>
                <c:pt idx="2651">
                  <c:v>388.0</c:v>
                </c:pt>
                <c:pt idx="2652">
                  <c:v>388.0</c:v>
                </c:pt>
                <c:pt idx="2653">
                  <c:v>388.0</c:v>
                </c:pt>
                <c:pt idx="2654">
                  <c:v>388.0</c:v>
                </c:pt>
                <c:pt idx="2655">
                  <c:v>388.0</c:v>
                </c:pt>
                <c:pt idx="2656">
                  <c:v>388.0</c:v>
                </c:pt>
                <c:pt idx="2657">
                  <c:v>388.0</c:v>
                </c:pt>
                <c:pt idx="2658">
                  <c:v>388.0</c:v>
                </c:pt>
                <c:pt idx="2659">
                  <c:v>388.0</c:v>
                </c:pt>
                <c:pt idx="2660">
                  <c:v>388.0</c:v>
                </c:pt>
                <c:pt idx="2661">
                  <c:v>388.0</c:v>
                </c:pt>
                <c:pt idx="2662">
                  <c:v>388.0</c:v>
                </c:pt>
                <c:pt idx="2663">
                  <c:v>388.0</c:v>
                </c:pt>
                <c:pt idx="2664">
                  <c:v>388.0</c:v>
                </c:pt>
                <c:pt idx="2665">
                  <c:v>388.0</c:v>
                </c:pt>
                <c:pt idx="2666">
                  <c:v>388.0</c:v>
                </c:pt>
                <c:pt idx="2667">
                  <c:v>388.0</c:v>
                </c:pt>
                <c:pt idx="2668">
                  <c:v>388.0</c:v>
                </c:pt>
                <c:pt idx="2669">
                  <c:v>388.0</c:v>
                </c:pt>
                <c:pt idx="2670">
                  <c:v>388.0</c:v>
                </c:pt>
                <c:pt idx="2671">
                  <c:v>388.0</c:v>
                </c:pt>
                <c:pt idx="2672">
                  <c:v>388.0</c:v>
                </c:pt>
                <c:pt idx="2673">
                  <c:v>388.0</c:v>
                </c:pt>
                <c:pt idx="2674">
                  <c:v>388.0</c:v>
                </c:pt>
                <c:pt idx="2675">
                  <c:v>388.0</c:v>
                </c:pt>
                <c:pt idx="2676">
                  <c:v>388.0</c:v>
                </c:pt>
                <c:pt idx="2677">
                  <c:v>388.0</c:v>
                </c:pt>
                <c:pt idx="2678">
                  <c:v>388.0</c:v>
                </c:pt>
                <c:pt idx="2679">
                  <c:v>388.0</c:v>
                </c:pt>
                <c:pt idx="2680">
                  <c:v>388.0</c:v>
                </c:pt>
                <c:pt idx="2681">
                  <c:v>388.0</c:v>
                </c:pt>
                <c:pt idx="2682">
                  <c:v>388.0</c:v>
                </c:pt>
                <c:pt idx="2683">
                  <c:v>388.0</c:v>
                </c:pt>
                <c:pt idx="2684">
                  <c:v>388.0</c:v>
                </c:pt>
                <c:pt idx="2685">
                  <c:v>388.0</c:v>
                </c:pt>
                <c:pt idx="2686">
                  <c:v>388.0</c:v>
                </c:pt>
                <c:pt idx="2687">
                  <c:v>388.0</c:v>
                </c:pt>
                <c:pt idx="2688">
                  <c:v>388.0</c:v>
                </c:pt>
                <c:pt idx="2689">
                  <c:v>388.0</c:v>
                </c:pt>
                <c:pt idx="2690">
                  <c:v>388.0</c:v>
                </c:pt>
                <c:pt idx="2691">
                  <c:v>388.0</c:v>
                </c:pt>
                <c:pt idx="2692">
                  <c:v>388.0</c:v>
                </c:pt>
                <c:pt idx="2693">
                  <c:v>388.0</c:v>
                </c:pt>
                <c:pt idx="2694">
                  <c:v>388.0</c:v>
                </c:pt>
                <c:pt idx="2695">
                  <c:v>388.0</c:v>
                </c:pt>
                <c:pt idx="2696">
                  <c:v>388.0</c:v>
                </c:pt>
                <c:pt idx="2697">
                  <c:v>388.0</c:v>
                </c:pt>
                <c:pt idx="2698">
                  <c:v>388.0</c:v>
                </c:pt>
                <c:pt idx="2699">
                  <c:v>388.0</c:v>
                </c:pt>
                <c:pt idx="2700">
                  <c:v>388.0</c:v>
                </c:pt>
                <c:pt idx="2701">
                  <c:v>388.0</c:v>
                </c:pt>
                <c:pt idx="2702">
                  <c:v>388.0</c:v>
                </c:pt>
                <c:pt idx="2703">
                  <c:v>388.0</c:v>
                </c:pt>
                <c:pt idx="2704">
                  <c:v>388.0</c:v>
                </c:pt>
                <c:pt idx="2705">
                  <c:v>388.0</c:v>
                </c:pt>
                <c:pt idx="2706">
                  <c:v>388.0</c:v>
                </c:pt>
                <c:pt idx="2707">
                  <c:v>388.0</c:v>
                </c:pt>
                <c:pt idx="2708">
                  <c:v>388.0</c:v>
                </c:pt>
                <c:pt idx="2709">
                  <c:v>388.0</c:v>
                </c:pt>
                <c:pt idx="2710">
                  <c:v>388.0</c:v>
                </c:pt>
                <c:pt idx="2711">
                  <c:v>388.0</c:v>
                </c:pt>
                <c:pt idx="2712">
                  <c:v>388.0</c:v>
                </c:pt>
                <c:pt idx="2713">
                  <c:v>388.0</c:v>
                </c:pt>
                <c:pt idx="2714">
                  <c:v>388.0</c:v>
                </c:pt>
                <c:pt idx="2715">
                  <c:v>388.0</c:v>
                </c:pt>
                <c:pt idx="2716">
                  <c:v>388.0</c:v>
                </c:pt>
                <c:pt idx="2717">
                  <c:v>388.0</c:v>
                </c:pt>
                <c:pt idx="2718">
                  <c:v>388.0</c:v>
                </c:pt>
                <c:pt idx="2719">
                  <c:v>388.0</c:v>
                </c:pt>
                <c:pt idx="2720">
                  <c:v>388.0</c:v>
                </c:pt>
                <c:pt idx="2721">
                  <c:v>388.0</c:v>
                </c:pt>
                <c:pt idx="2722">
                  <c:v>388.0</c:v>
                </c:pt>
                <c:pt idx="2723">
                  <c:v>388.0</c:v>
                </c:pt>
                <c:pt idx="2724">
                  <c:v>388.0</c:v>
                </c:pt>
                <c:pt idx="2725">
                  <c:v>388.0</c:v>
                </c:pt>
                <c:pt idx="2726">
                  <c:v>388.0</c:v>
                </c:pt>
                <c:pt idx="2727">
                  <c:v>388.0</c:v>
                </c:pt>
                <c:pt idx="2728">
                  <c:v>388.0</c:v>
                </c:pt>
                <c:pt idx="2729">
                  <c:v>388.0</c:v>
                </c:pt>
                <c:pt idx="2730">
                  <c:v>388.0</c:v>
                </c:pt>
                <c:pt idx="2731">
                  <c:v>388.0</c:v>
                </c:pt>
                <c:pt idx="2732">
                  <c:v>388.0</c:v>
                </c:pt>
                <c:pt idx="2733">
                  <c:v>388.0</c:v>
                </c:pt>
                <c:pt idx="2734">
                  <c:v>388.0</c:v>
                </c:pt>
                <c:pt idx="2735">
                  <c:v>388.0</c:v>
                </c:pt>
                <c:pt idx="2736">
                  <c:v>388.0</c:v>
                </c:pt>
                <c:pt idx="2737">
                  <c:v>388.0</c:v>
                </c:pt>
                <c:pt idx="2738">
                  <c:v>388.0</c:v>
                </c:pt>
                <c:pt idx="2739">
                  <c:v>388.0</c:v>
                </c:pt>
                <c:pt idx="2740">
                  <c:v>388.0</c:v>
                </c:pt>
                <c:pt idx="2741">
                  <c:v>388.0</c:v>
                </c:pt>
                <c:pt idx="2742">
                  <c:v>388.0</c:v>
                </c:pt>
                <c:pt idx="2743">
                  <c:v>388.0</c:v>
                </c:pt>
                <c:pt idx="2744">
                  <c:v>388.0</c:v>
                </c:pt>
                <c:pt idx="2745">
                  <c:v>388.0</c:v>
                </c:pt>
                <c:pt idx="2746">
                  <c:v>388.0</c:v>
                </c:pt>
                <c:pt idx="2747">
                  <c:v>388.0</c:v>
                </c:pt>
                <c:pt idx="2748">
                  <c:v>388.0</c:v>
                </c:pt>
                <c:pt idx="2749">
                  <c:v>388.0</c:v>
                </c:pt>
                <c:pt idx="2750">
                  <c:v>388.0</c:v>
                </c:pt>
                <c:pt idx="2751">
                  <c:v>388.0</c:v>
                </c:pt>
                <c:pt idx="2752">
                  <c:v>388.0</c:v>
                </c:pt>
                <c:pt idx="2753">
                  <c:v>388.0</c:v>
                </c:pt>
                <c:pt idx="2754">
                  <c:v>388.0</c:v>
                </c:pt>
                <c:pt idx="2755">
                  <c:v>388.0</c:v>
                </c:pt>
                <c:pt idx="2756">
                  <c:v>388.0</c:v>
                </c:pt>
                <c:pt idx="2757">
                  <c:v>388.0</c:v>
                </c:pt>
                <c:pt idx="2758">
                  <c:v>388.0</c:v>
                </c:pt>
                <c:pt idx="2759">
                  <c:v>388.0</c:v>
                </c:pt>
                <c:pt idx="2760">
                  <c:v>388.0</c:v>
                </c:pt>
                <c:pt idx="2761">
                  <c:v>388.0</c:v>
                </c:pt>
                <c:pt idx="2762">
                  <c:v>388.0</c:v>
                </c:pt>
                <c:pt idx="2763">
                  <c:v>388.0</c:v>
                </c:pt>
                <c:pt idx="2764">
                  <c:v>388.0</c:v>
                </c:pt>
                <c:pt idx="2765">
                  <c:v>388.0</c:v>
                </c:pt>
                <c:pt idx="2766">
                  <c:v>388.0</c:v>
                </c:pt>
                <c:pt idx="2767">
                  <c:v>388.0</c:v>
                </c:pt>
                <c:pt idx="2768">
                  <c:v>388.0</c:v>
                </c:pt>
                <c:pt idx="2769">
                  <c:v>388.0</c:v>
                </c:pt>
                <c:pt idx="2770">
                  <c:v>388.0</c:v>
                </c:pt>
                <c:pt idx="2771">
                  <c:v>388.0</c:v>
                </c:pt>
                <c:pt idx="2772">
                  <c:v>388.0</c:v>
                </c:pt>
                <c:pt idx="2773">
                  <c:v>388.0</c:v>
                </c:pt>
                <c:pt idx="2774">
                  <c:v>388.0</c:v>
                </c:pt>
                <c:pt idx="2775">
                  <c:v>388.0</c:v>
                </c:pt>
                <c:pt idx="2776">
                  <c:v>388.0</c:v>
                </c:pt>
                <c:pt idx="2777">
                  <c:v>388.0</c:v>
                </c:pt>
                <c:pt idx="2778">
                  <c:v>388.0</c:v>
                </c:pt>
                <c:pt idx="2779">
                  <c:v>388.0</c:v>
                </c:pt>
                <c:pt idx="2780">
                  <c:v>388.0</c:v>
                </c:pt>
                <c:pt idx="2781">
                  <c:v>388.0</c:v>
                </c:pt>
                <c:pt idx="2782">
                  <c:v>388.0</c:v>
                </c:pt>
                <c:pt idx="2783">
                  <c:v>388.0</c:v>
                </c:pt>
                <c:pt idx="2784">
                  <c:v>388.0</c:v>
                </c:pt>
                <c:pt idx="2785">
                  <c:v>388.0</c:v>
                </c:pt>
                <c:pt idx="2786">
                  <c:v>388.0</c:v>
                </c:pt>
                <c:pt idx="2787">
                  <c:v>388.0</c:v>
                </c:pt>
                <c:pt idx="2788">
                  <c:v>388.0</c:v>
                </c:pt>
                <c:pt idx="2789">
                  <c:v>388.0</c:v>
                </c:pt>
                <c:pt idx="2790">
                  <c:v>388.0</c:v>
                </c:pt>
                <c:pt idx="2791">
                  <c:v>388.0</c:v>
                </c:pt>
                <c:pt idx="2792">
                  <c:v>388.0</c:v>
                </c:pt>
                <c:pt idx="2793">
                  <c:v>388.0</c:v>
                </c:pt>
                <c:pt idx="2794">
                  <c:v>388.0</c:v>
                </c:pt>
                <c:pt idx="2795">
                  <c:v>388.0</c:v>
                </c:pt>
                <c:pt idx="2796">
                  <c:v>388.0</c:v>
                </c:pt>
                <c:pt idx="2797">
                  <c:v>388.0</c:v>
                </c:pt>
                <c:pt idx="2798">
                  <c:v>388.0</c:v>
                </c:pt>
                <c:pt idx="2799">
                  <c:v>388.0</c:v>
                </c:pt>
                <c:pt idx="2800">
                  <c:v>388.0</c:v>
                </c:pt>
                <c:pt idx="2801">
                  <c:v>388.0</c:v>
                </c:pt>
                <c:pt idx="2802">
                  <c:v>388.0</c:v>
                </c:pt>
                <c:pt idx="2803">
                  <c:v>388.0</c:v>
                </c:pt>
                <c:pt idx="2804">
                  <c:v>388.0</c:v>
                </c:pt>
                <c:pt idx="2805">
                  <c:v>388.0</c:v>
                </c:pt>
                <c:pt idx="2806">
                  <c:v>388.0</c:v>
                </c:pt>
                <c:pt idx="2807">
                  <c:v>388.0</c:v>
                </c:pt>
                <c:pt idx="2808">
                  <c:v>388.0</c:v>
                </c:pt>
                <c:pt idx="2809">
                  <c:v>388.0</c:v>
                </c:pt>
                <c:pt idx="2810">
                  <c:v>388.0</c:v>
                </c:pt>
                <c:pt idx="2811">
                  <c:v>388.0</c:v>
                </c:pt>
                <c:pt idx="2812">
                  <c:v>388.0</c:v>
                </c:pt>
                <c:pt idx="2813">
                  <c:v>388.0</c:v>
                </c:pt>
                <c:pt idx="2814">
                  <c:v>388.0</c:v>
                </c:pt>
                <c:pt idx="2815">
                  <c:v>388.0</c:v>
                </c:pt>
                <c:pt idx="2816">
                  <c:v>388.0</c:v>
                </c:pt>
                <c:pt idx="2817">
                  <c:v>388.0</c:v>
                </c:pt>
                <c:pt idx="2818">
                  <c:v>388.0</c:v>
                </c:pt>
                <c:pt idx="2819">
                  <c:v>388.0</c:v>
                </c:pt>
                <c:pt idx="2820">
                  <c:v>388.0</c:v>
                </c:pt>
                <c:pt idx="2821">
                  <c:v>388.0</c:v>
                </c:pt>
                <c:pt idx="2822">
                  <c:v>388.0</c:v>
                </c:pt>
                <c:pt idx="2823">
                  <c:v>388.0</c:v>
                </c:pt>
                <c:pt idx="2824">
                  <c:v>388.0</c:v>
                </c:pt>
                <c:pt idx="2825">
                  <c:v>388.0</c:v>
                </c:pt>
                <c:pt idx="2826">
                  <c:v>388.0</c:v>
                </c:pt>
                <c:pt idx="2827">
                  <c:v>388.0</c:v>
                </c:pt>
                <c:pt idx="2828">
                  <c:v>388.0</c:v>
                </c:pt>
                <c:pt idx="2829">
                  <c:v>388.0</c:v>
                </c:pt>
                <c:pt idx="2830">
                  <c:v>388.0</c:v>
                </c:pt>
                <c:pt idx="2831">
                  <c:v>388.0</c:v>
                </c:pt>
                <c:pt idx="2832">
                  <c:v>388.0</c:v>
                </c:pt>
                <c:pt idx="2833">
                  <c:v>388.0</c:v>
                </c:pt>
                <c:pt idx="2834">
                  <c:v>388.0</c:v>
                </c:pt>
                <c:pt idx="2835">
                  <c:v>388.0</c:v>
                </c:pt>
                <c:pt idx="2836">
                  <c:v>388.0</c:v>
                </c:pt>
                <c:pt idx="2837">
                  <c:v>388.0</c:v>
                </c:pt>
                <c:pt idx="2838">
                  <c:v>388.0</c:v>
                </c:pt>
                <c:pt idx="2839">
                  <c:v>388.0</c:v>
                </c:pt>
                <c:pt idx="2840">
                  <c:v>388.0</c:v>
                </c:pt>
                <c:pt idx="2841">
                  <c:v>388.0</c:v>
                </c:pt>
                <c:pt idx="2842">
                  <c:v>388.0</c:v>
                </c:pt>
                <c:pt idx="2843">
                  <c:v>388.0</c:v>
                </c:pt>
                <c:pt idx="2844">
                  <c:v>388.0</c:v>
                </c:pt>
                <c:pt idx="2845">
                  <c:v>388.0</c:v>
                </c:pt>
                <c:pt idx="2846">
                  <c:v>388.0</c:v>
                </c:pt>
                <c:pt idx="2847">
                  <c:v>388.0</c:v>
                </c:pt>
                <c:pt idx="2848">
                  <c:v>388.0</c:v>
                </c:pt>
                <c:pt idx="2849">
                  <c:v>388.0</c:v>
                </c:pt>
                <c:pt idx="2850">
                  <c:v>388.0</c:v>
                </c:pt>
                <c:pt idx="2851">
                  <c:v>388.0</c:v>
                </c:pt>
                <c:pt idx="2852">
                  <c:v>388.0</c:v>
                </c:pt>
                <c:pt idx="2853">
                  <c:v>388.0</c:v>
                </c:pt>
                <c:pt idx="2854">
                  <c:v>388.0</c:v>
                </c:pt>
                <c:pt idx="2855">
                  <c:v>388.0</c:v>
                </c:pt>
                <c:pt idx="2856">
                  <c:v>388.0</c:v>
                </c:pt>
                <c:pt idx="2857">
                  <c:v>388.0</c:v>
                </c:pt>
                <c:pt idx="2858">
                  <c:v>388.0</c:v>
                </c:pt>
                <c:pt idx="2859">
                  <c:v>388.0</c:v>
                </c:pt>
                <c:pt idx="2860">
                  <c:v>388.0</c:v>
                </c:pt>
                <c:pt idx="2861">
                  <c:v>388.0</c:v>
                </c:pt>
                <c:pt idx="2862">
                  <c:v>388.0</c:v>
                </c:pt>
                <c:pt idx="2863">
                  <c:v>388.0</c:v>
                </c:pt>
                <c:pt idx="2864">
                  <c:v>388.0</c:v>
                </c:pt>
                <c:pt idx="2865">
                  <c:v>388.0</c:v>
                </c:pt>
                <c:pt idx="2866">
                  <c:v>388.0</c:v>
                </c:pt>
                <c:pt idx="2867">
                  <c:v>388.0</c:v>
                </c:pt>
                <c:pt idx="2868">
                  <c:v>388.0</c:v>
                </c:pt>
                <c:pt idx="2869">
                  <c:v>388.0</c:v>
                </c:pt>
                <c:pt idx="2870">
                  <c:v>388.0</c:v>
                </c:pt>
                <c:pt idx="2871">
                  <c:v>388.0</c:v>
                </c:pt>
                <c:pt idx="2872">
                  <c:v>388.0</c:v>
                </c:pt>
                <c:pt idx="2873">
                  <c:v>388.0</c:v>
                </c:pt>
                <c:pt idx="2874">
                  <c:v>388.0</c:v>
                </c:pt>
                <c:pt idx="2875">
                  <c:v>388.0</c:v>
                </c:pt>
                <c:pt idx="2876">
                  <c:v>388.0</c:v>
                </c:pt>
                <c:pt idx="2877">
                  <c:v>388.0</c:v>
                </c:pt>
                <c:pt idx="2878">
                  <c:v>388.0</c:v>
                </c:pt>
                <c:pt idx="2879">
                  <c:v>388.0</c:v>
                </c:pt>
                <c:pt idx="2880">
                  <c:v>388.0</c:v>
                </c:pt>
                <c:pt idx="2881">
                  <c:v>388.0</c:v>
                </c:pt>
                <c:pt idx="2882">
                  <c:v>388.0</c:v>
                </c:pt>
                <c:pt idx="2883">
                  <c:v>388.0</c:v>
                </c:pt>
                <c:pt idx="2884">
                  <c:v>388.0</c:v>
                </c:pt>
                <c:pt idx="2885">
                  <c:v>388.0</c:v>
                </c:pt>
                <c:pt idx="2886">
                  <c:v>388.0</c:v>
                </c:pt>
                <c:pt idx="2887">
                  <c:v>388.0</c:v>
                </c:pt>
                <c:pt idx="2888">
                  <c:v>388.0</c:v>
                </c:pt>
                <c:pt idx="2889">
                  <c:v>388.0</c:v>
                </c:pt>
                <c:pt idx="2890">
                  <c:v>388.0</c:v>
                </c:pt>
                <c:pt idx="2891">
                  <c:v>388.0</c:v>
                </c:pt>
                <c:pt idx="2892">
                  <c:v>388.0</c:v>
                </c:pt>
                <c:pt idx="2893">
                  <c:v>388.0</c:v>
                </c:pt>
                <c:pt idx="2894">
                  <c:v>388.0</c:v>
                </c:pt>
                <c:pt idx="2895">
                  <c:v>388.0</c:v>
                </c:pt>
                <c:pt idx="2896">
                  <c:v>388.0</c:v>
                </c:pt>
                <c:pt idx="2897">
                  <c:v>388.0</c:v>
                </c:pt>
                <c:pt idx="2898">
                  <c:v>388.0</c:v>
                </c:pt>
                <c:pt idx="2899">
                  <c:v>388.0</c:v>
                </c:pt>
                <c:pt idx="2900">
                  <c:v>388.0</c:v>
                </c:pt>
                <c:pt idx="2901">
                  <c:v>388.0</c:v>
                </c:pt>
                <c:pt idx="2902">
                  <c:v>388.0</c:v>
                </c:pt>
                <c:pt idx="2903">
                  <c:v>388.0</c:v>
                </c:pt>
                <c:pt idx="2904">
                  <c:v>388.0</c:v>
                </c:pt>
                <c:pt idx="2905">
                  <c:v>388.0</c:v>
                </c:pt>
                <c:pt idx="2906">
                  <c:v>388.0</c:v>
                </c:pt>
                <c:pt idx="2907">
                  <c:v>388.0</c:v>
                </c:pt>
                <c:pt idx="2908">
                  <c:v>388.0</c:v>
                </c:pt>
                <c:pt idx="2909">
                  <c:v>388.0</c:v>
                </c:pt>
                <c:pt idx="2910">
                  <c:v>388.0</c:v>
                </c:pt>
                <c:pt idx="2911">
                  <c:v>388.0</c:v>
                </c:pt>
                <c:pt idx="2912">
                  <c:v>388.0</c:v>
                </c:pt>
                <c:pt idx="2913">
                  <c:v>388.0</c:v>
                </c:pt>
                <c:pt idx="2914">
                  <c:v>388.0</c:v>
                </c:pt>
                <c:pt idx="2915">
                  <c:v>388.0</c:v>
                </c:pt>
                <c:pt idx="2916">
                  <c:v>388.0</c:v>
                </c:pt>
                <c:pt idx="2917">
                  <c:v>388.0</c:v>
                </c:pt>
                <c:pt idx="2918">
                  <c:v>388.0</c:v>
                </c:pt>
                <c:pt idx="2919">
                  <c:v>388.0</c:v>
                </c:pt>
                <c:pt idx="2920">
                  <c:v>388.0</c:v>
                </c:pt>
                <c:pt idx="2921">
                  <c:v>388.0</c:v>
                </c:pt>
                <c:pt idx="2922">
                  <c:v>388.0</c:v>
                </c:pt>
                <c:pt idx="2923">
                  <c:v>388.0</c:v>
                </c:pt>
                <c:pt idx="2924">
                  <c:v>388.0</c:v>
                </c:pt>
                <c:pt idx="2925">
                  <c:v>388.0</c:v>
                </c:pt>
                <c:pt idx="2926">
                  <c:v>388.0</c:v>
                </c:pt>
                <c:pt idx="2927">
                  <c:v>388.0</c:v>
                </c:pt>
                <c:pt idx="2928">
                  <c:v>388.0</c:v>
                </c:pt>
                <c:pt idx="2929">
                  <c:v>388.0</c:v>
                </c:pt>
                <c:pt idx="2930">
                  <c:v>388.0</c:v>
                </c:pt>
                <c:pt idx="2931">
                  <c:v>388.0</c:v>
                </c:pt>
                <c:pt idx="2932">
                  <c:v>388.0</c:v>
                </c:pt>
                <c:pt idx="2933">
                  <c:v>388.0</c:v>
                </c:pt>
                <c:pt idx="2934">
                  <c:v>388.0</c:v>
                </c:pt>
                <c:pt idx="2935">
                  <c:v>388.0</c:v>
                </c:pt>
                <c:pt idx="2936">
                  <c:v>388.0</c:v>
                </c:pt>
                <c:pt idx="2937">
                  <c:v>388.0</c:v>
                </c:pt>
                <c:pt idx="2938">
                  <c:v>388.0</c:v>
                </c:pt>
                <c:pt idx="2939">
                  <c:v>388.0</c:v>
                </c:pt>
                <c:pt idx="2940">
                  <c:v>388.0</c:v>
                </c:pt>
                <c:pt idx="2941">
                  <c:v>388.0</c:v>
                </c:pt>
                <c:pt idx="2942">
                  <c:v>388.0</c:v>
                </c:pt>
                <c:pt idx="2943">
                  <c:v>388.0</c:v>
                </c:pt>
                <c:pt idx="2944">
                  <c:v>388.0</c:v>
                </c:pt>
                <c:pt idx="2945">
                  <c:v>388.0</c:v>
                </c:pt>
                <c:pt idx="2946">
                  <c:v>388.0</c:v>
                </c:pt>
                <c:pt idx="2947">
                  <c:v>388.0</c:v>
                </c:pt>
                <c:pt idx="2948">
                  <c:v>388.0</c:v>
                </c:pt>
                <c:pt idx="2949">
                  <c:v>388.0</c:v>
                </c:pt>
                <c:pt idx="2950">
                  <c:v>388.0</c:v>
                </c:pt>
                <c:pt idx="2951">
                  <c:v>388.0</c:v>
                </c:pt>
                <c:pt idx="2952">
                  <c:v>388.0</c:v>
                </c:pt>
                <c:pt idx="2953">
                  <c:v>388.0</c:v>
                </c:pt>
                <c:pt idx="2954">
                  <c:v>388.0</c:v>
                </c:pt>
                <c:pt idx="2955">
                  <c:v>388.0</c:v>
                </c:pt>
                <c:pt idx="2956">
                  <c:v>388.0</c:v>
                </c:pt>
                <c:pt idx="2957">
                  <c:v>388.0</c:v>
                </c:pt>
                <c:pt idx="2958">
                  <c:v>388.0</c:v>
                </c:pt>
                <c:pt idx="2959">
                  <c:v>388.0</c:v>
                </c:pt>
                <c:pt idx="2960">
                  <c:v>388.0</c:v>
                </c:pt>
                <c:pt idx="2961">
                  <c:v>388.0</c:v>
                </c:pt>
                <c:pt idx="2962">
                  <c:v>388.0</c:v>
                </c:pt>
                <c:pt idx="2963">
                  <c:v>388.0</c:v>
                </c:pt>
                <c:pt idx="2964">
                  <c:v>388.0</c:v>
                </c:pt>
                <c:pt idx="2965">
                  <c:v>388.0</c:v>
                </c:pt>
                <c:pt idx="2966">
                  <c:v>388.0</c:v>
                </c:pt>
                <c:pt idx="2967">
                  <c:v>388.0</c:v>
                </c:pt>
                <c:pt idx="2968">
                  <c:v>388.0</c:v>
                </c:pt>
                <c:pt idx="2969">
                  <c:v>388.0</c:v>
                </c:pt>
                <c:pt idx="2970">
                  <c:v>388.0</c:v>
                </c:pt>
                <c:pt idx="2971">
                  <c:v>388.0</c:v>
                </c:pt>
                <c:pt idx="2972">
                  <c:v>388.0</c:v>
                </c:pt>
                <c:pt idx="2973">
                  <c:v>388.0</c:v>
                </c:pt>
                <c:pt idx="2974">
                  <c:v>388.0</c:v>
                </c:pt>
                <c:pt idx="2975">
                  <c:v>388.0</c:v>
                </c:pt>
                <c:pt idx="2976">
                  <c:v>388.0</c:v>
                </c:pt>
                <c:pt idx="2977">
                  <c:v>388.0</c:v>
                </c:pt>
                <c:pt idx="2978">
                  <c:v>388.0</c:v>
                </c:pt>
                <c:pt idx="2979">
                  <c:v>388.0</c:v>
                </c:pt>
                <c:pt idx="2980">
                  <c:v>388.0</c:v>
                </c:pt>
                <c:pt idx="2981">
                  <c:v>388.0</c:v>
                </c:pt>
                <c:pt idx="2982">
                  <c:v>388.0</c:v>
                </c:pt>
                <c:pt idx="2983">
                  <c:v>388.0</c:v>
                </c:pt>
                <c:pt idx="2984">
                  <c:v>388.0</c:v>
                </c:pt>
                <c:pt idx="2985">
                  <c:v>388.0</c:v>
                </c:pt>
                <c:pt idx="2986">
                  <c:v>388.0</c:v>
                </c:pt>
                <c:pt idx="2987">
                  <c:v>388.0</c:v>
                </c:pt>
                <c:pt idx="2988">
                  <c:v>388.0</c:v>
                </c:pt>
                <c:pt idx="2989">
                  <c:v>388.0</c:v>
                </c:pt>
                <c:pt idx="2990">
                  <c:v>388.0</c:v>
                </c:pt>
                <c:pt idx="2991">
                  <c:v>388.0</c:v>
                </c:pt>
                <c:pt idx="2992">
                  <c:v>388.0</c:v>
                </c:pt>
                <c:pt idx="2993">
                  <c:v>388.0</c:v>
                </c:pt>
                <c:pt idx="2994">
                  <c:v>388.0</c:v>
                </c:pt>
                <c:pt idx="2995">
                  <c:v>388.0</c:v>
                </c:pt>
                <c:pt idx="2996">
                  <c:v>388.0</c:v>
                </c:pt>
                <c:pt idx="2997">
                  <c:v>388.0</c:v>
                </c:pt>
                <c:pt idx="2998">
                  <c:v>388.0</c:v>
                </c:pt>
                <c:pt idx="2999">
                  <c:v>388.0</c:v>
                </c:pt>
                <c:pt idx="3000">
                  <c:v>388.0</c:v>
                </c:pt>
                <c:pt idx="3001">
                  <c:v>388.0</c:v>
                </c:pt>
                <c:pt idx="3002">
                  <c:v>388.0</c:v>
                </c:pt>
                <c:pt idx="3003">
                  <c:v>388.0</c:v>
                </c:pt>
                <c:pt idx="3004">
                  <c:v>388.0</c:v>
                </c:pt>
                <c:pt idx="3005">
                  <c:v>388.0</c:v>
                </c:pt>
                <c:pt idx="3006">
                  <c:v>388.0</c:v>
                </c:pt>
                <c:pt idx="3007">
                  <c:v>388.0</c:v>
                </c:pt>
                <c:pt idx="3008">
                  <c:v>388.0</c:v>
                </c:pt>
                <c:pt idx="3009">
                  <c:v>388.0</c:v>
                </c:pt>
                <c:pt idx="3010">
                  <c:v>388.0</c:v>
                </c:pt>
                <c:pt idx="3011">
                  <c:v>388.0</c:v>
                </c:pt>
                <c:pt idx="3012">
                  <c:v>388.0</c:v>
                </c:pt>
                <c:pt idx="3013">
                  <c:v>388.0</c:v>
                </c:pt>
                <c:pt idx="3014">
                  <c:v>388.0</c:v>
                </c:pt>
                <c:pt idx="3015">
                  <c:v>388.0</c:v>
                </c:pt>
                <c:pt idx="3016">
                  <c:v>388.0</c:v>
                </c:pt>
                <c:pt idx="3017">
                  <c:v>388.0</c:v>
                </c:pt>
                <c:pt idx="3018">
                  <c:v>388.0</c:v>
                </c:pt>
                <c:pt idx="3019">
                  <c:v>388.0</c:v>
                </c:pt>
                <c:pt idx="3020">
                  <c:v>388.0</c:v>
                </c:pt>
                <c:pt idx="3021">
                  <c:v>388.0</c:v>
                </c:pt>
                <c:pt idx="3022">
                  <c:v>388.0</c:v>
                </c:pt>
                <c:pt idx="3023">
                  <c:v>388.0</c:v>
                </c:pt>
                <c:pt idx="3024">
                  <c:v>388.0</c:v>
                </c:pt>
                <c:pt idx="3025">
                  <c:v>388.0</c:v>
                </c:pt>
                <c:pt idx="3026">
                  <c:v>388.0</c:v>
                </c:pt>
                <c:pt idx="3027">
                  <c:v>388.0</c:v>
                </c:pt>
                <c:pt idx="3028">
                  <c:v>388.0</c:v>
                </c:pt>
                <c:pt idx="3029">
                  <c:v>388.0</c:v>
                </c:pt>
                <c:pt idx="3030">
                  <c:v>388.0</c:v>
                </c:pt>
                <c:pt idx="3031">
                  <c:v>388.0</c:v>
                </c:pt>
                <c:pt idx="3032">
                  <c:v>388.0</c:v>
                </c:pt>
                <c:pt idx="3033">
                  <c:v>388.0</c:v>
                </c:pt>
                <c:pt idx="3034">
                  <c:v>388.0</c:v>
                </c:pt>
                <c:pt idx="3035">
                  <c:v>388.0</c:v>
                </c:pt>
                <c:pt idx="3036">
                  <c:v>388.0</c:v>
                </c:pt>
                <c:pt idx="3037">
                  <c:v>388.0</c:v>
                </c:pt>
                <c:pt idx="3038">
                  <c:v>388.0</c:v>
                </c:pt>
                <c:pt idx="3039">
                  <c:v>388.0</c:v>
                </c:pt>
                <c:pt idx="3040">
                  <c:v>388.0</c:v>
                </c:pt>
                <c:pt idx="3041">
                  <c:v>388.0</c:v>
                </c:pt>
                <c:pt idx="3042">
                  <c:v>388.0</c:v>
                </c:pt>
                <c:pt idx="3043">
                  <c:v>388.0</c:v>
                </c:pt>
                <c:pt idx="3044">
                  <c:v>388.0</c:v>
                </c:pt>
                <c:pt idx="3045">
                  <c:v>388.0</c:v>
                </c:pt>
                <c:pt idx="3046">
                  <c:v>388.0</c:v>
                </c:pt>
                <c:pt idx="3047">
                  <c:v>388.0</c:v>
                </c:pt>
                <c:pt idx="3048">
                  <c:v>388.0</c:v>
                </c:pt>
                <c:pt idx="3049">
                  <c:v>388.0</c:v>
                </c:pt>
                <c:pt idx="3050">
                  <c:v>388.0</c:v>
                </c:pt>
                <c:pt idx="3051">
                  <c:v>388.0</c:v>
                </c:pt>
                <c:pt idx="3052">
                  <c:v>388.0</c:v>
                </c:pt>
                <c:pt idx="3053">
                  <c:v>388.0</c:v>
                </c:pt>
                <c:pt idx="3054">
                  <c:v>388.0</c:v>
                </c:pt>
                <c:pt idx="3055">
                  <c:v>388.0</c:v>
                </c:pt>
                <c:pt idx="3056">
                  <c:v>388.0</c:v>
                </c:pt>
                <c:pt idx="3057">
                  <c:v>388.0</c:v>
                </c:pt>
                <c:pt idx="3058">
                  <c:v>388.0</c:v>
                </c:pt>
                <c:pt idx="3059">
                  <c:v>388.0</c:v>
                </c:pt>
                <c:pt idx="3060">
                  <c:v>388.0</c:v>
                </c:pt>
                <c:pt idx="3061">
                  <c:v>388.0</c:v>
                </c:pt>
                <c:pt idx="3062">
                  <c:v>388.0</c:v>
                </c:pt>
                <c:pt idx="3063">
                  <c:v>388.0</c:v>
                </c:pt>
                <c:pt idx="3064">
                  <c:v>388.0</c:v>
                </c:pt>
                <c:pt idx="3065">
                  <c:v>388.0</c:v>
                </c:pt>
                <c:pt idx="3066">
                  <c:v>388.0</c:v>
                </c:pt>
                <c:pt idx="3067">
                  <c:v>388.0</c:v>
                </c:pt>
                <c:pt idx="3068">
                  <c:v>388.0</c:v>
                </c:pt>
                <c:pt idx="3069">
                  <c:v>388.0</c:v>
                </c:pt>
                <c:pt idx="3070">
                  <c:v>388.0</c:v>
                </c:pt>
                <c:pt idx="3071">
                  <c:v>388.0</c:v>
                </c:pt>
                <c:pt idx="3072">
                  <c:v>388.0</c:v>
                </c:pt>
                <c:pt idx="3073">
                  <c:v>388.0</c:v>
                </c:pt>
                <c:pt idx="3074">
                  <c:v>388.0</c:v>
                </c:pt>
                <c:pt idx="3075">
                  <c:v>388.0</c:v>
                </c:pt>
                <c:pt idx="3076">
                  <c:v>388.0</c:v>
                </c:pt>
                <c:pt idx="3077">
                  <c:v>388.0</c:v>
                </c:pt>
                <c:pt idx="3078">
                  <c:v>388.0</c:v>
                </c:pt>
                <c:pt idx="3079">
                  <c:v>388.0</c:v>
                </c:pt>
                <c:pt idx="3080">
                  <c:v>388.0</c:v>
                </c:pt>
                <c:pt idx="3081">
                  <c:v>388.0</c:v>
                </c:pt>
                <c:pt idx="3082">
                  <c:v>388.0</c:v>
                </c:pt>
                <c:pt idx="3083">
                  <c:v>388.0</c:v>
                </c:pt>
                <c:pt idx="3084">
                  <c:v>388.0</c:v>
                </c:pt>
                <c:pt idx="3085">
                  <c:v>388.0</c:v>
                </c:pt>
                <c:pt idx="3086">
                  <c:v>388.0</c:v>
                </c:pt>
                <c:pt idx="3087">
                  <c:v>388.0</c:v>
                </c:pt>
                <c:pt idx="3088">
                  <c:v>388.0</c:v>
                </c:pt>
                <c:pt idx="3089">
                  <c:v>388.0</c:v>
                </c:pt>
                <c:pt idx="3090">
                  <c:v>388.0</c:v>
                </c:pt>
                <c:pt idx="3091">
                  <c:v>388.0</c:v>
                </c:pt>
                <c:pt idx="3092">
                  <c:v>388.0</c:v>
                </c:pt>
                <c:pt idx="3093">
                  <c:v>388.0</c:v>
                </c:pt>
                <c:pt idx="3094">
                  <c:v>388.0</c:v>
                </c:pt>
                <c:pt idx="3095">
                  <c:v>388.0</c:v>
                </c:pt>
                <c:pt idx="3096">
                  <c:v>388.0</c:v>
                </c:pt>
                <c:pt idx="3097">
                  <c:v>388.0</c:v>
                </c:pt>
                <c:pt idx="3098">
                  <c:v>388.0</c:v>
                </c:pt>
                <c:pt idx="3099">
                  <c:v>388.0</c:v>
                </c:pt>
                <c:pt idx="3100">
                  <c:v>388.0</c:v>
                </c:pt>
                <c:pt idx="3101">
                  <c:v>388.0</c:v>
                </c:pt>
                <c:pt idx="3102">
                  <c:v>388.0</c:v>
                </c:pt>
                <c:pt idx="3103">
                  <c:v>388.0</c:v>
                </c:pt>
                <c:pt idx="3104">
                  <c:v>388.0</c:v>
                </c:pt>
                <c:pt idx="3105">
                  <c:v>388.0</c:v>
                </c:pt>
                <c:pt idx="3106">
                  <c:v>388.0</c:v>
                </c:pt>
                <c:pt idx="3107">
                  <c:v>388.0</c:v>
                </c:pt>
                <c:pt idx="3108">
                  <c:v>388.0</c:v>
                </c:pt>
                <c:pt idx="3109">
                  <c:v>388.0</c:v>
                </c:pt>
                <c:pt idx="3110">
                  <c:v>388.0</c:v>
                </c:pt>
                <c:pt idx="3111">
                  <c:v>388.0</c:v>
                </c:pt>
                <c:pt idx="3112">
                  <c:v>388.0</c:v>
                </c:pt>
                <c:pt idx="3113">
                  <c:v>388.0</c:v>
                </c:pt>
                <c:pt idx="3114">
                  <c:v>388.0</c:v>
                </c:pt>
                <c:pt idx="3115">
                  <c:v>388.0</c:v>
                </c:pt>
                <c:pt idx="3116">
                  <c:v>388.0</c:v>
                </c:pt>
                <c:pt idx="3117">
                  <c:v>388.0</c:v>
                </c:pt>
                <c:pt idx="3118">
                  <c:v>388.0</c:v>
                </c:pt>
                <c:pt idx="3119">
                  <c:v>388.0</c:v>
                </c:pt>
                <c:pt idx="3120">
                  <c:v>388.0</c:v>
                </c:pt>
                <c:pt idx="3121">
                  <c:v>388.0</c:v>
                </c:pt>
                <c:pt idx="3122">
                  <c:v>388.0</c:v>
                </c:pt>
                <c:pt idx="3123">
                  <c:v>388.0</c:v>
                </c:pt>
                <c:pt idx="3124">
                  <c:v>388.0</c:v>
                </c:pt>
                <c:pt idx="3125">
                  <c:v>388.0</c:v>
                </c:pt>
                <c:pt idx="3126">
                  <c:v>388.0</c:v>
                </c:pt>
                <c:pt idx="3127">
                  <c:v>388.0</c:v>
                </c:pt>
                <c:pt idx="3128">
                  <c:v>388.0</c:v>
                </c:pt>
                <c:pt idx="3129">
                  <c:v>388.0</c:v>
                </c:pt>
                <c:pt idx="3130">
                  <c:v>388.0</c:v>
                </c:pt>
                <c:pt idx="3131">
                  <c:v>388.0</c:v>
                </c:pt>
                <c:pt idx="3132">
                  <c:v>388.0</c:v>
                </c:pt>
                <c:pt idx="3133">
                  <c:v>388.0</c:v>
                </c:pt>
                <c:pt idx="3134">
                  <c:v>388.0</c:v>
                </c:pt>
                <c:pt idx="3135">
                  <c:v>388.0</c:v>
                </c:pt>
                <c:pt idx="3136">
                  <c:v>388.0</c:v>
                </c:pt>
                <c:pt idx="3137">
                  <c:v>388.0</c:v>
                </c:pt>
                <c:pt idx="3138">
                  <c:v>388.0</c:v>
                </c:pt>
                <c:pt idx="3139">
                  <c:v>388.0</c:v>
                </c:pt>
                <c:pt idx="3140">
                  <c:v>388.0</c:v>
                </c:pt>
                <c:pt idx="3141">
                  <c:v>388.0</c:v>
                </c:pt>
                <c:pt idx="3142">
                  <c:v>388.0</c:v>
                </c:pt>
                <c:pt idx="3143">
                  <c:v>388.0</c:v>
                </c:pt>
                <c:pt idx="3144">
                  <c:v>388.0</c:v>
                </c:pt>
                <c:pt idx="3145">
                  <c:v>388.0</c:v>
                </c:pt>
                <c:pt idx="3146">
                  <c:v>388.0</c:v>
                </c:pt>
                <c:pt idx="3147">
                  <c:v>388.0</c:v>
                </c:pt>
                <c:pt idx="3148">
                  <c:v>388.0</c:v>
                </c:pt>
                <c:pt idx="3149">
                  <c:v>388.0</c:v>
                </c:pt>
                <c:pt idx="3150">
                  <c:v>388.0</c:v>
                </c:pt>
                <c:pt idx="3151">
                  <c:v>388.0</c:v>
                </c:pt>
                <c:pt idx="3152">
                  <c:v>388.0</c:v>
                </c:pt>
                <c:pt idx="3153">
                  <c:v>388.0</c:v>
                </c:pt>
                <c:pt idx="3154">
                  <c:v>388.0</c:v>
                </c:pt>
                <c:pt idx="3155">
                  <c:v>388.0</c:v>
                </c:pt>
                <c:pt idx="3156">
                  <c:v>388.0</c:v>
                </c:pt>
                <c:pt idx="3157">
                  <c:v>388.0</c:v>
                </c:pt>
                <c:pt idx="3158">
                  <c:v>388.0</c:v>
                </c:pt>
                <c:pt idx="3159">
                  <c:v>388.0</c:v>
                </c:pt>
                <c:pt idx="3160">
                  <c:v>388.0</c:v>
                </c:pt>
                <c:pt idx="3161">
                  <c:v>388.0</c:v>
                </c:pt>
                <c:pt idx="3162">
                  <c:v>388.0</c:v>
                </c:pt>
                <c:pt idx="3163">
                  <c:v>388.0</c:v>
                </c:pt>
                <c:pt idx="3164">
                  <c:v>388.0</c:v>
                </c:pt>
                <c:pt idx="3165">
                  <c:v>388.0</c:v>
                </c:pt>
                <c:pt idx="3166">
                  <c:v>388.0</c:v>
                </c:pt>
                <c:pt idx="3167">
                  <c:v>388.0</c:v>
                </c:pt>
                <c:pt idx="3168">
                  <c:v>388.0</c:v>
                </c:pt>
                <c:pt idx="3169">
                  <c:v>388.0</c:v>
                </c:pt>
                <c:pt idx="3170">
                  <c:v>388.0</c:v>
                </c:pt>
                <c:pt idx="3171">
                  <c:v>388.0</c:v>
                </c:pt>
                <c:pt idx="3172">
                  <c:v>388.0</c:v>
                </c:pt>
                <c:pt idx="3173">
                  <c:v>388.0</c:v>
                </c:pt>
                <c:pt idx="3174">
                  <c:v>388.0</c:v>
                </c:pt>
                <c:pt idx="3175">
                  <c:v>388.0</c:v>
                </c:pt>
                <c:pt idx="3176">
                  <c:v>388.0</c:v>
                </c:pt>
                <c:pt idx="3177">
                  <c:v>388.0</c:v>
                </c:pt>
                <c:pt idx="3178">
                  <c:v>388.0</c:v>
                </c:pt>
                <c:pt idx="3179">
                  <c:v>388.0</c:v>
                </c:pt>
                <c:pt idx="3180">
                  <c:v>388.0</c:v>
                </c:pt>
                <c:pt idx="3181">
                  <c:v>388.0</c:v>
                </c:pt>
                <c:pt idx="3182">
                  <c:v>388.0</c:v>
                </c:pt>
                <c:pt idx="3183">
                  <c:v>388.0</c:v>
                </c:pt>
                <c:pt idx="3184">
                  <c:v>388.0</c:v>
                </c:pt>
                <c:pt idx="3185">
                  <c:v>388.0</c:v>
                </c:pt>
                <c:pt idx="3186">
                  <c:v>388.0</c:v>
                </c:pt>
                <c:pt idx="3187">
                  <c:v>388.0</c:v>
                </c:pt>
                <c:pt idx="3188">
                  <c:v>388.0</c:v>
                </c:pt>
                <c:pt idx="3189">
                  <c:v>388.0</c:v>
                </c:pt>
                <c:pt idx="3190">
                  <c:v>388.0</c:v>
                </c:pt>
                <c:pt idx="3191">
                  <c:v>388.0</c:v>
                </c:pt>
                <c:pt idx="3192">
                  <c:v>388.0</c:v>
                </c:pt>
                <c:pt idx="3193">
                  <c:v>388.0</c:v>
                </c:pt>
                <c:pt idx="3194">
                  <c:v>388.0</c:v>
                </c:pt>
                <c:pt idx="3195">
                  <c:v>388.0</c:v>
                </c:pt>
                <c:pt idx="3196">
                  <c:v>388.0</c:v>
                </c:pt>
                <c:pt idx="3197">
                  <c:v>388.0</c:v>
                </c:pt>
                <c:pt idx="3198">
                  <c:v>388.0</c:v>
                </c:pt>
                <c:pt idx="3199">
                  <c:v>388.0</c:v>
                </c:pt>
                <c:pt idx="3200">
                  <c:v>388.0</c:v>
                </c:pt>
                <c:pt idx="3201">
                  <c:v>388.0</c:v>
                </c:pt>
                <c:pt idx="3202">
                  <c:v>388.0</c:v>
                </c:pt>
                <c:pt idx="3203">
                  <c:v>388.0</c:v>
                </c:pt>
                <c:pt idx="3204">
                  <c:v>388.0</c:v>
                </c:pt>
                <c:pt idx="3205">
                  <c:v>388.0</c:v>
                </c:pt>
                <c:pt idx="3206">
                  <c:v>388.0</c:v>
                </c:pt>
                <c:pt idx="3207">
                  <c:v>388.0</c:v>
                </c:pt>
                <c:pt idx="3208">
                  <c:v>388.0</c:v>
                </c:pt>
                <c:pt idx="3209">
                  <c:v>388.0</c:v>
                </c:pt>
                <c:pt idx="3210">
                  <c:v>388.0</c:v>
                </c:pt>
                <c:pt idx="3211">
                  <c:v>388.0</c:v>
                </c:pt>
                <c:pt idx="3212">
                  <c:v>388.0</c:v>
                </c:pt>
                <c:pt idx="3213">
                  <c:v>388.0</c:v>
                </c:pt>
                <c:pt idx="3214">
                  <c:v>388.0</c:v>
                </c:pt>
                <c:pt idx="3215">
                  <c:v>388.0</c:v>
                </c:pt>
                <c:pt idx="3216">
                  <c:v>388.0</c:v>
                </c:pt>
                <c:pt idx="3217">
                  <c:v>388.0</c:v>
                </c:pt>
                <c:pt idx="3218">
                  <c:v>388.0</c:v>
                </c:pt>
                <c:pt idx="3219">
                  <c:v>388.0</c:v>
                </c:pt>
                <c:pt idx="3220">
                  <c:v>388.0</c:v>
                </c:pt>
                <c:pt idx="3221">
                  <c:v>388.0</c:v>
                </c:pt>
                <c:pt idx="3222">
                  <c:v>388.0</c:v>
                </c:pt>
                <c:pt idx="3223">
                  <c:v>388.0</c:v>
                </c:pt>
                <c:pt idx="3224">
                  <c:v>388.0</c:v>
                </c:pt>
                <c:pt idx="3225">
                  <c:v>388.0</c:v>
                </c:pt>
                <c:pt idx="3226">
                  <c:v>388.0</c:v>
                </c:pt>
                <c:pt idx="3227">
                  <c:v>388.0</c:v>
                </c:pt>
                <c:pt idx="3228">
                  <c:v>388.0</c:v>
                </c:pt>
                <c:pt idx="3229">
                  <c:v>388.0</c:v>
                </c:pt>
                <c:pt idx="3230">
                  <c:v>388.0</c:v>
                </c:pt>
                <c:pt idx="3231">
                  <c:v>388.0</c:v>
                </c:pt>
                <c:pt idx="3232">
                  <c:v>388.0</c:v>
                </c:pt>
                <c:pt idx="3233">
                  <c:v>388.0</c:v>
                </c:pt>
                <c:pt idx="3234">
                  <c:v>388.0</c:v>
                </c:pt>
                <c:pt idx="3235">
                  <c:v>388.0</c:v>
                </c:pt>
                <c:pt idx="3236">
                  <c:v>388.0</c:v>
                </c:pt>
                <c:pt idx="3237">
                  <c:v>388.0</c:v>
                </c:pt>
                <c:pt idx="3238">
                  <c:v>388.0</c:v>
                </c:pt>
                <c:pt idx="3239">
                  <c:v>388.0</c:v>
                </c:pt>
                <c:pt idx="3240">
                  <c:v>388.0</c:v>
                </c:pt>
                <c:pt idx="3241">
                  <c:v>388.0</c:v>
                </c:pt>
                <c:pt idx="3242">
                  <c:v>388.0</c:v>
                </c:pt>
                <c:pt idx="3243">
                  <c:v>388.0</c:v>
                </c:pt>
                <c:pt idx="3244">
                  <c:v>388.0</c:v>
                </c:pt>
                <c:pt idx="3245">
                  <c:v>388.0</c:v>
                </c:pt>
                <c:pt idx="3246">
                  <c:v>388.0</c:v>
                </c:pt>
                <c:pt idx="3247">
                  <c:v>388.0</c:v>
                </c:pt>
                <c:pt idx="3248">
                  <c:v>388.0</c:v>
                </c:pt>
                <c:pt idx="3249">
                  <c:v>388.0</c:v>
                </c:pt>
                <c:pt idx="3250">
                  <c:v>388.0</c:v>
                </c:pt>
                <c:pt idx="3251">
                  <c:v>388.0</c:v>
                </c:pt>
                <c:pt idx="3252">
                  <c:v>388.0</c:v>
                </c:pt>
                <c:pt idx="3253">
                  <c:v>388.0</c:v>
                </c:pt>
                <c:pt idx="3254">
                  <c:v>388.0</c:v>
                </c:pt>
                <c:pt idx="3255">
                  <c:v>388.0</c:v>
                </c:pt>
                <c:pt idx="3256">
                  <c:v>388.0</c:v>
                </c:pt>
                <c:pt idx="3257">
                  <c:v>388.0</c:v>
                </c:pt>
                <c:pt idx="3258">
                  <c:v>388.0</c:v>
                </c:pt>
                <c:pt idx="3259">
                  <c:v>388.0</c:v>
                </c:pt>
                <c:pt idx="3260">
                  <c:v>388.0</c:v>
                </c:pt>
                <c:pt idx="3261">
                  <c:v>388.0</c:v>
                </c:pt>
                <c:pt idx="3262">
                  <c:v>388.0</c:v>
                </c:pt>
                <c:pt idx="3263">
                  <c:v>388.0</c:v>
                </c:pt>
                <c:pt idx="3264">
                  <c:v>388.0</c:v>
                </c:pt>
                <c:pt idx="3265">
                  <c:v>388.0</c:v>
                </c:pt>
                <c:pt idx="3266">
                  <c:v>388.0</c:v>
                </c:pt>
                <c:pt idx="3267">
                  <c:v>388.0</c:v>
                </c:pt>
                <c:pt idx="3268">
                  <c:v>388.0</c:v>
                </c:pt>
                <c:pt idx="3269">
                  <c:v>388.0</c:v>
                </c:pt>
                <c:pt idx="3270">
                  <c:v>388.0</c:v>
                </c:pt>
                <c:pt idx="3271">
                  <c:v>388.0</c:v>
                </c:pt>
                <c:pt idx="3272">
                  <c:v>388.0</c:v>
                </c:pt>
                <c:pt idx="3273">
                  <c:v>388.0</c:v>
                </c:pt>
                <c:pt idx="3274">
                  <c:v>388.0</c:v>
                </c:pt>
                <c:pt idx="3275">
                  <c:v>388.0</c:v>
                </c:pt>
                <c:pt idx="3276">
                  <c:v>388.0</c:v>
                </c:pt>
                <c:pt idx="3277">
                  <c:v>388.0</c:v>
                </c:pt>
                <c:pt idx="3278">
                  <c:v>388.0</c:v>
                </c:pt>
                <c:pt idx="3279">
                  <c:v>388.0</c:v>
                </c:pt>
                <c:pt idx="3280">
                  <c:v>388.0</c:v>
                </c:pt>
                <c:pt idx="3281">
                  <c:v>388.0</c:v>
                </c:pt>
                <c:pt idx="3282">
                  <c:v>388.0</c:v>
                </c:pt>
                <c:pt idx="3283">
                  <c:v>388.0</c:v>
                </c:pt>
                <c:pt idx="3284">
                  <c:v>388.0</c:v>
                </c:pt>
                <c:pt idx="3285">
                  <c:v>388.0</c:v>
                </c:pt>
                <c:pt idx="3286">
                  <c:v>388.0</c:v>
                </c:pt>
                <c:pt idx="3287">
                  <c:v>388.0</c:v>
                </c:pt>
                <c:pt idx="3288">
                  <c:v>388.0</c:v>
                </c:pt>
                <c:pt idx="3289">
                  <c:v>388.0</c:v>
                </c:pt>
                <c:pt idx="3290">
                  <c:v>388.0</c:v>
                </c:pt>
                <c:pt idx="3291">
                  <c:v>388.0</c:v>
                </c:pt>
                <c:pt idx="3292">
                  <c:v>388.0</c:v>
                </c:pt>
                <c:pt idx="3293">
                  <c:v>388.0</c:v>
                </c:pt>
                <c:pt idx="3294">
                  <c:v>388.0</c:v>
                </c:pt>
                <c:pt idx="3295">
                  <c:v>388.0</c:v>
                </c:pt>
                <c:pt idx="3296">
                  <c:v>388.0</c:v>
                </c:pt>
                <c:pt idx="3297">
                  <c:v>388.0</c:v>
                </c:pt>
                <c:pt idx="3298">
                  <c:v>388.0</c:v>
                </c:pt>
                <c:pt idx="3299">
                  <c:v>388.0</c:v>
                </c:pt>
                <c:pt idx="3300">
                  <c:v>388.0</c:v>
                </c:pt>
                <c:pt idx="3301">
                  <c:v>388.0</c:v>
                </c:pt>
                <c:pt idx="3302">
                  <c:v>388.0</c:v>
                </c:pt>
                <c:pt idx="3303">
                  <c:v>388.0</c:v>
                </c:pt>
                <c:pt idx="3304">
                  <c:v>388.0</c:v>
                </c:pt>
                <c:pt idx="3305">
                  <c:v>388.0</c:v>
                </c:pt>
                <c:pt idx="3306">
                  <c:v>388.0</c:v>
                </c:pt>
                <c:pt idx="3307">
                  <c:v>388.0</c:v>
                </c:pt>
                <c:pt idx="3308">
                  <c:v>388.0</c:v>
                </c:pt>
                <c:pt idx="3309">
                  <c:v>388.0</c:v>
                </c:pt>
                <c:pt idx="3310">
                  <c:v>388.0</c:v>
                </c:pt>
                <c:pt idx="3311">
                  <c:v>388.0</c:v>
                </c:pt>
                <c:pt idx="3312">
                  <c:v>388.0</c:v>
                </c:pt>
                <c:pt idx="3313">
                  <c:v>388.0</c:v>
                </c:pt>
                <c:pt idx="3314">
                  <c:v>388.0</c:v>
                </c:pt>
                <c:pt idx="3315">
                  <c:v>388.0</c:v>
                </c:pt>
                <c:pt idx="3316">
                  <c:v>388.0</c:v>
                </c:pt>
                <c:pt idx="3317">
                  <c:v>388.0</c:v>
                </c:pt>
                <c:pt idx="3318">
                  <c:v>388.0</c:v>
                </c:pt>
                <c:pt idx="3319">
                  <c:v>388.0</c:v>
                </c:pt>
                <c:pt idx="3320">
                  <c:v>388.0</c:v>
                </c:pt>
                <c:pt idx="3321">
                  <c:v>388.0</c:v>
                </c:pt>
                <c:pt idx="3322">
                  <c:v>388.0</c:v>
                </c:pt>
                <c:pt idx="3323">
                  <c:v>388.0</c:v>
                </c:pt>
                <c:pt idx="3324">
                  <c:v>388.0</c:v>
                </c:pt>
                <c:pt idx="3325">
                  <c:v>388.0</c:v>
                </c:pt>
                <c:pt idx="3326">
                  <c:v>388.0</c:v>
                </c:pt>
                <c:pt idx="3327">
                  <c:v>388.0</c:v>
                </c:pt>
                <c:pt idx="3328">
                  <c:v>388.0</c:v>
                </c:pt>
                <c:pt idx="3329">
                  <c:v>388.0</c:v>
                </c:pt>
                <c:pt idx="3330">
                  <c:v>388.0</c:v>
                </c:pt>
                <c:pt idx="3331">
                  <c:v>388.0</c:v>
                </c:pt>
                <c:pt idx="3332">
                  <c:v>388.0</c:v>
                </c:pt>
                <c:pt idx="3333">
                  <c:v>388.0</c:v>
                </c:pt>
                <c:pt idx="3334">
                  <c:v>388.0</c:v>
                </c:pt>
                <c:pt idx="3335">
                  <c:v>388.0</c:v>
                </c:pt>
                <c:pt idx="3336">
                  <c:v>388.0</c:v>
                </c:pt>
                <c:pt idx="3337">
                  <c:v>388.0</c:v>
                </c:pt>
                <c:pt idx="3338">
                  <c:v>388.0</c:v>
                </c:pt>
                <c:pt idx="3339">
                  <c:v>388.0</c:v>
                </c:pt>
                <c:pt idx="3340">
                  <c:v>388.0</c:v>
                </c:pt>
                <c:pt idx="3341">
                  <c:v>388.0</c:v>
                </c:pt>
                <c:pt idx="3342">
                  <c:v>388.0</c:v>
                </c:pt>
                <c:pt idx="3343">
                  <c:v>388.0</c:v>
                </c:pt>
                <c:pt idx="3344">
                  <c:v>388.0</c:v>
                </c:pt>
                <c:pt idx="3345">
                  <c:v>388.0</c:v>
                </c:pt>
                <c:pt idx="3346">
                  <c:v>388.0</c:v>
                </c:pt>
                <c:pt idx="3347">
                  <c:v>388.0</c:v>
                </c:pt>
                <c:pt idx="3348">
                  <c:v>388.0</c:v>
                </c:pt>
                <c:pt idx="3349">
                  <c:v>388.0</c:v>
                </c:pt>
                <c:pt idx="3350">
                  <c:v>388.0</c:v>
                </c:pt>
                <c:pt idx="3351">
                  <c:v>388.0</c:v>
                </c:pt>
                <c:pt idx="3352">
                  <c:v>388.0</c:v>
                </c:pt>
                <c:pt idx="3353">
                  <c:v>388.0</c:v>
                </c:pt>
                <c:pt idx="3354">
                  <c:v>388.0</c:v>
                </c:pt>
                <c:pt idx="3355">
                  <c:v>388.0</c:v>
                </c:pt>
                <c:pt idx="3356">
                  <c:v>388.0</c:v>
                </c:pt>
                <c:pt idx="3357">
                  <c:v>388.0</c:v>
                </c:pt>
                <c:pt idx="3358">
                  <c:v>388.0</c:v>
                </c:pt>
                <c:pt idx="3359">
                  <c:v>388.0</c:v>
                </c:pt>
                <c:pt idx="3360">
                  <c:v>388.0</c:v>
                </c:pt>
                <c:pt idx="3361">
                  <c:v>388.0</c:v>
                </c:pt>
                <c:pt idx="3362">
                  <c:v>388.0</c:v>
                </c:pt>
                <c:pt idx="3363">
                  <c:v>388.0</c:v>
                </c:pt>
                <c:pt idx="3364">
                  <c:v>388.0</c:v>
                </c:pt>
                <c:pt idx="3365">
                  <c:v>388.0</c:v>
                </c:pt>
                <c:pt idx="3366">
                  <c:v>388.0</c:v>
                </c:pt>
                <c:pt idx="3367">
                  <c:v>388.0</c:v>
                </c:pt>
                <c:pt idx="3368">
                  <c:v>388.0</c:v>
                </c:pt>
                <c:pt idx="3369">
                  <c:v>388.0</c:v>
                </c:pt>
                <c:pt idx="3370">
                  <c:v>388.0</c:v>
                </c:pt>
                <c:pt idx="3371">
                  <c:v>388.0</c:v>
                </c:pt>
                <c:pt idx="3372">
                  <c:v>388.0</c:v>
                </c:pt>
                <c:pt idx="3373">
                  <c:v>388.0</c:v>
                </c:pt>
                <c:pt idx="3374">
                  <c:v>388.0</c:v>
                </c:pt>
                <c:pt idx="3375">
                  <c:v>388.0</c:v>
                </c:pt>
                <c:pt idx="3376">
                  <c:v>388.0</c:v>
                </c:pt>
                <c:pt idx="3377">
                  <c:v>388.0</c:v>
                </c:pt>
                <c:pt idx="3378">
                  <c:v>388.0</c:v>
                </c:pt>
                <c:pt idx="3379">
                  <c:v>388.0</c:v>
                </c:pt>
                <c:pt idx="3380">
                  <c:v>388.0</c:v>
                </c:pt>
                <c:pt idx="3381">
                  <c:v>388.0</c:v>
                </c:pt>
                <c:pt idx="3382">
                  <c:v>388.0</c:v>
                </c:pt>
                <c:pt idx="3383">
                  <c:v>388.0</c:v>
                </c:pt>
                <c:pt idx="3384">
                  <c:v>388.0</c:v>
                </c:pt>
                <c:pt idx="3385">
                  <c:v>388.0</c:v>
                </c:pt>
                <c:pt idx="3386">
                  <c:v>388.0</c:v>
                </c:pt>
                <c:pt idx="3387">
                  <c:v>388.0</c:v>
                </c:pt>
                <c:pt idx="3388">
                  <c:v>388.0</c:v>
                </c:pt>
                <c:pt idx="3389">
                  <c:v>388.0</c:v>
                </c:pt>
                <c:pt idx="3390">
                  <c:v>388.0</c:v>
                </c:pt>
                <c:pt idx="3391">
                  <c:v>388.0</c:v>
                </c:pt>
                <c:pt idx="3392">
                  <c:v>388.0</c:v>
                </c:pt>
                <c:pt idx="3393">
                  <c:v>388.0</c:v>
                </c:pt>
                <c:pt idx="3394">
                  <c:v>388.0</c:v>
                </c:pt>
                <c:pt idx="3395">
                  <c:v>388.0</c:v>
                </c:pt>
                <c:pt idx="3396">
                  <c:v>388.0</c:v>
                </c:pt>
                <c:pt idx="3397">
                  <c:v>388.0</c:v>
                </c:pt>
                <c:pt idx="3398">
                  <c:v>388.0</c:v>
                </c:pt>
                <c:pt idx="3399">
                  <c:v>388.0</c:v>
                </c:pt>
                <c:pt idx="3400">
                  <c:v>388.0</c:v>
                </c:pt>
                <c:pt idx="3401">
                  <c:v>388.0</c:v>
                </c:pt>
                <c:pt idx="3402">
                  <c:v>388.0</c:v>
                </c:pt>
                <c:pt idx="3403">
                  <c:v>388.0</c:v>
                </c:pt>
                <c:pt idx="3404">
                  <c:v>388.0</c:v>
                </c:pt>
                <c:pt idx="3405">
                  <c:v>388.0</c:v>
                </c:pt>
                <c:pt idx="3406">
                  <c:v>388.0</c:v>
                </c:pt>
                <c:pt idx="3407">
                  <c:v>388.0</c:v>
                </c:pt>
                <c:pt idx="3408">
                  <c:v>388.0</c:v>
                </c:pt>
                <c:pt idx="3409">
                  <c:v>388.0</c:v>
                </c:pt>
                <c:pt idx="3410">
                  <c:v>388.0</c:v>
                </c:pt>
                <c:pt idx="3411">
                  <c:v>388.0</c:v>
                </c:pt>
                <c:pt idx="3412">
                  <c:v>388.0</c:v>
                </c:pt>
                <c:pt idx="3413">
                  <c:v>388.0</c:v>
                </c:pt>
                <c:pt idx="3414">
                  <c:v>388.0</c:v>
                </c:pt>
                <c:pt idx="3415">
                  <c:v>388.0</c:v>
                </c:pt>
                <c:pt idx="3416">
                  <c:v>388.0</c:v>
                </c:pt>
                <c:pt idx="3417">
                  <c:v>388.0</c:v>
                </c:pt>
                <c:pt idx="3418">
                  <c:v>388.0</c:v>
                </c:pt>
                <c:pt idx="3419">
                  <c:v>388.0</c:v>
                </c:pt>
                <c:pt idx="3420">
                  <c:v>388.0</c:v>
                </c:pt>
                <c:pt idx="3421">
                  <c:v>388.0</c:v>
                </c:pt>
                <c:pt idx="3422">
                  <c:v>388.0</c:v>
                </c:pt>
                <c:pt idx="3423">
                  <c:v>388.0</c:v>
                </c:pt>
                <c:pt idx="3424">
                  <c:v>388.0</c:v>
                </c:pt>
                <c:pt idx="3425">
                  <c:v>388.0</c:v>
                </c:pt>
                <c:pt idx="3426">
                  <c:v>388.0</c:v>
                </c:pt>
                <c:pt idx="3427">
                  <c:v>388.0</c:v>
                </c:pt>
                <c:pt idx="3428">
                  <c:v>388.0</c:v>
                </c:pt>
                <c:pt idx="3429">
                  <c:v>388.0</c:v>
                </c:pt>
                <c:pt idx="3430">
                  <c:v>388.0</c:v>
                </c:pt>
                <c:pt idx="3431">
                  <c:v>388.0</c:v>
                </c:pt>
                <c:pt idx="3432">
                  <c:v>388.0</c:v>
                </c:pt>
                <c:pt idx="3433">
                  <c:v>388.0</c:v>
                </c:pt>
                <c:pt idx="3434">
                  <c:v>388.0</c:v>
                </c:pt>
                <c:pt idx="3435">
                  <c:v>388.0</c:v>
                </c:pt>
                <c:pt idx="3436">
                  <c:v>388.0</c:v>
                </c:pt>
                <c:pt idx="3437">
                  <c:v>388.0</c:v>
                </c:pt>
                <c:pt idx="3438">
                  <c:v>388.0</c:v>
                </c:pt>
                <c:pt idx="3439">
                  <c:v>388.0</c:v>
                </c:pt>
                <c:pt idx="3440">
                  <c:v>388.0</c:v>
                </c:pt>
                <c:pt idx="3441">
                  <c:v>388.0</c:v>
                </c:pt>
                <c:pt idx="3442">
                  <c:v>388.0</c:v>
                </c:pt>
                <c:pt idx="3443">
                  <c:v>388.0</c:v>
                </c:pt>
                <c:pt idx="3444">
                  <c:v>388.0</c:v>
                </c:pt>
                <c:pt idx="3445">
                  <c:v>388.0</c:v>
                </c:pt>
                <c:pt idx="3446">
                  <c:v>388.0</c:v>
                </c:pt>
                <c:pt idx="3447">
                  <c:v>388.0</c:v>
                </c:pt>
                <c:pt idx="3448">
                  <c:v>388.0</c:v>
                </c:pt>
                <c:pt idx="3449">
                  <c:v>388.0</c:v>
                </c:pt>
                <c:pt idx="3450">
                  <c:v>388.0</c:v>
                </c:pt>
                <c:pt idx="3451">
                  <c:v>388.0</c:v>
                </c:pt>
                <c:pt idx="3452">
                  <c:v>388.0</c:v>
                </c:pt>
                <c:pt idx="3453">
                  <c:v>388.0</c:v>
                </c:pt>
                <c:pt idx="3454">
                  <c:v>388.0</c:v>
                </c:pt>
                <c:pt idx="3455">
                  <c:v>388.0</c:v>
                </c:pt>
                <c:pt idx="3456">
                  <c:v>388.0</c:v>
                </c:pt>
                <c:pt idx="3457">
                  <c:v>388.0</c:v>
                </c:pt>
                <c:pt idx="3458">
                  <c:v>388.0</c:v>
                </c:pt>
                <c:pt idx="3459">
                  <c:v>388.0</c:v>
                </c:pt>
                <c:pt idx="3460">
                  <c:v>388.0</c:v>
                </c:pt>
                <c:pt idx="3461">
                  <c:v>388.0</c:v>
                </c:pt>
                <c:pt idx="3462">
                  <c:v>388.0</c:v>
                </c:pt>
                <c:pt idx="3463">
                  <c:v>388.0</c:v>
                </c:pt>
                <c:pt idx="3464">
                  <c:v>388.0</c:v>
                </c:pt>
                <c:pt idx="3465">
                  <c:v>388.0</c:v>
                </c:pt>
                <c:pt idx="3466">
                  <c:v>388.0</c:v>
                </c:pt>
                <c:pt idx="3467">
                  <c:v>388.0</c:v>
                </c:pt>
                <c:pt idx="3468">
                  <c:v>388.0</c:v>
                </c:pt>
                <c:pt idx="3469">
                  <c:v>388.0</c:v>
                </c:pt>
                <c:pt idx="3470">
                  <c:v>388.0</c:v>
                </c:pt>
                <c:pt idx="3471">
                  <c:v>388.0</c:v>
                </c:pt>
                <c:pt idx="3472">
                  <c:v>388.0</c:v>
                </c:pt>
                <c:pt idx="3473">
                  <c:v>388.0</c:v>
                </c:pt>
                <c:pt idx="3474">
                  <c:v>388.0</c:v>
                </c:pt>
                <c:pt idx="3475">
                  <c:v>388.0</c:v>
                </c:pt>
                <c:pt idx="3476">
                  <c:v>388.0</c:v>
                </c:pt>
                <c:pt idx="3477">
                  <c:v>388.0</c:v>
                </c:pt>
                <c:pt idx="3478">
                  <c:v>388.0</c:v>
                </c:pt>
                <c:pt idx="3479">
                  <c:v>388.0</c:v>
                </c:pt>
                <c:pt idx="3480">
                  <c:v>388.0</c:v>
                </c:pt>
                <c:pt idx="3481">
                  <c:v>388.0</c:v>
                </c:pt>
                <c:pt idx="3482">
                  <c:v>388.0</c:v>
                </c:pt>
                <c:pt idx="3483">
                  <c:v>388.0</c:v>
                </c:pt>
                <c:pt idx="3484">
                  <c:v>388.0</c:v>
                </c:pt>
                <c:pt idx="3485">
                  <c:v>388.0</c:v>
                </c:pt>
                <c:pt idx="3486">
                  <c:v>388.0</c:v>
                </c:pt>
                <c:pt idx="3487">
                  <c:v>388.0</c:v>
                </c:pt>
                <c:pt idx="3488">
                  <c:v>388.0</c:v>
                </c:pt>
                <c:pt idx="3489">
                  <c:v>388.0</c:v>
                </c:pt>
                <c:pt idx="3490">
                  <c:v>388.0</c:v>
                </c:pt>
                <c:pt idx="3491">
                  <c:v>388.0</c:v>
                </c:pt>
                <c:pt idx="3492">
                  <c:v>388.0</c:v>
                </c:pt>
                <c:pt idx="3493">
                  <c:v>388.0</c:v>
                </c:pt>
                <c:pt idx="3494">
                  <c:v>388.0</c:v>
                </c:pt>
                <c:pt idx="3495">
                  <c:v>388.0</c:v>
                </c:pt>
                <c:pt idx="3496">
                  <c:v>388.0</c:v>
                </c:pt>
                <c:pt idx="3497">
                  <c:v>388.0</c:v>
                </c:pt>
                <c:pt idx="3498">
                  <c:v>388.0</c:v>
                </c:pt>
                <c:pt idx="3499">
                  <c:v>388.0</c:v>
                </c:pt>
                <c:pt idx="3500">
                  <c:v>388.0</c:v>
                </c:pt>
                <c:pt idx="3501">
                  <c:v>388.0</c:v>
                </c:pt>
                <c:pt idx="3502">
                  <c:v>388.0</c:v>
                </c:pt>
                <c:pt idx="3503">
                  <c:v>388.0</c:v>
                </c:pt>
                <c:pt idx="3504">
                  <c:v>388.0</c:v>
                </c:pt>
                <c:pt idx="3505">
                  <c:v>388.0</c:v>
                </c:pt>
                <c:pt idx="3506">
                  <c:v>388.0</c:v>
                </c:pt>
                <c:pt idx="3507">
                  <c:v>388.0</c:v>
                </c:pt>
                <c:pt idx="3508">
                  <c:v>388.0</c:v>
                </c:pt>
                <c:pt idx="3509">
                  <c:v>388.0</c:v>
                </c:pt>
                <c:pt idx="3510">
                  <c:v>388.0</c:v>
                </c:pt>
                <c:pt idx="3511">
                  <c:v>388.0</c:v>
                </c:pt>
                <c:pt idx="3512">
                  <c:v>388.0</c:v>
                </c:pt>
                <c:pt idx="3513">
                  <c:v>388.0</c:v>
                </c:pt>
                <c:pt idx="3514">
                  <c:v>388.0</c:v>
                </c:pt>
                <c:pt idx="3515">
                  <c:v>388.0</c:v>
                </c:pt>
                <c:pt idx="3516">
                  <c:v>388.0</c:v>
                </c:pt>
                <c:pt idx="3517">
                  <c:v>388.0</c:v>
                </c:pt>
                <c:pt idx="3518">
                  <c:v>388.0</c:v>
                </c:pt>
                <c:pt idx="3519">
                  <c:v>388.0</c:v>
                </c:pt>
                <c:pt idx="3520">
                  <c:v>388.0</c:v>
                </c:pt>
                <c:pt idx="3521">
                  <c:v>388.0</c:v>
                </c:pt>
                <c:pt idx="3522">
                  <c:v>388.0</c:v>
                </c:pt>
                <c:pt idx="3523">
                  <c:v>388.0</c:v>
                </c:pt>
                <c:pt idx="3524">
                  <c:v>388.0</c:v>
                </c:pt>
                <c:pt idx="3525">
                  <c:v>388.0</c:v>
                </c:pt>
                <c:pt idx="3526">
                  <c:v>388.0</c:v>
                </c:pt>
                <c:pt idx="3527">
                  <c:v>388.0</c:v>
                </c:pt>
                <c:pt idx="3528">
                  <c:v>388.0</c:v>
                </c:pt>
                <c:pt idx="3529">
                  <c:v>388.0</c:v>
                </c:pt>
                <c:pt idx="3530">
                  <c:v>388.0</c:v>
                </c:pt>
                <c:pt idx="3531">
                  <c:v>388.0</c:v>
                </c:pt>
                <c:pt idx="3532">
                  <c:v>388.0</c:v>
                </c:pt>
                <c:pt idx="3533">
                  <c:v>388.0</c:v>
                </c:pt>
                <c:pt idx="3534">
                  <c:v>388.0</c:v>
                </c:pt>
                <c:pt idx="3535">
                  <c:v>388.0</c:v>
                </c:pt>
                <c:pt idx="3536">
                  <c:v>388.0</c:v>
                </c:pt>
                <c:pt idx="3537">
                  <c:v>388.0</c:v>
                </c:pt>
                <c:pt idx="3538">
                  <c:v>388.0</c:v>
                </c:pt>
                <c:pt idx="3539">
                  <c:v>388.0</c:v>
                </c:pt>
                <c:pt idx="3540">
                  <c:v>388.0</c:v>
                </c:pt>
                <c:pt idx="3541">
                  <c:v>388.0</c:v>
                </c:pt>
                <c:pt idx="3542">
                  <c:v>388.0</c:v>
                </c:pt>
                <c:pt idx="3543">
                  <c:v>388.0</c:v>
                </c:pt>
                <c:pt idx="3544">
                  <c:v>388.0</c:v>
                </c:pt>
                <c:pt idx="3545">
                  <c:v>388.0</c:v>
                </c:pt>
                <c:pt idx="3546">
                  <c:v>388.0</c:v>
                </c:pt>
                <c:pt idx="3547">
                  <c:v>388.0</c:v>
                </c:pt>
                <c:pt idx="3548">
                  <c:v>388.0</c:v>
                </c:pt>
                <c:pt idx="3549">
                  <c:v>388.0</c:v>
                </c:pt>
                <c:pt idx="3550">
                  <c:v>388.0</c:v>
                </c:pt>
                <c:pt idx="3551">
                  <c:v>388.0</c:v>
                </c:pt>
                <c:pt idx="3552">
                  <c:v>388.0</c:v>
                </c:pt>
                <c:pt idx="3553">
                  <c:v>388.0</c:v>
                </c:pt>
                <c:pt idx="3554">
                  <c:v>388.0</c:v>
                </c:pt>
                <c:pt idx="3555">
                  <c:v>388.0</c:v>
                </c:pt>
                <c:pt idx="3556">
                  <c:v>388.0</c:v>
                </c:pt>
                <c:pt idx="3557">
                  <c:v>388.0</c:v>
                </c:pt>
                <c:pt idx="3558">
                  <c:v>388.0</c:v>
                </c:pt>
                <c:pt idx="3559">
                  <c:v>388.0</c:v>
                </c:pt>
                <c:pt idx="3560">
                  <c:v>388.0</c:v>
                </c:pt>
                <c:pt idx="3561">
                  <c:v>388.0</c:v>
                </c:pt>
                <c:pt idx="3562">
                  <c:v>388.0</c:v>
                </c:pt>
                <c:pt idx="3563">
                  <c:v>388.0</c:v>
                </c:pt>
                <c:pt idx="3564">
                  <c:v>388.0</c:v>
                </c:pt>
                <c:pt idx="3565">
                  <c:v>388.0</c:v>
                </c:pt>
                <c:pt idx="3566">
                  <c:v>388.0</c:v>
                </c:pt>
                <c:pt idx="3567">
                  <c:v>388.0</c:v>
                </c:pt>
                <c:pt idx="3568">
                  <c:v>388.0</c:v>
                </c:pt>
                <c:pt idx="3569">
                  <c:v>388.0</c:v>
                </c:pt>
                <c:pt idx="3570">
                  <c:v>388.0</c:v>
                </c:pt>
                <c:pt idx="3571">
                  <c:v>388.0</c:v>
                </c:pt>
                <c:pt idx="3572">
                  <c:v>388.0</c:v>
                </c:pt>
                <c:pt idx="3573">
                  <c:v>388.0</c:v>
                </c:pt>
                <c:pt idx="3574">
                  <c:v>388.0</c:v>
                </c:pt>
                <c:pt idx="3575">
                  <c:v>388.0</c:v>
                </c:pt>
                <c:pt idx="3576">
                  <c:v>388.0</c:v>
                </c:pt>
                <c:pt idx="3577">
                  <c:v>388.0</c:v>
                </c:pt>
                <c:pt idx="3578">
                  <c:v>388.0</c:v>
                </c:pt>
                <c:pt idx="3579">
                  <c:v>388.0</c:v>
                </c:pt>
                <c:pt idx="3580">
                  <c:v>388.0</c:v>
                </c:pt>
                <c:pt idx="3581">
                  <c:v>388.0</c:v>
                </c:pt>
                <c:pt idx="3582">
                  <c:v>388.0</c:v>
                </c:pt>
                <c:pt idx="3583">
                  <c:v>388.0</c:v>
                </c:pt>
                <c:pt idx="3584">
                  <c:v>388.0</c:v>
                </c:pt>
                <c:pt idx="3585">
                  <c:v>388.0</c:v>
                </c:pt>
                <c:pt idx="3586">
                  <c:v>388.0</c:v>
                </c:pt>
                <c:pt idx="3587">
                  <c:v>388.0</c:v>
                </c:pt>
                <c:pt idx="3588">
                  <c:v>388.0</c:v>
                </c:pt>
                <c:pt idx="3589">
                  <c:v>388.0</c:v>
                </c:pt>
                <c:pt idx="3590">
                  <c:v>388.0</c:v>
                </c:pt>
                <c:pt idx="3591">
                  <c:v>388.0</c:v>
                </c:pt>
                <c:pt idx="3592">
                  <c:v>388.0</c:v>
                </c:pt>
                <c:pt idx="3593">
                  <c:v>388.0</c:v>
                </c:pt>
                <c:pt idx="3594">
                  <c:v>388.0</c:v>
                </c:pt>
                <c:pt idx="3595">
                  <c:v>388.0</c:v>
                </c:pt>
                <c:pt idx="3596">
                  <c:v>388.0</c:v>
                </c:pt>
                <c:pt idx="3597">
                  <c:v>388.0</c:v>
                </c:pt>
                <c:pt idx="3598">
                  <c:v>388.0</c:v>
                </c:pt>
                <c:pt idx="3599">
                  <c:v>388.0</c:v>
                </c:pt>
                <c:pt idx="3600">
                  <c:v>388.0</c:v>
                </c:pt>
                <c:pt idx="3601">
                  <c:v>388.0</c:v>
                </c:pt>
                <c:pt idx="3602">
                  <c:v>388.0</c:v>
                </c:pt>
                <c:pt idx="3603">
                  <c:v>388.0</c:v>
                </c:pt>
                <c:pt idx="3604">
                  <c:v>388.0</c:v>
                </c:pt>
                <c:pt idx="3605">
                  <c:v>388.0</c:v>
                </c:pt>
                <c:pt idx="3606">
                  <c:v>388.0</c:v>
                </c:pt>
                <c:pt idx="3607">
                  <c:v>388.0</c:v>
                </c:pt>
                <c:pt idx="3608">
                  <c:v>388.0</c:v>
                </c:pt>
                <c:pt idx="3609">
                  <c:v>388.0</c:v>
                </c:pt>
                <c:pt idx="3610">
                  <c:v>388.0</c:v>
                </c:pt>
                <c:pt idx="3611">
                  <c:v>388.0</c:v>
                </c:pt>
                <c:pt idx="3612">
                  <c:v>388.0</c:v>
                </c:pt>
                <c:pt idx="3613">
                  <c:v>388.0</c:v>
                </c:pt>
                <c:pt idx="3614">
                  <c:v>388.0</c:v>
                </c:pt>
                <c:pt idx="3615">
                  <c:v>388.0</c:v>
                </c:pt>
                <c:pt idx="3616">
                  <c:v>388.0</c:v>
                </c:pt>
                <c:pt idx="3617">
                  <c:v>388.0</c:v>
                </c:pt>
                <c:pt idx="3618">
                  <c:v>388.0</c:v>
                </c:pt>
                <c:pt idx="3619">
                  <c:v>388.0</c:v>
                </c:pt>
                <c:pt idx="3620">
                  <c:v>388.0</c:v>
                </c:pt>
                <c:pt idx="3621">
                  <c:v>388.0</c:v>
                </c:pt>
                <c:pt idx="3622">
                  <c:v>388.0</c:v>
                </c:pt>
                <c:pt idx="3623">
                  <c:v>388.0</c:v>
                </c:pt>
                <c:pt idx="3624">
                  <c:v>388.0</c:v>
                </c:pt>
                <c:pt idx="3625">
                  <c:v>388.0</c:v>
                </c:pt>
                <c:pt idx="3626">
                  <c:v>388.0</c:v>
                </c:pt>
                <c:pt idx="3627">
                  <c:v>388.0</c:v>
                </c:pt>
                <c:pt idx="3628">
                  <c:v>388.0</c:v>
                </c:pt>
                <c:pt idx="3629">
                  <c:v>388.0</c:v>
                </c:pt>
                <c:pt idx="3630">
                  <c:v>388.0</c:v>
                </c:pt>
                <c:pt idx="3631">
                  <c:v>388.0</c:v>
                </c:pt>
                <c:pt idx="3632">
                  <c:v>388.0</c:v>
                </c:pt>
                <c:pt idx="3633">
                  <c:v>388.0</c:v>
                </c:pt>
                <c:pt idx="3634">
                  <c:v>388.0</c:v>
                </c:pt>
                <c:pt idx="3635">
                  <c:v>388.0</c:v>
                </c:pt>
                <c:pt idx="3636">
                  <c:v>388.0</c:v>
                </c:pt>
                <c:pt idx="3637">
                  <c:v>388.0</c:v>
                </c:pt>
                <c:pt idx="3638">
                  <c:v>388.0</c:v>
                </c:pt>
                <c:pt idx="3639">
                  <c:v>388.0</c:v>
                </c:pt>
                <c:pt idx="3640">
                  <c:v>388.0</c:v>
                </c:pt>
                <c:pt idx="3641">
                  <c:v>388.0</c:v>
                </c:pt>
                <c:pt idx="3642">
                  <c:v>388.0</c:v>
                </c:pt>
                <c:pt idx="3643">
                  <c:v>388.0</c:v>
                </c:pt>
                <c:pt idx="3644">
                  <c:v>388.0</c:v>
                </c:pt>
                <c:pt idx="3645">
                  <c:v>388.0</c:v>
                </c:pt>
                <c:pt idx="3646">
                  <c:v>388.0</c:v>
                </c:pt>
                <c:pt idx="3647">
                  <c:v>388.0</c:v>
                </c:pt>
                <c:pt idx="3648">
                  <c:v>388.0</c:v>
                </c:pt>
                <c:pt idx="3649">
                  <c:v>388.0</c:v>
                </c:pt>
                <c:pt idx="3650">
                  <c:v>388.0</c:v>
                </c:pt>
                <c:pt idx="3651">
                  <c:v>388.0</c:v>
                </c:pt>
                <c:pt idx="3652">
                  <c:v>388.0</c:v>
                </c:pt>
                <c:pt idx="3653">
                  <c:v>388.0</c:v>
                </c:pt>
                <c:pt idx="3654">
                  <c:v>388.0</c:v>
                </c:pt>
                <c:pt idx="3655">
                  <c:v>388.0</c:v>
                </c:pt>
                <c:pt idx="3656">
                  <c:v>388.0</c:v>
                </c:pt>
                <c:pt idx="3657">
                  <c:v>388.0</c:v>
                </c:pt>
                <c:pt idx="3658">
                  <c:v>388.0</c:v>
                </c:pt>
                <c:pt idx="3659">
                  <c:v>388.0</c:v>
                </c:pt>
                <c:pt idx="3660">
                  <c:v>388.0</c:v>
                </c:pt>
                <c:pt idx="3661">
                  <c:v>388.0</c:v>
                </c:pt>
                <c:pt idx="3662">
                  <c:v>388.0</c:v>
                </c:pt>
                <c:pt idx="3663">
                  <c:v>388.0</c:v>
                </c:pt>
                <c:pt idx="3664">
                  <c:v>388.0</c:v>
                </c:pt>
                <c:pt idx="3665">
                  <c:v>388.0</c:v>
                </c:pt>
                <c:pt idx="3666">
                  <c:v>388.0</c:v>
                </c:pt>
                <c:pt idx="3667">
                  <c:v>388.0</c:v>
                </c:pt>
                <c:pt idx="3668">
                  <c:v>388.0</c:v>
                </c:pt>
                <c:pt idx="3669">
                  <c:v>388.0</c:v>
                </c:pt>
                <c:pt idx="3670">
                  <c:v>388.0</c:v>
                </c:pt>
                <c:pt idx="3671">
                  <c:v>388.0</c:v>
                </c:pt>
                <c:pt idx="3672">
                  <c:v>388.0</c:v>
                </c:pt>
                <c:pt idx="3673">
                  <c:v>388.0</c:v>
                </c:pt>
                <c:pt idx="3674">
                  <c:v>388.0</c:v>
                </c:pt>
                <c:pt idx="3675">
                  <c:v>388.0</c:v>
                </c:pt>
                <c:pt idx="3676">
                  <c:v>388.0</c:v>
                </c:pt>
                <c:pt idx="3677">
                  <c:v>388.0</c:v>
                </c:pt>
                <c:pt idx="3678">
                  <c:v>388.0</c:v>
                </c:pt>
                <c:pt idx="3679">
                  <c:v>388.0</c:v>
                </c:pt>
                <c:pt idx="3680">
                  <c:v>388.0</c:v>
                </c:pt>
                <c:pt idx="3681">
                  <c:v>388.0</c:v>
                </c:pt>
                <c:pt idx="3682">
                  <c:v>388.0</c:v>
                </c:pt>
                <c:pt idx="3683">
                  <c:v>388.0</c:v>
                </c:pt>
                <c:pt idx="3684">
                  <c:v>388.0</c:v>
                </c:pt>
                <c:pt idx="3685">
                  <c:v>388.0</c:v>
                </c:pt>
                <c:pt idx="3686">
                  <c:v>388.0</c:v>
                </c:pt>
                <c:pt idx="3687">
                  <c:v>388.0</c:v>
                </c:pt>
                <c:pt idx="3688">
                  <c:v>388.0</c:v>
                </c:pt>
                <c:pt idx="3689">
                  <c:v>388.0</c:v>
                </c:pt>
                <c:pt idx="3690">
                  <c:v>388.0</c:v>
                </c:pt>
                <c:pt idx="3691">
                  <c:v>388.0</c:v>
                </c:pt>
                <c:pt idx="3692">
                  <c:v>388.0</c:v>
                </c:pt>
                <c:pt idx="3693">
                  <c:v>388.0</c:v>
                </c:pt>
                <c:pt idx="3694">
                  <c:v>388.0</c:v>
                </c:pt>
                <c:pt idx="3695">
                  <c:v>388.0</c:v>
                </c:pt>
                <c:pt idx="3696">
                  <c:v>388.0</c:v>
                </c:pt>
                <c:pt idx="3697">
                  <c:v>388.0</c:v>
                </c:pt>
                <c:pt idx="3698">
                  <c:v>388.0</c:v>
                </c:pt>
                <c:pt idx="3699">
                  <c:v>388.0</c:v>
                </c:pt>
                <c:pt idx="3700">
                  <c:v>388.0</c:v>
                </c:pt>
                <c:pt idx="3701">
                  <c:v>388.0</c:v>
                </c:pt>
                <c:pt idx="3702">
                  <c:v>388.0</c:v>
                </c:pt>
                <c:pt idx="3703">
                  <c:v>388.0</c:v>
                </c:pt>
                <c:pt idx="3704">
                  <c:v>388.0</c:v>
                </c:pt>
                <c:pt idx="3705">
                  <c:v>388.0</c:v>
                </c:pt>
                <c:pt idx="3706">
                  <c:v>388.0</c:v>
                </c:pt>
                <c:pt idx="3707">
                  <c:v>388.0</c:v>
                </c:pt>
                <c:pt idx="3708">
                  <c:v>388.0</c:v>
                </c:pt>
                <c:pt idx="3709">
                  <c:v>388.0</c:v>
                </c:pt>
                <c:pt idx="3710">
                  <c:v>388.0</c:v>
                </c:pt>
                <c:pt idx="3711">
                  <c:v>388.0</c:v>
                </c:pt>
                <c:pt idx="3712">
                  <c:v>388.0</c:v>
                </c:pt>
                <c:pt idx="3713">
                  <c:v>388.0</c:v>
                </c:pt>
                <c:pt idx="3714">
                  <c:v>388.0</c:v>
                </c:pt>
                <c:pt idx="3715">
                  <c:v>388.0</c:v>
                </c:pt>
                <c:pt idx="3716">
                  <c:v>388.0</c:v>
                </c:pt>
                <c:pt idx="3717">
                  <c:v>388.0</c:v>
                </c:pt>
                <c:pt idx="3718">
                  <c:v>388.0</c:v>
                </c:pt>
                <c:pt idx="3719">
                  <c:v>388.0</c:v>
                </c:pt>
                <c:pt idx="3720">
                  <c:v>388.0</c:v>
                </c:pt>
                <c:pt idx="3721">
                  <c:v>388.0</c:v>
                </c:pt>
                <c:pt idx="3722">
                  <c:v>388.0</c:v>
                </c:pt>
                <c:pt idx="3723">
                  <c:v>388.0</c:v>
                </c:pt>
                <c:pt idx="3724">
                  <c:v>388.0</c:v>
                </c:pt>
                <c:pt idx="3725">
                  <c:v>388.0</c:v>
                </c:pt>
                <c:pt idx="3726">
                  <c:v>388.0</c:v>
                </c:pt>
                <c:pt idx="3727">
                  <c:v>388.0</c:v>
                </c:pt>
                <c:pt idx="3728">
                  <c:v>388.0</c:v>
                </c:pt>
                <c:pt idx="3729">
                  <c:v>388.0</c:v>
                </c:pt>
                <c:pt idx="3730">
                  <c:v>388.0</c:v>
                </c:pt>
                <c:pt idx="3731">
                  <c:v>388.0</c:v>
                </c:pt>
                <c:pt idx="3732">
                  <c:v>388.0</c:v>
                </c:pt>
                <c:pt idx="3733">
                  <c:v>388.0</c:v>
                </c:pt>
                <c:pt idx="3734">
                  <c:v>388.0</c:v>
                </c:pt>
                <c:pt idx="3735">
                  <c:v>388.0</c:v>
                </c:pt>
                <c:pt idx="3736">
                  <c:v>388.0</c:v>
                </c:pt>
                <c:pt idx="3737">
                  <c:v>388.0</c:v>
                </c:pt>
                <c:pt idx="3738">
                  <c:v>388.0</c:v>
                </c:pt>
                <c:pt idx="3739">
                  <c:v>388.0</c:v>
                </c:pt>
                <c:pt idx="3740">
                  <c:v>388.0</c:v>
                </c:pt>
                <c:pt idx="3741">
                  <c:v>388.0</c:v>
                </c:pt>
                <c:pt idx="3742">
                  <c:v>388.0</c:v>
                </c:pt>
                <c:pt idx="3743">
                  <c:v>388.0</c:v>
                </c:pt>
                <c:pt idx="3744">
                  <c:v>388.0</c:v>
                </c:pt>
                <c:pt idx="3745">
                  <c:v>388.0</c:v>
                </c:pt>
                <c:pt idx="3746">
                  <c:v>388.0</c:v>
                </c:pt>
                <c:pt idx="3747">
                  <c:v>388.0</c:v>
                </c:pt>
                <c:pt idx="3748">
                  <c:v>388.0</c:v>
                </c:pt>
                <c:pt idx="3749">
                  <c:v>388.0</c:v>
                </c:pt>
                <c:pt idx="3750">
                  <c:v>388.0</c:v>
                </c:pt>
                <c:pt idx="3751">
                  <c:v>388.0</c:v>
                </c:pt>
                <c:pt idx="3752">
                  <c:v>388.0</c:v>
                </c:pt>
                <c:pt idx="3753">
                  <c:v>388.0</c:v>
                </c:pt>
                <c:pt idx="3754">
                  <c:v>388.0</c:v>
                </c:pt>
                <c:pt idx="3755">
                  <c:v>388.0</c:v>
                </c:pt>
                <c:pt idx="3756">
                  <c:v>388.0</c:v>
                </c:pt>
                <c:pt idx="3757">
                  <c:v>388.0</c:v>
                </c:pt>
                <c:pt idx="3758">
                  <c:v>388.0</c:v>
                </c:pt>
                <c:pt idx="3759">
                  <c:v>388.0</c:v>
                </c:pt>
                <c:pt idx="3760">
                  <c:v>388.0</c:v>
                </c:pt>
                <c:pt idx="3761">
                  <c:v>388.0</c:v>
                </c:pt>
                <c:pt idx="3762">
                  <c:v>388.0</c:v>
                </c:pt>
                <c:pt idx="3763">
                  <c:v>388.0</c:v>
                </c:pt>
                <c:pt idx="3764">
                  <c:v>388.0</c:v>
                </c:pt>
                <c:pt idx="3765">
                  <c:v>388.0</c:v>
                </c:pt>
                <c:pt idx="3766">
                  <c:v>388.0</c:v>
                </c:pt>
                <c:pt idx="3767">
                  <c:v>388.0</c:v>
                </c:pt>
                <c:pt idx="3768">
                  <c:v>388.0</c:v>
                </c:pt>
                <c:pt idx="3769">
                  <c:v>388.0</c:v>
                </c:pt>
                <c:pt idx="3770">
                  <c:v>388.0</c:v>
                </c:pt>
                <c:pt idx="3771">
                  <c:v>388.0</c:v>
                </c:pt>
                <c:pt idx="3772">
                  <c:v>388.0</c:v>
                </c:pt>
                <c:pt idx="3773">
                  <c:v>388.0</c:v>
                </c:pt>
                <c:pt idx="3774">
                  <c:v>388.0</c:v>
                </c:pt>
                <c:pt idx="3775">
                  <c:v>388.0</c:v>
                </c:pt>
                <c:pt idx="3776">
                  <c:v>388.0</c:v>
                </c:pt>
                <c:pt idx="3777">
                  <c:v>388.0</c:v>
                </c:pt>
                <c:pt idx="3778">
                  <c:v>388.0</c:v>
                </c:pt>
                <c:pt idx="3779">
                  <c:v>388.0</c:v>
                </c:pt>
                <c:pt idx="3780">
                  <c:v>388.0</c:v>
                </c:pt>
                <c:pt idx="3781">
                  <c:v>388.0</c:v>
                </c:pt>
                <c:pt idx="3782">
                  <c:v>388.0</c:v>
                </c:pt>
                <c:pt idx="3783">
                  <c:v>388.0</c:v>
                </c:pt>
                <c:pt idx="3784">
                  <c:v>388.0</c:v>
                </c:pt>
                <c:pt idx="3785">
                  <c:v>388.0</c:v>
                </c:pt>
                <c:pt idx="3786">
                  <c:v>388.0</c:v>
                </c:pt>
                <c:pt idx="3787">
                  <c:v>388.0</c:v>
                </c:pt>
                <c:pt idx="3788">
                  <c:v>388.0</c:v>
                </c:pt>
                <c:pt idx="3789">
                  <c:v>388.0</c:v>
                </c:pt>
                <c:pt idx="3790">
                  <c:v>388.0</c:v>
                </c:pt>
                <c:pt idx="3791">
                  <c:v>388.0</c:v>
                </c:pt>
                <c:pt idx="3792">
                  <c:v>388.0</c:v>
                </c:pt>
                <c:pt idx="3793">
                  <c:v>388.0</c:v>
                </c:pt>
                <c:pt idx="3794">
                  <c:v>388.0</c:v>
                </c:pt>
                <c:pt idx="3795">
                  <c:v>388.0</c:v>
                </c:pt>
                <c:pt idx="3796">
                  <c:v>388.0</c:v>
                </c:pt>
                <c:pt idx="3797">
                  <c:v>388.0</c:v>
                </c:pt>
                <c:pt idx="3798">
                  <c:v>388.0</c:v>
                </c:pt>
                <c:pt idx="3799">
                  <c:v>388.0</c:v>
                </c:pt>
                <c:pt idx="3800">
                  <c:v>388.0</c:v>
                </c:pt>
                <c:pt idx="3801">
                  <c:v>388.0</c:v>
                </c:pt>
                <c:pt idx="3802">
                  <c:v>388.0</c:v>
                </c:pt>
                <c:pt idx="3803">
                  <c:v>388.0</c:v>
                </c:pt>
                <c:pt idx="3804">
                  <c:v>388.0</c:v>
                </c:pt>
                <c:pt idx="3805">
                  <c:v>388.0</c:v>
                </c:pt>
                <c:pt idx="3806">
                  <c:v>388.0</c:v>
                </c:pt>
                <c:pt idx="3807">
                  <c:v>388.0</c:v>
                </c:pt>
                <c:pt idx="3808">
                  <c:v>388.0</c:v>
                </c:pt>
                <c:pt idx="3809">
                  <c:v>388.0</c:v>
                </c:pt>
                <c:pt idx="3810">
                  <c:v>388.0</c:v>
                </c:pt>
                <c:pt idx="3811">
                  <c:v>388.0</c:v>
                </c:pt>
                <c:pt idx="3812">
                  <c:v>388.0</c:v>
                </c:pt>
                <c:pt idx="3813">
                  <c:v>388.0</c:v>
                </c:pt>
                <c:pt idx="3814">
                  <c:v>388.0</c:v>
                </c:pt>
                <c:pt idx="3815">
                  <c:v>388.0</c:v>
                </c:pt>
                <c:pt idx="3816">
                  <c:v>388.0</c:v>
                </c:pt>
                <c:pt idx="3817">
                  <c:v>388.0</c:v>
                </c:pt>
                <c:pt idx="3818">
                  <c:v>388.0</c:v>
                </c:pt>
                <c:pt idx="3819">
                  <c:v>388.0</c:v>
                </c:pt>
                <c:pt idx="3820">
                  <c:v>388.0</c:v>
                </c:pt>
                <c:pt idx="3821">
                  <c:v>388.0</c:v>
                </c:pt>
                <c:pt idx="3822">
                  <c:v>388.0</c:v>
                </c:pt>
                <c:pt idx="3823">
                  <c:v>388.0</c:v>
                </c:pt>
                <c:pt idx="3824">
                  <c:v>388.0</c:v>
                </c:pt>
                <c:pt idx="3825">
                  <c:v>388.0</c:v>
                </c:pt>
                <c:pt idx="3826">
                  <c:v>388.0</c:v>
                </c:pt>
                <c:pt idx="3827">
                  <c:v>388.0</c:v>
                </c:pt>
                <c:pt idx="3828">
                  <c:v>388.0</c:v>
                </c:pt>
                <c:pt idx="3829">
                  <c:v>388.0</c:v>
                </c:pt>
                <c:pt idx="3830">
                  <c:v>388.0</c:v>
                </c:pt>
                <c:pt idx="3831">
                  <c:v>388.0</c:v>
                </c:pt>
                <c:pt idx="3832">
                  <c:v>388.0</c:v>
                </c:pt>
                <c:pt idx="3833">
                  <c:v>388.0</c:v>
                </c:pt>
                <c:pt idx="3834">
                  <c:v>388.0</c:v>
                </c:pt>
                <c:pt idx="3835">
                  <c:v>388.0</c:v>
                </c:pt>
                <c:pt idx="3836">
                  <c:v>388.0</c:v>
                </c:pt>
                <c:pt idx="3837">
                  <c:v>388.0</c:v>
                </c:pt>
                <c:pt idx="3838">
                  <c:v>388.0</c:v>
                </c:pt>
                <c:pt idx="3839">
                  <c:v>388.0</c:v>
                </c:pt>
                <c:pt idx="3840">
                  <c:v>388.0</c:v>
                </c:pt>
                <c:pt idx="3841">
                  <c:v>388.0</c:v>
                </c:pt>
                <c:pt idx="3842">
                  <c:v>388.0</c:v>
                </c:pt>
                <c:pt idx="3843">
                  <c:v>388.0</c:v>
                </c:pt>
                <c:pt idx="3844">
                  <c:v>388.0</c:v>
                </c:pt>
                <c:pt idx="3845">
                  <c:v>388.0</c:v>
                </c:pt>
                <c:pt idx="3846">
                  <c:v>388.0</c:v>
                </c:pt>
                <c:pt idx="3847">
                  <c:v>388.0</c:v>
                </c:pt>
                <c:pt idx="3848">
                  <c:v>388.0</c:v>
                </c:pt>
                <c:pt idx="3849">
                  <c:v>388.0</c:v>
                </c:pt>
                <c:pt idx="3850">
                  <c:v>388.0</c:v>
                </c:pt>
                <c:pt idx="3851">
                  <c:v>388.0</c:v>
                </c:pt>
                <c:pt idx="3852">
                  <c:v>388.0</c:v>
                </c:pt>
                <c:pt idx="3853">
                  <c:v>388.0</c:v>
                </c:pt>
                <c:pt idx="3854">
                  <c:v>388.0</c:v>
                </c:pt>
                <c:pt idx="3855">
                  <c:v>388.0</c:v>
                </c:pt>
                <c:pt idx="3856">
                  <c:v>388.0</c:v>
                </c:pt>
                <c:pt idx="3857">
                  <c:v>388.0</c:v>
                </c:pt>
                <c:pt idx="3858">
                  <c:v>388.0</c:v>
                </c:pt>
                <c:pt idx="3859">
                  <c:v>388.0</c:v>
                </c:pt>
                <c:pt idx="3860">
                  <c:v>388.0</c:v>
                </c:pt>
                <c:pt idx="3861">
                  <c:v>388.0</c:v>
                </c:pt>
                <c:pt idx="3862">
                  <c:v>388.0</c:v>
                </c:pt>
                <c:pt idx="3863">
                  <c:v>388.0</c:v>
                </c:pt>
                <c:pt idx="3864">
                  <c:v>388.0</c:v>
                </c:pt>
                <c:pt idx="3865">
                  <c:v>388.0</c:v>
                </c:pt>
                <c:pt idx="3866">
                  <c:v>388.0</c:v>
                </c:pt>
                <c:pt idx="3867">
                  <c:v>388.0</c:v>
                </c:pt>
                <c:pt idx="3868">
                  <c:v>388.0</c:v>
                </c:pt>
                <c:pt idx="3869">
                  <c:v>388.0</c:v>
                </c:pt>
                <c:pt idx="3870">
                  <c:v>388.0</c:v>
                </c:pt>
                <c:pt idx="3871">
                  <c:v>388.0</c:v>
                </c:pt>
                <c:pt idx="3872">
                  <c:v>388.0</c:v>
                </c:pt>
                <c:pt idx="3873">
                  <c:v>388.0</c:v>
                </c:pt>
                <c:pt idx="3874">
                  <c:v>388.0</c:v>
                </c:pt>
                <c:pt idx="3875">
                  <c:v>388.0</c:v>
                </c:pt>
                <c:pt idx="3876">
                  <c:v>388.0</c:v>
                </c:pt>
                <c:pt idx="3877">
                  <c:v>388.0</c:v>
                </c:pt>
                <c:pt idx="3878">
                  <c:v>388.0</c:v>
                </c:pt>
                <c:pt idx="3879">
                  <c:v>388.0</c:v>
                </c:pt>
                <c:pt idx="3880">
                  <c:v>388.0</c:v>
                </c:pt>
                <c:pt idx="3881">
                  <c:v>388.0</c:v>
                </c:pt>
                <c:pt idx="3882">
                  <c:v>388.0</c:v>
                </c:pt>
                <c:pt idx="3883">
                  <c:v>388.0</c:v>
                </c:pt>
                <c:pt idx="3884">
                  <c:v>388.0</c:v>
                </c:pt>
                <c:pt idx="3885">
                  <c:v>388.0</c:v>
                </c:pt>
                <c:pt idx="3886">
                  <c:v>388.0</c:v>
                </c:pt>
                <c:pt idx="3887">
                  <c:v>388.0</c:v>
                </c:pt>
                <c:pt idx="3888">
                  <c:v>388.0</c:v>
                </c:pt>
                <c:pt idx="3889">
                  <c:v>388.0</c:v>
                </c:pt>
                <c:pt idx="3890">
                  <c:v>388.0</c:v>
                </c:pt>
                <c:pt idx="3891">
                  <c:v>388.0</c:v>
                </c:pt>
                <c:pt idx="3892">
                  <c:v>388.0</c:v>
                </c:pt>
                <c:pt idx="3893">
                  <c:v>388.0</c:v>
                </c:pt>
                <c:pt idx="3894">
                  <c:v>388.0</c:v>
                </c:pt>
                <c:pt idx="3895">
                  <c:v>388.0</c:v>
                </c:pt>
                <c:pt idx="3896">
                  <c:v>388.0</c:v>
                </c:pt>
                <c:pt idx="3897">
                  <c:v>388.0</c:v>
                </c:pt>
                <c:pt idx="3898">
                  <c:v>388.0</c:v>
                </c:pt>
                <c:pt idx="3899">
                  <c:v>388.0</c:v>
                </c:pt>
                <c:pt idx="3900">
                  <c:v>388.0</c:v>
                </c:pt>
                <c:pt idx="3901">
                  <c:v>388.0</c:v>
                </c:pt>
                <c:pt idx="3902">
                  <c:v>388.0</c:v>
                </c:pt>
                <c:pt idx="3903">
                  <c:v>388.0</c:v>
                </c:pt>
                <c:pt idx="3904">
                  <c:v>388.0</c:v>
                </c:pt>
                <c:pt idx="3905">
                  <c:v>388.0</c:v>
                </c:pt>
                <c:pt idx="3906">
                  <c:v>388.0</c:v>
                </c:pt>
                <c:pt idx="3907">
                  <c:v>388.0</c:v>
                </c:pt>
                <c:pt idx="3908">
                  <c:v>388.0</c:v>
                </c:pt>
                <c:pt idx="3909">
                  <c:v>388.0</c:v>
                </c:pt>
                <c:pt idx="3910">
                  <c:v>388.0</c:v>
                </c:pt>
                <c:pt idx="3911">
                  <c:v>388.0</c:v>
                </c:pt>
                <c:pt idx="3912">
                  <c:v>388.0</c:v>
                </c:pt>
                <c:pt idx="3913">
                  <c:v>388.0</c:v>
                </c:pt>
                <c:pt idx="3914">
                  <c:v>388.0</c:v>
                </c:pt>
                <c:pt idx="3915">
                  <c:v>388.0</c:v>
                </c:pt>
                <c:pt idx="3916">
                  <c:v>388.0</c:v>
                </c:pt>
                <c:pt idx="3917">
                  <c:v>388.0</c:v>
                </c:pt>
                <c:pt idx="3918">
                  <c:v>388.0</c:v>
                </c:pt>
                <c:pt idx="3919">
                  <c:v>388.0</c:v>
                </c:pt>
                <c:pt idx="3920">
                  <c:v>388.0</c:v>
                </c:pt>
                <c:pt idx="3921">
                  <c:v>388.0</c:v>
                </c:pt>
                <c:pt idx="3922">
                  <c:v>388.0</c:v>
                </c:pt>
                <c:pt idx="3923">
                  <c:v>388.0</c:v>
                </c:pt>
                <c:pt idx="3924">
                  <c:v>388.0</c:v>
                </c:pt>
                <c:pt idx="3925">
                  <c:v>388.0</c:v>
                </c:pt>
                <c:pt idx="3926">
                  <c:v>388.0</c:v>
                </c:pt>
                <c:pt idx="3927">
                  <c:v>388.0</c:v>
                </c:pt>
                <c:pt idx="3928">
                  <c:v>388.0</c:v>
                </c:pt>
                <c:pt idx="3929">
                  <c:v>388.0</c:v>
                </c:pt>
                <c:pt idx="3930">
                  <c:v>388.0</c:v>
                </c:pt>
                <c:pt idx="3931">
                  <c:v>388.0</c:v>
                </c:pt>
                <c:pt idx="3932">
                  <c:v>388.0</c:v>
                </c:pt>
                <c:pt idx="3933">
                  <c:v>388.0</c:v>
                </c:pt>
                <c:pt idx="3934">
                  <c:v>388.0</c:v>
                </c:pt>
                <c:pt idx="3935">
                  <c:v>388.0</c:v>
                </c:pt>
                <c:pt idx="3936">
                  <c:v>388.0</c:v>
                </c:pt>
                <c:pt idx="3937">
                  <c:v>388.0</c:v>
                </c:pt>
                <c:pt idx="3938">
                  <c:v>388.0</c:v>
                </c:pt>
                <c:pt idx="3939">
                  <c:v>388.0</c:v>
                </c:pt>
                <c:pt idx="3940">
                  <c:v>388.0</c:v>
                </c:pt>
                <c:pt idx="3941">
                  <c:v>388.0</c:v>
                </c:pt>
                <c:pt idx="3942">
                  <c:v>388.0</c:v>
                </c:pt>
                <c:pt idx="3943">
                  <c:v>388.0</c:v>
                </c:pt>
                <c:pt idx="3944">
                  <c:v>388.0</c:v>
                </c:pt>
                <c:pt idx="3945">
                  <c:v>388.0</c:v>
                </c:pt>
                <c:pt idx="3946">
                  <c:v>388.0</c:v>
                </c:pt>
                <c:pt idx="3947">
                  <c:v>388.0</c:v>
                </c:pt>
                <c:pt idx="3948">
                  <c:v>388.0</c:v>
                </c:pt>
                <c:pt idx="3949">
                  <c:v>388.0</c:v>
                </c:pt>
                <c:pt idx="3950">
                  <c:v>388.0</c:v>
                </c:pt>
                <c:pt idx="3951">
                  <c:v>388.0</c:v>
                </c:pt>
                <c:pt idx="3952">
                  <c:v>388.0</c:v>
                </c:pt>
                <c:pt idx="3953">
                  <c:v>388.0</c:v>
                </c:pt>
                <c:pt idx="3954">
                  <c:v>388.0</c:v>
                </c:pt>
                <c:pt idx="3955">
                  <c:v>388.0</c:v>
                </c:pt>
                <c:pt idx="3956">
                  <c:v>388.0</c:v>
                </c:pt>
                <c:pt idx="3957">
                  <c:v>388.0</c:v>
                </c:pt>
                <c:pt idx="3958">
                  <c:v>388.0</c:v>
                </c:pt>
                <c:pt idx="3959">
                  <c:v>388.0</c:v>
                </c:pt>
                <c:pt idx="3960">
                  <c:v>388.0</c:v>
                </c:pt>
                <c:pt idx="3961">
                  <c:v>388.0</c:v>
                </c:pt>
                <c:pt idx="3962">
                  <c:v>388.0</c:v>
                </c:pt>
                <c:pt idx="3963">
                  <c:v>388.0</c:v>
                </c:pt>
                <c:pt idx="3964">
                  <c:v>388.0</c:v>
                </c:pt>
                <c:pt idx="3965">
                  <c:v>388.0</c:v>
                </c:pt>
                <c:pt idx="3966">
                  <c:v>388.0</c:v>
                </c:pt>
                <c:pt idx="3967">
                  <c:v>388.0</c:v>
                </c:pt>
                <c:pt idx="3968">
                  <c:v>388.0</c:v>
                </c:pt>
                <c:pt idx="3969">
                  <c:v>388.0</c:v>
                </c:pt>
                <c:pt idx="3970">
                  <c:v>388.0</c:v>
                </c:pt>
                <c:pt idx="3971">
                  <c:v>388.0</c:v>
                </c:pt>
                <c:pt idx="3972">
                  <c:v>388.0</c:v>
                </c:pt>
                <c:pt idx="3973">
                  <c:v>388.0</c:v>
                </c:pt>
                <c:pt idx="3974">
                  <c:v>388.0</c:v>
                </c:pt>
                <c:pt idx="3975">
                  <c:v>388.0</c:v>
                </c:pt>
                <c:pt idx="3976">
                  <c:v>388.0</c:v>
                </c:pt>
                <c:pt idx="3977">
                  <c:v>388.0</c:v>
                </c:pt>
                <c:pt idx="3978">
                  <c:v>388.0</c:v>
                </c:pt>
                <c:pt idx="3979">
                  <c:v>388.0</c:v>
                </c:pt>
                <c:pt idx="3980">
                  <c:v>388.0</c:v>
                </c:pt>
                <c:pt idx="3981">
                  <c:v>388.0</c:v>
                </c:pt>
                <c:pt idx="3982">
                  <c:v>388.0</c:v>
                </c:pt>
                <c:pt idx="3983">
                  <c:v>388.0</c:v>
                </c:pt>
                <c:pt idx="3984">
                  <c:v>388.0</c:v>
                </c:pt>
                <c:pt idx="3985">
                  <c:v>388.0</c:v>
                </c:pt>
                <c:pt idx="3986">
                  <c:v>388.0</c:v>
                </c:pt>
                <c:pt idx="3987">
                  <c:v>388.0</c:v>
                </c:pt>
                <c:pt idx="3988">
                  <c:v>388.0</c:v>
                </c:pt>
                <c:pt idx="3989">
                  <c:v>388.0</c:v>
                </c:pt>
                <c:pt idx="3990">
                  <c:v>388.0</c:v>
                </c:pt>
                <c:pt idx="3991">
                  <c:v>388.0</c:v>
                </c:pt>
                <c:pt idx="3992">
                  <c:v>388.0</c:v>
                </c:pt>
                <c:pt idx="3993">
                  <c:v>388.0</c:v>
                </c:pt>
                <c:pt idx="3994">
                  <c:v>388.0</c:v>
                </c:pt>
                <c:pt idx="3995">
                  <c:v>388.0</c:v>
                </c:pt>
                <c:pt idx="3996">
                  <c:v>388.0</c:v>
                </c:pt>
                <c:pt idx="3997">
                  <c:v>388.0</c:v>
                </c:pt>
                <c:pt idx="3998">
                  <c:v>388.0</c:v>
                </c:pt>
                <c:pt idx="3999">
                  <c:v>388.0</c:v>
                </c:pt>
                <c:pt idx="4000">
                  <c:v>388.0</c:v>
                </c:pt>
                <c:pt idx="4001">
                  <c:v>388.0</c:v>
                </c:pt>
                <c:pt idx="4002">
                  <c:v>388.0</c:v>
                </c:pt>
                <c:pt idx="4003">
                  <c:v>388.0</c:v>
                </c:pt>
                <c:pt idx="4004">
                  <c:v>388.0</c:v>
                </c:pt>
                <c:pt idx="4005">
                  <c:v>388.0</c:v>
                </c:pt>
                <c:pt idx="4006">
                  <c:v>388.0</c:v>
                </c:pt>
                <c:pt idx="4007">
                  <c:v>388.0</c:v>
                </c:pt>
                <c:pt idx="4008">
                  <c:v>388.0</c:v>
                </c:pt>
                <c:pt idx="4009">
                  <c:v>388.0</c:v>
                </c:pt>
                <c:pt idx="4010">
                  <c:v>388.0</c:v>
                </c:pt>
                <c:pt idx="4011">
                  <c:v>388.0</c:v>
                </c:pt>
                <c:pt idx="4012">
                  <c:v>388.0</c:v>
                </c:pt>
                <c:pt idx="4013">
                  <c:v>388.0</c:v>
                </c:pt>
                <c:pt idx="4014">
                  <c:v>388.0</c:v>
                </c:pt>
                <c:pt idx="4015">
                  <c:v>388.0</c:v>
                </c:pt>
                <c:pt idx="4016">
                  <c:v>388.0</c:v>
                </c:pt>
                <c:pt idx="4017">
                  <c:v>388.0</c:v>
                </c:pt>
                <c:pt idx="4018">
                  <c:v>388.0</c:v>
                </c:pt>
                <c:pt idx="4019">
                  <c:v>388.0</c:v>
                </c:pt>
                <c:pt idx="4020">
                  <c:v>388.0</c:v>
                </c:pt>
                <c:pt idx="4021">
                  <c:v>388.0</c:v>
                </c:pt>
                <c:pt idx="4022">
                  <c:v>388.0</c:v>
                </c:pt>
                <c:pt idx="4023">
                  <c:v>388.0</c:v>
                </c:pt>
                <c:pt idx="4024">
                  <c:v>388.0</c:v>
                </c:pt>
                <c:pt idx="4025">
                  <c:v>388.0</c:v>
                </c:pt>
                <c:pt idx="4026">
                  <c:v>388.0</c:v>
                </c:pt>
                <c:pt idx="4027">
                  <c:v>388.0</c:v>
                </c:pt>
                <c:pt idx="4028">
                  <c:v>388.0</c:v>
                </c:pt>
                <c:pt idx="4029">
                  <c:v>388.0</c:v>
                </c:pt>
                <c:pt idx="4030">
                  <c:v>388.0</c:v>
                </c:pt>
                <c:pt idx="4031">
                  <c:v>388.0</c:v>
                </c:pt>
                <c:pt idx="4032">
                  <c:v>388.0</c:v>
                </c:pt>
                <c:pt idx="4033">
                  <c:v>388.0</c:v>
                </c:pt>
                <c:pt idx="4034">
                  <c:v>388.0</c:v>
                </c:pt>
                <c:pt idx="4035">
                  <c:v>388.0</c:v>
                </c:pt>
                <c:pt idx="4036">
                  <c:v>388.0</c:v>
                </c:pt>
                <c:pt idx="4037">
                  <c:v>388.0</c:v>
                </c:pt>
                <c:pt idx="4038">
                  <c:v>388.0</c:v>
                </c:pt>
                <c:pt idx="4039">
                  <c:v>388.0</c:v>
                </c:pt>
                <c:pt idx="4040">
                  <c:v>388.0</c:v>
                </c:pt>
                <c:pt idx="4041">
                  <c:v>388.0</c:v>
                </c:pt>
                <c:pt idx="4042">
                  <c:v>388.0</c:v>
                </c:pt>
                <c:pt idx="4043">
                  <c:v>388.0</c:v>
                </c:pt>
                <c:pt idx="4044">
                  <c:v>388.0</c:v>
                </c:pt>
                <c:pt idx="4045">
                  <c:v>388.0</c:v>
                </c:pt>
                <c:pt idx="4046">
                  <c:v>388.0</c:v>
                </c:pt>
                <c:pt idx="4047">
                  <c:v>388.0</c:v>
                </c:pt>
                <c:pt idx="4048">
                  <c:v>388.0</c:v>
                </c:pt>
                <c:pt idx="4049">
                  <c:v>388.0</c:v>
                </c:pt>
                <c:pt idx="4050">
                  <c:v>388.0</c:v>
                </c:pt>
                <c:pt idx="4051">
                  <c:v>388.0</c:v>
                </c:pt>
                <c:pt idx="4052">
                  <c:v>388.0</c:v>
                </c:pt>
                <c:pt idx="4053">
                  <c:v>388.0</c:v>
                </c:pt>
                <c:pt idx="4054">
                  <c:v>388.0</c:v>
                </c:pt>
                <c:pt idx="4055">
                  <c:v>388.0</c:v>
                </c:pt>
                <c:pt idx="4056">
                  <c:v>388.0</c:v>
                </c:pt>
                <c:pt idx="4057">
                  <c:v>388.0</c:v>
                </c:pt>
                <c:pt idx="4058">
                  <c:v>388.0</c:v>
                </c:pt>
                <c:pt idx="4059">
                  <c:v>388.0</c:v>
                </c:pt>
                <c:pt idx="4060">
                  <c:v>388.0</c:v>
                </c:pt>
                <c:pt idx="4061">
                  <c:v>388.0</c:v>
                </c:pt>
                <c:pt idx="4062">
                  <c:v>388.0</c:v>
                </c:pt>
                <c:pt idx="4063">
                  <c:v>388.0</c:v>
                </c:pt>
                <c:pt idx="4064">
                  <c:v>388.0</c:v>
                </c:pt>
                <c:pt idx="4065">
                  <c:v>388.0</c:v>
                </c:pt>
                <c:pt idx="4066">
                  <c:v>388.0</c:v>
                </c:pt>
                <c:pt idx="4067">
                  <c:v>388.0</c:v>
                </c:pt>
                <c:pt idx="4068">
                  <c:v>388.0</c:v>
                </c:pt>
                <c:pt idx="4069">
                  <c:v>388.0</c:v>
                </c:pt>
                <c:pt idx="4070">
                  <c:v>388.0</c:v>
                </c:pt>
                <c:pt idx="4071">
                  <c:v>388.0</c:v>
                </c:pt>
                <c:pt idx="4072">
                  <c:v>388.0</c:v>
                </c:pt>
                <c:pt idx="4073">
                  <c:v>388.0</c:v>
                </c:pt>
                <c:pt idx="4074">
                  <c:v>388.0</c:v>
                </c:pt>
                <c:pt idx="4075">
                  <c:v>388.0</c:v>
                </c:pt>
                <c:pt idx="4076">
                  <c:v>388.0</c:v>
                </c:pt>
                <c:pt idx="4077">
                  <c:v>388.0</c:v>
                </c:pt>
                <c:pt idx="4078">
                  <c:v>388.0</c:v>
                </c:pt>
                <c:pt idx="4079">
                  <c:v>388.0</c:v>
                </c:pt>
                <c:pt idx="4080">
                  <c:v>388.0</c:v>
                </c:pt>
                <c:pt idx="4081">
                  <c:v>388.0</c:v>
                </c:pt>
                <c:pt idx="4082">
                  <c:v>388.0</c:v>
                </c:pt>
                <c:pt idx="4083">
                  <c:v>388.0</c:v>
                </c:pt>
                <c:pt idx="4084">
                  <c:v>388.0</c:v>
                </c:pt>
                <c:pt idx="4085">
                  <c:v>388.0</c:v>
                </c:pt>
                <c:pt idx="4086">
                  <c:v>388.0</c:v>
                </c:pt>
                <c:pt idx="4087">
                  <c:v>388.0</c:v>
                </c:pt>
                <c:pt idx="4088">
                  <c:v>388.0</c:v>
                </c:pt>
                <c:pt idx="4089">
                  <c:v>388.0</c:v>
                </c:pt>
                <c:pt idx="4090">
                  <c:v>388.0</c:v>
                </c:pt>
                <c:pt idx="4091">
                  <c:v>388.0</c:v>
                </c:pt>
                <c:pt idx="4092">
                  <c:v>388.0</c:v>
                </c:pt>
                <c:pt idx="4093">
                  <c:v>388.0</c:v>
                </c:pt>
                <c:pt idx="4094">
                  <c:v>388.0</c:v>
                </c:pt>
                <c:pt idx="4095">
                  <c:v>388.0</c:v>
                </c:pt>
                <c:pt idx="4096">
                  <c:v>388.0</c:v>
                </c:pt>
                <c:pt idx="4097">
                  <c:v>388.0</c:v>
                </c:pt>
                <c:pt idx="4098">
                  <c:v>388.0</c:v>
                </c:pt>
                <c:pt idx="4099">
                  <c:v>388.0</c:v>
                </c:pt>
                <c:pt idx="4100">
                  <c:v>388.0</c:v>
                </c:pt>
                <c:pt idx="4101">
                  <c:v>388.0</c:v>
                </c:pt>
                <c:pt idx="4102">
                  <c:v>388.0</c:v>
                </c:pt>
                <c:pt idx="4103">
                  <c:v>388.0</c:v>
                </c:pt>
                <c:pt idx="4104">
                  <c:v>388.0</c:v>
                </c:pt>
                <c:pt idx="4105">
                  <c:v>388.0</c:v>
                </c:pt>
                <c:pt idx="4106">
                  <c:v>388.0</c:v>
                </c:pt>
                <c:pt idx="4107">
                  <c:v>388.0</c:v>
                </c:pt>
                <c:pt idx="4108">
                  <c:v>388.0</c:v>
                </c:pt>
                <c:pt idx="4109">
                  <c:v>388.0</c:v>
                </c:pt>
                <c:pt idx="4110">
                  <c:v>388.0</c:v>
                </c:pt>
                <c:pt idx="4111">
                  <c:v>388.0</c:v>
                </c:pt>
                <c:pt idx="4112">
                  <c:v>388.0</c:v>
                </c:pt>
                <c:pt idx="4113">
                  <c:v>388.0</c:v>
                </c:pt>
                <c:pt idx="4114">
                  <c:v>388.0</c:v>
                </c:pt>
                <c:pt idx="4115">
                  <c:v>388.0</c:v>
                </c:pt>
                <c:pt idx="4116">
                  <c:v>388.0</c:v>
                </c:pt>
                <c:pt idx="4117">
                  <c:v>388.0</c:v>
                </c:pt>
                <c:pt idx="4118">
                  <c:v>388.0</c:v>
                </c:pt>
                <c:pt idx="4119">
                  <c:v>388.0</c:v>
                </c:pt>
                <c:pt idx="4120">
                  <c:v>388.0</c:v>
                </c:pt>
                <c:pt idx="4121">
                  <c:v>388.0</c:v>
                </c:pt>
                <c:pt idx="4122">
                  <c:v>388.0</c:v>
                </c:pt>
                <c:pt idx="4123">
                  <c:v>388.0</c:v>
                </c:pt>
                <c:pt idx="4124">
                  <c:v>388.0</c:v>
                </c:pt>
                <c:pt idx="4125">
                  <c:v>388.0</c:v>
                </c:pt>
                <c:pt idx="4126">
                  <c:v>388.0</c:v>
                </c:pt>
                <c:pt idx="4127">
                  <c:v>388.0</c:v>
                </c:pt>
                <c:pt idx="4128">
                  <c:v>388.0</c:v>
                </c:pt>
                <c:pt idx="4129">
                  <c:v>388.0</c:v>
                </c:pt>
                <c:pt idx="4130">
                  <c:v>388.0</c:v>
                </c:pt>
                <c:pt idx="4131">
                  <c:v>388.0</c:v>
                </c:pt>
                <c:pt idx="4132">
                  <c:v>388.0</c:v>
                </c:pt>
                <c:pt idx="4133">
                  <c:v>388.0</c:v>
                </c:pt>
                <c:pt idx="4134">
                  <c:v>388.0</c:v>
                </c:pt>
                <c:pt idx="4135">
                  <c:v>388.0</c:v>
                </c:pt>
                <c:pt idx="4136">
                  <c:v>388.0</c:v>
                </c:pt>
                <c:pt idx="4137">
                  <c:v>388.0</c:v>
                </c:pt>
                <c:pt idx="4138">
                  <c:v>388.0</c:v>
                </c:pt>
                <c:pt idx="4139">
                  <c:v>388.0</c:v>
                </c:pt>
                <c:pt idx="4140">
                  <c:v>388.0</c:v>
                </c:pt>
                <c:pt idx="4141">
                  <c:v>388.0</c:v>
                </c:pt>
                <c:pt idx="4142">
                  <c:v>388.0</c:v>
                </c:pt>
                <c:pt idx="4143">
                  <c:v>388.0</c:v>
                </c:pt>
                <c:pt idx="4144">
                  <c:v>388.0</c:v>
                </c:pt>
                <c:pt idx="4145">
                  <c:v>388.0</c:v>
                </c:pt>
                <c:pt idx="4146">
                  <c:v>388.0</c:v>
                </c:pt>
                <c:pt idx="4147">
                  <c:v>388.0</c:v>
                </c:pt>
                <c:pt idx="4148">
                  <c:v>388.0</c:v>
                </c:pt>
                <c:pt idx="4149">
                  <c:v>388.0</c:v>
                </c:pt>
                <c:pt idx="4150">
                  <c:v>388.0</c:v>
                </c:pt>
                <c:pt idx="4151">
                  <c:v>388.0</c:v>
                </c:pt>
                <c:pt idx="4152">
                  <c:v>388.0</c:v>
                </c:pt>
                <c:pt idx="4153">
                  <c:v>388.0</c:v>
                </c:pt>
                <c:pt idx="4154">
                  <c:v>388.0</c:v>
                </c:pt>
                <c:pt idx="4155">
                  <c:v>388.0</c:v>
                </c:pt>
                <c:pt idx="4156">
                  <c:v>388.0</c:v>
                </c:pt>
                <c:pt idx="4157">
                  <c:v>388.0</c:v>
                </c:pt>
                <c:pt idx="4158">
                  <c:v>388.0</c:v>
                </c:pt>
                <c:pt idx="4159">
                  <c:v>388.0</c:v>
                </c:pt>
                <c:pt idx="4160">
                  <c:v>388.0</c:v>
                </c:pt>
                <c:pt idx="4161">
                  <c:v>388.0</c:v>
                </c:pt>
                <c:pt idx="4162">
                  <c:v>388.0</c:v>
                </c:pt>
                <c:pt idx="4163">
                  <c:v>388.0</c:v>
                </c:pt>
                <c:pt idx="4164">
                  <c:v>388.0</c:v>
                </c:pt>
                <c:pt idx="4165">
                  <c:v>388.0</c:v>
                </c:pt>
                <c:pt idx="4166">
                  <c:v>388.0</c:v>
                </c:pt>
                <c:pt idx="4167">
                  <c:v>388.0</c:v>
                </c:pt>
                <c:pt idx="4168">
                  <c:v>388.0</c:v>
                </c:pt>
                <c:pt idx="4169">
                  <c:v>388.0</c:v>
                </c:pt>
                <c:pt idx="4170">
                  <c:v>388.0</c:v>
                </c:pt>
                <c:pt idx="4171">
                  <c:v>388.0</c:v>
                </c:pt>
                <c:pt idx="4172">
                  <c:v>388.0</c:v>
                </c:pt>
                <c:pt idx="4173">
                  <c:v>388.0</c:v>
                </c:pt>
                <c:pt idx="4174">
                  <c:v>388.0</c:v>
                </c:pt>
                <c:pt idx="4175">
                  <c:v>388.0</c:v>
                </c:pt>
                <c:pt idx="4176">
                  <c:v>388.0</c:v>
                </c:pt>
                <c:pt idx="4177">
                  <c:v>388.0</c:v>
                </c:pt>
                <c:pt idx="4178">
                  <c:v>388.0</c:v>
                </c:pt>
                <c:pt idx="4179">
                  <c:v>388.0</c:v>
                </c:pt>
                <c:pt idx="4180">
                  <c:v>388.0</c:v>
                </c:pt>
                <c:pt idx="4181">
                  <c:v>388.0</c:v>
                </c:pt>
                <c:pt idx="4182">
                  <c:v>388.0</c:v>
                </c:pt>
                <c:pt idx="4183">
                  <c:v>388.0</c:v>
                </c:pt>
                <c:pt idx="4184">
                  <c:v>388.0</c:v>
                </c:pt>
                <c:pt idx="4185">
                  <c:v>388.0</c:v>
                </c:pt>
                <c:pt idx="4186">
                  <c:v>388.0</c:v>
                </c:pt>
                <c:pt idx="4187">
                  <c:v>388.0</c:v>
                </c:pt>
                <c:pt idx="4188">
                  <c:v>388.0</c:v>
                </c:pt>
                <c:pt idx="4189">
                  <c:v>388.0</c:v>
                </c:pt>
                <c:pt idx="4190">
                  <c:v>388.0</c:v>
                </c:pt>
                <c:pt idx="4191">
                  <c:v>388.0</c:v>
                </c:pt>
                <c:pt idx="4192">
                  <c:v>388.0</c:v>
                </c:pt>
                <c:pt idx="4193">
                  <c:v>388.0</c:v>
                </c:pt>
                <c:pt idx="4194">
                  <c:v>388.0</c:v>
                </c:pt>
                <c:pt idx="4195">
                  <c:v>388.0</c:v>
                </c:pt>
                <c:pt idx="4196">
                  <c:v>388.0</c:v>
                </c:pt>
                <c:pt idx="4197">
                  <c:v>388.0</c:v>
                </c:pt>
                <c:pt idx="4198">
                  <c:v>388.0</c:v>
                </c:pt>
                <c:pt idx="4199">
                  <c:v>388.0</c:v>
                </c:pt>
                <c:pt idx="4200">
                  <c:v>388.0</c:v>
                </c:pt>
                <c:pt idx="4201">
                  <c:v>388.0</c:v>
                </c:pt>
                <c:pt idx="4202">
                  <c:v>388.0</c:v>
                </c:pt>
                <c:pt idx="4203">
                  <c:v>388.0</c:v>
                </c:pt>
                <c:pt idx="4204">
                  <c:v>388.0</c:v>
                </c:pt>
                <c:pt idx="4205">
                  <c:v>388.0</c:v>
                </c:pt>
                <c:pt idx="4206">
                  <c:v>388.0</c:v>
                </c:pt>
                <c:pt idx="4207">
                  <c:v>388.0</c:v>
                </c:pt>
                <c:pt idx="4208">
                  <c:v>388.0</c:v>
                </c:pt>
                <c:pt idx="4209">
                  <c:v>388.0</c:v>
                </c:pt>
                <c:pt idx="4210">
                  <c:v>388.0</c:v>
                </c:pt>
                <c:pt idx="4211">
                  <c:v>388.0</c:v>
                </c:pt>
                <c:pt idx="4212">
                  <c:v>388.0</c:v>
                </c:pt>
                <c:pt idx="4213">
                  <c:v>388.0</c:v>
                </c:pt>
                <c:pt idx="4214">
                  <c:v>388.0</c:v>
                </c:pt>
                <c:pt idx="4215">
                  <c:v>388.0</c:v>
                </c:pt>
                <c:pt idx="4216">
                  <c:v>388.0</c:v>
                </c:pt>
                <c:pt idx="4217">
                  <c:v>388.0</c:v>
                </c:pt>
                <c:pt idx="4218">
                  <c:v>388.0</c:v>
                </c:pt>
                <c:pt idx="4219">
                  <c:v>388.0</c:v>
                </c:pt>
                <c:pt idx="4220">
                  <c:v>388.0</c:v>
                </c:pt>
                <c:pt idx="4221">
                  <c:v>388.0</c:v>
                </c:pt>
                <c:pt idx="4222">
                  <c:v>388.0</c:v>
                </c:pt>
                <c:pt idx="4223">
                  <c:v>388.0</c:v>
                </c:pt>
                <c:pt idx="4224">
                  <c:v>388.0</c:v>
                </c:pt>
                <c:pt idx="4225">
                  <c:v>388.0</c:v>
                </c:pt>
                <c:pt idx="4226">
                  <c:v>388.0</c:v>
                </c:pt>
                <c:pt idx="4227">
                  <c:v>388.0</c:v>
                </c:pt>
                <c:pt idx="4228">
                  <c:v>388.0</c:v>
                </c:pt>
                <c:pt idx="4229">
                  <c:v>388.0</c:v>
                </c:pt>
                <c:pt idx="4230">
                  <c:v>388.0</c:v>
                </c:pt>
                <c:pt idx="4231">
                  <c:v>388.0</c:v>
                </c:pt>
                <c:pt idx="4232">
                  <c:v>388.0</c:v>
                </c:pt>
                <c:pt idx="4233">
                  <c:v>388.0</c:v>
                </c:pt>
                <c:pt idx="4234">
                  <c:v>388.0</c:v>
                </c:pt>
                <c:pt idx="4235">
                  <c:v>388.0</c:v>
                </c:pt>
                <c:pt idx="4236">
                  <c:v>388.0</c:v>
                </c:pt>
                <c:pt idx="4237">
                  <c:v>388.0</c:v>
                </c:pt>
                <c:pt idx="4238">
                  <c:v>388.0</c:v>
                </c:pt>
                <c:pt idx="4239">
                  <c:v>388.0</c:v>
                </c:pt>
                <c:pt idx="4240">
                  <c:v>388.0</c:v>
                </c:pt>
                <c:pt idx="4241">
                  <c:v>388.0</c:v>
                </c:pt>
                <c:pt idx="4242">
                  <c:v>388.0</c:v>
                </c:pt>
                <c:pt idx="4243">
                  <c:v>388.0</c:v>
                </c:pt>
                <c:pt idx="4244">
                  <c:v>388.0</c:v>
                </c:pt>
                <c:pt idx="4245">
                  <c:v>388.0</c:v>
                </c:pt>
                <c:pt idx="4246">
                  <c:v>388.0</c:v>
                </c:pt>
                <c:pt idx="4247">
                  <c:v>388.0</c:v>
                </c:pt>
                <c:pt idx="4248">
                  <c:v>388.0</c:v>
                </c:pt>
                <c:pt idx="4249">
                  <c:v>388.0</c:v>
                </c:pt>
                <c:pt idx="4250">
                  <c:v>388.0</c:v>
                </c:pt>
                <c:pt idx="4251">
                  <c:v>388.0</c:v>
                </c:pt>
                <c:pt idx="4252">
                  <c:v>388.0</c:v>
                </c:pt>
                <c:pt idx="4253">
                  <c:v>388.0</c:v>
                </c:pt>
                <c:pt idx="4254">
                  <c:v>388.0</c:v>
                </c:pt>
                <c:pt idx="4255">
                  <c:v>388.0</c:v>
                </c:pt>
                <c:pt idx="4256">
                  <c:v>388.0</c:v>
                </c:pt>
                <c:pt idx="4257">
                  <c:v>388.0</c:v>
                </c:pt>
                <c:pt idx="4258">
                  <c:v>388.0</c:v>
                </c:pt>
                <c:pt idx="4259">
                  <c:v>388.0</c:v>
                </c:pt>
                <c:pt idx="4260">
                  <c:v>388.0</c:v>
                </c:pt>
                <c:pt idx="4261">
                  <c:v>388.0</c:v>
                </c:pt>
                <c:pt idx="4262">
                  <c:v>388.0</c:v>
                </c:pt>
                <c:pt idx="4263">
                  <c:v>388.0</c:v>
                </c:pt>
                <c:pt idx="4264">
                  <c:v>388.0</c:v>
                </c:pt>
                <c:pt idx="4265">
                  <c:v>388.0</c:v>
                </c:pt>
                <c:pt idx="4266">
                  <c:v>388.0</c:v>
                </c:pt>
                <c:pt idx="4267">
                  <c:v>388.0</c:v>
                </c:pt>
                <c:pt idx="4268">
                  <c:v>388.0</c:v>
                </c:pt>
                <c:pt idx="4269">
                  <c:v>388.0</c:v>
                </c:pt>
                <c:pt idx="4270">
                  <c:v>388.0</c:v>
                </c:pt>
                <c:pt idx="4271">
                  <c:v>388.0</c:v>
                </c:pt>
                <c:pt idx="4272">
                  <c:v>388.0</c:v>
                </c:pt>
                <c:pt idx="4273">
                  <c:v>388.0</c:v>
                </c:pt>
                <c:pt idx="4274">
                  <c:v>388.0</c:v>
                </c:pt>
                <c:pt idx="4275">
                  <c:v>388.0</c:v>
                </c:pt>
                <c:pt idx="4276">
                  <c:v>388.0</c:v>
                </c:pt>
                <c:pt idx="4277">
                  <c:v>388.0</c:v>
                </c:pt>
                <c:pt idx="4278">
                  <c:v>388.0</c:v>
                </c:pt>
                <c:pt idx="4279">
                  <c:v>388.0</c:v>
                </c:pt>
                <c:pt idx="4280">
                  <c:v>388.0</c:v>
                </c:pt>
                <c:pt idx="4281">
                  <c:v>388.0</c:v>
                </c:pt>
                <c:pt idx="4282">
                  <c:v>388.0</c:v>
                </c:pt>
                <c:pt idx="4283">
                  <c:v>388.0</c:v>
                </c:pt>
                <c:pt idx="4284">
                  <c:v>388.0</c:v>
                </c:pt>
                <c:pt idx="4285">
                  <c:v>388.0</c:v>
                </c:pt>
                <c:pt idx="4286">
                  <c:v>388.0</c:v>
                </c:pt>
                <c:pt idx="4287">
                  <c:v>388.0</c:v>
                </c:pt>
                <c:pt idx="4288">
                  <c:v>388.0</c:v>
                </c:pt>
                <c:pt idx="4289">
                  <c:v>388.0</c:v>
                </c:pt>
                <c:pt idx="4290">
                  <c:v>388.0</c:v>
                </c:pt>
                <c:pt idx="4291">
                  <c:v>388.0</c:v>
                </c:pt>
                <c:pt idx="4292">
                  <c:v>388.0</c:v>
                </c:pt>
                <c:pt idx="4293">
                  <c:v>388.0</c:v>
                </c:pt>
                <c:pt idx="4294">
                  <c:v>388.0</c:v>
                </c:pt>
                <c:pt idx="4295">
                  <c:v>388.0</c:v>
                </c:pt>
                <c:pt idx="4296">
                  <c:v>388.0</c:v>
                </c:pt>
                <c:pt idx="4297">
                  <c:v>388.0</c:v>
                </c:pt>
                <c:pt idx="4298">
                  <c:v>388.0</c:v>
                </c:pt>
                <c:pt idx="4299">
                  <c:v>388.0</c:v>
                </c:pt>
                <c:pt idx="4300">
                  <c:v>388.0</c:v>
                </c:pt>
                <c:pt idx="4301">
                  <c:v>388.0</c:v>
                </c:pt>
                <c:pt idx="4302">
                  <c:v>388.0</c:v>
                </c:pt>
                <c:pt idx="4303">
                  <c:v>388.0</c:v>
                </c:pt>
                <c:pt idx="4304">
                  <c:v>388.0</c:v>
                </c:pt>
                <c:pt idx="4305">
                  <c:v>388.0</c:v>
                </c:pt>
                <c:pt idx="4306">
                  <c:v>388.0</c:v>
                </c:pt>
                <c:pt idx="4307">
                  <c:v>388.0</c:v>
                </c:pt>
                <c:pt idx="4308">
                  <c:v>388.0</c:v>
                </c:pt>
                <c:pt idx="4309">
                  <c:v>388.0</c:v>
                </c:pt>
                <c:pt idx="4310">
                  <c:v>388.0</c:v>
                </c:pt>
                <c:pt idx="4311">
                  <c:v>388.0</c:v>
                </c:pt>
                <c:pt idx="4312">
                  <c:v>388.0</c:v>
                </c:pt>
                <c:pt idx="4313">
                  <c:v>388.0</c:v>
                </c:pt>
                <c:pt idx="4314">
                  <c:v>388.0</c:v>
                </c:pt>
                <c:pt idx="4315">
                  <c:v>388.0</c:v>
                </c:pt>
                <c:pt idx="4316">
                  <c:v>388.0</c:v>
                </c:pt>
                <c:pt idx="4317">
                  <c:v>388.0</c:v>
                </c:pt>
                <c:pt idx="4318">
                  <c:v>388.0</c:v>
                </c:pt>
                <c:pt idx="4319">
                  <c:v>388.0</c:v>
                </c:pt>
                <c:pt idx="4320">
                  <c:v>388.0</c:v>
                </c:pt>
                <c:pt idx="4321">
                  <c:v>388.0</c:v>
                </c:pt>
                <c:pt idx="4322">
                  <c:v>388.0</c:v>
                </c:pt>
                <c:pt idx="4323">
                  <c:v>388.0</c:v>
                </c:pt>
                <c:pt idx="4324">
                  <c:v>388.0</c:v>
                </c:pt>
                <c:pt idx="4325">
                  <c:v>388.0</c:v>
                </c:pt>
                <c:pt idx="4326">
                  <c:v>388.0</c:v>
                </c:pt>
                <c:pt idx="4327">
                  <c:v>388.0</c:v>
                </c:pt>
                <c:pt idx="4328">
                  <c:v>388.0</c:v>
                </c:pt>
                <c:pt idx="4329">
                  <c:v>388.0</c:v>
                </c:pt>
                <c:pt idx="4330">
                  <c:v>388.0</c:v>
                </c:pt>
                <c:pt idx="4331">
                  <c:v>388.0</c:v>
                </c:pt>
                <c:pt idx="4332">
                  <c:v>388.0</c:v>
                </c:pt>
                <c:pt idx="4333">
                  <c:v>388.0</c:v>
                </c:pt>
                <c:pt idx="4334">
                  <c:v>388.0</c:v>
                </c:pt>
                <c:pt idx="4335">
                  <c:v>388.0</c:v>
                </c:pt>
                <c:pt idx="4336">
                  <c:v>388.0</c:v>
                </c:pt>
                <c:pt idx="4337">
                  <c:v>388.0</c:v>
                </c:pt>
                <c:pt idx="4338">
                  <c:v>388.0</c:v>
                </c:pt>
                <c:pt idx="4339">
                  <c:v>388.0</c:v>
                </c:pt>
                <c:pt idx="4340">
                  <c:v>388.0</c:v>
                </c:pt>
                <c:pt idx="4341">
                  <c:v>388.0</c:v>
                </c:pt>
                <c:pt idx="4342">
                  <c:v>388.0</c:v>
                </c:pt>
                <c:pt idx="4343">
                  <c:v>388.0</c:v>
                </c:pt>
                <c:pt idx="4344">
                  <c:v>388.0</c:v>
                </c:pt>
                <c:pt idx="4345">
                  <c:v>388.0</c:v>
                </c:pt>
                <c:pt idx="4346">
                  <c:v>388.0</c:v>
                </c:pt>
                <c:pt idx="4347">
                  <c:v>388.0</c:v>
                </c:pt>
                <c:pt idx="4348">
                  <c:v>388.0</c:v>
                </c:pt>
                <c:pt idx="4349">
                  <c:v>388.0</c:v>
                </c:pt>
                <c:pt idx="4350">
                  <c:v>388.0</c:v>
                </c:pt>
                <c:pt idx="4351">
                  <c:v>388.0</c:v>
                </c:pt>
                <c:pt idx="4352">
                  <c:v>388.0</c:v>
                </c:pt>
                <c:pt idx="4353">
                  <c:v>388.0</c:v>
                </c:pt>
                <c:pt idx="4354">
                  <c:v>388.0</c:v>
                </c:pt>
                <c:pt idx="4355">
                  <c:v>388.0</c:v>
                </c:pt>
                <c:pt idx="4356">
                  <c:v>388.0</c:v>
                </c:pt>
                <c:pt idx="4357">
                  <c:v>388.0</c:v>
                </c:pt>
                <c:pt idx="4358">
                  <c:v>388.0</c:v>
                </c:pt>
                <c:pt idx="4359">
                  <c:v>388.0</c:v>
                </c:pt>
                <c:pt idx="4360">
                  <c:v>388.0</c:v>
                </c:pt>
                <c:pt idx="4361">
                  <c:v>388.0</c:v>
                </c:pt>
                <c:pt idx="4362">
                  <c:v>388.0</c:v>
                </c:pt>
                <c:pt idx="4363">
                  <c:v>388.0</c:v>
                </c:pt>
                <c:pt idx="4364">
                  <c:v>388.0</c:v>
                </c:pt>
                <c:pt idx="4365">
                  <c:v>388.0</c:v>
                </c:pt>
                <c:pt idx="4366">
                  <c:v>388.0</c:v>
                </c:pt>
                <c:pt idx="4367">
                  <c:v>388.0</c:v>
                </c:pt>
                <c:pt idx="4368">
                  <c:v>388.0</c:v>
                </c:pt>
                <c:pt idx="4369">
                  <c:v>388.0</c:v>
                </c:pt>
                <c:pt idx="4370">
                  <c:v>388.0</c:v>
                </c:pt>
                <c:pt idx="4371">
                  <c:v>388.0</c:v>
                </c:pt>
                <c:pt idx="4372">
                  <c:v>388.0</c:v>
                </c:pt>
                <c:pt idx="4373">
                  <c:v>388.0</c:v>
                </c:pt>
                <c:pt idx="4374">
                  <c:v>388.0</c:v>
                </c:pt>
                <c:pt idx="4375">
                  <c:v>388.0</c:v>
                </c:pt>
                <c:pt idx="4376">
                  <c:v>388.0</c:v>
                </c:pt>
                <c:pt idx="4377">
                  <c:v>388.0</c:v>
                </c:pt>
                <c:pt idx="4378">
                  <c:v>388.0</c:v>
                </c:pt>
                <c:pt idx="4379">
                  <c:v>388.0</c:v>
                </c:pt>
                <c:pt idx="4380">
                  <c:v>388.0</c:v>
                </c:pt>
                <c:pt idx="4381">
                  <c:v>388.0</c:v>
                </c:pt>
                <c:pt idx="4382">
                  <c:v>388.0</c:v>
                </c:pt>
                <c:pt idx="4383">
                  <c:v>388.0</c:v>
                </c:pt>
                <c:pt idx="4384">
                  <c:v>388.0</c:v>
                </c:pt>
                <c:pt idx="4385">
                  <c:v>388.0</c:v>
                </c:pt>
                <c:pt idx="4386">
                  <c:v>388.0</c:v>
                </c:pt>
                <c:pt idx="4387">
                  <c:v>388.0</c:v>
                </c:pt>
                <c:pt idx="4388">
                  <c:v>388.0</c:v>
                </c:pt>
                <c:pt idx="4389">
                  <c:v>388.0</c:v>
                </c:pt>
                <c:pt idx="4390">
                  <c:v>388.0</c:v>
                </c:pt>
                <c:pt idx="4391">
                  <c:v>388.0</c:v>
                </c:pt>
                <c:pt idx="4392">
                  <c:v>388.0</c:v>
                </c:pt>
                <c:pt idx="4393">
                  <c:v>388.0</c:v>
                </c:pt>
                <c:pt idx="4394">
                  <c:v>388.0</c:v>
                </c:pt>
                <c:pt idx="4395">
                  <c:v>388.0</c:v>
                </c:pt>
                <c:pt idx="4396">
                  <c:v>388.0</c:v>
                </c:pt>
                <c:pt idx="4397">
                  <c:v>388.0</c:v>
                </c:pt>
                <c:pt idx="4398">
                  <c:v>388.0</c:v>
                </c:pt>
                <c:pt idx="4399">
                  <c:v>388.0</c:v>
                </c:pt>
                <c:pt idx="4400">
                  <c:v>388.0</c:v>
                </c:pt>
                <c:pt idx="4401">
                  <c:v>388.0</c:v>
                </c:pt>
                <c:pt idx="4402">
                  <c:v>388.0</c:v>
                </c:pt>
                <c:pt idx="4403">
                  <c:v>388.0</c:v>
                </c:pt>
                <c:pt idx="4404">
                  <c:v>388.0</c:v>
                </c:pt>
                <c:pt idx="4405">
                  <c:v>388.0</c:v>
                </c:pt>
                <c:pt idx="4406">
                  <c:v>388.0</c:v>
                </c:pt>
                <c:pt idx="4407">
                  <c:v>388.0</c:v>
                </c:pt>
                <c:pt idx="4408">
                  <c:v>388.0</c:v>
                </c:pt>
                <c:pt idx="4409">
                  <c:v>388.0</c:v>
                </c:pt>
                <c:pt idx="4410">
                  <c:v>388.0</c:v>
                </c:pt>
                <c:pt idx="4411">
                  <c:v>388.0</c:v>
                </c:pt>
                <c:pt idx="4412">
                  <c:v>388.0</c:v>
                </c:pt>
                <c:pt idx="4413">
                  <c:v>388.0</c:v>
                </c:pt>
                <c:pt idx="4414">
                  <c:v>388.0</c:v>
                </c:pt>
                <c:pt idx="4415">
                  <c:v>388.0</c:v>
                </c:pt>
                <c:pt idx="4416">
                  <c:v>388.0</c:v>
                </c:pt>
                <c:pt idx="4417">
                  <c:v>388.0</c:v>
                </c:pt>
                <c:pt idx="4418">
                  <c:v>388.0</c:v>
                </c:pt>
                <c:pt idx="4419">
                  <c:v>388.0</c:v>
                </c:pt>
                <c:pt idx="4420">
                  <c:v>388.0</c:v>
                </c:pt>
                <c:pt idx="4421">
                  <c:v>388.0</c:v>
                </c:pt>
                <c:pt idx="4422">
                  <c:v>388.0</c:v>
                </c:pt>
                <c:pt idx="4423">
                  <c:v>388.0</c:v>
                </c:pt>
                <c:pt idx="4424">
                  <c:v>388.0</c:v>
                </c:pt>
                <c:pt idx="4425">
                  <c:v>388.0</c:v>
                </c:pt>
                <c:pt idx="4426">
                  <c:v>388.0</c:v>
                </c:pt>
                <c:pt idx="4427">
                  <c:v>388.0</c:v>
                </c:pt>
                <c:pt idx="4428">
                  <c:v>388.0</c:v>
                </c:pt>
                <c:pt idx="4429">
                  <c:v>388.0</c:v>
                </c:pt>
                <c:pt idx="4430">
                  <c:v>388.0</c:v>
                </c:pt>
                <c:pt idx="4431">
                  <c:v>388.0</c:v>
                </c:pt>
                <c:pt idx="4432">
                  <c:v>388.0</c:v>
                </c:pt>
                <c:pt idx="4433">
                  <c:v>388.0</c:v>
                </c:pt>
                <c:pt idx="4434">
                  <c:v>388.0</c:v>
                </c:pt>
                <c:pt idx="4435">
                  <c:v>388.0</c:v>
                </c:pt>
                <c:pt idx="4436">
                  <c:v>388.0</c:v>
                </c:pt>
                <c:pt idx="4437">
                  <c:v>388.0</c:v>
                </c:pt>
                <c:pt idx="4438">
                  <c:v>388.0</c:v>
                </c:pt>
                <c:pt idx="4439">
                  <c:v>388.0</c:v>
                </c:pt>
                <c:pt idx="4440">
                  <c:v>388.0</c:v>
                </c:pt>
                <c:pt idx="4441">
                  <c:v>388.0</c:v>
                </c:pt>
                <c:pt idx="4442">
                  <c:v>388.0</c:v>
                </c:pt>
                <c:pt idx="4443">
                  <c:v>388.0</c:v>
                </c:pt>
                <c:pt idx="4444">
                  <c:v>388.0</c:v>
                </c:pt>
                <c:pt idx="4445">
                  <c:v>388.0</c:v>
                </c:pt>
                <c:pt idx="4446">
                  <c:v>388.0</c:v>
                </c:pt>
                <c:pt idx="4447">
                  <c:v>388.0</c:v>
                </c:pt>
                <c:pt idx="4448">
                  <c:v>388.0</c:v>
                </c:pt>
                <c:pt idx="4449">
                  <c:v>388.0</c:v>
                </c:pt>
                <c:pt idx="4450">
                  <c:v>388.0</c:v>
                </c:pt>
                <c:pt idx="4451">
                  <c:v>388.0</c:v>
                </c:pt>
                <c:pt idx="4452">
                  <c:v>388.0</c:v>
                </c:pt>
                <c:pt idx="4453">
                  <c:v>388.0</c:v>
                </c:pt>
                <c:pt idx="4454">
                  <c:v>388.0</c:v>
                </c:pt>
                <c:pt idx="4455">
                  <c:v>388.0</c:v>
                </c:pt>
                <c:pt idx="4456">
                  <c:v>388.0</c:v>
                </c:pt>
                <c:pt idx="4457">
                  <c:v>388.0</c:v>
                </c:pt>
                <c:pt idx="4458">
                  <c:v>388.0</c:v>
                </c:pt>
                <c:pt idx="4459">
                  <c:v>388.0</c:v>
                </c:pt>
                <c:pt idx="4460">
                  <c:v>388.0</c:v>
                </c:pt>
                <c:pt idx="4461">
                  <c:v>388.0</c:v>
                </c:pt>
                <c:pt idx="4462">
                  <c:v>388.0</c:v>
                </c:pt>
                <c:pt idx="4463">
                  <c:v>388.0</c:v>
                </c:pt>
                <c:pt idx="4464">
                  <c:v>388.0</c:v>
                </c:pt>
                <c:pt idx="4465">
                  <c:v>388.0</c:v>
                </c:pt>
                <c:pt idx="4466">
                  <c:v>388.0</c:v>
                </c:pt>
                <c:pt idx="4467">
                  <c:v>388.0</c:v>
                </c:pt>
                <c:pt idx="4468">
                  <c:v>388.0</c:v>
                </c:pt>
                <c:pt idx="4469">
                  <c:v>388.0</c:v>
                </c:pt>
                <c:pt idx="4470">
                  <c:v>388.0</c:v>
                </c:pt>
                <c:pt idx="4471">
                  <c:v>388.0</c:v>
                </c:pt>
                <c:pt idx="4472">
                  <c:v>388.0</c:v>
                </c:pt>
                <c:pt idx="4473">
                  <c:v>388.0</c:v>
                </c:pt>
                <c:pt idx="4474">
                  <c:v>388.0</c:v>
                </c:pt>
                <c:pt idx="4475">
                  <c:v>388.0</c:v>
                </c:pt>
                <c:pt idx="4476">
                  <c:v>388.0</c:v>
                </c:pt>
                <c:pt idx="4477">
                  <c:v>388.0</c:v>
                </c:pt>
                <c:pt idx="4478">
                  <c:v>388.0</c:v>
                </c:pt>
                <c:pt idx="4479">
                  <c:v>388.0</c:v>
                </c:pt>
                <c:pt idx="4480">
                  <c:v>388.0</c:v>
                </c:pt>
                <c:pt idx="4481">
                  <c:v>388.0</c:v>
                </c:pt>
                <c:pt idx="4482">
                  <c:v>388.0</c:v>
                </c:pt>
                <c:pt idx="4483">
                  <c:v>388.0</c:v>
                </c:pt>
                <c:pt idx="4484">
                  <c:v>388.0</c:v>
                </c:pt>
                <c:pt idx="4485">
                  <c:v>388.0</c:v>
                </c:pt>
                <c:pt idx="4486">
                  <c:v>388.0</c:v>
                </c:pt>
                <c:pt idx="4487">
                  <c:v>388.0</c:v>
                </c:pt>
                <c:pt idx="4488">
                  <c:v>388.0</c:v>
                </c:pt>
                <c:pt idx="4489">
                  <c:v>388.0</c:v>
                </c:pt>
                <c:pt idx="4490">
                  <c:v>388.0</c:v>
                </c:pt>
                <c:pt idx="4491">
                  <c:v>388.0</c:v>
                </c:pt>
                <c:pt idx="4492">
                  <c:v>388.0</c:v>
                </c:pt>
                <c:pt idx="4493">
                  <c:v>388.0</c:v>
                </c:pt>
                <c:pt idx="4494">
                  <c:v>388.0</c:v>
                </c:pt>
                <c:pt idx="4495">
                  <c:v>388.0</c:v>
                </c:pt>
                <c:pt idx="4496">
                  <c:v>388.0</c:v>
                </c:pt>
                <c:pt idx="4497">
                  <c:v>388.0</c:v>
                </c:pt>
                <c:pt idx="4498">
                  <c:v>388.0</c:v>
                </c:pt>
                <c:pt idx="4499">
                  <c:v>388.0</c:v>
                </c:pt>
                <c:pt idx="4500">
                  <c:v>388.0</c:v>
                </c:pt>
                <c:pt idx="4501">
                  <c:v>388.0</c:v>
                </c:pt>
                <c:pt idx="4502">
                  <c:v>388.0</c:v>
                </c:pt>
                <c:pt idx="4503">
                  <c:v>388.0</c:v>
                </c:pt>
                <c:pt idx="4504">
                  <c:v>388.0</c:v>
                </c:pt>
                <c:pt idx="4505">
                  <c:v>388.0</c:v>
                </c:pt>
                <c:pt idx="4506">
                  <c:v>388.0</c:v>
                </c:pt>
                <c:pt idx="4507">
                  <c:v>388.0</c:v>
                </c:pt>
                <c:pt idx="4508">
                  <c:v>388.0</c:v>
                </c:pt>
                <c:pt idx="4509">
                  <c:v>388.0</c:v>
                </c:pt>
                <c:pt idx="4510">
                  <c:v>388.0</c:v>
                </c:pt>
                <c:pt idx="4511">
                  <c:v>388.0</c:v>
                </c:pt>
                <c:pt idx="4512">
                  <c:v>388.0</c:v>
                </c:pt>
                <c:pt idx="4513">
                  <c:v>388.0</c:v>
                </c:pt>
                <c:pt idx="4514">
                  <c:v>388.0</c:v>
                </c:pt>
                <c:pt idx="4515">
                  <c:v>388.0</c:v>
                </c:pt>
                <c:pt idx="4516">
                  <c:v>388.0</c:v>
                </c:pt>
                <c:pt idx="4517">
                  <c:v>388.0</c:v>
                </c:pt>
                <c:pt idx="4518">
                  <c:v>388.0</c:v>
                </c:pt>
                <c:pt idx="4519">
                  <c:v>388.0</c:v>
                </c:pt>
                <c:pt idx="4520">
                  <c:v>388.0</c:v>
                </c:pt>
                <c:pt idx="4521">
                  <c:v>388.0</c:v>
                </c:pt>
                <c:pt idx="4522">
                  <c:v>388.0</c:v>
                </c:pt>
                <c:pt idx="4523">
                  <c:v>388.0</c:v>
                </c:pt>
                <c:pt idx="4524">
                  <c:v>388.0</c:v>
                </c:pt>
                <c:pt idx="4525">
                  <c:v>388.0</c:v>
                </c:pt>
                <c:pt idx="4526">
                  <c:v>388.0</c:v>
                </c:pt>
                <c:pt idx="4527">
                  <c:v>388.0</c:v>
                </c:pt>
                <c:pt idx="4528">
                  <c:v>388.0</c:v>
                </c:pt>
                <c:pt idx="4529">
                  <c:v>388.0</c:v>
                </c:pt>
                <c:pt idx="4530">
                  <c:v>388.0</c:v>
                </c:pt>
                <c:pt idx="4531">
                  <c:v>388.0</c:v>
                </c:pt>
                <c:pt idx="4532">
                  <c:v>388.0</c:v>
                </c:pt>
                <c:pt idx="4533">
                  <c:v>388.0</c:v>
                </c:pt>
                <c:pt idx="4534">
                  <c:v>388.0</c:v>
                </c:pt>
                <c:pt idx="4535">
                  <c:v>388.0</c:v>
                </c:pt>
                <c:pt idx="4536">
                  <c:v>388.0</c:v>
                </c:pt>
                <c:pt idx="4537">
                  <c:v>388.0</c:v>
                </c:pt>
                <c:pt idx="4538">
                  <c:v>388.0</c:v>
                </c:pt>
                <c:pt idx="4539">
                  <c:v>388.0</c:v>
                </c:pt>
                <c:pt idx="4540">
                  <c:v>388.0</c:v>
                </c:pt>
                <c:pt idx="4541">
                  <c:v>388.0</c:v>
                </c:pt>
                <c:pt idx="4542">
                  <c:v>388.0</c:v>
                </c:pt>
                <c:pt idx="4543">
                  <c:v>388.0</c:v>
                </c:pt>
                <c:pt idx="4544">
                  <c:v>388.0</c:v>
                </c:pt>
                <c:pt idx="4545">
                  <c:v>388.0</c:v>
                </c:pt>
                <c:pt idx="4546">
                  <c:v>388.0</c:v>
                </c:pt>
                <c:pt idx="4547">
                  <c:v>388.0</c:v>
                </c:pt>
                <c:pt idx="4548">
                  <c:v>388.0</c:v>
                </c:pt>
                <c:pt idx="4549">
                  <c:v>388.0</c:v>
                </c:pt>
                <c:pt idx="4550">
                  <c:v>388.0</c:v>
                </c:pt>
                <c:pt idx="4551">
                  <c:v>388.0</c:v>
                </c:pt>
                <c:pt idx="4552">
                  <c:v>388.0</c:v>
                </c:pt>
                <c:pt idx="4553">
                  <c:v>388.0</c:v>
                </c:pt>
                <c:pt idx="4554">
                  <c:v>388.0</c:v>
                </c:pt>
                <c:pt idx="4555">
                  <c:v>388.0</c:v>
                </c:pt>
                <c:pt idx="4556">
                  <c:v>388.0</c:v>
                </c:pt>
                <c:pt idx="4557">
                  <c:v>388.0</c:v>
                </c:pt>
                <c:pt idx="4558">
                  <c:v>388.0</c:v>
                </c:pt>
                <c:pt idx="4559">
                  <c:v>388.0</c:v>
                </c:pt>
                <c:pt idx="4560">
                  <c:v>388.0</c:v>
                </c:pt>
                <c:pt idx="4561">
                  <c:v>388.0</c:v>
                </c:pt>
                <c:pt idx="4562">
                  <c:v>388.0</c:v>
                </c:pt>
                <c:pt idx="4563">
                  <c:v>388.0</c:v>
                </c:pt>
                <c:pt idx="4564">
                  <c:v>388.0</c:v>
                </c:pt>
                <c:pt idx="4565">
                  <c:v>388.0</c:v>
                </c:pt>
                <c:pt idx="4566">
                  <c:v>388.0</c:v>
                </c:pt>
                <c:pt idx="4567">
                  <c:v>388.0</c:v>
                </c:pt>
                <c:pt idx="4568">
                  <c:v>388.0</c:v>
                </c:pt>
                <c:pt idx="4569">
                  <c:v>388.0</c:v>
                </c:pt>
                <c:pt idx="4570">
                  <c:v>388.0</c:v>
                </c:pt>
                <c:pt idx="4571">
                  <c:v>388.0</c:v>
                </c:pt>
                <c:pt idx="4572">
                  <c:v>388.0</c:v>
                </c:pt>
                <c:pt idx="4573">
                  <c:v>388.0</c:v>
                </c:pt>
                <c:pt idx="4574">
                  <c:v>388.0</c:v>
                </c:pt>
                <c:pt idx="4575">
                  <c:v>388.0</c:v>
                </c:pt>
                <c:pt idx="4576">
                  <c:v>388.0</c:v>
                </c:pt>
                <c:pt idx="4577">
                  <c:v>388.0</c:v>
                </c:pt>
                <c:pt idx="4578">
                  <c:v>388.0</c:v>
                </c:pt>
                <c:pt idx="4579">
                  <c:v>388.0</c:v>
                </c:pt>
                <c:pt idx="4580">
                  <c:v>388.0</c:v>
                </c:pt>
                <c:pt idx="4581">
                  <c:v>388.0</c:v>
                </c:pt>
                <c:pt idx="4582">
                  <c:v>388.0</c:v>
                </c:pt>
                <c:pt idx="4583">
                  <c:v>388.0</c:v>
                </c:pt>
                <c:pt idx="4584">
                  <c:v>388.0</c:v>
                </c:pt>
                <c:pt idx="4585">
                  <c:v>388.0</c:v>
                </c:pt>
                <c:pt idx="4586">
                  <c:v>388.0</c:v>
                </c:pt>
                <c:pt idx="4587">
                  <c:v>388.0</c:v>
                </c:pt>
                <c:pt idx="4588">
                  <c:v>388.0</c:v>
                </c:pt>
                <c:pt idx="4589">
                  <c:v>388.0</c:v>
                </c:pt>
                <c:pt idx="4590">
                  <c:v>388.0</c:v>
                </c:pt>
                <c:pt idx="4591">
                  <c:v>388.0</c:v>
                </c:pt>
                <c:pt idx="4592">
                  <c:v>388.0</c:v>
                </c:pt>
                <c:pt idx="4593">
                  <c:v>388.0</c:v>
                </c:pt>
                <c:pt idx="4594">
                  <c:v>388.0</c:v>
                </c:pt>
                <c:pt idx="4595">
                  <c:v>388.0</c:v>
                </c:pt>
                <c:pt idx="4596">
                  <c:v>388.0</c:v>
                </c:pt>
                <c:pt idx="4597">
                  <c:v>388.0</c:v>
                </c:pt>
                <c:pt idx="4598">
                  <c:v>388.0</c:v>
                </c:pt>
                <c:pt idx="4599">
                  <c:v>388.0</c:v>
                </c:pt>
                <c:pt idx="4600">
                  <c:v>388.0</c:v>
                </c:pt>
                <c:pt idx="4601">
                  <c:v>388.0</c:v>
                </c:pt>
                <c:pt idx="4602">
                  <c:v>388.0</c:v>
                </c:pt>
                <c:pt idx="4603">
                  <c:v>388.0</c:v>
                </c:pt>
                <c:pt idx="4604">
                  <c:v>388.0</c:v>
                </c:pt>
                <c:pt idx="4605">
                  <c:v>388.0</c:v>
                </c:pt>
                <c:pt idx="4606">
                  <c:v>388.0</c:v>
                </c:pt>
                <c:pt idx="4607">
                  <c:v>388.0</c:v>
                </c:pt>
                <c:pt idx="4608">
                  <c:v>388.0</c:v>
                </c:pt>
                <c:pt idx="4609">
                  <c:v>388.0</c:v>
                </c:pt>
                <c:pt idx="4610">
                  <c:v>388.0</c:v>
                </c:pt>
                <c:pt idx="4611">
                  <c:v>388.0</c:v>
                </c:pt>
                <c:pt idx="4612">
                  <c:v>388.0</c:v>
                </c:pt>
                <c:pt idx="4613">
                  <c:v>388.0</c:v>
                </c:pt>
                <c:pt idx="4614">
                  <c:v>388.0</c:v>
                </c:pt>
                <c:pt idx="4615">
                  <c:v>388.0</c:v>
                </c:pt>
                <c:pt idx="4616">
                  <c:v>388.0</c:v>
                </c:pt>
                <c:pt idx="4617">
                  <c:v>388.0</c:v>
                </c:pt>
                <c:pt idx="4618">
                  <c:v>388.0</c:v>
                </c:pt>
                <c:pt idx="4619">
                  <c:v>388.0</c:v>
                </c:pt>
                <c:pt idx="4620">
                  <c:v>388.0</c:v>
                </c:pt>
                <c:pt idx="4621">
                  <c:v>388.0</c:v>
                </c:pt>
                <c:pt idx="4622">
                  <c:v>388.0</c:v>
                </c:pt>
                <c:pt idx="4623">
                  <c:v>388.0</c:v>
                </c:pt>
                <c:pt idx="4624">
                  <c:v>388.0</c:v>
                </c:pt>
                <c:pt idx="4625">
                  <c:v>388.0</c:v>
                </c:pt>
                <c:pt idx="4626">
                  <c:v>388.0</c:v>
                </c:pt>
                <c:pt idx="4627">
                  <c:v>388.0</c:v>
                </c:pt>
                <c:pt idx="4628">
                  <c:v>388.0</c:v>
                </c:pt>
                <c:pt idx="4629">
                  <c:v>388.0</c:v>
                </c:pt>
                <c:pt idx="4630">
                  <c:v>388.0</c:v>
                </c:pt>
                <c:pt idx="4631">
                  <c:v>388.0</c:v>
                </c:pt>
                <c:pt idx="4632">
                  <c:v>388.0</c:v>
                </c:pt>
                <c:pt idx="4633">
                  <c:v>388.0</c:v>
                </c:pt>
                <c:pt idx="4634">
                  <c:v>388.0</c:v>
                </c:pt>
                <c:pt idx="4635">
                  <c:v>388.0</c:v>
                </c:pt>
                <c:pt idx="4636">
                  <c:v>388.0</c:v>
                </c:pt>
                <c:pt idx="4637">
                  <c:v>388.0</c:v>
                </c:pt>
                <c:pt idx="4638">
                  <c:v>388.0</c:v>
                </c:pt>
                <c:pt idx="4639">
                  <c:v>388.0</c:v>
                </c:pt>
                <c:pt idx="4640">
                  <c:v>388.0</c:v>
                </c:pt>
                <c:pt idx="4641">
                  <c:v>388.0</c:v>
                </c:pt>
                <c:pt idx="4642">
                  <c:v>388.0</c:v>
                </c:pt>
                <c:pt idx="4643">
                  <c:v>388.0</c:v>
                </c:pt>
                <c:pt idx="4644">
                  <c:v>388.0</c:v>
                </c:pt>
                <c:pt idx="4645">
                  <c:v>388.0</c:v>
                </c:pt>
                <c:pt idx="4646">
                  <c:v>388.0</c:v>
                </c:pt>
                <c:pt idx="4647">
                  <c:v>388.0</c:v>
                </c:pt>
                <c:pt idx="4648">
                  <c:v>388.0</c:v>
                </c:pt>
                <c:pt idx="4649">
                  <c:v>388.0</c:v>
                </c:pt>
                <c:pt idx="4650">
                  <c:v>388.0</c:v>
                </c:pt>
                <c:pt idx="4651">
                  <c:v>388.0</c:v>
                </c:pt>
                <c:pt idx="4652">
                  <c:v>388.0</c:v>
                </c:pt>
                <c:pt idx="4653">
                  <c:v>388.0</c:v>
                </c:pt>
                <c:pt idx="4654">
                  <c:v>388.0</c:v>
                </c:pt>
                <c:pt idx="4655">
                  <c:v>388.0</c:v>
                </c:pt>
                <c:pt idx="4656">
                  <c:v>388.0</c:v>
                </c:pt>
                <c:pt idx="4657">
                  <c:v>388.0</c:v>
                </c:pt>
                <c:pt idx="4658">
                  <c:v>388.0</c:v>
                </c:pt>
                <c:pt idx="4659">
                  <c:v>388.0</c:v>
                </c:pt>
                <c:pt idx="4660">
                  <c:v>388.0</c:v>
                </c:pt>
                <c:pt idx="4661">
                  <c:v>388.0</c:v>
                </c:pt>
                <c:pt idx="4662">
                  <c:v>388.0</c:v>
                </c:pt>
                <c:pt idx="4663">
                  <c:v>388.0</c:v>
                </c:pt>
                <c:pt idx="4664">
                  <c:v>388.0</c:v>
                </c:pt>
                <c:pt idx="4665">
                  <c:v>388.0</c:v>
                </c:pt>
                <c:pt idx="4666">
                  <c:v>388.0</c:v>
                </c:pt>
                <c:pt idx="4667">
                  <c:v>388.0</c:v>
                </c:pt>
                <c:pt idx="4668">
                  <c:v>388.0</c:v>
                </c:pt>
                <c:pt idx="4669">
                  <c:v>388.0</c:v>
                </c:pt>
                <c:pt idx="4670">
                  <c:v>388.0</c:v>
                </c:pt>
                <c:pt idx="4671">
                  <c:v>388.0</c:v>
                </c:pt>
                <c:pt idx="4672">
                  <c:v>388.0</c:v>
                </c:pt>
                <c:pt idx="4673">
                  <c:v>388.0</c:v>
                </c:pt>
                <c:pt idx="4674">
                  <c:v>388.0</c:v>
                </c:pt>
                <c:pt idx="4675">
                  <c:v>388.0</c:v>
                </c:pt>
                <c:pt idx="4676">
                  <c:v>388.0</c:v>
                </c:pt>
                <c:pt idx="4677">
                  <c:v>388.0</c:v>
                </c:pt>
                <c:pt idx="4678">
                  <c:v>388.0</c:v>
                </c:pt>
                <c:pt idx="4679">
                  <c:v>388.0</c:v>
                </c:pt>
                <c:pt idx="4680">
                  <c:v>388.0</c:v>
                </c:pt>
                <c:pt idx="4681">
                  <c:v>388.0</c:v>
                </c:pt>
                <c:pt idx="4682">
                  <c:v>388.0</c:v>
                </c:pt>
                <c:pt idx="4683">
                  <c:v>388.0</c:v>
                </c:pt>
                <c:pt idx="4684">
                  <c:v>388.0</c:v>
                </c:pt>
                <c:pt idx="4685">
                  <c:v>388.0</c:v>
                </c:pt>
                <c:pt idx="4686">
                  <c:v>388.0</c:v>
                </c:pt>
                <c:pt idx="4687">
                  <c:v>388.0</c:v>
                </c:pt>
                <c:pt idx="4688">
                  <c:v>388.0</c:v>
                </c:pt>
                <c:pt idx="4689">
                  <c:v>388.0</c:v>
                </c:pt>
                <c:pt idx="4690">
                  <c:v>388.0</c:v>
                </c:pt>
                <c:pt idx="4691">
                  <c:v>388.0</c:v>
                </c:pt>
                <c:pt idx="4692">
                  <c:v>388.0</c:v>
                </c:pt>
                <c:pt idx="4693">
                  <c:v>388.0</c:v>
                </c:pt>
                <c:pt idx="4694">
                  <c:v>388.0</c:v>
                </c:pt>
                <c:pt idx="4695">
                  <c:v>388.0</c:v>
                </c:pt>
                <c:pt idx="4696">
                  <c:v>388.0</c:v>
                </c:pt>
                <c:pt idx="4697">
                  <c:v>388.0</c:v>
                </c:pt>
                <c:pt idx="4698">
                  <c:v>388.0</c:v>
                </c:pt>
                <c:pt idx="4699">
                  <c:v>388.0</c:v>
                </c:pt>
                <c:pt idx="4700">
                  <c:v>388.0</c:v>
                </c:pt>
                <c:pt idx="4701">
                  <c:v>388.0</c:v>
                </c:pt>
                <c:pt idx="4702">
                  <c:v>388.0</c:v>
                </c:pt>
                <c:pt idx="4703">
                  <c:v>388.0</c:v>
                </c:pt>
                <c:pt idx="4704">
                  <c:v>388.0</c:v>
                </c:pt>
                <c:pt idx="4705">
                  <c:v>388.0</c:v>
                </c:pt>
                <c:pt idx="4706">
                  <c:v>388.0</c:v>
                </c:pt>
                <c:pt idx="4707">
                  <c:v>388.0</c:v>
                </c:pt>
                <c:pt idx="4708">
                  <c:v>388.0</c:v>
                </c:pt>
                <c:pt idx="4709">
                  <c:v>388.0</c:v>
                </c:pt>
                <c:pt idx="4710">
                  <c:v>388.0</c:v>
                </c:pt>
                <c:pt idx="4711">
                  <c:v>388.0</c:v>
                </c:pt>
                <c:pt idx="4712">
                  <c:v>388.0</c:v>
                </c:pt>
                <c:pt idx="4713">
                  <c:v>388.0</c:v>
                </c:pt>
                <c:pt idx="4714">
                  <c:v>388.0</c:v>
                </c:pt>
                <c:pt idx="4715">
                  <c:v>388.0</c:v>
                </c:pt>
                <c:pt idx="4716">
                  <c:v>388.0</c:v>
                </c:pt>
                <c:pt idx="4717">
                  <c:v>388.0</c:v>
                </c:pt>
                <c:pt idx="4718">
                  <c:v>388.0</c:v>
                </c:pt>
                <c:pt idx="4719">
                  <c:v>388.0</c:v>
                </c:pt>
                <c:pt idx="4720">
                  <c:v>388.0</c:v>
                </c:pt>
                <c:pt idx="4721">
                  <c:v>388.0</c:v>
                </c:pt>
                <c:pt idx="4722">
                  <c:v>388.0</c:v>
                </c:pt>
                <c:pt idx="4723">
                  <c:v>388.0</c:v>
                </c:pt>
                <c:pt idx="4724">
                  <c:v>388.0</c:v>
                </c:pt>
                <c:pt idx="4725">
                  <c:v>388.0</c:v>
                </c:pt>
                <c:pt idx="4726">
                  <c:v>388.0</c:v>
                </c:pt>
                <c:pt idx="4727">
                  <c:v>388.0</c:v>
                </c:pt>
                <c:pt idx="4728">
                  <c:v>388.0</c:v>
                </c:pt>
                <c:pt idx="4729">
                  <c:v>388.0</c:v>
                </c:pt>
                <c:pt idx="4730">
                  <c:v>388.0</c:v>
                </c:pt>
                <c:pt idx="4731">
                  <c:v>388.0</c:v>
                </c:pt>
                <c:pt idx="4732">
                  <c:v>388.0</c:v>
                </c:pt>
                <c:pt idx="4733">
                  <c:v>388.0</c:v>
                </c:pt>
                <c:pt idx="4734">
                  <c:v>388.0</c:v>
                </c:pt>
                <c:pt idx="4735">
                  <c:v>388.0</c:v>
                </c:pt>
                <c:pt idx="4736">
                  <c:v>388.0</c:v>
                </c:pt>
                <c:pt idx="4737">
                  <c:v>388.0</c:v>
                </c:pt>
                <c:pt idx="4738">
                  <c:v>388.0</c:v>
                </c:pt>
                <c:pt idx="4739">
                  <c:v>388.0</c:v>
                </c:pt>
                <c:pt idx="4740">
                  <c:v>388.0</c:v>
                </c:pt>
                <c:pt idx="4741">
                  <c:v>388.0</c:v>
                </c:pt>
                <c:pt idx="4742">
                  <c:v>388.0</c:v>
                </c:pt>
                <c:pt idx="4743">
                  <c:v>388.0</c:v>
                </c:pt>
                <c:pt idx="4744">
                  <c:v>388.0</c:v>
                </c:pt>
                <c:pt idx="4745">
                  <c:v>388.0</c:v>
                </c:pt>
                <c:pt idx="4746">
                  <c:v>388.0</c:v>
                </c:pt>
                <c:pt idx="4747">
                  <c:v>388.0</c:v>
                </c:pt>
                <c:pt idx="4748">
                  <c:v>388.0</c:v>
                </c:pt>
                <c:pt idx="4749">
                  <c:v>388.0</c:v>
                </c:pt>
                <c:pt idx="4750">
                  <c:v>388.0</c:v>
                </c:pt>
                <c:pt idx="4751">
                  <c:v>388.0</c:v>
                </c:pt>
                <c:pt idx="4752">
                  <c:v>388.0</c:v>
                </c:pt>
                <c:pt idx="4753">
                  <c:v>388.0</c:v>
                </c:pt>
                <c:pt idx="4754">
                  <c:v>388.0</c:v>
                </c:pt>
                <c:pt idx="4755">
                  <c:v>388.0</c:v>
                </c:pt>
                <c:pt idx="4756">
                  <c:v>388.0</c:v>
                </c:pt>
                <c:pt idx="4757">
                  <c:v>388.0</c:v>
                </c:pt>
                <c:pt idx="4758">
                  <c:v>388.0</c:v>
                </c:pt>
                <c:pt idx="4759">
                  <c:v>388.0</c:v>
                </c:pt>
                <c:pt idx="4760">
                  <c:v>388.0</c:v>
                </c:pt>
                <c:pt idx="4761">
                  <c:v>388.0</c:v>
                </c:pt>
                <c:pt idx="4762">
                  <c:v>388.0</c:v>
                </c:pt>
                <c:pt idx="4763">
                  <c:v>388.0</c:v>
                </c:pt>
                <c:pt idx="4764">
                  <c:v>388.0</c:v>
                </c:pt>
                <c:pt idx="4765">
                  <c:v>388.0</c:v>
                </c:pt>
                <c:pt idx="4766">
                  <c:v>388.0</c:v>
                </c:pt>
                <c:pt idx="4767">
                  <c:v>388.0</c:v>
                </c:pt>
                <c:pt idx="4768">
                  <c:v>388.0</c:v>
                </c:pt>
                <c:pt idx="4769">
                  <c:v>388.0</c:v>
                </c:pt>
                <c:pt idx="4770">
                  <c:v>388.0</c:v>
                </c:pt>
                <c:pt idx="4771">
                  <c:v>388.0</c:v>
                </c:pt>
                <c:pt idx="4772">
                  <c:v>388.0</c:v>
                </c:pt>
                <c:pt idx="4773">
                  <c:v>388.0</c:v>
                </c:pt>
                <c:pt idx="4774">
                  <c:v>388.0</c:v>
                </c:pt>
                <c:pt idx="4775">
                  <c:v>388.0</c:v>
                </c:pt>
                <c:pt idx="4776">
                  <c:v>388.0</c:v>
                </c:pt>
                <c:pt idx="4777">
                  <c:v>388.0</c:v>
                </c:pt>
                <c:pt idx="4778">
                  <c:v>388.0</c:v>
                </c:pt>
                <c:pt idx="4779">
                  <c:v>388.0</c:v>
                </c:pt>
                <c:pt idx="4780">
                  <c:v>388.0</c:v>
                </c:pt>
                <c:pt idx="4781">
                  <c:v>388.0</c:v>
                </c:pt>
                <c:pt idx="4782">
                  <c:v>388.0</c:v>
                </c:pt>
                <c:pt idx="4783">
                  <c:v>388.0</c:v>
                </c:pt>
                <c:pt idx="4784">
                  <c:v>388.0</c:v>
                </c:pt>
                <c:pt idx="4785">
                  <c:v>388.0</c:v>
                </c:pt>
                <c:pt idx="4786">
                  <c:v>388.0</c:v>
                </c:pt>
                <c:pt idx="4787">
                  <c:v>388.0</c:v>
                </c:pt>
                <c:pt idx="4788">
                  <c:v>388.0</c:v>
                </c:pt>
                <c:pt idx="4789">
                  <c:v>388.0</c:v>
                </c:pt>
                <c:pt idx="4790">
                  <c:v>388.0</c:v>
                </c:pt>
                <c:pt idx="4791">
                  <c:v>388.0</c:v>
                </c:pt>
                <c:pt idx="4792">
                  <c:v>388.0</c:v>
                </c:pt>
                <c:pt idx="4793">
                  <c:v>388.0</c:v>
                </c:pt>
                <c:pt idx="4794">
                  <c:v>388.0</c:v>
                </c:pt>
                <c:pt idx="4795">
                  <c:v>388.0</c:v>
                </c:pt>
                <c:pt idx="4796">
                  <c:v>388.0</c:v>
                </c:pt>
                <c:pt idx="4797">
                  <c:v>388.0</c:v>
                </c:pt>
                <c:pt idx="4798">
                  <c:v>388.0</c:v>
                </c:pt>
                <c:pt idx="4799">
                  <c:v>388.0</c:v>
                </c:pt>
                <c:pt idx="4800">
                  <c:v>388.0</c:v>
                </c:pt>
                <c:pt idx="4801">
                  <c:v>388.0</c:v>
                </c:pt>
                <c:pt idx="4802">
                  <c:v>388.0</c:v>
                </c:pt>
                <c:pt idx="4803">
                  <c:v>388.0</c:v>
                </c:pt>
                <c:pt idx="4804">
                  <c:v>388.0</c:v>
                </c:pt>
                <c:pt idx="4805">
                  <c:v>388.0</c:v>
                </c:pt>
                <c:pt idx="4806">
                  <c:v>388.0</c:v>
                </c:pt>
                <c:pt idx="4807">
                  <c:v>388.0</c:v>
                </c:pt>
                <c:pt idx="4808">
                  <c:v>388.0</c:v>
                </c:pt>
                <c:pt idx="4809">
                  <c:v>388.0</c:v>
                </c:pt>
                <c:pt idx="4810">
                  <c:v>388.0</c:v>
                </c:pt>
                <c:pt idx="4811">
                  <c:v>388.0</c:v>
                </c:pt>
                <c:pt idx="4812">
                  <c:v>388.0</c:v>
                </c:pt>
                <c:pt idx="4813">
                  <c:v>388.0</c:v>
                </c:pt>
                <c:pt idx="4814">
                  <c:v>388.0</c:v>
                </c:pt>
                <c:pt idx="4815">
                  <c:v>388.0</c:v>
                </c:pt>
                <c:pt idx="4816">
                  <c:v>388.0</c:v>
                </c:pt>
                <c:pt idx="4817">
                  <c:v>388.0</c:v>
                </c:pt>
                <c:pt idx="4818">
                  <c:v>388.0</c:v>
                </c:pt>
                <c:pt idx="4819">
                  <c:v>388.0</c:v>
                </c:pt>
                <c:pt idx="4820">
                  <c:v>388.0</c:v>
                </c:pt>
                <c:pt idx="4821">
                  <c:v>388.0</c:v>
                </c:pt>
                <c:pt idx="4822">
                  <c:v>388.0</c:v>
                </c:pt>
                <c:pt idx="4823">
                  <c:v>388.0</c:v>
                </c:pt>
                <c:pt idx="4824">
                  <c:v>388.0</c:v>
                </c:pt>
                <c:pt idx="4825">
                  <c:v>388.0</c:v>
                </c:pt>
                <c:pt idx="4826">
                  <c:v>388.0</c:v>
                </c:pt>
                <c:pt idx="4827">
                  <c:v>388.0</c:v>
                </c:pt>
                <c:pt idx="4828">
                  <c:v>388.0</c:v>
                </c:pt>
                <c:pt idx="4829">
                  <c:v>388.0</c:v>
                </c:pt>
                <c:pt idx="4830">
                  <c:v>388.0</c:v>
                </c:pt>
                <c:pt idx="4831">
                  <c:v>388.0</c:v>
                </c:pt>
                <c:pt idx="4832">
                  <c:v>388.0</c:v>
                </c:pt>
                <c:pt idx="4833">
                  <c:v>388.0</c:v>
                </c:pt>
                <c:pt idx="4834">
                  <c:v>388.0</c:v>
                </c:pt>
                <c:pt idx="4835">
                  <c:v>388.0</c:v>
                </c:pt>
                <c:pt idx="4836">
                  <c:v>388.0</c:v>
                </c:pt>
                <c:pt idx="4837">
                  <c:v>388.0</c:v>
                </c:pt>
                <c:pt idx="4838">
                  <c:v>388.0</c:v>
                </c:pt>
                <c:pt idx="4839">
                  <c:v>388.0</c:v>
                </c:pt>
                <c:pt idx="4840">
                  <c:v>388.0</c:v>
                </c:pt>
                <c:pt idx="4841">
                  <c:v>388.0</c:v>
                </c:pt>
                <c:pt idx="4842">
                  <c:v>388.0</c:v>
                </c:pt>
                <c:pt idx="4843">
                  <c:v>388.0</c:v>
                </c:pt>
                <c:pt idx="4844">
                  <c:v>388.0</c:v>
                </c:pt>
                <c:pt idx="4845">
                  <c:v>388.0</c:v>
                </c:pt>
                <c:pt idx="4846">
                  <c:v>388.0</c:v>
                </c:pt>
                <c:pt idx="4847">
                  <c:v>388.0</c:v>
                </c:pt>
                <c:pt idx="4848">
                  <c:v>388.0</c:v>
                </c:pt>
                <c:pt idx="4849">
                  <c:v>388.0</c:v>
                </c:pt>
                <c:pt idx="4850">
                  <c:v>388.0</c:v>
                </c:pt>
                <c:pt idx="4851">
                  <c:v>388.0</c:v>
                </c:pt>
                <c:pt idx="4852">
                  <c:v>388.0</c:v>
                </c:pt>
                <c:pt idx="4853">
                  <c:v>388.0</c:v>
                </c:pt>
                <c:pt idx="4854">
                  <c:v>388.0</c:v>
                </c:pt>
                <c:pt idx="4855">
                  <c:v>388.0</c:v>
                </c:pt>
                <c:pt idx="4856">
                  <c:v>388.0</c:v>
                </c:pt>
                <c:pt idx="4857">
                  <c:v>388.0</c:v>
                </c:pt>
                <c:pt idx="4858">
                  <c:v>388.0</c:v>
                </c:pt>
                <c:pt idx="4859">
                  <c:v>388.0</c:v>
                </c:pt>
                <c:pt idx="4860">
                  <c:v>388.0</c:v>
                </c:pt>
                <c:pt idx="4861">
                  <c:v>388.0</c:v>
                </c:pt>
                <c:pt idx="4862">
                  <c:v>388.0</c:v>
                </c:pt>
                <c:pt idx="4863">
                  <c:v>388.0</c:v>
                </c:pt>
                <c:pt idx="4864">
                  <c:v>388.0</c:v>
                </c:pt>
                <c:pt idx="4865">
                  <c:v>388.0</c:v>
                </c:pt>
                <c:pt idx="4866">
                  <c:v>388.0</c:v>
                </c:pt>
                <c:pt idx="4867">
                  <c:v>388.0</c:v>
                </c:pt>
                <c:pt idx="4868">
                  <c:v>388.0</c:v>
                </c:pt>
                <c:pt idx="4869">
                  <c:v>388.0</c:v>
                </c:pt>
                <c:pt idx="4870">
                  <c:v>388.0</c:v>
                </c:pt>
                <c:pt idx="4871">
                  <c:v>388.0</c:v>
                </c:pt>
                <c:pt idx="4872">
                  <c:v>388.0</c:v>
                </c:pt>
                <c:pt idx="4873">
                  <c:v>388.0</c:v>
                </c:pt>
                <c:pt idx="4874">
                  <c:v>388.0</c:v>
                </c:pt>
                <c:pt idx="4875">
                  <c:v>388.0</c:v>
                </c:pt>
                <c:pt idx="4876">
                  <c:v>388.0</c:v>
                </c:pt>
                <c:pt idx="4877">
                  <c:v>388.0</c:v>
                </c:pt>
                <c:pt idx="4878">
                  <c:v>388.0</c:v>
                </c:pt>
                <c:pt idx="4879">
                  <c:v>388.0</c:v>
                </c:pt>
                <c:pt idx="4880">
                  <c:v>388.0</c:v>
                </c:pt>
                <c:pt idx="4881">
                  <c:v>388.0</c:v>
                </c:pt>
                <c:pt idx="4882">
                  <c:v>388.0</c:v>
                </c:pt>
                <c:pt idx="4883">
                  <c:v>388.0</c:v>
                </c:pt>
                <c:pt idx="4884">
                  <c:v>388.0</c:v>
                </c:pt>
                <c:pt idx="4885">
                  <c:v>388.0</c:v>
                </c:pt>
                <c:pt idx="4886">
                  <c:v>388.0</c:v>
                </c:pt>
                <c:pt idx="4887">
                  <c:v>388.0</c:v>
                </c:pt>
                <c:pt idx="4888">
                  <c:v>388.0</c:v>
                </c:pt>
                <c:pt idx="4889">
                  <c:v>388.0</c:v>
                </c:pt>
                <c:pt idx="4890">
                  <c:v>388.0</c:v>
                </c:pt>
                <c:pt idx="4891">
                  <c:v>388.0</c:v>
                </c:pt>
                <c:pt idx="4892">
                  <c:v>388.0</c:v>
                </c:pt>
                <c:pt idx="4893">
                  <c:v>388.0</c:v>
                </c:pt>
                <c:pt idx="4894">
                  <c:v>388.0</c:v>
                </c:pt>
                <c:pt idx="4895">
                  <c:v>388.0</c:v>
                </c:pt>
                <c:pt idx="4896">
                  <c:v>388.0</c:v>
                </c:pt>
                <c:pt idx="4897">
                  <c:v>388.0</c:v>
                </c:pt>
                <c:pt idx="4898">
                  <c:v>388.0</c:v>
                </c:pt>
                <c:pt idx="4899">
                  <c:v>388.0</c:v>
                </c:pt>
                <c:pt idx="4900">
                  <c:v>388.0</c:v>
                </c:pt>
                <c:pt idx="4901">
                  <c:v>388.0</c:v>
                </c:pt>
                <c:pt idx="4902">
                  <c:v>388.0</c:v>
                </c:pt>
                <c:pt idx="4903">
                  <c:v>388.0</c:v>
                </c:pt>
                <c:pt idx="4904">
                  <c:v>388.0</c:v>
                </c:pt>
                <c:pt idx="4905">
                  <c:v>388.0</c:v>
                </c:pt>
                <c:pt idx="4906">
                  <c:v>388.0</c:v>
                </c:pt>
                <c:pt idx="4907">
                  <c:v>388.0</c:v>
                </c:pt>
                <c:pt idx="4908">
                  <c:v>388.0</c:v>
                </c:pt>
                <c:pt idx="4909">
                  <c:v>388.0</c:v>
                </c:pt>
                <c:pt idx="4910">
                  <c:v>388.0</c:v>
                </c:pt>
                <c:pt idx="4911">
                  <c:v>388.0</c:v>
                </c:pt>
                <c:pt idx="4912">
                  <c:v>388.0</c:v>
                </c:pt>
                <c:pt idx="4913">
                  <c:v>388.0</c:v>
                </c:pt>
                <c:pt idx="4914">
                  <c:v>388.0</c:v>
                </c:pt>
                <c:pt idx="4915">
                  <c:v>388.0</c:v>
                </c:pt>
                <c:pt idx="4916">
                  <c:v>388.0</c:v>
                </c:pt>
                <c:pt idx="4917">
                  <c:v>388.0</c:v>
                </c:pt>
                <c:pt idx="4918">
                  <c:v>388.0</c:v>
                </c:pt>
                <c:pt idx="4919">
                  <c:v>388.0</c:v>
                </c:pt>
                <c:pt idx="4920">
                  <c:v>388.0</c:v>
                </c:pt>
                <c:pt idx="4921">
                  <c:v>388.0</c:v>
                </c:pt>
                <c:pt idx="4922">
                  <c:v>388.0</c:v>
                </c:pt>
                <c:pt idx="4923">
                  <c:v>388.0</c:v>
                </c:pt>
                <c:pt idx="4924">
                  <c:v>388.0</c:v>
                </c:pt>
                <c:pt idx="4925">
                  <c:v>388.0</c:v>
                </c:pt>
                <c:pt idx="4926">
                  <c:v>388.0</c:v>
                </c:pt>
                <c:pt idx="4927">
                  <c:v>388.0</c:v>
                </c:pt>
                <c:pt idx="4928">
                  <c:v>388.0</c:v>
                </c:pt>
                <c:pt idx="4929">
                  <c:v>388.0</c:v>
                </c:pt>
                <c:pt idx="4930">
                  <c:v>388.0</c:v>
                </c:pt>
                <c:pt idx="4931">
                  <c:v>388.0</c:v>
                </c:pt>
                <c:pt idx="4932">
                  <c:v>388.0</c:v>
                </c:pt>
                <c:pt idx="4933">
                  <c:v>388.0</c:v>
                </c:pt>
                <c:pt idx="4934">
                  <c:v>388.0</c:v>
                </c:pt>
                <c:pt idx="4935">
                  <c:v>388.0</c:v>
                </c:pt>
                <c:pt idx="4936">
                  <c:v>388.0</c:v>
                </c:pt>
                <c:pt idx="4937">
                  <c:v>388.0</c:v>
                </c:pt>
                <c:pt idx="4938">
                  <c:v>388.0</c:v>
                </c:pt>
                <c:pt idx="4939">
                  <c:v>388.0</c:v>
                </c:pt>
                <c:pt idx="4940">
                  <c:v>388.0</c:v>
                </c:pt>
                <c:pt idx="4941">
                  <c:v>388.0</c:v>
                </c:pt>
                <c:pt idx="4942">
                  <c:v>388.0</c:v>
                </c:pt>
                <c:pt idx="4943">
                  <c:v>388.0</c:v>
                </c:pt>
                <c:pt idx="4944">
                  <c:v>388.0</c:v>
                </c:pt>
                <c:pt idx="4945">
                  <c:v>388.0</c:v>
                </c:pt>
                <c:pt idx="4946">
                  <c:v>388.0</c:v>
                </c:pt>
                <c:pt idx="4947">
                  <c:v>388.0</c:v>
                </c:pt>
                <c:pt idx="4948">
                  <c:v>388.0</c:v>
                </c:pt>
                <c:pt idx="4949">
                  <c:v>388.0</c:v>
                </c:pt>
                <c:pt idx="4950">
                  <c:v>388.0</c:v>
                </c:pt>
                <c:pt idx="4951">
                  <c:v>388.0</c:v>
                </c:pt>
                <c:pt idx="4952">
                  <c:v>388.0</c:v>
                </c:pt>
                <c:pt idx="4953">
                  <c:v>388.0</c:v>
                </c:pt>
                <c:pt idx="4954">
                  <c:v>388.0</c:v>
                </c:pt>
                <c:pt idx="4955">
                  <c:v>388.0</c:v>
                </c:pt>
                <c:pt idx="4956">
                  <c:v>388.0</c:v>
                </c:pt>
                <c:pt idx="4957">
                  <c:v>388.0</c:v>
                </c:pt>
                <c:pt idx="4958">
                  <c:v>388.0</c:v>
                </c:pt>
                <c:pt idx="4959">
                  <c:v>388.0</c:v>
                </c:pt>
                <c:pt idx="4960">
                  <c:v>388.0</c:v>
                </c:pt>
                <c:pt idx="4961">
                  <c:v>388.0</c:v>
                </c:pt>
                <c:pt idx="4962">
                  <c:v>388.0</c:v>
                </c:pt>
                <c:pt idx="4963">
                  <c:v>388.0</c:v>
                </c:pt>
                <c:pt idx="4964">
                  <c:v>388.0</c:v>
                </c:pt>
                <c:pt idx="4965">
                  <c:v>388.0</c:v>
                </c:pt>
                <c:pt idx="4966">
                  <c:v>388.0</c:v>
                </c:pt>
                <c:pt idx="4967">
                  <c:v>388.0</c:v>
                </c:pt>
                <c:pt idx="4968">
                  <c:v>388.0</c:v>
                </c:pt>
                <c:pt idx="4969">
                  <c:v>388.0</c:v>
                </c:pt>
                <c:pt idx="4970">
                  <c:v>388.0</c:v>
                </c:pt>
                <c:pt idx="4971">
                  <c:v>388.0</c:v>
                </c:pt>
                <c:pt idx="4972">
                  <c:v>388.0</c:v>
                </c:pt>
                <c:pt idx="4973">
                  <c:v>388.0</c:v>
                </c:pt>
                <c:pt idx="4974">
                  <c:v>388.0</c:v>
                </c:pt>
                <c:pt idx="4975">
                  <c:v>388.0</c:v>
                </c:pt>
                <c:pt idx="4976">
                  <c:v>388.0</c:v>
                </c:pt>
                <c:pt idx="4977">
                  <c:v>388.0</c:v>
                </c:pt>
                <c:pt idx="4978">
                  <c:v>388.0</c:v>
                </c:pt>
                <c:pt idx="4979">
                  <c:v>388.0</c:v>
                </c:pt>
                <c:pt idx="4980">
                  <c:v>388.0</c:v>
                </c:pt>
                <c:pt idx="4981">
                  <c:v>388.0</c:v>
                </c:pt>
                <c:pt idx="4982">
                  <c:v>388.0</c:v>
                </c:pt>
                <c:pt idx="4983">
                  <c:v>388.0</c:v>
                </c:pt>
                <c:pt idx="4984">
                  <c:v>388.0</c:v>
                </c:pt>
                <c:pt idx="4985">
                  <c:v>388.0</c:v>
                </c:pt>
                <c:pt idx="4986">
                  <c:v>388.0</c:v>
                </c:pt>
                <c:pt idx="4987">
                  <c:v>388.0</c:v>
                </c:pt>
                <c:pt idx="4988">
                  <c:v>388.0</c:v>
                </c:pt>
                <c:pt idx="4989">
                  <c:v>388.0</c:v>
                </c:pt>
                <c:pt idx="4990">
                  <c:v>388.0</c:v>
                </c:pt>
                <c:pt idx="4991">
                  <c:v>388.0</c:v>
                </c:pt>
                <c:pt idx="4992">
                  <c:v>388.0</c:v>
                </c:pt>
                <c:pt idx="4993">
                  <c:v>388.0</c:v>
                </c:pt>
                <c:pt idx="4994">
                  <c:v>388.0</c:v>
                </c:pt>
                <c:pt idx="4995">
                  <c:v>388.0</c:v>
                </c:pt>
                <c:pt idx="4996">
                  <c:v>388.0</c:v>
                </c:pt>
                <c:pt idx="4997">
                  <c:v>388.0</c:v>
                </c:pt>
                <c:pt idx="4998">
                  <c:v>388.0</c:v>
                </c:pt>
                <c:pt idx="4999">
                  <c:v>388.0</c:v>
                </c:pt>
                <c:pt idx="5000">
                  <c:v>388.0</c:v>
                </c:pt>
                <c:pt idx="5001">
                  <c:v>388.0</c:v>
                </c:pt>
                <c:pt idx="5002">
                  <c:v>388.0</c:v>
                </c:pt>
                <c:pt idx="5003">
                  <c:v>388.0</c:v>
                </c:pt>
                <c:pt idx="5004">
                  <c:v>388.0</c:v>
                </c:pt>
                <c:pt idx="5005">
                  <c:v>388.0</c:v>
                </c:pt>
                <c:pt idx="5006">
                  <c:v>388.0</c:v>
                </c:pt>
                <c:pt idx="5007">
                  <c:v>388.0</c:v>
                </c:pt>
                <c:pt idx="5008">
                  <c:v>388.0</c:v>
                </c:pt>
                <c:pt idx="5009">
                  <c:v>388.0</c:v>
                </c:pt>
                <c:pt idx="5010">
                  <c:v>388.0</c:v>
                </c:pt>
                <c:pt idx="5011">
                  <c:v>388.0</c:v>
                </c:pt>
                <c:pt idx="5012">
                  <c:v>388.0</c:v>
                </c:pt>
                <c:pt idx="5013">
                  <c:v>388.0</c:v>
                </c:pt>
                <c:pt idx="5014">
                  <c:v>388.0</c:v>
                </c:pt>
                <c:pt idx="5015">
                  <c:v>388.0</c:v>
                </c:pt>
                <c:pt idx="5016">
                  <c:v>388.0</c:v>
                </c:pt>
                <c:pt idx="5017">
                  <c:v>388.0</c:v>
                </c:pt>
                <c:pt idx="5018">
                  <c:v>388.0</c:v>
                </c:pt>
                <c:pt idx="5019">
                  <c:v>388.0</c:v>
                </c:pt>
                <c:pt idx="5020">
                  <c:v>388.0</c:v>
                </c:pt>
                <c:pt idx="5021">
                  <c:v>388.0</c:v>
                </c:pt>
                <c:pt idx="5022">
                  <c:v>388.0</c:v>
                </c:pt>
                <c:pt idx="5023">
                  <c:v>388.0</c:v>
                </c:pt>
                <c:pt idx="5024">
                  <c:v>388.0</c:v>
                </c:pt>
                <c:pt idx="5025">
                  <c:v>388.0</c:v>
                </c:pt>
                <c:pt idx="5026">
                  <c:v>388.0</c:v>
                </c:pt>
                <c:pt idx="5027">
                  <c:v>388.0</c:v>
                </c:pt>
                <c:pt idx="5028">
                  <c:v>388.0</c:v>
                </c:pt>
                <c:pt idx="5029">
                  <c:v>388.0</c:v>
                </c:pt>
                <c:pt idx="5030">
                  <c:v>388.0</c:v>
                </c:pt>
                <c:pt idx="5031">
                  <c:v>388.0</c:v>
                </c:pt>
                <c:pt idx="5032">
                  <c:v>388.0</c:v>
                </c:pt>
                <c:pt idx="5033">
                  <c:v>388.0</c:v>
                </c:pt>
                <c:pt idx="5034">
                  <c:v>388.0</c:v>
                </c:pt>
                <c:pt idx="5035">
                  <c:v>388.0</c:v>
                </c:pt>
                <c:pt idx="5036">
                  <c:v>388.0</c:v>
                </c:pt>
                <c:pt idx="5037">
                  <c:v>388.0</c:v>
                </c:pt>
                <c:pt idx="5038">
                  <c:v>388.0</c:v>
                </c:pt>
                <c:pt idx="5039">
                  <c:v>388.0</c:v>
                </c:pt>
                <c:pt idx="5040">
                  <c:v>388.0</c:v>
                </c:pt>
                <c:pt idx="5041">
                  <c:v>388.0</c:v>
                </c:pt>
                <c:pt idx="5042">
                  <c:v>388.0</c:v>
                </c:pt>
                <c:pt idx="5043">
                  <c:v>388.0</c:v>
                </c:pt>
                <c:pt idx="5044">
                  <c:v>388.0</c:v>
                </c:pt>
                <c:pt idx="5045">
                  <c:v>388.0</c:v>
                </c:pt>
                <c:pt idx="5046">
                  <c:v>388.0</c:v>
                </c:pt>
                <c:pt idx="5047">
                  <c:v>388.0</c:v>
                </c:pt>
                <c:pt idx="5048">
                  <c:v>388.0</c:v>
                </c:pt>
                <c:pt idx="5049">
                  <c:v>388.0</c:v>
                </c:pt>
                <c:pt idx="5050">
                  <c:v>388.0</c:v>
                </c:pt>
                <c:pt idx="5051">
                  <c:v>388.0</c:v>
                </c:pt>
                <c:pt idx="5052">
                  <c:v>388.0</c:v>
                </c:pt>
                <c:pt idx="5053">
                  <c:v>388.0</c:v>
                </c:pt>
                <c:pt idx="5054">
                  <c:v>388.0</c:v>
                </c:pt>
                <c:pt idx="5055">
                  <c:v>388.0</c:v>
                </c:pt>
                <c:pt idx="5056">
                  <c:v>388.0</c:v>
                </c:pt>
                <c:pt idx="5057">
                  <c:v>388.0</c:v>
                </c:pt>
                <c:pt idx="5058">
                  <c:v>388.0</c:v>
                </c:pt>
                <c:pt idx="5059">
                  <c:v>388.0</c:v>
                </c:pt>
                <c:pt idx="5060">
                  <c:v>388.0</c:v>
                </c:pt>
                <c:pt idx="5061">
                  <c:v>388.0</c:v>
                </c:pt>
                <c:pt idx="5062">
                  <c:v>388.0</c:v>
                </c:pt>
                <c:pt idx="5063">
                  <c:v>388.0</c:v>
                </c:pt>
                <c:pt idx="5064">
                  <c:v>388.0</c:v>
                </c:pt>
                <c:pt idx="5065">
                  <c:v>388.0</c:v>
                </c:pt>
                <c:pt idx="5066">
                  <c:v>388.0</c:v>
                </c:pt>
                <c:pt idx="5067">
                  <c:v>388.0</c:v>
                </c:pt>
                <c:pt idx="5068">
                  <c:v>388.0</c:v>
                </c:pt>
                <c:pt idx="5069">
                  <c:v>388.0</c:v>
                </c:pt>
                <c:pt idx="5070">
                  <c:v>388.0</c:v>
                </c:pt>
                <c:pt idx="5071">
                  <c:v>388.0</c:v>
                </c:pt>
                <c:pt idx="5072">
                  <c:v>388.0</c:v>
                </c:pt>
                <c:pt idx="5073">
                  <c:v>388.0</c:v>
                </c:pt>
                <c:pt idx="5074">
                  <c:v>388.0</c:v>
                </c:pt>
                <c:pt idx="5075">
                  <c:v>388.0</c:v>
                </c:pt>
                <c:pt idx="5076">
                  <c:v>388.0</c:v>
                </c:pt>
                <c:pt idx="5077">
                  <c:v>388.0</c:v>
                </c:pt>
                <c:pt idx="5078">
                  <c:v>388.0</c:v>
                </c:pt>
                <c:pt idx="5079">
                  <c:v>388.0</c:v>
                </c:pt>
                <c:pt idx="5080">
                  <c:v>388.0</c:v>
                </c:pt>
                <c:pt idx="5081">
                  <c:v>388.0</c:v>
                </c:pt>
                <c:pt idx="5082">
                  <c:v>388.0</c:v>
                </c:pt>
                <c:pt idx="5083">
                  <c:v>388.0</c:v>
                </c:pt>
                <c:pt idx="5084">
                  <c:v>388.0</c:v>
                </c:pt>
                <c:pt idx="5085">
                  <c:v>388.0</c:v>
                </c:pt>
                <c:pt idx="5086">
                  <c:v>388.0</c:v>
                </c:pt>
                <c:pt idx="5087">
                  <c:v>388.0</c:v>
                </c:pt>
                <c:pt idx="5088">
                  <c:v>388.0</c:v>
                </c:pt>
                <c:pt idx="5089">
                  <c:v>388.0</c:v>
                </c:pt>
                <c:pt idx="5090">
                  <c:v>388.0</c:v>
                </c:pt>
                <c:pt idx="5091">
                  <c:v>388.0</c:v>
                </c:pt>
                <c:pt idx="5092">
                  <c:v>388.0</c:v>
                </c:pt>
                <c:pt idx="5093">
                  <c:v>388.0</c:v>
                </c:pt>
                <c:pt idx="5094">
                  <c:v>388.0</c:v>
                </c:pt>
                <c:pt idx="5095">
                  <c:v>388.0</c:v>
                </c:pt>
                <c:pt idx="5096">
                  <c:v>388.0</c:v>
                </c:pt>
                <c:pt idx="5097">
                  <c:v>388.0</c:v>
                </c:pt>
                <c:pt idx="5098">
                  <c:v>388.0</c:v>
                </c:pt>
                <c:pt idx="5099">
                  <c:v>388.0</c:v>
                </c:pt>
                <c:pt idx="5100">
                  <c:v>388.0</c:v>
                </c:pt>
                <c:pt idx="5101">
                  <c:v>388.0</c:v>
                </c:pt>
                <c:pt idx="5102">
                  <c:v>388.0</c:v>
                </c:pt>
                <c:pt idx="5103">
                  <c:v>388.0</c:v>
                </c:pt>
                <c:pt idx="5104">
                  <c:v>388.0</c:v>
                </c:pt>
                <c:pt idx="5105">
                  <c:v>388.0</c:v>
                </c:pt>
                <c:pt idx="5106">
                  <c:v>388.0</c:v>
                </c:pt>
                <c:pt idx="5107">
                  <c:v>388.0</c:v>
                </c:pt>
                <c:pt idx="5108">
                  <c:v>388.0</c:v>
                </c:pt>
                <c:pt idx="5109">
                  <c:v>388.0</c:v>
                </c:pt>
                <c:pt idx="5110">
                  <c:v>388.0</c:v>
                </c:pt>
                <c:pt idx="5111">
                  <c:v>388.0</c:v>
                </c:pt>
                <c:pt idx="5112">
                  <c:v>388.0</c:v>
                </c:pt>
                <c:pt idx="5113">
                  <c:v>388.0</c:v>
                </c:pt>
                <c:pt idx="5114">
                  <c:v>388.0</c:v>
                </c:pt>
                <c:pt idx="5115">
                  <c:v>388.0</c:v>
                </c:pt>
                <c:pt idx="5116">
                  <c:v>388.0</c:v>
                </c:pt>
                <c:pt idx="5117">
                  <c:v>388.0</c:v>
                </c:pt>
                <c:pt idx="5118">
                  <c:v>388.0</c:v>
                </c:pt>
                <c:pt idx="5119">
                  <c:v>388.0</c:v>
                </c:pt>
                <c:pt idx="5120">
                  <c:v>388.0</c:v>
                </c:pt>
                <c:pt idx="5121">
                  <c:v>388.0</c:v>
                </c:pt>
                <c:pt idx="5122">
                  <c:v>388.0</c:v>
                </c:pt>
                <c:pt idx="5123">
                  <c:v>388.0</c:v>
                </c:pt>
                <c:pt idx="5124">
                  <c:v>388.0</c:v>
                </c:pt>
                <c:pt idx="5125">
                  <c:v>388.0</c:v>
                </c:pt>
                <c:pt idx="5126">
                  <c:v>388.0</c:v>
                </c:pt>
                <c:pt idx="5127">
                  <c:v>388.0</c:v>
                </c:pt>
                <c:pt idx="5128">
                  <c:v>388.0</c:v>
                </c:pt>
                <c:pt idx="5129">
                  <c:v>388.0</c:v>
                </c:pt>
                <c:pt idx="5130">
                  <c:v>388.0</c:v>
                </c:pt>
                <c:pt idx="5131">
                  <c:v>388.0</c:v>
                </c:pt>
                <c:pt idx="5132">
                  <c:v>388.0</c:v>
                </c:pt>
                <c:pt idx="5133">
                  <c:v>388.0</c:v>
                </c:pt>
                <c:pt idx="5134">
                  <c:v>388.0</c:v>
                </c:pt>
                <c:pt idx="5135">
                  <c:v>388.0</c:v>
                </c:pt>
                <c:pt idx="5136">
                  <c:v>388.0</c:v>
                </c:pt>
                <c:pt idx="5137">
                  <c:v>388.0</c:v>
                </c:pt>
                <c:pt idx="5138">
                  <c:v>388.0</c:v>
                </c:pt>
                <c:pt idx="5139">
                  <c:v>388.0</c:v>
                </c:pt>
                <c:pt idx="5140">
                  <c:v>388.0</c:v>
                </c:pt>
                <c:pt idx="5141">
                  <c:v>388.0</c:v>
                </c:pt>
                <c:pt idx="5142">
                  <c:v>388.0</c:v>
                </c:pt>
                <c:pt idx="5143">
                  <c:v>388.0</c:v>
                </c:pt>
                <c:pt idx="5144">
                  <c:v>388.0</c:v>
                </c:pt>
                <c:pt idx="5145">
                  <c:v>388.0</c:v>
                </c:pt>
                <c:pt idx="5146">
                  <c:v>388.0</c:v>
                </c:pt>
                <c:pt idx="5147">
                  <c:v>388.0</c:v>
                </c:pt>
                <c:pt idx="5148">
                  <c:v>388.0</c:v>
                </c:pt>
                <c:pt idx="5149">
                  <c:v>388.0</c:v>
                </c:pt>
                <c:pt idx="5150">
                  <c:v>388.0</c:v>
                </c:pt>
                <c:pt idx="5151">
                  <c:v>388.0</c:v>
                </c:pt>
                <c:pt idx="5152">
                  <c:v>388.0</c:v>
                </c:pt>
                <c:pt idx="5153">
                  <c:v>388.0</c:v>
                </c:pt>
                <c:pt idx="5154">
                  <c:v>388.0</c:v>
                </c:pt>
                <c:pt idx="5155">
                  <c:v>388.0</c:v>
                </c:pt>
                <c:pt idx="5156">
                  <c:v>388.0</c:v>
                </c:pt>
                <c:pt idx="5157">
                  <c:v>388.0</c:v>
                </c:pt>
                <c:pt idx="5158">
                  <c:v>388.0</c:v>
                </c:pt>
                <c:pt idx="5159">
                  <c:v>388.0</c:v>
                </c:pt>
                <c:pt idx="5160">
                  <c:v>388.0</c:v>
                </c:pt>
                <c:pt idx="5161">
                  <c:v>388.0</c:v>
                </c:pt>
                <c:pt idx="5162">
                  <c:v>388.0</c:v>
                </c:pt>
                <c:pt idx="5163">
                  <c:v>388.0</c:v>
                </c:pt>
                <c:pt idx="5164">
                  <c:v>388.0</c:v>
                </c:pt>
                <c:pt idx="5165">
                  <c:v>388.0</c:v>
                </c:pt>
                <c:pt idx="5166">
                  <c:v>388.0</c:v>
                </c:pt>
                <c:pt idx="5167">
                  <c:v>388.0</c:v>
                </c:pt>
                <c:pt idx="5168">
                  <c:v>388.0</c:v>
                </c:pt>
                <c:pt idx="5169">
                  <c:v>388.0</c:v>
                </c:pt>
                <c:pt idx="5170">
                  <c:v>388.0</c:v>
                </c:pt>
                <c:pt idx="5171">
                  <c:v>388.0</c:v>
                </c:pt>
                <c:pt idx="5172">
                  <c:v>388.0</c:v>
                </c:pt>
                <c:pt idx="5173">
                  <c:v>388.0</c:v>
                </c:pt>
                <c:pt idx="5174">
                  <c:v>388.0</c:v>
                </c:pt>
                <c:pt idx="5175">
                  <c:v>388.0</c:v>
                </c:pt>
                <c:pt idx="5176">
                  <c:v>388.0</c:v>
                </c:pt>
                <c:pt idx="5177">
                  <c:v>388.0</c:v>
                </c:pt>
                <c:pt idx="5178">
                  <c:v>388.0</c:v>
                </c:pt>
                <c:pt idx="5179">
                  <c:v>388.0</c:v>
                </c:pt>
                <c:pt idx="5180">
                  <c:v>388.0</c:v>
                </c:pt>
                <c:pt idx="5181">
                  <c:v>388.0</c:v>
                </c:pt>
                <c:pt idx="5182">
                  <c:v>388.0</c:v>
                </c:pt>
                <c:pt idx="5183">
                  <c:v>388.0</c:v>
                </c:pt>
                <c:pt idx="5184">
                  <c:v>388.0</c:v>
                </c:pt>
                <c:pt idx="5185">
                  <c:v>388.0</c:v>
                </c:pt>
                <c:pt idx="5186">
                  <c:v>388.0</c:v>
                </c:pt>
                <c:pt idx="5187">
                  <c:v>388.0</c:v>
                </c:pt>
                <c:pt idx="5188">
                  <c:v>388.0</c:v>
                </c:pt>
                <c:pt idx="5189">
                  <c:v>388.0</c:v>
                </c:pt>
                <c:pt idx="5190">
                  <c:v>388.0</c:v>
                </c:pt>
                <c:pt idx="5191">
                  <c:v>388.0</c:v>
                </c:pt>
                <c:pt idx="5192">
                  <c:v>388.0</c:v>
                </c:pt>
                <c:pt idx="5193">
                  <c:v>388.0</c:v>
                </c:pt>
                <c:pt idx="5194">
                  <c:v>388.0</c:v>
                </c:pt>
                <c:pt idx="5195">
                  <c:v>388.0</c:v>
                </c:pt>
                <c:pt idx="5196">
                  <c:v>388.0</c:v>
                </c:pt>
                <c:pt idx="5197">
                  <c:v>388.0</c:v>
                </c:pt>
                <c:pt idx="5198">
                  <c:v>388.0</c:v>
                </c:pt>
                <c:pt idx="5199">
                  <c:v>388.0</c:v>
                </c:pt>
                <c:pt idx="5200">
                  <c:v>388.0</c:v>
                </c:pt>
                <c:pt idx="5201">
                  <c:v>388.0</c:v>
                </c:pt>
                <c:pt idx="5202">
                  <c:v>388.0</c:v>
                </c:pt>
                <c:pt idx="5203">
                  <c:v>388.0</c:v>
                </c:pt>
                <c:pt idx="5204">
                  <c:v>388.0</c:v>
                </c:pt>
                <c:pt idx="5205">
                  <c:v>388.0</c:v>
                </c:pt>
                <c:pt idx="5206">
                  <c:v>388.0</c:v>
                </c:pt>
                <c:pt idx="5207">
                  <c:v>388.0</c:v>
                </c:pt>
                <c:pt idx="5208">
                  <c:v>388.0</c:v>
                </c:pt>
                <c:pt idx="5209">
                  <c:v>388.0</c:v>
                </c:pt>
                <c:pt idx="5210">
                  <c:v>388.0</c:v>
                </c:pt>
                <c:pt idx="5211">
                  <c:v>388.0</c:v>
                </c:pt>
                <c:pt idx="5212">
                  <c:v>388.0</c:v>
                </c:pt>
                <c:pt idx="5213">
                  <c:v>388.0</c:v>
                </c:pt>
                <c:pt idx="5214">
                  <c:v>388.0</c:v>
                </c:pt>
                <c:pt idx="5215">
                  <c:v>388.0</c:v>
                </c:pt>
                <c:pt idx="5216">
                  <c:v>388.0</c:v>
                </c:pt>
                <c:pt idx="5217">
                  <c:v>388.0</c:v>
                </c:pt>
                <c:pt idx="5218">
                  <c:v>388.0</c:v>
                </c:pt>
                <c:pt idx="5219">
                  <c:v>388.0</c:v>
                </c:pt>
                <c:pt idx="5220">
                  <c:v>388.0</c:v>
                </c:pt>
                <c:pt idx="5221">
                  <c:v>388.0</c:v>
                </c:pt>
                <c:pt idx="5222">
                  <c:v>388.0</c:v>
                </c:pt>
                <c:pt idx="5223">
                  <c:v>388.0</c:v>
                </c:pt>
                <c:pt idx="5224">
                  <c:v>388.0</c:v>
                </c:pt>
                <c:pt idx="5225">
                  <c:v>388.0</c:v>
                </c:pt>
                <c:pt idx="5226">
                  <c:v>388.0</c:v>
                </c:pt>
                <c:pt idx="5227">
                  <c:v>388.0</c:v>
                </c:pt>
                <c:pt idx="5228">
                  <c:v>388.0</c:v>
                </c:pt>
                <c:pt idx="5229">
                  <c:v>388.0</c:v>
                </c:pt>
                <c:pt idx="5230">
                  <c:v>388.0</c:v>
                </c:pt>
                <c:pt idx="5231">
                  <c:v>388.0</c:v>
                </c:pt>
                <c:pt idx="5232">
                  <c:v>388.0</c:v>
                </c:pt>
                <c:pt idx="5233">
                  <c:v>388.0</c:v>
                </c:pt>
                <c:pt idx="5234">
                  <c:v>388.0</c:v>
                </c:pt>
                <c:pt idx="5235">
                  <c:v>388.0</c:v>
                </c:pt>
                <c:pt idx="5236">
                  <c:v>388.0</c:v>
                </c:pt>
                <c:pt idx="5237">
                  <c:v>388.0</c:v>
                </c:pt>
                <c:pt idx="5238">
                  <c:v>388.0</c:v>
                </c:pt>
                <c:pt idx="5239">
                  <c:v>388.0</c:v>
                </c:pt>
                <c:pt idx="5240">
                  <c:v>388.0</c:v>
                </c:pt>
                <c:pt idx="5241">
                  <c:v>388.0</c:v>
                </c:pt>
                <c:pt idx="5242">
                  <c:v>388.0</c:v>
                </c:pt>
                <c:pt idx="5243">
                  <c:v>388.0</c:v>
                </c:pt>
                <c:pt idx="5244">
                  <c:v>388.0</c:v>
                </c:pt>
                <c:pt idx="5245">
                  <c:v>388.0</c:v>
                </c:pt>
                <c:pt idx="5246">
                  <c:v>388.0</c:v>
                </c:pt>
                <c:pt idx="5247">
                  <c:v>388.0</c:v>
                </c:pt>
                <c:pt idx="5248">
                  <c:v>388.0</c:v>
                </c:pt>
                <c:pt idx="5249">
                  <c:v>388.0</c:v>
                </c:pt>
                <c:pt idx="5250">
                  <c:v>388.0</c:v>
                </c:pt>
                <c:pt idx="5251">
                  <c:v>388.0</c:v>
                </c:pt>
                <c:pt idx="5252">
                  <c:v>388.0</c:v>
                </c:pt>
                <c:pt idx="5253">
                  <c:v>388.0</c:v>
                </c:pt>
                <c:pt idx="5254">
                  <c:v>388.0</c:v>
                </c:pt>
                <c:pt idx="5255">
                  <c:v>388.0</c:v>
                </c:pt>
                <c:pt idx="5256">
                  <c:v>388.0</c:v>
                </c:pt>
                <c:pt idx="5257">
                  <c:v>388.0</c:v>
                </c:pt>
                <c:pt idx="5258">
                  <c:v>388.0</c:v>
                </c:pt>
                <c:pt idx="5259">
                  <c:v>388.0</c:v>
                </c:pt>
                <c:pt idx="5260">
                  <c:v>388.0</c:v>
                </c:pt>
                <c:pt idx="5261">
                  <c:v>388.0</c:v>
                </c:pt>
                <c:pt idx="5262">
                  <c:v>388.0</c:v>
                </c:pt>
                <c:pt idx="5263">
                  <c:v>388.0</c:v>
                </c:pt>
                <c:pt idx="5264">
                  <c:v>388.0</c:v>
                </c:pt>
                <c:pt idx="5265">
                  <c:v>388.0</c:v>
                </c:pt>
                <c:pt idx="5266">
                  <c:v>388.0</c:v>
                </c:pt>
                <c:pt idx="5267">
                  <c:v>388.0</c:v>
                </c:pt>
                <c:pt idx="5268">
                  <c:v>388.0</c:v>
                </c:pt>
                <c:pt idx="5269">
                  <c:v>388.0</c:v>
                </c:pt>
                <c:pt idx="5270">
                  <c:v>388.0</c:v>
                </c:pt>
                <c:pt idx="5271">
                  <c:v>388.0</c:v>
                </c:pt>
                <c:pt idx="5272">
                  <c:v>388.0</c:v>
                </c:pt>
                <c:pt idx="5273">
                  <c:v>388.0</c:v>
                </c:pt>
                <c:pt idx="5274">
                  <c:v>388.0</c:v>
                </c:pt>
                <c:pt idx="5275">
                  <c:v>388.0</c:v>
                </c:pt>
                <c:pt idx="5276">
                  <c:v>388.0</c:v>
                </c:pt>
                <c:pt idx="5277">
                  <c:v>388.0</c:v>
                </c:pt>
                <c:pt idx="5278">
                  <c:v>388.0</c:v>
                </c:pt>
                <c:pt idx="5279">
                  <c:v>388.0</c:v>
                </c:pt>
                <c:pt idx="5280">
                  <c:v>388.0</c:v>
                </c:pt>
                <c:pt idx="5281">
                  <c:v>388.0</c:v>
                </c:pt>
                <c:pt idx="5282">
                  <c:v>388.0</c:v>
                </c:pt>
                <c:pt idx="5283">
                  <c:v>388.0</c:v>
                </c:pt>
                <c:pt idx="5284">
                  <c:v>388.0</c:v>
                </c:pt>
                <c:pt idx="5285">
                  <c:v>388.0</c:v>
                </c:pt>
                <c:pt idx="5286">
                  <c:v>388.0</c:v>
                </c:pt>
                <c:pt idx="5287">
                  <c:v>388.0</c:v>
                </c:pt>
                <c:pt idx="5288">
                  <c:v>388.0</c:v>
                </c:pt>
                <c:pt idx="5289">
                  <c:v>388.0</c:v>
                </c:pt>
                <c:pt idx="5290">
                  <c:v>388.0</c:v>
                </c:pt>
                <c:pt idx="5291">
                  <c:v>388.0</c:v>
                </c:pt>
                <c:pt idx="5292">
                  <c:v>388.0</c:v>
                </c:pt>
                <c:pt idx="5293">
                  <c:v>388.0</c:v>
                </c:pt>
                <c:pt idx="5294">
                  <c:v>388.0</c:v>
                </c:pt>
                <c:pt idx="5295">
                  <c:v>388.0</c:v>
                </c:pt>
                <c:pt idx="5296">
                  <c:v>388.0</c:v>
                </c:pt>
                <c:pt idx="5297">
                  <c:v>388.0</c:v>
                </c:pt>
                <c:pt idx="5298">
                  <c:v>388.0</c:v>
                </c:pt>
                <c:pt idx="5299">
                  <c:v>388.0</c:v>
                </c:pt>
                <c:pt idx="5300">
                  <c:v>388.0</c:v>
                </c:pt>
                <c:pt idx="5301">
                  <c:v>388.0</c:v>
                </c:pt>
                <c:pt idx="5302">
                  <c:v>388.0</c:v>
                </c:pt>
                <c:pt idx="5303">
                  <c:v>388.0</c:v>
                </c:pt>
                <c:pt idx="5304">
                  <c:v>388.0</c:v>
                </c:pt>
                <c:pt idx="5305">
                  <c:v>388.0</c:v>
                </c:pt>
                <c:pt idx="5306">
                  <c:v>388.0</c:v>
                </c:pt>
                <c:pt idx="5307">
                  <c:v>388.0</c:v>
                </c:pt>
                <c:pt idx="5308">
                  <c:v>388.0</c:v>
                </c:pt>
                <c:pt idx="5309">
                  <c:v>388.0</c:v>
                </c:pt>
                <c:pt idx="5310">
                  <c:v>388.0</c:v>
                </c:pt>
                <c:pt idx="5311">
                  <c:v>388.0</c:v>
                </c:pt>
                <c:pt idx="5312">
                  <c:v>388.0</c:v>
                </c:pt>
                <c:pt idx="5313">
                  <c:v>388.0</c:v>
                </c:pt>
                <c:pt idx="5314">
                  <c:v>388.0</c:v>
                </c:pt>
                <c:pt idx="5315">
                  <c:v>388.0</c:v>
                </c:pt>
                <c:pt idx="5316">
                  <c:v>388.0</c:v>
                </c:pt>
                <c:pt idx="5317">
                  <c:v>388.0</c:v>
                </c:pt>
                <c:pt idx="5318">
                  <c:v>388.0</c:v>
                </c:pt>
                <c:pt idx="5319">
                  <c:v>388.0</c:v>
                </c:pt>
                <c:pt idx="5320">
                  <c:v>388.0</c:v>
                </c:pt>
                <c:pt idx="5321">
                  <c:v>388.0</c:v>
                </c:pt>
                <c:pt idx="5322">
                  <c:v>388.0</c:v>
                </c:pt>
                <c:pt idx="5323">
                  <c:v>388.0</c:v>
                </c:pt>
                <c:pt idx="5324">
                  <c:v>388.0</c:v>
                </c:pt>
                <c:pt idx="5325">
                  <c:v>388.0</c:v>
                </c:pt>
                <c:pt idx="5326">
                  <c:v>388.0</c:v>
                </c:pt>
                <c:pt idx="5327">
                  <c:v>388.0</c:v>
                </c:pt>
                <c:pt idx="5328">
                  <c:v>388.0</c:v>
                </c:pt>
                <c:pt idx="5329">
                  <c:v>388.0</c:v>
                </c:pt>
                <c:pt idx="5330">
                  <c:v>388.0</c:v>
                </c:pt>
                <c:pt idx="5331">
                  <c:v>388.0</c:v>
                </c:pt>
                <c:pt idx="5332">
                  <c:v>388.0</c:v>
                </c:pt>
                <c:pt idx="5333">
                  <c:v>388.0</c:v>
                </c:pt>
                <c:pt idx="5334">
                  <c:v>388.0</c:v>
                </c:pt>
                <c:pt idx="5335">
                  <c:v>388.0</c:v>
                </c:pt>
                <c:pt idx="5336">
                  <c:v>388.0</c:v>
                </c:pt>
                <c:pt idx="5337">
                  <c:v>388.0</c:v>
                </c:pt>
                <c:pt idx="5338">
                  <c:v>388.0</c:v>
                </c:pt>
                <c:pt idx="5339">
                  <c:v>388.0</c:v>
                </c:pt>
                <c:pt idx="5340">
                  <c:v>388.0</c:v>
                </c:pt>
                <c:pt idx="5341">
                  <c:v>388.0</c:v>
                </c:pt>
                <c:pt idx="5342">
                  <c:v>388.0</c:v>
                </c:pt>
                <c:pt idx="5343">
                  <c:v>388.0</c:v>
                </c:pt>
                <c:pt idx="5344">
                  <c:v>388.0</c:v>
                </c:pt>
                <c:pt idx="5345">
                  <c:v>388.0</c:v>
                </c:pt>
                <c:pt idx="5346">
                  <c:v>388.0</c:v>
                </c:pt>
                <c:pt idx="5347">
                  <c:v>388.0</c:v>
                </c:pt>
                <c:pt idx="5348">
                  <c:v>388.0</c:v>
                </c:pt>
                <c:pt idx="5349">
                  <c:v>388.0</c:v>
                </c:pt>
                <c:pt idx="5350">
                  <c:v>388.0</c:v>
                </c:pt>
                <c:pt idx="5351">
                  <c:v>388.0</c:v>
                </c:pt>
                <c:pt idx="5352">
                  <c:v>388.0</c:v>
                </c:pt>
                <c:pt idx="5353">
                  <c:v>388.0</c:v>
                </c:pt>
                <c:pt idx="5354">
                  <c:v>388.0</c:v>
                </c:pt>
                <c:pt idx="5355">
                  <c:v>388.0</c:v>
                </c:pt>
                <c:pt idx="5356">
                  <c:v>388.0</c:v>
                </c:pt>
                <c:pt idx="5357">
                  <c:v>388.0</c:v>
                </c:pt>
                <c:pt idx="5358">
                  <c:v>388.0</c:v>
                </c:pt>
                <c:pt idx="5359">
                  <c:v>388.0</c:v>
                </c:pt>
                <c:pt idx="5360">
                  <c:v>388.0</c:v>
                </c:pt>
                <c:pt idx="5361">
                  <c:v>388.0</c:v>
                </c:pt>
                <c:pt idx="5362">
                  <c:v>388.0</c:v>
                </c:pt>
                <c:pt idx="5363">
                  <c:v>388.0</c:v>
                </c:pt>
                <c:pt idx="5364">
                  <c:v>388.0</c:v>
                </c:pt>
                <c:pt idx="5365">
                  <c:v>388.0</c:v>
                </c:pt>
                <c:pt idx="5366">
                  <c:v>388.0</c:v>
                </c:pt>
                <c:pt idx="5367">
                  <c:v>388.0</c:v>
                </c:pt>
                <c:pt idx="5368">
                  <c:v>388.0</c:v>
                </c:pt>
                <c:pt idx="5369">
                  <c:v>388.0</c:v>
                </c:pt>
                <c:pt idx="5370">
                  <c:v>388.0</c:v>
                </c:pt>
                <c:pt idx="5371">
                  <c:v>388.0</c:v>
                </c:pt>
                <c:pt idx="5372">
                  <c:v>388.0</c:v>
                </c:pt>
                <c:pt idx="5373">
                  <c:v>388.0</c:v>
                </c:pt>
                <c:pt idx="5374">
                  <c:v>388.0</c:v>
                </c:pt>
                <c:pt idx="5375">
                  <c:v>388.0</c:v>
                </c:pt>
                <c:pt idx="5376">
                  <c:v>388.0</c:v>
                </c:pt>
                <c:pt idx="5377">
                  <c:v>388.0</c:v>
                </c:pt>
                <c:pt idx="5378">
                  <c:v>388.0</c:v>
                </c:pt>
                <c:pt idx="5379">
                  <c:v>388.0</c:v>
                </c:pt>
                <c:pt idx="5380">
                  <c:v>388.0</c:v>
                </c:pt>
                <c:pt idx="5381">
                  <c:v>388.0</c:v>
                </c:pt>
                <c:pt idx="5382">
                  <c:v>388.0</c:v>
                </c:pt>
                <c:pt idx="5383">
                  <c:v>388.0</c:v>
                </c:pt>
                <c:pt idx="5384">
                  <c:v>388.0</c:v>
                </c:pt>
                <c:pt idx="5385">
                  <c:v>388.0</c:v>
                </c:pt>
                <c:pt idx="5386">
                  <c:v>388.0</c:v>
                </c:pt>
                <c:pt idx="5387">
                  <c:v>388.0</c:v>
                </c:pt>
                <c:pt idx="5388">
                  <c:v>388.0</c:v>
                </c:pt>
                <c:pt idx="5389">
                  <c:v>388.0</c:v>
                </c:pt>
                <c:pt idx="5390">
                  <c:v>388.0</c:v>
                </c:pt>
                <c:pt idx="5391">
                  <c:v>388.0</c:v>
                </c:pt>
                <c:pt idx="5392">
                  <c:v>388.0</c:v>
                </c:pt>
                <c:pt idx="5393">
                  <c:v>388.0</c:v>
                </c:pt>
                <c:pt idx="5394">
                  <c:v>388.0</c:v>
                </c:pt>
                <c:pt idx="5395">
                  <c:v>388.0</c:v>
                </c:pt>
                <c:pt idx="5396">
                  <c:v>388.0</c:v>
                </c:pt>
                <c:pt idx="5397">
                  <c:v>388.0</c:v>
                </c:pt>
                <c:pt idx="5398">
                  <c:v>388.0</c:v>
                </c:pt>
                <c:pt idx="5399">
                  <c:v>388.0</c:v>
                </c:pt>
                <c:pt idx="5400">
                  <c:v>388.0</c:v>
                </c:pt>
                <c:pt idx="5401">
                  <c:v>388.0</c:v>
                </c:pt>
                <c:pt idx="5402">
                  <c:v>388.0</c:v>
                </c:pt>
                <c:pt idx="5403">
                  <c:v>388.0</c:v>
                </c:pt>
                <c:pt idx="5404">
                  <c:v>388.0</c:v>
                </c:pt>
                <c:pt idx="5405">
                  <c:v>388.0</c:v>
                </c:pt>
                <c:pt idx="5406">
                  <c:v>388.0</c:v>
                </c:pt>
                <c:pt idx="5407">
                  <c:v>388.0</c:v>
                </c:pt>
                <c:pt idx="5408">
                  <c:v>388.0</c:v>
                </c:pt>
                <c:pt idx="5409">
                  <c:v>388.0</c:v>
                </c:pt>
                <c:pt idx="5410">
                  <c:v>388.0</c:v>
                </c:pt>
                <c:pt idx="5411">
                  <c:v>388.0</c:v>
                </c:pt>
                <c:pt idx="5412">
                  <c:v>388.0</c:v>
                </c:pt>
                <c:pt idx="5413">
                  <c:v>388.0</c:v>
                </c:pt>
                <c:pt idx="5414">
                  <c:v>388.0</c:v>
                </c:pt>
                <c:pt idx="5415">
                  <c:v>388.0</c:v>
                </c:pt>
                <c:pt idx="5416">
                  <c:v>388.0</c:v>
                </c:pt>
                <c:pt idx="5417">
                  <c:v>388.0</c:v>
                </c:pt>
                <c:pt idx="5418">
                  <c:v>388.0</c:v>
                </c:pt>
                <c:pt idx="5419">
                  <c:v>388.0</c:v>
                </c:pt>
                <c:pt idx="5420">
                  <c:v>388.0</c:v>
                </c:pt>
                <c:pt idx="5421">
                  <c:v>388.0</c:v>
                </c:pt>
                <c:pt idx="5422">
                  <c:v>388.0</c:v>
                </c:pt>
                <c:pt idx="5423">
                  <c:v>388.0</c:v>
                </c:pt>
                <c:pt idx="5424">
                  <c:v>388.0</c:v>
                </c:pt>
                <c:pt idx="5425">
                  <c:v>388.0</c:v>
                </c:pt>
                <c:pt idx="5426">
                  <c:v>388.0</c:v>
                </c:pt>
                <c:pt idx="5427">
                  <c:v>388.0</c:v>
                </c:pt>
                <c:pt idx="5428">
                  <c:v>388.0</c:v>
                </c:pt>
                <c:pt idx="5429">
                  <c:v>388.0</c:v>
                </c:pt>
                <c:pt idx="5430">
                  <c:v>388.0</c:v>
                </c:pt>
                <c:pt idx="5431">
                  <c:v>388.0</c:v>
                </c:pt>
                <c:pt idx="5432">
                  <c:v>388.0</c:v>
                </c:pt>
                <c:pt idx="5433">
                  <c:v>388.0</c:v>
                </c:pt>
                <c:pt idx="5434">
                  <c:v>388.0</c:v>
                </c:pt>
                <c:pt idx="5435">
                  <c:v>388.0</c:v>
                </c:pt>
                <c:pt idx="5436">
                  <c:v>388.0</c:v>
                </c:pt>
                <c:pt idx="5437">
                  <c:v>388.0</c:v>
                </c:pt>
                <c:pt idx="5438">
                  <c:v>388.0</c:v>
                </c:pt>
                <c:pt idx="5439">
                  <c:v>388.0</c:v>
                </c:pt>
                <c:pt idx="5440">
                  <c:v>388.0</c:v>
                </c:pt>
                <c:pt idx="5441">
                  <c:v>388.0</c:v>
                </c:pt>
                <c:pt idx="5442">
                  <c:v>388.0</c:v>
                </c:pt>
                <c:pt idx="5443">
                  <c:v>388.0</c:v>
                </c:pt>
                <c:pt idx="5444">
                  <c:v>388.0</c:v>
                </c:pt>
                <c:pt idx="5445">
                  <c:v>388.0</c:v>
                </c:pt>
                <c:pt idx="5446">
                  <c:v>388.0</c:v>
                </c:pt>
                <c:pt idx="5447">
                  <c:v>388.0</c:v>
                </c:pt>
                <c:pt idx="5448">
                  <c:v>388.0</c:v>
                </c:pt>
                <c:pt idx="5449">
                  <c:v>388.0</c:v>
                </c:pt>
                <c:pt idx="5450">
                  <c:v>388.0</c:v>
                </c:pt>
                <c:pt idx="5451">
                  <c:v>388.0</c:v>
                </c:pt>
                <c:pt idx="5452">
                  <c:v>388.0</c:v>
                </c:pt>
                <c:pt idx="5453">
                  <c:v>388.0</c:v>
                </c:pt>
                <c:pt idx="5454">
                  <c:v>388.0</c:v>
                </c:pt>
                <c:pt idx="5455">
                  <c:v>388.0</c:v>
                </c:pt>
                <c:pt idx="5456">
                  <c:v>388.0</c:v>
                </c:pt>
                <c:pt idx="5457">
                  <c:v>388.0</c:v>
                </c:pt>
                <c:pt idx="5458">
                  <c:v>388.0</c:v>
                </c:pt>
                <c:pt idx="5459">
                  <c:v>388.0</c:v>
                </c:pt>
                <c:pt idx="5460">
                  <c:v>388.0</c:v>
                </c:pt>
                <c:pt idx="5461">
                  <c:v>388.0</c:v>
                </c:pt>
                <c:pt idx="5462">
                  <c:v>388.0</c:v>
                </c:pt>
                <c:pt idx="5463">
                  <c:v>388.0</c:v>
                </c:pt>
                <c:pt idx="5464">
                  <c:v>388.0</c:v>
                </c:pt>
                <c:pt idx="5465">
                  <c:v>388.0</c:v>
                </c:pt>
                <c:pt idx="5466">
                  <c:v>388.0</c:v>
                </c:pt>
                <c:pt idx="5467">
                  <c:v>388.0</c:v>
                </c:pt>
                <c:pt idx="5468">
                  <c:v>388.0</c:v>
                </c:pt>
                <c:pt idx="5469">
                  <c:v>388.0</c:v>
                </c:pt>
                <c:pt idx="5470">
                  <c:v>388.0</c:v>
                </c:pt>
                <c:pt idx="5471">
                  <c:v>388.0</c:v>
                </c:pt>
                <c:pt idx="5472">
                  <c:v>388.0</c:v>
                </c:pt>
                <c:pt idx="5473">
                  <c:v>388.0</c:v>
                </c:pt>
                <c:pt idx="5474">
                  <c:v>388.0</c:v>
                </c:pt>
                <c:pt idx="5475">
                  <c:v>388.0</c:v>
                </c:pt>
                <c:pt idx="5476">
                  <c:v>388.0</c:v>
                </c:pt>
                <c:pt idx="5477">
                  <c:v>388.0</c:v>
                </c:pt>
                <c:pt idx="5478">
                  <c:v>388.0</c:v>
                </c:pt>
                <c:pt idx="5479">
                  <c:v>388.0</c:v>
                </c:pt>
                <c:pt idx="5480">
                  <c:v>388.0</c:v>
                </c:pt>
                <c:pt idx="5481">
                  <c:v>388.0</c:v>
                </c:pt>
                <c:pt idx="5482">
                  <c:v>388.0</c:v>
                </c:pt>
                <c:pt idx="5483">
                  <c:v>388.0</c:v>
                </c:pt>
                <c:pt idx="5484">
                  <c:v>388.0</c:v>
                </c:pt>
                <c:pt idx="5485">
                  <c:v>388.0</c:v>
                </c:pt>
                <c:pt idx="5486">
                  <c:v>388.0</c:v>
                </c:pt>
                <c:pt idx="5487">
                  <c:v>388.0</c:v>
                </c:pt>
                <c:pt idx="5488">
                  <c:v>388.0</c:v>
                </c:pt>
                <c:pt idx="5489">
                  <c:v>388.0</c:v>
                </c:pt>
                <c:pt idx="5490">
                  <c:v>388.0</c:v>
                </c:pt>
                <c:pt idx="5491">
                  <c:v>388.0</c:v>
                </c:pt>
                <c:pt idx="5492">
                  <c:v>388.0</c:v>
                </c:pt>
                <c:pt idx="5493">
                  <c:v>388.0</c:v>
                </c:pt>
                <c:pt idx="5494">
                  <c:v>388.0</c:v>
                </c:pt>
                <c:pt idx="5495">
                  <c:v>388.0</c:v>
                </c:pt>
                <c:pt idx="5496">
                  <c:v>388.0</c:v>
                </c:pt>
                <c:pt idx="5497">
                  <c:v>388.0</c:v>
                </c:pt>
                <c:pt idx="5498">
                  <c:v>388.0</c:v>
                </c:pt>
                <c:pt idx="5499">
                  <c:v>388.0</c:v>
                </c:pt>
                <c:pt idx="5500">
                  <c:v>388.0</c:v>
                </c:pt>
                <c:pt idx="5501">
                  <c:v>388.0</c:v>
                </c:pt>
                <c:pt idx="5502">
                  <c:v>388.0</c:v>
                </c:pt>
                <c:pt idx="5503">
                  <c:v>388.0</c:v>
                </c:pt>
                <c:pt idx="5504">
                  <c:v>388.0</c:v>
                </c:pt>
                <c:pt idx="5505">
                  <c:v>388.0</c:v>
                </c:pt>
                <c:pt idx="5506">
                  <c:v>388.0</c:v>
                </c:pt>
                <c:pt idx="5507">
                  <c:v>388.0</c:v>
                </c:pt>
                <c:pt idx="5508">
                  <c:v>388.0</c:v>
                </c:pt>
                <c:pt idx="5509">
                  <c:v>388.0</c:v>
                </c:pt>
                <c:pt idx="5510">
                  <c:v>388.0</c:v>
                </c:pt>
                <c:pt idx="5511">
                  <c:v>388.0</c:v>
                </c:pt>
                <c:pt idx="5512">
                  <c:v>388.0</c:v>
                </c:pt>
                <c:pt idx="5513">
                  <c:v>388.0</c:v>
                </c:pt>
                <c:pt idx="5514">
                  <c:v>388.0</c:v>
                </c:pt>
                <c:pt idx="5515">
                  <c:v>388.0</c:v>
                </c:pt>
                <c:pt idx="5516">
                  <c:v>388.0</c:v>
                </c:pt>
                <c:pt idx="5517">
                  <c:v>388.0</c:v>
                </c:pt>
                <c:pt idx="5518">
                  <c:v>388.0</c:v>
                </c:pt>
                <c:pt idx="5519">
                  <c:v>388.0</c:v>
                </c:pt>
                <c:pt idx="5520">
                  <c:v>388.0</c:v>
                </c:pt>
                <c:pt idx="5521">
                  <c:v>388.0</c:v>
                </c:pt>
                <c:pt idx="5522">
                  <c:v>388.0</c:v>
                </c:pt>
                <c:pt idx="5523">
                  <c:v>388.0</c:v>
                </c:pt>
                <c:pt idx="5524">
                  <c:v>388.0</c:v>
                </c:pt>
                <c:pt idx="5525">
                  <c:v>388.0</c:v>
                </c:pt>
                <c:pt idx="5526">
                  <c:v>388.0</c:v>
                </c:pt>
                <c:pt idx="5527">
                  <c:v>388.0</c:v>
                </c:pt>
                <c:pt idx="5528">
                  <c:v>388.0</c:v>
                </c:pt>
                <c:pt idx="5529">
                  <c:v>388.0</c:v>
                </c:pt>
                <c:pt idx="5530">
                  <c:v>388.0</c:v>
                </c:pt>
                <c:pt idx="5531">
                  <c:v>388.0</c:v>
                </c:pt>
                <c:pt idx="5532">
                  <c:v>388.0</c:v>
                </c:pt>
                <c:pt idx="5533">
                  <c:v>388.0</c:v>
                </c:pt>
                <c:pt idx="5534">
                  <c:v>388.0</c:v>
                </c:pt>
                <c:pt idx="5535">
                  <c:v>388.0</c:v>
                </c:pt>
                <c:pt idx="5536">
                  <c:v>388.0</c:v>
                </c:pt>
                <c:pt idx="5537">
                  <c:v>388.0</c:v>
                </c:pt>
                <c:pt idx="5538">
                  <c:v>388.0</c:v>
                </c:pt>
                <c:pt idx="5539">
                  <c:v>388.0</c:v>
                </c:pt>
                <c:pt idx="5540">
                  <c:v>388.0</c:v>
                </c:pt>
                <c:pt idx="5541">
                  <c:v>388.0</c:v>
                </c:pt>
                <c:pt idx="5542">
                  <c:v>388.0</c:v>
                </c:pt>
                <c:pt idx="5543">
                  <c:v>388.0</c:v>
                </c:pt>
                <c:pt idx="5544">
                  <c:v>388.0</c:v>
                </c:pt>
                <c:pt idx="5545">
                  <c:v>388.0</c:v>
                </c:pt>
                <c:pt idx="5546">
                  <c:v>388.0</c:v>
                </c:pt>
                <c:pt idx="5547">
                  <c:v>388.0</c:v>
                </c:pt>
                <c:pt idx="5548">
                  <c:v>388.0</c:v>
                </c:pt>
                <c:pt idx="5549">
                  <c:v>388.0</c:v>
                </c:pt>
                <c:pt idx="5550">
                  <c:v>388.0</c:v>
                </c:pt>
                <c:pt idx="5551">
                  <c:v>388.0</c:v>
                </c:pt>
                <c:pt idx="5552">
                  <c:v>388.0</c:v>
                </c:pt>
                <c:pt idx="5553">
                  <c:v>388.0</c:v>
                </c:pt>
                <c:pt idx="5554">
                  <c:v>388.0</c:v>
                </c:pt>
                <c:pt idx="5555">
                  <c:v>388.0</c:v>
                </c:pt>
                <c:pt idx="5556">
                  <c:v>388.0</c:v>
                </c:pt>
                <c:pt idx="5557">
                  <c:v>388.0</c:v>
                </c:pt>
                <c:pt idx="5558">
                  <c:v>388.0</c:v>
                </c:pt>
                <c:pt idx="5559">
                  <c:v>388.0</c:v>
                </c:pt>
                <c:pt idx="5560">
                  <c:v>388.0</c:v>
                </c:pt>
                <c:pt idx="5561">
                  <c:v>388.0</c:v>
                </c:pt>
                <c:pt idx="5562">
                  <c:v>388.0</c:v>
                </c:pt>
                <c:pt idx="5563">
                  <c:v>388.0</c:v>
                </c:pt>
                <c:pt idx="5564">
                  <c:v>388.0</c:v>
                </c:pt>
                <c:pt idx="5565">
                  <c:v>388.0</c:v>
                </c:pt>
                <c:pt idx="5566">
                  <c:v>388.0</c:v>
                </c:pt>
                <c:pt idx="5567">
                  <c:v>388.0</c:v>
                </c:pt>
                <c:pt idx="5568">
                  <c:v>388.0</c:v>
                </c:pt>
                <c:pt idx="5569">
                  <c:v>388.0</c:v>
                </c:pt>
                <c:pt idx="5570">
                  <c:v>388.0</c:v>
                </c:pt>
                <c:pt idx="5571">
                  <c:v>388.0</c:v>
                </c:pt>
                <c:pt idx="5572">
                  <c:v>388.0</c:v>
                </c:pt>
                <c:pt idx="5573">
                  <c:v>388.0</c:v>
                </c:pt>
                <c:pt idx="5574">
                  <c:v>388.0</c:v>
                </c:pt>
                <c:pt idx="5575">
                  <c:v>388.0</c:v>
                </c:pt>
                <c:pt idx="5576">
                  <c:v>388.0</c:v>
                </c:pt>
                <c:pt idx="5577">
                  <c:v>388.0</c:v>
                </c:pt>
                <c:pt idx="5578">
                  <c:v>388.0</c:v>
                </c:pt>
                <c:pt idx="5579">
                  <c:v>388.0</c:v>
                </c:pt>
                <c:pt idx="5580">
                  <c:v>388.0</c:v>
                </c:pt>
                <c:pt idx="5581">
                  <c:v>388.0</c:v>
                </c:pt>
                <c:pt idx="5582">
                  <c:v>388.0</c:v>
                </c:pt>
                <c:pt idx="5583">
                  <c:v>388.0</c:v>
                </c:pt>
                <c:pt idx="5584">
                  <c:v>388.0</c:v>
                </c:pt>
                <c:pt idx="5585">
                  <c:v>388.0</c:v>
                </c:pt>
                <c:pt idx="5586">
                  <c:v>388.0</c:v>
                </c:pt>
                <c:pt idx="5587">
                  <c:v>388.0</c:v>
                </c:pt>
                <c:pt idx="5588">
                  <c:v>388.0</c:v>
                </c:pt>
                <c:pt idx="5589">
                  <c:v>388.0</c:v>
                </c:pt>
                <c:pt idx="5590">
                  <c:v>388.0</c:v>
                </c:pt>
                <c:pt idx="5591">
                  <c:v>388.0</c:v>
                </c:pt>
                <c:pt idx="5592">
                  <c:v>388.0</c:v>
                </c:pt>
                <c:pt idx="5593">
                  <c:v>388.0</c:v>
                </c:pt>
                <c:pt idx="5594">
                  <c:v>388.0</c:v>
                </c:pt>
                <c:pt idx="5595">
                  <c:v>388.0</c:v>
                </c:pt>
                <c:pt idx="5596">
                  <c:v>388.0</c:v>
                </c:pt>
                <c:pt idx="5597">
                  <c:v>388.0</c:v>
                </c:pt>
                <c:pt idx="5598">
                  <c:v>388.0</c:v>
                </c:pt>
                <c:pt idx="5599">
                  <c:v>388.0</c:v>
                </c:pt>
                <c:pt idx="5600">
                  <c:v>388.0</c:v>
                </c:pt>
                <c:pt idx="5601">
                  <c:v>388.0</c:v>
                </c:pt>
                <c:pt idx="5602">
                  <c:v>388.0</c:v>
                </c:pt>
                <c:pt idx="5603">
                  <c:v>388.0</c:v>
                </c:pt>
                <c:pt idx="5604">
                  <c:v>388.0</c:v>
                </c:pt>
                <c:pt idx="5605">
                  <c:v>388.0</c:v>
                </c:pt>
                <c:pt idx="5606">
                  <c:v>388.0</c:v>
                </c:pt>
                <c:pt idx="5607">
                  <c:v>388.0</c:v>
                </c:pt>
                <c:pt idx="5608">
                  <c:v>388.0</c:v>
                </c:pt>
                <c:pt idx="5609">
                  <c:v>388.0</c:v>
                </c:pt>
                <c:pt idx="5610">
                  <c:v>388.0</c:v>
                </c:pt>
                <c:pt idx="5611">
                  <c:v>388.0</c:v>
                </c:pt>
                <c:pt idx="5612">
                  <c:v>388.0</c:v>
                </c:pt>
                <c:pt idx="5613">
                  <c:v>388.0</c:v>
                </c:pt>
                <c:pt idx="5614">
                  <c:v>388.0</c:v>
                </c:pt>
                <c:pt idx="5615">
                  <c:v>388.0</c:v>
                </c:pt>
                <c:pt idx="5616">
                  <c:v>388.0</c:v>
                </c:pt>
                <c:pt idx="5617">
                  <c:v>388.0</c:v>
                </c:pt>
                <c:pt idx="5618">
                  <c:v>388.0</c:v>
                </c:pt>
                <c:pt idx="5619">
                  <c:v>388.0</c:v>
                </c:pt>
                <c:pt idx="5620">
                  <c:v>388.0</c:v>
                </c:pt>
                <c:pt idx="5621">
                  <c:v>388.0</c:v>
                </c:pt>
                <c:pt idx="5622">
                  <c:v>388.0</c:v>
                </c:pt>
                <c:pt idx="5623">
                  <c:v>388.0</c:v>
                </c:pt>
                <c:pt idx="5624">
                  <c:v>388.0</c:v>
                </c:pt>
                <c:pt idx="5625">
                  <c:v>388.0</c:v>
                </c:pt>
                <c:pt idx="5626">
                  <c:v>388.0</c:v>
                </c:pt>
                <c:pt idx="5627">
                  <c:v>388.0</c:v>
                </c:pt>
                <c:pt idx="5628">
                  <c:v>388.0</c:v>
                </c:pt>
                <c:pt idx="5629">
                  <c:v>388.0</c:v>
                </c:pt>
                <c:pt idx="5630">
                  <c:v>388.0</c:v>
                </c:pt>
                <c:pt idx="5631">
                  <c:v>388.0</c:v>
                </c:pt>
                <c:pt idx="5632">
                  <c:v>388.0</c:v>
                </c:pt>
                <c:pt idx="5633">
                  <c:v>388.0</c:v>
                </c:pt>
                <c:pt idx="5634">
                  <c:v>388.0</c:v>
                </c:pt>
                <c:pt idx="5635">
                  <c:v>388.0</c:v>
                </c:pt>
                <c:pt idx="5636">
                  <c:v>388.0</c:v>
                </c:pt>
                <c:pt idx="5637">
                  <c:v>388.0</c:v>
                </c:pt>
                <c:pt idx="5638">
                  <c:v>388.0</c:v>
                </c:pt>
                <c:pt idx="5639">
                  <c:v>388.0</c:v>
                </c:pt>
                <c:pt idx="5640">
                  <c:v>388.0</c:v>
                </c:pt>
                <c:pt idx="5641">
                  <c:v>388.0</c:v>
                </c:pt>
                <c:pt idx="5642">
                  <c:v>388.0</c:v>
                </c:pt>
                <c:pt idx="5643">
                  <c:v>388.0</c:v>
                </c:pt>
                <c:pt idx="5644">
                  <c:v>388.0</c:v>
                </c:pt>
                <c:pt idx="5645">
                  <c:v>388.0</c:v>
                </c:pt>
                <c:pt idx="5646">
                  <c:v>388.0</c:v>
                </c:pt>
                <c:pt idx="5647">
                  <c:v>388.0</c:v>
                </c:pt>
                <c:pt idx="5648">
                  <c:v>388.0</c:v>
                </c:pt>
                <c:pt idx="5649">
                  <c:v>388.0</c:v>
                </c:pt>
                <c:pt idx="5650">
                  <c:v>388.0</c:v>
                </c:pt>
                <c:pt idx="5651">
                  <c:v>388.0</c:v>
                </c:pt>
                <c:pt idx="5652">
                  <c:v>388.0</c:v>
                </c:pt>
                <c:pt idx="5653">
                  <c:v>388.0</c:v>
                </c:pt>
                <c:pt idx="5654">
                  <c:v>388.0</c:v>
                </c:pt>
                <c:pt idx="5655">
                  <c:v>388.0</c:v>
                </c:pt>
                <c:pt idx="5656">
                  <c:v>388.0</c:v>
                </c:pt>
                <c:pt idx="5657">
                  <c:v>388.0</c:v>
                </c:pt>
                <c:pt idx="5658">
                  <c:v>388.0</c:v>
                </c:pt>
                <c:pt idx="5659">
                  <c:v>388.0</c:v>
                </c:pt>
                <c:pt idx="5660">
                  <c:v>388.0</c:v>
                </c:pt>
                <c:pt idx="5661">
                  <c:v>388.0</c:v>
                </c:pt>
                <c:pt idx="5662">
                  <c:v>388.0</c:v>
                </c:pt>
                <c:pt idx="5663">
                  <c:v>388.0</c:v>
                </c:pt>
                <c:pt idx="5664">
                  <c:v>388.0</c:v>
                </c:pt>
                <c:pt idx="5665">
                  <c:v>388.0</c:v>
                </c:pt>
                <c:pt idx="5666">
                  <c:v>388.0</c:v>
                </c:pt>
                <c:pt idx="5667">
                  <c:v>388.0</c:v>
                </c:pt>
                <c:pt idx="5668">
                  <c:v>388.0</c:v>
                </c:pt>
                <c:pt idx="5669">
                  <c:v>388.0</c:v>
                </c:pt>
                <c:pt idx="5670">
                  <c:v>388.0</c:v>
                </c:pt>
                <c:pt idx="5671">
                  <c:v>388.0</c:v>
                </c:pt>
                <c:pt idx="5672">
                  <c:v>388.0</c:v>
                </c:pt>
                <c:pt idx="5673">
                  <c:v>388.0</c:v>
                </c:pt>
                <c:pt idx="5674">
                  <c:v>388.0</c:v>
                </c:pt>
                <c:pt idx="5675">
                  <c:v>388.0</c:v>
                </c:pt>
                <c:pt idx="5676">
                  <c:v>388.0</c:v>
                </c:pt>
                <c:pt idx="5677">
                  <c:v>388.0</c:v>
                </c:pt>
                <c:pt idx="5678">
                  <c:v>388.0</c:v>
                </c:pt>
                <c:pt idx="5679">
                  <c:v>388.0</c:v>
                </c:pt>
                <c:pt idx="5680">
                  <c:v>388.0</c:v>
                </c:pt>
                <c:pt idx="5681">
                  <c:v>388.0</c:v>
                </c:pt>
                <c:pt idx="5682">
                  <c:v>388.0</c:v>
                </c:pt>
                <c:pt idx="5683">
                  <c:v>388.0</c:v>
                </c:pt>
                <c:pt idx="5684">
                  <c:v>388.0</c:v>
                </c:pt>
                <c:pt idx="5685">
                  <c:v>388.0</c:v>
                </c:pt>
                <c:pt idx="5686">
                  <c:v>388.0</c:v>
                </c:pt>
                <c:pt idx="5687">
                  <c:v>388.0</c:v>
                </c:pt>
                <c:pt idx="5688">
                  <c:v>388.0</c:v>
                </c:pt>
                <c:pt idx="5689">
                  <c:v>388.0</c:v>
                </c:pt>
                <c:pt idx="5690">
                  <c:v>388.0</c:v>
                </c:pt>
                <c:pt idx="5691">
                  <c:v>388.0</c:v>
                </c:pt>
                <c:pt idx="5692">
                  <c:v>388.0</c:v>
                </c:pt>
                <c:pt idx="5693">
                  <c:v>388.0</c:v>
                </c:pt>
                <c:pt idx="5694">
                  <c:v>388.0</c:v>
                </c:pt>
                <c:pt idx="5695">
                  <c:v>388.0</c:v>
                </c:pt>
                <c:pt idx="5696">
                  <c:v>388.0</c:v>
                </c:pt>
                <c:pt idx="5697">
                  <c:v>388.0</c:v>
                </c:pt>
                <c:pt idx="5698">
                  <c:v>388.0</c:v>
                </c:pt>
                <c:pt idx="5699">
                  <c:v>388.0</c:v>
                </c:pt>
                <c:pt idx="5700">
                  <c:v>388.0</c:v>
                </c:pt>
                <c:pt idx="5701">
                  <c:v>388.0</c:v>
                </c:pt>
                <c:pt idx="5702">
                  <c:v>388.0</c:v>
                </c:pt>
                <c:pt idx="5703">
                  <c:v>388.0</c:v>
                </c:pt>
                <c:pt idx="5704">
                  <c:v>388.0</c:v>
                </c:pt>
                <c:pt idx="5705">
                  <c:v>388.0</c:v>
                </c:pt>
                <c:pt idx="5706">
                  <c:v>388.0</c:v>
                </c:pt>
                <c:pt idx="5707">
                  <c:v>388.0</c:v>
                </c:pt>
                <c:pt idx="5708">
                  <c:v>388.0</c:v>
                </c:pt>
                <c:pt idx="5709">
                  <c:v>388.0</c:v>
                </c:pt>
                <c:pt idx="5710">
                  <c:v>388.0</c:v>
                </c:pt>
                <c:pt idx="5711">
                  <c:v>388.0</c:v>
                </c:pt>
                <c:pt idx="5712">
                  <c:v>388.0</c:v>
                </c:pt>
                <c:pt idx="5713">
                  <c:v>388.0</c:v>
                </c:pt>
                <c:pt idx="5714">
                  <c:v>388.0</c:v>
                </c:pt>
                <c:pt idx="5715">
                  <c:v>388.0</c:v>
                </c:pt>
                <c:pt idx="5716">
                  <c:v>388.0</c:v>
                </c:pt>
                <c:pt idx="5717">
                  <c:v>388.0</c:v>
                </c:pt>
                <c:pt idx="5718">
                  <c:v>388.0</c:v>
                </c:pt>
                <c:pt idx="5719">
                  <c:v>388.0</c:v>
                </c:pt>
                <c:pt idx="5720">
                  <c:v>388.0</c:v>
                </c:pt>
                <c:pt idx="5721">
                  <c:v>388.0</c:v>
                </c:pt>
                <c:pt idx="5722">
                  <c:v>388.0</c:v>
                </c:pt>
                <c:pt idx="5723">
                  <c:v>388.0</c:v>
                </c:pt>
                <c:pt idx="5724">
                  <c:v>388.0</c:v>
                </c:pt>
                <c:pt idx="5725">
                  <c:v>388.0</c:v>
                </c:pt>
                <c:pt idx="5726">
                  <c:v>388.0</c:v>
                </c:pt>
                <c:pt idx="5727">
                  <c:v>388.0</c:v>
                </c:pt>
                <c:pt idx="5728">
                  <c:v>388.0</c:v>
                </c:pt>
                <c:pt idx="5729">
                  <c:v>388.0</c:v>
                </c:pt>
                <c:pt idx="5730">
                  <c:v>388.0</c:v>
                </c:pt>
                <c:pt idx="5731">
                  <c:v>388.0</c:v>
                </c:pt>
                <c:pt idx="5732">
                  <c:v>388.0</c:v>
                </c:pt>
                <c:pt idx="5733">
                  <c:v>388.0</c:v>
                </c:pt>
                <c:pt idx="5734">
                  <c:v>388.0</c:v>
                </c:pt>
                <c:pt idx="5735">
                  <c:v>388.0</c:v>
                </c:pt>
                <c:pt idx="5736">
                  <c:v>388.0</c:v>
                </c:pt>
                <c:pt idx="5737">
                  <c:v>388.0</c:v>
                </c:pt>
                <c:pt idx="5738">
                  <c:v>388.0</c:v>
                </c:pt>
                <c:pt idx="5739">
                  <c:v>388.0</c:v>
                </c:pt>
                <c:pt idx="5740">
                  <c:v>388.0</c:v>
                </c:pt>
                <c:pt idx="5741">
                  <c:v>388.0</c:v>
                </c:pt>
                <c:pt idx="5742">
                  <c:v>388.0</c:v>
                </c:pt>
                <c:pt idx="5743">
                  <c:v>388.0</c:v>
                </c:pt>
                <c:pt idx="5744">
                  <c:v>388.0</c:v>
                </c:pt>
                <c:pt idx="5745">
                  <c:v>388.0</c:v>
                </c:pt>
                <c:pt idx="5746">
                  <c:v>388.0</c:v>
                </c:pt>
                <c:pt idx="5747">
                  <c:v>388.0</c:v>
                </c:pt>
                <c:pt idx="5748">
                  <c:v>388.0</c:v>
                </c:pt>
                <c:pt idx="5749">
                  <c:v>388.0</c:v>
                </c:pt>
                <c:pt idx="5750">
                  <c:v>388.0</c:v>
                </c:pt>
                <c:pt idx="5751">
                  <c:v>388.0</c:v>
                </c:pt>
                <c:pt idx="5752">
                  <c:v>388.0</c:v>
                </c:pt>
                <c:pt idx="5753">
                  <c:v>388.0</c:v>
                </c:pt>
                <c:pt idx="5754">
                  <c:v>388.0</c:v>
                </c:pt>
                <c:pt idx="5755">
                  <c:v>388.0</c:v>
                </c:pt>
                <c:pt idx="5756">
                  <c:v>388.0</c:v>
                </c:pt>
                <c:pt idx="5757">
                  <c:v>388.0</c:v>
                </c:pt>
                <c:pt idx="5758">
                  <c:v>388.0</c:v>
                </c:pt>
                <c:pt idx="5759">
                  <c:v>388.0</c:v>
                </c:pt>
                <c:pt idx="5760">
                  <c:v>388.0</c:v>
                </c:pt>
                <c:pt idx="5761">
                  <c:v>388.0</c:v>
                </c:pt>
                <c:pt idx="5762">
                  <c:v>388.0</c:v>
                </c:pt>
                <c:pt idx="5763">
                  <c:v>388.0</c:v>
                </c:pt>
                <c:pt idx="5764">
                  <c:v>388.0</c:v>
                </c:pt>
                <c:pt idx="5765">
                  <c:v>388.0</c:v>
                </c:pt>
                <c:pt idx="5766">
                  <c:v>388.0</c:v>
                </c:pt>
                <c:pt idx="5767">
                  <c:v>388.0</c:v>
                </c:pt>
                <c:pt idx="5768">
                  <c:v>388.0</c:v>
                </c:pt>
                <c:pt idx="5769">
                  <c:v>388.0</c:v>
                </c:pt>
                <c:pt idx="5770">
                  <c:v>388.0</c:v>
                </c:pt>
                <c:pt idx="5771">
                  <c:v>388.0</c:v>
                </c:pt>
                <c:pt idx="5772">
                  <c:v>388.0</c:v>
                </c:pt>
                <c:pt idx="5773">
                  <c:v>388.0</c:v>
                </c:pt>
                <c:pt idx="5774">
                  <c:v>388.0</c:v>
                </c:pt>
                <c:pt idx="5775">
                  <c:v>388.0</c:v>
                </c:pt>
                <c:pt idx="5776">
                  <c:v>388.0</c:v>
                </c:pt>
                <c:pt idx="5777">
                  <c:v>388.0</c:v>
                </c:pt>
                <c:pt idx="5778">
                  <c:v>388.0</c:v>
                </c:pt>
                <c:pt idx="5779">
                  <c:v>388.0</c:v>
                </c:pt>
                <c:pt idx="5780">
                  <c:v>388.0</c:v>
                </c:pt>
                <c:pt idx="5781">
                  <c:v>388.0</c:v>
                </c:pt>
                <c:pt idx="5782">
                  <c:v>388.0</c:v>
                </c:pt>
                <c:pt idx="5783">
                  <c:v>388.0</c:v>
                </c:pt>
                <c:pt idx="5784">
                  <c:v>388.0</c:v>
                </c:pt>
                <c:pt idx="5785">
                  <c:v>388.0</c:v>
                </c:pt>
                <c:pt idx="5786">
                  <c:v>388.0</c:v>
                </c:pt>
                <c:pt idx="5787">
                  <c:v>388.0</c:v>
                </c:pt>
                <c:pt idx="5788">
                  <c:v>388.0</c:v>
                </c:pt>
                <c:pt idx="5789">
                  <c:v>388.0</c:v>
                </c:pt>
                <c:pt idx="5790">
                  <c:v>388.0</c:v>
                </c:pt>
                <c:pt idx="5791">
                  <c:v>388.0</c:v>
                </c:pt>
                <c:pt idx="5792">
                  <c:v>388.0</c:v>
                </c:pt>
                <c:pt idx="5793">
                  <c:v>388.0</c:v>
                </c:pt>
                <c:pt idx="5794">
                  <c:v>388.0</c:v>
                </c:pt>
                <c:pt idx="5795">
                  <c:v>388.0</c:v>
                </c:pt>
                <c:pt idx="5796">
                  <c:v>388.0</c:v>
                </c:pt>
                <c:pt idx="5797">
                  <c:v>388.0</c:v>
                </c:pt>
                <c:pt idx="5798">
                  <c:v>388.0</c:v>
                </c:pt>
                <c:pt idx="5799">
                  <c:v>388.0</c:v>
                </c:pt>
                <c:pt idx="5800">
                  <c:v>388.0</c:v>
                </c:pt>
                <c:pt idx="5801">
                  <c:v>388.0</c:v>
                </c:pt>
                <c:pt idx="5802">
                  <c:v>388.0</c:v>
                </c:pt>
                <c:pt idx="5803">
                  <c:v>388.0</c:v>
                </c:pt>
                <c:pt idx="5804">
                  <c:v>388.0</c:v>
                </c:pt>
                <c:pt idx="5805">
                  <c:v>388.0</c:v>
                </c:pt>
                <c:pt idx="5806">
                  <c:v>388.0</c:v>
                </c:pt>
                <c:pt idx="5807">
                  <c:v>388.0</c:v>
                </c:pt>
                <c:pt idx="5808">
                  <c:v>388.0</c:v>
                </c:pt>
                <c:pt idx="5809">
                  <c:v>388.0</c:v>
                </c:pt>
                <c:pt idx="5810">
                  <c:v>388.0</c:v>
                </c:pt>
                <c:pt idx="5811">
                  <c:v>388.0</c:v>
                </c:pt>
                <c:pt idx="5812">
                  <c:v>388.0</c:v>
                </c:pt>
                <c:pt idx="5813">
                  <c:v>388.0</c:v>
                </c:pt>
                <c:pt idx="5814">
                  <c:v>388.0</c:v>
                </c:pt>
                <c:pt idx="5815">
                  <c:v>388.0</c:v>
                </c:pt>
                <c:pt idx="5816">
                  <c:v>388.0</c:v>
                </c:pt>
                <c:pt idx="5817">
                  <c:v>388.0</c:v>
                </c:pt>
                <c:pt idx="5818">
                  <c:v>388.0</c:v>
                </c:pt>
                <c:pt idx="5819">
                  <c:v>388.0</c:v>
                </c:pt>
                <c:pt idx="5820">
                  <c:v>388.0</c:v>
                </c:pt>
                <c:pt idx="5821">
                  <c:v>388.0</c:v>
                </c:pt>
                <c:pt idx="5822">
                  <c:v>388.0</c:v>
                </c:pt>
                <c:pt idx="5823">
                  <c:v>388.0</c:v>
                </c:pt>
                <c:pt idx="5824">
                  <c:v>388.0</c:v>
                </c:pt>
                <c:pt idx="5825">
                  <c:v>388.0</c:v>
                </c:pt>
                <c:pt idx="5826">
                  <c:v>388.0</c:v>
                </c:pt>
                <c:pt idx="5827">
                  <c:v>388.0</c:v>
                </c:pt>
                <c:pt idx="5828">
                  <c:v>388.0</c:v>
                </c:pt>
                <c:pt idx="5829">
                  <c:v>388.0</c:v>
                </c:pt>
                <c:pt idx="5830">
                  <c:v>388.0</c:v>
                </c:pt>
                <c:pt idx="5831">
                  <c:v>388.0</c:v>
                </c:pt>
                <c:pt idx="5832">
                  <c:v>388.0</c:v>
                </c:pt>
                <c:pt idx="5833">
                  <c:v>388.0</c:v>
                </c:pt>
                <c:pt idx="5834">
                  <c:v>388.0</c:v>
                </c:pt>
                <c:pt idx="5835">
                  <c:v>388.0</c:v>
                </c:pt>
                <c:pt idx="5836">
                  <c:v>388.0</c:v>
                </c:pt>
                <c:pt idx="5837">
                  <c:v>388.0</c:v>
                </c:pt>
                <c:pt idx="5838">
                  <c:v>388.0</c:v>
                </c:pt>
                <c:pt idx="5839">
                  <c:v>388.0</c:v>
                </c:pt>
                <c:pt idx="5840">
                  <c:v>388.0</c:v>
                </c:pt>
                <c:pt idx="5841">
                  <c:v>388.0</c:v>
                </c:pt>
                <c:pt idx="5842">
                  <c:v>388.0</c:v>
                </c:pt>
                <c:pt idx="5843">
                  <c:v>388.0</c:v>
                </c:pt>
                <c:pt idx="5844">
                  <c:v>388.0</c:v>
                </c:pt>
                <c:pt idx="5845">
                  <c:v>388.0</c:v>
                </c:pt>
                <c:pt idx="5846">
                  <c:v>388.0</c:v>
                </c:pt>
                <c:pt idx="5847">
                  <c:v>388.0</c:v>
                </c:pt>
                <c:pt idx="5848">
                  <c:v>388.0</c:v>
                </c:pt>
                <c:pt idx="5849">
                  <c:v>388.0</c:v>
                </c:pt>
                <c:pt idx="5850">
                  <c:v>388.0</c:v>
                </c:pt>
                <c:pt idx="5851">
                  <c:v>388.0</c:v>
                </c:pt>
                <c:pt idx="5852">
                  <c:v>388.0</c:v>
                </c:pt>
                <c:pt idx="5853">
                  <c:v>388.0</c:v>
                </c:pt>
                <c:pt idx="5854">
                  <c:v>388.0</c:v>
                </c:pt>
                <c:pt idx="5855">
                  <c:v>388.0</c:v>
                </c:pt>
                <c:pt idx="5856">
                  <c:v>388.0</c:v>
                </c:pt>
                <c:pt idx="5857">
                  <c:v>388.0</c:v>
                </c:pt>
                <c:pt idx="5858">
                  <c:v>388.0</c:v>
                </c:pt>
                <c:pt idx="5859">
                  <c:v>388.0</c:v>
                </c:pt>
                <c:pt idx="5860">
                  <c:v>388.0</c:v>
                </c:pt>
                <c:pt idx="5861">
                  <c:v>388.0</c:v>
                </c:pt>
                <c:pt idx="5862">
                  <c:v>388.0</c:v>
                </c:pt>
                <c:pt idx="5863">
                  <c:v>388.0</c:v>
                </c:pt>
                <c:pt idx="5864">
                  <c:v>388.0</c:v>
                </c:pt>
                <c:pt idx="5865">
                  <c:v>388.0</c:v>
                </c:pt>
                <c:pt idx="5866">
                  <c:v>388.0</c:v>
                </c:pt>
                <c:pt idx="5867">
                  <c:v>388.0</c:v>
                </c:pt>
                <c:pt idx="5868">
                  <c:v>388.0</c:v>
                </c:pt>
                <c:pt idx="5869">
                  <c:v>388.0</c:v>
                </c:pt>
                <c:pt idx="5870">
                  <c:v>388.0</c:v>
                </c:pt>
                <c:pt idx="5871">
                  <c:v>388.0</c:v>
                </c:pt>
                <c:pt idx="5872">
                  <c:v>388.0</c:v>
                </c:pt>
                <c:pt idx="5873">
                  <c:v>388.0</c:v>
                </c:pt>
                <c:pt idx="5874">
                  <c:v>388.0</c:v>
                </c:pt>
                <c:pt idx="5875">
                  <c:v>388.0</c:v>
                </c:pt>
                <c:pt idx="5876">
                  <c:v>388.0</c:v>
                </c:pt>
                <c:pt idx="5877">
                  <c:v>388.0</c:v>
                </c:pt>
                <c:pt idx="5878">
                  <c:v>388.0</c:v>
                </c:pt>
                <c:pt idx="5879">
                  <c:v>388.0</c:v>
                </c:pt>
                <c:pt idx="5880">
                  <c:v>388.0</c:v>
                </c:pt>
                <c:pt idx="5881">
                  <c:v>388.0</c:v>
                </c:pt>
                <c:pt idx="5882">
                  <c:v>388.0</c:v>
                </c:pt>
                <c:pt idx="5883">
                  <c:v>388.0</c:v>
                </c:pt>
                <c:pt idx="5884">
                  <c:v>388.0</c:v>
                </c:pt>
                <c:pt idx="5885">
                  <c:v>388.0</c:v>
                </c:pt>
                <c:pt idx="5886">
                  <c:v>388.0</c:v>
                </c:pt>
                <c:pt idx="5887">
                  <c:v>388.0</c:v>
                </c:pt>
                <c:pt idx="5888">
                  <c:v>388.0</c:v>
                </c:pt>
                <c:pt idx="5889">
                  <c:v>388.0</c:v>
                </c:pt>
                <c:pt idx="5890">
                  <c:v>388.0</c:v>
                </c:pt>
                <c:pt idx="5891">
                  <c:v>388.0</c:v>
                </c:pt>
                <c:pt idx="5892">
                  <c:v>388.0</c:v>
                </c:pt>
                <c:pt idx="5893">
                  <c:v>388.0</c:v>
                </c:pt>
                <c:pt idx="5894">
                  <c:v>388.0</c:v>
                </c:pt>
                <c:pt idx="5895">
                  <c:v>388.0</c:v>
                </c:pt>
                <c:pt idx="5896">
                  <c:v>388.0</c:v>
                </c:pt>
                <c:pt idx="5897">
                  <c:v>388.0</c:v>
                </c:pt>
                <c:pt idx="5898">
                  <c:v>388.0</c:v>
                </c:pt>
                <c:pt idx="5899">
                  <c:v>388.0</c:v>
                </c:pt>
                <c:pt idx="5900">
                  <c:v>388.0</c:v>
                </c:pt>
                <c:pt idx="5901">
                  <c:v>388.0</c:v>
                </c:pt>
                <c:pt idx="5902">
                  <c:v>388.0</c:v>
                </c:pt>
                <c:pt idx="5903">
                  <c:v>388.0</c:v>
                </c:pt>
                <c:pt idx="5904">
                  <c:v>388.0</c:v>
                </c:pt>
                <c:pt idx="5905">
                  <c:v>388.0</c:v>
                </c:pt>
                <c:pt idx="5906">
                  <c:v>388.0</c:v>
                </c:pt>
                <c:pt idx="5907">
                  <c:v>388.0</c:v>
                </c:pt>
                <c:pt idx="5908">
                  <c:v>388.0</c:v>
                </c:pt>
                <c:pt idx="5909">
                  <c:v>388.0</c:v>
                </c:pt>
                <c:pt idx="5910">
                  <c:v>388.0</c:v>
                </c:pt>
                <c:pt idx="5911">
                  <c:v>388.0</c:v>
                </c:pt>
                <c:pt idx="5912">
                  <c:v>388.0</c:v>
                </c:pt>
                <c:pt idx="5913">
                  <c:v>388.0</c:v>
                </c:pt>
                <c:pt idx="5914">
                  <c:v>388.0</c:v>
                </c:pt>
                <c:pt idx="5915">
                  <c:v>388.0</c:v>
                </c:pt>
                <c:pt idx="5916">
                  <c:v>388.0</c:v>
                </c:pt>
                <c:pt idx="5917">
                  <c:v>388.0</c:v>
                </c:pt>
                <c:pt idx="5918">
                  <c:v>388.0</c:v>
                </c:pt>
                <c:pt idx="5919">
                  <c:v>388.0</c:v>
                </c:pt>
                <c:pt idx="5920">
                  <c:v>388.0</c:v>
                </c:pt>
                <c:pt idx="5921">
                  <c:v>388.0</c:v>
                </c:pt>
                <c:pt idx="5922">
                  <c:v>388.0</c:v>
                </c:pt>
                <c:pt idx="5923">
                  <c:v>388.0</c:v>
                </c:pt>
                <c:pt idx="5924">
                  <c:v>388.0</c:v>
                </c:pt>
                <c:pt idx="5925">
                  <c:v>388.0</c:v>
                </c:pt>
                <c:pt idx="5926">
                  <c:v>388.0</c:v>
                </c:pt>
                <c:pt idx="5927">
                  <c:v>388.0</c:v>
                </c:pt>
                <c:pt idx="5928">
                  <c:v>388.0</c:v>
                </c:pt>
                <c:pt idx="5929">
                  <c:v>388.0</c:v>
                </c:pt>
                <c:pt idx="5930">
                  <c:v>388.0</c:v>
                </c:pt>
                <c:pt idx="5931">
                  <c:v>388.0</c:v>
                </c:pt>
                <c:pt idx="5932">
                  <c:v>388.0</c:v>
                </c:pt>
                <c:pt idx="5933">
                  <c:v>388.0</c:v>
                </c:pt>
                <c:pt idx="5934">
                  <c:v>388.0</c:v>
                </c:pt>
                <c:pt idx="5935">
                  <c:v>388.0</c:v>
                </c:pt>
                <c:pt idx="5936">
                  <c:v>388.0</c:v>
                </c:pt>
                <c:pt idx="5937">
                  <c:v>388.0</c:v>
                </c:pt>
                <c:pt idx="5938">
                  <c:v>388.0</c:v>
                </c:pt>
                <c:pt idx="5939">
                  <c:v>388.0</c:v>
                </c:pt>
                <c:pt idx="5940">
                  <c:v>388.0</c:v>
                </c:pt>
                <c:pt idx="5941">
                  <c:v>388.0</c:v>
                </c:pt>
                <c:pt idx="5942">
                  <c:v>388.0</c:v>
                </c:pt>
                <c:pt idx="5943">
                  <c:v>388.0</c:v>
                </c:pt>
                <c:pt idx="5944">
                  <c:v>388.0</c:v>
                </c:pt>
                <c:pt idx="5945">
                  <c:v>388.0</c:v>
                </c:pt>
                <c:pt idx="5946">
                  <c:v>388.0</c:v>
                </c:pt>
                <c:pt idx="5947">
                  <c:v>388.0</c:v>
                </c:pt>
                <c:pt idx="5948">
                  <c:v>388.0</c:v>
                </c:pt>
                <c:pt idx="5949">
                  <c:v>388.0</c:v>
                </c:pt>
                <c:pt idx="5950">
                  <c:v>388.0</c:v>
                </c:pt>
                <c:pt idx="5951">
                  <c:v>388.0</c:v>
                </c:pt>
                <c:pt idx="5952">
                  <c:v>388.0</c:v>
                </c:pt>
                <c:pt idx="5953">
                  <c:v>388.0</c:v>
                </c:pt>
                <c:pt idx="5954">
                  <c:v>388.0</c:v>
                </c:pt>
                <c:pt idx="5955">
                  <c:v>388.0</c:v>
                </c:pt>
                <c:pt idx="5956">
                  <c:v>388.0</c:v>
                </c:pt>
                <c:pt idx="5957">
                  <c:v>388.0</c:v>
                </c:pt>
                <c:pt idx="5958">
                  <c:v>388.0</c:v>
                </c:pt>
                <c:pt idx="5959">
                  <c:v>388.0</c:v>
                </c:pt>
                <c:pt idx="5960">
                  <c:v>388.0</c:v>
                </c:pt>
                <c:pt idx="5961">
                  <c:v>388.0</c:v>
                </c:pt>
                <c:pt idx="5962">
                  <c:v>388.0</c:v>
                </c:pt>
                <c:pt idx="5963">
                  <c:v>388.0</c:v>
                </c:pt>
                <c:pt idx="5964">
                  <c:v>388.0</c:v>
                </c:pt>
                <c:pt idx="5965">
                  <c:v>388.0</c:v>
                </c:pt>
                <c:pt idx="5966">
                  <c:v>388.0</c:v>
                </c:pt>
                <c:pt idx="5967">
                  <c:v>388.0</c:v>
                </c:pt>
                <c:pt idx="5968">
                  <c:v>388.0</c:v>
                </c:pt>
                <c:pt idx="5969">
                  <c:v>388.0</c:v>
                </c:pt>
                <c:pt idx="5970">
                  <c:v>388.0</c:v>
                </c:pt>
                <c:pt idx="5971">
                  <c:v>388.0</c:v>
                </c:pt>
                <c:pt idx="5972">
                  <c:v>388.0</c:v>
                </c:pt>
                <c:pt idx="5973">
                  <c:v>388.0</c:v>
                </c:pt>
                <c:pt idx="5974">
                  <c:v>388.0</c:v>
                </c:pt>
                <c:pt idx="5975">
                  <c:v>388.0</c:v>
                </c:pt>
                <c:pt idx="5976">
                  <c:v>388.0</c:v>
                </c:pt>
                <c:pt idx="5977">
                  <c:v>388.0</c:v>
                </c:pt>
                <c:pt idx="5978">
                  <c:v>388.0</c:v>
                </c:pt>
                <c:pt idx="5979">
                  <c:v>388.0</c:v>
                </c:pt>
                <c:pt idx="5980">
                  <c:v>388.0</c:v>
                </c:pt>
                <c:pt idx="5981">
                  <c:v>388.0</c:v>
                </c:pt>
                <c:pt idx="5982">
                  <c:v>388.0</c:v>
                </c:pt>
                <c:pt idx="5983">
                  <c:v>388.0</c:v>
                </c:pt>
                <c:pt idx="5984">
                  <c:v>388.0</c:v>
                </c:pt>
                <c:pt idx="5985">
                  <c:v>388.0</c:v>
                </c:pt>
                <c:pt idx="5986">
                  <c:v>388.0</c:v>
                </c:pt>
                <c:pt idx="5987">
                  <c:v>388.0</c:v>
                </c:pt>
                <c:pt idx="5988">
                  <c:v>388.0</c:v>
                </c:pt>
                <c:pt idx="5989">
                  <c:v>388.0</c:v>
                </c:pt>
                <c:pt idx="5990">
                  <c:v>388.0</c:v>
                </c:pt>
                <c:pt idx="5991">
                  <c:v>388.0</c:v>
                </c:pt>
                <c:pt idx="5992">
                  <c:v>388.0</c:v>
                </c:pt>
                <c:pt idx="5993">
                  <c:v>388.0</c:v>
                </c:pt>
                <c:pt idx="5994">
                  <c:v>388.0</c:v>
                </c:pt>
                <c:pt idx="5995">
                  <c:v>388.0</c:v>
                </c:pt>
                <c:pt idx="5996">
                  <c:v>388.0</c:v>
                </c:pt>
                <c:pt idx="5997">
                  <c:v>388.0</c:v>
                </c:pt>
                <c:pt idx="5998">
                  <c:v>388.0</c:v>
                </c:pt>
                <c:pt idx="5999">
                  <c:v>388.0</c:v>
                </c:pt>
                <c:pt idx="6000">
                  <c:v>388.0</c:v>
                </c:pt>
                <c:pt idx="6001">
                  <c:v>388.0</c:v>
                </c:pt>
                <c:pt idx="6002">
                  <c:v>388.0</c:v>
                </c:pt>
                <c:pt idx="6003">
                  <c:v>388.0</c:v>
                </c:pt>
                <c:pt idx="6004">
                  <c:v>388.0</c:v>
                </c:pt>
                <c:pt idx="6005">
                  <c:v>388.0</c:v>
                </c:pt>
                <c:pt idx="6006">
                  <c:v>388.0</c:v>
                </c:pt>
                <c:pt idx="6007">
                  <c:v>388.0</c:v>
                </c:pt>
                <c:pt idx="6008">
                  <c:v>388.0</c:v>
                </c:pt>
                <c:pt idx="6009">
                  <c:v>388.0</c:v>
                </c:pt>
                <c:pt idx="6010">
                  <c:v>388.0</c:v>
                </c:pt>
                <c:pt idx="6011">
                  <c:v>388.0</c:v>
                </c:pt>
                <c:pt idx="6012">
                  <c:v>388.0</c:v>
                </c:pt>
                <c:pt idx="6013">
                  <c:v>388.0</c:v>
                </c:pt>
                <c:pt idx="6014">
                  <c:v>388.0</c:v>
                </c:pt>
                <c:pt idx="6015">
                  <c:v>388.0</c:v>
                </c:pt>
                <c:pt idx="6016">
                  <c:v>388.0</c:v>
                </c:pt>
                <c:pt idx="6017">
                  <c:v>388.0</c:v>
                </c:pt>
                <c:pt idx="6018">
                  <c:v>388.0</c:v>
                </c:pt>
                <c:pt idx="6019">
                  <c:v>388.0</c:v>
                </c:pt>
                <c:pt idx="6020">
                  <c:v>388.0</c:v>
                </c:pt>
                <c:pt idx="6021">
                  <c:v>388.0</c:v>
                </c:pt>
                <c:pt idx="6022">
                  <c:v>388.0</c:v>
                </c:pt>
                <c:pt idx="6023">
                  <c:v>388.0</c:v>
                </c:pt>
                <c:pt idx="6024">
                  <c:v>388.0</c:v>
                </c:pt>
                <c:pt idx="6025">
                  <c:v>388.0</c:v>
                </c:pt>
                <c:pt idx="6026">
                  <c:v>388.0</c:v>
                </c:pt>
                <c:pt idx="6027">
                  <c:v>388.0</c:v>
                </c:pt>
                <c:pt idx="6028">
                  <c:v>388.0</c:v>
                </c:pt>
                <c:pt idx="6029">
                  <c:v>388.0</c:v>
                </c:pt>
                <c:pt idx="6030">
                  <c:v>388.0</c:v>
                </c:pt>
                <c:pt idx="6031">
                  <c:v>388.0</c:v>
                </c:pt>
                <c:pt idx="6032">
                  <c:v>388.0</c:v>
                </c:pt>
                <c:pt idx="6033">
                  <c:v>388.0</c:v>
                </c:pt>
                <c:pt idx="6034">
                  <c:v>388.0</c:v>
                </c:pt>
                <c:pt idx="6035">
                  <c:v>388.0</c:v>
                </c:pt>
                <c:pt idx="6036">
                  <c:v>388.0</c:v>
                </c:pt>
                <c:pt idx="6037">
                  <c:v>388.0</c:v>
                </c:pt>
                <c:pt idx="6038">
                  <c:v>388.0</c:v>
                </c:pt>
                <c:pt idx="6039">
                  <c:v>388.0</c:v>
                </c:pt>
                <c:pt idx="6040">
                  <c:v>388.0</c:v>
                </c:pt>
                <c:pt idx="6041">
                  <c:v>388.0</c:v>
                </c:pt>
                <c:pt idx="6042">
                  <c:v>388.0</c:v>
                </c:pt>
                <c:pt idx="6043">
                  <c:v>388.0</c:v>
                </c:pt>
                <c:pt idx="6044">
                  <c:v>388.0</c:v>
                </c:pt>
                <c:pt idx="6045">
                  <c:v>388.0</c:v>
                </c:pt>
                <c:pt idx="6046">
                  <c:v>388.0</c:v>
                </c:pt>
                <c:pt idx="6047">
                  <c:v>388.0</c:v>
                </c:pt>
                <c:pt idx="6048">
                  <c:v>388.0</c:v>
                </c:pt>
                <c:pt idx="6049">
                  <c:v>388.0</c:v>
                </c:pt>
                <c:pt idx="6050">
                  <c:v>388.0</c:v>
                </c:pt>
                <c:pt idx="6051">
                  <c:v>388.0</c:v>
                </c:pt>
                <c:pt idx="6052">
                  <c:v>388.0</c:v>
                </c:pt>
                <c:pt idx="6053">
                  <c:v>388.0</c:v>
                </c:pt>
                <c:pt idx="6054">
                  <c:v>388.0</c:v>
                </c:pt>
                <c:pt idx="6055">
                  <c:v>388.0</c:v>
                </c:pt>
                <c:pt idx="6056">
                  <c:v>388.0</c:v>
                </c:pt>
                <c:pt idx="6057">
                  <c:v>388.0</c:v>
                </c:pt>
                <c:pt idx="6058">
                  <c:v>388.0</c:v>
                </c:pt>
                <c:pt idx="6059">
                  <c:v>388.0</c:v>
                </c:pt>
                <c:pt idx="6060">
                  <c:v>388.0</c:v>
                </c:pt>
                <c:pt idx="6061">
                  <c:v>388.0</c:v>
                </c:pt>
                <c:pt idx="6062">
                  <c:v>388.0</c:v>
                </c:pt>
                <c:pt idx="6063">
                  <c:v>388.0</c:v>
                </c:pt>
                <c:pt idx="6064">
                  <c:v>388.0</c:v>
                </c:pt>
                <c:pt idx="6065">
                  <c:v>388.0</c:v>
                </c:pt>
                <c:pt idx="6066">
                  <c:v>388.0</c:v>
                </c:pt>
                <c:pt idx="6067">
                  <c:v>388.0</c:v>
                </c:pt>
                <c:pt idx="6068">
                  <c:v>388.0</c:v>
                </c:pt>
                <c:pt idx="6069">
                  <c:v>388.0</c:v>
                </c:pt>
                <c:pt idx="6070">
                  <c:v>388.0</c:v>
                </c:pt>
                <c:pt idx="6071">
                  <c:v>388.0</c:v>
                </c:pt>
                <c:pt idx="6072">
                  <c:v>388.0</c:v>
                </c:pt>
                <c:pt idx="6073">
                  <c:v>388.0</c:v>
                </c:pt>
                <c:pt idx="6074">
                  <c:v>388.0</c:v>
                </c:pt>
                <c:pt idx="6075">
                  <c:v>388.0</c:v>
                </c:pt>
                <c:pt idx="6076">
                  <c:v>388.0</c:v>
                </c:pt>
                <c:pt idx="6077">
                  <c:v>388.0</c:v>
                </c:pt>
                <c:pt idx="6078">
                  <c:v>388.0</c:v>
                </c:pt>
                <c:pt idx="6079">
                  <c:v>388.0</c:v>
                </c:pt>
                <c:pt idx="6080">
                  <c:v>388.0</c:v>
                </c:pt>
                <c:pt idx="6081">
                  <c:v>388.0</c:v>
                </c:pt>
                <c:pt idx="6082">
                  <c:v>388.0</c:v>
                </c:pt>
                <c:pt idx="6083">
                  <c:v>388.0</c:v>
                </c:pt>
                <c:pt idx="6084">
                  <c:v>388.0</c:v>
                </c:pt>
                <c:pt idx="6085">
                  <c:v>388.0</c:v>
                </c:pt>
                <c:pt idx="6086">
                  <c:v>388.0</c:v>
                </c:pt>
                <c:pt idx="6087">
                  <c:v>388.0</c:v>
                </c:pt>
                <c:pt idx="6088">
                  <c:v>388.0</c:v>
                </c:pt>
                <c:pt idx="6089">
                  <c:v>388.0</c:v>
                </c:pt>
                <c:pt idx="6090">
                  <c:v>388.0</c:v>
                </c:pt>
                <c:pt idx="6091">
                  <c:v>388.0</c:v>
                </c:pt>
                <c:pt idx="6092">
                  <c:v>388.0</c:v>
                </c:pt>
                <c:pt idx="6093">
                  <c:v>388.0</c:v>
                </c:pt>
                <c:pt idx="6094">
                  <c:v>388.0</c:v>
                </c:pt>
                <c:pt idx="6095">
                  <c:v>388.0</c:v>
                </c:pt>
                <c:pt idx="6096">
                  <c:v>388.0</c:v>
                </c:pt>
                <c:pt idx="6097">
                  <c:v>388.0</c:v>
                </c:pt>
                <c:pt idx="6098">
                  <c:v>388.0</c:v>
                </c:pt>
                <c:pt idx="6099">
                  <c:v>388.0</c:v>
                </c:pt>
                <c:pt idx="6100">
                  <c:v>388.0</c:v>
                </c:pt>
                <c:pt idx="6101">
                  <c:v>388.0</c:v>
                </c:pt>
                <c:pt idx="6102">
                  <c:v>388.0</c:v>
                </c:pt>
                <c:pt idx="6103">
                  <c:v>388.0</c:v>
                </c:pt>
                <c:pt idx="6104">
                  <c:v>388.0</c:v>
                </c:pt>
                <c:pt idx="6105">
                  <c:v>388.0</c:v>
                </c:pt>
                <c:pt idx="6106">
                  <c:v>388.0</c:v>
                </c:pt>
                <c:pt idx="6107">
                  <c:v>388.0</c:v>
                </c:pt>
                <c:pt idx="6108">
                  <c:v>388.0</c:v>
                </c:pt>
                <c:pt idx="6109">
                  <c:v>388.0</c:v>
                </c:pt>
                <c:pt idx="6110">
                  <c:v>388.0</c:v>
                </c:pt>
                <c:pt idx="6111">
                  <c:v>388.0</c:v>
                </c:pt>
                <c:pt idx="6112">
                  <c:v>388.0</c:v>
                </c:pt>
                <c:pt idx="6113">
                  <c:v>388.0</c:v>
                </c:pt>
                <c:pt idx="6114">
                  <c:v>388.0</c:v>
                </c:pt>
                <c:pt idx="6115">
                  <c:v>388.0</c:v>
                </c:pt>
                <c:pt idx="6116">
                  <c:v>388.0</c:v>
                </c:pt>
                <c:pt idx="6117">
                  <c:v>388.0</c:v>
                </c:pt>
                <c:pt idx="6118">
                  <c:v>388.0</c:v>
                </c:pt>
                <c:pt idx="6119">
                  <c:v>388.0</c:v>
                </c:pt>
                <c:pt idx="6120">
                  <c:v>388.0</c:v>
                </c:pt>
                <c:pt idx="6121">
                  <c:v>388.0</c:v>
                </c:pt>
                <c:pt idx="6122">
                  <c:v>388.0</c:v>
                </c:pt>
                <c:pt idx="6123">
                  <c:v>388.0</c:v>
                </c:pt>
                <c:pt idx="6124">
                  <c:v>388.0</c:v>
                </c:pt>
                <c:pt idx="6125">
                  <c:v>388.0</c:v>
                </c:pt>
                <c:pt idx="6126">
                  <c:v>388.0</c:v>
                </c:pt>
                <c:pt idx="6127">
                  <c:v>388.0</c:v>
                </c:pt>
                <c:pt idx="6128">
                  <c:v>388.0</c:v>
                </c:pt>
                <c:pt idx="6129">
                  <c:v>388.0</c:v>
                </c:pt>
                <c:pt idx="6130">
                  <c:v>388.0</c:v>
                </c:pt>
                <c:pt idx="6131">
                  <c:v>388.0</c:v>
                </c:pt>
                <c:pt idx="6132">
                  <c:v>388.0</c:v>
                </c:pt>
                <c:pt idx="6133">
                  <c:v>388.0</c:v>
                </c:pt>
                <c:pt idx="6134">
                  <c:v>388.0</c:v>
                </c:pt>
                <c:pt idx="6135">
                  <c:v>388.0</c:v>
                </c:pt>
                <c:pt idx="6136">
                  <c:v>388.0</c:v>
                </c:pt>
                <c:pt idx="6137">
                  <c:v>388.0</c:v>
                </c:pt>
                <c:pt idx="6138">
                  <c:v>388.0</c:v>
                </c:pt>
                <c:pt idx="6139">
                  <c:v>388.0</c:v>
                </c:pt>
                <c:pt idx="6140">
                  <c:v>388.0</c:v>
                </c:pt>
                <c:pt idx="6141">
                  <c:v>388.0</c:v>
                </c:pt>
                <c:pt idx="6142">
                  <c:v>388.0</c:v>
                </c:pt>
                <c:pt idx="6143">
                  <c:v>388.0</c:v>
                </c:pt>
                <c:pt idx="6144">
                  <c:v>388.0</c:v>
                </c:pt>
                <c:pt idx="6145">
                  <c:v>388.0</c:v>
                </c:pt>
                <c:pt idx="6146">
                  <c:v>388.0</c:v>
                </c:pt>
                <c:pt idx="6147">
                  <c:v>388.0</c:v>
                </c:pt>
                <c:pt idx="6148">
                  <c:v>388.0</c:v>
                </c:pt>
                <c:pt idx="6149">
                  <c:v>388.0</c:v>
                </c:pt>
                <c:pt idx="6150">
                  <c:v>388.0</c:v>
                </c:pt>
                <c:pt idx="6151">
                  <c:v>388.0</c:v>
                </c:pt>
                <c:pt idx="6152">
                  <c:v>388.0</c:v>
                </c:pt>
                <c:pt idx="6153">
                  <c:v>388.0</c:v>
                </c:pt>
                <c:pt idx="6154">
                  <c:v>388.0</c:v>
                </c:pt>
                <c:pt idx="6155">
                  <c:v>388.0</c:v>
                </c:pt>
                <c:pt idx="6156">
                  <c:v>388.0</c:v>
                </c:pt>
                <c:pt idx="6157">
                  <c:v>388.0</c:v>
                </c:pt>
                <c:pt idx="6158">
                  <c:v>388.0</c:v>
                </c:pt>
                <c:pt idx="6159">
                  <c:v>388.0</c:v>
                </c:pt>
                <c:pt idx="6160">
                  <c:v>388.0</c:v>
                </c:pt>
                <c:pt idx="6161">
                  <c:v>388.0</c:v>
                </c:pt>
                <c:pt idx="6162">
                  <c:v>388.0</c:v>
                </c:pt>
                <c:pt idx="6163">
                  <c:v>388.0</c:v>
                </c:pt>
                <c:pt idx="6164">
                  <c:v>388.0</c:v>
                </c:pt>
                <c:pt idx="6165">
                  <c:v>388.0</c:v>
                </c:pt>
                <c:pt idx="6166">
                  <c:v>388.0</c:v>
                </c:pt>
                <c:pt idx="6167">
                  <c:v>388.0</c:v>
                </c:pt>
                <c:pt idx="6168">
                  <c:v>388.0</c:v>
                </c:pt>
                <c:pt idx="6169">
                  <c:v>388.0</c:v>
                </c:pt>
                <c:pt idx="6170">
                  <c:v>388.0</c:v>
                </c:pt>
                <c:pt idx="6171">
                  <c:v>388.0</c:v>
                </c:pt>
                <c:pt idx="6172">
                  <c:v>388.0</c:v>
                </c:pt>
                <c:pt idx="6173">
                  <c:v>388.0</c:v>
                </c:pt>
                <c:pt idx="6174">
                  <c:v>388.0</c:v>
                </c:pt>
                <c:pt idx="6175">
                  <c:v>388.0</c:v>
                </c:pt>
                <c:pt idx="6176">
                  <c:v>388.0</c:v>
                </c:pt>
                <c:pt idx="6177">
                  <c:v>388.0</c:v>
                </c:pt>
                <c:pt idx="6178">
                  <c:v>388.0</c:v>
                </c:pt>
                <c:pt idx="6179">
                  <c:v>388.0</c:v>
                </c:pt>
                <c:pt idx="6180">
                  <c:v>388.0</c:v>
                </c:pt>
                <c:pt idx="6181">
                  <c:v>388.0</c:v>
                </c:pt>
                <c:pt idx="6182">
                  <c:v>388.0</c:v>
                </c:pt>
                <c:pt idx="6183">
                  <c:v>388.0</c:v>
                </c:pt>
                <c:pt idx="6184">
                  <c:v>388.0</c:v>
                </c:pt>
                <c:pt idx="6185">
                  <c:v>388.0</c:v>
                </c:pt>
                <c:pt idx="6186">
                  <c:v>388.0</c:v>
                </c:pt>
                <c:pt idx="6187">
                  <c:v>388.0</c:v>
                </c:pt>
                <c:pt idx="6188">
                  <c:v>388.0</c:v>
                </c:pt>
                <c:pt idx="6189">
                  <c:v>388.0</c:v>
                </c:pt>
                <c:pt idx="6190">
                  <c:v>388.0</c:v>
                </c:pt>
                <c:pt idx="6191">
                  <c:v>388.0</c:v>
                </c:pt>
                <c:pt idx="6192">
                  <c:v>388.0</c:v>
                </c:pt>
                <c:pt idx="6193">
                  <c:v>388.0</c:v>
                </c:pt>
                <c:pt idx="6194">
                  <c:v>388.0</c:v>
                </c:pt>
                <c:pt idx="6195">
                  <c:v>388.0</c:v>
                </c:pt>
                <c:pt idx="6196">
                  <c:v>388.0</c:v>
                </c:pt>
                <c:pt idx="6197">
                  <c:v>388.0</c:v>
                </c:pt>
                <c:pt idx="6198">
                  <c:v>388.0</c:v>
                </c:pt>
                <c:pt idx="6199">
                  <c:v>388.0</c:v>
                </c:pt>
                <c:pt idx="6200">
                  <c:v>388.0</c:v>
                </c:pt>
                <c:pt idx="6201">
                  <c:v>388.0</c:v>
                </c:pt>
                <c:pt idx="6202">
                  <c:v>388.0</c:v>
                </c:pt>
                <c:pt idx="6203">
                  <c:v>388.0</c:v>
                </c:pt>
                <c:pt idx="6204">
                  <c:v>388.0</c:v>
                </c:pt>
                <c:pt idx="6205">
                  <c:v>388.0</c:v>
                </c:pt>
                <c:pt idx="6206">
                  <c:v>388.0</c:v>
                </c:pt>
                <c:pt idx="6207">
                  <c:v>388.0</c:v>
                </c:pt>
                <c:pt idx="6208">
                  <c:v>388.0</c:v>
                </c:pt>
                <c:pt idx="6209">
                  <c:v>388.0</c:v>
                </c:pt>
                <c:pt idx="6210">
                  <c:v>388.0</c:v>
                </c:pt>
                <c:pt idx="6211">
                  <c:v>388.0</c:v>
                </c:pt>
                <c:pt idx="6212">
                  <c:v>388.0</c:v>
                </c:pt>
                <c:pt idx="6213">
                  <c:v>388.0</c:v>
                </c:pt>
                <c:pt idx="6214">
                  <c:v>388.0</c:v>
                </c:pt>
                <c:pt idx="6215">
                  <c:v>388.0</c:v>
                </c:pt>
                <c:pt idx="6216">
                  <c:v>388.0</c:v>
                </c:pt>
                <c:pt idx="6217">
                  <c:v>388.0</c:v>
                </c:pt>
                <c:pt idx="6218">
                  <c:v>388.0</c:v>
                </c:pt>
                <c:pt idx="6219">
                  <c:v>388.0</c:v>
                </c:pt>
                <c:pt idx="6220">
                  <c:v>388.0</c:v>
                </c:pt>
                <c:pt idx="6221">
                  <c:v>388.0</c:v>
                </c:pt>
                <c:pt idx="6222">
                  <c:v>388.0</c:v>
                </c:pt>
                <c:pt idx="6223">
                  <c:v>388.0</c:v>
                </c:pt>
                <c:pt idx="6224">
                  <c:v>388.0</c:v>
                </c:pt>
                <c:pt idx="6225">
                  <c:v>388.0</c:v>
                </c:pt>
                <c:pt idx="6226">
                  <c:v>388.0</c:v>
                </c:pt>
                <c:pt idx="6227">
                  <c:v>388.0</c:v>
                </c:pt>
                <c:pt idx="6228">
                  <c:v>388.0</c:v>
                </c:pt>
                <c:pt idx="6229">
                  <c:v>388.0</c:v>
                </c:pt>
                <c:pt idx="6230">
                  <c:v>388.0</c:v>
                </c:pt>
                <c:pt idx="6231">
                  <c:v>388.0</c:v>
                </c:pt>
                <c:pt idx="6232">
                  <c:v>388.0</c:v>
                </c:pt>
                <c:pt idx="6233">
                  <c:v>388.0</c:v>
                </c:pt>
                <c:pt idx="6234">
                  <c:v>388.0</c:v>
                </c:pt>
                <c:pt idx="6235">
                  <c:v>388.0</c:v>
                </c:pt>
                <c:pt idx="6236">
                  <c:v>388.0</c:v>
                </c:pt>
                <c:pt idx="6237">
                  <c:v>388.0</c:v>
                </c:pt>
                <c:pt idx="6238">
                  <c:v>388.0</c:v>
                </c:pt>
                <c:pt idx="6239">
                  <c:v>388.0</c:v>
                </c:pt>
                <c:pt idx="6240">
                  <c:v>388.0</c:v>
                </c:pt>
                <c:pt idx="6241">
                  <c:v>388.0</c:v>
                </c:pt>
                <c:pt idx="6242">
                  <c:v>388.0</c:v>
                </c:pt>
                <c:pt idx="6243">
                  <c:v>388.0</c:v>
                </c:pt>
                <c:pt idx="6244">
                  <c:v>388.0</c:v>
                </c:pt>
                <c:pt idx="6245">
                  <c:v>388.0</c:v>
                </c:pt>
                <c:pt idx="6246">
                  <c:v>388.0</c:v>
                </c:pt>
                <c:pt idx="6247">
                  <c:v>388.0</c:v>
                </c:pt>
                <c:pt idx="6248">
                  <c:v>388.0</c:v>
                </c:pt>
                <c:pt idx="6249">
                  <c:v>388.0</c:v>
                </c:pt>
                <c:pt idx="6250">
                  <c:v>388.0</c:v>
                </c:pt>
                <c:pt idx="6251">
                  <c:v>388.0</c:v>
                </c:pt>
                <c:pt idx="6252">
                  <c:v>388.0</c:v>
                </c:pt>
                <c:pt idx="6253">
                  <c:v>388.0</c:v>
                </c:pt>
                <c:pt idx="6254">
                  <c:v>388.0</c:v>
                </c:pt>
                <c:pt idx="6255">
                  <c:v>388.0</c:v>
                </c:pt>
                <c:pt idx="6256">
                  <c:v>388.0</c:v>
                </c:pt>
                <c:pt idx="6257">
                  <c:v>388.0</c:v>
                </c:pt>
                <c:pt idx="6258">
                  <c:v>388.0</c:v>
                </c:pt>
                <c:pt idx="6259">
                  <c:v>388.0</c:v>
                </c:pt>
                <c:pt idx="6260">
                  <c:v>388.0</c:v>
                </c:pt>
                <c:pt idx="6261">
                  <c:v>388.0</c:v>
                </c:pt>
                <c:pt idx="6262">
                  <c:v>388.0</c:v>
                </c:pt>
                <c:pt idx="6263">
                  <c:v>388.0</c:v>
                </c:pt>
                <c:pt idx="6264">
                  <c:v>388.0</c:v>
                </c:pt>
                <c:pt idx="6265">
                  <c:v>388.0</c:v>
                </c:pt>
                <c:pt idx="6266">
                  <c:v>388.0</c:v>
                </c:pt>
                <c:pt idx="6267">
                  <c:v>388.0</c:v>
                </c:pt>
                <c:pt idx="6268">
                  <c:v>388.0</c:v>
                </c:pt>
                <c:pt idx="6269">
                  <c:v>388.0</c:v>
                </c:pt>
                <c:pt idx="6270">
                  <c:v>388.0</c:v>
                </c:pt>
                <c:pt idx="6271">
                  <c:v>388.0</c:v>
                </c:pt>
                <c:pt idx="6272">
                  <c:v>388.0</c:v>
                </c:pt>
                <c:pt idx="6273">
                  <c:v>388.0</c:v>
                </c:pt>
                <c:pt idx="6274">
                  <c:v>388.0</c:v>
                </c:pt>
                <c:pt idx="6275">
                  <c:v>388.0</c:v>
                </c:pt>
                <c:pt idx="6276">
                  <c:v>388.0</c:v>
                </c:pt>
                <c:pt idx="6277">
                  <c:v>388.0</c:v>
                </c:pt>
                <c:pt idx="6278">
                  <c:v>388.0</c:v>
                </c:pt>
                <c:pt idx="6279">
                  <c:v>388.0</c:v>
                </c:pt>
                <c:pt idx="6280">
                  <c:v>388.0</c:v>
                </c:pt>
                <c:pt idx="6281">
                  <c:v>388.0</c:v>
                </c:pt>
                <c:pt idx="6282">
                  <c:v>388.0</c:v>
                </c:pt>
                <c:pt idx="6283">
                  <c:v>388.0</c:v>
                </c:pt>
                <c:pt idx="6284">
                  <c:v>388.0</c:v>
                </c:pt>
                <c:pt idx="6285">
                  <c:v>388.0</c:v>
                </c:pt>
                <c:pt idx="6286">
                  <c:v>388.0</c:v>
                </c:pt>
                <c:pt idx="6287">
                  <c:v>388.0</c:v>
                </c:pt>
                <c:pt idx="6288">
                  <c:v>388.0</c:v>
                </c:pt>
                <c:pt idx="6289">
                  <c:v>388.0</c:v>
                </c:pt>
                <c:pt idx="6290">
                  <c:v>388.0</c:v>
                </c:pt>
                <c:pt idx="6291">
                  <c:v>388.0</c:v>
                </c:pt>
                <c:pt idx="6292">
                  <c:v>388.0</c:v>
                </c:pt>
                <c:pt idx="6293">
                  <c:v>388.0</c:v>
                </c:pt>
                <c:pt idx="6294">
                  <c:v>388.0</c:v>
                </c:pt>
                <c:pt idx="6295">
                  <c:v>388.0</c:v>
                </c:pt>
                <c:pt idx="6296">
                  <c:v>388.0</c:v>
                </c:pt>
                <c:pt idx="6297">
                  <c:v>388.0</c:v>
                </c:pt>
                <c:pt idx="6298">
                  <c:v>388.0</c:v>
                </c:pt>
                <c:pt idx="6299">
                  <c:v>388.0</c:v>
                </c:pt>
                <c:pt idx="6300">
                  <c:v>388.0</c:v>
                </c:pt>
                <c:pt idx="6301">
                  <c:v>388.0</c:v>
                </c:pt>
                <c:pt idx="6302">
                  <c:v>388.0</c:v>
                </c:pt>
                <c:pt idx="6303">
                  <c:v>388.0</c:v>
                </c:pt>
                <c:pt idx="6304">
                  <c:v>388.0</c:v>
                </c:pt>
                <c:pt idx="6305">
                  <c:v>388.0</c:v>
                </c:pt>
                <c:pt idx="6306">
                  <c:v>388.0</c:v>
                </c:pt>
                <c:pt idx="6307">
                  <c:v>388.0</c:v>
                </c:pt>
                <c:pt idx="6308">
                  <c:v>388.0</c:v>
                </c:pt>
                <c:pt idx="6309">
                  <c:v>388.0</c:v>
                </c:pt>
                <c:pt idx="6310">
                  <c:v>388.0</c:v>
                </c:pt>
                <c:pt idx="6311">
                  <c:v>388.0</c:v>
                </c:pt>
                <c:pt idx="6312">
                  <c:v>388.0</c:v>
                </c:pt>
                <c:pt idx="6313">
                  <c:v>388.0</c:v>
                </c:pt>
                <c:pt idx="6314">
                  <c:v>388.0</c:v>
                </c:pt>
                <c:pt idx="6315">
                  <c:v>388.0</c:v>
                </c:pt>
                <c:pt idx="6316">
                  <c:v>388.0</c:v>
                </c:pt>
                <c:pt idx="6317">
                  <c:v>388.0</c:v>
                </c:pt>
                <c:pt idx="6318">
                  <c:v>388.0</c:v>
                </c:pt>
                <c:pt idx="6319">
                  <c:v>388.0</c:v>
                </c:pt>
                <c:pt idx="6320">
                  <c:v>388.0</c:v>
                </c:pt>
                <c:pt idx="6321">
                  <c:v>388.0</c:v>
                </c:pt>
                <c:pt idx="6322">
                  <c:v>388.0</c:v>
                </c:pt>
                <c:pt idx="6323">
                  <c:v>388.0</c:v>
                </c:pt>
                <c:pt idx="6324">
                  <c:v>388.0</c:v>
                </c:pt>
                <c:pt idx="6325">
                  <c:v>388.0</c:v>
                </c:pt>
                <c:pt idx="6326">
                  <c:v>388.0</c:v>
                </c:pt>
                <c:pt idx="6327">
                  <c:v>388.0</c:v>
                </c:pt>
                <c:pt idx="6328">
                  <c:v>388.0</c:v>
                </c:pt>
                <c:pt idx="6329">
                  <c:v>388.0</c:v>
                </c:pt>
                <c:pt idx="6330">
                  <c:v>388.0</c:v>
                </c:pt>
                <c:pt idx="6331">
                  <c:v>388.0</c:v>
                </c:pt>
                <c:pt idx="6332">
                  <c:v>388.0</c:v>
                </c:pt>
                <c:pt idx="6333">
                  <c:v>388.0</c:v>
                </c:pt>
                <c:pt idx="6334">
                  <c:v>388.0</c:v>
                </c:pt>
                <c:pt idx="6335">
                  <c:v>388.0</c:v>
                </c:pt>
                <c:pt idx="6336">
                  <c:v>388.0</c:v>
                </c:pt>
                <c:pt idx="6337">
                  <c:v>388.0</c:v>
                </c:pt>
                <c:pt idx="6338">
                  <c:v>388.0</c:v>
                </c:pt>
                <c:pt idx="6339">
                  <c:v>388.0</c:v>
                </c:pt>
                <c:pt idx="6340">
                  <c:v>388.0</c:v>
                </c:pt>
                <c:pt idx="6341">
                  <c:v>388.0</c:v>
                </c:pt>
                <c:pt idx="6342">
                  <c:v>388.0</c:v>
                </c:pt>
                <c:pt idx="6343">
                  <c:v>388.0</c:v>
                </c:pt>
                <c:pt idx="6344">
                  <c:v>388.0</c:v>
                </c:pt>
                <c:pt idx="6345">
                  <c:v>388.0</c:v>
                </c:pt>
                <c:pt idx="6346">
                  <c:v>388.0</c:v>
                </c:pt>
                <c:pt idx="6347">
                  <c:v>388.0</c:v>
                </c:pt>
                <c:pt idx="6348">
                  <c:v>388.0</c:v>
                </c:pt>
                <c:pt idx="6349">
                  <c:v>388.0</c:v>
                </c:pt>
                <c:pt idx="6350">
                  <c:v>388.0</c:v>
                </c:pt>
                <c:pt idx="6351">
                  <c:v>388.0</c:v>
                </c:pt>
                <c:pt idx="6352">
                  <c:v>388.0</c:v>
                </c:pt>
                <c:pt idx="6353">
                  <c:v>388.0</c:v>
                </c:pt>
                <c:pt idx="6354">
                  <c:v>388.0</c:v>
                </c:pt>
                <c:pt idx="6355">
                  <c:v>388.0</c:v>
                </c:pt>
                <c:pt idx="6356">
                  <c:v>388.0</c:v>
                </c:pt>
                <c:pt idx="6357">
                  <c:v>388.0</c:v>
                </c:pt>
                <c:pt idx="6358">
                  <c:v>388.0</c:v>
                </c:pt>
                <c:pt idx="6359">
                  <c:v>388.0</c:v>
                </c:pt>
                <c:pt idx="6360">
                  <c:v>388.0</c:v>
                </c:pt>
                <c:pt idx="6361">
                  <c:v>388.0</c:v>
                </c:pt>
                <c:pt idx="6362">
                  <c:v>388.0</c:v>
                </c:pt>
                <c:pt idx="6363">
                  <c:v>388.0</c:v>
                </c:pt>
                <c:pt idx="6364">
                  <c:v>388.0</c:v>
                </c:pt>
                <c:pt idx="6365">
                  <c:v>388.0</c:v>
                </c:pt>
                <c:pt idx="6366">
                  <c:v>388.0</c:v>
                </c:pt>
                <c:pt idx="6367">
                  <c:v>388.0</c:v>
                </c:pt>
                <c:pt idx="6368">
                  <c:v>388.0</c:v>
                </c:pt>
                <c:pt idx="6369">
                  <c:v>388.0</c:v>
                </c:pt>
                <c:pt idx="6370">
                  <c:v>388.0</c:v>
                </c:pt>
                <c:pt idx="6371">
                  <c:v>388.0</c:v>
                </c:pt>
                <c:pt idx="6372">
                  <c:v>388.0</c:v>
                </c:pt>
                <c:pt idx="6373">
                  <c:v>388.0</c:v>
                </c:pt>
                <c:pt idx="6374">
                  <c:v>388.0</c:v>
                </c:pt>
                <c:pt idx="6375">
                  <c:v>388.0</c:v>
                </c:pt>
                <c:pt idx="6376">
                  <c:v>388.0</c:v>
                </c:pt>
                <c:pt idx="6377">
                  <c:v>388.0</c:v>
                </c:pt>
                <c:pt idx="6378">
                  <c:v>388.0</c:v>
                </c:pt>
                <c:pt idx="6379">
                  <c:v>388.0</c:v>
                </c:pt>
                <c:pt idx="6380">
                  <c:v>388.0</c:v>
                </c:pt>
                <c:pt idx="6381">
                  <c:v>388.0</c:v>
                </c:pt>
                <c:pt idx="6382">
                  <c:v>388.0</c:v>
                </c:pt>
                <c:pt idx="6383">
                  <c:v>388.0</c:v>
                </c:pt>
                <c:pt idx="6384">
                  <c:v>388.0</c:v>
                </c:pt>
                <c:pt idx="6385">
                  <c:v>388.0</c:v>
                </c:pt>
                <c:pt idx="6386">
                  <c:v>388.0</c:v>
                </c:pt>
                <c:pt idx="6387">
                  <c:v>388.0</c:v>
                </c:pt>
                <c:pt idx="6388">
                  <c:v>388.0</c:v>
                </c:pt>
                <c:pt idx="6389">
                  <c:v>388.0</c:v>
                </c:pt>
                <c:pt idx="6390">
                  <c:v>388.0</c:v>
                </c:pt>
                <c:pt idx="6391">
                  <c:v>388.0</c:v>
                </c:pt>
                <c:pt idx="6392">
                  <c:v>388.0</c:v>
                </c:pt>
                <c:pt idx="6393">
                  <c:v>388.0</c:v>
                </c:pt>
                <c:pt idx="6394">
                  <c:v>388.0</c:v>
                </c:pt>
                <c:pt idx="6395">
                  <c:v>388.0</c:v>
                </c:pt>
                <c:pt idx="6396">
                  <c:v>388.0</c:v>
                </c:pt>
                <c:pt idx="6397">
                  <c:v>388.0</c:v>
                </c:pt>
                <c:pt idx="6398">
                  <c:v>388.0</c:v>
                </c:pt>
                <c:pt idx="6399">
                  <c:v>388.0</c:v>
                </c:pt>
                <c:pt idx="6400">
                  <c:v>388.0</c:v>
                </c:pt>
                <c:pt idx="6401">
                  <c:v>388.0</c:v>
                </c:pt>
                <c:pt idx="6402">
                  <c:v>388.0</c:v>
                </c:pt>
                <c:pt idx="6403">
                  <c:v>388.0</c:v>
                </c:pt>
                <c:pt idx="6404">
                  <c:v>388.0</c:v>
                </c:pt>
                <c:pt idx="6405">
                  <c:v>388.0</c:v>
                </c:pt>
                <c:pt idx="6406">
                  <c:v>388.0</c:v>
                </c:pt>
                <c:pt idx="6407">
                  <c:v>388.0</c:v>
                </c:pt>
                <c:pt idx="6408">
                  <c:v>388.0</c:v>
                </c:pt>
                <c:pt idx="6409">
                  <c:v>388.0</c:v>
                </c:pt>
                <c:pt idx="6410">
                  <c:v>388.0</c:v>
                </c:pt>
                <c:pt idx="6411">
                  <c:v>388.0</c:v>
                </c:pt>
                <c:pt idx="6412">
                  <c:v>388.0</c:v>
                </c:pt>
                <c:pt idx="6413">
                  <c:v>388.0</c:v>
                </c:pt>
                <c:pt idx="6414">
                  <c:v>388.0</c:v>
                </c:pt>
                <c:pt idx="6415">
                  <c:v>388.0</c:v>
                </c:pt>
                <c:pt idx="6416">
                  <c:v>388.0</c:v>
                </c:pt>
                <c:pt idx="6417">
                  <c:v>388.0</c:v>
                </c:pt>
                <c:pt idx="6418">
                  <c:v>388.0</c:v>
                </c:pt>
                <c:pt idx="6419">
                  <c:v>388.0</c:v>
                </c:pt>
                <c:pt idx="6420">
                  <c:v>388.0</c:v>
                </c:pt>
                <c:pt idx="6421">
                  <c:v>388.0</c:v>
                </c:pt>
                <c:pt idx="6422">
                  <c:v>388.0</c:v>
                </c:pt>
                <c:pt idx="6423">
                  <c:v>388.0</c:v>
                </c:pt>
                <c:pt idx="6424">
                  <c:v>388.0</c:v>
                </c:pt>
                <c:pt idx="6425">
                  <c:v>388.0</c:v>
                </c:pt>
                <c:pt idx="6426">
                  <c:v>388.0</c:v>
                </c:pt>
                <c:pt idx="6427">
                  <c:v>388.0</c:v>
                </c:pt>
                <c:pt idx="6428">
                  <c:v>388.0</c:v>
                </c:pt>
                <c:pt idx="6429">
                  <c:v>388.0</c:v>
                </c:pt>
                <c:pt idx="6430">
                  <c:v>388.0</c:v>
                </c:pt>
                <c:pt idx="6431">
                  <c:v>388.0</c:v>
                </c:pt>
                <c:pt idx="6432">
                  <c:v>388.0</c:v>
                </c:pt>
                <c:pt idx="6433">
                  <c:v>388.0</c:v>
                </c:pt>
                <c:pt idx="6434">
                  <c:v>388.0</c:v>
                </c:pt>
                <c:pt idx="6435">
                  <c:v>388.0</c:v>
                </c:pt>
                <c:pt idx="6436">
                  <c:v>388.0</c:v>
                </c:pt>
                <c:pt idx="6437">
                  <c:v>388.0</c:v>
                </c:pt>
                <c:pt idx="6438">
                  <c:v>388.0</c:v>
                </c:pt>
                <c:pt idx="6439">
                  <c:v>388.0</c:v>
                </c:pt>
                <c:pt idx="6440">
                  <c:v>388.0</c:v>
                </c:pt>
                <c:pt idx="6441">
                  <c:v>388.0</c:v>
                </c:pt>
                <c:pt idx="6442">
                  <c:v>388.0</c:v>
                </c:pt>
                <c:pt idx="6443">
                  <c:v>388.0</c:v>
                </c:pt>
                <c:pt idx="6444">
                  <c:v>388.0</c:v>
                </c:pt>
                <c:pt idx="6445">
                  <c:v>388.0</c:v>
                </c:pt>
                <c:pt idx="6446">
                  <c:v>388.0</c:v>
                </c:pt>
                <c:pt idx="6447">
                  <c:v>388.0</c:v>
                </c:pt>
                <c:pt idx="6448">
                  <c:v>388.0</c:v>
                </c:pt>
                <c:pt idx="6449">
                  <c:v>388.0</c:v>
                </c:pt>
                <c:pt idx="6450">
                  <c:v>388.0</c:v>
                </c:pt>
                <c:pt idx="6451">
                  <c:v>388.0</c:v>
                </c:pt>
                <c:pt idx="6452">
                  <c:v>388.0</c:v>
                </c:pt>
                <c:pt idx="6453">
                  <c:v>388.0</c:v>
                </c:pt>
                <c:pt idx="6454">
                  <c:v>388.0</c:v>
                </c:pt>
                <c:pt idx="6455">
                  <c:v>388.0</c:v>
                </c:pt>
                <c:pt idx="6456">
                  <c:v>388.0</c:v>
                </c:pt>
                <c:pt idx="6457">
                  <c:v>388.0</c:v>
                </c:pt>
                <c:pt idx="6458">
                  <c:v>388.0</c:v>
                </c:pt>
                <c:pt idx="6459">
                  <c:v>388.0</c:v>
                </c:pt>
                <c:pt idx="6460">
                  <c:v>388.0</c:v>
                </c:pt>
                <c:pt idx="6461">
                  <c:v>388.0</c:v>
                </c:pt>
                <c:pt idx="6462">
                  <c:v>388.0</c:v>
                </c:pt>
                <c:pt idx="6463">
                  <c:v>388.0</c:v>
                </c:pt>
                <c:pt idx="6464">
                  <c:v>388.0</c:v>
                </c:pt>
                <c:pt idx="6465">
                  <c:v>388.0</c:v>
                </c:pt>
                <c:pt idx="6466">
                  <c:v>388.0</c:v>
                </c:pt>
                <c:pt idx="6467">
                  <c:v>388.0</c:v>
                </c:pt>
                <c:pt idx="6468">
                  <c:v>388.0</c:v>
                </c:pt>
                <c:pt idx="6469">
                  <c:v>388.0</c:v>
                </c:pt>
                <c:pt idx="6470">
                  <c:v>388.0</c:v>
                </c:pt>
                <c:pt idx="6471">
                  <c:v>388.0</c:v>
                </c:pt>
                <c:pt idx="6472">
                  <c:v>388.0</c:v>
                </c:pt>
                <c:pt idx="6473">
                  <c:v>388.0</c:v>
                </c:pt>
                <c:pt idx="6474">
                  <c:v>388.0</c:v>
                </c:pt>
                <c:pt idx="6475">
                  <c:v>388.0</c:v>
                </c:pt>
                <c:pt idx="6476">
                  <c:v>388.0</c:v>
                </c:pt>
                <c:pt idx="6477">
                  <c:v>388.0</c:v>
                </c:pt>
                <c:pt idx="6478">
                  <c:v>388.0</c:v>
                </c:pt>
                <c:pt idx="6479">
                  <c:v>388.0</c:v>
                </c:pt>
                <c:pt idx="6480">
                  <c:v>388.0</c:v>
                </c:pt>
                <c:pt idx="6481">
                  <c:v>388.0</c:v>
                </c:pt>
                <c:pt idx="6482">
                  <c:v>388.0</c:v>
                </c:pt>
                <c:pt idx="6483">
                  <c:v>388.0</c:v>
                </c:pt>
                <c:pt idx="6484">
                  <c:v>388.0</c:v>
                </c:pt>
                <c:pt idx="6485">
                  <c:v>388.0</c:v>
                </c:pt>
                <c:pt idx="6486">
                  <c:v>388.0</c:v>
                </c:pt>
                <c:pt idx="6487">
                  <c:v>388.0</c:v>
                </c:pt>
                <c:pt idx="6488">
                  <c:v>388.0</c:v>
                </c:pt>
                <c:pt idx="6489">
                  <c:v>388.0</c:v>
                </c:pt>
                <c:pt idx="6490">
                  <c:v>388.0</c:v>
                </c:pt>
                <c:pt idx="6491">
                  <c:v>388.0</c:v>
                </c:pt>
                <c:pt idx="6492">
                  <c:v>388.0</c:v>
                </c:pt>
                <c:pt idx="6493">
                  <c:v>388.0</c:v>
                </c:pt>
                <c:pt idx="6494">
                  <c:v>388.0</c:v>
                </c:pt>
                <c:pt idx="6495">
                  <c:v>388.0</c:v>
                </c:pt>
                <c:pt idx="6496">
                  <c:v>388.0</c:v>
                </c:pt>
                <c:pt idx="6497">
                  <c:v>388.0</c:v>
                </c:pt>
                <c:pt idx="6498">
                  <c:v>388.0</c:v>
                </c:pt>
                <c:pt idx="6499">
                  <c:v>388.0</c:v>
                </c:pt>
                <c:pt idx="6500">
                  <c:v>388.0</c:v>
                </c:pt>
                <c:pt idx="6501">
                  <c:v>388.0</c:v>
                </c:pt>
                <c:pt idx="6502">
                  <c:v>388.0</c:v>
                </c:pt>
                <c:pt idx="6503">
                  <c:v>388.0</c:v>
                </c:pt>
                <c:pt idx="6504">
                  <c:v>388.0</c:v>
                </c:pt>
                <c:pt idx="6505">
                  <c:v>388.0</c:v>
                </c:pt>
                <c:pt idx="6506">
                  <c:v>388.0</c:v>
                </c:pt>
                <c:pt idx="6507">
                  <c:v>388.0</c:v>
                </c:pt>
                <c:pt idx="6508">
                  <c:v>388.0</c:v>
                </c:pt>
                <c:pt idx="6509">
                  <c:v>388.0</c:v>
                </c:pt>
                <c:pt idx="6510">
                  <c:v>388.0</c:v>
                </c:pt>
                <c:pt idx="6511">
                  <c:v>388.0</c:v>
                </c:pt>
                <c:pt idx="6512">
                  <c:v>388.0</c:v>
                </c:pt>
                <c:pt idx="6513">
                  <c:v>388.0</c:v>
                </c:pt>
                <c:pt idx="6514">
                  <c:v>388.0</c:v>
                </c:pt>
                <c:pt idx="6515">
                  <c:v>388.0</c:v>
                </c:pt>
                <c:pt idx="6516">
                  <c:v>388.0</c:v>
                </c:pt>
                <c:pt idx="6517">
                  <c:v>388.0</c:v>
                </c:pt>
                <c:pt idx="6518">
                  <c:v>388.0</c:v>
                </c:pt>
                <c:pt idx="6519">
                  <c:v>388.0</c:v>
                </c:pt>
                <c:pt idx="6520">
                  <c:v>388.0</c:v>
                </c:pt>
                <c:pt idx="6521">
                  <c:v>388.0</c:v>
                </c:pt>
                <c:pt idx="6522">
                  <c:v>388.0</c:v>
                </c:pt>
                <c:pt idx="6523">
                  <c:v>388.0</c:v>
                </c:pt>
                <c:pt idx="6524">
                  <c:v>388.0</c:v>
                </c:pt>
                <c:pt idx="6525">
                  <c:v>388.0</c:v>
                </c:pt>
                <c:pt idx="6526">
                  <c:v>388.0</c:v>
                </c:pt>
                <c:pt idx="6527">
                  <c:v>388.0</c:v>
                </c:pt>
                <c:pt idx="6528">
                  <c:v>388.0</c:v>
                </c:pt>
                <c:pt idx="6529">
                  <c:v>388.0</c:v>
                </c:pt>
                <c:pt idx="6530">
                  <c:v>388.0</c:v>
                </c:pt>
                <c:pt idx="6531">
                  <c:v>388.0</c:v>
                </c:pt>
                <c:pt idx="6532">
                  <c:v>388.0</c:v>
                </c:pt>
                <c:pt idx="6533">
                  <c:v>388.0</c:v>
                </c:pt>
                <c:pt idx="6534">
                  <c:v>388.0</c:v>
                </c:pt>
                <c:pt idx="6535">
                  <c:v>388.0</c:v>
                </c:pt>
                <c:pt idx="6536">
                  <c:v>388.0</c:v>
                </c:pt>
                <c:pt idx="6537">
                  <c:v>388.0</c:v>
                </c:pt>
                <c:pt idx="6538">
                  <c:v>388.0</c:v>
                </c:pt>
                <c:pt idx="6539">
                  <c:v>388.0</c:v>
                </c:pt>
                <c:pt idx="6540">
                  <c:v>388.0</c:v>
                </c:pt>
                <c:pt idx="6541">
                  <c:v>388.0</c:v>
                </c:pt>
                <c:pt idx="6542">
                  <c:v>388.0</c:v>
                </c:pt>
                <c:pt idx="6543">
                  <c:v>388.0</c:v>
                </c:pt>
                <c:pt idx="6544">
                  <c:v>388.0</c:v>
                </c:pt>
                <c:pt idx="6545">
                  <c:v>388.0</c:v>
                </c:pt>
                <c:pt idx="6546">
                  <c:v>388.0</c:v>
                </c:pt>
                <c:pt idx="6547">
                  <c:v>388.0</c:v>
                </c:pt>
                <c:pt idx="6548">
                  <c:v>388.0</c:v>
                </c:pt>
                <c:pt idx="6549">
                  <c:v>388.0</c:v>
                </c:pt>
                <c:pt idx="6550">
                  <c:v>388.0</c:v>
                </c:pt>
                <c:pt idx="6551">
                  <c:v>388.0</c:v>
                </c:pt>
                <c:pt idx="6552">
                  <c:v>388.0</c:v>
                </c:pt>
                <c:pt idx="6553">
                  <c:v>388.0</c:v>
                </c:pt>
                <c:pt idx="6554">
                  <c:v>388.0</c:v>
                </c:pt>
                <c:pt idx="6555">
                  <c:v>388.0</c:v>
                </c:pt>
                <c:pt idx="6556">
                  <c:v>388.0</c:v>
                </c:pt>
                <c:pt idx="6557">
                  <c:v>388.0</c:v>
                </c:pt>
                <c:pt idx="6558">
                  <c:v>388.0</c:v>
                </c:pt>
                <c:pt idx="6559">
                  <c:v>388.0</c:v>
                </c:pt>
                <c:pt idx="6560">
                  <c:v>388.0</c:v>
                </c:pt>
                <c:pt idx="6561">
                  <c:v>388.0</c:v>
                </c:pt>
                <c:pt idx="6562">
                  <c:v>388.0</c:v>
                </c:pt>
                <c:pt idx="6563">
                  <c:v>388.0</c:v>
                </c:pt>
                <c:pt idx="6564">
                  <c:v>388.0</c:v>
                </c:pt>
                <c:pt idx="6565">
                  <c:v>388.0</c:v>
                </c:pt>
                <c:pt idx="6566">
                  <c:v>388.0</c:v>
                </c:pt>
                <c:pt idx="6567">
                  <c:v>388.0</c:v>
                </c:pt>
                <c:pt idx="6568">
                  <c:v>388.0</c:v>
                </c:pt>
                <c:pt idx="6569">
                  <c:v>388.0</c:v>
                </c:pt>
                <c:pt idx="6570">
                  <c:v>388.0</c:v>
                </c:pt>
                <c:pt idx="6571">
                  <c:v>388.0</c:v>
                </c:pt>
                <c:pt idx="6572">
                  <c:v>388.0</c:v>
                </c:pt>
                <c:pt idx="6573">
                  <c:v>388.0</c:v>
                </c:pt>
                <c:pt idx="6574">
                  <c:v>388.0</c:v>
                </c:pt>
                <c:pt idx="6575">
                  <c:v>388.0</c:v>
                </c:pt>
                <c:pt idx="6576">
                  <c:v>388.0</c:v>
                </c:pt>
                <c:pt idx="6577">
                  <c:v>388.0</c:v>
                </c:pt>
                <c:pt idx="6578">
                  <c:v>388.0</c:v>
                </c:pt>
                <c:pt idx="6579">
                  <c:v>388.0</c:v>
                </c:pt>
                <c:pt idx="6580">
                  <c:v>388.0</c:v>
                </c:pt>
                <c:pt idx="6581">
                  <c:v>388.0</c:v>
                </c:pt>
                <c:pt idx="6582">
                  <c:v>388.0</c:v>
                </c:pt>
                <c:pt idx="6583">
                  <c:v>388.0</c:v>
                </c:pt>
                <c:pt idx="6584">
                  <c:v>388.0</c:v>
                </c:pt>
                <c:pt idx="6585">
                  <c:v>388.0</c:v>
                </c:pt>
                <c:pt idx="6586">
                  <c:v>388.0</c:v>
                </c:pt>
                <c:pt idx="6587">
                  <c:v>388.0</c:v>
                </c:pt>
                <c:pt idx="6588">
                  <c:v>388.0</c:v>
                </c:pt>
                <c:pt idx="6589">
                  <c:v>388.0</c:v>
                </c:pt>
                <c:pt idx="6590">
                  <c:v>388.0</c:v>
                </c:pt>
                <c:pt idx="6591">
                  <c:v>388.0</c:v>
                </c:pt>
                <c:pt idx="6592">
                  <c:v>388.0</c:v>
                </c:pt>
                <c:pt idx="6593">
                  <c:v>388.0</c:v>
                </c:pt>
                <c:pt idx="6594">
                  <c:v>388.0</c:v>
                </c:pt>
                <c:pt idx="6595">
                  <c:v>388.0</c:v>
                </c:pt>
                <c:pt idx="6596">
                  <c:v>388.0</c:v>
                </c:pt>
                <c:pt idx="6597">
                  <c:v>388.0</c:v>
                </c:pt>
                <c:pt idx="6598">
                  <c:v>388.0</c:v>
                </c:pt>
                <c:pt idx="6599">
                  <c:v>388.0</c:v>
                </c:pt>
                <c:pt idx="6600">
                  <c:v>388.0</c:v>
                </c:pt>
                <c:pt idx="6601">
                  <c:v>388.0</c:v>
                </c:pt>
                <c:pt idx="6602">
                  <c:v>388.0</c:v>
                </c:pt>
                <c:pt idx="6603">
                  <c:v>388.0</c:v>
                </c:pt>
                <c:pt idx="6604">
                  <c:v>388.0</c:v>
                </c:pt>
                <c:pt idx="6605">
                  <c:v>388.0</c:v>
                </c:pt>
                <c:pt idx="6606">
                  <c:v>388.0</c:v>
                </c:pt>
                <c:pt idx="6607">
                  <c:v>388.0</c:v>
                </c:pt>
                <c:pt idx="6608">
                  <c:v>388.0</c:v>
                </c:pt>
                <c:pt idx="6609">
                  <c:v>388.0</c:v>
                </c:pt>
                <c:pt idx="6610">
                  <c:v>388.0</c:v>
                </c:pt>
                <c:pt idx="6611">
                  <c:v>388.0</c:v>
                </c:pt>
                <c:pt idx="6612">
                  <c:v>388.0</c:v>
                </c:pt>
                <c:pt idx="6613">
                  <c:v>388.0</c:v>
                </c:pt>
                <c:pt idx="6614">
                  <c:v>388.0</c:v>
                </c:pt>
                <c:pt idx="6615">
                  <c:v>388.0</c:v>
                </c:pt>
                <c:pt idx="6616">
                  <c:v>388.0</c:v>
                </c:pt>
                <c:pt idx="6617">
                  <c:v>388.0</c:v>
                </c:pt>
                <c:pt idx="6618">
                  <c:v>388.0</c:v>
                </c:pt>
                <c:pt idx="6619">
                  <c:v>388.0</c:v>
                </c:pt>
                <c:pt idx="6620">
                  <c:v>388.0</c:v>
                </c:pt>
                <c:pt idx="6621">
                  <c:v>388.0</c:v>
                </c:pt>
                <c:pt idx="6622">
                  <c:v>388.0</c:v>
                </c:pt>
                <c:pt idx="6623">
                  <c:v>388.0</c:v>
                </c:pt>
                <c:pt idx="6624">
                  <c:v>388.0</c:v>
                </c:pt>
                <c:pt idx="6625">
                  <c:v>388.0</c:v>
                </c:pt>
                <c:pt idx="6626">
                  <c:v>388.0</c:v>
                </c:pt>
                <c:pt idx="6627">
                  <c:v>388.0</c:v>
                </c:pt>
                <c:pt idx="6628">
                  <c:v>388.0</c:v>
                </c:pt>
                <c:pt idx="6629">
                  <c:v>388.0</c:v>
                </c:pt>
                <c:pt idx="6630">
                  <c:v>388.0</c:v>
                </c:pt>
                <c:pt idx="6631">
                  <c:v>388.0</c:v>
                </c:pt>
                <c:pt idx="6632">
                  <c:v>388.0</c:v>
                </c:pt>
                <c:pt idx="6633">
                  <c:v>388.0</c:v>
                </c:pt>
                <c:pt idx="6634">
                  <c:v>388.0</c:v>
                </c:pt>
                <c:pt idx="6635">
                  <c:v>388.0</c:v>
                </c:pt>
                <c:pt idx="6636">
                  <c:v>388.0</c:v>
                </c:pt>
                <c:pt idx="6637">
                  <c:v>388.0</c:v>
                </c:pt>
                <c:pt idx="6638">
                  <c:v>388.0</c:v>
                </c:pt>
                <c:pt idx="6639">
                  <c:v>388.0</c:v>
                </c:pt>
                <c:pt idx="6640">
                  <c:v>388.0</c:v>
                </c:pt>
                <c:pt idx="6641">
                  <c:v>388.0</c:v>
                </c:pt>
                <c:pt idx="6642">
                  <c:v>388.0</c:v>
                </c:pt>
                <c:pt idx="6643">
                  <c:v>388.0</c:v>
                </c:pt>
                <c:pt idx="6644">
                  <c:v>388.0</c:v>
                </c:pt>
                <c:pt idx="6645">
                  <c:v>388.0</c:v>
                </c:pt>
                <c:pt idx="6646">
                  <c:v>388.0</c:v>
                </c:pt>
                <c:pt idx="6647">
                  <c:v>388.0</c:v>
                </c:pt>
                <c:pt idx="6648">
                  <c:v>388.0</c:v>
                </c:pt>
                <c:pt idx="6649">
                  <c:v>388.0</c:v>
                </c:pt>
                <c:pt idx="6650">
                  <c:v>388.0</c:v>
                </c:pt>
                <c:pt idx="6651">
                  <c:v>388.0</c:v>
                </c:pt>
                <c:pt idx="6652">
                  <c:v>388.0</c:v>
                </c:pt>
                <c:pt idx="6653">
                  <c:v>388.0</c:v>
                </c:pt>
                <c:pt idx="6654">
                  <c:v>388.0</c:v>
                </c:pt>
                <c:pt idx="6655">
                  <c:v>388.0</c:v>
                </c:pt>
                <c:pt idx="6656">
                  <c:v>388.0</c:v>
                </c:pt>
                <c:pt idx="6657">
                  <c:v>388.0</c:v>
                </c:pt>
                <c:pt idx="6658">
                  <c:v>388.0</c:v>
                </c:pt>
                <c:pt idx="6659">
                  <c:v>388.0</c:v>
                </c:pt>
                <c:pt idx="6660">
                  <c:v>388.0</c:v>
                </c:pt>
                <c:pt idx="6661">
                  <c:v>388.0</c:v>
                </c:pt>
                <c:pt idx="6662">
                  <c:v>388.0</c:v>
                </c:pt>
                <c:pt idx="6663">
                  <c:v>388.0</c:v>
                </c:pt>
                <c:pt idx="6664">
                  <c:v>388.0</c:v>
                </c:pt>
                <c:pt idx="6665">
                  <c:v>388.0</c:v>
                </c:pt>
                <c:pt idx="6666">
                  <c:v>388.0</c:v>
                </c:pt>
                <c:pt idx="6667">
                  <c:v>388.0</c:v>
                </c:pt>
                <c:pt idx="6668">
                  <c:v>388.0</c:v>
                </c:pt>
                <c:pt idx="6669">
                  <c:v>388.0</c:v>
                </c:pt>
                <c:pt idx="6670">
                  <c:v>388.0</c:v>
                </c:pt>
                <c:pt idx="6671">
                  <c:v>388.0</c:v>
                </c:pt>
                <c:pt idx="6672">
                  <c:v>388.0</c:v>
                </c:pt>
                <c:pt idx="6673">
                  <c:v>388.0</c:v>
                </c:pt>
                <c:pt idx="6674">
                  <c:v>388.0</c:v>
                </c:pt>
                <c:pt idx="6675">
                  <c:v>388.0</c:v>
                </c:pt>
                <c:pt idx="6676">
                  <c:v>388.0</c:v>
                </c:pt>
                <c:pt idx="6677">
                  <c:v>388.0</c:v>
                </c:pt>
                <c:pt idx="6678">
                  <c:v>388.0</c:v>
                </c:pt>
                <c:pt idx="6679">
                  <c:v>388.0</c:v>
                </c:pt>
                <c:pt idx="6680">
                  <c:v>388.0</c:v>
                </c:pt>
                <c:pt idx="6681">
                  <c:v>388.0</c:v>
                </c:pt>
                <c:pt idx="6682">
                  <c:v>388.0</c:v>
                </c:pt>
                <c:pt idx="6683">
                  <c:v>388.0</c:v>
                </c:pt>
                <c:pt idx="6684">
                  <c:v>388.0</c:v>
                </c:pt>
                <c:pt idx="6685">
                  <c:v>388.0</c:v>
                </c:pt>
                <c:pt idx="6686">
                  <c:v>388.0</c:v>
                </c:pt>
                <c:pt idx="6687">
                  <c:v>388.0</c:v>
                </c:pt>
                <c:pt idx="6688">
                  <c:v>388.0</c:v>
                </c:pt>
                <c:pt idx="6689">
                  <c:v>388.0</c:v>
                </c:pt>
                <c:pt idx="6690">
                  <c:v>388.0</c:v>
                </c:pt>
                <c:pt idx="6691">
                  <c:v>388.0</c:v>
                </c:pt>
                <c:pt idx="6692">
                  <c:v>388.0</c:v>
                </c:pt>
                <c:pt idx="6693">
                  <c:v>388.0</c:v>
                </c:pt>
                <c:pt idx="6694">
                  <c:v>388.0</c:v>
                </c:pt>
                <c:pt idx="6695">
                  <c:v>388.0</c:v>
                </c:pt>
                <c:pt idx="6696">
                  <c:v>388.0</c:v>
                </c:pt>
                <c:pt idx="6697">
                  <c:v>388.0</c:v>
                </c:pt>
                <c:pt idx="6698">
                  <c:v>388.0</c:v>
                </c:pt>
                <c:pt idx="6699">
                  <c:v>388.0</c:v>
                </c:pt>
                <c:pt idx="6700">
                  <c:v>388.0</c:v>
                </c:pt>
                <c:pt idx="6701">
                  <c:v>388.0</c:v>
                </c:pt>
                <c:pt idx="6702">
                  <c:v>388.0</c:v>
                </c:pt>
                <c:pt idx="6703">
                  <c:v>388.0</c:v>
                </c:pt>
                <c:pt idx="6704">
                  <c:v>388.0</c:v>
                </c:pt>
                <c:pt idx="6705">
                  <c:v>388.0</c:v>
                </c:pt>
                <c:pt idx="6706">
                  <c:v>388.0</c:v>
                </c:pt>
                <c:pt idx="6707">
                  <c:v>388.0</c:v>
                </c:pt>
                <c:pt idx="6708">
                  <c:v>388.0</c:v>
                </c:pt>
                <c:pt idx="6709">
                  <c:v>388.0</c:v>
                </c:pt>
                <c:pt idx="6710">
                  <c:v>388.0</c:v>
                </c:pt>
                <c:pt idx="6711">
                  <c:v>388.0</c:v>
                </c:pt>
                <c:pt idx="6712">
                  <c:v>388.0</c:v>
                </c:pt>
                <c:pt idx="6713">
                  <c:v>388.0</c:v>
                </c:pt>
                <c:pt idx="6714">
                  <c:v>388.0</c:v>
                </c:pt>
                <c:pt idx="6715">
                  <c:v>388.0</c:v>
                </c:pt>
                <c:pt idx="6716">
                  <c:v>388.0</c:v>
                </c:pt>
                <c:pt idx="6717">
                  <c:v>388.0</c:v>
                </c:pt>
                <c:pt idx="6718">
                  <c:v>388.0</c:v>
                </c:pt>
                <c:pt idx="6719">
                  <c:v>388.0</c:v>
                </c:pt>
                <c:pt idx="6720">
                  <c:v>388.0</c:v>
                </c:pt>
                <c:pt idx="6721">
                  <c:v>388.0</c:v>
                </c:pt>
                <c:pt idx="6722">
                  <c:v>388.0</c:v>
                </c:pt>
                <c:pt idx="6723">
                  <c:v>388.0</c:v>
                </c:pt>
                <c:pt idx="6724">
                  <c:v>388.0</c:v>
                </c:pt>
                <c:pt idx="6725">
                  <c:v>388.0</c:v>
                </c:pt>
                <c:pt idx="6726">
                  <c:v>388.0</c:v>
                </c:pt>
                <c:pt idx="6727">
                  <c:v>388.0</c:v>
                </c:pt>
                <c:pt idx="6728">
                  <c:v>388.0</c:v>
                </c:pt>
                <c:pt idx="6729">
                  <c:v>388.0</c:v>
                </c:pt>
                <c:pt idx="6730">
                  <c:v>388.0</c:v>
                </c:pt>
                <c:pt idx="6731">
                  <c:v>388.0</c:v>
                </c:pt>
                <c:pt idx="6732">
                  <c:v>388.0</c:v>
                </c:pt>
                <c:pt idx="6733">
                  <c:v>388.0</c:v>
                </c:pt>
                <c:pt idx="6734">
                  <c:v>388.0</c:v>
                </c:pt>
                <c:pt idx="6735">
                  <c:v>388.0</c:v>
                </c:pt>
                <c:pt idx="6736">
                  <c:v>388.0</c:v>
                </c:pt>
                <c:pt idx="6737">
                  <c:v>388.0</c:v>
                </c:pt>
                <c:pt idx="6738">
                  <c:v>388.0</c:v>
                </c:pt>
                <c:pt idx="6739">
                  <c:v>388.0</c:v>
                </c:pt>
                <c:pt idx="6740">
                  <c:v>388.0</c:v>
                </c:pt>
                <c:pt idx="6741">
                  <c:v>388.0</c:v>
                </c:pt>
                <c:pt idx="6742">
                  <c:v>388.0</c:v>
                </c:pt>
                <c:pt idx="6743">
                  <c:v>388.0</c:v>
                </c:pt>
                <c:pt idx="6744">
                  <c:v>388.0</c:v>
                </c:pt>
                <c:pt idx="6745">
                  <c:v>388.0</c:v>
                </c:pt>
                <c:pt idx="6746">
                  <c:v>388.0</c:v>
                </c:pt>
                <c:pt idx="6747">
                  <c:v>388.0</c:v>
                </c:pt>
                <c:pt idx="6748">
                  <c:v>388.0</c:v>
                </c:pt>
                <c:pt idx="6749">
                  <c:v>388.0</c:v>
                </c:pt>
                <c:pt idx="6750">
                  <c:v>388.0</c:v>
                </c:pt>
                <c:pt idx="6751">
                  <c:v>388.0</c:v>
                </c:pt>
                <c:pt idx="6752">
                  <c:v>388.0</c:v>
                </c:pt>
                <c:pt idx="6753">
                  <c:v>388.0</c:v>
                </c:pt>
                <c:pt idx="6754">
                  <c:v>388.0</c:v>
                </c:pt>
                <c:pt idx="6755">
                  <c:v>388.0</c:v>
                </c:pt>
                <c:pt idx="6756">
                  <c:v>388.0</c:v>
                </c:pt>
                <c:pt idx="6757">
                  <c:v>388.0</c:v>
                </c:pt>
                <c:pt idx="6758">
                  <c:v>388.0</c:v>
                </c:pt>
                <c:pt idx="6759">
                  <c:v>388.0</c:v>
                </c:pt>
                <c:pt idx="6760">
                  <c:v>388.0</c:v>
                </c:pt>
                <c:pt idx="6761">
                  <c:v>388.0</c:v>
                </c:pt>
                <c:pt idx="6762">
                  <c:v>388.0</c:v>
                </c:pt>
                <c:pt idx="6763">
                  <c:v>388.0</c:v>
                </c:pt>
                <c:pt idx="6764">
                  <c:v>388.0</c:v>
                </c:pt>
                <c:pt idx="6765">
                  <c:v>388.0</c:v>
                </c:pt>
                <c:pt idx="6766">
                  <c:v>388.0</c:v>
                </c:pt>
                <c:pt idx="6767">
                  <c:v>388.0</c:v>
                </c:pt>
                <c:pt idx="6768">
                  <c:v>388.0</c:v>
                </c:pt>
                <c:pt idx="6769">
                  <c:v>388.0</c:v>
                </c:pt>
                <c:pt idx="6770">
                  <c:v>388.0</c:v>
                </c:pt>
                <c:pt idx="6771">
                  <c:v>388.0</c:v>
                </c:pt>
                <c:pt idx="6772">
                  <c:v>388.0</c:v>
                </c:pt>
                <c:pt idx="6773">
                  <c:v>388.0</c:v>
                </c:pt>
                <c:pt idx="6774">
                  <c:v>388.0</c:v>
                </c:pt>
                <c:pt idx="6775">
                  <c:v>388.0</c:v>
                </c:pt>
                <c:pt idx="6776">
                  <c:v>388.0</c:v>
                </c:pt>
                <c:pt idx="6777">
                  <c:v>388.0</c:v>
                </c:pt>
                <c:pt idx="6778">
                  <c:v>388.0</c:v>
                </c:pt>
                <c:pt idx="6779">
                  <c:v>388.0</c:v>
                </c:pt>
                <c:pt idx="6780">
                  <c:v>388.0</c:v>
                </c:pt>
                <c:pt idx="6781">
                  <c:v>388.0</c:v>
                </c:pt>
                <c:pt idx="6782">
                  <c:v>388.0</c:v>
                </c:pt>
                <c:pt idx="6783">
                  <c:v>388.0</c:v>
                </c:pt>
                <c:pt idx="6784">
                  <c:v>388.0</c:v>
                </c:pt>
                <c:pt idx="6785">
                  <c:v>388.0</c:v>
                </c:pt>
                <c:pt idx="6786">
                  <c:v>388.0</c:v>
                </c:pt>
                <c:pt idx="6787">
                  <c:v>388.0</c:v>
                </c:pt>
                <c:pt idx="6788">
                  <c:v>388.0</c:v>
                </c:pt>
                <c:pt idx="6789">
                  <c:v>388.0</c:v>
                </c:pt>
                <c:pt idx="6790">
                  <c:v>388.0</c:v>
                </c:pt>
                <c:pt idx="6791">
                  <c:v>388.0</c:v>
                </c:pt>
                <c:pt idx="6792">
                  <c:v>388.0</c:v>
                </c:pt>
                <c:pt idx="6793">
                  <c:v>388.0</c:v>
                </c:pt>
                <c:pt idx="6794">
                  <c:v>388.0</c:v>
                </c:pt>
                <c:pt idx="6795">
                  <c:v>388.0</c:v>
                </c:pt>
                <c:pt idx="6796">
                  <c:v>388.0</c:v>
                </c:pt>
                <c:pt idx="6797">
                  <c:v>388.0</c:v>
                </c:pt>
                <c:pt idx="6798">
                  <c:v>388.0</c:v>
                </c:pt>
                <c:pt idx="6799">
                  <c:v>388.0</c:v>
                </c:pt>
                <c:pt idx="6800">
                  <c:v>388.0</c:v>
                </c:pt>
                <c:pt idx="6801">
                  <c:v>388.0</c:v>
                </c:pt>
                <c:pt idx="6802">
                  <c:v>388.0</c:v>
                </c:pt>
                <c:pt idx="6803">
                  <c:v>388.0</c:v>
                </c:pt>
                <c:pt idx="6804">
                  <c:v>388.0</c:v>
                </c:pt>
                <c:pt idx="6805">
                  <c:v>388.0</c:v>
                </c:pt>
                <c:pt idx="6806">
                  <c:v>388.0</c:v>
                </c:pt>
                <c:pt idx="6807">
                  <c:v>388.0</c:v>
                </c:pt>
                <c:pt idx="6808">
                  <c:v>388.0</c:v>
                </c:pt>
                <c:pt idx="6809">
                  <c:v>388.0</c:v>
                </c:pt>
                <c:pt idx="6810">
                  <c:v>388.0</c:v>
                </c:pt>
                <c:pt idx="6811">
                  <c:v>388.0</c:v>
                </c:pt>
                <c:pt idx="6812">
                  <c:v>388.0</c:v>
                </c:pt>
                <c:pt idx="6813">
                  <c:v>388.0</c:v>
                </c:pt>
                <c:pt idx="6814">
                  <c:v>388.0</c:v>
                </c:pt>
                <c:pt idx="6815">
                  <c:v>388.0</c:v>
                </c:pt>
                <c:pt idx="6816">
                  <c:v>388.0</c:v>
                </c:pt>
                <c:pt idx="6817">
                  <c:v>388.0</c:v>
                </c:pt>
                <c:pt idx="6818">
                  <c:v>388.0</c:v>
                </c:pt>
                <c:pt idx="6819">
                  <c:v>388.0</c:v>
                </c:pt>
                <c:pt idx="6820">
                  <c:v>388.0</c:v>
                </c:pt>
                <c:pt idx="6821">
                  <c:v>388.0</c:v>
                </c:pt>
                <c:pt idx="6822">
                  <c:v>388.0</c:v>
                </c:pt>
                <c:pt idx="6823">
                  <c:v>388.0</c:v>
                </c:pt>
                <c:pt idx="6824">
                  <c:v>388.0</c:v>
                </c:pt>
                <c:pt idx="6825">
                  <c:v>388.0</c:v>
                </c:pt>
                <c:pt idx="6826">
                  <c:v>388.0</c:v>
                </c:pt>
                <c:pt idx="6827">
                  <c:v>388.0</c:v>
                </c:pt>
                <c:pt idx="6828">
                  <c:v>388.0</c:v>
                </c:pt>
                <c:pt idx="6829">
                  <c:v>388.0</c:v>
                </c:pt>
                <c:pt idx="6830">
                  <c:v>388.0</c:v>
                </c:pt>
                <c:pt idx="6831">
                  <c:v>388.0</c:v>
                </c:pt>
                <c:pt idx="6832">
                  <c:v>388.0</c:v>
                </c:pt>
                <c:pt idx="6833">
                  <c:v>388.0</c:v>
                </c:pt>
                <c:pt idx="6834">
                  <c:v>388.0</c:v>
                </c:pt>
                <c:pt idx="6835">
                  <c:v>388.0</c:v>
                </c:pt>
                <c:pt idx="6836">
                  <c:v>388.0</c:v>
                </c:pt>
                <c:pt idx="6837">
                  <c:v>388.0</c:v>
                </c:pt>
                <c:pt idx="6838">
                  <c:v>388.0</c:v>
                </c:pt>
                <c:pt idx="6839">
                  <c:v>388.0</c:v>
                </c:pt>
                <c:pt idx="6840">
                  <c:v>388.0</c:v>
                </c:pt>
                <c:pt idx="6841">
                  <c:v>388.0</c:v>
                </c:pt>
                <c:pt idx="6842">
                  <c:v>388.0</c:v>
                </c:pt>
                <c:pt idx="6843">
                  <c:v>388.0</c:v>
                </c:pt>
                <c:pt idx="6844">
                  <c:v>388.0</c:v>
                </c:pt>
                <c:pt idx="6845">
                  <c:v>388.0</c:v>
                </c:pt>
                <c:pt idx="6846">
                  <c:v>388.0</c:v>
                </c:pt>
                <c:pt idx="6847">
                  <c:v>388.0</c:v>
                </c:pt>
                <c:pt idx="6848">
                  <c:v>388.0</c:v>
                </c:pt>
                <c:pt idx="6849">
                  <c:v>388.0</c:v>
                </c:pt>
                <c:pt idx="6850">
                  <c:v>388.0</c:v>
                </c:pt>
                <c:pt idx="6851">
                  <c:v>388.0</c:v>
                </c:pt>
                <c:pt idx="6852">
                  <c:v>388.0</c:v>
                </c:pt>
                <c:pt idx="6853">
                  <c:v>388.0</c:v>
                </c:pt>
                <c:pt idx="6854">
                  <c:v>388.0</c:v>
                </c:pt>
                <c:pt idx="6855">
                  <c:v>388.0</c:v>
                </c:pt>
                <c:pt idx="6856">
                  <c:v>388.0</c:v>
                </c:pt>
                <c:pt idx="6857">
                  <c:v>388.0</c:v>
                </c:pt>
                <c:pt idx="6858">
                  <c:v>388.0</c:v>
                </c:pt>
                <c:pt idx="6859">
                  <c:v>388.0</c:v>
                </c:pt>
                <c:pt idx="6860">
                  <c:v>388.0</c:v>
                </c:pt>
                <c:pt idx="6861">
                  <c:v>388.0</c:v>
                </c:pt>
                <c:pt idx="6862">
                  <c:v>388.0</c:v>
                </c:pt>
                <c:pt idx="6863">
                  <c:v>388.0</c:v>
                </c:pt>
                <c:pt idx="6864">
                  <c:v>388.0</c:v>
                </c:pt>
                <c:pt idx="6865">
                  <c:v>388.0</c:v>
                </c:pt>
                <c:pt idx="6866">
                  <c:v>388.0</c:v>
                </c:pt>
                <c:pt idx="6867">
                  <c:v>388.0</c:v>
                </c:pt>
                <c:pt idx="6868">
                  <c:v>388.0</c:v>
                </c:pt>
                <c:pt idx="6869">
                  <c:v>388.0</c:v>
                </c:pt>
                <c:pt idx="6870">
                  <c:v>388.0</c:v>
                </c:pt>
                <c:pt idx="6871">
                  <c:v>388.0</c:v>
                </c:pt>
                <c:pt idx="6872">
                  <c:v>388.0</c:v>
                </c:pt>
                <c:pt idx="6873">
                  <c:v>388.0</c:v>
                </c:pt>
                <c:pt idx="6874">
                  <c:v>388.0</c:v>
                </c:pt>
                <c:pt idx="6875">
                  <c:v>388.0</c:v>
                </c:pt>
                <c:pt idx="6876">
                  <c:v>388.0</c:v>
                </c:pt>
                <c:pt idx="6877">
                  <c:v>388.0</c:v>
                </c:pt>
                <c:pt idx="6878">
                  <c:v>388.0</c:v>
                </c:pt>
                <c:pt idx="6879">
                  <c:v>388.0</c:v>
                </c:pt>
                <c:pt idx="6880">
                  <c:v>388.0</c:v>
                </c:pt>
                <c:pt idx="6881">
                  <c:v>388.0</c:v>
                </c:pt>
                <c:pt idx="6882">
                  <c:v>388.0</c:v>
                </c:pt>
                <c:pt idx="6883">
                  <c:v>388.0</c:v>
                </c:pt>
                <c:pt idx="6884">
                  <c:v>388.0</c:v>
                </c:pt>
                <c:pt idx="6885">
                  <c:v>388.0</c:v>
                </c:pt>
                <c:pt idx="6886">
                  <c:v>388.0</c:v>
                </c:pt>
                <c:pt idx="6887">
                  <c:v>388.0</c:v>
                </c:pt>
                <c:pt idx="6888">
                  <c:v>388.0</c:v>
                </c:pt>
                <c:pt idx="6889">
                  <c:v>388.0</c:v>
                </c:pt>
                <c:pt idx="6890">
                  <c:v>388.0</c:v>
                </c:pt>
                <c:pt idx="6891">
                  <c:v>388.0</c:v>
                </c:pt>
                <c:pt idx="6892">
                  <c:v>388.0</c:v>
                </c:pt>
                <c:pt idx="6893">
                  <c:v>388.0</c:v>
                </c:pt>
                <c:pt idx="6894">
                  <c:v>388.0</c:v>
                </c:pt>
                <c:pt idx="6895">
                  <c:v>388.0</c:v>
                </c:pt>
                <c:pt idx="6896">
                  <c:v>388.0</c:v>
                </c:pt>
                <c:pt idx="6897">
                  <c:v>388.0</c:v>
                </c:pt>
                <c:pt idx="6898">
                  <c:v>388.0</c:v>
                </c:pt>
                <c:pt idx="6899">
                  <c:v>388.0</c:v>
                </c:pt>
                <c:pt idx="6900">
                  <c:v>388.0</c:v>
                </c:pt>
                <c:pt idx="6901">
                  <c:v>388.0</c:v>
                </c:pt>
                <c:pt idx="6902">
                  <c:v>388.0</c:v>
                </c:pt>
                <c:pt idx="6903">
                  <c:v>388.0</c:v>
                </c:pt>
                <c:pt idx="6904">
                  <c:v>388.0</c:v>
                </c:pt>
                <c:pt idx="6905">
                  <c:v>388.0</c:v>
                </c:pt>
                <c:pt idx="6906">
                  <c:v>388.0</c:v>
                </c:pt>
                <c:pt idx="6907">
                  <c:v>388.0</c:v>
                </c:pt>
                <c:pt idx="6908">
                  <c:v>388.0</c:v>
                </c:pt>
                <c:pt idx="6909">
                  <c:v>388.0</c:v>
                </c:pt>
                <c:pt idx="6910">
                  <c:v>388.0</c:v>
                </c:pt>
                <c:pt idx="6911">
                  <c:v>388.0</c:v>
                </c:pt>
                <c:pt idx="6912">
                  <c:v>388.0</c:v>
                </c:pt>
                <c:pt idx="6913">
                  <c:v>388.0</c:v>
                </c:pt>
                <c:pt idx="6914">
                  <c:v>388.0</c:v>
                </c:pt>
                <c:pt idx="6915">
                  <c:v>388.0</c:v>
                </c:pt>
                <c:pt idx="6916">
                  <c:v>388.0</c:v>
                </c:pt>
                <c:pt idx="6917">
                  <c:v>388.0</c:v>
                </c:pt>
                <c:pt idx="6918">
                  <c:v>388.0</c:v>
                </c:pt>
                <c:pt idx="6919">
                  <c:v>388.0</c:v>
                </c:pt>
                <c:pt idx="6920">
                  <c:v>388.0</c:v>
                </c:pt>
                <c:pt idx="6921">
                  <c:v>388.0</c:v>
                </c:pt>
                <c:pt idx="6922">
                  <c:v>388.0</c:v>
                </c:pt>
                <c:pt idx="6923">
                  <c:v>388.0</c:v>
                </c:pt>
                <c:pt idx="6924">
                  <c:v>388.0</c:v>
                </c:pt>
                <c:pt idx="6925">
                  <c:v>388.0</c:v>
                </c:pt>
                <c:pt idx="6926">
                  <c:v>388.0</c:v>
                </c:pt>
                <c:pt idx="6927">
                  <c:v>388.0</c:v>
                </c:pt>
                <c:pt idx="6928">
                  <c:v>388.0</c:v>
                </c:pt>
                <c:pt idx="6929">
                  <c:v>388.0</c:v>
                </c:pt>
                <c:pt idx="6930">
                  <c:v>388.0</c:v>
                </c:pt>
                <c:pt idx="6931">
                  <c:v>388.0</c:v>
                </c:pt>
                <c:pt idx="6932">
                  <c:v>388.0</c:v>
                </c:pt>
                <c:pt idx="6933">
                  <c:v>388.0</c:v>
                </c:pt>
                <c:pt idx="6934">
                  <c:v>388.0</c:v>
                </c:pt>
                <c:pt idx="6935">
                  <c:v>388.0</c:v>
                </c:pt>
                <c:pt idx="6936">
                  <c:v>388.0</c:v>
                </c:pt>
                <c:pt idx="6937">
                  <c:v>388.0</c:v>
                </c:pt>
                <c:pt idx="6938">
                  <c:v>388.0</c:v>
                </c:pt>
                <c:pt idx="6939">
                  <c:v>388.0</c:v>
                </c:pt>
                <c:pt idx="6940">
                  <c:v>388.0</c:v>
                </c:pt>
                <c:pt idx="6941">
                  <c:v>388.0</c:v>
                </c:pt>
                <c:pt idx="6942">
                  <c:v>388.0</c:v>
                </c:pt>
                <c:pt idx="6943">
                  <c:v>388.0</c:v>
                </c:pt>
                <c:pt idx="6944">
                  <c:v>388.0</c:v>
                </c:pt>
                <c:pt idx="6945">
                  <c:v>388.0</c:v>
                </c:pt>
                <c:pt idx="6946">
                  <c:v>388.0</c:v>
                </c:pt>
                <c:pt idx="6947">
                  <c:v>388.0</c:v>
                </c:pt>
                <c:pt idx="6948">
                  <c:v>388.0</c:v>
                </c:pt>
                <c:pt idx="6949">
                  <c:v>388.0</c:v>
                </c:pt>
                <c:pt idx="6950">
                  <c:v>388.0</c:v>
                </c:pt>
                <c:pt idx="6951">
                  <c:v>388.0</c:v>
                </c:pt>
                <c:pt idx="6952">
                  <c:v>388.0</c:v>
                </c:pt>
                <c:pt idx="6953">
                  <c:v>388.0</c:v>
                </c:pt>
                <c:pt idx="6954">
                  <c:v>388.0</c:v>
                </c:pt>
                <c:pt idx="6955">
                  <c:v>388.0</c:v>
                </c:pt>
                <c:pt idx="6956">
                  <c:v>388.0</c:v>
                </c:pt>
                <c:pt idx="6957">
                  <c:v>388.0</c:v>
                </c:pt>
                <c:pt idx="6958">
                  <c:v>388.0</c:v>
                </c:pt>
                <c:pt idx="6959">
                  <c:v>388.0</c:v>
                </c:pt>
                <c:pt idx="6960">
                  <c:v>388.0</c:v>
                </c:pt>
                <c:pt idx="6961">
                  <c:v>388.0</c:v>
                </c:pt>
                <c:pt idx="6962">
                  <c:v>388.0</c:v>
                </c:pt>
                <c:pt idx="6963">
                  <c:v>388.0</c:v>
                </c:pt>
                <c:pt idx="6964">
                  <c:v>388.0</c:v>
                </c:pt>
                <c:pt idx="6965">
                  <c:v>388.0</c:v>
                </c:pt>
                <c:pt idx="6966">
                  <c:v>388.0</c:v>
                </c:pt>
                <c:pt idx="6967">
                  <c:v>388.0</c:v>
                </c:pt>
                <c:pt idx="6968">
                  <c:v>388.0</c:v>
                </c:pt>
                <c:pt idx="6969">
                  <c:v>388.0</c:v>
                </c:pt>
                <c:pt idx="6970">
                  <c:v>388.0</c:v>
                </c:pt>
                <c:pt idx="6971">
                  <c:v>388.0</c:v>
                </c:pt>
                <c:pt idx="6972">
                  <c:v>388.0</c:v>
                </c:pt>
                <c:pt idx="6973">
                  <c:v>388.0</c:v>
                </c:pt>
                <c:pt idx="6974">
                  <c:v>388.0</c:v>
                </c:pt>
                <c:pt idx="6975">
                  <c:v>388.0</c:v>
                </c:pt>
                <c:pt idx="6976">
                  <c:v>388.0</c:v>
                </c:pt>
                <c:pt idx="6977">
                  <c:v>388.0</c:v>
                </c:pt>
                <c:pt idx="6978">
                  <c:v>388.0</c:v>
                </c:pt>
                <c:pt idx="6979">
                  <c:v>388.0</c:v>
                </c:pt>
                <c:pt idx="6980">
                  <c:v>388.0</c:v>
                </c:pt>
                <c:pt idx="6981">
                  <c:v>388.0</c:v>
                </c:pt>
                <c:pt idx="6982">
                  <c:v>388.0</c:v>
                </c:pt>
                <c:pt idx="6983">
                  <c:v>388.0</c:v>
                </c:pt>
                <c:pt idx="6984">
                  <c:v>388.0</c:v>
                </c:pt>
                <c:pt idx="6985">
                  <c:v>388.0</c:v>
                </c:pt>
                <c:pt idx="6986">
                  <c:v>388.0</c:v>
                </c:pt>
                <c:pt idx="6987">
                  <c:v>388.0</c:v>
                </c:pt>
                <c:pt idx="6988">
                  <c:v>388.0</c:v>
                </c:pt>
                <c:pt idx="6989">
                  <c:v>388.0</c:v>
                </c:pt>
                <c:pt idx="6990">
                  <c:v>388.0</c:v>
                </c:pt>
                <c:pt idx="6991">
                  <c:v>388.0</c:v>
                </c:pt>
                <c:pt idx="6992">
                  <c:v>388.0</c:v>
                </c:pt>
                <c:pt idx="6993">
                  <c:v>388.0</c:v>
                </c:pt>
                <c:pt idx="6994">
                  <c:v>388.0</c:v>
                </c:pt>
                <c:pt idx="6995">
                  <c:v>388.0</c:v>
                </c:pt>
                <c:pt idx="6996">
                  <c:v>388.0</c:v>
                </c:pt>
                <c:pt idx="6997">
                  <c:v>388.0</c:v>
                </c:pt>
                <c:pt idx="6998">
                  <c:v>388.0</c:v>
                </c:pt>
                <c:pt idx="6999">
                  <c:v>388.0</c:v>
                </c:pt>
                <c:pt idx="7000">
                  <c:v>388.0</c:v>
                </c:pt>
                <c:pt idx="7001">
                  <c:v>388.0</c:v>
                </c:pt>
                <c:pt idx="7002">
                  <c:v>388.0</c:v>
                </c:pt>
                <c:pt idx="7003">
                  <c:v>388.0</c:v>
                </c:pt>
                <c:pt idx="7004">
                  <c:v>388.0</c:v>
                </c:pt>
                <c:pt idx="7005">
                  <c:v>388.0</c:v>
                </c:pt>
                <c:pt idx="7006">
                  <c:v>388.0</c:v>
                </c:pt>
                <c:pt idx="7007">
                  <c:v>388.0</c:v>
                </c:pt>
                <c:pt idx="7008">
                  <c:v>388.0</c:v>
                </c:pt>
                <c:pt idx="7009">
                  <c:v>388.0</c:v>
                </c:pt>
                <c:pt idx="7010">
                  <c:v>388.0</c:v>
                </c:pt>
                <c:pt idx="7011">
                  <c:v>388.0</c:v>
                </c:pt>
                <c:pt idx="7012">
                  <c:v>388.0</c:v>
                </c:pt>
                <c:pt idx="7013">
                  <c:v>388.0</c:v>
                </c:pt>
                <c:pt idx="7014">
                  <c:v>388.0</c:v>
                </c:pt>
                <c:pt idx="7015">
                  <c:v>388.0</c:v>
                </c:pt>
                <c:pt idx="7016">
                  <c:v>388.0</c:v>
                </c:pt>
                <c:pt idx="7017">
                  <c:v>388.0</c:v>
                </c:pt>
                <c:pt idx="7018">
                  <c:v>388.0</c:v>
                </c:pt>
                <c:pt idx="7019">
                  <c:v>388.0</c:v>
                </c:pt>
                <c:pt idx="7020">
                  <c:v>388.0</c:v>
                </c:pt>
                <c:pt idx="7021">
                  <c:v>388.0</c:v>
                </c:pt>
                <c:pt idx="7022">
                  <c:v>388.0</c:v>
                </c:pt>
                <c:pt idx="7023">
                  <c:v>388.0</c:v>
                </c:pt>
                <c:pt idx="7024">
                  <c:v>388.0</c:v>
                </c:pt>
                <c:pt idx="7025">
                  <c:v>388.0</c:v>
                </c:pt>
                <c:pt idx="7026">
                  <c:v>388.0</c:v>
                </c:pt>
                <c:pt idx="7027">
                  <c:v>388.0</c:v>
                </c:pt>
                <c:pt idx="7028">
                  <c:v>388.0</c:v>
                </c:pt>
                <c:pt idx="7029">
                  <c:v>388.0</c:v>
                </c:pt>
                <c:pt idx="7030">
                  <c:v>388.0</c:v>
                </c:pt>
                <c:pt idx="7031">
                  <c:v>388.0</c:v>
                </c:pt>
                <c:pt idx="7032">
                  <c:v>388.0</c:v>
                </c:pt>
                <c:pt idx="7033">
                  <c:v>388.0</c:v>
                </c:pt>
                <c:pt idx="7034">
                  <c:v>388.0</c:v>
                </c:pt>
                <c:pt idx="7035">
                  <c:v>388.0</c:v>
                </c:pt>
                <c:pt idx="7036">
                  <c:v>388.0</c:v>
                </c:pt>
                <c:pt idx="7037">
                  <c:v>388.0</c:v>
                </c:pt>
                <c:pt idx="7038">
                  <c:v>388.0</c:v>
                </c:pt>
                <c:pt idx="7039">
                  <c:v>388.0</c:v>
                </c:pt>
                <c:pt idx="7040">
                  <c:v>388.0</c:v>
                </c:pt>
                <c:pt idx="7041">
                  <c:v>388.0</c:v>
                </c:pt>
                <c:pt idx="7042">
                  <c:v>388.0</c:v>
                </c:pt>
                <c:pt idx="7043">
                  <c:v>388.0</c:v>
                </c:pt>
                <c:pt idx="7044">
                  <c:v>388.0</c:v>
                </c:pt>
                <c:pt idx="7045">
                  <c:v>388.0</c:v>
                </c:pt>
                <c:pt idx="7046">
                  <c:v>388.0</c:v>
                </c:pt>
                <c:pt idx="7047">
                  <c:v>388.0</c:v>
                </c:pt>
                <c:pt idx="7048">
                  <c:v>388.0</c:v>
                </c:pt>
                <c:pt idx="7049">
                  <c:v>388.0</c:v>
                </c:pt>
                <c:pt idx="7050">
                  <c:v>388.0</c:v>
                </c:pt>
                <c:pt idx="7051">
                  <c:v>388.0</c:v>
                </c:pt>
                <c:pt idx="7052">
                  <c:v>388.0</c:v>
                </c:pt>
                <c:pt idx="7053">
                  <c:v>388.0</c:v>
                </c:pt>
                <c:pt idx="7054">
                  <c:v>388.0</c:v>
                </c:pt>
                <c:pt idx="7055">
                  <c:v>388.0</c:v>
                </c:pt>
                <c:pt idx="7056">
                  <c:v>388.0</c:v>
                </c:pt>
                <c:pt idx="7057">
                  <c:v>388.0</c:v>
                </c:pt>
                <c:pt idx="7058">
                  <c:v>388.0</c:v>
                </c:pt>
                <c:pt idx="7059">
                  <c:v>388.0</c:v>
                </c:pt>
                <c:pt idx="7060">
                  <c:v>388.0</c:v>
                </c:pt>
                <c:pt idx="7061">
                  <c:v>388.0</c:v>
                </c:pt>
                <c:pt idx="7062">
                  <c:v>388.0</c:v>
                </c:pt>
                <c:pt idx="7063">
                  <c:v>388.0</c:v>
                </c:pt>
                <c:pt idx="7064">
                  <c:v>388.0</c:v>
                </c:pt>
                <c:pt idx="7065">
                  <c:v>388.0</c:v>
                </c:pt>
                <c:pt idx="7066">
                  <c:v>388.0</c:v>
                </c:pt>
                <c:pt idx="7067">
                  <c:v>388.0</c:v>
                </c:pt>
                <c:pt idx="7068">
                  <c:v>388.0</c:v>
                </c:pt>
                <c:pt idx="7069">
                  <c:v>388.0</c:v>
                </c:pt>
                <c:pt idx="7070">
                  <c:v>388.0</c:v>
                </c:pt>
                <c:pt idx="7071">
                  <c:v>388.0</c:v>
                </c:pt>
                <c:pt idx="7072">
                  <c:v>388.0</c:v>
                </c:pt>
                <c:pt idx="7073">
                  <c:v>388.0</c:v>
                </c:pt>
                <c:pt idx="7074">
                  <c:v>388.0</c:v>
                </c:pt>
                <c:pt idx="7075">
                  <c:v>388.0</c:v>
                </c:pt>
                <c:pt idx="7076">
                  <c:v>388.0</c:v>
                </c:pt>
                <c:pt idx="7077">
                  <c:v>388.0</c:v>
                </c:pt>
                <c:pt idx="7078">
                  <c:v>388.0</c:v>
                </c:pt>
                <c:pt idx="7079">
                  <c:v>388.0</c:v>
                </c:pt>
                <c:pt idx="7080">
                  <c:v>388.0</c:v>
                </c:pt>
                <c:pt idx="7081">
                  <c:v>388.0</c:v>
                </c:pt>
                <c:pt idx="7082">
                  <c:v>388.0</c:v>
                </c:pt>
                <c:pt idx="7083">
                  <c:v>388.0</c:v>
                </c:pt>
                <c:pt idx="7084">
                  <c:v>388.0</c:v>
                </c:pt>
                <c:pt idx="7085">
                  <c:v>388.0</c:v>
                </c:pt>
                <c:pt idx="7086">
                  <c:v>388.0</c:v>
                </c:pt>
                <c:pt idx="7087">
                  <c:v>388.0</c:v>
                </c:pt>
                <c:pt idx="7088">
                  <c:v>388.0</c:v>
                </c:pt>
                <c:pt idx="7089">
                  <c:v>388.0</c:v>
                </c:pt>
                <c:pt idx="7090">
                  <c:v>388.0</c:v>
                </c:pt>
                <c:pt idx="7091">
                  <c:v>388.0</c:v>
                </c:pt>
                <c:pt idx="7092">
                  <c:v>388.0</c:v>
                </c:pt>
                <c:pt idx="7093">
                  <c:v>388.0</c:v>
                </c:pt>
                <c:pt idx="7094">
                  <c:v>388.0</c:v>
                </c:pt>
                <c:pt idx="7095">
                  <c:v>388.0</c:v>
                </c:pt>
                <c:pt idx="7096">
                  <c:v>388.0</c:v>
                </c:pt>
                <c:pt idx="7097">
                  <c:v>388.0</c:v>
                </c:pt>
                <c:pt idx="7098">
                  <c:v>388.0</c:v>
                </c:pt>
                <c:pt idx="7099">
                  <c:v>388.0</c:v>
                </c:pt>
                <c:pt idx="7100">
                  <c:v>388.0</c:v>
                </c:pt>
                <c:pt idx="7101">
                  <c:v>388.0</c:v>
                </c:pt>
                <c:pt idx="7102">
                  <c:v>388.0</c:v>
                </c:pt>
                <c:pt idx="7103">
                  <c:v>388.0</c:v>
                </c:pt>
                <c:pt idx="7104">
                  <c:v>388.0</c:v>
                </c:pt>
                <c:pt idx="7105">
                  <c:v>388.0</c:v>
                </c:pt>
                <c:pt idx="7106">
                  <c:v>388.0</c:v>
                </c:pt>
                <c:pt idx="7107">
                  <c:v>388.0</c:v>
                </c:pt>
                <c:pt idx="7108">
                  <c:v>388.0</c:v>
                </c:pt>
                <c:pt idx="7109">
                  <c:v>388.0</c:v>
                </c:pt>
                <c:pt idx="7110">
                  <c:v>388.0</c:v>
                </c:pt>
                <c:pt idx="7111">
                  <c:v>388.0</c:v>
                </c:pt>
                <c:pt idx="7112">
                  <c:v>388.0</c:v>
                </c:pt>
                <c:pt idx="7113">
                  <c:v>388.0</c:v>
                </c:pt>
                <c:pt idx="7114">
                  <c:v>388.0</c:v>
                </c:pt>
                <c:pt idx="7115">
                  <c:v>388.0</c:v>
                </c:pt>
                <c:pt idx="7116">
                  <c:v>388.0</c:v>
                </c:pt>
                <c:pt idx="7117">
                  <c:v>388.0</c:v>
                </c:pt>
                <c:pt idx="7118">
                  <c:v>388.0</c:v>
                </c:pt>
                <c:pt idx="7119">
                  <c:v>388.0</c:v>
                </c:pt>
                <c:pt idx="7120">
                  <c:v>388.0</c:v>
                </c:pt>
                <c:pt idx="7121">
                  <c:v>388.0</c:v>
                </c:pt>
                <c:pt idx="7122">
                  <c:v>388.0</c:v>
                </c:pt>
                <c:pt idx="7123">
                  <c:v>388.0</c:v>
                </c:pt>
                <c:pt idx="7124">
                  <c:v>388.0</c:v>
                </c:pt>
                <c:pt idx="7125">
                  <c:v>388.0</c:v>
                </c:pt>
                <c:pt idx="7126">
                  <c:v>388.0</c:v>
                </c:pt>
                <c:pt idx="7127">
                  <c:v>388.0</c:v>
                </c:pt>
                <c:pt idx="7128">
                  <c:v>388.0</c:v>
                </c:pt>
                <c:pt idx="7129">
                  <c:v>388.0</c:v>
                </c:pt>
                <c:pt idx="7130">
                  <c:v>388.0</c:v>
                </c:pt>
                <c:pt idx="7131">
                  <c:v>388.0</c:v>
                </c:pt>
                <c:pt idx="7132">
                  <c:v>388.0</c:v>
                </c:pt>
                <c:pt idx="7133">
                  <c:v>388.0</c:v>
                </c:pt>
                <c:pt idx="7134">
                  <c:v>388.0</c:v>
                </c:pt>
                <c:pt idx="7135">
                  <c:v>388.0</c:v>
                </c:pt>
                <c:pt idx="7136">
                  <c:v>388.0</c:v>
                </c:pt>
                <c:pt idx="7137">
                  <c:v>388.0</c:v>
                </c:pt>
                <c:pt idx="7138">
                  <c:v>388.0</c:v>
                </c:pt>
                <c:pt idx="7139">
                  <c:v>388.0</c:v>
                </c:pt>
                <c:pt idx="7140">
                  <c:v>388.0</c:v>
                </c:pt>
                <c:pt idx="7141">
                  <c:v>388.0</c:v>
                </c:pt>
                <c:pt idx="7142">
                  <c:v>388.0</c:v>
                </c:pt>
                <c:pt idx="7143">
                  <c:v>388.0</c:v>
                </c:pt>
                <c:pt idx="7144">
                  <c:v>388.0</c:v>
                </c:pt>
                <c:pt idx="7145">
                  <c:v>388.0</c:v>
                </c:pt>
                <c:pt idx="7146">
                  <c:v>388.0</c:v>
                </c:pt>
                <c:pt idx="7147">
                  <c:v>388.0</c:v>
                </c:pt>
                <c:pt idx="7148">
                  <c:v>388.0</c:v>
                </c:pt>
                <c:pt idx="7149">
                  <c:v>388.0</c:v>
                </c:pt>
                <c:pt idx="7150">
                  <c:v>388.0</c:v>
                </c:pt>
                <c:pt idx="7151">
                  <c:v>388.0</c:v>
                </c:pt>
                <c:pt idx="7152">
                  <c:v>388.0</c:v>
                </c:pt>
                <c:pt idx="7153">
                  <c:v>388.0</c:v>
                </c:pt>
                <c:pt idx="7154">
                  <c:v>388.0</c:v>
                </c:pt>
                <c:pt idx="7155">
                  <c:v>388.0</c:v>
                </c:pt>
                <c:pt idx="7156">
                  <c:v>388.0</c:v>
                </c:pt>
                <c:pt idx="7157">
                  <c:v>388.0</c:v>
                </c:pt>
                <c:pt idx="7158">
                  <c:v>388.0</c:v>
                </c:pt>
                <c:pt idx="7159">
                  <c:v>388.0</c:v>
                </c:pt>
                <c:pt idx="7160">
                  <c:v>388.0</c:v>
                </c:pt>
                <c:pt idx="7161">
                  <c:v>388.0</c:v>
                </c:pt>
                <c:pt idx="7162">
                  <c:v>388.0</c:v>
                </c:pt>
                <c:pt idx="7163">
                  <c:v>388.0</c:v>
                </c:pt>
                <c:pt idx="7164">
                  <c:v>388.0</c:v>
                </c:pt>
                <c:pt idx="7165">
                  <c:v>388.0</c:v>
                </c:pt>
                <c:pt idx="7166">
                  <c:v>388.0</c:v>
                </c:pt>
                <c:pt idx="7167">
                  <c:v>388.0</c:v>
                </c:pt>
                <c:pt idx="7168">
                  <c:v>388.0</c:v>
                </c:pt>
                <c:pt idx="7169">
                  <c:v>388.0</c:v>
                </c:pt>
                <c:pt idx="7170">
                  <c:v>388.0</c:v>
                </c:pt>
                <c:pt idx="7171">
                  <c:v>388.0</c:v>
                </c:pt>
                <c:pt idx="7172">
                  <c:v>388.0</c:v>
                </c:pt>
                <c:pt idx="7173">
                  <c:v>388.0</c:v>
                </c:pt>
                <c:pt idx="7174">
                  <c:v>388.0</c:v>
                </c:pt>
                <c:pt idx="7175">
                  <c:v>388.0</c:v>
                </c:pt>
                <c:pt idx="7176">
                  <c:v>388.0</c:v>
                </c:pt>
                <c:pt idx="7177">
                  <c:v>388.0</c:v>
                </c:pt>
                <c:pt idx="7178">
                  <c:v>388.0</c:v>
                </c:pt>
                <c:pt idx="7179">
                  <c:v>388.0</c:v>
                </c:pt>
                <c:pt idx="7180">
                  <c:v>388.0</c:v>
                </c:pt>
                <c:pt idx="7181">
                  <c:v>388.0</c:v>
                </c:pt>
                <c:pt idx="7182">
                  <c:v>388.0</c:v>
                </c:pt>
                <c:pt idx="7183">
                  <c:v>388.0</c:v>
                </c:pt>
                <c:pt idx="7184">
                  <c:v>388.0</c:v>
                </c:pt>
                <c:pt idx="7185">
                  <c:v>388.0</c:v>
                </c:pt>
                <c:pt idx="7186">
                  <c:v>388.0</c:v>
                </c:pt>
                <c:pt idx="7187">
                  <c:v>388.0</c:v>
                </c:pt>
                <c:pt idx="7188">
                  <c:v>388.0</c:v>
                </c:pt>
                <c:pt idx="7189">
                  <c:v>388.0</c:v>
                </c:pt>
                <c:pt idx="7190">
                  <c:v>388.0</c:v>
                </c:pt>
                <c:pt idx="7191">
                  <c:v>388.0</c:v>
                </c:pt>
                <c:pt idx="7192">
                  <c:v>388.0</c:v>
                </c:pt>
                <c:pt idx="7193">
                  <c:v>388.0</c:v>
                </c:pt>
                <c:pt idx="7194">
                  <c:v>388.0</c:v>
                </c:pt>
                <c:pt idx="7195">
                  <c:v>388.0</c:v>
                </c:pt>
                <c:pt idx="7196">
                  <c:v>388.0</c:v>
                </c:pt>
                <c:pt idx="7197">
                  <c:v>388.0</c:v>
                </c:pt>
                <c:pt idx="7198">
                  <c:v>388.0</c:v>
                </c:pt>
                <c:pt idx="7199">
                  <c:v>388.0</c:v>
                </c:pt>
                <c:pt idx="7200">
                  <c:v>388.0</c:v>
                </c:pt>
                <c:pt idx="7201">
                  <c:v>388.0</c:v>
                </c:pt>
                <c:pt idx="7202">
                  <c:v>388.0</c:v>
                </c:pt>
                <c:pt idx="7203">
                  <c:v>388.0</c:v>
                </c:pt>
                <c:pt idx="7204">
                  <c:v>388.0</c:v>
                </c:pt>
                <c:pt idx="7205">
                  <c:v>388.0</c:v>
                </c:pt>
                <c:pt idx="7206">
                  <c:v>388.0</c:v>
                </c:pt>
                <c:pt idx="7207">
                  <c:v>388.0</c:v>
                </c:pt>
                <c:pt idx="7208">
                  <c:v>388.0</c:v>
                </c:pt>
                <c:pt idx="7209">
                  <c:v>388.0</c:v>
                </c:pt>
                <c:pt idx="7210">
                  <c:v>388.0</c:v>
                </c:pt>
                <c:pt idx="7211">
                  <c:v>388.0</c:v>
                </c:pt>
                <c:pt idx="7212">
                  <c:v>388.0</c:v>
                </c:pt>
                <c:pt idx="7213">
                  <c:v>388.0</c:v>
                </c:pt>
                <c:pt idx="7214">
                  <c:v>388.0</c:v>
                </c:pt>
                <c:pt idx="7215">
                  <c:v>388.0</c:v>
                </c:pt>
                <c:pt idx="7216">
                  <c:v>388.0</c:v>
                </c:pt>
                <c:pt idx="7217">
                  <c:v>388.0</c:v>
                </c:pt>
                <c:pt idx="7218">
                  <c:v>388.0</c:v>
                </c:pt>
                <c:pt idx="7219">
                  <c:v>388.0</c:v>
                </c:pt>
                <c:pt idx="7220">
                  <c:v>388.0</c:v>
                </c:pt>
                <c:pt idx="7221">
                  <c:v>388.0</c:v>
                </c:pt>
                <c:pt idx="7222">
                  <c:v>388.0</c:v>
                </c:pt>
                <c:pt idx="7223">
                  <c:v>388.0</c:v>
                </c:pt>
                <c:pt idx="7224">
                  <c:v>388.0</c:v>
                </c:pt>
                <c:pt idx="7225">
                  <c:v>388.0</c:v>
                </c:pt>
                <c:pt idx="7226">
                  <c:v>388.0</c:v>
                </c:pt>
                <c:pt idx="7227">
                  <c:v>388.0</c:v>
                </c:pt>
                <c:pt idx="7228">
                  <c:v>388.0</c:v>
                </c:pt>
                <c:pt idx="7229">
                  <c:v>388.0</c:v>
                </c:pt>
                <c:pt idx="7230">
                  <c:v>388.0</c:v>
                </c:pt>
                <c:pt idx="7231">
                  <c:v>388.0</c:v>
                </c:pt>
                <c:pt idx="7232">
                  <c:v>388.0</c:v>
                </c:pt>
                <c:pt idx="7233">
                  <c:v>388.0</c:v>
                </c:pt>
                <c:pt idx="7234">
                  <c:v>388.0</c:v>
                </c:pt>
                <c:pt idx="7235">
                  <c:v>388.0</c:v>
                </c:pt>
                <c:pt idx="7236">
                  <c:v>388.0</c:v>
                </c:pt>
                <c:pt idx="7237">
                  <c:v>388.0</c:v>
                </c:pt>
                <c:pt idx="7238">
                  <c:v>388.0</c:v>
                </c:pt>
                <c:pt idx="7239">
                  <c:v>388.0</c:v>
                </c:pt>
                <c:pt idx="7240">
                  <c:v>388.0</c:v>
                </c:pt>
                <c:pt idx="7241">
                  <c:v>388.0</c:v>
                </c:pt>
                <c:pt idx="7242">
                  <c:v>388.0</c:v>
                </c:pt>
                <c:pt idx="7243">
                  <c:v>388.0</c:v>
                </c:pt>
                <c:pt idx="7244">
                  <c:v>388.0</c:v>
                </c:pt>
                <c:pt idx="7245">
                  <c:v>388.0</c:v>
                </c:pt>
                <c:pt idx="7246">
                  <c:v>388.0</c:v>
                </c:pt>
                <c:pt idx="7247">
                  <c:v>388.0</c:v>
                </c:pt>
                <c:pt idx="7248">
                  <c:v>388.0</c:v>
                </c:pt>
                <c:pt idx="7249">
                  <c:v>388.0</c:v>
                </c:pt>
                <c:pt idx="7250">
                  <c:v>388.0</c:v>
                </c:pt>
                <c:pt idx="7251">
                  <c:v>388.0</c:v>
                </c:pt>
                <c:pt idx="7252">
                  <c:v>388.0</c:v>
                </c:pt>
                <c:pt idx="7253">
                  <c:v>388.0</c:v>
                </c:pt>
                <c:pt idx="7254">
                  <c:v>388.0</c:v>
                </c:pt>
                <c:pt idx="7255">
                  <c:v>388.0</c:v>
                </c:pt>
                <c:pt idx="7256">
                  <c:v>388.0</c:v>
                </c:pt>
                <c:pt idx="7257">
                  <c:v>388.0</c:v>
                </c:pt>
                <c:pt idx="7258">
                  <c:v>388.0</c:v>
                </c:pt>
                <c:pt idx="7259">
                  <c:v>388.0</c:v>
                </c:pt>
                <c:pt idx="7260">
                  <c:v>388.0</c:v>
                </c:pt>
                <c:pt idx="7261">
                  <c:v>388.0</c:v>
                </c:pt>
                <c:pt idx="7262">
                  <c:v>388.0</c:v>
                </c:pt>
                <c:pt idx="7263">
                  <c:v>388.0</c:v>
                </c:pt>
                <c:pt idx="7264">
                  <c:v>388.0</c:v>
                </c:pt>
                <c:pt idx="7265">
                  <c:v>388.0</c:v>
                </c:pt>
                <c:pt idx="7266">
                  <c:v>388.0</c:v>
                </c:pt>
                <c:pt idx="7267">
                  <c:v>388.0</c:v>
                </c:pt>
                <c:pt idx="7268">
                  <c:v>388.0</c:v>
                </c:pt>
                <c:pt idx="7269">
                  <c:v>388.0</c:v>
                </c:pt>
                <c:pt idx="7270">
                  <c:v>388.0</c:v>
                </c:pt>
                <c:pt idx="7271">
                  <c:v>388.0</c:v>
                </c:pt>
                <c:pt idx="7272">
                  <c:v>388.0</c:v>
                </c:pt>
                <c:pt idx="7273">
                  <c:v>388.0</c:v>
                </c:pt>
                <c:pt idx="7274">
                  <c:v>388.0</c:v>
                </c:pt>
                <c:pt idx="7275">
                  <c:v>388.0</c:v>
                </c:pt>
                <c:pt idx="7276">
                  <c:v>388.0</c:v>
                </c:pt>
                <c:pt idx="7277">
                  <c:v>388.0</c:v>
                </c:pt>
                <c:pt idx="7278">
                  <c:v>388.0</c:v>
                </c:pt>
                <c:pt idx="7279">
                  <c:v>388.0</c:v>
                </c:pt>
                <c:pt idx="7280">
                  <c:v>388.0</c:v>
                </c:pt>
                <c:pt idx="7281">
                  <c:v>388.0</c:v>
                </c:pt>
                <c:pt idx="7282">
                  <c:v>388.0</c:v>
                </c:pt>
                <c:pt idx="7283">
                  <c:v>388.0</c:v>
                </c:pt>
                <c:pt idx="7284">
                  <c:v>388.0</c:v>
                </c:pt>
                <c:pt idx="7285">
                  <c:v>388.0</c:v>
                </c:pt>
                <c:pt idx="7286">
                  <c:v>388.0</c:v>
                </c:pt>
                <c:pt idx="7287">
                  <c:v>388.0</c:v>
                </c:pt>
                <c:pt idx="7288">
                  <c:v>388.0</c:v>
                </c:pt>
                <c:pt idx="7289">
                  <c:v>388.0</c:v>
                </c:pt>
                <c:pt idx="7290">
                  <c:v>388.0</c:v>
                </c:pt>
                <c:pt idx="7291">
                  <c:v>388.0</c:v>
                </c:pt>
                <c:pt idx="7292">
                  <c:v>388.0</c:v>
                </c:pt>
                <c:pt idx="7293">
                  <c:v>388.0</c:v>
                </c:pt>
                <c:pt idx="7294">
                  <c:v>388.0</c:v>
                </c:pt>
                <c:pt idx="7295">
                  <c:v>388.0</c:v>
                </c:pt>
                <c:pt idx="7296">
                  <c:v>388.0</c:v>
                </c:pt>
                <c:pt idx="7297">
                  <c:v>388.0</c:v>
                </c:pt>
                <c:pt idx="7298">
                  <c:v>388.0</c:v>
                </c:pt>
                <c:pt idx="7299">
                  <c:v>388.0</c:v>
                </c:pt>
                <c:pt idx="7300">
                  <c:v>388.0</c:v>
                </c:pt>
                <c:pt idx="7301">
                  <c:v>388.0</c:v>
                </c:pt>
                <c:pt idx="7302">
                  <c:v>388.0</c:v>
                </c:pt>
                <c:pt idx="7303">
                  <c:v>388.0</c:v>
                </c:pt>
                <c:pt idx="7304">
                  <c:v>388.0</c:v>
                </c:pt>
                <c:pt idx="7305">
                  <c:v>388.0</c:v>
                </c:pt>
                <c:pt idx="7306">
                  <c:v>388.0</c:v>
                </c:pt>
                <c:pt idx="7307">
                  <c:v>388.0</c:v>
                </c:pt>
                <c:pt idx="7308">
                  <c:v>388.0</c:v>
                </c:pt>
                <c:pt idx="7309">
                  <c:v>388.0</c:v>
                </c:pt>
                <c:pt idx="7310">
                  <c:v>388.0</c:v>
                </c:pt>
                <c:pt idx="7311">
                  <c:v>388.0</c:v>
                </c:pt>
                <c:pt idx="7312">
                  <c:v>388.0</c:v>
                </c:pt>
                <c:pt idx="7313">
                  <c:v>388.0</c:v>
                </c:pt>
                <c:pt idx="7314">
                  <c:v>388.0</c:v>
                </c:pt>
                <c:pt idx="7315">
                  <c:v>388.0</c:v>
                </c:pt>
                <c:pt idx="7316">
                  <c:v>388.0</c:v>
                </c:pt>
                <c:pt idx="7317">
                  <c:v>388.0</c:v>
                </c:pt>
                <c:pt idx="7318">
                  <c:v>388.0</c:v>
                </c:pt>
                <c:pt idx="7319">
                  <c:v>388.0</c:v>
                </c:pt>
                <c:pt idx="7320">
                  <c:v>388.0</c:v>
                </c:pt>
                <c:pt idx="7321">
                  <c:v>388.0</c:v>
                </c:pt>
                <c:pt idx="7322">
                  <c:v>388.0</c:v>
                </c:pt>
                <c:pt idx="7323">
                  <c:v>388.0</c:v>
                </c:pt>
                <c:pt idx="7324">
                  <c:v>388.0</c:v>
                </c:pt>
                <c:pt idx="7325">
                  <c:v>388.0</c:v>
                </c:pt>
                <c:pt idx="7326">
                  <c:v>388.0</c:v>
                </c:pt>
                <c:pt idx="7327">
                  <c:v>388.0</c:v>
                </c:pt>
                <c:pt idx="7328">
                  <c:v>388.0</c:v>
                </c:pt>
                <c:pt idx="7329">
                  <c:v>388.0</c:v>
                </c:pt>
                <c:pt idx="7330">
                  <c:v>388.0</c:v>
                </c:pt>
                <c:pt idx="7331">
                  <c:v>388.0</c:v>
                </c:pt>
                <c:pt idx="7332">
                  <c:v>388.0</c:v>
                </c:pt>
                <c:pt idx="7333">
                  <c:v>388.0</c:v>
                </c:pt>
                <c:pt idx="7334">
                  <c:v>388.0</c:v>
                </c:pt>
                <c:pt idx="7335">
                  <c:v>388.0</c:v>
                </c:pt>
                <c:pt idx="7336">
                  <c:v>388.0</c:v>
                </c:pt>
                <c:pt idx="7337">
                  <c:v>388.0</c:v>
                </c:pt>
                <c:pt idx="7338">
                  <c:v>388.0</c:v>
                </c:pt>
                <c:pt idx="7339">
                  <c:v>388.0</c:v>
                </c:pt>
                <c:pt idx="7340">
                  <c:v>388.0</c:v>
                </c:pt>
                <c:pt idx="7341">
                  <c:v>388.0</c:v>
                </c:pt>
                <c:pt idx="7342">
                  <c:v>388.0</c:v>
                </c:pt>
                <c:pt idx="7343">
                  <c:v>388.0</c:v>
                </c:pt>
                <c:pt idx="7344">
                  <c:v>388.0</c:v>
                </c:pt>
                <c:pt idx="7345">
                  <c:v>388.0</c:v>
                </c:pt>
                <c:pt idx="7346">
                  <c:v>388.0</c:v>
                </c:pt>
                <c:pt idx="7347">
                  <c:v>388.0</c:v>
                </c:pt>
                <c:pt idx="7348">
                  <c:v>388.0</c:v>
                </c:pt>
                <c:pt idx="7349">
                  <c:v>388.0</c:v>
                </c:pt>
                <c:pt idx="7350">
                  <c:v>388.0</c:v>
                </c:pt>
                <c:pt idx="7351">
                  <c:v>388.0</c:v>
                </c:pt>
                <c:pt idx="7352">
                  <c:v>388.0</c:v>
                </c:pt>
                <c:pt idx="7353">
                  <c:v>388.0</c:v>
                </c:pt>
                <c:pt idx="7354">
                  <c:v>388.0</c:v>
                </c:pt>
                <c:pt idx="7355">
                  <c:v>388.0</c:v>
                </c:pt>
                <c:pt idx="7356">
                  <c:v>388.0</c:v>
                </c:pt>
                <c:pt idx="7357">
                  <c:v>388.0</c:v>
                </c:pt>
                <c:pt idx="7358">
                  <c:v>388.0</c:v>
                </c:pt>
                <c:pt idx="7359">
                  <c:v>388.0</c:v>
                </c:pt>
                <c:pt idx="7360">
                  <c:v>388.0</c:v>
                </c:pt>
                <c:pt idx="7361">
                  <c:v>388.0</c:v>
                </c:pt>
                <c:pt idx="7362">
                  <c:v>388.0</c:v>
                </c:pt>
                <c:pt idx="7363">
                  <c:v>388.0</c:v>
                </c:pt>
                <c:pt idx="7364">
                  <c:v>388.0</c:v>
                </c:pt>
                <c:pt idx="7365">
                  <c:v>388.0</c:v>
                </c:pt>
                <c:pt idx="7366">
                  <c:v>388.0</c:v>
                </c:pt>
                <c:pt idx="7367">
                  <c:v>388.0</c:v>
                </c:pt>
                <c:pt idx="7368">
                  <c:v>388.0</c:v>
                </c:pt>
                <c:pt idx="7369">
                  <c:v>388.0</c:v>
                </c:pt>
                <c:pt idx="7370">
                  <c:v>388.0</c:v>
                </c:pt>
                <c:pt idx="7371">
                  <c:v>388.0</c:v>
                </c:pt>
                <c:pt idx="7372">
                  <c:v>388.0</c:v>
                </c:pt>
                <c:pt idx="7373">
                  <c:v>388.0</c:v>
                </c:pt>
                <c:pt idx="7374">
                  <c:v>388.0</c:v>
                </c:pt>
                <c:pt idx="7375">
                  <c:v>388.0</c:v>
                </c:pt>
                <c:pt idx="7376">
                  <c:v>388.0</c:v>
                </c:pt>
                <c:pt idx="7377">
                  <c:v>388.0</c:v>
                </c:pt>
                <c:pt idx="7378">
                  <c:v>388.0</c:v>
                </c:pt>
                <c:pt idx="7379">
                  <c:v>388.0</c:v>
                </c:pt>
                <c:pt idx="7380">
                  <c:v>388.0</c:v>
                </c:pt>
                <c:pt idx="7381">
                  <c:v>388.0</c:v>
                </c:pt>
                <c:pt idx="7382">
                  <c:v>388.0</c:v>
                </c:pt>
                <c:pt idx="7383">
                  <c:v>388.0</c:v>
                </c:pt>
                <c:pt idx="7384">
                  <c:v>388.0</c:v>
                </c:pt>
                <c:pt idx="7385">
                  <c:v>388.0</c:v>
                </c:pt>
                <c:pt idx="7386">
                  <c:v>388.0</c:v>
                </c:pt>
                <c:pt idx="7387">
                  <c:v>388.0</c:v>
                </c:pt>
                <c:pt idx="7388">
                  <c:v>388.0</c:v>
                </c:pt>
                <c:pt idx="7389">
                  <c:v>388.0</c:v>
                </c:pt>
                <c:pt idx="7390">
                  <c:v>388.0</c:v>
                </c:pt>
                <c:pt idx="7391">
                  <c:v>388.0</c:v>
                </c:pt>
                <c:pt idx="7392">
                  <c:v>388.0</c:v>
                </c:pt>
                <c:pt idx="7393">
                  <c:v>388.0</c:v>
                </c:pt>
                <c:pt idx="7394">
                  <c:v>388.0</c:v>
                </c:pt>
                <c:pt idx="7395">
                  <c:v>388.0</c:v>
                </c:pt>
                <c:pt idx="7396">
                  <c:v>388.0</c:v>
                </c:pt>
                <c:pt idx="7397">
                  <c:v>388.0</c:v>
                </c:pt>
                <c:pt idx="7398">
                  <c:v>388.0</c:v>
                </c:pt>
                <c:pt idx="7399">
                  <c:v>388.0</c:v>
                </c:pt>
                <c:pt idx="7400">
                  <c:v>388.0</c:v>
                </c:pt>
                <c:pt idx="7401">
                  <c:v>388.0</c:v>
                </c:pt>
                <c:pt idx="7402">
                  <c:v>388.0</c:v>
                </c:pt>
                <c:pt idx="7403">
                  <c:v>388.0</c:v>
                </c:pt>
                <c:pt idx="7404">
                  <c:v>388.0</c:v>
                </c:pt>
                <c:pt idx="7405">
                  <c:v>388.0</c:v>
                </c:pt>
                <c:pt idx="7406">
                  <c:v>388.0</c:v>
                </c:pt>
                <c:pt idx="7407">
                  <c:v>388.0</c:v>
                </c:pt>
                <c:pt idx="7408">
                  <c:v>388.0</c:v>
                </c:pt>
                <c:pt idx="7409">
                  <c:v>388.0</c:v>
                </c:pt>
                <c:pt idx="7410">
                  <c:v>388.0</c:v>
                </c:pt>
                <c:pt idx="7411">
                  <c:v>388.0</c:v>
                </c:pt>
                <c:pt idx="7412">
                  <c:v>388.0</c:v>
                </c:pt>
                <c:pt idx="7413">
                  <c:v>388.0</c:v>
                </c:pt>
                <c:pt idx="7414">
                  <c:v>388.0</c:v>
                </c:pt>
                <c:pt idx="7415">
                  <c:v>388.0</c:v>
                </c:pt>
                <c:pt idx="7416">
                  <c:v>388.0</c:v>
                </c:pt>
                <c:pt idx="7417">
                  <c:v>388.0</c:v>
                </c:pt>
                <c:pt idx="7418">
                  <c:v>388.0</c:v>
                </c:pt>
                <c:pt idx="7419">
                  <c:v>388.0</c:v>
                </c:pt>
                <c:pt idx="7420">
                  <c:v>388.0</c:v>
                </c:pt>
                <c:pt idx="7421">
                  <c:v>388.0</c:v>
                </c:pt>
                <c:pt idx="7422">
                  <c:v>388.0</c:v>
                </c:pt>
                <c:pt idx="7423">
                  <c:v>388.0</c:v>
                </c:pt>
                <c:pt idx="7424">
                  <c:v>388.0</c:v>
                </c:pt>
                <c:pt idx="7425">
                  <c:v>388.0</c:v>
                </c:pt>
                <c:pt idx="7426">
                  <c:v>388.0</c:v>
                </c:pt>
                <c:pt idx="7427">
                  <c:v>388.0</c:v>
                </c:pt>
                <c:pt idx="7428">
                  <c:v>388.0</c:v>
                </c:pt>
                <c:pt idx="7429">
                  <c:v>388.0</c:v>
                </c:pt>
                <c:pt idx="7430">
                  <c:v>388.0</c:v>
                </c:pt>
                <c:pt idx="7431">
                  <c:v>388.0</c:v>
                </c:pt>
                <c:pt idx="7432">
                  <c:v>388.0</c:v>
                </c:pt>
                <c:pt idx="7433">
                  <c:v>388.0</c:v>
                </c:pt>
                <c:pt idx="7434">
                  <c:v>388.0</c:v>
                </c:pt>
                <c:pt idx="7435">
                  <c:v>388.0</c:v>
                </c:pt>
                <c:pt idx="7436">
                  <c:v>388.0</c:v>
                </c:pt>
                <c:pt idx="7437">
                  <c:v>388.0</c:v>
                </c:pt>
                <c:pt idx="7438">
                  <c:v>388.0</c:v>
                </c:pt>
                <c:pt idx="7439">
                  <c:v>388.0</c:v>
                </c:pt>
                <c:pt idx="7440">
                  <c:v>388.0</c:v>
                </c:pt>
                <c:pt idx="7441">
                  <c:v>388.0</c:v>
                </c:pt>
                <c:pt idx="7442">
                  <c:v>388.0</c:v>
                </c:pt>
                <c:pt idx="7443">
                  <c:v>388.0</c:v>
                </c:pt>
                <c:pt idx="7444">
                  <c:v>388.0</c:v>
                </c:pt>
                <c:pt idx="7445">
                  <c:v>388.0</c:v>
                </c:pt>
                <c:pt idx="7446">
                  <c:v>388.0</c:v>
                </c:pt>
                <c:pt idx="7447">
                  <c:v>388.0</c:v>
                </c:pt>
                <c:pt idx="7448">
                  <c:v>388.0</c:v>
                </c:pt>
                <c:pt idx="7449">
                  <c:v>388.0</c:v>
                </c:pt>
                <c:pt idx="7450">
                  <c:v>388.0</c:v>
                </c:pt>
                <c:pt idx="7451">
                  <c:v>388.0</c:v>
                </c:pt>
                <c:pt idx="7452">
                  <c:v>388.0</c:v>
                </c:pt>
                <c:pt idx="7453">
                  <c:v>388.0</c:v>
                </c:pt>
                <c:pt idx="7454">
                  <c:v>388.0</c:v>
                </c:pt>
                <c:pt idx="7455">
                  <c:v>388.0</c:v>
                </c:pt>
                <c:pt idx="7456">
                  <c:v>388.0</c:v>
                </c:pt>
                <c:pt idx="7457">
                  <c:v>388.0</c:v>
                </c:pt>
                <c:pt idx="7458">
                  <c:v>388.0</c:v>
                </c:pt>
                <c:pt idx="7459">
                  <c:v>388.0</c:v>
                </c:pt>
                <c:pt idx="7460">
                  <c:v>388.0</c:v>
                </c:pt>
                <c:pt idx="7461">
                  <c:v>388.0</c:v>
                </c:pt>
                <c:pt idx="7462">
                  <c:v>388.0</c:v>
                </c:pt>
                <c:pt idx="7463">
                  <c:v>388.0</c:v>
                </c:pt>
                <c:pt idx="7464">
                  <c:v>388.0</c:v>
                </c:pt>
                <c:pt idx="7465">
                  <c:v>388.0</c:v>
                </c:pt>
                <c:pt idx="7466">
                  <c:v>388.0</c:v>
                </c:pt>
                <c:pt idx="7467">
                  <c:v>388.0</c:v>
                </c:pt>
                <c:pt idx="7468">
                  <c:v>388.0</c:v>
                </c:pt>
                <c:pt idx="7469">
                  <c:v>388.0</c:v>
                </c:pt>
                <c:pt idx="7470">
                  <c:v>388.0</c:v>
                </c:pt>
                <c:pt idx="7471">
                  <c:v>388.0</c:v>
                </c:pt>
                <c:pt idx="7472">
                  <c:v>388.0</c:v>
                </c:pt>
                <c:pt idx="7473">
                  <c:v>388.0</c:v>
                </c:pt>
                <c:pt idx="7474">
                  <c:v>388.0</c:v>
                </c:pt>
                <c:pt idx="7475">
                  <c:v>388.0</c:v>
                </c:pt>
                <c:pt idx="7476">
                  <c:v>388.0</c:v>
                </c:pt>
                <c:pt idx="7477">
                  <c:v>388.0</c:v>
                </c:pt>
                <c:pt idx="7478">
                  <c:v>388.0</c:v>
                </c:pt>
                <c:pt idx="7479">
                  <c:v>388.0</c:v>
                </c:pt>
                <c:pt idx="7480">
                  <c:v>388.0</c:v>
                </c:pt>
                <c:pt idx="7481">
                  <c:v>388.0</c:v>
                </c:pt>
                <c:pt idx="7482">
                  <c:v>388.0</c:v>
                </c:pt>
                <c:pt idx="7483">
                  <c:v>388.0</c:v>
                </c:pt>
                <c:pt idx="7484">
                  <c:v>388.0</c:v>
                </c:pt>
                <c:pt idx="7485">
                  <c:v>388.0</c:v>
                </c:pt>
                <c:pt idx="7486">
                  <c:v>388.0</c:v>
                </c:pt>
                <c:pt idx="7487">
                  <c:v>388.0</c:v>
                </c:pt>
                <c:pt idx="7488">
                  <c:v>388.0</c:v>
                </c:pt>
                <c:pt idx="7489">
                  <c:v>388.0</c:v>
                </c:pt>
                <c:pt idx="7490">
                  <c:v>388.0</c:v>
                </c:pt>
                <c:pt idx="7491">
                  <c:v>388.0</c:v>
                </c:pt>
                <c:pt idx="7492">
                  <c:v>388.0</c:v>
                </c:pt>
                <c:pt idx="7493">
                  <c:v>388.0</c:v>
                </c:pt>
                <c:pt idx="7494">
                  <c:v>388.0</c:v>
                </c:pt>
                <c:pt idx="7495">
                  <c:v>388.0</c:v>
                </c:pt>
                <c:pt idx="7496">
                  <c:v>388.0</c:v>
                </c:pt>
                <c:pt idx="7497">
                  <c:v>388.0</c:v>
                </c:pt>
                <c:pt idx="7498">
                  <c:v>388.0</c:v>
                </c:pt>
                <c:pt idx="7499">
                  <c:v>388.0</c:v>
                </c:pt>
                <c:pt idx="7500">
                  <c:v>388.0</c:v>
                </c:pt>
                <c:pt idx="7501">
                  <c:v>388.0</c:v>
                </c:pt>
                <c:pt idx="7502">
                  <c:v>388.0</c:v>
                </c:pt>
                <c:pt idx="7503">
                  <c:v>388.0</c:v>
                </c:pt>
                <c:pt idx="7504">
                  <c:v>388.0</c:v>
                </c:pt>
                <c:pt idx="7505">
                  <c:v>388.0</c:v>
                </c:pt>
                <c:pt idx="7506">
                  <c:v>388.0</c:v>
                </c:pt>
                <c:pt idx="7507">
                  <c:v>388.0</c:v>
                </c:pt>
                <c:pt idx="7508">
                  <c:v>388.0</c:v>
                </c:pt>
                <c:pt idx="7509">
                  <c:v>388.0</c:v>
                </c:pt>
                <c:pt idx="7510">
                  <c:v>388.0</c:v>
                </c:pt>
                <c:pt idx="7511">
                  <c:v>388.0</c:v>
                </c:pt>
                <c:pt idx="7512">
                  <c:v>388.0</c:v>
                </c:pt>
                <c:pt idx="7513">
                  <c:v>388.0</c:v>
                </c:pt>
                <c:pt idx="7514">
                  <c:v>388.0</c:v>
                </c:pt>
                <c:pt idx="7515">
                  <c:v>388.0</c:v>
                </c:pt>
                <c:pt idx="7516">
                  <c:v>388.0</c:v>
                </c:pt>
                <c:pt idx="7517">
                  <c:v>388.0</c:v>
                </c:pt>
                <c:pt idx="7518">
                  <c:v>388.0</c:v>
                </c:pt>
                <c:pt idx="7519">
                  <c:v>388.0</c:v>
                </c:pt>
                <c:pt idx="7520">
                  <c:v>388.0</c:v>
                </c:pt>
                <c:pt idx="7521">
                  <c:v>388.0</c:v>
                </c:pt>
                <c:pt idx="7522">
                  <c:v>388.0</c:v>
                </c:pt>
                <c:pt idx="7523">
                  <c:v>388.0</c:v>
                </c:pt>
                <c:pt idx="7524">
                  <c:v>388.0</c:v>
                </c:pt>
                <c:pt idx="7525">
                  <c:v>388.0</c:v>
                </c:pt>
                <c:pt idx="7526">
                  <c:v>388.0</c:v>
                </c:pt>
                <c:pt idx="7527">
                  <c:v>388.0</c:v>
                </c:pt>
                <c:pt idx="7528">
                  <c:v>388.0</c:v>
                </c:pt>
                <c:pt idx="7529">
                  <c:v>388.0</c:v>
                </c:pt>
                <c:pt idx="7530">
                  <c:v>388.0</c:v>
                </c:pt>
                <c:pt idx="7531">
                  <c:v>388.0</c:v>
                </c:pt>
                <c:pt idx="7532">
                  <c:v>388.0</c:v>
                </c:pt>
                <c:pt idx="7533">
                  <c:v>388.0</c:v>
                </c:pt>
                <c:pt idx="7534">
                  <c:v>388.0</c:v>
                </c:pt>
                <c:pt idx="7535">
                  <c:v>388.0</c:v>
                </c:pt>
                <c:pt idx="7536">
                  <c:v>388.0</c:v>
                </c:pt>
                <c:pt idx="7537">
                  <c:v>388.0</c:v>
                </c:pt>
                <c:pt idx="7538">
                  <c:v>388.0</c:v>
                </c:pt>
                <c:pt idx="7539">
                  <c:v>388.0</c:v>
                </c:pt>
                <c:pt idx="7540">
                  <c:v>388.0</c:v>
                </c:pt>
                <c:pt idx="7541">
                  <c:v>388.0</c:v>
                </c:pt>
                <c:pt idx="7542">
                  <c:v>388.0</c:v>
                </c:pt>
                <c:pt idx="7543">
                  <c:v>388.0</c:v>
                </c:pt>
                <c:pt idx="7544">
                  <c:v>388.0</c:v>
                </c:pt>
                <c:pt idx="7545">
                  <c:v>388.0</c:v>
                </c:pt>
                <c:pt idx="7546">
                  <c:v>388.0</c:v>
                </c:pt>
                <c:pt idx="7547">
                  <c:v>388.0</c:v>
                </c:pt>
                <c:pt idx="7548">
                  <c:v>388.0</c:v>
                </c:pt>
                <c:pt idx="7549">
                  <c:v>388.0</c:v>
                </c:pt>
                <c:pt idx="7550">
                  <c:v>388.0</c:v>
                </c:pt>
                <c:pt idx="7551">
                  <c:v>388.0</c:v>
                </c:pt>
                <c:pt idx="7552">
                  <c:v>388.0</c:v>
                </c:pt>
                <c:pt idx="7553">
                  <c:v>388.0</c:v>
                </c:pt>
                <c:pt idx="7554">
                  <c:v>388.0</c:v>
                </c:pt>
                <c:pt idx="7555">
                  <c:v>388.0</c:v>
                </c:pt>
                <c:pt idx="7556">
                  <c:v>388.0</c:v>
                </c:pt>
                <c:pt idx="7557">
                  <c:v>388.0</c:v>
                </c:pt>
                <c:pt idx="7558">
                  <c:v>388.0</c:v>
                </c:pt>
                <c:pt idx="7559">
                  <c:v>388.0</c:v>
                </c:pt>
                <c:pt idx="7560">
                  <c:v>388.0</c:v>
                </c:pt>
                <c:pt idx="7561">
                  <c:v>388.0</c:v>
                </c:pt>
                <c:pt idx="7562">
                  <c:v>388.0</c:v>
                </c:pt>
                <c:pt idx="7563">
                  <c:v>388.0</c:v>
                </c:pt>
                <c:pt idx="7564">
                  <c:v>388.0</c:v>
                </c:pt>
                <c:pt idx="7565">
                  <c:v>388.0</c:v>
                </c:pt>
                <c:pt idx="7566">
                  <c:v>388.0</c:v>
                </c:pt>
                <c:pt idx="7567">
                  <c:v>388.0</c:v>
                </c:pt>
                <c:pt idx="7568">
                  <c:v>388.0</c:v>
                </c:pt>
                <c:pt idx="7569">
                  <c:v>388.0</c:v>
                </c:pt>
                <c:pt idx="7570">
                  <c:v>388.0</c:v>
                </c:pt>
                <c:pt idx="7571">
                  <c:v>388.0</c:v>
                </c:pt>
                <c:pt idx="7572">
                  <c:v>388.0</c:v>
                </c:pt>
                <c:pt idx="7573">
                  <c:v>388.0</c:v>
                </c:pt>
                <c:pt idx="7574">
                  <c:v>388.0</c:v>
                </c:pt>
                <c:pt idx="7575">
                  <c:v>388.0</c:v>
                </c:pt>
                <c:pt idx="7576">
                  <c:v>388.0</c:v>
                </c:pt>
                <c:pt idx="7577">
                  <c:v>388.0</c:v>
                </c:pt>
                <c:pt idx="7578">
                  <c:v>388.0</c:v>
                </c:pt>
                <c:pt idx="7579">
                  <c:v>388.0</c:v>
                </c:pt>
                <c:pt idx="7580">
                  <c:v>388.0</c:v>
                </c:pt>
                <c:pt idx="7581">
                  <c:v>388.0</c:v>
                </c:pt>
                <c:pt idx="7582">
                  <c:v>388.0</c:v>
                </c:pt>
                <c:pt idx="7583">
                  <c:v>388.0</c:v>
                </c:pt>
                <c:pt idx="7584">
                  <c:v>388.0</c:v>
                </c:pt>
                <c:pt idx="7585">
                  <c:v>388.0</c:v>
                </c:pt>
                <c:pt idx="7586">
                  <c:v>388.0</c:v>
                </c:pt>
                <c:pt idx="7587">
                  <c:v>388.0</c:v>
                </c:pt>
                <c:pt idx="7588">
                  <c:v>388.0</c:v>
                </c:pt>
                <c:pt idx="7589">
                  <c:v>388.0</c:v>
                </c:pt>
                <c:pt idx="7590">
                  <c:v>388.0</c:v>
                </c:pt>
                <c:pt idx="7591">
                  <c:v>388.0</c:v>
                </c:pt>
                <c:pt idx="7592">
                  <c:v>388.0</c:v>
                </c:pt>
                <c:pt idx="7593">
                  <c:v>388.0</c:v>
                </c:pt>
                <c:pt idx="7594">
                  <c:v>388.0</c:v>
                </c:pt>
                <c:pt idx="7595">
                  <c:v>388.0</c:v>
                </c:pt>
                <c:pt idx="7596">
                  <c:v>388.0</c:v>
                </c:pt>
                <c:pt idx="7597">
                  <c:v>388.0</c:v>
                </c:pt>
                <c:pt idx="7598">
                  <c:v>388.0</c:v>
                </c:pt>
                <c:pt idx="7599">
                  <c:v>388.0</c:v>
                </c:pt>
                <c:pt idx="7600">
                  <c:v>388.0</c:v>
                </c:pt>
                <c:pt idx="7601">
                  <c:v>388.0</c:v>
                </c:pt>
                <c:pt idx="7602">
                  <c:v>388.0</c:v>
                </c:pt>
                <c:pt idx="7603">
                  <c:v>388.0</c:v>
                </c:pt>
                <c:pt idx="7604">
                  <c:v>388.0</c:v>
                </c:pt>
                <c:pt idx="7605">
                  <c:v>388.0</c:v>
                </c:pt>
                <c:pt idx="7606">
                  <c:v>388.0</c:v>
                </c:pt>
                <c:pt idx="7607">
                  <c:v>388.0</c:v>
                </c:pt>
                <c:pt idx="7608">
                  <c:v>388.0</c:v>
                </c:pt>
                <c:pt idx="7609">
                  <c:v>388.0</c:v>
                </c:pt>
                <c:pt idx="7610">
                  <c:v>388.0</c:v>
                </c:pt>
                <c:pt idx="7611">
                  <c:v>388.0</c:v>
                </c:pt>
                <c:pt idx="7612">
                  <c:v>388.0</c:v>
                </c:pt>
                <c:pt idx="7613">
                  <c:v>388.0</c:v>
                </c:pt>
                <c:pt idx="7614">
                  <c:v>388.0</c:v>
                </c:pt>
                <c:pt idx="7615">
                  <c:v>388.0</c:v>
                </c:pt>
                <c:pt idx="7616">
                  <c:v>388.0</c:v>
                </c:pt>
                <c:pt idx="7617">
                  <c:v>388.0</c:v>
                </c:pt>
                <c:pt idx="7618">
                  <c:v>388.0</c:v>
                </c:pt>
                <c:pt idx="7619">
                  <c:v>388.0</c:v>
                </c:pt>
                <c:pt idx="7620">
                  <c:v>388.0</c:v>
                </c:pt>
                <c:pt idx="7621">
                  <c:v>388.0</c:v>
                </c:pt>
                <c:pt idx="7622">
                  <c:v>388.0</c:v>
                </c:pt>
                <c:pt idx="7623">
                  <c:v>388.0</c:v>
                </c:pt>
                <c:pt idx="7624">
                  <c:v>388.0</c:v>
                </c:pt>
                <c:pt idx="7625">
                  <c:v>388.0</c:v>
                </c:pt>
                <c:pt idx="7626">
                  <c:v>388.0</c:v>
                </c:pt>
                <c:pt idx="7627">
                  <c:v>388.0</c:v>
                </c:pt>
                <c:pt idx="7628">
                  <c:v>388.0</c:v>
                </c:pt>
                <c:pt idx="7629">
                  <c:v>388.0</c:v>
                </c:pt>
                <c:pt idx="7630">
                  <c:v>388.0</c:v>
                </c:pt>
                <c:pt idx="7631">
                  <c:v>388.0</c:v>
                </c:pt>
                <c:pt idx="7632">
                  <c:v>388.0</c:v>
                </c:pt>
                <c:pt idx="7633">
                  <c:v>388.0</c:v>
                </c:pt>
                <c:pt idx="7634">
                  <c:v>388.0</c:v>
                </c:pt>
                <c:pt idx="7635">
                  <c:v>388.0</c:v>
                </c:pt>
                <c:pt idx="7636">
                  <c:v>388.0</c:v>
                </c:pt>
                <c:pt idx="7637">
                  <c:v>388.0</c:v>
                </c:pt>
                <c:pt idx="7638">
                  <c:v>388.0</c:v>
                </c:pt>
                <c:pt idx="7639">
                  <c:v>388.0</c:v>
                </c:pt>
                <c:pt idx="7640">
                  <c:v>388.0</c:v>
                </c:pt>
                <c:pt idx="7641">
                  <c:v>388.0</c:v>
                </c:pt>
                <c:pt idx="7642">
                  <c:v>388.0</c:v>
                </c:pt>
                <c:pt idx="7643">
                  <c:v>388.0</c:v>
                </c:pt>
                <c:pt idx="7644">
                  <c:v>388.0</c:v>
                </c:pt>
                <c:pt idx="7645">
                  <c:v>388.0</c:v>
                </c:pt>
                <c:pt idx="7646">
                  <c:v>388.0</c:v>
                </c:pt>
                <c:pt idx="7647">
                  <c:v>388.0</c:v>
                </c:pt>
                <c:pt idx="7648">
                  <c:v>388.0</c:v>
                </c:pt>
                <c:pt idx="7649">
                  <c:v>388.0</c:v>
                </c:pt>
                <c:pt idx="7650">
                  <c:v>388.0</c:v>
                </c:pt>
                <c:pt idx="7651">
                  <c:v>388.0</c:v>
                </c:pt>
                <c:pt idx="7652">
                  <c:v>388.0</c:v>
                </c:pt>
                <c:pt idx="7653">
                  <c:v>388.0</c:v>
                </c:pt>
                <c:pt idx="7654">
                  <c:v>388.0</c:v>
                </c:pt>
                <c:pt idx="7655">
                  <c:v>388.0</c:v>
                </c:pt>
                <c:pt idx="7656">
                  <c:v>388.0</c:v>
                </c:pt>
                <c:pt idx="7657">
                  <c:v>388.0</c:v>
                </c:pt>
                <c:pt idx="7658">
                  <c:v>388.0</c:v>
                </c:pt>
                <c:pt idx="7659">
                  <c:v>388.0</c:v>
                </c:pt>
                <c:pt idx="7660">
                  <c:v>388.0</c:v>
                </c:pt>
                <c:pt idx="7661">
                  <c:v>388.0</c:v>
                </c:pt>
                <c:pt idx="7662">
                  <c:v>388.0</c:v>
                </c:pt>
                <c:pt idx="7663">
                  <c:v>388.0</c:v>
                </c:pt>
                <c:pt idx="7664">
                  <c:v>388.0</c:v>
                </c:pt>
                <c:pt idx="7665">
                  <c:v>388.0</c:v>
                </c:pt>
                <c:pt idx="7666">
                  <c:v>388.0</c:v>
                </c:pt>
                <c:pt idx="7667">
                  <c:v>388.0</c:v>
                </c:pt>
                <c:pt idx="7668">
                  <c:v>388.0</c:v>
                </c:pt>
                <c:pt idx="7669">
                  <c:v>388.0</c:v>
                </c:pt>
                <c:pt idx="7670">
                  <c:v>388.0</c:v>
                </c:pt>
                <c:pt idx="7671">
                  <c:v>388.0</c:v>
                </c:pt>
                <c:pt idx="7672">
                  <c:v>388.0</c:v>
                </c:pt>
                <c:pt idx="7673">
                  <c:v>388.0</c:v>
                </c:pt>
                <c:pt idx="7674">
                  <c:v>388.0</c:v>
                </c:pt>
                <c:pt idx="7675">
                  <c:v>388.0</c:v>
                </c:pt>
                <c:pt idx="7676">
                  <c:v>388.0</c:v>
                </c:pt>
                <c:pt idx="7677">
                  <c:v>388.0</c:v>
                </c:pt>
                <c:pt idx="7678">
                  <c:v>388.0</c:v>
                </c:pt>
                <c:pt idx="7679">
                  <c:v>388.0</c:v>
                </c:pt>
                <c:pt idx="7680">
                  <c:v>388.0</c:v>
                </c:pt>
                <c:pt idx="7681">
                  <c:v>388.0</c:v>
                </c:pt>
                <c:pt idx="7682">
                  <c:v>388.0</c:v>
                </c:pt>
                <c:pt idx="7683">
                  <c:v>388.0</c:v>
                </c:pt>
                <c:pt idx="7684">
                  <c:v>388.0</c:v>
                </c:pt>
                <c:pt idx="7685">
                  <c:v>388.0</c:v>
                </c:pt>
                <c:pt idx="7686">
                  <c:v>388.0</c:v>
                </c:pt>
                <c:pt idx="7687">
                  <c:v>388.0</c:v>
                </c:pt>
                <c:pt idx="7688">
                  <c:v>388.0</c:v>
                </c:pt>
                <c:pt idx="7689">
                  <c:v>388.0</c:v>
                </c:pt>
                <c:pt idx="7690">
                  <c:v>388.0</c:v>
                </c:pt>
                <c:pt idx="7691">
                  <c:v>388.0</c:v>
                </c:pt>
                <c:pt idx="7692">
                  <c:v>388.0</c:v>
                </c:pt>
                <c:pt idx="7693">
                  <c:v>388.0</c:v>
                </c:pt>
                <c:pt idx="7694">
                  <c:v>388.0</c:v>
                </c:pt>
                <c:pt idx="7695">
                  <c:v>388.0</c:v>
                </c:pt>
                <c:pt idx="7696">
                  <c:v>388.0</c:v>
                </c:pt>
                <c:pt idx="7697">
                  <c:v>388.0</c:v>
                </c:pt>
                <c:pt idx="7698">
                  <c:v>388.0</c:v>
                </c:pt>
                <c:pt idx="7699">
                  <c:v>388.0</c:v>
                </c:pt>
                <c:pt idx="7700">
                  <c:v>388.0</c:v>
                </c:pt>
                <c:pt idx="7701">
                  <c:v>388.0</c:v>
                </c:pt>
                <c:pt idx="7702">
                  <c:v>388.0</c:v>
                </c:pt>
                <c:pt idx="7703">
                  <c:v>388.0</c:v>
                </c:pt>
                <c:pt idx="7704">
                  <c:v>388.0</c:v>
                </c:pt>
                <c:pt idx="7705">
                  <c:v>388.0</c:v>
                </c:pt>
                <c:pt idx="7706">
                  <c:v>388.0</c:v>
                </c:pt>
                <c:pt idx="7707">
                  <c:v>388.0</c:v>
                </c:pt>
                <c:pt idx="7708">
                  <c:v>388.0</c:v>
                </c:pt>
                <c:pt idx="7709">
                  <c:v>388.0</c:v>
                </c:pt>
                <c:pt idx="7710">
                  <c:v>388.0</c:v>
                </c:pt>
                <c:pt idx="7711">
                  <c:v>388.0</c:v>
                </c:pt>
                <c:pt idx="7712">
                  <c:v>388.0</c:v>
                </c:pt>
                <c:pt idx="7713">
                  <c:v>388.0</c:v>
                </c:pt>
                <c:pt idx="7714">
                  <c:v>388.0</c:v>
                </c:pt>
                <c:pt idx="7715">
                  <c:v>388.0</c:v>
                </c:pt>
                <c:pt idx="7716">
                  <c:v>388.0</c:v>
                </c:pt>
                <c:pt idx="7717">
                  <c:v>388.0</c:v>
                </c:pt>
                <c:pt idx="7718">
                  <c:v>388.0</c:v>
                </c:pt>
                <c:pt idx="7719">
                  <c:v>388.0</c:v>
                </c:pt>
                <c:pt idx="7720">
                  <c:v>388.0</c:v>
                </c:pt>
                <c:pt idx="7721">
                  <c:v>388.0</c:v>
                </c:pt>
                <c:pt idx="7722">
                  <c:v>388.0</c:v>
                </c:pt>
                <c:pt idx="7723">
                  <c:v>388.0</c:v>
                </c:pt>
                <c:pt idx="7724">
                  <c:v>388.0</c:v>
                </c:pt>
                <c:pt idx="7725">
                  <c:v>388.0</c:v>
                </c:pt>
                <c:pt idx="7726">
                  <c:v>388.0</c:v>
                </c:pt>
                <c:pt idx="7727">
                  <c:v>388.0</c:v>
                </c:pt>
                <c:pt idx="7728">
                  <c:v>388.0</c:v>
                </c:pt>
                <c:pt idx="7729">
                  <c:v>388.0</c:v>
                </c:pt>
                <c:pt idx="7730">
                  <c:v>388.0</c:v>
                </c:pt>
                <c:pt idx="7731">
                  <c:v>388.0</c:v>
                </c:pt>
                <c:pt idx="7732">
                  <c:v>388.0</c:v>
                </c:pt>
                <c:pt idx="7733">
                  <c:v>388.0</c:v>
                </c:pt>
                <c:pt idx="7734">
                  <c:v>388.0</c:v>
                </c:pt>
                <c:pt idx="7735">
                  <c:v>388.0</c:v>
                </c:pt>
                <c:pt idx="7736">
                  <c:v>388.0</c:v>
                </c:pt>
                <c:pt idx="7737">
                  <c:v>388.0</c:v>
                </c:pt>
                <c:pt idx="7738">
                  <c:v>388.0</c:v>
                </c:pt>
                <c:pt idx="7739">
                  <c:v>388.0</c:v>
                </c:pt>
                <c:pt idx="7740">
                  <c:v>388.0</c:v>
                </c:pt>
                <c:pt idx="7741">
                  <c:v>388.0</c:v>
                </c:pt>
                <c:pt idx="7742">
                  <c:v>388.0</c:v>
                </c:pt>
                <c:pt idx="7743">
                  <c:v>388.0</c:v>
                </c:pt>
                <c:pt idx="7744">
                  <c:v>388.0</c:v>
                </c:pt>
                <c:pt idx="7745">
                  <c:v>388.0</c:v>
                </c:pt>
                <c:pt idx="7746">
                  <c:v>388.0</c:v>
                </c:pt>
                <c:pt idx="7747">
                  <c:v>388.0</c:v>
                </c:pt>
                <c:pt idx="7748">
                  <c:v>388.0</c:v>
                </c:pt>
                <c:pt idx="7749">
                  <c:v>388.0</c:v>
                </c:pt>
                <c:pt idx="7750">
                  <c:v>388.0</c:v>
                </c:pt>
                <c:pt idx="7751">
                  <c:v>388.0</c:v>
                </c:pt>
                <c:pt idx="7752">
                  <c:v>388.0</c:v>
                </c:pt>
                <c:pt idx="7753">
                  <c:v>388.0</c:v>
                </c:pt>
                <c:pt idx="7754">
                  <c:v>388.0</c:v>
                </c:pt>
                <c:pt idx="7755">
                  <c:v>388.0</c:v>
                </c:pt>
                <c:pt idx="7756">
                  <c:v>388.0</c:v>
                </c:pt>
                <c:pt idx="7757">
                  <c:v>388.0</c:v>
                </c:pt>
                <c:pt idx="7758">
                  <c:v>388.0</c:v>
                </c:pt>
                <c:pt idx="7759">
                  <c:v>388.0</c:v>
                </c:pt>
                <c:pt idx="7760">
                  <c:v>388.0</c:v>
                </c:pt>
                <c:pt idx="7761">
                  <c:v>388.0</c:v>
                </c:pt>
                <c:pt idx="7762">
                  <c:v>388.0</c:v>
                </c:pt>
                <c:pt idx="7763">
                  <c:v>388.0</c:v>
                </c:pt>
                <c:pt idx="7764">
                  <c:v>388.0</c:v>
                </c:pt>
                <c:pt idx="7765">
                  <c:v>388.0</c:v>
                </c:pt>
                <c:pt idx="7766">
                  <c:v>388.0</c:v>
                </c:pt>
                <c:pt idx="7767">
                  <c:v>388.0</c:v>
                </c:pt>
                <c:pt idx="7768">
                  <c:v>388.0</c:v>
                </c:pt>
                <c:pt idx="7769">
                  <c:v>388.0</c:v>
                </c:pt>
                <c:pt idx="7770">
                  <c:v>388.0</c:v>
                </c:pt>
                <c:pt idx="7771">
                  <c:v>388.0</c:v>
                </c:pt>
                <c:pt idx="7772">
                  <c:v>388.0</c:v>
                </c:pt>
                <c:pt idx="7773">
                  <c:v>388.0</c:v>
                </c:pt>
                <c:pt idx="7774">
                  <c:v>388.0</c:v>
                </c:pt>
                <c:pt idx="7775">
                  <c:v>388.0</c:v>
                </c:pt>
                <c:pt idx="7776">
                  <c:v>388.0</c:v>
                </c:pt>
                <c:pt idx="7777">
                  <c:v>388.0</c:v>
                </c:pt>
                <c:pt idx="7778">
                  <c:v>388.0</c:v>
                </c:pt>
                <c:pt idx="7779">
                  <c:v>388.0</c:v>
                </c:pt>
                <c:pt idx="7780">
                  <c:v>388.0</c:v>
                </c:pt>
                <c:pt idx="7781">
                  <c:v>388.0</c:v>
                </c:pt>
                <c:pt idx="7782">
                  <c:v>388.0</c:v>
                </c:pt>
                <c:pt idx="7783">
                  <c:v>388.0</c:v>
                </c:pt>
                <c:pt idx="7784">
                  <c:v>388.0</c:v>
                </c:pt>
                <c:pt idx="7785">
                  <c:v>388.0</c:v>
                </c:pt>
                <c:pt idx="7786">
                  <c:v>388.0</c:v>
                </c:pt>
                <c:pt idx="7787">
                  <c:v>388.0</c:v>
                </c:pt>
                <c:pt idx="7788">
                  <c:v>388.0</c:v>
                </c:pt>
                <c:pt idx="7789">
                  <c:v>388.0</c:v>
                </c:pt>
                <c:pt idx="7790">
                  <c:v>388.0</c:v>
                </c:pt>
                <c:pt idx="7791">
                  <c:v>388.0</c:v>
                </c:pt>
                <c:pt idx="7792">
                  <c:v>388.0</c:v>
                </c:pt>
                <c:pt idx="7793">
                  <c:v>388.0</c:v>
                </c:pt>
                <c:pt idx="7794">
                  <c:v>388.0</c:v>
                </c:pt>
                <c:pt idx="7795">
                  <c:v>388.0</c:v>
                </c:pt>
                <c:pt idx="7796">
                  <c:v>388.0</c:v>
                </c:pt>
                <c:pt idx="7797">
                  <c:v>388.0</c:v>
                </c:pt>
                <c:pt idx="7798">
                  <c:v>388.0</c:v>
                </c:pt>
                <c:pt idx="7799">
                  <c:v>388.0</c:v>
                </c:pt>
                <c:pt idx="7800">
                  <c:v>388.0</c:v>
                </c:pt>
                <c:pt idx="7801">
                  <c:v>388.0</c:v>
                </c:pt>
                <c:pt idx="7802">
                  <c:v>388.0</c:v>
                </c:pt>
                <c:pt idx="7803">
                  <c:v>388.0</c:v>
                </c:pt>
                <c:pt idx="7804">
                  <c:v>388.0</c:v>
                </c:pt>
                <c:pt idx="7805">
                  <c:v>388.0</c:v>
                </c:pt>
                <c:pt idx="7806">
                  <c:v>388.0</c:v>
                </c:pt>
                <c:pt idx="7807">
                  <c:v>388.0</c:v>
                </c:pt>
                <c:pt idx="7808">
                  <c:v>388.0</c:v>
                </c:pt>
                <c:pt idx="7809">
                  <c:v>388.0</c:v>
                </c:pt>
                <c:pt idx="7810">
                  <c:v>388.0</c:v>
                </c:pt>
                <c:pt idx="7811">
                  <c:v>388.0</c:v>
                </c:pt>
                <c:pt idx="7812">
                  <c:v>388.0</c:v>
                </c:pt>
                <c:pt idx="7813">
                  <c:v>388.0</c:v>
                </c:pt>
                <c:pt idx="7814">
                  <c:v>388.0</c:v>
                </c:pt>
                <c:pt idx="7815">
                  <c:v>388.0</c:v>
                </c:pt>
                <c:pt idx="7816">
                  <c:v>388.0</c:v>
                </c:pt>
                <c:pt idx="7817">
                  <c:v>388.0</c:v>
                </c:pt>
                <c:pt idx="7818">
                  <c:v>388.0</c:v>
                </c:pt>
                <c:pt idx="7819">
                  <c:v>388.0</c:v>
                </c:pt>
                <c:pt idx="7820">
                  <c:v>388.0</c:v>
                </c:pt>
                <c:pt idx="7821">
                  <c:v>388.0</c:v>
                </c:pt>
                <c:pt idx="7822">
                  <c:v>388.0</c:v>
                </c:pt>
                <c:pt idx="7823">
                  <c:v>388.0</c:v>
                </c:pt>
                <c:pt idx="7824">
                  <c:v>388.0</c:v>
                </c:pt>
                <c:pt idx="7825">
                  <c:v>388.0</c:v>
                </c:pt>
                <c:pt idx="7826">
                  <c:v>388.0</c:v>
                </c:pt>
                <c:pt idx="7827">
                  <c:v>388.0</c:v>
                </c:pt>
                <c:pt idx="7828">
                  <c:v>388.0</c:v>
                </c:pt>
                <c:pt idx="7829">
                  <c:v>388.0</c:v>
                </c:pt>
                <c:pt idx="7830">
                  <c:v>388.0</c:v>
                </c:pt>
                <c:pt idx="7831">
                  <c:v>388.0</c:v>
                </c:pt>
                <c:pt idx="7832">
                  <c:v>388.0</c:v>
                </c:pt>
                <c:pt idx="7833">
                  <c:v>388.0</c:v>
                </c:pt>
                <c:pt idx="7834">
                  <c:v>388.0</c:v>
                </c:pt>
                <c:pt idx="7835">
                  <c:v>388.0</c:v>
                </c:pt>
                <c:pt idx="7836">
                  <c:v>388.0</c:v>
                </c:pt>
                <c:pt idx="7837">
                  <c:v>388.0</c:v>
                </c:pt>
                <c:pt idx="7838">
                  <c:v>388.0</c:v>
                </c:pt>
                <c:pt idx="7839">
                  <c:v>388.0</c:v>
                </c:pt>
                <c:pt idx="7840">
                  <c:v>388.0</c:v>
                </c:pt>
                <c:pt idx="7841">
                  <c:v>388.0</c:v>
                </c:pt>
                <c:pt idx="7842">
                  <c:v>388.0</c:v>
                </c:pt>
                <c:pt idx="7843">
                  <c:v>388.0</c:v>
                </c:pt>
                <c:pt idx="7844">
                  <c:v>388.0</c:v>
                </c:pt>
                <c:pt idx="7845">
                  <c:v>388.0</c:v>
                </c:pt>
                <c:pt idx="7846">
                  <c:v>388.0</c:v>
                </c:pt>
                <c:pt idx="7847">
                  <c:v>388.0</c:v>
                </c:pt>
                <c:pt idx="7848">
                  <c:v>388.0</c:v>
                </c:pt>
                <c:pt idx="7849">
                  <c:v>388.0</c:v>
                </c:pt>
                <c:pt idx="7850">
                  <c:v>388.0</c:v>
                </c:pt>
                <c:pt idx="7851">
                  <c:v>388.0</c:v>
                </c:pt>
                <c:pt idx="7852">
                  <c:v>388.0</c:v>
                </c:pt>
                <c:pt idx="7853">
                  <c:v>388.0</c:v>
                </c:pt>
                <c:pt idx="7854">
                  <c:v>388.0</c:v>
                </c:pt>
                <c:pt idx="7855">
                  <c:v>388.0</c:v>
                </c:pt>
                <c:pt idx="7856">
                  <c:v>388.0</c:v>
                </c:pt>
                <c:pt idx="7857">
                  <c:v>388.0</c:v>
                </c:pt>
                <c:pt idx="7858">
                  <c:v>388.0</c:v>
                </c:pt>
                <c:pt idx="7859">
                  <c:v>388.0</c:v>
                </c:pt>
                <c:pt idx="7860">
                  <c:v>388.0</c:v>
                </c:pt>
                <c:pt idx="7861">
                  <c:v>388.0</c:v>
                </c:pt>
                <c:pt idx="7862">
                  <c:v>388.0</c:v>
                </c:pt>
                <c:pt idx="7863">
                  <c:v>388.0</c:v>
                </c:pt>
                <c:pt idx="7864">
                  <c:v>388.0</c:v>
                </c:pt>
                <c:pt idx="7865">
                  <c:v>388.0</c:v>
                </c:pt>
                <c:pt idx="7866">
                  <c:v>388.0</c:v>
                </c:pt>
                <c:pt idx="7867">
                  <c:v>388.0</c:v>
                </c:pt>
                <c:pt idx="7868">
                  <c:v>388.0</c:v>
                </c:pt>
                <c:pt idx="7869">
                  <c:v>388.0</c:v>
                </c:pt>
                <c:pt idx="7870">
                  <c:v>388.0</c:v>
                </c:pt>
                <c:pt idx="7871">
                  <c:v>388.0</c:v>
                </c:pt>
                <c:pt idx="7872">
                  <c:v>388.0</c:v>
                </c:pt>
                <c:pt idx="7873">
                  <c:v>388.0</c:v>
                </c:pt>
                <c:pt idx="7874">
                  <c:v>388.0</c:v>
                </c:pt>
                <c:pt idx="7875">
                  <c:v>388.0</c:v>
                </c:pt>
                <c:pt idx="7876">
                  <c:v>388.0</c:v>
                </c:pt>
                <c:pt idx="7877">
                  <c:v>388.0</c:v>
                </c:pt>
                <c:pt idx="7878">
                  <c:v>388.0</c:v>
                </c:pt>
                <c:pt idx="7879">
                  <c:v>388.0</c:v>
                </c:pt>
                <c:pt idx="7880">
                  <c:v>388.0</c:v>
                </c:pt>
                <c:pt idx="7881">
                  <c:v>388.0</c:v>
                </c:pt>
                <c:pt idx="7882">
                  <c:v>388.0</c:v>
                </c:pt>
                <c:pt idx="7883">
                  <c:v>388.0</c:v>
                </c:pt>
                <c:pt idx="7884">
                  <c:v>388.0</c:v>
                </c:pt>
                <c:pt idx="7885">
                  <c:v>388.0</c:v>
                </c:pt>
                <c:pt idx="7886">
                  <c:v>388.0</c:v>
                </c:pt>
                <c:pt idx="7887">
                  <c:v>388.0</c:v>
                </c:pt>
                <c:pt idx="7888">
                  <c:v>388.0</c:v>
                </c:pt>
                <c:pt idx="7889">
                  <c:v>388.0</c:v>
                </c:pt>
                <c:pt idx="7890">
                  <c:v>388.0</c:v>
                </c:pt>
                <c:pt idx="7891">
                  <c:v>388.0</c:v>
                </c:pt>
                <c:pt idx="7892">
                  <c:v>388.0</c:v>
                </c:pt>
                <c:pt idx="7893">
                  <c:v>388.0</c:v>
                </c:pt>
                <c:pt idx="7894">
                  <c:v>388.0</c:v>
                </c:pt>
                <c:pt idx="7895">
                  <c:v>388.0</c:v>
                </c:pt>
                <c:pt idx="7896">
                  <c:v>388.0</c:v>
                </c:pt>
                <c:pt idx="7897">
                  <c:v>388.0</c:v>
                </c:pt>
                <c:pt idx="7898">
                  <c:v>388.0</c:v>
                </c:pt>
                <c:pt idx="7899">
                  <c:v>388.0</c:v>
                </c:pt>
                <c:pt idx="7900">
                  <c:v>388.0</c:v>
                </c:pt>
                <c:pt idx="7901">
                  <c:v>388.0</c:v>
                </c:pt>
                <c:pt idx="7902">
                  <c:v>388.0</c:v>
                </c:pt>
                <c:pt idx="7903">
                  <c:v>388.0</c:v>
                </c:pt>
                <c:pt idx="7904">
                  <c:v>388.0</c:v>
                </c:pt>
                <c:pt idx="7905">
                  <c:v>388.0</c:v>
                </c:pt>
                <c:pt idx="7906">
                  <c:v>388.0</c:v>
                </c:pt>
                <c:pt idx="7907">
                  <c:v>388.0</c:v>
                </c:pt>
                <c:pt idx="7908">
                  <c:v>388.0</c:v>
                </c:pt>
                <c:pt idx="7909">
                  <c:v>388.0</c:v>
                </c:pt>
                <c:pt idx="7910">
                  <c:v>388.0</c:v>
                </c:pt>
                <c:pt idx="7911">
                  <c:v>388.0</c:v>
                </c:pt>
                <c:pt idx="7912">
                  <c:v>388.0</c:v>
                </c:pt>
                <c:pt idx="7913">
                  <c:v>388.0</c:v>
                </c:pt>
                <c:pt idx="7914">
                  <c:v>388.0</c:v>
                </c:pt>
                <c:pt idx="7915">
                  <c:v>388.0</c:v>
                </c:pt>
                <c:pt idx="7916">
                  <c:v>388.0</c:v>
                </c:pt>
                <c:pt idx="7917">
                  <c:v>388.0</c:v>
                </c:pt>
                <c:pt idx="7918">
                  <c:v>388.0</c:v>
                </c:pt>
                <c:pt idx="7919">
                  <c:v>388.0</c:v>
                </c:pt>
                <c:pt idx="7920">
                  <c:v>388.0</c:v>
                </c:pt>
                <c:pt idx="7921">
                  <c:v>388.0</c:v>
                </c:pt>
                <c:pt idx="7922">
                  <c:v>388.0</c:v>
                </c:pt>
                <c:pt idx="7923">
                  <c:v>388.0</c:v>
                </c:pt>
                <c:pt idx="7924">
                  <c:v>388.0</c:v>
                </c:pt>
                <c:pt idx="7925">
                  <c:v>388.0</c:v>
                </c:pt>
                <c:pt idx="7926">
                  <c:v>388.0</c:v>
                </c:pt>
                <c:pt idx="7927">
                  <c:v>388.0</c:v>
                </c:pt>
                <c:pt idx="7928">
                  <c:v>388.0</c:v>
                </c:pt>
                <c:pt idx="7929">
                  <c:v>388.0</c:v>
                </c:pt>
                <c:pt idx="7930">
                  <c:v>388.0</c:v>
                </c:pt>
                <c:pt idx="7931">
                  <c:v>388.0</c:v>
                </c:pt>
                <c:pt idx="7932">
                  <c:v>388.0</c:v>
                </c:pt>
                <c:pt idx="7933">
                  <c:v>388.0</c:v>
                </c:pt>
                <c:pt idx="7934">
                  <c:v>388.0</c:v>
                </c:pt>
                <c:pt idx="7935">
                  <c:v>388.0</c:v>
                </c:pt>
                <c:pt idx="7936">
                  <c:v>388.0</c:v>
                </c:pt>
                <c:pt idx="7937">
                  <c:v>388.0</c:v>
                </c:pt>
                <c:pt idx="7938">
                  <c:v>388.0</c:v>
                </c:pt>
                <c:pt idx="7939">
                  <c:v>388.0</c:v>
                </c:pt>
                <c:pt idx="7940">
                  <c:v>388.0</c:v>
                </c:pt>
                <c:pt idx="7941">
                  <c:v>388.0</c:v>
                </c:pt>
                <c:pt idx="7942">
                  <c:v>388.0</c:v>
                </c:pt>
                <c:pt idx="7943">
                  <c:v>388.0</c:v>
                </c:pt>
                <c:pt idx="7944">
                  <c:v>388.0</c:v>
                </c:pt>
                <c:pt idx="7945">
                  <c:v>388.0</c:v>
                </c:pt>
                <c:pt idx="7946">
                  <c:v>388.0</c:v>
                </c:pt>
                <c:pt idx="7947">
                  <c:v>388.0</c:v>
                </c:pt>
                <c:pt idx="7948">
                  <c:v>388.0</c:v>
                </c:pt>
                <c:pt idx="7949">
                  <c:v>388.0</c:v>
                </c:pt>
                <c:pt idx="7950">
                  <c:v>388.0</c:v>
                </c:pt>
                <c:pt idx="7951">
                  <c:v>388.0</c:v>
                </c:pt>
                <c:pt idx="7952">
                  <c:v>388.0</c:v>
                </c:pt>
                <c:pt idx="7953">
                  <c:v>388.0</c:v>
                </c:pt>
                <c:pt idx="7954">
                  <c:v>388.0</c:v>
                </c:pt>
                <c:pt idx="7955">
                  <c:v>388.0</c:v>
                </c:pt>
                <c:pt idx="7956">
                  <c:v>388.0</c:v>
                </c:pt>
                <c:pt idx="7957">
                  <c:v>388.0</c:v>
                </c:pt>
                <c:pt idx="7958">
                  <c:v>388.0</c:v>
                </c:pt>
                <c:pt idx="7959">
                  <c:v>388.0</c:v>
                </c:pt>
                <c:pt idx="7960">
                  <c:v>388.0</c:v>
                </c:pt>
                <c:pt idx="7961">
                  <c:v>388.0</c:v>
                </c:pt>
                <c:pt idx="7962">
                  <c:v>388.0</c:v>
                </c:pt>
                <c:pt idx="7963">
                  <c:v>388.0</c:v>
                </c:pt>
                <c:pt idx="7964">
                  <c:v>388.0</c:v>
                </c:pt>
                <c:pt idx="7965">
                  <c:v>388.0</c:v>
                </c:pt>
                <c:pt idx="7966">
                  <c:v>388.0</c:v>
                </c:pt>
                <c:pt idx="7967">
                  <c:v>388.0</c:v>
                </c:pt>
                <c:pt idx="7968">
                  <c:v>388.0</c:v>
                </c:pt>
                <c:pt idx="7969">
                  <c:v>388.0</c:v>
                </c:pt>
                <c:pt idx="7970">
                  <c:v>388.0</c:v>
                </c:pt>
                <c:pt idx="7971">
                  <c:v>388.0</c:v>
                </c:pt>
                <c:pt idx="7972">
                  <c:v>388.0</c:v>
                </c:pt>
                <c:pt idx="7973">
                  <c:v>388.0</c:v>
                </c:pt>
                <c:pt idx="7974">
                  <c:v>388.0</c:v>
                </c:pt>
                <c:pt idx="7975">
                  <c:v>388.0</c:v>
                </c:pt>
                <c:pt idx="7976">
                  <c:v>388.0</c:v>
                </c:pt>
                <c:pt idx="7977">
                  <c:v>388.0</c:v>
                </c:pt>
                <c:pt idx="7978">
                  <c:v>388.0</c:v>
                </c:pt>
                <c:pt idx="7979">
                  <c:v>388.0</c:v>
                </c:pt>
                <c:pt idx="7980">
                  <c:v>388.0</c:v>
                </c:pt>
                <c:pt idx="7981">
                  <c:v>388.0</c:v>
                </c:pt>
                <c:pt idx="7982">
                  <c:v>388.0</c:v>
                </c:pt>
                <c:pt idx="7983">
                  <c:v>388.0</c:v>
                </c:pt>
                <c:pt idx="7984">
                  <c:v>388.0</c:v>
                </c:pt>
                <c:pt idx="7985">
                  <c:v>388.0</c:v>
                </c:pt>
                <c:pt idx="7986">
                  <c:v>388.0</c:v>
                </c:pt>
                <c:pt idx="7987">
                  <c:v>388.0</c:v>
                </c:pt>
                <c:pt idx="7988">
                  <c:v>388.0</c:v>
                </c:pt>
                <c:pt idx="7989">
                  <c:v>388.0</c:v>
                </c:pt>
                <c:pt idx="7990">
                  <c:v>388.0</c:v>
                </c:pt>
                <c:pt idx="7991">
                  <c:v>388.0</c:v>
                </c:pt>
                <c:pt idx="7992">
                  <c:v>388.0</c:v>
                </c:pt>
                <c:pt idx="7993">
                  <c:v>388.0</c:v>
                </c:pt>
                <c:pt idx="7994">
                  <c:v>388.0</c:v>
                </c:pt>
                <c:pt idx="7995">
                  <c:v>388.0</c:v>
                </c:pt>
                <c:pt idx="7996">
                  <c:v>388.0</c:v>
                </c:pt>
                <c:pt idx="7997">
                  <c:v>388.0</c:v>
                </c:pt>
                <c:pt idx="7998">
                  <c:v>388.0</c:v>
                </c:pt>
                <c:pt idx="7999">
                  <c:v>388.0</c:v>
                </c:pt>
                <c:pt idx="8000">
                  <c:v>388.0</c:v>
                </c:pt>
                <c:pt idx="8001">
                  <c:v>388.0</c:v>
                </c:pt>
                <c:pt idx="8002">
                  <c:v>388.0</c:v>
                </c:pt>
                <c:pt idx="8003">
                  <c:v>388.0</c:v>
                </c:pt>
                <c:pt idx="8004">
                  <c:v>388.0</c:v>
                </c:pt>
                <c:pt idx="8005">
                  <c:v>388.0</c:v>
                </c:pt>
                <c:pt idx="8006">
                  <c:v>388.0</c:v>
                </c:pt>
                <c:pt idx="8007">
                  <c:v>388.0</c:v>
                </c:pt>
                <c:pt idx="8008">
                  <c:v>388.0</c:v>
                </c:pt>
                <c:pt idx="8009">
                  <c:v>388.0</c:v>
                </c:pt>
                <c:pt idx="8010">
                  <c:v>388.0</c:v>
                </c:pt>
                <c:pt idx="8011">
                  <c:v>388.0</c:v>
                </c:pt>
                <c:pt idx="8012">
                  <c:v>388.0</c:v>
                </c:pt>
                <c:pt idx="8013">
                  <c:v>388.0</c:v>
                </c:pt>
                <c:pt idx="8014">
                  <c:v>388.0</c:v>
                </c:pt>
                <c:pt idx="8015">
                  <c:v>388.0</c:v>
                </c:pt>
                <c:pt idx="8016">
                  <c:v>388.0</c:v>
                </c:pt>
                <c:pt idx="8017">
                  <c:v>388.0</c:v>
                </c:pt>
                <c:pt idx="8018">
                  <c:v>388.0</c:v>
                </c:pt>
                <c:pt idx="8019">
                  <c:v>388.0</c:v>
                </c:pt>
                <c:pt idx="8020">
                  <c:v>388.0</c:v>
                </c:pt>
                <c:pt idx="8021">
                  <c:v>388.0</c:v>
                </c:pt>
                <c:pt idx="8022">
                  <c:v>388.0</c:v>
                </c:pt>
                <c:pt idx="8023">
                  <c:v>388.0</c:v>
                </c:pt>
                <c:pt idx="8024">
                  <c:v>388.0</c:v>
                </c:pt>
                <c:pt idx="8025">
                  <c:v>388.0</c:v>
                </c:pt>
                <c:pt idx="8026">
                  <c:v>388.0</c:v>
                </c:pt>
                <c:pt idx="8027">
                  <c:v>388.0</c:v>
                </c:pt>
                <c:pt idx="8028">
                  <c:v>388.0</c:v>
                </c:pt>
                <c:pt idx="8029">
                  <c:v>388.0</c:v>
                </c:pt>
                <c:pt idx="8030">
                  <c:v>388.0</c:v>
                </c:pt>
                <c:pt idx="8031">
                  <c:v>388.0</c:v>
                </c:pt>
                <c:pt idx="8032">
                  <c:v>388.0</c:v>
                </c:pt>
                <c:pt idx="8033">
                  <c:v>388.0</c:v>
                </c:pt>
                <c:pt idx="8034">
                  <c:v>388.0</c:v>
                </c:pt>
                <c:pt idx="8035">
                  <c:v>388.0</c:v>
                </c:pt>
                <c:pt idx="8036">
                  <c:v>388.0</c:v>
                </c:pt>
                <c:pt idx="8037">
                  <c:v>388.0</c:v>
                </c:pt>
                <c:pt idx="8038">
                  <c:v>388.0</c:v>
                </c:pt>
                <c:pt idx="8039">
                  <c:v>388.0</c:v>
                </c:pt>
                <c:pt idx="8040">
                  <c:v>388.0</c:v>
                </c:pt>
                <c:pt idx="8041">
                  <c:v>388.0</c:v>
                </c:pt>
                <c:pt idx="8042">
                  <c:v>388.0</c:v>
                </c:pt>
                <c:pt idx="8043">
                  <c:v>388.0</c:v>
                </c:pt>
                <c:pt idx="8044">
                  <c:v>388.0</c:v>
                </c:pt>
                <c:pt idx="8045">
                  <c:v>388.0</c:v>
                </c:pt>
                <c:pt idx="8046">
                  <c:v>388.0</c:v>
                </c:pt>
                <c:pt idx="8047">
                  <c:v>388.0</c:v>
                </c:pt>
                <c:pt idx="8048">
                  <c:v>388.0</c:v>
                </c:pt>
                <c:pt idx="8049">
                  <c:v>388.0</c:v>
                </c:pt>
                <c:pt idx="8050">
                  <c:v>388.0</c:v>
                </c:pt>
                <c:pt idx="8051">
                  <c:v>388.0</c:v>
                </c:pt>
                <c:pt idx="8052">
                  <c:v>388.0</c:v>
                </c:pt>
                <c:pt idx="8053">
                  <c:v>388.0</c:v>
                </c:pt>
                <c:pt idx="8054">
                  <c:v>388.0</c:v>
                </c:pt>
                <c:pt idx="8055">
                  <c:v>388.0</c:v>
                </c:pt>
                <c:pt idx="8056">
                  <c:v>388.0</c:v>
                </c:pt>
                <c:pt idx="8057">
                  <c:v>388.0</c:v>
                </c:pt>
                <c:pt idx="8058">
                  <c:v>388.0</c:v>
                </c:pt>
                <c:pt idx="8059">
                  <c:v>388.0</c:v>
                </c:pt>
                <c:pt idx="8060">
                  <c:v>388.0</c:v>
                </c:pt>
                <c:pt idx="8061">
                  <c:v>388.0</c:v>
                </c:pt>
                <c:pt idx="8062">
                  <c:v>388.0</c:v>
                </c:pt>
                <c:pt idx="8063">
                  <c:v>388.0</c:v>
                </c:pt>
                <c:pt idx="8064">
                  <c:v>388.0</c:v>
                </c:pt>
                <c:pt idx="8065">
                  <c:v>388.0</c:v>
                </c:pt>
                <c:pt idx="8066">
                  <c:v>388.0</c:v>
                </c:pt>
                <c:pt idx="8067">
                  <c:v>388.0</c:v>
                </c:pt>
                <c:pt idx="8068">
                  <c:v>388.0</c:v>
                </c:pt>
                <c:pt idx="8069">
                  <c:v>388.0</c:v>
                </c:pt>
                <c:pt idx="8070">
                  <c:v>388.0</c:v>
                </c:pt>
                <c:pt idx="8071">
                  <c:v>388.0</c:v>
                </c:pt>
                <c:pt idx="8072">
                  <c:v>388.0</c:v>
                </c:pt>
                <c:pt idx="8073">
                  <c:v>388.0</c:v>
                </c:pt>
                <c:pt idx="8074">
                  <c:v>388.0</c:v>
                </c:pt>
                <c:pt idx="8075">
                  <c:v>388.0</c:v>
                </c:pt>
                <c:pt idx="8076">
                  <c:v>388.0</c:v>
                </c:pt>
                <c:pt idx="8077">
                  <c:v>388.0</c:v>
                </c:pt>
                <c:pt idx="8078">
                  <c:v>388.0</c:v>
                </c:pt>
                <c:pt idx="8079">
                  <c:v>388.0</c:v>
                </c:pt>
                <c:pt idx="8080">
                  <c:v>388.0</c:v>
                </c:pt>
                <c:pt idx="8081">
                  <c:v>388.0</c:v>
                </c:pt>
                <c:pt idx="8082">
                  <c:v>388.0</c:v>
                </c:pt>
                <c:pt idx="8083">
                  <c:v>388.0</c:v>
                </c:pt>
                <c:pt idx="8084">
                  <c:v>388.0</c:v>
                </c:pt>
                <c:pt idx="8085">
                  <c:v>388.0</c:v>
                </c:pt>
                <c:pt idx="8086">
                  <c:v>388.0</c:v>
                </c:pt>
                <c:pt idx="8087">
                  <c:v>388.0</c:v>
                </c:pt>
                <c:pt idx="8088">
                  <c:v>388.0</c:v>
                </c:pt>
                <c:pt idx="8089">
                  <c:v>388.0</c:v>
                </c:pt>
                <c:pt idx="8090">
                  <c:v>388.0</c:v>
                </c:pt>
                <c:pt idx="8091">
                  <c:v>388.0</c:v>
                </c:pt>
                <c:pt idx="8092">
                  <c:v>388.0</c:v>
                </c:pt>
                <c:pt idx="8093">
                  <c:v>388.0</c:v>
                </c:pt>
                <c:pt idx="8094">
                  <c:v>388.0</c:v>
                </c:pt>
                <c:pt idx="8095">
                  <c:v>388.0</c:v>
                </c:pt>
                <c:pt idx="8096">
                  <c:v>388.0</c:v>
                </c:pt>
                <c:pt idx="8097">
                  <c:v>388.0</c:v>
                </c:pt>
                <c:pt idx="8098">
                  <c:v>388.0</c:v>
                </c:pt>
                <c:pt idx="8099">
                  <c:v>388.0</c:v>
                </c:pt>
                <c:pt idx="8100">
                  <c:v>388.0</c:v>
                </c:pt>
                <c:pt idx="8101">
                  <c:v>388.0</c:v>
                </c:pt>
                <c:pt idx="8102">
                  <c:v>388.0</c:v>
                </c:pt>
                <c:pt idx="8103">
                  <c:v>388.0</c:v>
                </c:pt>
                <c:pt idx="8104">
                  <c:v>388.0</c:v>
                </c:pt>
                <c:pt idx="8105">
                  <c:v>388.0</c:v>
                </c:pt>
                <c:pt idx="8106">
                  <c:v>388.0</c:v>
                </c:pt>
                <c:pt idx="8107">
                  <c:v>388.0</c:v>
                </c:pt>
                <c:pt idx="8108">
                  <c:v>388.0</c:v>
                </c:pt>
                <c:pt idx="8109">
                  <c:v>388.0</c:v>
                </c:pt>
                <c:pt idx="8110">
                  <c:v>388.0</c:v>
                </c:pt>
                <c:pt idx="8111">
                  <c:v>388.0</c:v>
                </c:pt>
                <c:pt idx="8112">
                  <c:v>388.0</c:v>
                </c:pt>
                <c:pt idx="8113">
                  <c:v>388.0</c:v>
                </c:pt>
                <c:pt idx="8114">
                  <c:v>388.0</c:v>
                </c:pt>
                <c:pt idx="8115">
                  <c:v>388.0</c:v>
                </c:pt>
                <c:pt idx="8116">
                  <c:v>388.0</c:v>
                </c:pt>
                <c:pt idx="8117">
                  <c:v>388.0</c:v>
                </c:pt>
                <c:pt idx="8118">
                  <c:v>388.0</c:v>
                </c:pt>
                <c:pt idx="8119">
                  <c:v>388.0</c:v>
                </c:pt>
                <c:pt idx="8120">
                  <c:v>388.0</c:v>
                </c:pt>
                <c:pt idx="8121">
                  <c:v>388.0</c:v>
                </c:pt>
                <c:pt idx="8122">
                  <c:v>388.0</c:v>
                </c:pt>
                <c:pt idx="8123">
                  <c:v>388.0</c:v>
                </c:pt>
                <c:pt idx="8124">
                  <c:v>388.0</c:v>
                </c:pt>
                <c:pt idx="8125">
                  <c:v>388.0</c:v>
                </c:pt>
                <c:pt idx="8126">
                  <c:v>388.0</c:v>
                </c:pt>
                <c:pt idx="8127">
                  <c:v>388.0</c:v>
                </c:pt>
                <c:pt idx="8128">
                  <c:v>388.0</c:v>
                </c:pt>
                <c:pt idx="8129">
                  <c:v>388.0</c:v>
                </c:pt>
                <c:pt idx="8130">
                  <c:v>388.0</c:v>
                </c:pt>
                <c:pt idx="8131">
                  <c:v>388.0</c:v>
                </c:pt>
                <c:pt idx="8132">
                  <c:v>388.0</c:v>
                </c:pt>
                <c:pt idx="8133">
                  <c:v>388.0</c:v>
                </c:pt>
                <c:pt idx="8134">
                  <c:v>388.0</c:v>
                </c:pt>
                <c:pt idx="8135">
                  <c:v>388.0</c:v>
                </c:pt>
                <c:pt idx="8136">
                  <c:v>388.0</c:v>
                </c:pt>
                <c:pt idx="8137">
                  <c:v>388.0</c:v>
                </c:pt>
                <c:pt idx="8138">
                  <c:v>388.0</c:v>
                </c:pt>
                <c:pt idx="8139">
                  <c:v>388.0</c:v>
                </c:pt>
                <c:pt idx="8140">
                  <c:v>388.0</c:v>
                </c:pt>
                <c:pt idx="8141">
                  <c:v>388.0</c:v>
                </c:pt>
                <c:pt idx="8142">
                  <c:v>388.0</c:v>
                </c:pt>
                <c:pt idx="8143">
                  <c:v>388.0</c:v>
                </c:pt>
                <c:pt idx="8144">
                  <c:v>388.0</c:v>
                </c:pt>
                <c:pt idx="8145">
                  <c:v>388.0</c:v>
                </c:pt>
                <c:pt idx="8146">
                  <c:v>388.0</c:v>
                </c:pt>
                <c:pt idx="8147">
                  <c:v>388.0</c:v>
                </c:pt>
                <c:pt idx="8148">
                  <c:v>388.0</c:v>
                </c:pt>
                <c:pt idx="8149">
                  <c:v>388.0</c:v>
                </c:pt>
                <c:pt idx="8150">
                  <c:v>388.0</c:v>
                </c:pt>
                <c:pt idx="8151">
                  <c:v>388.0</c:v>
                </c:pt>
                <c:pt idx="8152">
                  <c:v>388.0</c:v>
                </c:pt>
                <c:pt idx="8153">
                  <c:v>388.0</c:v>
                </c:pt>
                <c:pt idx="8154">
                  <c:v>388.0</c:v>
                </c:pt>
                <c:pt idx="8155">
                  <c:v>388.0</c:v>
                </c:pt>
                <c:pt idx="8156">
                  <c:v>388.0</c:v>
                </c:pt>
                <c:pt idx="8157">
                  <c:v>388.0</c:v>
                </c:pt>
                <c:pt idx="8158">
                  <c:v>388.0</c:v>
                </c:pt>
                <c:pt idx="8159">
                  <c:v>388.0</c:v>
                </c:pt>
                <c:pt idx="8160">
                  <c:v>388.0</c:v>
                </c:pt>
                <c:pt idx="8161">
                  <c:v>388.0</c:v>
                </c:pt>
                <c:pt idx="8162">
                  <c:v>388.0</c:v>
                </c:pt>
                <c:pt idx="8163">
                  <c:v>388.0</c:v>
                </c:pt>
                <c:pt idx="8164">
                  <c:v>388.0</c:v>
                </c:pt>
                <c:pt idx="8165">
                  <c:v>388.0</c:v>
                </c:pt>
                <c:pt idx="8166">
                  <c:v>388.0</c:v>
                </c:pt>
                <c:pt idx="8167">
                  <c:v>388.0</c:v>
                </c:pt>
                <c:pt idx="8168">
                  <c:v>388.0</c:v>
                </c:pt>
                <c:pt idx="8169">
                  <c:v>388.0</c:v>
                </c:pt>
                <c:pt idx="8170">
                  <c:v>388.0</c:v>
                </c:pt>
                <c:pt idx="8171">
                  <c:v>388.0</c:v>
                </c:pt>
                <c:pt idx="8172">
                  <c:v>388.0</c:v>
                </c:pt>
                <c:pt idx="8173">
                  <c:v>388.0</c:v>
                </c:pt>
                <c:pt idx="8174">
                  <c:v>388.0</c:v>
                </c:pt>
                <c:pt idx="8175">
                  <c:v>388.0</c:v>
                </c:pt>
                <c:pt idx="8176">
                  <c:v>388.0</c:v>
                </c:pt>
                <c:pt idx="8177">
                  <c:v>388.0</c:v>
                </c:pt>
                <c:pt idx="8178">
                  <c:v>388.0</c:v>
                </c:pt>
                <c:pt idx="8179">
                  <c:v>388.0</c:v>
                </c:pt>
                <c:pt idx="8180">
                  <c:v>388.0</c:v>
                </c:pt>
                <c:pt idx="8181">
                  <c:v>388.0</c:v>
                </c:pt>
                <c:pt idx="8182">
                  <c:v>388.0</c:v>
                </c:pt>
                <c:pt idx="8183">
                  <c:v>388.0</c:v>
                </c:pt>
                <c:pt idx="8184">
                  <c:v>388.0</c:v>
                </c:pt>
                <c:pt idx="8185">
                  <c:v>388.0</c:v>
                </c:pt>
                <c:pt idx="8186">
                  <c:v>388.0</c:v>
                </c:pt>
                <c:pt idx="8187">
                  <c:v>388.0</c:v>
                </c:pt>
                <c:pt idx="8188">
                  <c:v>388.0</c:v>
                </c:pt>
                <c:pt idx="8189">
                  <c:v>388.0</c:v>
                </c:pt>
                <c:pt idx="8190">
                  <c:v>388.0</c:v>
                </c:pt>
                <c:pt idx="8191">
                  <c:v>388.0</c:v>
                </c:pt>
                <c:pt idx="8192">
                  <c:v>388.0</c:v>
                </c:pt>
                <c:pt idx="8193">
                  <c:v>388.0</c:v>
                </c:pt>
                <c:pt idx="8194">
                  <c:v>388.0</c:v>
                </c:pt>
                <c:pt idx="8195">
                  <c:v>388.0</c:v>
                </c:pt>
                <c:pt idx="8196">
                  <c:v>388.0</c:v>
                </c:pt>
                <c:pt idx="8197">
                  <c:v>388.0</c:v>
                </c:pt>
                <c:pt idx="8198">
                  <c:v>388.0</c:v>
                </c:pt>
                <c:pt idx="8199">
                  <c:v>388.0</c:v>
                </c:pt>
                <c:pt idx="8200">
                  <c:v>388.0</c:v>
                </c:pt>
                <c:pt idx="8201">
                  <c:v>388.0</c:v>
                </c:pt>
                <c:pt idx="8202">
                  <c:v>388.0</c:v>
                </c:pt>
                <c:pt idx="8203">
                  <c:v>388.0</c:v>
                </c:pt>
                <c:pt idx="8204">
                  <c:v>388.0</c:v>
                </c:pt>
                <c:pt idx="8205">
                  <c:v>388.0</c:v>
                </c:pt>
                <c:pt idx="8206">
                  <c:v>388.0</c:v>
                </c:pt>
                <c:pt idx="8207">
                  <c:v>388.0</c:v>
                </c:pt>
                <c:pt idx="8208">
                  <c:v>388.0</c:v>
                </c:pt>
                <c:pt idx="8209">
                  <c:v>388.0</c:v>
                </c:pt>
                <c:pt idx="8210">
                  <c:v>388.0</c:v>
                </c:pt>
                <c:pt idx="8211">
                  <c:v>388.0</c:v>
                </c:pt>
                <c:pt idx="8212">
                  <c:v>388.0</c:v>
                </c:pt>
                <c:pt idx="8213">
                  <c:v>388.0</c:v>
                </c:pt>
                <c:pt idx="8214">
                  <c:v>388.0</c:v>
                </c:pt>
                <c:pt idx="8215">
                  <c:v>388.0</c:v>
                </c:pt>
                <c:pt idx="8216">
                  <c:v>388.0</c:v>
                </c:pt>
                <c:pt idx="8217">
                  <c:v>388.0</c:v>
                </c:pt>
                <c:pt idx="8218">
                  <c:v>388.0</c:v>
                </c:pt>
                <c:pt idx="8219">
                  <c:v>388.0</c:v>
                </c:pt>
                <c:pt idx="8220">
                  <c:v>388.0</c:v>
                </c:pt>
                <c:pt idx="8221">
                  <c:v>388.0</c:v>
                </c:pt>
                <c:pt idx="8222">
                  <c:v>388.0</c:v>
                </c:pt>
                <c:pt idx="8223">
                  <c:v>388.0</c:v>
                </c:pt>
                <c:pt idx="8224">
                  <c:v>388.0</c:v>
                </c:pt>
                <c:pt idx="8225">
                  <c:v>388.0</c:v>
                </c:pt>
                <c:pt idx="8226">
                  <c:v>388.0</c:v>
                </c:pt>
                <c:pt idx="8227">
                  <c:v>388.0</c:v>
                </c:pt>
                <c:pt idx="8228">
                  <c:v>388.0</c:v>
                </c:pt>
                <c:pt idx="8229">
                  <c:v>388.0</c:v>
                </c:pt>
                <c:pt idx="8230">
                  <c:v>388.0</c:v>
                </c:pt>
                <c:pt idx="8231">
                  <c:v>388.0</c:v>
                </c:pt>
                <c:pt idx="8232">
                  <c:v>388.0</c:v>
                </c:pt>
                <c:pt idx="8233">
                  <c:v>388.0</c:v>
                </c:pt>
                <c:pt idx="8234">
                  <c:v>388.0</c:v>
                </c:pt>
                <c:pt idx="8235">
                  <c:v>388.0</c:v>
                </c:pt>
                <c:pt idx="8236">
                  <c:v>388.0</c:v>
                </c:pt>
                <c:pt idx="8237">
                  <c:v>388.0</c:v>
                </c:pt>
                <c:pt idx="8238">
                  <c:v>388.0</c:v>
                </c:pt>
                <c:pt idx="8239">
                  <c:v>388.0</c:v>
                </c:pt>
                <c:pt idx="8240">
                  <c:v>388.0</c:v>
                </c:pt>
                <c:pt idx="8241">
                  <c:v>388.0</c:v>
                </c:pt>
                <c:pt idx="8242">
                  <c:v>388.0</c:v>
                </c:pt>
                <c:pt idx="8243">
                  <c:v>388.0</c:v>
                </c:pt>
                <c:pt idx="8244">
                  <c:v>388.0</c:v>
                </c:pt>
                <c:pt idx="8245">
                  <c:v>388.0</c:v>
                </c:pt>
                <c:pt idx="8246">
                  <c:v>388.0</c:v>
                </c:pt>
                <c:pt idx="8247">
                  <c:v>388.0</c:v>
                </c:pt>
                <c:pt idx="8248">
                  <c:v>388.0</c:v>
                </c:pt>
                <c:pt idx="8249">
                  <c:v>388.0</c:v>
                </c:pt>
                <c:pt idx="8250">
                  <c:v>388.0</c:v>
                </c:pt>
                <c:pt idx="8251">
                  <c:v>388.0</c:v>
                </c:pt>
                <c:pt idx="8252">
                  <c:v>388.0</c:v>
                </c:pt>
                <c:pt idx="8253">
                  <c:v>388.0</c:v>
                </c:pt>
                <c:pt idx="8254">
                  <c:v>388.0</c:v>
                </c:pt>
                <c:pt idx="8255">
                  <c:v>388.0</c:v>
                </c:pt>
                <c:pt idx="8256">
                  <c:v>388.0</c:v>
                </c:pt>
                <c:pt idx="8257">
                  <c:v>388.0</c:v>
                </c:pt>
                <c:pt idx="8258">
                  <c:v>388.0</c:v>
                </c:pt>
                <c:pt idx="8259">
                  <c:v>388.0</c:v>
                </c:pt>
                <c:pt idx="8260">
                  <c:v>388.0</c:v>
                </c:pt>
                <c:pt idx="8261">
                  <c:v>388.0</c:v>
                </c:pt>
                <c:pt idx="8262">
                  <c:v>388.0</c:v>
                </c:pt>
                <c:pt idx="8263">
                  <c:v>388.0</c:v>
                </c:pt>
                <c:pt idx="8264">
                  <c:v>388.0</c:v>
                </c:pt>
                <c:pt idx="8265">
                  <c:v>388.0</c:v>
                </c:pt>
                <c:pt idx="8266">
                  <c:v>388.0</c:v>
                </c:pt>
                <c:pt idx="8267">
                  <c:v>388.0</c:v>
                </c:pt>
                <c:pt idx="8268">
                  <c:v>388.0</c:v>
                </c:pt>
                <c:pt idx="8269">
                  <c:v>388.0</c:v>
                </c:pt>
                <c:pt idx="8270">
                  <c:v>388.0</c:v>
                </c:pt>
                <c:pt idx="8271">
                  <c:v>388.0</c:v>
                </c:pt>
                <c:pt idx="8272">
                  <c:v>388.0</c:v>
                </c:pt>
                <c:pt idx="8273">
                  <c:v>388.0</c:v>
                </c:pt>
                <c:pt idx="8274">
                  <c:v>388.0</c:v>
                </c:pt>
                <c:pt idx="8275">
                  <c:v>388.0</c:v>
                </c:pt>
                <c:pt idx="8276">
                  <c:v>388.0</c:v>
                </c:pt>
                <c:pt idx="8277">
                  <c:v>388.0</c:v>
                </c:pt>
                <c:pt idx="8278">
                  <c:v>388.0</c:v>
                </c:pt>
                <c:pt idx="8279">
                  <c:v>388.0</c:v>
                </c:pt>
                <c:pt idx="8280">
                  <c:v>388.0</c:v>
                </c:pt>
                <c:pt idx="8281">
                  <c:v>388.0</c:v>
                </c:pt>
                <c:pt idx="8282">
                  <c:v>388.0</c:v>
                </c:pt>
                <c:pt idx="8283">
                  <c:v>388.0</c:v>
                </c:pt>
                <c:pt idx="8284">
                  <c:v>388.0</c:v>
                </c:pt>
                <c:pt idx="8285">
                  <c:v>388.0</c:v>
                </c:pt>
                <c:pt idx="8286">
                  <c:v>388.0</c:v>
                </c:pt>
                <c:pt idx="8287">
                  <c:v>388.0</c:v>
                </c:pt>
                <c:pt idx="8288">
                  <c:v>388.0</c:v>
                </c:pt>
                <c:pt idx="8289">
                  <c:v>388.0</c:v>
                </c:pt>
                <c:pt idx="8290">
                  <c:v>388.0</c:v>
                </c:pt>
                <c:pt idx="8291">
                  <c:v>388.0</c:v>
                </c:pt>
                <c:pt idx="8292">
                  <c:v>388.0</c:v>
                </c:pt>
                <c:pt idx="8293">
                  <c:v>388.0</c:v>
                </c:pt>
                <c:pt idx="8294">
                  <c:v>388.0</c:v>
                </c:pt>
                <c:pt idx="8295">
                  <c:v>388.0</c:v>
                </c:pt>
                <c:pt idx="8296">
                  <c:v>388.0</c:v>
                </c:pt>
                <c:pt idx="8297">
                  <c:v>388.0</c:v>
                </c:pt>
                <c:pt idx="8298">
                  <c:v>388.0</c:v>
                </c:pt>
                <c:pt idx="8299">
                  <c:v>388.0</c:v>
                </c:pt>
                <c:pt idx="8300">
                  <c:v>388.0</c:v>
                </c:pt>
                <c:pt idx="8301">
                  <c:v>388.0</c:v>
                </c:pt>
                <c:pt idx="8302">
                  <c:v>388.0</c:v>
                </c:pt>
                <c:pt idx="8303">
                  <c:v>388.0</c:v>
                </c:pt>
                <c:pt idx="8304">
                  <c:v>388.0</c:v>
                </c:pt>
                <c:pt idx="8305">
                  <c:v>388.0</c:v>
                </c:pt>
                <c:pt idx="8306">
                  <c:v>388.0</c:v>
                </c:pt>
                <c:pt idx="8307">
                  <c:v>388.0</c:v>
                </c:pt>
                <c:pt idx="8308">
                  <c:v>388.0</c:v>
                </c:pt>
                <c:pt idx="8309">
                  <c:v>388.0</c:v>
                </c:pt>
                <c:pt idx="8310">
                  <c:v>388.0</c:v>
                </c:pt>
                <c:pt idx="8311">
                  <c:v>388.0</c:v>
                </c:pt>
                <c:pt idx="8312">
                  <c:v>388.0</c:v>
                </c:pt>
                <c:pt idx="8313">
                  <c:v>388.0</c:v>
                </c:pt>
                <c:pt idx="8314">
                  <c:v>388.0</c:v>
                </c:pt>
                <c:pt idx="8315">
                  <c:v>388.0</c:v>
                </c:pt>
                <c:pt idx="8316">
                  <c:v>388.0</c:v>
                </c:pt>
                <c:pt idx="8317">
                  <c:v>388.0</c:v>
                </c:pt>
                <c:pt idx="8318">
                  <c:v>388.0</c:v>
                </c:pt>
                <c:pt idx="8319">
                  <c:v>388.0</c:v>
                </c:pt>
                <c:pt idx="8320">
                  <c:v>388.0</c:v>
                </c:pt>
                <c:pt idx="8321">
                  <c:v>388.0</c:v>
                </c:pt>
                <c:pt idx="8322">
                  <c:v>388.0</c:v>
                </c:pt>
                <c:pt idx="8323">
                  <c:v>388.0</c:v>
                </c:pt>
                <c:pt idx="8324">
                  <c:v>388.0</c:v>
                </c:pt>
                <c:pt idx="8325">
                  <c:v>388.0</c:v>
                </c:pt>
                <c:pt idx="8326">
                  <c:v>388.0</c:v>
                </c:pt>
                <c:pt idx="8327">
                  <c:v>388.0</c:v>
                </c:pt>
                <c:pt idx="8328">
                  <c:v>388.0</c:v>
                </c:pt>
                <c:pt idx="8329">
                  <c:v>388.0</c:v>
                </c:pt>
                <c:pt idx="8330">
                  <c:v>388.0</c:v>
                </c:pt>
                <c:pt idx="8331">
                  <c:v>388.0</c:v>
                </c:pt>
                <c:pt idx="8332">
                  <c:v>388.0</c:v>
                </c:pt>
                <c:pt idx="8333">
                  <c:v>388.0</c:v>
                </c:pt>
                <c:pt idx="8334">
                  <c:v>388.0</c:v>
                </c:pt>
                <c:pt idx="8335">
                  <c:v>388.0</c:v>
                </c:pt>
                <c:pt idx="8336">
                  <c:v>388.0</c:v>
                </c:pt>
                <c:pt idx="8337">
                  <c:v>388.0</c:v>
                </c:pt>
                <c:pt idx="8338">
                  <c:v>388.0</c:v>
                </c:pt>
                <c:pt idx="8339">
                  <c:v>388.0</c:v>
                </c:pt>
                <c:pt idx="8340">
                  <c:v>388.0</c:v>
                </c:pt>
                <c:pt idx="8341">
                  <c:v>388.0</c:v>
                </c:pt>
                <c:pt idx="8342">
                  <c:v>388.0</c:v>
                </c:pt>
                <c:pt idx="8343">
                  <c:v>388.0</c:v>
                </c:pt>
                <c:pt idx="8344">
                  <c:v>388.0</c:v>
                </c:pt>
                <c:pt idx="8345">
                  <c:v>388.0</c:v>
                </c:pt>
                <c:pt idx="8346">
                  <c:v>388.0</c:v>
                </c:pt>
                <c:pt idx="8347">
                  <c:v>388.0</c:v>
                </c:pt>
                <c:pt idx="8348">
                  <c:v>388.0</c:v>
                </c:pt>
                <c:pt idx="8349">
                  <c:v>388.0</c:v>
                </c:pt>
                <c:pt idx="8350">
                  <c:v>388.0</c:v>
                </c:pt>
                <c:pt idx="8351">
                  <c:v>388.0</c:v>
                </c:pt>
                <c:pt idx="8352">
                  <c:v>388.0</c:v>
                </c:pt>
                <c:pt idx="8353">
                  <c:v>388.0</c:v>
                </c:pt>
                <c:pt idx="8354">
                  <c:v>388.0</c:v>
                </c:pt>
                <c:pt idx="8355">
                  <c:v>388.0</c:v>
                </c:pt>
                <c:pt idx="8356">
                  <c:v>388.0</c:v>
                </c:pt>
                <c:pt idx="8357">
                  <c:v>388.0</c:v>
                </c:pt>
                <c:pt idx="8358">
                  <c:v>388.0</c:v>
                </c:pt>
                <c:pt idx="8359">
                  <c:v>388.0</c:v>
                </c:pt>
                <c:pt idx="8360">
                  <c:v>388.0</c:v>
                </c:pt>
                <c:pt idx="8361">
                  <c:v>388.0</c:v>
                </c:pt>
                <c:pt idx="8362">
                  <c:v>388.0</c:v>
                </c:pt>
                <c:pt idx="8363">
                  <c:v>388.0</c:v>
                </c:pt>
                <c:pt idx="8364">
                  <c:v>388.0</c:v>
                </c:pt>
                <c:pt idx="8365">
                  <c:v>388.0</c:v>
                </c:pt>
                <c:pt idx="8366">
                  <c:v>388.0</c:v>
                </c:pt>
                <c:pt idx="8367">
                  <c:v>388.0</c:v>
                </c:pt>
                <c:pt idx="8368">
                  <c:v>388.0</c:v>
                </c:pt>
                <c:pt idx="8369">
                  <c:v>388.0</c:v>
                </c:pt>
                <c:pt idx="8370">
                  <c:v>388.0</c:v>
                </c:pt>
                <c:pt idx="8371">
                  <c:v>388.0</c:v>
                </c:pt>
                <c:pt idx="8372">
                  <c:v>388.0</c:v>
                </c:pt>
                <c:pt idx="8373">
                  <c:v>388.0</c:v>
                </c:pt>
                <c:pt idx="8374">
                  <c:v>388.0</c:v>
                </c:pt>
                <c:pt idx="8375">
                  <c:v>388.0</c:v>
                </c:pt>
                <c:pt idx="8376">
                  <c:v>388.0</c:v>
                </c:pt>
                <c:pt idx="8377">
                  <c:v>388.0</c:v>
                </c:pt>
                <c:pt idx="8378">
                  <c:v>388.0</c:v>
                </c:pt>
                <c:pt idx="8379">
                  <c:v>388.0</c:v>
                </c:pt>
                <c:pt idx="8380">
                  <c:v>388.0</c:v>
                </c:pt>
                <c:pt idx="8381">
                  <c:v>388.0</c:v>
                </c:pt>
                <c:pt idx="8382">
                  <c:v>388.0</c:v>
                </c:pt>
                <c:pt idx="8383">
                  <c:v>388.0</c:v>
                </c:pt>
                <c:pt idx="8384">
                  <c:v>388.0</c:v>
                </c:pt>
                <c:pt idx="8385">
                  <c:v>388.0</c:v>
                </c:pt>
                <c:pt idx="8386">
                  <c:v>388.0</c:v>
                </c:pt>
                <c:pt idx="8387">
                  <c:v>388.0</c:v>
                </c:pt>
                <c:pt idx="8388">
                  <c:v>388.0</c:v>
                </c:pt>
                <c:pt idx="8389">
                  <c:v>388.0</c:v>
                </c:pt>
                <c:pt idx="8390">
                  <c:v>388.0</c:v>
                </c:pt>
                <c:pt idx="8391">
                  <c:v>388.0</c:v>
                </c:pt>
                <c:pt idx="8392">
                  <c:v>388.0</c:v>
                </c:pt>
                <c:pt idx="8393">
                  <c:v>388.0</c:v>
                </c:pt>
                <c:pt idx="8394">
                  <c:v>388.0</c:v>
                </c:pt>
                <c:pt idx="8395">
                  <c:v>388.0</c:v>
                </c:pt>
                <c:pt idx="8396">
                  <c:v>388.0</c:v>
                </c:pt>
                <c:pt idx="8397">
                  <c:v>388.0</c:v>
                </c:pt>
                <c:pt idx="8398">
                  <c:v>388.0</c:v>
                </c:pt>
                <c:pt idx="8399">
                  <c:v>388.0</c:v>
                </c:pt>
                <c:pt idx="8400">
                  <c:v>388.0</c:v>
                </c:pt>
                <c:pt idx="8401">
                  <c:v>388.0</c:v>
                </c:pt>
                <c:pt idx="8402">
                  <c:v>388.0</c:v>
                </c:pt>
                <c:pt idx="8403">
                  <c:v>388.0</c:v>
                </c:pt>
                <c:pt idx="8404">
                  <c:v>388.0</c:v>
                </c:pt>
                <c:pt idx="8405">
                  <c:v>388.0</c:v>
                </c:pt>
                <c:pt idx="8406">
                  <c:v>388.0</c:v>
                </c:pt>
                <c:pt idx="8407">
                  <c:v>388.0</c:v>
                </c:pt>
                <c:pt idx="8408">
                  <c:v>388.0</c:v>
                </c:pt>
                <c:pt idx="8409">
                  <c:v>388.0</c:v>
                </c:pt>
                <c:pt idx="8410">
                  <c:v>388.0</c:v>
                </c:pt>
                <c:pt idx="8411">
                  <c:v>388.0</c:v>
                </c:pt>
                <c:pt idx="8412">
                  <c:v>388.0</c:v>
                </c:pt>
                <c:pt idx="8413">
                  <c:v>388.0</c:v>
                </c:pt>
                <c:pt idx="8414">
                  <c:v>388.0</c:v>
                </c:pt>
                <c:pt idx="8415">
                  <c:v>388.0</c:v>
                </c:pt>
                <c:pt idx="8416">
                  <c:v>388.0</c:v>
                </c:pt>
                <c:pt idx="8417">
                  <c:v>388.0</c:v>
                </c:pt>
                <c:pt idx="8418">
                  <c:v>388.0</c:v>
                </c:pt>
                <c:pt idx="8419">
                  <c:v>388.0</c:v>
                </c:pt>
                <c:pt idx="8420">
                  <c:v>388.0</c:v>
                </c:pt>
                <c:pt idx="8421">
                  <c:v>388.0</c:v>
                </c:pt>
                <c:pt idx="8422">
                  <c:v>388.0</c:v>
                </c:pt>
                <c:pt idx="8423">
                  <c:v>388.0</c:v>
                </c:pt>
                <c:pt idx="8424">
                  <c:v>388.0</c:v>
                </c:pt>
                <c:pt idx="8425">
                  <c:v>388.0</c:v>
                </c:pt>
                <c:pt idx="8426">
                  <c:v>388.0</c:v>
                </c:pt>
                <c:pt idx="8427">
                  <c:v>388.0</c:v>
                </c:pt>
                <c:pt idx="8428">
                  <c:v>388.0</c:v>
                </c:pt>
                <c:pt idx="8429">
                  <c:v>388.0</c:v>
                </c:pt>
                <c:pt idx="8430">
                  <c:v>388.0</c:v>
                </c:pt>
                <c:pt idx="8431">
                  <c:v>388.0</c:v>
                </c:pt>
                <c:pt idx="8432">
                  <c:v>388.0</c:v>
                </c:pt>
                <c:pt idx="8433">
                  <c:v>388.0</c:v>
                </c:pt>
                <c:pt idx="8434">
                  <c:v>388.0</c:v>
                </c:pt>
                <c:pt idx="8435">
                  <c:v>388.0</c:v>
                </c:pt>
                <c:pt idx="8436">
                  <c:v>388.0</c:v>
                </c:pt>
                <c:pt idx="8437">
                  <c:v>388.0</c:v>
                </c:pt>
                <c:pt idx="8438">
                  <c:v>388.0</c:v>
                </c:pt>
                <c:pt idx="8439">
                  <c:v>388.0</c:v>
                </c:pt>
                <c:pt idx="8440">
                  <c:v>388.0</c:v>
                </c:pt>
                <c:pt idx="8441">
                  <c:v>388.0</c:v>
                </c:pt>
                <c:pt idx="8442">
                  <c:v>388.0</c:v>
                </c:pt>
                <c:pt idx="8443">
                  <c:v>388.0</c:v>
                </c:pt>
                <c:pt idx="8444">
                  <c:v>388.0</c:v>
                </c:pt>
                <c:pt idx="8445">
                  <c:v>388.0</c:v>
                </c:pt>
                <c:pt idx="8446">
                  <c:v>388.0</c:v>
                </c:pt>
                <c:pt idx="8447">
                  <c:v>388.0</c:v>
                </c:pt>
                <c:pt idx="8448">
                  <c:v>388.0</c:v>
                </c:pt>
                <c:pt idx="8449">
                  <c:v>388.0</c:v>
                </c:pt>
                <c:pt idx="8450">
                  <c:v>388.0</c:v>
                </c:pt>
                <c:pt idx="8451">
                  <c:v>388.0</c:v>
                </c:pt>
                <c:pt idx="8452">
                  <c:v>388.0</c:v>
                </c:pt>
                <c:pt idx="8453">
                  <c:v>388.0</c:v>
                </c:pt>
                <c:pt idx="8454">
                  <c:v>388.0</c:v>
                </c:pt>
                <c:pt idx="8455">
                  <c:v>388.0</c:v>
                </c:pt>
                <c:pt idx="8456">
                  <c:v>388.0</c:v>
                </c:pt>
                <c:pt idx="8457">
                  <c:v>388.0</c:v>
                </c:pt>
                <c:pt idx="8458">
                  <c:v>388.0</c:v>
                </c:pt>
                <c:pt idx="8459">
                  <c:v>388.0</c:v>
                </c:pt>
                <c:pt idx="8460">
                  <c:v>388.0</c:v>
                </c:pt>
                <c:pt idx="8461">
                  <c:v>388.0</c:v>
                </c:pt>
                <c:pt idx="8462">
                  <c:v>388.0</c:v>
                </c:pt>
                <c:pt idx="8463">
                  <c:v>388.0</c:v>
                </c:pt>
                <c:pt idx="8464">
                  <c:v>388.0</c:v>
                </c:pt>
                <c:pt idx="8465">
                  <c:v>388.0</c:v>
                </c:pt>
                <c:pt idx="8466">
                  <c:v>388.0</c:v>
                </c:pt>
                <c:pt idx="8467">
                  <c:v>388.0</c:v>
                </c:pt>
                <c:pt idx="8468">
                  <c:v>388.0</c:v>
                </c:pt>
                <c:pt idx="8469">
                  <c:v>388.0</c:v>
                </c:pt>
                <c:pt idx="8470">
                  <c:v>388.0</c:v>
                </c:pt>
                <c:pt idx="8471">
                  <c:v>388.0</c:v>
                </c:pt>
                <c:pt idx="8472">
                  <c:v>388.0</c:v>
                </c:pt>
                <c:pt idx="8473">
                  <c:v>388.0</c:v>
                </c:pt>
                <c:pt idx="8474">
                  <c:v>388.0</c:v>
                </c:pt>
                <c:pt idx="8475">
                  <c:v>388.0</c:v>
                </c:pt>
                <c:pt idx="8476">
                  <c:v>388.0</c:v>
                </c:pt>
                <c:pt idx="8477">
                  <c:v>388.0</c:v>
                </c:pt>
                <c:pt idx="8478">
                  <c:v>388.0</c:v>
                </c:pt>
                <c:pt idx="8479">
                  <c:v>388.0</c:v>
                </c:pt>
                <c:pt idx="8480">
                  <c:v>388.0</c:v>
                </c:pt>
                <c:pt idx="8481">
                  <c:v>388.0</c:v>
                </c:pt>
                <c:pt idx="8482">
                  <c:v>388.0</c:v>
                </c:pt>
                <c:pt idx="8483">
                  <c:v>388.0</c:v>
                </c:pt>
                <c:pt idx="8484">
                  <c:v>388.0</c:v>
                </c:pt>
                <c:pt idx="8485">
                  <c:v>388.0</c:v>
                </c:pt>
                <c:pt idx="8486">
                  <c:v>388.0</c:v>
                </c:pt>
                <c:pt idx="8487">
                  <c:v>388.0</c:v>
                </c:pt>
                <c:pt idx="8488">
                  <c:v>388.0</c:v>
                </c:pt>
                <c:pt idx="8489">
                  <c:v>388.0</c:v>
                </c:pt>
                <c:pt idx="8490">
                  <c:v>388.0</c:v>
                </c:pt>
                <c:pt idx="8491">
                  <c:v>388.0</c:v>
                </c:pt>
                <c:pt idx="8492">
                  <c:v>388.0</c:v>
                </c:pt>
                <c:pt idx="8493">
                  <c:v>388.0</c:v>
                </c:pt>
                <c:pt idx="8494">
                  <c:v>388.0</c:v>
                </c:pt>
                <c:pt idx="8495">
                  <c:v>388.0</c:v>
                </c:pt>
                <c:pt idx="8496">
                  <c:v>388.0</c:v>
                </c:pt>
                <c:pt idx="8497">
                  <c:v>388.0</c:v>
                </c:pt>
                <c:pt idx="8498">
                  <c:v>388.0</c:v>
                </c:pt>
                <c:pt idx="8499">
                  <c:v>388.0</c:v>
                </c:pt>
                <c:pt idx="8500">
                  <c:v>388.0</c:v>
                </c:pt>
                <c:pt idx="8501">
                  <c:v>388.0</c:v>
                </c:pt>
                <c:pt idx="8502">
                  <c:v>388.0</c:v>
                </c:pt>
                <c:pt idx="8503">
                  <c:v>388.0</c:v>
                </c:pt>
                <c:pt idx="8504">
                  <c:v>388.0</c:v>
                </c:pt>
                <c:pt idx="8505">
                  <c:v>388.0</c:v>
                </c:pt>
                <c:pt idx="8506">
                  <c:v>388.0</c:v>
                </c:pt>
                <c:pt idx="8507">
                  <c:v>388.0</c:v>
                </c:pt>
                <c:pt idx="8508">
                  <c:v>388.0</c:v>
                </c:pt>
                <c:pt idx="8509">
                  <c:v>388.0</c:v>
                </c:pt>
                <c:pt idx="8510">
                  <c:v>388.0</c:v>
                </c:pt>
                <c:pt idx="8511">
                  <c:v>388.0</c:v>
                </c:pt>
                <c:pt idx="8512">
                  <c:v>388.0</c:v>
                </c:pt>
                <c:pt idx="8513">
                  <c:v>388.0</c:v>
                </c:pt>
                <c:pt idx="8514">
                  <c:v>388.0</c:v>
                </c:pt>
                <c:pt idx="8515">
                  <c:v>388.0</c:v>
                </c:pt>
                <c:pt idx="8516">
                  <c:v>388.0</c:v>
                </c:pt>
                <c:pt idx="8517">
                  <c:v>388.0</c:v>
                </c:pt>
                <c:pt idx="8518">
                  <c:v>388.0</c:v>
                </c:pt>
                <c:pt idx="8519">
                  <c:v>388.0</c:v>
                </c:pt>
                <c:pt idx="8520">
                  <c:v>388.0</c:v>
                </c:pt>
                <c:pt idx="8521">
                  <c:v>388.0</c:v>
                </c:pt>
                <c:pt idx="8522">
                  <c:v>388.0</c:v>
                </c:pt>
                <c:pt idx="8523">
                  <c:v>388.0</c:v>
                </c:pt>
                <c:pt idx="8524">
                  <c:v>388.0</c:v>
                </c:pt>
                <c:pt idx="8525">
                  <c:v>388.0</c:v>
                </c:pt>
                <c:pt idx="8526">
                  <c:v>388.0</c:v>
                </c:pt>
                <c:pt idx="8527">
                  <c:v>388.0</c:v>
                </c:pt>
                <c:pt idx="8528">
                  <c:v>388.0</c:v>
                </c:pt>
                <c:pt idx="8529">
                  <c:v>388.0</c:v>
                </c:pt>
                <c:pt idx="8530">
                  <c:v>388.0</c:v>
                </c:pt>
                <c:pt idx="8531">
                  <c:v>388.0</c:v>
                </c:pt>
                <c:pt idx="8532">
                  <c:v>388.0</c:v>
                </c:pt>
                <c:pt idx="8533">
                  <c:v>388.0</c:v>
                </c:pt>
                <c:pt idx="8534">
                  <c:v>388.0</c:v>
                </c:pt>
                <c:pt idx="8535">
                  <c:v>388.0</c:v>
                </c:pt>
                <c:pt idx="8536">
                  <c:v>388.0</c:v>
                </c:pt>
                <c:pt idx="8537">
                  <c:v>388.0</c:v>
                </c:pt>
                <c:pt idx="8538">
                  <c:v>388.0</c:v>
                </c:pt>
                <c:pt idx="8539">
                  <c:v>388.0</c:v>
                </c:pt>
                <c:pt idx="8540">
                  <c:v>388.0</c:v>
                </c:pt>
                <c:pt idx="8541">
                  <c:v>388.0</c:v>
                </c:pt>
                <c:pt idx="8542">
                  <c:v>388.0</c:v>
                </c:pt>
                <c:pt idx="8543">
                  <c:v>388.0</c:v>
                </c:pt>
                <c:pt idx="8544">
                  <c:v>388.0</c:v>
                </c:pt>
                <c:pt idx="8545">
                  <c:v>388.0</c:v>
                </c:pt>
                <c:pt idx="8546">
                  <c:v>388.0</c:v>
                </c:pt>
                <c:pt idx="8547">
                  <c:v>388.0</c:v>
                </c:pt>
                <c:pt idx="8548">
                  <c:v>388.0</c:v>
                </c:pt>
                <c:pt idx="8549">
                  <c:v>388.0</c:v>
                </c:pt>
                <c:pt idx="8550">
                  <c:v>388.0</c:v>
                </c:pt>
                <c:pt idx="8551">
                  <c:v>388.0</c:v>
                </c:pt>
                <c:pt idx="8552">
                  <c:v>388.0</c:v>
                </c:pt>
                <c:pt idx="8553">
                  <c:v>388.0</c:v>
                </c:pt>
                <c:pt idx="8554">
                  <c:v>388.0</c:v>
                </c:pt>
                <c:pt idx="8555">
                  <c:v>388.0</c:v>
                </c:pt>
                <c:pt idx="8556">
                  <c:v>388.0</c:v>
                </c:pt>
                <c:pt idx="8557">
                  <c:v>388.0</c:v>
                </c:pt>
                <c:pt idx="8558">
                  <c:v>388.0</c:v>
                </c:pt>
                <c:pt idx="8559">
                  <c:v>388.0</c:v>
                </c:pt>
                <c:pt idx="8560">
                  <c:v>388.0</c:v>
                </c:pt>
                <c:pt idx="8561">
                  <c:v>388.0</c:v>
                </c:pt>
                <c:pt idx="8562">
                  <c:v>388.0</c:v>
                </c:pt>
                <c:pt idx="8563">
                  <c:v>388.0</c:v>
                </c:pt>
                <c:pt idx="8564">
                  <c:v>388.0</c:v>
                </c:pt>
                <c:pt idx="8565">
                  <c:v>388.0</c:v>
                </c:pt>
                <c:pt idx="8566">
                  <c:v>388.0</c:v>
                </c:pt>
                <c:pt idx="8567">
                  <c:v>388.0</c:v>
                </c:pt>
                <c:pt idx="8568">
                  <c:v>388.0</c:v>
                </c:pt>
                <c:pt idx="8569">
                  <c:v>388.0</c:v>
                </c:pt>
                <c:pt idx="8570">
                  <c:v>388.0</c:v>
                </c:pt>
                <c:pt idx="8571">
                  <c:v>388.0</c:v>
                </c:pt>
                <c:pt idx="8572">
                  <c:v>388.0</c:v>
                </c:pt>
                <c:pt idx="8573">
                  <c:v>388.0</c:v>
                </c:pt>
                <c:pt idx="8574">
                  <c:v>388.0</c:v>
                </c:pt>
                <c:pt idx="8575">
                  <c:v>388.0</c:v>
                </c:pt>
                <c:pt idx="8576">
                  <c:v>388.0</c:v>
                </c:pt>
                <c:pt idx="8577">
                  <c:v>388.0</c:v>
                </c:pt>
                <c:pt idx="8578">
                  <c:v>388.0</c:v>
                </c:pt>
                <c:pt idx="8579">
                  <c:v>388.0</c:v>
                </c:pt>
                <c:pt idx="8580">
                  <c:v>388.0</c:v>
                </c:pt>
                <c:pt idx="8581">
                  <c:v>388.0</c:v>
                </c:pt>
                <c:pt idx="8582">
                  <c:v>388.0</c:v>
                </c:pt>
                <c:pt idx="8583">
                  <c:v>388.0</c:v>
                </c:pt>
                <c:pt idx="8584">
                  <c:v>388.0</c:v>
                </c:pt>
                <c:pt idx="8585">
                  <c:v>388.0</c:v>
                </c:pt>
                <c:pt idx="8586">
                  <c:v>388.0</c:v>
                </c:pt>
                <c:pt idx="8587">
                  <c:v>388.0</c:v>
                </c:pt>
                <c:pt idx="8588">
                  <c:v>388.0</c:v>
                </c:pt>
                <c:pt idx="8589">
                  <c:v>388.0</c:v>
                </c:pt>
                <c:pt idx="8590">
                  <c:v>388.0</c:v>
                </c:pt>
                <c:pt idx="8591">
                  <c:v>388.0</c:v>
                </c:pt>
                <c:pt idx="8592">
                  <c:v>388.0</c:v>
                </c:pt>
                <c:pt idx="8593">
                  <c:v>388.0</c:v>
                </c:pt>
                <c:pt idx="8594">
                  <c:v>388.0</c:v>
                </c:pt>
                <c:pt idx="8595">
                  <c:v>388.0</c:v>
                </c:pt>
                <c:pt idx="8596">
                  <c:v>388.0</c:v>
                </c:pt>
                <c:pt idx="8597">
                  <c:v>388.0</c:v>
                </c:pt>
                <c:pt idx="8598">
                  <c:v>388.0</c:v>
                </c:pt>
                <c:pt idx="8599">
                  <c:v>388.0</c:v>
                </c:pt>
                <c:pt idx="8600">
                  <c:v>388.0</c:v>
                </c:pt>
                <c:pt idx="8601">
                  <c:v>388.0</c:v>
                </c:pt>
                <c:pt idx="8602">
                  <c:v>388.0</c:v>
                </c:pt>
                <c:pt idx="8603">
                  <c:v>388.0</c:v>
                </c:pt>
                <c:pt idx="8604">
                  <c:v>388.0</c:v>
                </c:pt>
                <c:pt idx="8605">
                  <c:v>388.0</c:v>
                </c:pt>
                <c:pt idx="8606">
                  <c:v>388.0</c:v>
                </c:pt>
                <c:pt idx="8607">
                  <c:v>388.0</c:v>
                </c:pt>
                <c:pt idx="8608">
                  <c:v>388.0</c:v>
                </c:pt>
                <c:pt idx="8609">
                  <c:v>388.0</c:v>
                </c:pt>
                <c:pt idx="8610">
                  <c:v>388.0</c:v>
                </c:pt>
                <c:pt idx="8611">
                  <c:v>388.0</c:v>
                </c:pt>
                <c:pt idx="8612">
                  <c:v>388.0</c:v>
                </c:pt>
                <c:pt idx="8613">
                  <c:v>388.0</c:v>
                </c:pt>
                <c:pt idx="8614">
                  <c:v>388.0</c:v>
                </c:pt>
                <c:pt idx="8615">
                  <c:v>388.0</c:v>
                </c:pt>
                <c:pt idx="8616">
                  <c:v>388.0</c:v>
                </c:pt>
                <c:pt idx="8617">
                  <c:v>388.0</c:v>
                </c:pt>
                <c:pt idx="8618">
                  <c:v>388.0</c:v>
                </c:pt>
                <c:pt idx="8619">
                  <c:v>388.0</c:v>
                </c:pt>
                <c:pt idx="8620">
                  <c:v>388.0</c:v>
                </c:pt>
                <c:pt idx="8621">
                  <c:v>388.0</c:v>
                </c:pt>
                <c:pt idx="8622">
                  <c:v>388.0</c:v>
                </c:pt>
                <c:pt idx="8623">
                  <c:v>388.0</c:v>
                </c:pt>
                <c:pt idx="8624">
                  <c:v>388.0</c:v>
                </c:pt>
                <c:pt idx="8625">
                  <c:v>388.0</c:v>
                </c:pt>
                <c:pt idx="8626">
                  <c:v>388.0</c:v>
                </c:pt>
                <c:pt idx="8627">
                  <c:v>388.0</c:v>
                </c:pt>
                <c:pt idx="8628">
                  <c:v>388.0</c:v>
                </c:pt>
                <c:pt idx="8629">
                  <c:v>388.0</c:v>
                </c:pt>
                <c:pt idx="8630">
                  <c:v>388.0</c:v>
                </c:pt>
                <c:pt idx="8631">
                  <c:v>388.0</c:v>
                </c:pt>
                <c:pt idx="8632">
                  <c:v>388.0</c:v>
                </c:pt>
                <c:pt idx="8633">
                  <c:v>388.0</c:v>
                </c:pt>
                <c:pt idx="8634">
                  <c:v>388.0</c:v>
                </c:pt>
                <c:pt idx="8635">
                  <c:v>388.0</c:v>
                </c:pt>
                <c:pt idx="8636">
                  <c:v>388.0</c:v>
                </c:pt>
                <c:pt idx="8637">
                  <c:v>388.0</c:v>
                </c:pt>
                <c:pt idx="8638">
                  <c:v>388.0</c:v>
                </c:pt>
                <c:pt idx="8639">
                  <c:v>388.0</c:v>
                </c:pt>
                <c:pt idx="8640">
                  <c:v>388.0</c:v>
                </c:pt>
                <c:pt idx="8641">
                  <c:v>388.0</c:v>
                </c:pt>
                <c:pt idx="8642">
                  <c:v>388.0</c:v>
                </c:pt>
                <c:pt idx="8643">
                  <c:v>388.0</c:v>
                </c:pt>
                <c:pt idx="8644">
                  <c:v>388.0</c:v>
                </c:pt>
                <c:pt idx="8645">
                  <c:v>388.0</c:v>
                </c:pt>
                <c:pt idx="8646">
                  <c:v>388.0</c:v>
                </c:pt>
                <c:pt idx="8647">
                  <c:v>388.0</c:v>
                </c:pt>
                <c:pt idx="8648">
                  <c:v>388.0</c:v>
                </c:pt>
                <c:pt idx="8649">
                  <c:v>388.0</c:v>
                </c:pt>
                <c:pt idx="8650">
                  <c:v>388.0</c:v>
                </c:pt>
                <c:pt idx="8651">
                  <c:v>388.0</c:v>
                </c:pt>
                <c:pt idx="8652">
                  <c:v>388.0</c:v>
                </c:pt>
                <c:pt idx="8653">
                  <c:v>388.0</c:v>
                </c:pt>
                <c:pt idx="8654">
                  <c:v>388.0</c:v>
                </c:pt>
                <c:pt idx="8655">
                  <c:v>388.0</c:v>
                </c:pt>
                <c:pt idx="8656">
                  <c:v>388.0</c:v>
                </c:pt>
                <c:pt idx="8657">
                  <c:v>388.0</c:v>
                </c:pt>
                <c:pt idx="8658">
                  <c:v>388.0</c:v>
                </c:pt>
                <c:pt idx="8659">
                  <c:v>388.0</c:v>
                </c:pt>
                <c:pt idx="8660">
                  <c:v>388.0</c:v>
                </c:pt>
                <c:pt idx="8661">
                  <c:v>388.0</c:v>
                </c:pt>
                <c:pt idx="8662">
                  <c:v>388.0</c:v>
                </c:pt>
                <c:pt idx="8663">
                  <c:v>388.0</c:v>
                </c:pt>
                <c:pt idx="8664">
                  <c:v>388.0</c:v>
                </c:pt>
                <c:pt idx="8665">
                  <c:v>388.0</c:v>
                </c:pt>
                <c:pt idx="8666">
                  <c:v>388.0</c:v>
                </c:pt>
                <c:pt idx="8667">
                  <c:v>388.0</c:v>
                </c:pt>
                <c:pt idx="8668">
                  <c:v>388.0</c:v>
                </c:pt>
                <c:pt idx="8669">
                  <c:v>388.0</c:v>
                </c:pt>
                <c:pt idx="8670">
                  <c:v>388.0</c:v>
                </c:pt>
                <c:pt idx="8671">
                  <c:v>388.0</c:v>
                </c:pt>
                <c:pt idx="8672">
                  <c:v>388.0</c:v>
                </c:pt>
                <c:pt idx="8673">
                  <c:v>388.0</c:v>
                </c:pt>
                <c:pt idx="8674">
                  <c:v>388.0</c:v>
                </c:pt>
                <c:pt idx="8675">
                  <c:v>388.0</c:v>
                </c:pt>
                <c:pt idx="8676">
                  <c:v>388.0</c:v>
                </c:pt>
                <c:pt idx="8677">
                  <c:v>388.0</c:v>
                </c:pt>
                <c:pt idx="8678">
                  <c:v>388.0</c:v>
                </c:pt>
                <c:pt idx="8679">
                  <c:v>388.0</c:v>
                </c:pt>
                <c:pt idx="8680">
                  <c:v>388.0</c:v>
                </c:pt>
                <c:pt idx="8681">
                  <c:v>388.0</c:v>
                </c:pt>
                <c:pt idx="8682">
                  <c:v>388.0</c:v>
                </c:pt>
                <c:pt idx="8683">
                  <c:v>388.0</c:v>
                </c:pt>
                <c:pt idx="8684">
                  <c:v>388.0</c:v>
                </c:pt>
                <c:pt idx="8685">
                  <c:v>388.0</c:v>
                </c:pt>
                <c:pt idx="8686">
                  <c:v>388.0</c:v>
                </c:pt>
                <c:pt idx="8687">
                  <c:v>388.0</c:v>
                </c:pt>
                <c:pt idx="8688">
                  <c:v>388.0</c:v>
                </c:pt>
                <c:pt idx="8689">
                  <c:v>388.0</c:v>
                </c:pt>
                <c:pt idx="8690">
                  <c:v>388.0</c:v>
                </c:pt>
                <c:pt idx="8691">
                  <c:v>388.0</c:v>
                </c:pt>
                <c:pt idx="8692">
                  <c:v>388.0</c:v>
                </c:pt>
                <c:pt idx="8693">
                  <c:v>388.0</c:v>
                </c:pt>
                <c:pt idx="8694">
                  <c:v>388.0</c:v>
                </c:pt>
                <c:pt idx="8695">
                  <c:v>388.0</c:v>
                </c:pt>
                <c:pt idx="8696">
                  <c:v>388.0</c:v>
                </c:pt>
                <c:pt idx="8697">
                  <c:v>388.0</c:v>
                </c:pt>
                <c:pt idx="8698">
                  <c:v>388.0</c:v>
                </c:pt>
                <c:pt idx="8699">
                  <c:v>388.0</c:v>
                </c:pt>
                <c:pt idx="8700">
                  <c:v>388.0</c:v>
                </c:pt>
                <c:pt idx="8701">
                  <c:v>388.0</c:v>
                </c:pt>
                <c:pt idx="8702">
                  <c:v>388.0</c:v>
                </c:pt>
                <c:pt idx="8703">
                  <c:v>388.0</c:v>
                </c:pt>
                <c:pt idx="8704">
                  <c:v>388.0</c:v>
                </c:pt>
                <c:pt idx="8705">
                  <c:v>388.0</c:v>
                </c:pt>
                <c:pt idx="8706">
                  <c:v>388.0</c:v>
                </c:pt>
                <c:pt idx="8707">
                  <c:v>388.0</c:v>
                </c:pt>
                <c:pt idx="8708">
                  <c:v>388.0</c:v>
                </c:pt>
                <c:pt idx="8709">
                  <c:v>388.0</c:v>
                </c:pt>
                <c:pt idx="8710">
                  <c:v>388.0</c:v>
                </c:pt>
                <c:pt idx="8711">
                  <c:v>388.0</c:v>
                </c:pt>
                <c:pt idx="8712">
                  <c:v>388.0</c:v>
                </c:pt>
                <c:pt idx="8713">
                  <c:v>388.0</c:v>
                </c:pt>
                <c:pt idx="8714">
                  <c:v>388.0</c:v>
                </c:pt>
                <c:pt idx="8715">
                  <c:v>388.0</c:v>
                </c:pt>
                <c:pt idx="8716">
                  <c:v>388.0</c:v>
                </c:pt>
                <c:pt idx="8717">
                  <c:v>388.0</c:v>
                </c:pt>
                <c:pt idx="8718">
                  <c:v>388.0</c:v>
                </c:pt>
                <c:pt idx="8719">
                  <c:v>388.0</c:v>
                </c:pt>
                <c:pt idx="8720">
                  <c:v>388.0</c:v>
                </c:pt>
                <c:pt idx="8721">
                  <c:v>388.0</c:v>
                </c:pt>
                <c:pt idx="8722">
                  <c:v>388.0</c:v>
                </c:pt>
                <c:pt idx="8723">
                  <c:v>388.0</c:v>
                </c:pt>
                <c:pt idx="8724">
                  <c:v>388.0</c:v>
                </c:pt>
                <c:pt idx="8725">
                  <c:v>388.0</c:v>
                </c:pt>
                <c:pt idx="8726">
                  <c:v>388.0</c:v>
                </c:pt>
                <c:pt idx="8727">
                  <c:v>388.0</c:v>
                </c:pt>
                <c:pt idx="8728">
                  <c:v>388.0</c:v>
                </c:pt>
                <c:pt idx="8729">
                  <c:v>388.0</c:v>
                </c:pt>
                <c:pt idx="8730">
                  <c:v>388.0</c:v>
                </c:pt>
                <c:pt idx="8731">
                  <c:v>388.0</c:v>
                </c:pt>
                <c:pt idx="8732">
                  <c:v>388.0</c:v>
                </c:pt>
                <c:pt idx="8733">
                  <c:v>388.0</c:v>
                </c:pt>
                <c:pt idx="8734">
                  <c:v>388.0</c:v>
                </c:pt>
                <c:pt idx="8735">
                  <c:v>388.0</c:v>
                </c:pt>
                <c:pt idx="8736">
                  <c:v>388.0</c:v>
                </c:pt>
                <c:pt idx="8737">
                  <c:v>388.0</c:v>
                </c:pt>
                <c:pt idx="8738">
                  <c:v>388.0</c:v>
                </c:pt>
                <c:pt idx="8739">
                  <c:v>388.0</c:v>
                </c:pt>
                <c:pt idx="8740">
                  <c:v>388.0</c:v>
                </c:pt>
                <c:pt idx="8741">
                  <c:v>388.0</c:v>
                </c:pt>
                <c:pt idx="8742">
                  <c:v>388.0</c:v>
                </c:pt>
                <c:pt idx="8743">
                  <c:v>388.0</c:v>
                </c:pt>
                <c:pt idx="8744">
                  <c:v>388.0</c:v>
                </c:pt>
                <c:pt idx="8745">
                  <c:v>388.0</c:v>
                </c:pt>
                <c:pt idx="8746">
                  <c:v>388.0</c:v>
                </c:pt>
                <c:pt idx="8747">
                  <c:v>388.0</c:v>
                </c:pt>
                <c:pt idx="8748">
                  <c:v>388.0</c:v>
                </c:pt>
                <c:pt idx="8749">
                  <c:v>388.0</c:v>
                </c:pt>
                <c:pt idx="8750">
                  <c:v>388.0</c:v>
                </c:pt>
                <c:pt idx="8751">
                  <c:v>388.0</c:v>
                </c:pt>
                <c:pt idx="8752">
                  <c:v>388.0</c:v>
                </c:pt>
                <c:pt idx="8753">
                  <c:v>388.0</c:v>
                </c:pt>
                <c:pt idx="8754">
                  <c:v>388.0</c:v>
                </c:pt>
                <c:pt idx="8755">
                  <c:v>388.0</c:v>
                </c:pt>
                <c:pt idx="8756">
                  <c:v>388.0</c:v>
                </c:pt>
                <c:pt idx="8757">
                  <c:v>388.0</c:v>
                </c:pt>
                <c:pt idx="8758">
                  <c:v>388.0</c:v>
                </c:pt>
                <c:pt idx="8759">
                  <c:v>388.0</c:v>
                </c:pt>
                <c:pt idx="8760">
                  <c:v>388.0</c:v>
                </c:pt>
                <c:pt idx="8761">
                  <c:v>388.0</c:v>
                </c:pt>
                <c:pt idx="8762">
                  <c:v>388.0</c:v>
                </c:pt>
                <c:pt idx="8763">
                  <c:v>388.0</c:v>
                </c:pt>
                <c:pt idx="8764">
                  <c:v>388.0</c:v>
                </c:pt>
                <c:pt idx="8765">
                  <c:v>388.0</c:v>
                </c:pt>
                <c:pt idx="8766">
                  <c:v>388.0</c:v>
                </c:pt>
                <c:pt idx="8767">
                  <c:v>388.0</c:v>
                </c:pt>
                <c:pt idx="8768">
                  <c:v>388.0</c:v>
                </c:pt>
                <c:pt idx="8769">
                  <c:v>388.0</c:v>
                </c:pt>
                <c:pt idx="8770">
                  <c:v>388.0</c:v>
                </c:pt>
                <c:pt idx="8771">
                  <c:v>388.0</c:v>
                </c:pt>
                <c:pt idx="8772">
                  <c:v>388.0</c:v>
                </c:pt>
                <c:pt idx="8773">
                  <c:v>388.0</c:v>
                </c:pt>
                <c:pt idx="8774">
                  <c:v>388.0</c:v>
                </c:pt>
                <c:pt idx="8775">
                  <c:v>388.0</c:v>
                </c:pt>
                <c:pt idx="8776">
                  <c:v>388.0</c:v>
                </c:pt>
                <c:pt idx="8777">
                  <c:v>388.0</c:v>
                </c:pt>
                <c:pt idx="8778">
                  <c:v>388.0</c:v>
                </c:pt>
                <c:pt idx="8779">
                  <c:v>388.0</c:v>
                </c:pt>
                <c:pt idx="8780">
                  <c:v>388.0</c:v>
                </c:pt>
                <c:pt idx="8781">
                  <c:v>388.0</c:v>
                </c:pt>
                <c:pt idx="8782">
                  <c:v>388.0</c:v>
                </c:pt>
                <c:pt idx="8783">
                  <c:v>388.0</c:v>
                </c:pt>
                <c:pt idx="8784">
                  <c:v>388.0</c:v>
                </c:pt>
                <c:pt idx="8785">
                  <c:v>388.0</c:v>
                </c:pt>
                <c:pt idx="8786">
                  <c:v>388.0</c:v>
                </c:pt>
                <c:pt idx="8787">
                  <c:v>388.0</c:v>
                </c:pt>
                <c:pt idx="8788">
                  <c:v>388.0</c:v>
                </c:pt>
                <c:pt idx="8789">
                  <c:v>388.0</c:v>
                </c:pt>
                <c:pt idx="8790">
                  <c:v>388.0</c:v>
                </c:pt>
                <c:pt idx="8791">
                  <c:v>388.0</c:v>
                </c:pt>
                <c:pt idx="8792">
                  <c:v>388.0</c:v>
                </c:pt>
                <c:pt idx="8793">
                  <c:v>388.0</c:v>
                </c:pt>
                <c:pt idx="8794">
                  <c:v>388.0</c:v>
                </c:pt>
                <c:pt idx="8795">
                  <c:v>388.0</c:v>
                </c:pt>
                <c:pt idx="8796">
                  <c:v>388.0</c:v>
                </c:pt>
                <c:pt idx="8797">
                  <c:v>388.0</c:v>
                </c:pt>
                <c:pt idx="8798">
                  <c:v>388.0</c:v>
                </c:pt>
                <c:pt idx="8799">
                  <c:v>388.0</c:v>
                </c:pt>
                <c:pt idx="8800">
                  <c:v>388.0</c:v>
                </c:pt>
                <c:pt idx="8801">
                  <c:v>388.0</c:v>
                </c:pt>
                <c:pt idx="8802">
                  <c:v>388.0</c:v>
                </c:pt>
                <c:pt idx="8803">
                  <c:v>388.0</c:v>
                </c:pt>
                <c:pt idx="8804">
                  <c:v>388.0</c:v>
                </c:pt>
                <c:pt idx="8805">
                  <c:v>388.0</c:v>
                </c:pt>
                <c:pt idx="8806">
                  <c:v>388.0</c:v>
                </c:pt>
                <c:pt idx="8807">
                  <c:v>388.0</c:v>
                </c:pt>
                <c:pt idx="8808">
                  <c:v>388.0</c:v>
                </c:pt>
                <c:pt idx="8809">
                  <c:v>388.0</c:v>
                </c:pt>
                <c:pt idx="8810">
                  <c:v>388.0</c:v>
                </c:pt>
                <c:pt idx="8811">
                  <c:v>388.0</c:v>
                </c:pt>
                <c:pt idx="8812">
                  <c:v>388.0</c:v>
                </c:pt>
                <c:pt idx="8813">
                  <c:v>388.0</c:v>
                </c:pt>
                <c:pt idx="8814">
                  <c:v>388.0</c:v>
                </c:pt>
                <c:pt idx="8815">
                  <c:v>388.0</c:v>
                </c:pt>
                <c:pt idx="8816">
                  <c:v>388.0</c:v>
                </c:pt>
                <c:pt idx="8817">
                  <c:v>388.0</c:v>
                </c:pt>
                <c:pt idx="8818">
                  <c:v>388.0</c:v>
                </c:pt>
                <c:pt idx="8819">
                  <c:v>388.0</c:v>
                </c:pt>
                <c:pt idx="8820">
                  <c:v>388.0</c:v>
                </c:pt>
                <c:pt idx="8821">
                  <c:v>388.0</c:v>
                </c:pt>
                <c:pt idx="8822">
                  <c:v>388.0</c:v>
                </c:pt>
                <c:pt idx="8823">
                  <c:v>388.0</c:v>
                </c:pt>
                <c:pt idx="8824">
                  <c:v>388.0</c:v>
                </c:pt>
                <c:pt idx="8825">
                  <c:v>388.0</c:v>
                </c:pt>
                <c:pt idx="8826">
                  <c:v>388.0</c:v>
                </c:pt>
                <c:pt idx="8827">
                  <c:v>388.0</c:v>
                </c:pt>
                <c:pt idx="8828">
                  <c:v>388.0</c:v>
                </c:pt>
                <c:pt idx="8829">
                  <c:v>388.0</c:v>
                </c:pt>
                <c:pt idx="8830">
                  <c:v>388.0</c:v>
                </c:pt>
                <c:pt idx="8831">
                  <c:v>388.0</c:v>
                </c:pt>
                <c:pt idx="8832">
                  <c:v>388.0</c:v>
                </c:pt>
                <c:pt idx="8833">
                  <c:v>388.0</c:v>
                </c:pt>
                <c:pt idx="8834">
                  <c:v>388.0</c:v>
                </c:pt>
                <c:pt idx="8835">
                  <c:v>388.0</c:v>
                </c:pt>
                <c:pt idx="8836">
                  <c:v>388.0</c:v>
                </c:pt>
                <c:pt idx="8837">
                  <c:v>388.0</c:v>
                </c:pt>
                <c:pt idx="8838">
                  <c:v>388.0</c:v>
                </c:pt>
                <c:pt idx="8839">
                  <c:v>388.0</c:v>
                </c:pt>
                <c:pt idx="8840">
                  <c:v>388.0</c:v>
                </c:pt>
                <c:pt idx="8841">
                  <c:v>388.0</c:v>
                </c:pt>
                <c:pt idx="8842">
                  <c:v>388.0</c:v>
                </c:pt>
                <c:pt idx="8843">
                  <c:v>388.0</c:v>
                </c:pt>
                <c:pt idx="8844">
                  <c:v>388.0</c:v>
                </c:pt>
                <c:pt idx="8845">
                  <c:v>388.0</c:v>
                </c:pt>
                <c:pt idx="8846">
                  <c:v>388.0</c:v>
                </c:pt>
                <c:pt idx="8847">
                  <c:v>388.0</c:v>
                </c:pt>
                <c:pt idx="8848">
                  <c:v>388.0</c:v>
                </c:pt>
                <c:pt idx="8849">
                  <c:v>388.0</c:v>
                </c:pt>
                <c:pt idx="8850">
                  <c:v>388.0</c:v>
                </c:pt>
                <c:pt idx="8851">
                  <c:v>388.0</c:v>
                </c:pt>
                <c:pt idx="8852">
                  <c:v>388.0</c:v>
                </c:pt>
                <c:pt idx="8853">
                  <c:v>388.0</c:v>
                </c:pt>
                <c:pt idx="8854">
                  <c:v>388.0</c:v>
                </c:pt>
                <c:pt idx="8855">
                  <c:v>388.0</c:v>
                </c:pt>
                <c:pt idx="8856">
                  <c:v>388.0</c:v>
                </c:pt>
                <c:pt idx="8857">
                  <c:v>388.0</c:v>
                </c:pt>
                <c:pt idx="8858">
                  <c:v>388.0</c:v>
                </c:pt>
                <c:pt idx="8859">
                  <c:v>388.0</c:v>
                </c:pt>
                <c:pt idx="8860">
                  <c:v>388.0</c:v>
                </c:pt>
                <c:pt idx="8861">
                  <c:v>388.0</c:v>
                </c:pt>
                <c:pt idx="8862">
                  <c:v>388.0</c:v>
                </c:pt>
                <c:pt idx="8863">
                  <c:v>388.0</c:v>
                </c:pt>
                <c:pt idx="8864">
                  <c:v>388.0</c:v>
                </c:pt>
                <c:pt idx="8865">
                  <c:v>388.0</c:v>
                </c:pt>
                <c:pt idx="8866">
                  <c:v>388.0</c:v>
                </c:pt>
                <c:pt idx="8867">
                  <c:v>388.0</c:v>
                </c:pt>
                <c:pt idx="8868">
                  <c:v>388.0</c:v>
                </c:pt>
                <c:pt idx="8869">
                  <c:v>388.0</c:v>
                </c:pt>
                <c:pt idx="8870">
                  <c:v>388.0</c:v>
                </c:pt>
                <c:pt idx="8871">
                  <c:v>388.0</c:v>
                </c:pt>
                <c:pt idx="8872">
                  <c:v>388.0</c:v>
                </c:pt>
                <c:pt idx="8873">
                  <c:v>388.0</c:v>
                </c:pt>
                <c:pt idx="8874">
                  <c:v>388.0</c:v>
                </c:pt>
                <c:pt idx="8875">
                  <c:v>388.0</c:v>
                </c:pt>
                <c:pt idx="8876">
                  <c:v>388.0</c:v>
                </c:pt>
                <c:pt idx="8877">
                  <c:v>388.0</c:v>
                </c:pt>
                <c:pt idx="8878">
                  <c:v>388.0</c:v>
                </c:pt>
                <c:pt idx="8879">
                  <c:v>388.0</c:v>
                </c:pt>
                <c:pt idx="8880">
                  <c:v>388.0</c:v>
                </c:pt>
                <c:pt idx="8881">
                  <c:v>388.0</c:v>
                </c:pt>
                <c:pt idx="8882">
                  <c:v>388.0</c:v>
                </c:pt>
                <c:pt idx="8883">
                  <c:v>388.0</c:v>
                </c:pt>
                <c:pt idx="8884">
                  <c:v>388.0</c:v>
                </c:pt>
                <c:pt idx="8885">
                  <c:v>388.0</c:v>
                </c:pt>
                <c:pt idx="8886">
                  <c:v>388.0</c:v>
                </c:pt>
                <c:pt idx="8887">
                  <c:v>388.0</c:v>
                </c:pt>
                <c:pt idx="8888">
                  <c:v>388.0</c:v>
                </c:pt>
                <c:pt idx="8889">
                  <c:v>388.0</c:v>
                </c:pt>
                <c:pt idx="8890">
                  <c:v>388.0</c:v>
                </c:pt>
                <c:pt idx="8891">
                  <c:v>388.0</c:v>
                </c:pt>
                <c:pt idx="8892">
                  <c:v>388.0</c:v>
                </c:pt>
                <c:pt idx="8893">
                  <c:v>388.0</c:v>
                </c:pt>
                <c:pt idx="8894">
                  <c:v>388.0</c:v>
                </c:pt>
                <c:pt idx="8895">
                  <c:v>388.0</c:v>
                </c:pt>
                <c:pt idx="8896">
                  <c:v>388.0</c:v>
                </c:pt>
                <c:pt idx="8897">
                  <c:v>388.0</c:v>
                </c:pt>
                <c:pt idx="8898">
                  <c:v>388.0</c:v>
                </c:pt>
                <c:pt idx="8899">
                  <c:v>388.0</c:v>
                </c:pt>
                <c:pt idx="8900">
                  <c:v>388.0</c:v>
                </c:pt>
                <c:pt idx="8901">
                  <c:v>388.0</c:v>
                </c:pt>
                <c:pt idx="8902">
                  <c:v>388.0</c:v>
                </c:pt>
                <c:pt idx="8903">
                  <c:v>388.0</c:v>
                </c:pt>
                <c:pt idx="8904">
                  <c:v>388.0</c:v>
                </c:pt>
                <c:pt idx="8905">
                  <c:v>388.0</c:v>
                </c:pt>
                <c:pt idx="8906">
                  <c:v>388.0</c:v>
                </c:pt>
                <c:pt idx="8907">
                  <c:v>388.0</c:v>
                </c:pt>
                <c:pt idx="8908">
                  <c:v>388.0</c:v>
                </c:pt>
                <c:pt idx="8909">
                  <c:v>388.0</c:v>
                </c:pt>
                <c:pt idx="8910">
                  <c:v>388.0</c:v>
                </c:pt>
                <c:pt idx="8911">
                  <c:v>388.0</c:v>
                </c:pt>
                <c:pt idx="8912">
                  <c:v>388.0</c:v>
                </c:pt>
                <c:pt idx="8913">
                  <c:v>388.0</c:v>
                </c:pt>
                <c:pt idx="8914">
                  <c:v>388.0</c:v>
                </c:pt>
                <c:pt idx="8915">
                  <c:v>388.0</c:v>
                </c:pt>
                <c:pt idx="8916">
                  <c:v>388.0</c:v>
                </c:pt>
                <c:pt idx="8917">
                  <c:v>388.0</c:v>
                </c:pt>
                <c:pt idx="8918">
                  <c:v>388.0</c:v>
                </c:pt>
                <c:pt idx="8919">
                  <c:v>388.0</c:v>
                </c:pt>
                <c:pt idx="8920">
                  <c:v>388.0</c:v>
                </c:pt>
                <c:pt idx="8921">
                  <c:v>388.0</c:v>
                </c:pt>
                <c:pt idx="8922">
                  <c:v>388.0</c:v>
                </c:pt>
                <c:pt idx="8923">
                  <c:v>388.0</c:v>
                </c:pt>
                <c:pt idx="8924">
                  <c:v>388.0</c:v>
                </c:pt>
                <c:pt idx="8925">
                  <c:v>388.0</c:v>
                </c:pt>
                <c:pt idx="8926">
                  <c:v>388.0</c:v>
                </c:pt>
                <c:pt idx="8927">
                  <c:v>388.0</c:v>
                </c:pt>
                <c:pt idx="8928">
                  <c:v>388.0</c:v>
                </c:pt>
                <c:pt idx="8929">
                  <c:v>388.0</c:v>
                </c:pt>
                <c:pt idx="8930">
                  <c:v>388.0</c:v>
                </c:pt>
                <c:pt idx="8931">
                  <c:v>388.0</c:v>
                </c:pt>
                <c:pt idx="8932">
                  <c:v>388.0</c:v>
                </c:pt>
                <c:pt idx="8933">
                  <c:v>388.0</c:v>
                </c:pt>
                <c:pt idx="8934">
                  <c:v>388.0</c:v>
                </c:pt>
                <c:pt idx="8935">
                  <c:v>388.0</c:v>
                </c:pt>
                <c:pt idx="8936">
                  <c:v>388.0</c:v>
                </c:pt>
                <c:pt idx="8937">
                  <c:v>388.0</c:v>
                </c:pt>
                <c:pt idx="8938">
                  <c:v>388.0</c:v>
                </c:pt>
                <c:pt idx="8939">
                  <c:v>388.0</c:v>
                </c:pt>
                <c:pt idx="8940">
                  <c:v>388.0</c:v>
                </c:pt>
                <c:pt idx="8941">
                  <c:v>388.0</c:v>
                </c:pt>
                <c:pt idx="8942">
                  <c:v>388.0</c:v>
                </c:pt>
                <c:pt idx="8943">
                  <c:v>388.0</c:v>
                </c:pt>
                <c:pt idx="8944">
                  <c:v>388.0</c:v>
                </c:pt>
                <c:pt idx="8945">
                  <c:v>388.0</c:v>
                </c:pt>
                <c:pt idx="8946">
                  <c:v>388.0</c:v>
                </c:pt>
                <c:pt idx="8947">
                  <c:v>388.0</c:v>
                </c:pt>
                <c:pt idx="8948">
                  <c:v>388.0</c:v>
                </c:pt>
                <c:pt idx="8949">
                  <c:v>388.0</c:v>
                </c:pt>
                <c:pt idx="8950">
                  <c:v>388.0</c:v>
                </c:pt>
                <c:pt idx="8951">
                  <c:v>388.0</c:v>
                </c:pt>
                <c:pt idx="8952">
                  <c:v>388.0</c:v>
                </c:pt>
                <c:pt idx="8953">
                  <c:v>388.0</c:v>
                </c:pt>
                <c:pt idx="8954">
                  <c:v>388.0</c:v>
                </c:pt>
                <c:pt idx="8955">
                  <c:v>388.0</c:v>
                </c:pt>
                <c:pt idx="8956">
                  <c:v>388.0</c:v>
                </c:pt>
                <c:pt idx="8957">
                  <c:v>388.0</c:v>
                </c:pt>
                <c:pt idx="8958">
                  <c:v>388.0</c:v>
                </c:pt>
                <c:pt idx="8959">
                  <c:v>388.0</c:v>
                </c:pt>
                <c:pt idx="8960">
                  <c:v>388.0</c:v>
                </c:pt>
                <c:pt idx="8961">
                  <c:v>388.0</c:v>
                </c:pt>
                <c:pt idx="8962">
                  <c:v>388.0</c:v>
                </c:pt>
                <c:pt idx="8963">
                  <c:v>388.0</c:v>
                </c:pt>
                <c:pt idx="8964">
                  <c:v>388.0</c:v>
                </c:pt>
                <c:pt idx="8965">
                  <c:v>388.0</c:v>
                </c:pt>
                <c:pt idx="8966">
                  <c:v>388.0</c:v>
                </c:pt>
                <c:pt idx="8967">
                  <c:v>388.0</c:v>
                </c:pt>
                <c:pt idx="8968">
                  <c:v>388.0</c:v>
                </c:pt>
                <c:pt idx="8969">
                  <c:v>388.0</c:v>
                </c:pt>
                <c:pt idx="8970">
                  <c:v>388.0</c:v>
                </c:pt>
                <c:pt idx="8971">
                  <c:v>388.0</c:v>
                </c:pt>
                <c:pt idx="8972">
                  <c:v>388.0</c:v>
                </c:pt>
                <c:pt idx="8973">
                  <c:v>388.0</c:v>
                </c:pt>
                <c:pt idx="8974">
                  <c:v>388.0</c:v>
                </c:pt>
                <c:pt idx="8975">
                  <c:v>388.0</c:v>
                </c:pt>
                <c:pt idx="8976">
                  <c:v>388.0</c:v>
                </c:pt>
                <c:pt idx="8977">
                  <c:v>388.0</c:v>
                </c:pt>
                <c:pt idx="8978">
                  <c:v>388.0</c:v>
                </c:pt>
                <c:pt idx="8979">
                  <c:v>388.0</c:v>
                </c:pt>
                <c:pt idx="8980">
                  <c:v>388.0</c:v>
                </c:pt>
                <c:pt idx="8981">
                  <c:v>388.0</c:v>
                </c:pt>
                <c:pt idx="8982">
                  <c:v>388.0</c:v>
                </c:pt>
                <c:pt idx="8983">
                  <c:v>388.0</c:v>
                </c:pt>
                <c:pt idx="8984">
                  <c:v>388.0</c:v>
                </c:pt>
                <c:pt idx="8985">
                  <c:v>388.0</c:v>
                </c:pt>
                <c:pt idx="8986">
                  <c:v>388.0</c:v>
                </c:pt>
                <c:pt idx="8987">
                  <c:v>388.0</c:v>
                </c:pt>
                <c:pt idx="8988">
                  <c:v>388.0</c:v>
                </c:pt>
                <c:pt idx="8989">
                  <c:v>388.0</c:v>
                </c:pt>
                <c:pt idx="8990">
                  <c:v>388.0</c:v>
                </c:pt>
                <c:pt idx="8991">
                  <c:v>388.0</c:v>
                </c:pt>
                <c:pt idx="8992">
                  <c:v>388.0</c:v>
                </c:pt>
                <c:pt idx="8993">
                  <c:v>388.0</c:v>
                </c:pt>
                <c:pt idx="8994">
                  <c:v>388.0</c:v>
                </c:pt>
                <c:pt idx="8995">
                  <c:v>388.0</c:v>
                </c:pt>
                <c:pt idx="8996">
                  <c:v>388.0</c:v>
                </c:pt>
                <c:pt idx="8997">
                  <c:v>388.0</c:v>
                </c:pt>
                <c:pt idx="8998">
                  <c:v>388.0</c:v>
                </c:pt>
                <c:pt idx="8999">
                  <c:v>388.0</c:v>
                </c:pt>
                <c:pt idx="9000">
                  <c:v>388.0</c:v>
                </c:pt>
                <c:pt idx="9001">
                  <c:v>388.0</c:v>
                </c:pt>
                <c:pt idx="9002">
                  <c:v>388.0</c:v>
                </c:pt>
                <c:pt idx="9003">
                  <c:v>388.0</c:v>
                </c:pt>
                <c:pt idx="9004">
                  <c:v>388.0</c:v>
                </c:pt>
                <c:pt idx="9005">
                  <c:v>388.0</c:v>
                </c:pt>
                <c:pt idx="9006">
                  <c:v>388.0</c:v>
                </c:pt>
                <c:pt idx="9007">
                  <c:v>388.0</c:v>
                </c:pt>
                <c:pt idx="9008">
                  <c:v>388.0</c:v>
                </c:pt>
                <c:pt idx="9009">
                  <c:v>388.0</c:v>
                </c:pt>
                <c:pt idx="9010">
                  <c:v>388.0</c:v>
                </c:pt>
                <c:pt idx="9011">
                  <c:v>388.0</c:v>
                </c:pt>
                <c:pt idx="9012">
                  <c:v>388.0</c:v>
                </c:pt>
                <c:pt idx="9013">
                  <c:v>388.0</c:v>
                </c:pt>
                <c:pt idx="9014">
                  <c:v>388.0</c:v>
                </c:pt>
                <c:pt idx="9015">
                  <c:v>388.0</c:v>
                </c:pt>
                <c:pt idx="9016">
                  <c:v>388.0</c:v>
                </c:pt>
                <c:pt idx="9017">
                  <c:v>388.0</c:v>
                </c:pt>
                <c:pt idx="9018">
                  <c:v>388.0</c:v>
                </c:pt>
                <c:pt idx="9019">
                  <c:v>388.0</c:v>
                </c:pt>
                <c:pt idx="9020">
                  <c:v>388.0</c:v>
                </c:pt>
                <c:pt idx="9021">
                  <c:v>388.0</c:v>
                </c:pt>
                <c:pt idx="9022">
                  <c:v>388.0</c:v>
                </c:pt>
                <c:pt idx="9023">
                  <c:v>388.0</c:v>
                </c:pt>
                <c:pt idx="9024">
                  <c:v>388.0</c:v>
                </c:pt>
                <c:pt idx="9025">
                  <c:v>388.0</c:v>
                </c:pt>
                <c:pt idx="9026">
                  <c:v>388.0</c:v>
                </c:pt>
                <c:pt idx="9027">
                  <c:v>388.0</c:v>
                </c:pt>
                <c:pt idx="9028">
                  <c:v>388.0</c:v>
                </c:pt>
                <c:pt idx="9029">
                  <c:v>388.0</c:v>
                </c:pt>
                <c:pt idx="9030">
                  <c:v>388.0</c:v>
                </c:pt>
                <c:pt idx="9031">
                  <c:v>388.0</c:v>
                </c:pt>
                <c:pt idx="9032">
                  <c:v>388.0</c:v>
                </c:pt>
                <c:pt idx="9033">
                  <c:v>388.0</c:v>
                </c:pt>
                <c:pt idx="9034">
                  <c:v>388.0</c:v>
                </c:pt>
                <c:pt idx="9035">
                  <c:v>388.0</c:v>
                </c:pt>
                <c:pt idx="9036">
                  <c:v>388.0</c:v>
                </c:pt>
                <c:pt idx="9037">
                  <c:v>388.0</c:v>
                </c:pt>
                <c:pt idx="9038">
                  <c:v>388.0</c:v>
                </c:pt>
                <c:pt idx="9039">
                  <c:v>388.0</c:v>
                </c:pt>
                <c:pt idx="9040">
                  <c:v>388.0</c:v>
                </c:pt>
                <c:pt idx="9041">
                  <c:v>388.0</c:v>
                </c:pt>
                <c:pt idx="9042">
                  <c:v>388.0</c:v>
                </c:pt>
                <c:pt idx="9043">
                  <c:v>388.0</c:v>
                </c:pt>
                <c:pt idx="9044">
                  <c:v>388.0</c:v>
                </c:pt>
                <c:pt idx="9045">
                  <c:v>388.0</c:v>
                </c:pt>
                <c:pt idx="9046">
                  <c:v>388.0</c:v>
                </c:pt>
                <c:pt idx="9047">
                  <c:v>388.0</c:v>
                </c:pt>
                <c:pt idx="9048">
                  <c:v>388.0</c:v>
                </c:pt>
                <c:pt idx="9049">
                  <c:v>388.0</c:v>
                </c:pt>
                <c:pt idx="9050">
                  <c:v>388.0</c:v>
                </c:pt>
                <c:pt idx="9051">
                  <c:v>388.0</c:v>
                </c:pt>
                <c:pt idx="9052">
                  <c:v>388.0</c:v>
                </c:pt>
                <c:pt idx="9053">
                  <c:v>388.0</c:v>
                </c:pt>
                <c:pt idx="9054">
                  <c:v>388.0</c:v>
                </c:pt>
                <c:pt idx="9055">
                  <c:v>388.0</c:v>
                </c:pt>
                <c:pt idx="9056">
                  <c:v>388.0</c:v>
                </c:pt>
                <c:pt idx="9057">
                  <c:v>388.0</c:v>
                </c:pt>
                <c:pt idx="9058">
                  <c:v>388.0</c:v>
                </c:pt>
                <c:pt idx="9059">
                  <c:v>388.0</c:v>
                </c:pt>
                <c:pt idx="9060">
                  <c:v>388.0</c:v>
                </c:pt>
                <c:pt idx="9061">
                  <c:v>388.0</c:v>
                </c:pt>
                <c:pt idx="9062">
                  <c:v>388.0</c:v>
                </c:pt>
                <c:pt idx="9063">
                  <c:v>388.0</c:v>
                </c:pt>
                <c:pt idx="9064">
                  <c:v>388.0</c:v>
                </c:pt>
                <c:pt idx="9065">
                  <c:v>388.0</c:v>
                </c:pt>
                <c:pt idx="9066">
                  <c:v>388.0</c:v>
                </c:pt>
                <c:pt idx="9067">
                  <c:v>388.0</c:v>
                </c:pt>
                <c:pt idx="9068">
                  <c:v>388.0</c:v>
                </c:pt>
                <c:pt idx="9069">
                  <c:v>388.0</c:v>
                </c:pt>
                <c:pt idx="9070">
                  <c:v>388.0</c:v>
                </c:pt>
                <c:pt idx="9071">
                  <c:v>388.0</c:v>
                </c:pt>
                <c:pt idx="9072">
                  <c:v>388.0</c:v>
                </c:pt>
                <c:pt idx="9073">
                  <c:v>388.0</c:v>
                </c:pt>
                <c:pt idx="9074">
                  <c:v>388.0</c:v>
                </c:pt>
                <c:pt idx="9075">
                  <c:v>388.0</c:v>
                </c:pt>
                <c:pt idx="9076">
                  <c:v>388.0</c:v>
                </c:pt>
                <c:pt idx="9077">
                  <c:v>388.0</c:v>
                </c:pt>
                <c:pt idx="9078">
                  <c:v>388.0</c:v>
                </c:pt>
                <c:pt idx="9079">
                  <c:v>388.0</c:v>
                </c:pt>
                <c:pt idx="9080">
                  <c:v>388.0</c:v>
                </c:pt>
                <c:pt idx="9081">
                  <c:v>388.0</c:v>
                </c:pt>
                <c:pt idx="9082">
                  <c:v>388.0</c:v>
                </c:pt>
                <c:pt idx="9083">
                  <c:v>388.0</c:v>
                </c:pt>
                <c:pt idx="9084">
                  <c:v>388.0</c:v>
                </c:pt>
                <c:pt idx="9085">
                  <c:v>388.0</c:v>
                </c:pt>
                <c:pt idx="9086">
                  <c:v>388.0</c:v>
                </c:pt>
                <c:pt idx="9087">
                  <c:v>388.0</c:v>
                </c:pt>
                <c:pt idx="9088">
                  <c:v>388.0</c:v>
                </c:pt>
                <c:pt idx="9089">
                  <c:v>388.0</c:v>
                </c:pt>
                <c:pt idx="9090">
                  <c:v>388.0</c:v>
                </c:pt>
                <c:pt idx="9091">
                  <c:v>388.0</c:v>
                </c:pt>
                <c:pt idx="9092">
                  <c:v>388.0</c:v>
                </c:pt>
                <c:pt idx="9093">
                  <c:v>388.0</c:v>
                </c:pt>
                <c:pt idx="9094">
                  <c:v>388.0</c:v>
                </c:pt>
                <c:pt idx="9095">
                  <c:v>388.0</c:v>
                </c:pt>
                <c:pt idx="9096">
                  <c:v>388.0</c:v>
                </c:pt>
                <c:pt idx="9097">
                  <c:v>388.0</c:v>
                </c:pt>
                <c:pt idx="9098">
                  <c:v>388.0</c:v>
                </c:pt>
                <c:pt idx="9099">
                  <c:v>388.0</c:v>
                </c:pt>
                <c:pt idx="9100">
                  <c:v>388.0</c:v>
                </c:pt>
                <c:pt idx="9101">
                  <c:v>388.0</c:v>
                </c:pt>
                <c:pt idx="9102">
                  <c:v>388.0</c:v>
                </c:pt>
                <c:pt idx="9103">
                  <c:v>388.0</c:v>
                </c:pt>
                <c:pt idx="9104">
                  <c:v>388.0</c:v>
                </c:pt>
                <c:pt idx="9105">
                  <c:v>388.0</c:v>
                </c:pt>
                <c:pt idx="9106">
                  <c:v>388.0</c:v>
                </c:pt>
                <c:pt idx="9107">
                  <c:v>388.0</c:v>
                </c:pt>
                <c:pt idx="9108">
                  <c:v>388.0</c:v>
                </c:pt>
                <c:pt idx="9109">
                  <c:v>388.0</c:v>
                </c:pt>
                <c:pt idx="9110">
                  <c:v>388.0</c:v>
                </c:pt>
                <c:pt idx="9111">
                  <c:v>388.0</c:v>
                </c:pt>
                <c:pt idx="9112">
                  <c:v>388.0</c:v>
                </c:pt>
                <c:pt idx="9113">
                  <c:v>388.0</c:v>
                </c:pt>
                <c:pt idx="9114">
                  <c:v>388.0</c:v>
                </c:pt>
                <c:pt idx="9115">
                  <c:v>388.0</c:v>
                </c:pt>
                <c:pt idx="9116">
                  <c:v>388.0</c:v>
                </c:pt>
                <c:pt idx="9117">
                  <c:v>388.0</c:v>
                </c:pt>
                <c:pt idx="9118">
                  <c:v>388.0</c:v>
                </c:pt>
                <c:pt idx="9119">
                  <c:v>388.0</c:v>
                </c:pt>
                <c:pt idx="9120">
                  <c:v>388.0</c:v>
                </c:pt>
                <c:pt idx="9121">
                  <c:v>388.0</c:v>
                </c:pt>
                <c:pt idx="9122">
                  <c:v>388.0</c:v>
                </c:pt>
                <c:pt idx="9123">
                  <c:v>388.0</c:v>
                </c:pt>
                <c:pt idx="9124">
                  <c:v>388.0</c:v>
                </c:pt>
                <c:pt idx="9125">
                  <c:v>388.0</c:v>
                </c:pt>
                <c:pt idx="9126">
                  <c:v>388.0</c:v>
                </c:pt>
                <c:pt idx="9127">
                  <c:v>388.0</c:v>
                </c:pt>
                <c:pt idx="9128">
                  <c:v>388.0</c:v>
                </c:pt>
                <c:pt idx="9129">
                  <c:v>388.0</c:v>
                </c:pt>
                <c:pt idx="9130">
                  <c:v>388.0</c:v>
                </c:pt>
                <c:pt idx="9131">
                  <c:v>388.0</c:v>
                </c:pt>
                <c:pt idx="9132">
                  <c:v>388.0</c:v>
                </c:pt>
                <c:pt idx="9133">
                  <c:v>388.0</c:v>
                </c:pt>
                <c:pt idx="9134">
                  <c:v>388.0</c:v>
                </c:pt>
                <c:pt idx="9135">
                  <c:v>388.0</c:v>
                </c:pt>
                <c:pt idx="9136">
                  <c:v>388.0</c:v>
                </c:pt>
                <c:pt idx="9137">
                  <c:v>388.0</c:v>
                </c:pt>
                <c:pt idx="9138">
                  <c:v>388.0</c:v>
                </c:pt>
                <c:pt idx="9139">
                  <c:v>388.0</c:v>
                </c:pt>
                <c:pt idx="9140">
                  <c:v>388.0</c:v>
                </c:pt>
                <c:pt idx="9141">
                  <c:v>388.0</c:v>
                </c:pt>
                <c:pt idx="9142">
                  <c:v>388.0</c:v>
                </c:pt>
                <c:pt idx="9143">
                  <c:v>388.0</c:v>
                </c:pt>
                <c:pt idx="9144">
                  <c:v>388.0</c:v>
                </c:pt>
                <c:pt idx="9145">
                  <c:v>388.0</c:v>
                </c:pt>
                <c:pt idx="9146">
                  <c:v>388.0</c:v>
                </c:pt>
                <c:pt idx="9147">
                  <c:v>388.0</c:v>
                </c:pt>
                <c:pt idx="9148">
                  <c:v>388.0</c:v>
                </c:pt>
                <c:pt idx="9149">
                  <c:v>388.0</c:v>
                </c:pt>
                <c:pt idx="9150">
                  <c:v>388.0</c:v>
                </c:pt>
                <c:pt idx="9151">
                  <c:v>388.0</c:v>
                </c:pt>
                <c:pt idx="9152">
                  <c:v>388.0</c:v>
                </c:pt>
                <c:pt idx="9153">
                  <c:v>388.0</c:v>
                </c:pt>
                <c:pt idx="9154">
                  <c:v>388.0</c:v>
                </c:pt>
                <c:pt idx="9155">
                  <c:v>388.0</c:v>
                </c:pt>
                <c:pt idx="9156">
                  <c:v>388.0</c:v>
                </c:pt>
                <c:pt idx="9157">
                  <c:v>388.0</c:v>
                </c:pt>
                <c:pt idx="9158">
                  <c:v>388.0</c:v>
                </c:pt>
                <c:pt idx="9159">
                  <c:v>388.0</c:v>
                </c:pt>
                <c:pt idx="9160">
                  <c:v>388.0</c:v>
                </c:pt>
                <c:pt idx="9161">
                  <c:v>388.0</c:v>
                </c:pt>
                <c:pt idx="9162">
                  <c:v>388.0</c:v>
                </c:pt>
                <c:pt idx="9163">
                  <c:v>388.0</c:v>
                </c:pt>
                <c:pt idx="9164">
                  <c:v>388.0</c:v>
                </c:pt>
                <c:pt idx="9165">
                  <c:v>388.0</c:v>
                </c:pt>
                <c:pt idx="9166">
                  <c:v>388.0</c:v>
                </c:pt>
                <c:pt idx="9167">
                  <c:v>388.0</c:v>
                </c:pt>
                <c:pt idx="9168">
                  <c:v>388.0</c:v>
                </c:pt>
                <c:pt idx="9169">
                  <c:v>388.0</c:v>
                </c:pt>
                <c:pt idx="9170">
                  <c:v>388.0</c:v>
                </c:pt>
                <c:pt idx="9171">
                  <c:v>388.0</c:v>
                </c:pt>
                <c:pt idx="9172">
                  <c:v>388.0</c:v>
                </c:pt>
                <c:pt idx="9173">
                  <c:v>388.0</c:v>
                </c:pt>
                <c:pt idx="9174">
                  <c:v>388.0</c:v>
                </c:pt>
                <c:pt idx="9175">
                  <c:v>388.0</c:v>
                </c:pt>
                <c:pt idx="9176">
                  <c:v>388.0</c:v>
                </c:pt>
                <c:pt idx="9177">
                  <c:v>388.0</c:v>
                </c:pt>
                <c:pt idx="9178">
                  <c:v>388.0</c:v>
                </c:pt>
                <c:pt idx="9179">
                  <c:v>388.0</c:v>
                </c:pt>
                <c:pt idx="9180">
                  <c:v>388.0</c:v>
                </c:pt>
                <c:pt idx="9181">
                  <c:v>388.0</c:v>
                </c:pt>
                <c:pt idx="9182">
                  <c:v>388.0</c:v>
                </c:pt>
                <c:pt idx="9183">
                  <c:v>388.0</c:v>
                </c:pt>
                <c:pt idx="9184">
                  <c:v>388.0</c:v>
                </c:pt>
                <c:pt idx="9185">
                  <c:v>388.0</c:v>
                </c:pt>
                <c:pt idx="9186">
                  <c:v>388.0</c:v>
                </c:pt>
                <c:pt idx="9187">
                  <c:v>388.0</c:v>
                </c:pt>
                <c:pt idx="9188">
                  <c:v>388.0</c:v>
                </c:pt>
                <c:pt idx="9189">
                  <c:v>388.0</c:v>
                </c:pt>
                <c:pt idx="9190">
                  <c:v>388.0</c:v>
                </c:pt>
                <c:pt idx="9191">
                  <c:v>388.0</c:v>
                </c:pt>
                <c:pt idx="9192">
                  <c:v>388.0</c:v>
                </c:pt>
                <c:pt idx="9193">
                  <c:v>388.0</c:v>
                </c:pt>
                <c:pt idx="9194">
                  <c:v>388.0</c:v>
                </c:pt>
                <c:pt idx="9195">
                  <c:v>388.0</c:v>
                </c:pt>
                <c:pt idx="9196">
                  <c:v>388.0</c:v>
                </c:pt>
                <c:pt idx="9197">
                  <c:v>388.0</c:v>
                </c:pt>
                <c:pt idx="9198">
                  <c:v>388.0</c:v>
                </c:pt>
                <c:pt idx="9199">
                  <c:v>388.0</c:v>
                </c:pt>
                <c:pt idx="9200">
                  <c:v>388.0</c:v>
                </c:pt>
                <c:pt idx="9201">
                  <c:v>388.0</c:v>
                </c:pt>
                <c:pt idx="9202">
                  <c:v>388.0</c:v>
                </c:pt>
                <c:pt idx="9203">
                  <c:v>388.0</c:v>
                </c:pt>
                <c:pt idx="9204">
                  <c:v>388.0</c:v>
                </c:pt>
                <c:pt idx="9205">
                  <c:v>388.0</c:v>
                </c:pt>
                <c:pt idx="9206">
                  <c:v>388.0</c:v>
                </c:pt>
                <c:pt idx="9207">
                  <c:v>388.0</c:v>
                </c:pt>
                <c:pt idx="9208">
                  <c:v>388.0</c:v>
                </c:pt>
                <c:pt idx="9209">
                  <c:v>388.0</c:v>
                </c:pt>
                <c:pt idx="9210">
                  <c:v>388.0</c:v>
                </c:pt>
                <c:pt idx="9211">
                  <c:v>388.0</c:v>
                </c:pt>
                <c:pt idx="9212">
                  <c:v>388.0</c:v>
                </c:pt>
                <c:pt idx="9213">
                  <c:v>388.0</c:v>
                </c:pt>
                <c:pt idx="9214">
                  <c:v>388.0</c:v>
                </c:pt>
                <c:pt idx="9215">
                  <c:v>388.0</c:v>
                </c:pt>
                <c:pt idx="9216">
                  <c:v>388.0</c:v>
                </c:pt>
                <c:pt idx="9217">
                  <c:v>388.0</c:v>
                </c:pt>
                <c:pt idx="9218">
                  <c:v>388.0</c:v>
                </c:pt>
                <c:pt idx="9219">
                  <c:v>388.0</c:v>
                </c:pt>
                <c:pt idx="9220">
                  <c:v>388.0</c:v>
                </c:pt>
                <c:pt idx="9221">
                  <c:v>388.0</c:v>
                </c:pt>
                <c:pt idx="9222">
                  <c:v>388.0</c:v>
                </c:pt>
                <c:pt idx="9223">
                  <c:v>388.0</c:v>
                </c:pt>
                <c:pt idx="9224">
                  <c:v>388.0</c:v>
                </c:pt>
                <c:pt idx="9225">
                  <c:v>388.0</c:v>
                </c:pt>
                <c:pt idx="9226">
                  <c:v>388.0</c:v>
                </c:pt>
                <c:pt idx="9227">
                  <c:v>388.0</c:v>
                </c:pt>
                <c:pt idx="9228">
                  <c:v>388.0</c:v>
                </c:pt>
                <c:pt idx="9229">
                  <c:v>388.0</c:v>
                </c:pt>
                <c:pt idx="9230">
                  <c:v>388.0</c:v>
                </c:pt>
                <c:pt idx="9231">
                  <c:v>388.0</c:v>
                </c:pt>
                <c:pt idx="9232">
                  <c:v>388.0</c:v>
                </c:pt>
                <c:pt idx="9233">
                  <c:v>388.0</c:v>
                </c:pt>
                <c:pt idx="9234">
                  <c:v>388.0</c:v>
                </c:pt>
                <c:pt idx="9235">
                  <c:v>388.0</c:v>
                </c:pt>
                <c:pt idx="9236">
                  <c:v>388.0</c:v>
                </c:pt>
                <c:pt idx="9237">
                  <c:v>388.0</c:v>
                </c:pt>
                <c:pt idx="9238">
                  <c:v>388.0</c:v>
                </c:pt>
                <c:pt idx="9239">
                  <c:v>388.0</c:v>
                </c:pt>
                <c:pt idx="9240">
                  <c:v>388.0</c:v>
                </c:pt>
                <c:pt idx="9241">
                  <c:v>388.0</c:v>
                </c:pt>
                <c:pt idx="9242">
                  <c:v>388.0</c:v>
                </c:pt>
                <c:pt idx="9243">
                  <c:v>388.0</c:v>
                </c:pt>
                <c:pt idx="9244">
                  <c:v>388.0</c:v>
                </c:pt>
                <c:pt idx="9245">
                  <c:v>388.0</c:v>
                </c:pt>
                <c:pt idx="9246">
                  <c:v>388.0</c:v>
                </c:pt>
                <c:pt idx="9247">
                  <c:v>388.0</c:v>
                </c:pt>
                <c:pt idx="9248">
                  <c:v>388.0</c:v>
                </c:pt>
                <c:pt idx="9249">
                  <c:v>388.0</c:v>
                </c:pt>
                <c:pt idx="9250">
                  <c:v>388.0</c:v>
                </c:pt>
                <c:pt idx="9251">
                  <c:v>388.0</c:v>
                </c:pt>
                <c:pt idx="9252">
                  <c:v>388.0</c:v>
                </c:pt>
                <c:pt idx="9253">
                  <c:v>388.0</c:v>
                </c:pt>
                <c:pt idx="9254">
                  <c:v>388.0</c:v>
                </c:pt>
                <c:pt idx="9255">
                  <c:v>388.0</c:v>
                </c:pt>
                <c:pt idx="9256">
                  <c:v>388.0</c:v>
                </c:pt>
                <c:pt idx="9257">
                  <c:v>388.0</c:v>
                </c:pt>
                <c:pt idx="9258">
                  <c:v>388.0</c:v>
                </c:pt>
                <c:pt idx="9259">
                  <c:v>388.0</c:v>
                </c:pt>
                <c:pt idx="9260">
                  <c:v>388.0</c:v>
                </c:pt>
                <c:pt idx="9261">
                  <c:v>388.0</c:v>
                </c:pt>
                <c:pt idx="9262">
                  <c:v>388.0</c:v>
                </c:pt>
                <c:pt idx="9263">
                  <c:v>388.0</c:v>
                </c:pt>
                <c:pt idx="9264">
                  <c:v>388.0</c:v>
                </c:pt>
                <c:pt idx="9265">
                  <c:v>388.0</c:v>
                </c:pt>
                <c:pt idx="9266">
                  <c:v>388.0</c:v>
                </c:pt>
                <c:pt idx="9267">
                  <c:v>388.0</c:v>
                </c:pt>
                <c:pt idx="9268">
                  <c:v>388.0</c:v>
                </c:pt>
                <c:pt idx="9269">
                  <c:v>388.0</c:v>
                </c:pt>
                <c:pt idx="9270">
                  <c:v>388.0</c:v>
                </c:pt>
                <c:pt idx="9271">
                  <c:v>388.0</c:v>
                </c:pt>
                <c:pt idx="9272">
                  <c:v>388.0</c:v>
                </c:pt>
                <c:pt idx="9273">
                  <c:v>388.0</c:v>
                </c:pt>
                <c:pt idx="9274">
                  <c:v>388.0</c:v>
                </c:pt>
                <c:pt idx="9275">
                  <c:v>388.0</c:v>
                </c:pt>
                <c:pt idx="9276">
                  <c:v>388.0</c:v>
                </c:pt>
                <c:pt idx="9277">
                  <c:v>388.0</c:v>
                </c:pt>
                <c:pt idx="9278">
                  <c:v>388.0</c:v>
                </c:pt>
                <c:pt idx="9279">
                  <c:v>388.0</c:v>
                </c:pt>
                <c:pt idx="9280">
                  <c:v>388.0</c:v>
                </c:pt>
                <c:pt idx="9281">
                  <c:v>388.0</c:v>
                </c:pt>
                <c:pt idx="9282">
                  <c:v>388.0</c:v>
                </c:pt>
                <c:pt idx="9283">
                  <c:v>388.0</c:v>
                </c:pt>
                <c:pt idx="9284">
                  <c:v>388.0</c:v>
                </c:pt>
                <c:pt idx="9285">
                  <c:v>388.0</c:v>
                </c:pt>
                <c:pt idx="9286">
                  <c:v>388.0</c:v>
                </c:pt>
                <c:pt idx="9287">
                  <c:v>388.0</c:v>
                </c:pt>
                <c:pt idx="9288">
                  <c:v>388.0</c:v>
                </c:pt>
                <c:pt idx="9289">
                  <c:v>388.0</c:v>
                </c:pt>
                <c:pt idx="9290">
                  <c:v>388.0</c:v>
                </c:pt>
                <c:pt idx="9291">
                  <c:v>388.0</c:v>
                </c:pt>
                <c:pt idx="9292">
                  <c:v>388.0</c:v>
                </c:pt>
                <c:pt idx="9293">
                  <c:v>388.0</c:v>
                </c:pt>
                <c:pt idx="9294">
                  <c:v>388.0</c:v>
                </c:pt>
                <c:pt idx="9295">
                  <c:v>388.0</c:v>
                </c:pt>
                <c:pt idx="9296">
                  <c:v>388.0</c:v>
                </c:pt>
                <c:pt idx="9297">
                  <c:v>388.0</c:v>
                </c:pt>
                <c:pt idx="9298">
                  <c:v>388.0</c:v>
                </c:pt>
                <c:pt idx="9299">
                  <c:v>388.0</c:v>
                </c:pt>
                <c:pt idx="9300">
                  <c:v>388.0</c:v>
                </c:pt>
                <c:pt idx="9301">
                  <c:v>388.0</c:v>
                </c:pt>
                <c:pt idx="9302">
                  <c:v>388.0</c:v>
                </c:pt>
                <c:pt idx="9303">
                  <c:v>388.0</c:v>
                </c:pt>
                <c:pt idx="9304">
                  <c:v>388.0</c:v>
                </c:pt>
                <c:pt idx="9305">
                  <c:v>388.0</c:v>
                </c:pt>
                <c:pt idx="9306">
                  <c:v>388.0</c:v>
                </c:pt>
                <c:pt idx="9307">
                  <c:v>388.0</c:v>
                </c:pt>
                <c:pt idx="9308">
                  <c:v>388.0</c:v>
                </c:pt>
                <c:pt idx="9309">
                  <c:v>388.0</c:v>
                </c:pt>
                <c:pt idx="9310">
                  <c:v>388.0</c:v>
                </c:pt>
                <c:pt idx="9311">
                  <c:v>388.0</c:v>
                </c:pt>
                <c:pt idx="9312">
                  <c:v>388.0</c:v>
                </c:pt>
                <c:pt idx="9313">
                  <c:v>388.0</c:v>
                </c:pt>
                <c:pt idx="9314">
                  <c:v>388.0</c:v>
                </c:pt>
                <c:pt idx="9315">
                  <c:v>388.0</c:v>
                </c:pt>
                <c:pt idx="9316">
                  <c:v>388.0</c:v>
                </c:pt>
                <c:pt idx="9317">
                  <c:v>388.0</c:v>
                </c:pt>
                <c:pt idx="9318">
                  <c:v>388.0</c:v>
                </c:pt>
                <c:pt idx="9319">
                  <c:v>388.0</c:v>
                </c:pt>
                <c:pt idx="9320">
                  <c:v>388.0</c:v>
                </c:pt>
                <c:pt idx="9321">
                  <c:v>388.0</c:v>
                </c:pt>
                <c:pt idx="9322">
                  <c:v>388.0</c:v>
                </c:pt>
                <c:pt idx="9323">
                  <c:v>388.0</c:v>
                </c:pt>
                <c:pt idx="9324">
                  <c:v>388.0</c:v>
                </c:pt>
                <c:pt idx="9325">
                  <c:v>388.0</c:v>
                </c:pt>
                <c:pt idx="9326">
                  <c:v>388.0</c:v>
                </c:pt>
                <c:pt idx="9327">
                  <c:v>388.0</c:v>
                </c:pt>
                <c:pt idx="9328">
                  <c:v>388.0</c:v>
                </c:pt>
                <c:pt idx="9329">
                  <c:v>388.0</c:v>
                </c:pt>
                <c:pt idx="9330">
                  <c:v>388.0</c:v>
                </c:pt>
                <c:pt idx="9331">
                  <c:v>388.0</c:v>
                </c:pt>
                <c:pt idx="9332">
                  <c:v>388.0</c:v>
                </c:pt>
                <c:pt idx="9333">
                  <c:v>388.0</c:v>
                </c:pt>
                <c:pt idx="9334">
                  <c:v>388.0</c:v>
                </c:pt>
                <c:pt idx="9335">
                  <c:v>388.0</c:v>
                </c:pt>
                <c:pt idx="9336">
                  <c:v>388.0</c:v>
                </c:pt>
                <c:pt idx="9337">
                  <c:v>388.0</c:v>
                </c:pt>
                <c:pt idx="9338">
                  <c:v>388.0</c:v>
                </c:pt>
                <c:pt idx="9339">
                  <c:v>388.0</c:v>
                </c:pt>
                <c:pt idx="9340">
                  <c:v>388.0</c:v>
                </c:pt>
                <c:pt idx="9341">
                  <c:v>388.0</c:v>
                </c:pt>
                <c:pt idx="9342">
                  <c:v>388.0</c:v>
                </c:pt>
                <c:pt idx="9343">
                  <c:v>388.0</c:v>
                </c:pt>
                <c:pt idx="9344">
                  <c:v>388.0</c:v>
                </c:pt>
                <c:pt idx="9345">
                  <c:v>388.0</c:v>
                </c:pt>
                <c:pt idx="9346">
                  <c:v>388.0</c:v>
                </c:pt>
                <c:pt idx="9347">
                  <c:v>388.0</c:v>
                </c:pt>
                <c:pt idx="9348">
                  <c:v>388.0</c:v>
                </c:pt>
                <c:pt idx="9349">
                  <c:v>388.0</c:v>
                </c:pt>
                <c:pt idx="9350">
                  <c:v>388.0</c:v>
                </c:pt>
                <c:pt idx="9351">
                  <c:v>388.0</c:v>
                </c:pt>
                <c:pt idx="9352">
                  <c:v>388.0</c:v>
                </c:pt>
                <c:pt idx="9353">
                  <c:v>388.0</c:v>
                </c:pt>
                <c:pt idx="9354">
                  <c:v>388.0</c:v>
                </c:pt>
                <c:pt idx="9355">
                  <c:v>388.0</c:v>
                </c:pt>
                <c:pt idx="9356">
                  <c:v>388.0</c:v>
                </c:pt>
                <c:pt idx="9357">
                  <c:v>388.0</c:v>
                </c:pt>
                <c:pt idx="9358">
                  <c:v>388.0</c:v>
                </c:pt>
                <c:pt idx="9359">
                  <c:v>388.0</c:v>
                </c:pt>
                <c:pt idx="9360">
                  <c:v>388.0</c:v>
                </c:pt>
                <c:pt idx="9361">
                  <c:v>388.0</c:v>
                </c:pt>
                <c:pt idx="9362">
                  <c:v>388.0</c:v>
                </c:pt>
                <c:pt idx="9363">
                  <c:v>388.0</c:v>
                </c:pt>
                <c:pt idx="9364">
                  <c:v>388.0</c:v>
                </c:pt>
                <c:pt idx="9365">
                  <c:v>388.0</c:v>
                </c:pt>
                <c:pt idx="9366">
                  <c:v>388.0</c:v>
                </c:pt>
                <c:pt idx="9367">
                  <c:v>388.0</c:v>
                </c:pt>
                <c:pt idx="9368">
                  <c:v>388.0</c:v>
                </c:pt>
                <c:pt idx="9369">
                  <c:v>388.0</c:v>
                </c:pt>
                <c:pt idx="9370">
                  <c:v>388.0</c:v>
                </c:pt>
                <c:pt idx="9371">
                  <c:v>388.0</c:v>
                </c:pt>
                <c:pt idx="9372">
                  <c:v>388.0</c:v>
                </c:pt>
                <c:pt idx="9373">
                  <c:v>388.0</c:v>
                </c:pt>
                <c:pt idx="9374">
                  <c:v>388.0</c:v>
                </c:pt>
                <c:pt idx="9375">
                  <c:v>388.0</c:v>
                </c:pt>
                <c:pt idx="9376">
                  <c:v>388.0</c:v>
                </c:pt>
                <c:pt idx="9377">
                  <c:v>388.0</c:v>
                </c:pt>
                <c:pt idx="9378">
                  <c:v>388.0</c:v>
                </c:pt>
                <c:pt idx="9379">
                  <c:v>388.0</c:v>
                </c:pt>
                <c:pt idx="9380">
                  <c:v>388.0</c:v>
                </c:pt>
                <c:pt idx="9381">
                  <c:v>388.0</c:v>
                </c:pt>
                <c:pt idx="9382">
                  <c:v>388.0</c:v>
                </c:pt>
                <c:pt idx="9383">
                  <c:v>388.0</c:v>
                </c:pt>
                <c:pt idx="9384">
                  <c:v>388.0</c:v>
                </c:pt>
                <c:pt idx="9385">
                  <c:v>388.0</c:v>
                </c:pt>
                <c:pt idx="9386">
                  <c:v>388.0</c:v>
                </c:pt>
                <c:pt idx="9387">
                  <c:v>388.0</c:v>
                </c:pt>
                <c:pt idx="9388">
                  <c:v>388.0</c:v>
                </c:pt>
                <c:pt idx="9389">
                  <c:v>388.0</c:v>
                </c:pt>
                <c:pt idx="9390">
                  <c:v>388.0</c:v>
                </c:pt>
                <c:pt idx="9391">
                  <c:v>388.0</c:v>
                </c:pt>
                <c:pt idx="9392">
                  <c:v>388.0</c:v>
                </c:pt>
                <c:pt idx="9393">
                  <c:v>388.0</c:v>
                </c:pt>
                <c:pt idx="9394">
                  <c:v>388.0</c:v>
                </c:pt>
                <c:pt idx="9395">
                  <c:v>388.0</c:v>
                </c:pt>
                <c:pt idx="9396">
                  <c:v>388.0</c:v>
                </c:pt>
                <c:pt idx="9397">
                  <c:v>388.0</c:v>
                </c:pt>
                <c:pt idx="9398">
                  <c:v>388.0</c:v>
                </c:pt>
                <c:pt idx="9399">
                  <c:v>388.0</c:v>
                </c:pt>
                <c:pt idx="9400">
                  <c:v>388.0</c:v>
                </c:pt>
                <c:pt idx="9401">
                  <c:v>388.0</c:v>
                </c:pt>
                <c:pt idx="9402">
                  <c:v>388.0</c:v>
                </c:pt>
                <c:pt idx="9403">
                  <c:v>388.0</c:v>
                </c:pt>
                <c:pt idx="9404">
                  <c:v>388.0</c:v>
                </c:pt>
                <c:pt idx="9405">
                  <c:v>388.0</c:v>
                </c:pt>
                <c:pt idx="9406">
                  <c:v>388.0</c:v>
                </c:pt>
                <c:pt idx="9407">
                  <c:v>388.0</c:v>
                </c:pt>
                <c:pt idx="9408">
                  <c:v>388.0</c:v>
                </c:pt>
                <c:pt idx="9409">
                  <c:v>388.0</c:v>
                </c:pt>
                <c:pt idx="9410">
                  <c:v>388.0</c:v>
                </c:pt>
                <c:pt idx="9411">
                  <c:v>388.0</c:v>
                </c:pt>
                <c:pt idx="9412">
                  <c:v>388.0</c:v>
                </c:pt>
                <c:pt idx="9413">
                  <c:v>388.0</c:v>
                </c:pt>
                <c:pt idx="9414">
                  <c:v>388.0</c:v>
                </c:pt>
                <c:pt idx="9415">
                  <c:v>388.0</c:v>
                </c:pt>
                <c:pt idx="9416">
                  <c:v>388.0</c:v>
                </c:pt>
                <c:pt idx="9417">
                  <c:v>388.0</c:v>
                </c:pt>
                <c:pt idx="9418">
                  <c:v>388.0</c:v>
                </c:pt>
                <c:pt idx="9419">
                  <c:v>388.0</c:v>
                </c:pt>
                <c:pt idx="9420">
                  <c:v>388.0</c:v>
                </c:pt>
                <c:pt idx="9421">
                  <c:v>388.0</c:v>
                </c:pt>
                <c:pt idx="9422">
                  <c:v>388.0</c:v>
                </c:pt>
                <c:pt idx="9423">
                  <c:v>388.0</c:v>
                </c:pt>
                <c:pt idx="9424">
                  <c:v>388.0</c:v>
                </c:pt>
                <c:pt idx="9425">
                  <c:v>388.0</c:v>
                </c:pt>
                <c:pt idx="9426">
                  <c:v>388.0</c:v>
                </c:pt>
                <c:pt idx="9427">
                  <c:v>388.0</c:v>
                </c:pt>
                <c:pt idx="9428">
                  <c:v>388.0</c:v>
                </c:pt>
                <c:pt idx="9429">
                  <c:v>388.0</c:v>
                </c:pt>
                <c:pt idx="9430">
                  <c:v>388.0</c:v>
                </c:pt>
                <c:pt idx="9431">
                  <c:v>388.0</c:v>
                </c:pt>
                <c:pt idx="9432">
                  <c:v>388.0</c:v>
                </c:pt>
                <c:pt idx="9433">
                  <c:v>388.0</c:v>
                </c:pt>
                <c:pt idx="9434">
                  <c:v>388.0</c:v>
                </c:pt>
                <c:pt idx="9435">
                  <c:v>388.0</c:v>
                </c:pt>
                <c:pt idx="9436">
                  <c:v>388.0</c:v>
                </c:pt>
                <c:pt idx="9437">
                  <c:v>388.0</c:v>
                </c:pt>
                <c:pt idx="9438">
                  <c:v>388.0</c:v>
                </c:pt>
                <c:pt idx="9439">
                  <c:v>388.0</c:v>
                </c:pt>
                <c:pt idx="9440">
                  <c:v>388.0</c:v>
                </c:pt>
                <c:pt idx="9441">
                  <c:v>388.0</c:v>
                </c:pt>
                <c:pt idx="9442">
                  <c:v>388.0</c:v>
                </c:pt>
                <c:pt idx="9443">
                  <c:v>388.0</c:v>
                </c:pt>
                <c:pt idx="9444">
                  <c:v>388.0</c:v>
                </c:pt>
                <c:pt idx="9445">
                  <c:v>388.0</c:v>
                </c:pt>
                <c:pt idx="9446">
                  <c:v>388.0</c:v>
                </c:pt>
                <c:pt idx="9447">
                  <c:v>388.0</c:v>
                </c:pt>
                <c:pt idx="9448">
                  <c:v>388.0</c:v>
                </c:pt>
                <c:pt idx="9449">
                  <c:v>388.0</c:v>
                </c:pt>
                <c:pt idx="9450">
                  <c:v>388.0</c:v>
                </c:pt>
                <c:pt idx="9451">
                  <c:v>388.0</c:v>
                </c:pt>
                <c:pt idx="9452">
                  <c:v>388.0</c:v>
                </c:pt>
                <c:pt idx="9453">
                  <c:v>388.0</c:v>
                </c:pt>
                <c:pt idx="9454">
                  <c:v>388.0</c:v>
                </c:pt>
                <c:pt idx="9455">
                  <c:v>388.0</c:v>
                </c:pt>
                <c:pt idx="9456">
                  <c:v>388.0</c:v>
                </c:pt>
                <c:pt idx="9457">
                  <c:v>388.0</c:v>
                </c:pt>
                <c:pt idx="9458">
                  <c:v>388.0</c:v>
                </c:pt>
                <c:pt idx="9459">
                  <c:v>388.0</c:v>
                </c:pt>
                <c:pt idx="9460">
                  <c:v>388.0</c:v>
                </c:pt>
                <c:pt idx="9461">
                  <c:v>388.0</c:v>
                </c:pt>
                <c:pt idx="9462">
                  <c:v>388.0</c:v>
                </c:pt>
                <c:pt idx="9463">
                  <c:v>388.0</c:v>
                </c:pt>
                <c:pt idx="9464">
                  <c:v>388.0</c:v>
                </c:pt>
                <c:pt idx="9465">
                  <c:v>388.0</c:v>
                </c:pt>
                <c:pt idx="9466">
                  <c:v>388.0</c:v>
                </c:pt>
                <c:pt idx="9467">
                  <c:v>388.0</c:v>
                </c:pt>
                <c:pt idx="9468">
                  <c:v>388.0</c:v>
                </c:pt>
                <c:pt idx="9469">
                  <c:v>388.0</c:v>
                </c:pt>
                <c:pt idx="9470">
                  <c:v>388.0</c:v>
                </c:pt>
                <c:pt idx="9471">
                  <c:v>388.0</c:v>
                </c:pt>
                <c:pt idx="9472">
                  <c:v>388.0</c:v>
                </c:pt>
                <c:pt idx="9473">
                  <c:v>388.0</c:v>
                </c:pt>
                <c:pt idx="9474">
                  <c:v>388.0</c:v>
                </c:pt>
                <c:pt idx="9475">
                  <c:v>388.0</c:v>
                </c:pt>
                <c:pt idx="9476">
                  <c:v>388.0</c:v>
                </c:pt>
                <c:pt idx="9477">
                  <c:v>388.0</c:v>
                </c:pt>
                <c:pt idx="9478">
                  <c:v>388.0</c:v>
                </c:pt>
                <c:pt idx="9479">
                  <c:v>388.0</c:v>
                </c:pt>
                <c:pt idx="9480">
                  <c:v>388.0</c:v>
                </c:pt>
                <c:pt idx="9481">
                  <c:v>388.0</c:v>
                </c:pt>
                <c:pt idx="9482">
                  <c:v>388.0</c:v>
                </c:pt>
                <c:pt idx="9483">
                  <c:v>388.0</c:v>
                </c:pt>
                <c:pt idx="9484">
                  <c:v>388.0</c:v>
                </c:pt>
                <c:pt idx="9485">
                  <c:v>388.0</c:v>
                </c:pt>
                <c:pt idx="9486">
                  <c:v>388.0</c:v>
                </c:pt>
                <c:pt idx="9487">
                  <c:v>388.0</c:v>
                </c:pt>
                <c:pt idx="9488">
                  <c:v>388.0</c:v>
                </c:pt>
                <c:pt idx="9489">
                  <c:v>388.0</c:v>
                </c:pt>
                <c:pt idx="9490">
                  <c:v>388.0</c:v>
                </c:pt>
                <c:pt idx="9491">
                  <c:v>388.0</c:v>
                </c:pt>
                <c:pt idx="9492">
                  <c:v>388.0</c:v>
                </c:pt>
                <c:pt idx="9493">
                  <c:v>388.0</c:v>
                </c:pt>
                <c:pt idx="9494">
                  <c:v>388.0</c:v>
                </c:pt>
                <c:pt idx="9495">
                  <c:v>388.0</c:v>
                </c:pt>
                <c:pt idx="9496">
                  <c:v>388.0</c:v>
                </c:pt>
                <c:pt idx="9497">
                  <c:v>388.0</c:v>
                </c:pt>
                <c:pt idx="9498">
                  <c:v>388.0</c:v>
                </c:pt>
                <c:pt idx="9499">
                  <c:v>388.0</c:v>
                </c:pt>
                <c:pt idx="9500">
                  <c:v>388.0</c:v>
                </c:pt>
                <c:pt idx="9501">
                  <c:v>388.0</c:v>
                </c:pt>
                <c:pt idx="9502">
                  <c:v>388.0</c:v>
                </c:pt>
                <c:pt idx="9503">
                  <c:v>388.0</c:v>
                </c:pt>
                <c:pt idx="9504">
                  <c:v>388.0</c:v>
                </c:pt>
                <c:pt idx="9505">
                  <c:v>388.0</c:v>
                </c:pt>
                <c:pt idx="9506">
                  <c:v>388.0</c:v>
                </c:pt>
                <c:pt idx="9507">
                  <c:v>388.0</c:v>
                </c:pt>
                <c:pt idx="9508">
                  <c:v>388.0</c:v>
                </c:pt>
                <c:pt idx="9509">
                  <c:v>388.0</c:v>
                </c:pt>
                <c:pt idx="9510">
                  <c:v>388.0</c:v>
                </c:pt>
                <c:pt idx="9511">
                  <c:v>388.0</c:v>
                </c:pt>
                <c:pt idx="9512">
                  <c:v>388.0</c:v>
                </c:pt>
                <c:pt idx="9513">
                  <c:v>388.0</c:v>
                </c:pt>
                <c:pt idx="9514">
                  <c:v>388.0</c:v>
                </c:pt>
                <c:pt idx="9515">
                  <c:v>388.0</c:v>
                </c:pt>
                <c:pt idx="9516">
                  <c:v>388.0</c:v>
                </c:pt>
                <c:pt idx="9517">
                  <c:v>388.0</c:v>
                </c:pt>
                <c:pt idx="9518">
                  <c:v>388.0</c:v>
                </c:pt>
                <c:pt idx="9519">
                  <c:v>388.0</c:v>
                </c:pt>
                <c:pt idx="9520">
                  <c:v>388.0</c:v>
                </c:pt>
                <c:pt idx="9521">
                  <c:v>388.0</c:v>
                </c:pt>
                <c:pt idx="9522">
                  <c:v>388.0</c:v>
                </c:pt>
                <c:pt idx="9523">
                  <c:v>388.0</c:v>
                </c:pt>
                <c:pt idx="9524">
                  <c:v>388.0</c:v>
                </c:pt>
                <c:pt idx="9525">
                  <c:v>388.0</c:v>
                </c:pt>
                <c:pt idx="9526">
                  <c:v>388.0</c:v>
                </c:pt>
                <c:pt idx="9527">
                  <c:v>388.0</c:v>
                </c:pt>
                <c:pt idx="9528">
                  <c:v>388.0</c:v>
                </c:pt>
                <c:pt idx="9529">
                  <c:v>388.0</c:v>
                </c:pt>
                <c:pt idx="9530">
                  <c:v>388.0</c:v>
                </c:pt>
                <c:pt idx="9531">
                  <c:v>388.0</c:v>
                </c:pt>
                <c:pt idx="9532">
                  <c:v>388.0</c:v>
                </c:pt>
                <c:pt idx="9533">
                  <c:v>388.0</c:v>
                </c:pt>
                <c:pt idx="9534">
                  <c:v>388.0</c:v>
                </c:pt>
                <c:pt idx="9535">
                  <c:v>388.0</c:v>
                </c:pt>
                <c:pt idx="9536">
                  <c:v>388.0</c:v>
                </c:pt>
                <c:pt idx="9537">
                  <c:v>388.0</c:v>
                </c:pt>
                <c:pt idx="9538">
                  <c:v>388.0</c:v>
                </c:pt>
                <c:pt idx="9539">
                  <c:v>388.0</c:v>
                </c:pt>
                <c:pt idx="9540">
                  <c:v>388.0</c:v>
                </c:pt>
                <c:pt idx="9541">
                  <c:v>388.0</c:v>
                </c:pt>
                <c:pt idx="9542">
                  <c:v>388.0</c:v>
                </c:pt>
                <c:pt idx="9543">
                  <c:v>388.0</c:v>
                </c:pt>
                <c:pt idx="9544">
                  <c:v>388.0</c:v>
                </c:pt>
                <c:pt idx="9545">
                  <c:v>388.0</c:v>
                </c:pt>
                <c:pt idx="9546">
                  <c:v>388.0</c:v>
                </c:pt>
                <c:pt idx="9547">
                  <c:v>388.0</c:v>
                </c:pt>
                <c:pt idx="9548">
                  <c:v>388.0</c:v>
                </c:pt>
                <c:pt idx="9549">
                  <c:v>388.0</c:v>
                </c:pt>
                <c:pt idx="9550">
                  <c:v>388.0</c:v>
                </c:pt>
                <c:pt idx="9551">
                  <c:v>388.0</c:v>
                </c:pt>
                <c:pt idx="9552">
                  <c:v>388.0</c:v>
                </c:pt>
                <c:pt idx="9553">
                  <c:v>388.0</c:v>
                </c:pt>
                <c:pt idx="9554">
                  <c:v>388.0</c:v>
                </c:pt>
                <c:pt idx="9555">
                  <c:v>388.0</c:v>
                </c:pt>
                <c:pt idx="9556">
                  <c:v>388.0</c:v>
                </c:pt>
                <c:pt idx="9557">
                  <c:v>388.0</c:v>
                </c:pt>
                <c:pt idx="9558">
                  <c:v>388.0</c:v>
                </c:pt>
                <c:pt idx="9559">
                  <c:v>388.0</c:v>
                </c:pt>
                <c:pt idx="9560">
                  <c:v>388.0</c:v>
                </c:pt>
                <c:pt idx="9561">
                  <c:v>388.0</c:v>
                </c:pt>
                <c:pt idx="9562">
                  <c:v>388.0</c:v>
                </c:pt>
                <c:pt idx="9563">
                  <c:v>388.0</c:v>
                </c:pt>
                <c:pt idx="9564">
                  <c:v>388.0</c:v>
                </c:pt>
                <c:pt idx="9565">
                  <c:v>388.0</c:v>
                </c:pt>
                <c:pt idx="9566">
                  <c:v>388.0</c:v>
                </c:pt>
                <c:pt idx="9567">
                  <c:v>388.0</c:v>
                </c:pt>
                <c:pt idx="9568">
                  <c:v>388.0</c:v>
                </c:pt>
                <c:pt idx="9569">
                  <c:v>388.0</c:v>
                </c:pt>
                <c:pt idx="9570">
                  <c:v>388.0</c:v>
                </c:pt>
                <c:pt idx="9571">
                  <c:v>388.0</c:v>
                </c:pt>
                <c:pt idx="9572">
                  <c:v>388.0</c:v>
                </c:pt>
                <c:pt idx="9573">
                  <c:v>388.0</c:v>
                </c:pt>
                <c:pt idx="9574">
                  <c:v>388.0</c:v>
                </c:pt>
                <c:pt idx="9575">
                  <c:v>388.0</c:v>
                </c:pt>
                <c:pt idx="9576">
                  <c:v>388.0</c:v>
                </c:pt>
                <c:pt idx="9577">
                  <c:v>388.0</c:v>
                </c:pt>
                <c:pt idx="9578">
                  <c:v>388.0</c:v>
                </c:pt>
                <c:pt idx="9579">
                  <c:v>388.0</c:v>
                </c:pt>
                <c:pt idx="9580">
                  <c:v>388.0</c:v>
                </c:pt>
                <c:pt idx="9581">
                  <c:v>388.0</c:v>
                </c:pt>
                <c:pt idx="9582">
                  <c:v>388.0</c:v>
                </c:pt>
                <c:pt idx="9583">
                  <c:v>388.0</c:v>
                </c:pt>
                <c:pt idx="9584">
                  <c:v>388.0</c:v>
                </c:pt>
                <c:pt idx="9585">
                  <c:v>388.0</c:v>
                </c:pt>
                <c:pt idx="9586">
                  <c:v>388.0</c:v>
                </c:pt>
                <c:pt idx="9587">
                  <c:v>388.0</c:v>
                </c:pt>
                <c:pt idx="9588">
                  <c:v>388.0</c:v>
                </c:pt>
                <c:pt idx="9589">
                  <c:v>388.0</c:v>
                </c:pt>
                <c:pt idx="9590">
                  <c:v>388.0</c:v>
                </c:pt>
                <c:pt idx="9591">
                  <c:v>388.0</c:v>
                </c:pt>
                <c:pt idx="9592">
                  <c:v>388.0</c:v>
                </c:pt>
                <c:pt idx="9593">
                  <c:v>388.0</c:v>
                </c:pt>
                <c:pt idx="9594">
                  <c:v>388.0</c:v>
                </c:pt>
                <c:pt idx="9595">
                  <c:v>388.0</c:v>
                </c:pt>
                <c:pt idx="9596">
                  <c:v>388.0</c:v>
                </c:pt>
                <c:pt idx="9597">
                  <c:v>388.0</c:v>
                </c:pt>
                <c:pt idx="9598">
                  <c:v>388.0</c:v>
                </c:pt>
                <c:pt idx="9599">
                  <c:v>388.0</c:v>
                </c:pt>
                <c:pt idx="9600">
                  <c:v>388.0</c:v>
                </c:pt>
                <c:pt idx="9601">
                  <c:v>388.0</c:v>
                </c:pt>
                <c:pt idx="9602">
                  <c:v>388.0</c:v>
                </c:pt>
                <c:pt idx="9603">
                  <c:v>388.0</c:v>
                </c:pt>
                <c:pt idx="9604">
                  <c:v>388.0</c:v>
                </c:pt>
                <c:pt idx="9605">
                  <c:v>388.0</c:v>
                </c:pt>
                <c:pt idx="9606">
                  <c:v>388.0</c:v>
                </c:pt>
                <c:pt idx="9607">
                  <c:v>388.0</c:v>
                </c:pt>
                <c:pt idx="9608">
                  <c:v>388.0</c:v>
                </c:pt>
                <c:pt idx="9609">
                  <c:v>388.0</c:v>
                </c:pt>
                <c:pt idx="9610">
                  <c:v>388.0</c:v>
                </c:pt>
                <c:pt idx="9611">
                  <c:v>388.0</c:v>
                </c:pt>
                <c:pt idx="9612">
                  <c:v>388.0</c:v>
                </c:pt>
                <c:pt idx="9613">
                  <c:v>388.0</c:v>
                </c:pt>
                <c:pt idx="9614">
                  <c:v>388.0</c:v>
                </c:pt>
                <c:pt idx="9615">
                  <c:v>388.0</c:v>
                </c:pt>
                <c:pt idx="9616">
                  <c:v>388.0</c:v>
                </c:pt>
                <c:pt idx="9617">
                  <c:v>388.0</c:v>
                </c:pt>
                <c:pt idx="9618">
                  <c:v>388.0</c:v>
                </c:pt>
                <c:pt idx="9619">
                  <c:v>388.0</c:v>
                </c:pt>
                <c:pt idx="9620">
                  <c:v>388.0</c:v>
                </c:pt>
                <c:pt idx="9621">
                  <c:v>388.0</c:v>
                </c:pt>
                <c:pt idx="9622">
                  <c:v>388.0</c:v>
                </c:pt>
                <c:pt idx="9623">
                  <c:v>388.0</c:v>
                </c:pt>
                <c:pt idx="9624">
                  <c:v>388.0</c:v>
                </c:pt>
                <c:pt idx="9625">
                  <c:v>388.0</c:v>
                </c:pt>
                <c:pt idx="9626">
                  <c:v>388.0</c:v>
                </c:pt>
                <c:pt idx="9627">
                  <c:v>388.0</c:v>
                </c:pt>
                <c:pt idx="9628">
                  <c:v>388.0</c:v>
                </c:pt>
                <c:pt idx="9629">
                  <c:v>388.0</c:v>
                </c:pt>
                <c:pt idx="9630">
                  <c:v>388.0</c:v>
                </c:pt>
                <c:pt idx="9631">
                  <c:v>388.0</c:v>
                </c:pt>
                <c:pt idx="9632">
                  <c:v>388.0</c:v>
                </c:pt>
                <c:pt idx="9633">
                  <c:v>388.0</c:v>
                </c:pt>
                <c:pt idx="9634">
                  <c:v>388.0</c:v>
                </c:pt>
                <c:pt idx="9635">
                  <c:v>388.0</c:v>
                </c:pt>
                <c:pt idx="9636">
                  <c:v>388.0</c:v>
                </c:pt>
                <c:pt idx="9637">
                  <c:v>388.0</c:v>
                </c:pt>
                <c:pt idx="9638">
                  <c:v>388.0</c:v>
                </c:pt>
                <c:pt idx="9639">
                  <c:v>388.0</c:v>
                </c:pt>
                <c:pt idx="9640">
                  <c:v>388.0</c:v>
                </c:pt>
                <c:pt idx="9641">
                  <c:v>388.0</c:v>
                </c:pt>
                <c:pt idx="9642">
                  <c:v>388.0</c:v>
                </c:pt>
                <c:pt idx="9643">
                  <c:v>388.0</c:v>
                </c:pt>
                <c:pt idx="9644">
                  <c:v>388.0</c:v>
                </c:pt>
                <c:pt idx="9645">
                  <c:v>388.0</c:v>
                </c:pt>
                <c:pt idx="9646">
                  <c:v>388.0</c:v>
                </c:pt>
                <c:pt idx="9647">
                  <c:v>388.0</c:v>
                </c:pt>
                <c:pt idx="9648">
                  <c:v>388.0</c:v>
                </c:pt>
                <c:pt idx="9649">
                  <c:v>388.0</c:v>
                </c:pt>
                <c:pt idx="9650">
                  <c:v>388.0</c:v>
                </c:pt>
                <c:pt idx="9651">
                  <c:v>388.0</c:v>
                </c:pt>
                <c:pt idx="9652">
                  <c:v>388.0</c:v>
                </c:pt>
                <c:pt idx="9653">
                  <c:v>388.0</c:v>
                </c:pt>
                <c:pt idx="9654">
                  <c:v>388.0</c:v>
                </c:pt>
                <c:pt idx="9655">
                  <c:v>388.0</c:v>
                </c:pt>
                <c:pt idx="9656">
                  <c:v>388.0</c:v>
                </c:pt>
                <c:pt idx="9657">
                  <c:v>388.0</c:v>
                </c:pt>
                <c:pt idx="9658">
                  <c:v>388.0</c:v>
                </c:pt>
                <c:pt idx="9659">
                  <c:v>388.0</c:v>
                </c:pt>
                <c:pt idx="9660">
                  <c:v>388.0</c:v>
                </c:pt>
                <c:pt idx="9661">
                  <c:v>388.0</c:v>
                </c:pt>
                <c:pt idx="9662">
                  <c:v>388.0</c:v>
                </c:pt>
                <c:pt idx="9663">
                  <c:v>388.0</c:v>
                </c:pt>
                <c:pt idx="9664">
                  <c:v>388.0</c:v>
                </c:pt>
                <c:pt idx="9665">
                  <c:v>388.0</c:v>
                </c:pt>
                <c:pt idx="9666">
                  <c:v>388.0</c:v>
                </c:pt>
                <c:pt idx="9667">
                  <c:v>388.0</c:v>
                </c:pt>
                <c:pt idx="9668">
                  <c:v>388.0</c:v>
                </c:pt>
                <c:pt idx="9669">
                  <c:v>388.0</c:v>
                </c:pt>
                <c:pt idx="9670">
                  <c:v>388.0</c:v>
                </c:pt>
                <c:pt idx="9671">
                  <c:v>388.0</c:v>
                </c:pt>
                <c:pt idx="9672">
                  <c:v>388.0</c:v>
                </c:pt>
                <c:pt idx="9673">
                  <c:v>388.0</c:v>
                </c:pt>
                <c:pt idx="9674">
                  <c:v>388.0</c:v>
                </c:pt>
                <c:pt idx="9675">
                  <c:v>388.0</c:v>
                </c:pt>
                <c:pt idx="9676">
                  <c:v>388.0</c:v>
                </c:pt>
                <c:pt idx="9677">
                  <c:v>388.0</c:v>
                </c:pt>
                <c:pt idx="9678">
                  <c:v>388.0</c:v>
                </c:pt>
                <c:pt idx="9679">
                  <c:v>388.0</c:v>
                </c:pt>
                <c:pt idx="9680">
                  <c:v>388.0</c:v>
                </c:pt>
                <c:pt idx="9681">
                  <c:v>388.0</c:v>
                </c:pt>
                <c:pt idx="9682">
                  <c:v>388.0</c:v>
                </c:pt>
                <c:pt idx="9683">
                  <c:v>388.0</c:v>
                </c:pt>
                <c:pt idx="9684">
                  <c:v>388.0</c:v>
                </c:pt>
                <c:pt idx="9685">
                  <c:v>388.0</c:v>
                </c:pt>
                <c:pt idx="9686">
                  <c:v>388.0</c:v>
                </c:pt>
                <c:pt idx="9687">
                  <c:v>388.0</c:v>
                </c:pt>
                <c:pt idx="9688">
                  <c:v>388.0</c:v>
                </c:pt>
                <c:pt idx="9689">
                  <c:v>388.0</c:v>
                </c:pt>
                <c:pt idx="9690">
                  <c:v>388.0</c:v>
                </c:pt>
                <c:pt idx="9691">
                  <c:v>388.0</c:v>
                </c:pt>
                <c:pt idx="9692">
                  <c:v>388.0</c:v>
                </c:pt>
                <c:pt idx="9693">
                  <c:v>388.0</c:v>
                </c:pt>
                <c:pt idx="9694">
                  <c:v>388.0</c:v>
                </c:pt>
                <c:pt idx="9695">
                  <c:v>388.0</c:v>
                </c:pt>
                <c:pt idx="9696">
                  <c:v>388.0</c:v>
                </c:pt>
                <c:pt idx="9697">
                  <c:v>388.0</c:v>
                </c:pt>
                <c:pt idx="9698">
                  <c:v>388.0</c:v>
                </c:pt>
                <c:pt idx="9699">
                  <c:v>388.0</c:v>
                </c:pt>
                <c:pt idx="9700">
                  <c:v>388.0</c:v>
                </c:pt>
                <c:pt idx="9701">
                  <c:v>388.0</c:v>
                </c:pt>
                <c:pt idx="9702">
                  <c:v>388.0</c:v>
                </c:pt>
                <c:pt idx="9703">
                  <c:v>388.0</c:v>
                </c:pt>
                <c:pt idx="9704">
                  <c:v>388.0</c:v>
                </c:pt>
                <c:pt idx="9705">
                  <c:v>388.0</c:v>
                </c:pt>
                <c:pt idx="9706">
                  <c:v>388.0</c:v>
                </c:pt>
                <c:pt idx="9707">
                  <c:v>388.0</c:v>
                </c:pt>
                <c:pt idx="9708">
                  <c:v>388.0</c:v>
                </c:pt>
                <c:pt idx="9709">
                  <c:v>388.0</c:v>
                </c:pt>
                <c:pt idx="9710">
                  <c:v>388.0</c:v>
                </c:pt>
                <c:pt idx="9711">
                  <c:v>388.0</c:v>
                </c:pt>
                <c:pt idx="9712">
                  <c:v>388.0</c:v>
                </c:pt>
                <c:pt idx="9713">
                  <c:v>388.0</c:v>
                </c:pt>
                <c:pt idx="9714">
                  <c:v>388.0</c:v>
                </c:pt>
                <c:pt idx="9715">
                  <c:v>388.0</c:v>
                </c:pt>
                <c:pt idx="9716">
                  <c:v>388.0</c:v>
                </c:pt>
                <c:pt idx="9717">
                  <c:v>388.0</c:v>
                </c:pt>
                <c:pt idx="9718">
                  <c:v>388.0</c:v>
                </c:pt>
                <c:pt idx="9719">
                  <c:v>388.0</c:v>
                </c:pt>
                <c:pt idx="9720">
                  <c:v>388.0</c:v>
                </c:pt>
                <c:pt idx="9721">
                  <c:v>388.0</c:v>
                </c:pt>
                <c:pt idx="9722">
                  <c:v>388.0</c:v>
                </c:pt>
                <c:pt idx="9723">
                  <c:v>388.0</c:v>
                </c:pt>
                <c:pt idx="9724">
                  <c:v>388.0</c:v>
                </c:pt>
                <c:pt idx="9725">
                  <c:v>388.0</c:v>
                </c:pt>
                <c:pt idx="9726">
                  <c:v>388.0</c:v>
                </c:pt>
                <c:pt idx="9727">
                  <c:v>388.0</c:v>
                </c:pt>
                <c:pt idx="9728">
                  <c:v>388.0</c:v>
                </c:pt>
                <c:pt idx="9729">
                  <c:v>388.0</c:v>
                </c:pt>
                <c:pt idx="9730">
                  <c:v>388.0</c:v>
                </c:pt>
                <c:pt idx="9731">
                  <c:v>388.0</c:v>
                </c:pt>
                <c:pt idx="9732">
                  <c:v>388.0</c:v>
                </c:pt>
                <c:pt idx="9733">
                  <c:v>388.0</c:v>
                </c:pt>
                <c:pt idx="9734">
                  <c:v>388.0</c:v>
                </c:pt>
                <c:pt idx="9735">
                  <c:v>388.0</c:v>
                </c:pt>
                <c:pt idx="9736">
                  <c:v>388.0</c:v>
                </c:pt>
                <c:pt idx="9737">
                  <c:v>388.0</c:v>
                </c:pt>
                <c:pt idx="9738">
                  <c:v>388.0</c:v>
                </c:pt>
                <c:pt idx="9739">
                  <c:v>388.0</c:v>
                </c:pt>
                <c:pt idx="9740">
                  <c:v>388.0</c:v>
                </c:pt>
                <c:pt idx="9741">
                  <c:v>388.0</c:v>
                </c:pt>
                <c:pt idx="9742">
                  <c:v>388.0</c:v>
                </c:pt>
                <c:pt idx="9743">
                  <c:v>388.0</c:v>
                </c:pt>
                <c:pt idx="9744">
                  <c:v>388.0</c:v>
                </c:pt>
                <c:pt idx="9745">
                  <c:v>388.0</c:v>
                </c:pt>
                <c:pt idx="9746">
                  <c:v>388.0</c:v>
                </c:pt>
                <c:pt idx="9747">
                  <c:v>388.0</c:v>
                </c:pt>
                <c:pt idx="9748">
                  <c:v>388.0</c:v>
                </c:pt>
                <c:pt idx="9749">
                  <c:v>388.0</c:v>
                </c:pt>
                <c:pt idx="9750">
                  <c:v>388.0</c:v>
                </c:pt>
                <c:pt idx="9751">
                  <c:v>388.0</c:v>
                </c:pt>
                <c:pt idx="9752">
                  <c:v>388.0</c:v>
                </c:pt>
                <c:pt idx="9753">
                  <c:v>388.0</c:v>
                </c:pt>
                <c:pt idx="9754">
                  <c:v>388.0</c:v>
                </c:pt>
                <c:pt idx="9755">
                  <c:v>388.0</c:v>
                </c:pt>
                <c:pt idx="9756">
                  <c:v>388.0</c:v>
                </c:pt>
                <c:pt idx="9757">
                  <c:v>388.0</c:v>
                </c:pt>
                <c:pt idx="9758">
                  <c:v>388.0</c:v>
                </c:pt>
                <c:pt idx="9759">
                  <c:v>388.0</c:v>
                </c:pt>
                <c:pt idx="9760">
                  <c:v>388.0</c:v>
                </c:pt>
                <c:pt idx="9761">
                  <c:v>388.0</c:v>
                </c:pt>
                <c:pt idx="9762">
                  <c:v>388.0</c:v>
                </c:pt>
                <c:pt idx="9763">
                  <c:v>388.0</c:v>
                </c:pt>
                <c:pt idx="9764">
                  <c:v>388.0</c:v>
                </c:pt>
                <c:pt idx="9765">
                  <c:v>388.0</c:v>
                </c:pt>
                <c:pt idx="9766">
                  <c:v>388.0</c:v>
                </c:pt>
                <c:pt idx="9767">
                  <c:v>388.0</c:v>
                </c:pt>
                <c:pt idx="9768">
                  <c:v>388.0</c:v>
                </c:pt>
                <c:pt idx="9769">
                  <c:v>388.0</c:v>
                </c:pt>
                <c:pt idx="9770">
                  <c:v>388.0</c:v>
                </c:pt>
                <c:pt idx="9771">
                  <c:v>388.0</c:v>
                </c:pt>
                <c:pt idx="9772">
                  <c:v>388.0</c:v>
                </c:pt>
                <c:pt idx="9773">
                  <c:v>388.0</c:v>
                </c:pt>
                <c:pt idx="9774">
                  <c:v>388.0</c:v>
                </c:pt>
                <c:pt idx="9775">
                  <c:v>388.0</c:v>
                </c:pt>
                <c:pt idx="9776">
                  <c:v>388.0</c:v>
                </c:pt>
                <c:pt idx="9777">
                  <c:v>388.0</c:v>
                </c:pt>
                <c:pt idx="9778">
                  <c:v>388.0</c:v>
                </c:pt>
                <c:pt idx="9779">
                  <c:v>388.0</c:v>
                </c:pt>
                <c:pt idx="9780">
                  <c:v>388.0</c:v>
                </c:pt>
                <c:pt idx="9781">
                  <c:v>388.0</c:v>
                </c:pt>
                <c:pt idx="9782">
                  <c:v>388.0</c:v>
                </c:pt>
                <c:pt idx="9783">
                  <c:v>388.0</c:v>
                </c:pt>
                <c:pt idx="9784">
                  <c:v>388.0</c:v>
                </c:pt>
                <c:pt idx="9785">
                  <c:v>388.0</c:v>
                </c:pt>
                <c:pt idx="9786">
                  <c:v>388.0</c:v>
                </c:pt>
                <c:pt idx="9787">
                  <c:v>388.0</c:v>
                </c:pt>
                <c:pt idx="9788">
                  <c:v>388.0</c:v>
                </c:pt>
                <c:pt idx="9789">
                  <c:v>388.0</c:v>
                </c:pt>
                <c:pt idx="9790">
                  <c:v>388.0</c:v>
                </c:pt>
                <c:pt idx="9791">
                  <c:v>388.0</c:v>
                </c:pt>
                <c:pt idx="9792">
                  <c:v>388.0</c:v>
                </c:pt>
                <c:pt idx="9793">
                  <c:v>388.0</c:v>
                </c:pt>
                <c:pt idx="9794">
                  <c:v>388.0</c:v>
                </c:pt>
                <c:pt idx="9795">
                  <c:v>388.0</c:v>
                </c:pt>
                <c:pt idx="9796">
                  <c:v>388.0</c:v>
                </c:pt>
                <c:pt idx="9797">
                  <c:v>388.0</c:v>
                </c:pt>
                <c:pt idx="9798">
                  <c:v>388.0</c:v>
                </c:pt>
                <c:pt idx="9799">
                  <c:v>388.0</c:v>
                </c:pt>
                <c:pt idx="9800">
                  <c:v>388.0</c:v>
                </c:pt>
                <c:pt idx="9801">
                  <c:v>388.0</c:v>
                </c:pt>
                <c:pt idx="9802">
                  <c:v>388.0</c:v>
                </c:pt>
                <c:pt idx="9803">
                  <c:v>388.0</c:v>
                </c:pt>
                <c:pt idx="9804">
                  <c:v>388.0</c:v>
                </c:pt>
                <c:pt idx="9805">
                  <c:v>388.0</c:v>
                </c:pt>
                <c:pt idx="9806">
                  <c:v>388.0</c:v>
                </c:pt>
                <c:pt idx="9807">
                  <c:v>388.0</c:v>
                </c:pt>
                <c:pt idx="9808">
                  <c:v>388.0</c:v>
                </c:pt>
                <c:pt idx="9809">
                  <c:v>388.0</c:v>
                </c:pt>
                <c:pt idx="9810">
                  <c:v>388.0</c:v>
                </c:pt>
                <c:pt idx="9811">
                  <c:v>388.0</c:v>
                </c:pt>
                <c:pt idx="9812">
                  <c:v>388.0</c:v>
                </c:pt>
                <c:pt idx="9813">
                  <c:v>388.0</c:v>
                </c:pt>
                <c:pt idx="9814">
                  <c:v>388.0</c:v>
                </c:pt>
                <c:pt idx="9815">
                  <c:v>388.0</c:v>
                </c:pt>
                <c:pt idx="9816">
                  <c:v>388.0</c:v>
                </c:pt>
                <c:pt idx="9817">
                  <c:v>388.0</c:v>
                </c:pt>
                <c:pt idx="9818">
                  <c:v>388.0</c:v>
                </c:pt>
                <c:pt idx="9819">
                  <c:v>388.0</c:v>
                </c:pt>
                <c:pt idx="9820">
                  <c:v>388.0</c:v>
                </c:pt>
                <c:pt idx="9821">
                  <c:v>388.0</c:v>
                </c:pt>
                <c:pt idx="9822">
                  <c:v>388.0</c:v>
                </c:pt>
                <c:pt idx="9823">
                  <c:v>388.0</c:v>
                </c:pt>
                <c:pt idx="9824">
                  <c:v>388.0</c:v>
                </c:pt>
                <c:pt idx="9825">
                  <c:v>388.0</c:v>
                </c:pt>
                <c:pt idx="9826">
                  <c:v>388.0</c:v>
                </c:pt>
                <c:pt idx="9827">
                  <c:v>388.0</c:v>
                </c:pt>
                <c:pt idx="9828">
                  <c:v>388.0</c:v>
                </c:pt>
                <c:pt idx="9829">
                  <c:v>388.0</c:v>
                </c:pt>
                <c:pt idx="9830">
                  <c:v>388.0</c:v>
                </c:pt>
                <c:pt idx="9831">
                  <c:v>388.0</c:v>
                </c:pt>
                <c:pt idx="9832">
                  <c:v>388.0</c:v>
                </c:pt>
                <c:pt idx="9833">
                  <c:v>388.0</c:v>
                </c:pt>
                <c:pt idx="9834">
                  <c:v>388.0</c:v>
                </c:pt>
                <c:pt idx="9835">
                  <c:v>388.0</c:v>
                </c:pt>
                <c:pt idx="9836">
                  <c:v>388.0</c:v>
                </c:pt>
                <c:pt idx="9837">
                  <c:v>388.0</c:v>
                </c:pt>
                <c:pt idx="9838">
                  <c:v>388.0</c:v>
                </c:pt>
                <c:pt idx="9839">
                  <c:v>388.0</c:v>
                </c:pt>
                <c:pt idx="9840">
                  <c:v>388.0</c:v>
                </c:pt>
                <c:pt idx="9841">
                  <c:v>388.0</c:v>
                </c:pt>
                <c:pt idx="9842">
                  <c:v>388.0</c:v>
                </c:pt>
                <c:pt idx="9843">
                  <c:v>388.0</c:v>
                </c:pt>
                <c:pt idx="9844">
                  <c:v>388.0</c:v>
                </c:pt>
                <c:pt idx="9845">
                  <c:v>388.0</c:v>
                </c:pt>
                <c:pt idx="9846">
                  <c:v>388.0</c:v>
                </c:pt>
                <c:pt idx="9847">
                  <c:v>388.0</c:v>
                </c:pt>
                <c:pt idx="9848">
                  <c:v>388.0</c:v>
                </c:pt>
                <c:pt idx="9849">
                  <c:v>388.0</c:v>
                </c:pt>
                <c:pt idx="9850">
                  <c:v>388.0</c:v>
                </c:pt>
                <c:pt idx="9851">
                  <c:v>388.0</c:v>
                </c:pt>
                <c:pt idx="9852">
                  <c:v>388.0</c:v>
                </c:pt>
                <c:pt idx="9853">
                  <c:v>388.0</c:v>
                </c:pt>
                <c:pt idx="9854">
                  <c:v>388.0</c:v>
                </c:pt>
                <c:pt idx="9855">
                  <c:v>388.0</c:v>
                </c:pt>
                <c:pt idx="9856">
                  <c:v>388.0</c:v>
                </c:pt>
                <c:pt idx="9857">
                  <c:v>388.0</c:v>
                </c:pt>
                <c:pt idx="9858">
                  <c:v>388.0</c:v>
                </c:pt>
                <c:pt idx="9859">
                  <c:v>388.0</c:v>
                </c:pt>
                <c:pt idx="9860">
                  <c:v>388.0</c:v>
                </c:pt>
                <c:pt idx="9861">
                  <c:v>388.0</c:v>
                </c:pt>
                <c:pt idx="9862">
                  <c:v>388.0</c:v>
                </c:pt>
                <c:pt idx="9863">
                  <c:v>388.0</c:v>
                </c:pt>
                <c:pt idx="9864">
                  <c:v>388.0</c:v>
                </c:pt>
                <c:pt idx="9865">
                  <c:v>388.0</c:v>
                </c:pt>
                <c:pt idx="9866">
                  <c:v>388.0</c:v>
                </c:pt>
                <c:pt idx="9867">
                  <c:v>388.0</c:v>
                </c:pt>
                <c:pt idx="9868">
                  <c:v>388.0</c:v>
                </c:pt>
                <c:pt idx="9869">
                  <c:v>388.0</c:v>
                </c:pt>
                <c:pt idx="9870">
                  <c:v>388.0</c:v>
                </c:pt>
                <c:pt idx="9871">
                  <c:v>388.0</c:v>
                </c:pt>
                <c:pt idx="9872">
                  <c:v>388.0</c:v>
                </c:pt>
                <c:pt idx="9873">
                  <c:v>388.0</c:v>
                </c:pt>
                <c:pt idx="9874">
                  <c:v>388.0</c:v>
                </c:pt>
                <c:pt idx="9875">
                  <c:v>388.0</c:v>
                </c:pt>
                <c:pt idx="9876">
                  <c:v>388.0</c:v>
                </c:pt>
                <c:pt idx="9877">
                  <c:v>388.0</c:v>
                </c:pt>
                <c:pt idx="9878">
                  <c:v>388.0</c:v>
                </c:pt>
                <c:pt idx="9879">
                  <c:v>388.0</c:v>
                </c:pt>
                <c:pt idx="9880">
                  <c:v>388.0</c:v>
                </c:pt>
                <c:pt idx="9881">
                  <c:v>388.0</c:v>
                </c:pt>
                <c:pt idx="9882">
                  <c:v>388.0</c:v>
                </c:pt>
                <c:pt idx="9883">
                  <c:v>388.0</c:v>
                </c:pt>
                <c:pt idx="9884">
                  <c:v>388.0</c:v>
                </c:pt>
                <c:pt idx="9885">
                  <c:v>388.0</c:v>
                </c:pt>
                <c:pt idx="9886">
                  <c:v>388.0</c:v>
                </c:pt>
                <c:pt idx="9887">
                  <c:v>388.0</c:v>
                </c:pt>
                <c:pt idx="9888">
                  <c:v>388.0</c:v>
                </c:pt>
                <c:pt idx="9889">
                  <c:v>388.0</c:v>
                </c:pt>
                <c:pt idx="9890">
                  <c:v>388.0</c:v>
                </c:pt>
                <c:pt idx="9891">
                  <c:v>388.0</c:v>
                </c:pt>
                <c:pt idx="9892">
                  <c:v>388.0</c:v>
                </c:pt>
                <c:pt idx="9893">
                  <c:v>388.0</c:v>
                </c:pt>
                <c:pt idx="9894">
                  <c:v>388.0</c:v>
                </c:pt>
                <c:pt idx="9895">
                  <c:v>388.0</c:v>
                </c:pt>
                <c:pt idx="9896">
                  <c:v>388.0</c:v>
                </c:pt>
                <c:pt idx="9897">
                  <c:v>388.0</c:v>
                </c:pt>
                <c:pt idx="9898">
                  <c:v>388.0</c:v>
                </c:pt>
                <c:pt idx="9899">
                  <c:v>388.0</c:v>
                </c:pt>
                <c:pt idx="9900">
                  <c:v>388.0</c:v>
                </c:pt>
                <c:pt idx="9901">
                  <c:v>388.0</c:v>
                </c:pt>
                <c:pt idx="9902">
                  <c:v>388.0</c:v>
                </c:pt>
                <c:pt idx="9903">
                  <c:v>388.0</c:v>
                </c:pt>
                <c:pt idx="9904">
                  <c:v>388.0</c:v>
                </c:pt>
                <c:pt idx="9905">
                  <c:v>388.0</c:v>
                </c:pt>
                <c:pt idx="9906">
                  <c:v>388.0</c:v>
                </c:pt>
                <c:pt idx="9907">
                  <c:v>388.0</c:v>
                </c:pt>
                <c:pt idx="9908">
                  <c:v>388.0</c:v>
                </c:pt>
                <c:pt idx="9909">
                  <c:v>388.0</c:v>
                </c:pt>
                <c:pt idx="9910">
                  <c:v>388.0</c:v>
                </c:pt>
                <c:pt idx="9911">
                  <c:v>388.0</c:v>
                </c:pt>
                <c:pt idx="9912">
                  <c:v>388.0</c:v>
                </c:pt>
                <c:pt idx="9913">
                  <c:v>388.0</c:v>
                </c:pt>
                <c:pt idx="9914">
                  <c:v>388.0</c:v>
                </c:pt>
                <c:pt idx="9915">
                  <c:v>388.0</c:v>
                </c:pt>
                <c:pt idx="9916">
                  <c:v>388.0</c:v>
                </c:pt>
                <c:pt idx="9917">
                  <c:v>388.0</c:v>
                </c:pt>
                <c:pt idx="9918">
                  <c:v>388.0</c:v>
                </c:pt>
                <c:pt idx="9919">
                  <c:v>388.0</c:v>
                </c:pt>
                <c:pt idx="9920">
                  <c:v>388.0</c:v>
                </c:pt>
                <c:pt idx="9921">
                  <c:v>388.0</c:v>
                </c:pt>
                <c:pt idx="9922">
                  <c:v>388.0</c:v>
                </c:pt>
                <c:pt idx="9923">
                  <c:v>388.0</c:v>
                </c:pt>
                <c:pt idx="9924">
                  <c:v>388.0</c:v>
                </c:pt>
                <c:pt idx="9925">
                  <c:v>388.0</c:v>
                </c:pt>
                <c:pt idx="9926">
                  <c:v>388.0</c:v>
                </c:pt>
                <c:pt idx="9927">
                  <c:v>388.0</c:v>
                </c:pt>
                <c:pt idx="9928">
                  <c:v>388.0</c:v>
                </c:pt>
                <c:pt idx="9929">
                  <c:v>388.0</c:v>
                </c:pt>
                <c:pt idx="9930">
                  <c:v>388.0</c:v>
                </c:pt>
                <c:pt idx="9931">
                  <c:v>388.0</c:v>
                </c:pt>
                <c:pt idx="9932">
                  <c:v>388.0</c:v>
                </c:pt>
                <c:pt idx="9933">
                  <c:v>388.0</c:v>
                </c:pt>
                <c:pt idx="9934">
                  <c:v>388.0</c:v>
                </c:pt>
                <c:pt idx="9935">
                  <c:v>388.0</c:v>
                </c:pt>
                <c:pt idx="9936">
                  <c:v>388.0</c:v>
                </c:pt>
                <c:pt idx="9937">
                  <c:v>388.0</c:v>
                </c:pt>
                <c:pt idx="9938">
                  <c:v>388.0</c:v>
                </c:pt>
                <c:pt idx="9939">
                  <c:v>388.0</c:v>
                </c:pt>
                <c:pt idx="9940">
                  <c:v>388.0</c:v>
                </c:pt>
                <c:pt idx="9941">
                  <c:v>388.0</c:v>
                </c:pt>
                <c:pt idx="9942">
                  <c:v>388.0</c:v>
                </c:pt>
                <c:pt idx="9943">
                  <c:v>388.0</c:v>
                </c:pt>
                <c:pt idx="9944">
                  <c:v>388.0</c:v>
                </c:pt>
                <c:pt idx="9945">
                  <c:v>388.0</c:v>
                </c:pt>
                <c:pt idx="9946">
                  <c:v>388.0</c:v>
                </c:pt>
                <c:pt idx="9947">
                  <c:v>388.0</c:v>
                </c:pt>
                <c:pt idx="9948">
                  <c:v>388.0</c:v>
                </c:pt>
                <c:pt idx="9949">
                  <c:v>388.0</c:v>
                </c:pt>
                <c:pt idx="9950">
                  <c:v>388.0</c:v>
                </c:pt>
                <c:pt idx="9951">
                  <c:v>388.0</c:v>
                </c:pt>
                <c:pt idx="9952">
                  <c:v>388.0</c:v>
                </c:pt>
                <c:pt idx="9953">
                  <c:v>388.0</c:v>
                </c:pt>
                <c:pt idx="9954">
                  <c:v>388.0</c:v>
                </c:pt>
                <c:pt idx="9955">
                  <c:v>388.0</c:v>
                </c:pt>
                <c:pt idx="9956">
                  <c:v>388.0</c:v>
                </c:pt>
                <c:pt idx="9957">
                  <c:v>388.0</c:v>
                </c:pt>
                <c:pt idx="9958">
                  <c:v>388.0</c:v>
                </c:pt>
                <c:pt idx="9959">
                  <c:v>388.0</c:v>
                </c:pt>
                <c:pt idx="9960">
                  <c:v>388.0</c:v>
                </c:pt>
                <c:pt idx="9961">
                  <c:v>388.0</c:v>
                </c:pt>
                <c:pt idx="9962">
                  <c:v>388.0</c:v>
                </c:pt>
                <c:pt idx="9963">
                  <c:v>388.0</c:v>
                </c:pt>
                <c:pt idx="9964">
                  <c:v>388.0</c:v>
                </c:pt>
                <c:pt idx="9965">
                  <c:v>388.0</c:v>
                </c:pt>
                <c:pt idx="9966">
                  <c:v>388.0</c:v>
                </c:pt>
                <c:pt idx="9967">
                  <c:v>388.0</c:v>
                </c:pt>
                <c:pt idx="9968">
                  <c:v>388.0</c:v>
                </c:pt>
                <c:pt idx="9969">
                  <c:v>388.0</c:v>
                </c:pt>
                <c:pt idx="9970">
                  <c:v>388.0</c:v>
                </c:pt>
                <c:pt idx="9971">
                  <c:v>388.0</c:v>
                </c:pt>
                <c:pt idx="9972">
                  <c:v>388.0</c:v>
                </c:pt>
                <c:pt idx="9973">
                  <c:v>388.0</c:v>
                </c:pt>
                <c:pt idx="9974">
                  <c:v>388.0</c:v>
                </c:pt>
                <c:pt idx="9975">
                  <c:v>388.0</c:v>
                </c:pt>
                <c:pt idx="9976">
                  <c:v>388.0</c:v>
                </c:pt>
                <c:pt idx="9977">
                  <c:v>388.0</c:v>
                </c:pt>
                <c:pt idx="9978">
                  <c:v>388.0</c:v>
                </c:pt>
                <c:pt idx="9979">
                  <c:v>388.0</c:v>
                </c:pt>
                <c:pt idx="9980">
                  <c:v>388.0</c:v>
                </c:pt>
                <c:pt idx="9981">
                  <c:v>388.0</c:v>
                </c:pt>
                <c:pt idx="9982">
                  <c:v>388.0</c:v>
                </c:pt>
                <c:pt idx="9983">
                  <c:v>388.0</c:v>
                </c:pt>
                <c:pt idx="9984">
                  <c:v>388.0</c:v>
                </c:pt>
                <c:pt idx="9985">
                  <c:v>388.0</c:v>
                </c:pt>
                <c:pt idx="9986">
                  <c:v>388.0</c:v>
                </c:pt>
                <c:pt idx="9987">
                  <c:v>388.0</c:v>
                </c:pt>
                <c:pt idx="9988">
                  <c:v>388.0</c:v>
                </c:pt>
                <c:pt idx="9989">
                  <c:v>388.0</c:v>
                </c:pt>
                <c:pt idx="9990">
                  <c:v>388.0</c:v>
                </c:pt>
                <c:pt idx="9991">
                  <c:v>388.0</c:v>
                </c:pt>
                <c:pt idx="9992">
                  <c:v>388.0</c:v>
                </c:pt>
                <c:pt idx="9993">
                  <c:v>388.0</c:v>
                </c:pt>
                <c:pt idx="9994">
                  <c:v>388.0</c:v>
                </c:pt>
                <c:pt idx="9995">
                  <c:v>388.0</c:v>
                </c:pt>
                <c:pt idx="9996">
                  <c:v>388.0</c:v>
                </c:pt>
                <c:pt idx="9997">
                  <c:v>388.0</c:v>
                </c:pt>
                <c:pt idx="9998">
                  <c:v>388.0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t>頭部群組集中度：Top 10 占比分布揭示資源配置策略</a:t>
            </a:r>
          </a:p>
        </c:rich>
      </c:tx>
      <c:layout/>
      <c:overlay val="0"/>
    </c:title>
    <c:autoTitleDeleted val="0"/>
    <c:plotArea>
      <c:barChart>
        <c:barDir val="col"/>
        <c:grouping val="clustered"/>
        <c:ser>
          <c:idx val="0"/>
          <c:order val="0"/>
          <c:tx>
            <c:strRef>
              <c:f>Sheet1!$B$1</c:f>
              <c:strCache>
                <c:ptCount val="1"/>
                <c:pt idx="0">
                  <c:v>count</c:v>
                </c:pt>
              </c:strCache>
            </c:strRef>
          </c:tx>
          <c:cat>
            <c:strRef>
              <c:f>Sheet1!$A$2:$A$11</c:f>
              <c:strCache>
                <c:ptCount val="10"/>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strCache>
            </c:strRef>
          </c:cat>
          <c:val>
            <c:numRef>
              <c:f>Sheet1!$B$2:$B$11</c:f>
              <c:numCache>
                <c:formatCode>General</c:formatCode>
                <c:ptCount val="10"/>
                <c:pt idx="0">
                  <c:v>0.4146</c:v>
                </c:pt>
                <c:pt idx="1">
                  <c:v>0.1398</c:v>
                </c:pt>
                <c:pt idx="2">
                  <c:v>0.1366</c:v>
                </c:pt>
                <c:pt idx="3">
                  <c:v>0.1318</c:v>
                </c:pt>
                <c:pt idx="4">
                  <c:v>0.1109</c:v>
                </c:pt>
                <c:pt idx="5">
                  <c:v>0.1012</c:v>
                </c:pt>
                <c:pt idx="6">
                  <c:v>0.0948</c:v>
                </c:pt>
                <c:pt idx="7">
                  <c:v>0.0932</c:v>
                </c:pt>
                <c:pt idx="8">
                  <c:v>0.0836</c:v>
                </c:pt>
                <c:pt idx="9">
                  <c:v>0.0819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t>長尾群組數量分布：9999 個群組中多數占比極低</a:t>
            </a:r>
          </a:p>
        </c:rich>
      </c:tx>
      <c:layout/>
      <c:overlay val="0"/>
    </c:title>
    <c:autoTitleDeleted val="0"/>
    <c:plotArea>
      <c:barChart>
        <c:barDir val="bar"/>
        <c:grouping val="clustered"/>
        <c:ser>
          <c:idx val="0"/>
          <c:order val="0"/>
          <c:tx>
            <c:strRef>
              <c:f>Sheet1!$B$1</c:f>
              <c:strCache>
                <c:ptCount val="1"/>
                <c:pt idx="0">
                  <c:v>count</c:v>
                </c:pt>
              </c:strCache>
            </c:strRef>
          </c:tx>
          <c:cat>
            <c:strRef>
              <c:f>Sheet1!$A$2:$A$10000</c:f>
              <c:strCache>
                <c:ptCount val="9999"/>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pt idx="10">
                  <c:v>frankcansellyourhouse</c:v>
                </c:pt>
                <c:pt idx="11">
                  <c:v>greatertampaappraisal</c:v>
                </c:pt>
                <c:pt idx="12">
                  <c:v>daltonappraisalgroup</c:v>
                </c:pt>
                <c:pt idx="13">
                  <c:v>sweet_but_mean_devil0723</c:v>
                </c:pt>
                <c:pt idx="14">
                  <c:v>numberonerealtor2553</c:v>
                </c:pt>
                <c:pt idx="15">
                  <c:v>midwestrapidappraisal</c:v>
                </c:pt>
                <c:pt idx="16">
                  <c:v>melinda4yourrealestate</c:v>
                </c:pt>
                <c:pt idx="17">
                  <c:v>correcthorsebatterystaple</c:v>
                </c:pt>
                <c:pt idx="18">
                  <c:v>maytheforcebewithyou</c:v>
                </c:pt>
                <c:pt idx="19">
                  <c:v>highschoolmusical123</c:v>
                </c:pt>
                <c:pt idx="20">
                  <c:v>urbanwoodworkinganddesign</c:v>
                </c:pt>
                <c:pt idx="21">
                  <c:v>maxmotivesmotherlode</c:v>
                </c:pt>
                <c:pt idx="22">
                  <c:v>lancheeyoung18041974</c:v>
                </c:pt>
                <c:pt idx="23">
                  <c:v>Bulletformyvalentine</c:v>
                </c:pt>
                <c:pt idx="24">
                  <c:v>jasminemarievillegas</c:v>
                </c:pt>
                <c:pt idx="25">
                  <c:v>manforgirllove100131</c:v>
                </c:pt>
                <c:pt idx="26">
                  <c:v>nationalhomeappraisal</c:v>
                </c:pt>
                <c:pt idx="27">
                  <c:v>nightwish_199329love</c:v>
                </c:pt>
                <c:pt idx="28">
                  <c:v>fivefingerdeathpunch</c:v>
                </c:pt>
                <c:pt idx="29">
                  <c:v>elite_4_life_suicide</c:v>
                </c:pt>
                <c:pt idx="30">
                  <c:v>7782761081lolitapapalesik</c:v>
                </c:pt>
                <c:pt idx="31">
                  <c:v>rageagainstthemachine</c:v>
                </c:pt>
                <c:pt idx="32">
                  <c:v>peanutbutterandjelly</c:v>
                </c:pt>
                <c:pt idx="33">
                  <c:v>directmagazineservice</c:v>
                </c:pt>
                <c:pt idx="34">
                  <c:v>princelarry_head2001</c:v>
                </c:pt>
                <c:pt idx="35">
                  <c:v>blonde_softball_sweetie06</c:v>
                </c:pt>
                <c:pt idx="36">
                  <c:v>blackgraphskokieflip</c:v>
                </c:pt>
                <c:pt idx="37">
                  <c:v>123456798PODSHEVALIN</c:v>
                </c:pt>
                <c:pt idx="38">
                  <c:v>supermassiveblackhole</c:v>
                </c:pt>
                <c:pt idx="39">
                  <c:v>secret2920morbidtime</c:v>
                </c:pt>
                <c:pt idx="40">
                  <c:v>rememberthispassword</c:v>
                </c:pt>
                <c:pt idx="41">
                  <c:v>BulletForMyValentine</c:v>
                </c:pt>
                <c:pt idx="42">
                  <c:v>antidisestablishmentarianism</c:v>
                </c:pt>
                <c:pt idx="43">
                  <c:v>barbieislandprincess</c:v>
                </c:pt>
                <c:pt idx="44">
                  <c:v>asking_alexandria_wolf</c:v>
                </c:pt>
                <c:pt idx="45">
                  <c:v>youwillneverwalkalone</c:v>
                </c:pt>
                <c:pt idx="46">
                  <c:v>the_broken_heart2005</c:v>
                </c:pt>
                <c:pt idx="47">
                  <c:v>importexportplatform</c:v>
                </c:pt>
                <c:pt idx="48">
                  <c:v>ExternalInterfaceModule</c:v>
                </c:pt>
                <c:pt idx="49">
                  <c:v>arnlinetelevision123</c:v>
                </c:pt>
                <c:pt idx="50">
                  <c:v>666101101kikihateyou</c:v>
                </c:pt>
                <c:pt idx="51">
                  <c:v>unionboxingpromotion</c:v>
                </c:pt>
                <c:pt idx="52">
                  <c:v>purplemonkeydishwasher</c:v>
                </c:pt>
                <c:pt idx="53">
                  <c:v>peanutbutterjellytime</c:v>
                </c:pt>
                <c:pt idx="54">
                  <c:v>lovewillsavetheworld</c:v>
                </c:pt>
                <c:pt idx="55">
                  <c:v>life23very08good1991</c:v>
                </c:pt>
                <c:pt idx="56">
                  <c:v>buffythevampireslayer</c:v>
                </c:pt>
                <c:pt idx="57">
                  <c:v>AssassinsCreedWolf91</c:v>
                </c:pt>
                <c:pt idx="58">
                  <c:v>alina03012000krisdoc</c:v>
                </c:pt>
                <c:pt idx="59">
                  <c:v>1sappytime151forlife1</c:v>
                </c:pt>
                <c:pt idx="60">
                  <c:v>1alina2ahunova3456789</c:v>
                </c:pt>
                <c:pt idx="61">
                  <c:v>theblackdahliamurder</c:v>
                </c:pt>
                <c:pt idx="62">
                  <c:v>thankyougod3456789</c:v>
                </c:pt>
                <c:pt idx="63">
                  <c:v>Puppinandrea14111995</c:v>
                </c:pt>
                <c:pt idx="64">
                  <c:v>PasswordNeedsReset!77983</c:v>
                </c:pt>
                <c:pt idx="65">
                  <c:v>one9eight4-1nine8fou</c:v>
                </c:pt>
                <c:pt idx="66">
                  <c:v>lightningbloodfireice</c:v>
                </c:pt>
                <c:pt idx="67">
                  <c:v>diamonddustrebellion</c:v>
                </c:pt>
                <c:pt idx="68">
                  <c:v>densportsmen31071992</c:v>
                </c:pt>
                <c:pt idx="69">
                  <c:v>bardarashomeromer19951995</c:v>
                </c:pt>
                <c:pt idx="70">
                  <c:v>assumingdirectcontrol</c:v>
                </c:pt>
                <c:pt idx="71">
                  <c:v>trancearoundtheworld</c:v>
                </c:pt>
                <c:pt idx="72">
                  <c:v>thesupercometpassword</c:v>
                </c:pt>
                <c:pt idx="73">
                  <c:v>people01are10still19having94sex</c:v>
                </c:pt>
                <c:pt idx="74">
                  <c:v>needforspeedundercover</c:v>
                </c:pt>
                <c:pt idx="75">
                  <c:v>minecraftmasterfuture</c:v>
                </c:pt>
                <c:pt idx="76">
                  <c:v>madam22.sasha22.live</c:v>
                </c:pt>
                <c:pt idx="77">
                  <c:v>followthewhiterabbit</c:v>
                </c:pt>
                <c:pt idx="78">
                  <c:v>FALLING5BLOODPRESSURE</c:v>
                </c:pt>
                <c:pt idx="79">
                  <c:v>571burnbutdontincinerate483</c:v>
                </c:pt>
                <c:pt idx="80">
                  <c:v>windowslivemessenger</c:v>
                </c:pt>
                <c:pt idx="81">
                  <c:v>thisholidaylifeflightcrew</c:v>
                </c:pt>
                <c:pt idx="82">
                  <c:v>Thebeautifulgirllike</c:v>
                </c:pt>
                <c:pt idx="83">
                  <c:v>RainbowspiritParadise</c:v>
                </c:pt>
                <c:pt idx="84">
                  <c:v>metalsoftretribution</c:v>
                </c:pt>
                <c:pt idx="85">
                  <c:v>imperialdevilstealth</c:v>
                </c:pt>
                <c:pt idx="86">
                  <c:v>hustleloyaltyrespect</c:v>
                </c:pt>
                <c:pt idx="87">
                  <c:v>coreyhoppermay221997</c:v>
                </c:pt>
                <c:pt idx="88">
                  <c:v>cinema_bizarre_-_love_son</c:v>
                </c:pt>
                <c:pt idx="89">
                  <c:v>willbeknowworldwide2012</c:v>
                </c:pt>
                <c:pt idx="90">
                  <c:v>whoonearturbbarclay123</c:v>
                </c:pt>
                <c:pt idx="91">
                  <c:v>treysongsmackgurl_12</c:v>
                </c:pt>
                <c:pt idx="92">
                  <c:v>theultimatecountdown</c:v>
                </c:pt>
                <c:pt idx="93">
                  <c:v>theneverendingrebuttal</c:v>
                </c:pt>
                <c:pt idx="94">
                  <c:v>teachelorddarkness44</c:v>
                </c:pt>
                <c:pt idx="95">
                  <c:v>raincorenation187</c:v>
                </c:pt>
                <c:pt idx="96">
                  <c:v>naidwaynefloridafunseeker</c:v>
                </c:pt>
                <c:pt idx="97">
                  <c:v>midnightthe_CooL_MAN</c:v>
                </c:pt>
                <c:pt idx="98">
                  <c:v>liverpoolfootballclub</c:v>
                </c:pt>
                <c:pt idx="99">
                  <c:v>limitedmarketingroup</c:v>
                </c:pt>
                <c:pt idx="100">
                  <c:v>libchrisamidaft_gurl86</c:v>
                </c:pt>
                <c:pt idx="101">
                  <c:v>KORONA210614LOVENOKIA7610</c:v>
                </c:pt>
                <c:pt idx="102">
                  <c:v>koolest_picture_contest</c:v>
                </c:pt>
                <c:pt idx="103">
                  <c:v>Kingdomhearts8emily</c:v>
                </c:pt>
                <c:pt idx="104">
                  <c:v>KentuckyFriedChicken</c:v>
                </c:pt>
                <c:pt idx="105">
                  <c:v>jupitercoconutcyclone</c:v>
                </c:pt>
                <c:pt idx="106">
                  <c:v>Jenn5784005jansen_deb</c:v>
                </c:pt>
                <c:pt idx="107">
                  <c:v>jampinganddrawingcrew</c:v>
                </c:pt>
                <c:pt idx="108">
                  <c:v>highschoolmusical101</c:v>
                </c:pt>
                <c:pt idx="109">
                  <c:v>game...over....basta</c:v>
                </c:pt>
                <c:pt idx="110">
                  <c:v>fullmetalalchemist12</c:v>
                </c:pt>
                <c:pt idx="111">
                  <c:v>elephantislandvictoria</c:v>
                </c:pt>
                <c:pt idx="112">
                  <c:v>counterstrikeconditionzero</c:v>
                </c:pt>
                <c:pt idx="113">
                  <c:v>castleforever_edmond</c:v>
                </c:pt>
                <c:pt idx="114">
                  <c:v>cancerdelalanpiersonthasurface</c:v>
                </c:pt>
                <c:pt idx="115">
                  <c:v>brynmawchiweaverfireman2327</c:v>
                </c:pt>
                <c:pt idx="116">
                  <c:v>benaveda072801nadiacarlin</c:v>
                </c:pt>
                <c:pt idx="117">
                  <c:v>baseballplayinghorse</c:v>
                </c:pt>
                <c:pt idx="118">
                  <c:v>bangbobbiebuddygreen</c:v>
                </c:pt>
                <c:pt idx="119">
                  <c:v>baby_dulcelollypop_12</c:v>
                </c:pt>
                <c:pt idx="120">
                  <c:v>arkansahayley.allison5</c:v>
                </c:pt>
                <c:pt idx="121">
                  <c:v>anapaulaoliveira24040</c:v>
                </c:pt>
                <c:pt idx="122">
                  <c:v>anamorphicwidescreen</c:v>
                </c:pt>
                <c:pt idx="123">
                  <c:v>allalongthewatchtower</c:v>
                </c:pt>
                <c:pt idx="124">
                  <c:v>1_buscoolvaleria2012</c:v>
                </c:pt>
                <c:pt idx="125">
                  <c:v>71321733flashkimbask</c:v>
                </c:pt>
                <c:pt idx="126">
                  <c:v>420smokeweedeveryday</c:v>
                </c:pt>
                <c:pt idx="127">
                  <c:v>1buDennis_daven.moore</c:v>
                </c:pt>
                <c:pt idx="128">
                  <c:v>180714punksnotdead</c:v>
                </c:pt>
                <c:pt idx="129">
                  <c:v>12746goodkarmaplease</c:v>
                </c:pt>
                <c:pt idx="130">
                  <c:v>volgogradsergeeva199</c:v>
                </c:pt>
                <c:pt idx="131">
                  <c:v>verydifficultpassword</c:v>
                </c:pt>
                <c:pt idx="132">
                  <c:v>valleyconcertsociety</c:v>
                </c:pt>
                <c:pt idx="133">
                  <c:v>vale-bondareva201219</c:v>
                </c:pt>
                <c:pt idx="134">
                  <c:v>unicornsniperpassword</c:v>
                </c:pt>
                <c:pt idx="135">
                  <c:v>trickshotterminal123</c:v>
                </c:pt>
                <c:pt idx="136">
                  <c:v>#NAME?</c:v>
                </c:pt>
                <c:pt idx="137">
                  <c:v>topgear_forever12345</c:v>
                </c:pt>
                <c:pt idx="138">
                  <c:v>tigersad0postmaster</c:v>
                </c:pt>
                <c:pt idx="139">
                  <c:v>struggleforexistence</c:v>
                </c:pt>
                <c:pt idx="140">
                  <c:v>streetracingsyndicate</c:v>
                </c:pt>
                <c:pt idx="141">
                  <c:v>stargate17atlantis10</c:v>
                </c:pt>
                <c:pt idx="142">
                  <c:v>sorokina_anna5307359</c:v>
                </c:pt>
                <c:pt idx="143">
                  <c:v>soccerrockmanchester1</c:v>
                </c:pt>
                <c:pt idx="144">
                  <c:v>snowflakepeter_marks5</c:v>
                </c:pt>
                <c:pt idx="145">
                  <c:v>smokeweedeveryday420</c:v>
                </c:pt>
                <c:pt idx="146">
                  <c:v>smith0sweetcovergirl</c:v>
                </c:pt>
                <c:pt idx="147">
                  <c:v>sabrina.marie.cordeiro</c:v>
                </c:pt>
                <c:pt idx="148">
                  <c:v>rowing25super.marina</c:v>
                </c:pt>
                <c:pt idx="149">
                  <c:v>resourcebasedeconomy</c:v>
                </c:pt>
                <c:pt idx="150">
                  <c:v>redneck_chick_gone_wild</c:v>
                </c:pt>
                <c:pt idx="151">
                  <c:v>ready2fallriseagainst</c:v>
                </c:pt>
                <c:pt idx="152">
                  <c:v>rageagainstthemachine1</c:v>
                </c:pt>
                <c:pt idx="153">
                  <c:v>positivecashflow1200</c:v>
                </c:pt>
                <c:pt idx="154">
                  <c:v>pokemonblackandwhite</c:v>
                </c:pt>
                <c:pt idx="155">
                  <c:v>pleasedontstopthemusic</c:v>
                </c:pt>
                <c:pt idx="156">
                  <c:v>penguinsaregreat1295</c:v>
                </c:pt>
                <c:pt idx="157">
                  <c:v>passsuper11245loveyou</c:v>
                </c:pt>
                <c:pt idx="158">
                  <c:v>Order Free Web Hosting</c:v>
                </c:pt>
                <c:pt idx="159">
                  <c:v>Order Free Web Hosting</c:v>
                </c:pt>
                <c:pt idx="160">
                  <c:v>neverwinternights7575332106</c:v>
                </c:pt>
                <c:pt idx="161">
                  <c:v>neverending1960story</c:v>
                </c:pt>
                <c:pt idx="162">
                  <c:v>motherlodemushmellow</c:v>
                </c:pt>
                <c:pt idx="163">
                  <c:v>mixloweranduppercase</c:v>
                </c:pt>
                <c:pt idx="164">
                  <c:v>microscopebulbpurplehaze2</c:v>
                </c:pt>
                <c:pt idx="165">
                  <c:v>mathsisfavoriteforme</c:v>
                </c:pt>
                <c:pt idx="166">
                  <c:v>marijuanatillnirvana</c:v>
                </c:pt>
                <c:pt idx="167">
                  <c:v>lolly12345allstar1_2000</c:v>
                </c:pt>
                <c:pt idx="168">
                  <c:v>lochGYMNASTICS_BASRAH</c:v>
                </c:pt>
                <c:pt idx="169">
                  <c:v>lilcountrycowgirl420</c:v>
                </c:pt>
                <c:pt idx="170">
                  <c:v>lateinformationelena</c:v>
                </c:pt>
                <c:pt idx="171">
                  <c:v>kristinamajestic_lover11</c:v>
                </c:pt>
                <c:pt idx="172">
                  <c:v>kristina1993kazanova</c:v>
                </c:pt>
                <c:pt idx="173">
                  <c:v>killapplesavetheworld</c:v>
                </c:pt>
                <c:pt idx="174">
                  <c:v>KEN1996guru04veronika</c:v>
                </c:pt>
                <c:pt idx="175">
                  <c:v>justdreamlivestreaming</c:v>
                </c:pt>
                <c:pt idx="176">
                  <c:v>juli501coca2pino93</c:v>
                </c:pt>
                <c:pt idx="177">
                  <c:v>jenniferacebernie1716</c:v>
                </c:pt>
                <c:pt idx="178">
                  <c:v>jennflorence.ortolan</c:v>
                </c:pt>
                <c:pt idx="179">
                  <c:v>hollywoodnewrelease197</c:v>
                </c:pt>
                <c:pt idx="180">
                  <c:v>hoigastdude12345679</c:v>
                </c:pt>
                <c:pt idx="181">
                  <c:v>hiphop-girl-michaela11</c:v>
                </c:pt>
                <c:pt idx="182">
                  <c:v>heyyouarebeautiful17</c:v>
                </c:pt>
                <c:pt idx="183">
                  <c:v>health&amp;wealthforever</c:v>
                </c:pt>
                <c:pt idx="184">
                  <c:v>guesswhatchickenbutt</c:v>
                </c:pt>
                <c:pt idx="185">
                  <c:v>greenbigapple306175</c:v>
                </c:pt>
                <c:pt idx="186">
                  <c:v>goldenstatebrodway23</c:v>
                </c:pt>
                <c:pt idx="187">
                  <c:v>florenceandthemachine</c:v>
                </c:pt>
                <c:pt idx="188">
                  <c:v>fastford65timmytoday</c:v>
                </c:pt>
                <c:pt idx="189">
                  <c:v>ELENAKORSHUNOVA230193</c:v>
                </c:pt>
                <c:pt idx="190">
                  <c:v>drummerluckyhollywood</c:v>
                </c:pt>
                <c:pt idx="191">
                  <c:v>dreamsareforreal11011994</c:v>
                </c:pt>
                <c:pt idx="192">
                  <c:v>dontrememberpassword</c:v>
                </c:pt>
                <c:pt idx="193">
                  <c:v>crysomemoreplease123</c:v>
                </c:pt>
                <c:pt idx="194">
                  <c:v>catchandrelease02203</c:v>
                </c:pt>
                <c:pt idx="195">
                  <c:v>cassienicoleperry123LOVE</c:v>
                </c:pt>
                <c:pt idx="196">
                  <c:v>cassadrafordracingfan2006</c:v>
                </c:pt>
                <c:pt idx="197">
                  <c:v>cambridgepublicschool</c:v>
                </c:pt>
                <c:pt idx="198">
                  <c:v>blurredvisionwithblack</c:v>
                </c:pt>
                <c:pt idx="199">
                  <c:v>blink12travisbarker</c:v>
                </c:pt>
                <c:pt idx="200">
                  <c:v>birthvillagejudjar12</c:v>
                </c:pt>
                <c:pt idx="201">
                  <c:v>bes.and.toma.onelove</c:v>
                </c:pt>
                <c:pt idx="202">
                  <c:v>battlefieldbadcompany2</c:v>
                </c:pt>
                <c:pt idx="203">
                  <c:v>babygurlchristianbound</c:v>
                </c:pt>
                <c:pt idx="204">
                  <c:v>archebalddorogoy4234</c:v>
                </c:pt>
                <c:pt idx="205">
                  <c:v>appetitefordestruction</c:v>
                </c:pt>
                <c:pt idx="206">
                  <c:v>apachekingscrew102030123</c:v>
                </c:pt>
                <c:pt idx="207">
                  <c:v>almonterodriguezalvin</c:v>
                </c:pt>
                <c:pt idx="208">
                  <c:v>aleksandrovichstarkrim26</c:v>
                </c:pt>
                <c:pt idx="209">
                  <c:v>75back471question10time</c:v>
                </c:pt>
                <c:pt idx="210">
                  <c:v>67631149tiffany_taffy_long</c:v>
                </c:pt>
                <c:pt idx="211">
                  <c:v>4112milktendernessend</c:v>
                </c:pt>
                <c:pt idx="212">
                  <c:v>30509577903irkarusin</c:v>
                </c:pt>
                <c:pt idx="213">
                  <c:v>2606lizafirstova1999</c:v>
                </c:pt>
                <c:pt idx="214">
                  <c:v>193blackstarforever</c:v>
                </c:pt>
                <c:pt idx="215">
                  <c:v>123escapeendlesslive</c:v>
                </c:pt>
                <c:pt idx="216">
                  <c:v>0121409caitlinmorgansmith</c:v>
                </c:pt>
                <c:pt idx="217">
                  <c:v>youngswaggerboycute16</c:v>
                </c:pt>
                <c:pt idx="218">
                  <c:v>whatgoesaroundcumback</c:v>
                </c:pt>
                <c:pt idx="219">
                  <c:v>welcomehomesanitarium</c:v>
                </c:pt>
                <c:pt idx="220">
                  <c:v>waiting4some1special</c:v>
                </c:pt>
                <c:pt idx="221">
                  <c:v>veronika_tanya_irina</c:v>
                </c:pt>
                <c:pt idx="222">
                  <c:v>vanessahadgens001100</c:v>
                </c:pt>
                <c:pt idx="223">
                  <c:v>unidentifiedflyingobject</c:v>
                </c:pt>
                <c:pt idx="224">
                  <c:v>twilight2.2003newmoon19.1109</c:v>
                </c:pt>
                <c:pt idx="225">
                  <c:v>tweedledumandtweedledee</c:v>
                </c:pt>
                <c:pt idx="226">
                  <c:v>tugova.anastasia1998</c:v>
                </c:pt>
                <c:pt idx="227">
                  <c:v>trollingcookiemonster</c:v>
                </c:pt>
                <c:pt idx="228">
                  <c:v>trainspottingorange1</c:v>
                </c:pt>
                <c:pt idx="229">
                  <c:v>thevelvetunderground</c:v>
                </c:pt>
                <c:pt idx="230">
                  <c:v>theultimatespiderman</c:v>
                </c:pt>
                <c:pt idx="231">
                  <c:v>Therainbowconnection</c:v>
                </c:pt>
                <c:pt idx="232">
                  <c:v>thegoodandbacuglytoo</c:v>
                </c:pt>
                <c:pt idx="233">
                  <c:v>thecheesecakefactory</c:v>
                </c:pt>
                <c:pt idx="234">
                  <c:v>tatianaloveherfamily</c:v>
                </c:pt>
                <c:pt idx="235">
                  <c:v>tanirogova89620682588</c:v>
                </c:pt>
                <c:pt idx="236">
                  <c:v>surprisenotarealname</c:v>
                </c:pt>
                <c:pt idx="237">
                  <c:v>superstreetfighter2turbo</c:v>
                </c:pt>
                <c:pt idx="238">
                  <c:v>sunflowergoodmorning</c:v>
                </c:pt>
                <c:pt idx="239">
                  <c:v>strawberriesandchocolate</c:v>
                </c:pt>
                <c:pt idx="240">
                  <c:v>stephaniemaediamante</c:v>
                </c:pt>
                <c:pt idx="241">
                  <c:v>sportgym69804karina6939</c:v>
                </c:pt>
                <c:pt idx="242">
                  <c:v>spongebob_squarepant</c:v>
                </c:pt>
                <c:pt idx="243">
                  <c:v>softballandbasketball</c:v>
                </c:pt>
                <c:pt idx="244">
                  <c:v>snobhimichcementhead55</c:v>
                </c:pt>
                <c:pt idx="245">
                  <c:v>smileeverytime06091995</c:v>
                </c:pt>
                <c:pt idx="246">
                  <c:v>sharonwithintemptation</c:v>
                </c:pt>
                <c:pt idx="247">
                  <c:v>shallow1smart2sharp3</c:v>
                </c:pt>
                <c:pt idx="248">
                  <c:v>sexymailnailyaru498032118</c:v>
                </c:pt>
                <c:pt idx="249">
                  <c:v>seekanddestroy56489</c:v>
                </c:pt>
                <c:pt idx="250">
                  <c:v>scattered_temptation_lord</c:v>
                </c:pt>
                <c:pt idx="251">
                  <c:v>SarniaGeneralHospital</c:v>
                </c:pt>
                <c:pt idx="252">
                  <c:v>romanwebtranslation1</c:v>
                </c:pt>
                <c:pt idx="253">
                  <c:v>rockyhorrorpictureshow</c:v>
                </c:pt>
                <c:pt idx="254">
                  <c:v>robsonvalleyfestival</c:v>
                </c:pt>
                <c:pt idx="255">
                  <c:v>reperawinedabaff00..</c:v>
                </c:pt>
                <c:pt idx="256">
                  <c:v>rafaelkakristina653</c:v>
                </c:pt>
                <c:pt idx="257">
                  <c:v>Powerslavemaster1986</c:v>
                </c:pt>
                <c:pt idx="258">
                  <c:v>postscriptloveyou</c:v>
                </c:pt>
                <c:pt idx="259">
                  <c:v>pokemondiamondversion</c:v>
                </c:pt>
                <c:pt idx="260">
                  <c:v>PokemonBlackandWhite</c:v>
                </c:pt>
                <c:pt idx="261">
                  <c:v>pleasedontlosehold13</c:v>
                </c:pt>
                <c:pt idx="262">
                  <c:v>pingvinamanama21041995</c:v>
                </c:pt>
                <c:pt idx="263">
                  <c:v>pewdiepieforever12345689</c:v>
                </c:pt>
                <c:pt idx="264">
                  <c:v>personalspaceinvader</c:v>
                </c:pt>
                <c:pt idx="265">
                  <c:v>perfectworld081199lina99</c:v>
                </c:pt>
                <c:pt idx="266">
                  <c:v>parentaladvisoryexplicitcontent</c:v>
                </c:pt>
                <c:pt idx="267">
                  <c:v>onedropcascade190496</c:v>
                </c:pt>
                <c:pt idx="268">
                  <c:v>notthisshitagaintoday</c:v>
                </c:pt>
                <c:pt idx="269">
                  <c:v>nothinglastforever456</c:v>
                </c:pt>
                <c:pt idx="270">
                  <c:v>nineteenseventythree</c:v>
                </c:pt>
                <c:pt idx="271">
                  <c:v>nikkistanley_fackyou</c:v>
                </c:pt>
                <c:pt idx="272">
                  <c:v>nightmarebeforedeath</c:v>
                </c:pt>
                <c:pt idx="273">
                  <c:v>neverforgetthissmile</c:v>
                </c:pt>
                <c:pt idx="274">
                  <c:v>neongenesisevangelion</c:v>
                </c:pt>
                <c:pt idx="275">
                  <c:v>neoneonvinhathena_sue1</c:v>
                </c:pt>
                <c:pt idx="276">
                  <c:v>needforspeedhotpursuit</c:v>
                </c:pt>
                <c:pt idx="277">
                  <c:v>need4speedunderground</c:v>
                </c:pt>
                <c:pt idx="278">
                  <c:v>nata_1998_babunova358</c:v>
                </c:pt>
                <c:pt idx="279">
                  <c:v>molchanova_aganina_olga</c:v>
                </c:pt>
                <c:pt idx="280">
                  <c:v>mianoviantasari123456</c:v>
                </c:pt>
                <c:pt idx="281">
                  <c:v>medievalnapoleonrome</c:v>
                </c:pt>
                <c:pt idx="282">
                  <c:v>Maytheforcebewithyou</c:v>
                </c:pt>
                <c:pt idx="283">
                  <c:v>marlborooriginalgold</c:v>
                </c:pt>
                <c:pt idx="284">
                  <c:v>mariaisabellamirabella</c:v>
                </c:pt>
                <c:pt idx="285">
                  <c:v>manchesterunitedrule</c:v>
                </c:pt>
                <c:pt idx="286">
                  <c:v>manchesterunitedforever</c:v>
                </c:pt>
                <c:pt idx="287">
                  <c:v>MAINHOONVIKINGEARNER</c:v>
                </c:pt>
                <c:pt idx="288">
                  <c:v>lovesexmagic22199301</c:v>
                </c:pt>
                <c:pt idx="289">
                  <c:v>lovealwaysandforever</c:v>
                </c:pt>
                <c:pt idx="290">
                  <c:v>londonforeverkensalrise</c:v>
                </c:pt>
                <c:pt idx="291">
                  <c:v>loginovajuliannawhite</c:v>
                </c:pt>
                <c:pt idx="292">
                  <c:v>lizakonyaeva1990401</c:v>
                </c:pt>
                <c:pt idx="293">
                  <c:v>laracroftuniversal2010</c:v>
                </c:pt>
                <c:pt idx="294">
                  <c:v>lancesendlessopportunity</c:v>
                </c:pt>
                <c:pt idx="295">
                  <c:v>ladyprincessgagadina12345</c:v>
                </c:pt>
                <c:pt idx="296">
                  <c:v>kristysha210811karen</c:v>
                </c:pt>
                <c:pt idx="297">
                  <c:v>kristina2lovemalina</c:v>
                </c:pt>
                <c:pt idx="298">
                  <c:v>killermanforever1985</c:v>
                </c:pt>
                <c:pt idx="299">
                  <c:v>kent300496hankbitboom</c:v>
                </c:pt>
                <c:pt idx="300">
                  <c:v>katherinesilencelove</c:v>
                </c:pt>
                <c:pt idx="301">
                  <c:v>katerina-bagdasha2008</c:v>
                </c:pt>
                <c:pt idx="302">
                  <c:v>jessicamarieward4612</c:v>
                </c:pt>
                <c:pt idx="303">
                  <c:v>itscraftylikeyourface</c:v>
                </c:pt>
                <c:pt idx="304">
                  <c:v>irina.shishkina.951995</c:v>
                </c:pt>
                <c:pt idx="305">
                  <c:v>irinakulakova021190</c:v>
                </c:pt>
                <c:pt idx="306">
                  <c:v>iraloveforever100500</c:v>
                </c:pt>
                <c:pt idx="307">
                  <c:v>interviewwithvampire</c:v>
                </c:pt>
                <c:pt idx="308">
                  <c:v>Hybridtheorysoldier99</c:v>
                </c:pt>
                <c:pt idx="309">
                  <c:v>hobbitmerrytara13kan</c:v>
                </c:pt>
                <c:pt idx="310">
                  <c:v>heavenfromhell225106</c:v>
                </c:pt>
                <c:pt idx="311">
                  <c:v>happysunshinerainbow</c:v>
                </c:pt>
                <c:pt idx="312">
                  <c:v>handrelwizard69_56653</c:v>
                </c:pt>
                <c:pt idx="313">
                  <c:v>greenfloridacakejeans3219</c:v>
                </c:pt>
                <c:pt idx="314">
                  <c:v>golsue.bankstephane.verstraeten</c:v>
                </c:pt>
                <c:pt idx="315">
                  <c:v>goblintradingcompany</c:v>
                </c:pt>
                <c:pt idx="316">
                  <c:v>gnomewithoutsoul390025</c:v>
                </c:pt>
                <c:pt idx="317">
                  <c:v>girl_without_feeling</c:v>
                </c:pt>
                <c:pt idx="318">
                  <c:v>getthereamazinglyfast123</c:v>
                </c:pt>
                <c:pt idx="319">
                  <c:v>gender.unknownnevericefog8923158630</c:v>
                </c:pt>
                <c:pt idx="320">
                  <c:v>game06cod4missmurder</c:v>
                </c:pt>
                <c:pt idx="321">
                  <c:v>FuckingNewPassword13</c:v>
                </c:pt>
                <c:pt idx="322">
                  <c:v>foxPokermaster2853891</c:v>
                </c:pt>
                <c:pt idx="323">
                  <c:v>fourdaysnarcoticanna</c:v>
                </c:pt>
                <c:pt idx="324">
                  <c:v>Finalfantasyomegaweapon</c:v>
                </c:pt>
                <c:pt idx="325">
                  <c:v>fashionAnnaColibri52</c:v>
                </c:pt>
                <c:pt idx="326">
                  <c:v>errorcode404notfound</c:v>
                </c:pt>
                <c:pt idx="327">
                  <c:v>enterprisehighschool</c:v>
                </c:pt>
                <c:pt idx="328">
                  <c:v>edmondsartandframing</c:v>
                </c:pt>
                <c:pt idx="329">
                  <c:v>eagleknight11redbull</c:v>
                </c:pt>
                <c:pt idx="330">
                  <c:v>duckworksentertainment</c:v>
                </c:pt>
                <c:pt idx="331">
                  <c:v>dragonballfanforlife</c:v>
                </c:pt>
                <c:pt idx="332">
                  <c:v>dimagrechin1535595256585451</c:v>
                </c:pt>
                <c:pt idx="333">
                  <c:v>detectivelaracroft9</c:v>
                </c:pt>
                <c:pt idx="334">
                  <c:v>derevianova.katya201</c:v>
                </c:pt>
                <c:pt idx="335">
                  <c:v>deejay913115225psych</c:v>
                </c:pt>
                <c:pt idx="336">
                  <c:v>decodepasswordsystem</c:v>
                </c:pt>
                <c:pt idx="337">
                  <c:v>dasha.0803200dashenka</c:v>
                </c:pt>
                <c:pt idx="338">
                  <c:v>cryzone_sector_99899889989</c:v>
                </c:pt>
                <c:pt idx="339">
                  <c:v>cryingthroughthenight</c:v>
                </c:pt>
                <c:pt idx="340">
                  <c:v>cross1301antikarma__</c:v>
                </c:pt>
                <c:pt idx="341">
                  <c:v>crimson6sexysheila25</c:v>
                </c:pt>
                <c:pt idx="342">
                  <c:v>crazyminecraftplayer</c:v>
                </c:pt>
                <c:pt idx="343">
                  <c:v>crazybutcleverhamster</c:v>
                </c:pt>
                <c:pt idx="344">
                  <c:v>cow_tipping_anonymous</c:v>
                </c:pt>
                <c:pt idx="345">
                  <c:v>constantine_tonycarey</c:v>
                </c:pt>
                <c:pt idx="346">
                  <c:v>cheeseshashikant_kori</c:v>
                </c:pt>
                <c:pt idx="347">
                  <c:v>carolann323sandland1989855084</c:v>
                </c:pt>
                <c:pt idx="348">
                  <c:v>campbellbaymusicfest</c:v>
                </c:pt>
                <c:pt idx="349">
                  <c:v>bulletformyvalentine</c:v>
                </c:pt>
                <c:pt idx="350">
                  <c:v>buenavistasocialclub</c:v>
                </c:pt>
                <c:pt idx="351">
                  <c:v>brickandmortarliving</c:v>
                </c:pt>
                <c:pt idx="352">
                  <c:v>BloodelfForce5555123</c:v>
                </c:pt>
                <c:pt idx="353">
                  <c:v>blondebimbogirl898989</c:v>
                </c:pt>
                <c:pt idx="354">
                  <c:v>blackgroundfreedomfight</c:v>
                </c:pt>
                <c:pt idx="355">
                  <c:v>beautifuldirtygirl235</c:v>
                </c:pt>
                <c:pt idx="356">
                  <c:v>askarova_elvina140198</c:v>
                </c:pt>
                <c:pt idx="357">
                  <c:v>arabellysrodriguez1219</c:v>
                </c:pt>
                <c:pt idx="358">
                  <c:v>anyaaxonova489208223</c:v>
                </c:pt>
                <c:pt idx="359">
                  <c:v>antisocialpersonalitydisorder</c:v>
                </c:pt>
                <c:pt idx="360">
                  <c:v>anotherperfectperson</c:v>
                </c:pt>
                <c:pt idx="361">
                  <c:v>annamartynova-232199888</c:v>
                </c:pt>
                <c:pt idx="362">
                  <c:v>angelikajessicaleaines</c:v>
                </c:pt>
                <c:pt idx="363">
                  <c:v>anastasiaplusbenedict</c:v>
                </c:pt>
                <c:pt idx="364">
                  <c:v>anastasiapegova1801990</c:v>
                </c:pt>
                <c:pt idx="365">
                  <c:v>alli0429lyndalessmartinez</c:v>
                </c:pt>
                <c:pt idx="366">
                  <c:v>alinamalinakalina1303</c:v>
                </c:pt>
                <c:pt idx="367">
                  <c:v>99CraZy6RaiDeR6BaM99</c:v>
                </c:pt>
                <c:pt idx="368">
                  <c:v>90rabovilevaleria1983</c:v>
                </c:pt>
                <c:pt idx="369">
                  <c:v>89504205222irasemenova</c:v>
                </c:pt>
                <c:pt idx="370">
                  <c:v>82624222borntobeboxgirl</c:v>
                </c:pt>
                <c:pt idx="371">
                  <c:v>6CherishYourLife8642</c:v>
                </c:pt>
                <c:pt idx="372">
                  <c:v>6052666innalovegonchar</c:v>
                </c:pt>
                <c:pt idx="373">
                  <c:v>544babaraoutley1986043</c:v>
                </c:pt>
                <c:pt idx="374">
                  <c:v>525525tilde.anna.kat</c:v>
                </c:pt>
                <c:pt idx="375">
                  <c:v>2headsarebetterthan1</c:v>
                </c:pt>
                <c:pt idx="376">
                  <c:v>23546antdogclaire.cheval</c:v>
                </c:pt>
                <c:pt idx="377">
                  <c:v>1thegodfather1pullhere</c:v>
                </c:pt>
                <c:pt idx="378">
                  <c:v>1981taykayla_dramaqueen</c:v>
                </c:pt>
                <c:pt idx="379">
                  <c:v>18lovehateknifeblood91</c:v>
                </c:pt>
                <c:pt idx="380">
                  <c:v>18061996mashathebast</c:v>
                </c:pt>
                <c:pt idx="381">
                  <c:v>106199chrisfetterman</c:v>
                </c:pt>
                <c:pt idx="382">
                  <c:v>1415926barrette_marcand</c:v>
                </c:pt>
                <c:pt idx="383">
                  <c:v>12081995traybeatmaker</c:v>
                </c:pt>
                <c:pt idx="384">
                  <c:v>11nadiya03not9happy</c:v>
                </c:pt>
                <c:pt idx="385">
                  <c:v>100milliondollarswag</c:v>
                </c:pt>
                <c:pt idx="386">
                  <c:v>088059392katiakoshina</c:v>
                </c:pt>
                <c:pt idx="387">
                  <c:v>zoolander_blue_steel</c:v>
                </c:pt>
                <c:pt idx="388">
                  <c:v>zone_zero_skate_company</c:v>
                </c:pt>
                <c:pt idx="389">
                  <c:v>zoneyouthoutreachcenter</c:v>
                </c:pt>
                <c:pt idx="390">
                  <c:v>zombiethecorpseeater</c:v>
                </c:pt>
                <c:pt idx="391">
                  <c:v>zombieswillruletheworld</c:v>
                </c:pt>
                <c:pt idx="392">
                  <c:v>zombie_survival_guide</c:v>
                </c:pt>
                <c:pt idx="393">
                  <c:v>zombie_stonewall_jackson</c:v>
                </c:pt>
                <c:pt idx="394">
                  <c:v>zombieresponseunit</c:v>
                </c:pt>
                <c:pt idx="395">
                  <c:v>zombienationclothing</c:v>
                </c:pt>
                <c:pt idx="396">
                  <c:v>zombiebunnycoffeegirl</c:v>
                </c:pt>
                <c:pt idx="397">
                  <c:v>zombiebunniesinouterspace</c:v>
                </c:pt>
                <c:pt idx="398">
                  <c:v>zombieandterroristsnapper</c:v>
                </c:pt>
                <c:pt idx="399">
                  <c:v>zetaphirhodeltachapter</c:v>
                </c:pt>
                <c:pt idx="400">
                  <c:v>zerotoleranceclothing</c:v>
                </c:pt>
                <c:pt idx="401">
                  <c:v>zerotolerancebeaumont</c:v>
                </c:pt>
                <c:pt idx="402">
                  <c:v>zerodestructionracing</c:v>
                </c:pt>
                <c:pt idx="403">
                  <c:v>zeldawarriorprincess</c:v>
                </c:pt>
                <c:pt idx="404">
                  <c:v>zeldasnotgoodenoughforhim</c:v>
                </c:pt>
                <c:pt idx="405">
                  <c:v>zee_one_and_only_caster</c:v>
                </c:pt>
                <c:pt idx="406">
                  <c:v>zee_girl_the_world_forgot</c:v>
                </c:pt>
                <c:pt idx="407">
                  <c:v>zaragozaforpresident</c:v>
                </c:pt>
                <c:pt idx="408">
                  <c:v>zanderthetanglewoodtwin</c:v>
                </c:pt>
                <c:pt idx="409">
                  <c:v>zac_the_one_and_only</c:v>
                </c:pt>
                <c:pt idx="410">
                  <c:v>Zac_Attack_Surferboy</c:v>
                </c:pt>
                <c:pt idx="411">
                  <c:v>zac_and_hilary_forever</c:v>
                </c:pt>
                <c:pt idx="412">
                  <c:v>zabrina_darklight_himfan</c:v>
                </c:pt>
                <c:pt idx="413">
                  <c:v>yvonne-tapia-anderson</c:v>
                </c:pt>
                <c:pt idx="414">
                  <c:v>yvette_sweetsexytater</c:v>
                </c:pt>
                <c:pt idx="415">
                  <c:v>yummy_whitechocolate</c:v>
                </c:pt>
                <c:pt idx="416">
                  <c:v>yummy_milk_chocolate</c:v>
                </c:pt>
                <c:pt idx="417">
                  <c:v>yuma_upwardbound_program</c:v>
                </c:pt>
                <c:pt idx="418">
                  <c:v>yumaundergroundvideomag</c:v>
                </c:pt>
                <c:pt idx="419">
                  <c:v>yumacommunitychurch0</c:v>
                </c:pt>
                <c:pt idx="420">
                  <c:v>yuleshootyoureye_out</c:v>
                </c:pt>
                <c:pt idx="421">
                  <c:v>youwishentertainment</c:v>
                </c:pt>
                <c:pt idx="422">
                  <c:v>you_will_never_know98</c:v>
                </c:pt>
                <c:pt idx="423">
                  <c:v>you_will_never_guess_who</c:v>
                </c:pt>
                <c:pt idx="424">
                  <c:v>youwillnevergobacktoher</c:v>
                </c:pt>
                <c:pt idx="425">
                  <c:v>youwillcreamyourpants</c:v>
                </c:pt>
                <c:pt idx="426">
                  <c:v>youwillbebackforsure</c:v>
                </c:pt>
                <c:pt idx="427">
                  <c:v>youve_just_been_scored</c:v>
                </c:pt>
                <c:pt idx="428">
                  <c:v>youvebeendommernated</c:v>
                </c:pt>
                <c:pt idx="429">
                  <c:v>youtubefamouspersonadam</c:v>
                </c:pt>
                <c:pt idx="430">
                  <c:v>youthuprisingtheband</c:v>
                </c:pt>
                <c:pt idx="431">
                  <c:v>youthpastorkarelnorman</c:v>
                </c:pt>
                <c:pt idx="432">
                  <c:v>youthexplosionservice</c:v>
                </c:pt>
                <c:pt idx="433">
                  <c:v>youth_emotion_project</c:v>
                </c:pt>
                <c:pt idx="434">
                  <c:v>you_tell_that_mean_ocean</c:v>
                </c:pt>
                <c:pt idx="435">
                  <c:v>youtastelikecottoncandy</c:v>
                </c:pt>
                <c:pt idx="436">
                  <c:v>youstolethisfrombritney</c:v>
                </c:pt>
                <c:pt idx="437">
                  <c:v>you_smell_really_bad</c:v>
                </c:pt>
                <c:pt idx="438">
                  <c:v>yousmell_likeoldpeople22</c:v>
                </c:pt>
                <c:pt idx="439">
                  <c:v>yousmelllikebutthole</c:v>
                </c:pt>
                <c:pt idx="440">
                  <c:v>yourworstnightmarelove</c:v>
                </c:pt>
                <c:pt idx="441">
                  <c:v>your_worst_nightmare78</c:v>
                </c:pt>
                <c:pt idx="442">
                  <c:v>yourworstnightmare9</c:v>
                </c:pt>
                <c:pt idx="443">
                  <c:v>yourworstnightmare13</c:v>
                </c:pt>
                <c:pt idx="444">
                  <c:v>YOURWORSTMISTAKE132</c:v>
                </c:pt>
                <c:pt idx="445">
                  <c:v>your_worse_nightmare9</c:v>
                </c:pt>
                <c:pt idx="446">
                  <c:v>yourworsefuckingnightmare</c:v>
                </c:pt>
                <c:pt idx="447">
                  <c:v>yourworldheavyweightchamp</c:v>
                </c:pt>
                <c:pt idx="448">
                  <c:v>your_werewolf_friend</c:v>
                </c:pt>
                <c:pt idx="449">
                  <c:v>your_vintage_romance</c:v>
                </c:pt>
                <c:pt idx="450">
                  <c:v>your_vintage_hollywood</c:v>
                </c:pt>
                <c:pt idx="451">
                  <c:v>yourveryownsarcastictree</c:v>
                </c:pt>
                <c:pt idx="452">
                  <c:v>yourverybestfriendhenry</c:v>
                </c:pt>
                <c:pt idx="453">
                  <c:v>your_typical_stereotype</c:v>
                </c:pt>
                <c:pt idx="454">
                  <c:v>your_superstar_danielle</c:v>
                </c:pt>
                <c:pt idx="455">
                  <c:v>yoursuperiorpiratedaddy</c:v>
                </c:pt>
                <c:pt idx="456">
                  <c:v>yoursunderthemoonlight</c:v>
                </c:pt>
                <c:pt idx="457">
                  <c:v>yours_truly_stephanie</c:v>
                </c:pt>
                <c:pt idx="458">
                  <c:v>your_strangeandbeautiful</c:v>
                </c:pt>
                <c:pt idx="459">
                  <c:v>yoursomewhathotmamma</c:v>
                </c:pt>
                <c:pt idx="460">
                  <c:v>Yours_forever_and_always</c:v>
                </c:pt>
                <c:pt idx="461">
                  <c:v>your_sexy_daddy_2010</c:v>
                </c:pt>
                <c:pt idx="462">
                  <c:v>your_royal_highness1</c:v>
                </c:pt>
                <c:pt idx="463">
                  <c:v>yourrockingwiththeworst</c:v>
                </c:pt>
                <c:pt idx="464">
                  <c:v>yourremedyforinsecurity</c:v>
                </c:pt>
                <c:pt idx="465">
                  <c:v>your_regular_emergency</c:v>
                </c:pt>
                <c:pt idx="466">
                  <c:v>your_realestate_agent</c:v>
                </c:pt>
                <c:pt idx="467">
                  <c:v>your_punk_rock_pussy</c:v>
                </c:pt>
                <c:pt idx="468">
                  <c:v>yourprincessforever13</c:v>
                </c:pt>
                <c:pt idx="469">
                  <c:v>your_pretty_much_hot</c:v>
                </c:pt>
                <c:pt idx="470">
                  <c:v>your_pretty_kitten17</c:v>
                </c:pt>
                <c:pt idx="471">
                  <c:v>yourpersonalteddybear</c:v>
                </c:pt>
                <c:pt idx="472">
                  <c:v>yourpersonalsexmachine</c:v>
                </c:pt>
                <c:pt idx="473">
                  <c:v>your_personal_sex_kitten</c:v>
                </c:pt>
                <c:pt idx="474">
                  <c:v>your_personal_reject</c:v>
                </c:pt>
                <c:pt idx="475">
                  <c:v>your_personal_orgasm</c:v>
                </c:pt>
                <c:pt idx="476">
                  <c:v>yourpersonalnutritionist</c:v>
                </c:pt>
                <c:pt idx="477">
                  <c:v>yourpersonalbabygirl543</c:v>
                </c:pt>
                <c:pt idx="478">
                  <c:v>yourperfectpartnercoach</c:v>
                </c:pt>
                <c:pt idx="479">
                  <c:v>yourperfectfriendpayton</c:v>
                </c:pt>
                <c:pt idx="480">
                  <c:v>yourpartyalternative</c:v>
                </c:pt>
                <c:pt idx="481">
                  <c:v>yourownpersonalhillbilly</c:v>
                </c:pt>
                <c:pt idx="482">
                  <c:v>youroriginalhottie84</c:v>
                </c:pt>
                <c:pt idx="483">
                  <c:v>your_only_love_cathy</c:v>
                </c:pt>
                <c:pt idx="484">
                  <c:v>your_only_amazing_dream</c:v>
                </c:pt>
                <c:pt idx="485">
                  <c:v>your_one_and_only_tony</c:v>
                </c:pt>
                <c:pt idx="486">
                  <c:v>youroneandonlysweetheart</c:v>
                </c:pt>
                <c:pt idx="487">
                  <c:v>youroneandonlymistake</c:v>
                </c:pt>
                <c:pt idx="488">
                  <c:v>your_one_and_only_guy</c:v>
                </c:pt>
                <c:pt idx="489">
                  <c:v>youroneandonlygurl_0</c:v>
                </c:pt>
                <c:pt idx="490">
                  <c:v>your_one_and_only_chance</c:v>
                </c:pt>
                <c:pt idx="491">
                  <c:v>yourocklikewhitesnake</c:v>
                </c:pt>
                <c:pt idx="492">
                  <c:v>yournumber1stonerpal</c:v>
                </c:pt>
                <c:pt idx="493">
                  <c:v>your_nightmare_angel</c:v>
                </c:pt>
                <c:pt idx="494">
                  <c:v>yourneighborhoodspiderman</c:v>
                </c:pt>
                <c:pt idx="495">
                  <c:v>your_mum_was_dripping</c:v>
                </c:pt>
                <c:pt idx="496">
                  <c:v>yourmumdoeswatersports</c:v>
                </c:pt>
                <c:pt idx="497">
                  <c:v>your_morbid_imperfection</c:v>
                </c:pt>
                <c:pt idx="498">
                  <c:v>your_masked_intruder</c:v>
                </c:pt>
                <c:pt idx="499">
                  <c:v>yourmakingeverythingworst</c:v>
                </c:pt>
                <c:pt idx="500">
                  <c:v>your_loyal_opposition</c:v>
                </c:pt>
                <c:pt idx="501">
                  <c:v>yourlovelylittlevampire</c:v>
                </c:pt>
                <c:pt idx="502">
                  <c:v>yourlocalsupermarketsuperman</c:v>
                </c:pt>
                <c:pt idx="503">
                  <c:v>your_local_casino_owner</c:v>
                </c:pt>
                <c:pt idx="504">
                  <c:v>yourlocalbunnydealer</c:v>
                </c:pt>
                <c:pt idx="505">
                  <c:v>your_little_tiger_pat</c:v>
                </c:pt>
                <c:pt idx="506">
                  <c:v>your_little_sunshine9875</c:v>
                </c:pt>
                <c:pt idx="507">
                  <c:v>your_lipstickhis_collar</c:v>
                </c:pt>
                <c:pt idx="508">
                  <c:v>_your_lipstick_his_collar</c:v>
                </c:pt>
                <c:pt idx="509">
                  <c:v>your_lil_drummer_buddy</c:v>
                </c:pt>
                <c:pt idx="510">
                  <c:v>yourlilbrowneyedgirl07</c:v>
                </c:pt>
                <c:pt idx="511">
                  <c:v>your_kiss_might_kill</c:v>
                </c:pt>
                <c:pt idx="512">
                  <c:v>yourinvitationtoagoodtime</c:v>
                </c:pt>
                <c:pt idx="513">
                  <c:v>yourintelligentsuperior</c:v>
                </c:pt>
                <c:pt idx="514">
                  <c:v>yourinspiration2live</c:v>
                </c:pt>
                <c:pt idx="515">
                  <c:v>your_immoral_saving_grace</c:v>
                </c:pt>
                <c:pt idx="516">
                  <c:v>your_imaginary__friend</c:v>
                </c:pt>
                <c:pt idx="517">
                  <c:v>your_human_teddy_bear</c:v>
                </c:pt>
                <c:pt idx="518">
                  <c:v>YourHeartsMostDesire</c:v>
                </c:pt>
                <c:pt idx="519">
                  <c:v>yourheartbrokenlover</c:v>
                </c:pt>
                <c:pt idx="520">
                  <c:v>your_haunting_nightmare</c:v>
                </c:pt>
                <c:pt idx="521">
                  <c:v>your_guardian_angel_</c:v>
                </c:pt>
                <c:pt idx="522">
                  <c:v>yourgorgeouscristine</c:v>
                </c:pt>
                <c:pt idx="523">
                  <c:v>your_future_princess</c:v>
                </c:pt>
                <c:pt idx="524">
                  <c:v>yourfriendtheconsumer</c:v>
                </c:pt>
                <c:pt idx="525">
                  <c:v>yourfriendlystalker13</c:v>
                </c:pt>
                <c:pt idx="526">
                  <c:v>your_friendly_piercer</c:v>
                </c:pt>
                <c:pt idx="527">
                  <c:v>yourfavoritetragicmistake</c:v>
                </c:pt>
                <c:pt idx="528">
                  <c:v>Your_Favorite_Tall_Guy</c:v>
                </c:pt>
                <c:pt idx="529">
                  <c:v>yourfavoritestereotype</c:v>
                </c:pt>
                <c:pt idx="530">
                  <c:v>yourfavoriteskywalker</c:v>
                </c:pt>
                <c:pt idx="531">
                  <c:v>yourfavoriteredhead9</c:v>
                </c:pt>
                <c:pt idx="532">
                  <c:v>yourfavorite_redhead</c:v>
                </c:pt>
                <c:pt idx="533">
                  <c:v>your_favorite_mistake_419</c:v>
                </c:pt>
                <c:pt idx="534">
                  <c:v>your_favorite_mistake227</c:v>
                </c:pt>
                <c:pt idx="535">
                  <c:v>your_favorite_jackass</c:v>
                </c:pt>
                <c:pt idx="536">
                  <c:v>your_favorite_flavor</c:v>
                </c:pt>
                <c:pt idx="537">
                  <c:v>yourfavoritedutchboy14</c:v>
                </c:pt>
                <c:pt idx="538">
                  <c:v>yourfavoritedumbblonde</c:v>
                </c:pt>
                <c:pt idx="539">
                  <c:v>yourfacewillstaythatway</c:v>
                </c:pt>
                <c:pt idx="540">
                  <c:v>yourfacenoiseexperiment</c:v>
                </c:pt>
                <c:pt idx="541">
                  <c:v>your_everything_and_more</c:v>
                </c:pt>
                <c:pt idx="542">
                  <c:v>youreverydaytragedyband</c:v>
                </c:pt>
                <c:pt idx="543">
                  <c:v>youreverydayrugbybabe</c:v>
                </c:pt>
                <c:pt idx="544">
                  <c:v>your_everyday_greasemop</c:v>
                </c:pt>
                <c:pt idx="545">
                  <c:v>youretheoneformefatty</c:v>
                </c:pt>
                <c:pt idx="546">
                  <c:v>yourequitetheobsessor</c:v>
                </c:pt>
                <c:pt idx="547">
                  <c:v>yourenamegoeshere___</c:v>
                </c:pt>
                <c:pt idx="548">
                  <c:v>youremygoodluckcharm</c:v>
                </c:pt>
                <c:pt idx="549">
                  <c:v>youreallydontlivehere</c:v>
                </c:pt>
                <c:pt idx="550">
                  <c:v>yourdreamfirefighter</c:v>
                </c:pt>
                <c:pt idx="551">
                  <c:v>your_dirty_lil_secret25</c:v>
                </c:pt>
                <c:pt idx="552">
                  <c:v>yourdentistslabdirect</c:v>
                </c:pt>
                <c:pt idx="553">
                  <c:v>yourdelightfulyoungman</c:v>
                </c:pt>
                <c:pt idx="554">
                  <c:v>yourdecrepitplague45</c:v>
                </c:pt>
                <c:pt idx="555">
                  <c:v>yourdaddyfromphoenix</c:v>
                </c:pt>
                <c:pt idx="556">
                  <c:v>yourcoolfriendcheryl</c:v>
                </c:pt>
                <c:pt idx="557">
                  <c:v>yourcontroversialtheory</c:v>
                </c:pt>
                <c:pt idx="558">
                  <c:v>your_cinderella_gurl</c:v>
                </c:pt>
                <c:pt idx="559">
                  <c:v>yourchocolateseduction</c:v>
                </c:pt>
                <c:pt idx="560">
                  <c:v>your_certified_male_model</c:v>
                </c:pt>
                <c:pt idx="561">
                  <c:v>your_butterfly_forever</c:v>
                </c:pt>
                <c:pt idx="562">
                  <c:v>yourboyfriendwontknow</c:v>
                </c:pt>
                <c:pt idx="563">
                  <c:v>yourbloodyvalentine74</c:v>
                </c:pt>
                <c:pt idx="564">
                  <c:v>your_blonde_addiction</c:v>
                </c:pt>
                <c:pt idx="565">
                  <c:v>your_biggest_mistake_0</c:v>
                </c:pt>
                <c:pt idx="566">
                  <c:v>yourbiggestmistake01</c:v>
                </c:pt>
                <c:pt idx="567">
                  <c:v>yourbiggestdreamcometrue</c:v>
                </c:pt>
                <c:pt idx="568">
                  <c:v>your_biggest_addiction_92</c:v>
                </c:pt>
                <c:pt idx="569">
                  <c:v>yourbestkeptsecret99</c:v>
                </c:pt>
                <c:pt idx="570">
                  <c:v>__your_best_kept_secret__</c:v>
                </c:pt>
                <c:pt idx="571">
                  <c:v>yourbestfriendalexandria</c:v>
                </c:pt>
                <c:pt idx="572">
                  <c:v>your_best_friend_4ever</c:v>
                </c:pt>
                <c:pt idx="573">
                  <c:v>your_beloved_tragedy</c:v>
                </c:pt>
                <c:pt idx="574">
                  <c:v>yourbeingreallyretarded</c:v>
                </c:pt>
                <c:pt idx="575">
                  <c:v>your_beautifultragedy</c:v>
                </c:pt>
                <c:pt idx="576">
                  <c:v>your_beautiful__its_true</c:v>
                </c:pt>
                <c:pt idx="577">
                  <c:v>your_beautiful_forever</c:v>
                </c:pt>
                <c:pt idx="578">
                  <c:v>your_beautiful_disaster9</c:v>
                </c:pt>
                <c:pt idx="579">
                  <c:v>yourbeautifuldisaster24</c:v>
                </c:pt>
                <c:pt idx="580">
                  <c:v>yourbeautiful_always</c:v>
                </c:pt>
                <c:pt idx="581">
                  <c:v>yourbadinfluence909</c:v>
                </c:pt>
                <c:pt idx="582">
                  <c:v>your_baby_gurl_for_eva</c:v>
                </c:pt>
                <c:pt idx="583">
                  <c:v>yourbabygurl4eva_blondie</c:v>
                </c:pt>
                <c:pt idx="584">
                  <c:v>youraveragebeautiful</c:v>
                </c:pt>
                <c:pt idx="585">
                  <c:v>yourangelinanightmare</c:v>
                </c:pt>
                <c:pt idx="586">
                  <c:v>your1bestfriendforever</c:v>
                </c:pt>
                <c:pt idx="587">
                  <c:v>your_1and_only_favorite</c:v>
                </c:pt>
                <c:pt idx="588">
                  <c:v>your18worst18nightmare</c:v>
                </c:pt>
                <c:pt idx="589">
                  <c:v>YOUONLYLIVEONCE2878</c:v>
                </c:pt>
                <c:pt idx="590">
                  <c:v>you_only_get_one_chance</c:v>
                </c:pt>
                <c:pt idx="591">
                  <c:v>you_old_fish_eyed_fool</c:v>
                </c:pt>
                <c:pt idx="592">
                  <c:v>youngwiltchamberlain</c:v>
                </c:pt>
                <c:pt idx="593">
                  <c:v>youngurbanentrepreneur</c:v>
                </c:pt>
                <c:pt idx="594">
                  <c:v>youngtuntamptheentertainment</c:v>
                </c:pt>
                <c:pt idx="595">
                  <c:v>youngtipsy323wattsup</c:v>
                </c:pt>
                <c:pt idx="596">
                  <c:v>youngswagentertainment</c:v>
                </c:pt>
                <c:pt idx="597">
                  <c:v>youngsouthernentrepreneur</c:v>
                </c:pt>
                <c:pt idx="598">
                  <c:v>youngsoldiersisthename</c:v>
                </c:pt>
                <c:pt idx="599">
                  <c:v>youngshawnlivingston</c:v>
                </c:pt>
                <c:pt idx="600">
                  <c:v>young_sexy_and_beautiful</c:v>
                </c:pt>
                <c:pt idx="601">
                  <c:v>youngscottishromantic</c:v>
                </c:pt>
                <c:pt idx="602">
                  <c:v>youngprogressivemajority</c:v>
                </c:pt>
                <c:pt idx="603">
                  <c:v>youngprincestreetkingprod</c:v>
                </c:pt>
                <c:pt idx="604">
                  <c:v>young_playyet_cocobrown</c:v>
                </c:pt>
                <c:pt idx="605">
                  <c:v>youngpercussionsampgotbeatscamp</c:v>
                </c:pt>
                <c:pt idx="606">
                  <c:v>young_morgan_freeman</c:v>
                </c:pt>
                <c:pt idx="607">
                  <c:v>youngmoney_ghosttown</c:v>
                </c:pt>
                <c:pt idx="608">
                  <c:v>young_money_for_life319</c:v>
                </c:pt>
                <c:pt idx="609">
                  <c:v>young_money_dipset23</c:v>
                </c:pt>
                <c:pt idx="610">
                  <c:v>youngjayrepresenting</c:v>
                </c:pt>
                <c:pt idx="611">
                  <c:v>young_hope_photography</c:v>
                </c:pt>
                <c:pt idx="612">
                  <c:v>younggiftedandbroken</c:v>
                </c:pt>
                <c:pt idx="613">
                  <c:v>younggatorakapistol504</c:v>
                </c:pt>
                <c:pt idx="614">
                  <c:v>youngfrosttruehustler</c:v>
                </c:pt>
                <c:pt idx="615">
                  <c:v>young_for_eternity18</c:v>
                </c:pt>
                <c:pt idx="616">
                  <c:v>youngflyentrepreneur</c:v>
                </c:pt>
                <c:pt idx="617">
                  <c:v>youngflyandflashykay</c:v>
                </c:pt>
                <c:pt idx="618">
                  <c:v>young_flashy_and_fly</c:v>
                </c:pt>
                <c:pt idx="619">
                  <c:v>YOUNGDREEASTPALOALTO50</c:v>
                </c:pt>
                <c:pt idx="620">
                  <c:v>young_diamond_princess</c:v>
                </c:pt>
                <c:pt idx="621">
                  <c:v>youngdenverharborblood</c:v>
                </c:pt>
                <c:pt idx="622">
                  <c:v>youngdaddyswagger107</c:v>
                </c:pt>
                <c:pt idx="623">
                  <c:v>youngcommunistleague</c:v>
                </c:pt>
                <c:pt idx="624">
                  <c:v>youngchristheartist90</c:v>
                </c:pt>
                <c:pt idx="625">
                  <c:v>youngcarterthefuture</c:v>
                </c:pt>
                <c:pt idx="626">
                  <c:v>young_but_old_enough</c:v>
                </c:pt>
                <c:pt idx="627">
                  <c:v>youngbuckandskittles</c:v>
                </c:pt>
                <c:pt idx="628">
                  <c:v>youngblood_quaker_80</c:v>
                </c:pt>
                <c:pt idx="629">
                  <c:v>youngbloodandhardcore</c:v>
                </c:pt>
                <c:pt idx="630">
                  <c:v>youngblackmoneymaker</c:v>
                </c:pt>
                <c:pt idx="631">
                  <c:v>youngblackbusinessman</c:v>
                </c:pt>
                <c:pt idx="632">
                  <c:v>young_black_and_ready</c:v>
                </c:pt>
                <c:pt idx="633">
                  <c:v>youngblackandfabulous</c:v>
                </c:pt>
                <c:pt idx="634">
                  <c:v>youngblackandblessed</c:v>
                </c:pt>
                <c:pt idx="635">
                  <c:v>young_andthe_restless</c:v>
                </c:pt>
                <c:pt idx="636">
                  <c:v>young_and_stupid_420</c:v>
                </c:pt>
                <c:pt idx="637">
                  <c:v>youngandrestlessgirl</c:v>
                </c:pt>
                <c:pt idx="638">
                  <c:v>youngandrestless4life</c:v>
                </c:pt>
                <c:pt idx="639">
                  <c:v>you_never_understood</c:v>
                </c:pt>
                <c:pt idx="640">
                  <c:v>youmeansomethingtome</c:v>
                </c:pt>
                <c:pt idx="641">
                  <c:v>youmakemewannalalatester</c:v>
                </c:pt>
                <c:pt idx="642">
                  <c:v>you_make_loving_easy</c:v>
                </c:pt>
                <c:pt idx="643">
                  <c:v>you_know_natasha_rox</c:v>
                </c:pt>
                <c:pt idx="644">
                  <c:v>youkillmeintheinside</c:v>
                </c:pt>
                <c:pt idx="645">
                  <c:v>youjustlost_the_game_</c:v>
                </c:pt>
                <c:pt idx="646">
                  <c:v>youjusthadtobethere25</c:v>
                </c:pt>
                <c:pt idx="647">
                  <c:v>youhave2proveyourself</c:v>
                </c:pt>
                <c:pt idx="648">
                  <c:v>yougotthewrongaddress</c:v>
                </c:pt>
                <c:pt idx="649">
                  <c:v>yougoneneedawheelchair</c:v>
                </c:pt>
                <c:pt idx="650">
                  <c:v>you_give_love_bad_name</c:v>
                </c:pt>
                <c:pt idx="651">
                  <c:v>youfreakingidiot_gosh</c:v>
                </c:pt>
                <c:pt idx="652">
                  <c:v>youfinallygotamyspace</c:v>
                </c:pt>
                <c:pt idx="653">
                  <c:v>you_deserve_the_best</c:v>
                </c:pt>
                <c:pt idx="654">
                  <c:v>you_cant_stop_the_doc</c:v>
                </c:pt>
                <c:pt idx="655">
                  <c:v>youcantrunfromyourself</c:v>
                </c:pt>
                <c:pt idx="656">
                  <c:v>you_cant_fix_stupid_1972</c:v>
                </c:pt>
                <c:pt idx="657">
                  <c:v>youcantfindthisanywhere</c:v>
                </c:pt>
                <c:pt idx="658">
                  <c:v>youcanpoundmealnight</c:v>
                </c:pt>
                <c:pt idx="659">
                  <c:v>you_cannot_have_charizard</c:v>
                </c:pt>
                <c:pt idx="660">
                  <c:v>you_can_never_get_him</c:v>
                </c:pt>
                <c:pt idx="661">
                  <c:v>you_can_get_down_wit_this</c:v>
                </c:pt>
                <c:pt idx="662">
                  <c:v>youcanfindmeintheclub</c:v>
                </c:pt>
                <c:pt idx="663">
                  <c:v>youbiggestdisappointment</c:v>
                </c:pt>
                <c:pt idx="664">
                  <c:v>you_better_know_yourself</c:v>
                </c:pt>
                <c:pt idx="665">
                  <c:v>you_are_very_special</c:v>
                </c:pt>
                <c:pt idx="666">
                  <c:v>youareuglyandthatsfunny</c:v>
                </c:pt>
                <c:pt idx="667">
                  <c:v>youaretallerthanamountain</c:v>
                </c:pt>
                <c:pt idx="668">
                  <c:v>youareeveryparisnight</c:v>
                </c:pt>
                <c:pt idx="669">
                  <c:v>youandyoursurbanwear</c:v>
                </c:pt>
                <c:pt idx="670">
                  <c:v>youandyourbeautifulsoul</c:v>
                </c:pt>
                <c:pt idx="671">
                  <c:v>you_aint_said_nuttin</c:v>
                </c:pt>
                <c:pt idx="672">
                  <c:v>you_aint_reading_this</c:v>
                </c:pt>
                <c:pt idx="673">
                  <c:v>youaintjustwhistlindixie</c:v>
                </c:pt>
                <c:pt idx="674">
                  <c:v>yoshi_not_the_green_one</c:v>
                </c:pt>
                <c:pt idx="675">
                  <c:v>yoiamawalrustopthatbitch</c:v>
                </c:pt>
                <c:pt idx="676">
                  <c:v>yetanothersockpuppet</c:v>
                </c:pt>
                <c:pt idx="677">
                  <c:v>yetanother_heartache</c:v>
                </c:pt>
                <c:pt idx="678">
                  <c:v>yesterdaytodayandtamale</c:v>
                </c:pt>
                <c:pt idx="679">
                  <c:v>yesterdayandeternity</c:v>
                </c:pt>
                <c:pt idx="680">
                  <c:v>yes_its_really_chris_ford</c:v>
                </c:pt>
                <c:pt idx="681">
                  <c:v>yer_lil_redhead_jamie</c:v>
                </c:pt>
                <c:pt idx="682">
                  <c:v>yergorgeousprincess_0</c:v>
                </c:pt>
                <c:pt idx="683">
                  <c:v>yeractualfingersmith</c:v>
                </c:pt>
                <c:pt idx="684">
                  <c:v>yellowstarandredflag</c:v>
                </c:pt>
                <c:pt idx="685">
                  <c:v>yellowsingthecrankylizard</c:v>
                </c:pt>
                <c:pt idx="686">
                  <c:v>yellowselfexistingstar</c:v>
                </c:pt>
                <c:pt idx="687">
                  <c:v>yellowrosebandraleigh</c:v>
                </c:pt>
                <c:pt idx="688">
                  <c:v>yellow_pink_white_layout</c:v>
                </c:pt>
                <c:pt idx="689">
                  <c:v>yellowlightdickbackwards</c:v>
                </c:pt>
                <c:pt idx="690">
                  <c:v>yellow_jacket_baseball</c:v>
                </c:pt>
                <c:pt idx="691">
                  <c:v>yellowhairedwarrior1</c:v>
                </c:pt>
                <c:pt idx="692">
                  <c:v>yellowbonefromthesouth</c:v>
                </c:pt>
                <c:pt idx="693">
                  <c:v>yellowbellymeatballhead</c:v>
                </c:pt>
                <c:pt idx="694">
                  <c:v>yeawerebetterthanyou</c:v>
                </c:pt>
                <c:pt idx="695">
                  <c:v>yea_well_your_still_fat</c:v>
                </c:pt>
                <c:pt idx="696">
                  <c:v>yea_thats_rite_its_tasha</c:v>
                </c:pt>
                <c:pt idx="697">
                  <c:v>yeast_infection_finger</c:v>
                </c:pt>
                <c:pt idx="698">
                  <c:v>year_round_boarder_521</c:v>
                </c:pt>
                <c:pt idx="699">
                  <c:v>year11representationtask</c:v>
                </c:pt>
                <c:pt idx="700">
                  <c:v>yeah_were_breaking_free</c:v>
                </c:pt>
                <c:pt idx="701">
                  <c:v>yeahthatsrightitsangela</c:v>
                </c:pt>
                <c:pt idx="702">
                  <c:v>yeahitschristian92490</c:v>
                </c:pt>
                <c:pt idx="703">
                  <c:v>yeahherecomestherooster</c:v>
                </c:pt>
                <c:pt idx="704">
                  <c:v>yanakin_groundwalker</c:v>
                </c:pt>
                <c:pt idx="705">
                  <c:v>xena_princess_warrior</c:v>
                </c:pt>
                <c:pt idx="706">
                  <c:v>xena_gabrielle_4_ever</c:v>
                </c:pt>
                <c:pt idx="707">
                  <c:v>wutsurname_kylewayne</c:v>
                </c:pt>
                <c:pt idx="708">
                  <c:v>wrysmileandalongsideglance</c:v>
                </c:pt>
                <c:pt idx="709">
                  <c:v>wrongwayentertainment</c:v>
                </c:pt>
                <c:pt idx="710">
                  <c:v>wrongdisgustingplanet</c:v>
                </c:pt>
                <c:pt idx="711">
                  <c:v>writingaboutyoustill</c:v>
                </c:pt>
                <c:pt idx="712">
                  <c:v>writethelettersintearyink</c:v>
                </c:pt>
                <c:pt idx="713">
                  <c:v>writer_lover_believer</c:v>
                </c:pt>
                <c:pt idx="714">
                  <c:v>write_from_the_heart</c:v>
                </c:pt>
                <c:pt idx="715">
                  <c:v>wrightcardsandgaming</c:v>
                </c:pt>
                <c:pt idx="716">
                  <c:v>wretchedreligionband</c:v>
                </c:pt>
                <c:pt idx="717">
                  <c:v>wretchedexcuseforahuman</c:v>
                </c:pt>
                <c:pt idx="718">
                  <c:v>wrestling_volleychick</c:v>
                </c:pt>
                <c:pt idx="719">
                  <c:v>wrestling_fan_forever</c:v>
                </c:pt>
                <c:pt idx="720">
                  <c:v>wrestling_fan_club_1234</c:v>
                </c:pt>
                <c:pt idx="721">
                  <c:v>wrestling_fan_4_life</c:v>
                </c:pt>
                <c:pt idx="722">
                  <c:v>wrestling_chick_aka_kym</c:v>
                </c:pt>
                <c:pt idx="723">
                  <c:v>wrath_the_unforgiven</c:v>
                </c:pt>
                <c:pt idx="724">
                  <c:v>wrapyerstumpbeforeyouhump</c:v>
                </c:pt>
                <c:pt idx="725">
                  <c:v>wowwhatagreatprofile</c:v>
                </c:pt>
                <c:pt idx="726">
                  <c:v>wouldyoutellmeiwaswrong1992</c:v>
                </c:pt>
                <c:pt idx="727">
                  <c:v>wouldyoulikesugarwiththat</c:v>
                </c:pt>
                <c:pt idx="728">
                  <c:v>wouldntyoulike2know9</c:v>
                </c:pt>
                <c:pt idx="729">
                  <c:v>wouldanyonelikesometoast</c:v>
                </c:pt>
                <c:pt idx="730">
                  <c:v>worththeweightingold</c:v>
                </c:pt>
                <c:pt idx="731">
                  <c:v>worthrememberingmusic</c:v>
                </c:pt>
                <c:pt idx="732">
                  <c:v>worstnightmare_bestdream2</c:v>
                </c:pt>
                <c:pt idx="733">
                  <c:v>worstfriendbestenemy</c:v>
                </c:pt>
                <c:pt idx="734">
                  <c:v>worstcasescenario123</c:v>
                </c:pt>
                <c:pt idx="735">
                  <c:v>worshipwith_ecclesia</c:v>
                </c:pt>
                <c:pt idx="736">
                  <c:v>worshipgodservepeople</c:v>
                </c:pt>
                <c:pt idx="737">
                  <c:v>wormywormwormscanada</c:v>
                </c:pt>
                <c:pt idx="738">
                  <c:v>worldwideinvestigation</c:v>
                </c:pt>
                <c:pt idx="739">
                  <c:v>world_wide_free_ride</c:v>
                </c:pt>
                <c:pt idx="740">
                  <c:v>worldwideelectronicmusic</c:v>
                </c:pt>
                <c:pt idx="741">
                  <c:v>worldwakeboardcenter</c:v>
                </c:pt>
                <c:pt idx="742">
                  <c:v>worldundergroundreport</c:v>
                </c:pt>
                <c:pt idx="743">
                  <c:v>worldtravelerhippiechick</c:v>
                </c:pt>
                <c:pt idx="744">
                  <c:v>world_traveler_for_life</c:v>
                </c:pt>
                <c:pt idx="745">
                  <c:v>worldtravelerforever</c:v>
                </c:pt>
                <c:pt idx="746">
                  <c:v>worldpeacewillneverhappen</c:v>
                </c:pt>
                <c:pt idx="747">
                  <c:v>worldleadershipgroup_gel</c:v>
                </c:pt>
                <c:pt idx="748">
                  <c:v>world_history_teacher</c:v>
                </c:pt>
                <c:pt idx="749">
                  <c:v>worldhispanictournament</c:v>
                </c:pt>
                <c:pt idx="750">
                  <c:v>worldexplorerbabe011</c:v>
                </c:pt>
                <c:pt idx="751">
                  <c:v>worldcupfantasyfooty</c:v>
                </c:pt>
                <c:pt idx="752">
                  <c:v>world_collaboration_party</c:v>
                </c:pt>
                <c:pt idx="753">
                  <c:v>worldchampionreverend</c:v>
                </c:pt>
                <c:pt idx="754">
                  <c:v>worldchampcordialpourer</c:v>
                </c:pt>
                <c:pt idx="755">
                  <c:v>worldbaseballclassic</c:v>
                </c:pt>
                <c:pt idx="756">
                  <c:v>worldaccessentertainment</c:v>
                </c:pt>
                <c:pt idx="757">
                  <c:v>worksdownbygroupswithmelanie</c:v>
                </c:pt>
                <c:pt idx="758">
                  <c:v>workingprogresstheband</c:v>
                </c:pt>
                <c:pt idx="759">
                  <c:v>workingforanuclearfreecity</c:v>
                </c:pt>
                <c:pt idx="760">
                  <c:v>workingclassrockstar</c:v>
                </c:pt>
                <c:pt idx="761">
                  <c:v>workingclass_hooligan</c:v>
                </c:pt>
                <c:pt idx="762">
                  <c:v>working_class_acupuncture</c:v>
                </c:pt>
                <c:pt idx="763">
                  <c:v>workingbutstillbroken</c:v>
                </c:pt>
                <c:pt idx="764">
                  <c:v>workforaffordablehousing</c:v>
                </c:pt>
                <c:pt idx="765">
                  <c:v>wop_the_nine_tail_fox</c:v>
                </c:pt>
                <c:pt idx="766">
                  <c:v>woodybigfloppydonkey</c:v>
                </c:pt>
                <c:pt idx="767">
                  <c:v>woodstarbloodguttagirl</c:v>
                </c:pt>
                <c:pt idx="768">
                  <c:v>woodgrainphotography</c:v>
                </c:pt>
                <c:pt idx="769">
                  <c:v>wontyoushockandentertain</c:v>
                </c:pt>
                <c:pt idx="770">
                  <c:v>wondermanwasntavailable</c:v>
                </c:pt>
                <c:pt idx="771">
                  <c:v>wonderland_its_magic</c:v>
                </c:pt>
                <c:pt idx="772">
                  <c:v>wonderful_trolly_freak</c:v>
                </c:pt>
                <c:pt idx="773">
                  <c:v>wonderfulsinger4life</c:v>
                </c:pt>
                <c:pt idx="774">
                  <c:v>womanizer21boypickup</c:v>
                </c:pt>
                <c:pt idx="775">
                  <c:v>woman_forward_thinking</c:v>
                </c:pt>
                <c:pt idx="776">
                  <c:v>womanandentrepreneur</c:v>
                </c:pt>
                <c:pt idx="777">
                  <c:v>wolvesaremisunderstood</c:v>
                </c:pt>
                <c:pt idx="778">
                  <c:v>wolf_warrior_from_heaven</c:v>
                </c:pt>
                <c:pt idx="779">
                  <c:v>wolf_god_demon_angel</c:v>
                </c:pt>
                <c:pt idx="780">
                  <c:v>wizardworldconvention</c:v>
                </c:pt>
                <c:pt idx="781">
                  <c:v>wizardentertainmentgroup</c:v>
                </c:pt>
                <c:pt idx="782">
                  <c:v>witnessprotectionprogram</c:v>
                </c:pt>
                <c:pt idx="783">
                  <c:v>withoutsenseofficialpage</c:v>
                </c:pt>
                <c:pt idx="784">
                  <c:v>without_hope_lost_child</c:v>
                </c:pt>
                <c:pt idx="785">
                  <c:v>withloveandsqualor05</c:v>
                </c:pt>
                <c:pt idx="786">
                  <c:v>withlovealwaysandforever</c:v>
                </c:pt>
                <c:pt idx="787">
                  <c:v>with_karate_ill_kick_ass</c:v>
                </c:pt>
                <c:pt idx="788">
                  <c:v>withinheartspotential</c:v>
                </c:pt>
                <c:pt idx="789">
                  <c:v>withgreaterpurposeyet</c:v>
                </c:pt>
                <c:pt idx="790">
                  <c:v>witheyesforeverturnedinward</c:v>
                </c:pt>
                <c:pt idx="791">
                  <c:v>witheverybreathmusic</c:v>
                </c:pt>
                <c:pt idx="792">
                  <c:v>with_death_comes_peace</c:v>
                </c:pt>
                <c:pt idx="793">
                  <c:v>witchyredheadgoddess</c:v>
                </c:pt>
                <c:pt idx="794">
                  <c:v>witchhazelwithnutmeg</c:v>
                </c:pt>
                <c:pt idx="795">
                  <c:v>witchdoctor_entertainment</c:v>
                </c:pt>
                <c:pt idx="796">
                  <c:v>witchcraftblackcat195</c:v>
                </c:pt>
                <c:pt idx="797">
                  <c:v>witchandwizardschool</c:v>
                </c:pt>
                <c:pt idx="798">
                  <c:v>wish_you_would_smile_mate</c:v>
                </c:pt>
                <c:pt idx="799">
                  <c:v>wish_you_were_here1517</c:v>
                </c:pt>
                <c:pt idx="800">
                  <c:v>wishing_you_where_mine</c:v>
                </c:pt>
                <c:pt idx="801">
                  <c:v>wishing_she_was_here</c:v>
                </c:pt>
                <c:pt idx="802">
                  <c:v>wishing_for_your_heart</c:v>
                </c:pt>
                <c:pt idx="803">
                  <c:v>wishingdreaminghoping</c:v>
                </c:pt>
                <c:pt idx="804">
                  <c:v>wise_thevampireheart</c:v>
                </c:pt>
                <c:pt idx="805">
                  <c:v>wiseman_the_original_one</c:v>
                </c:pt>
                <c:pt idx="806">
                  <c:v>wisdomjusticeandlove1992</c:v>
                </c:pt>
                <c:pt idx="807">
                  <c:v>wisdom_and_knowledge</c:v>
                </c:pt>
                <c:pt idx="808">
                  <c:v>winternightpublishing</c:v>
                </c:pt>
                <c:pt idx="809">
                  <c:v>winterfreshtherappersongsinger</c:v>
                </c:pt>
                <c:pt idx="810">
                  <c:v>winona_leah_lovelace</c:v>
                </c:pt>
                <c:pt idx="811">
                  <c:v>winningedgeperformance</c:v>
                </c:pt>
                <c:pt idx="812">
                  <c:v>winniethepoohnut99</c:v>
                </c:pt>
                <c:pt idx="813">
                  <c:v>winniethepoohlover112</c:v>
                </c:pt>
                <c:pt idx="814">
                  <c:v>winnie_the_pooh_layout</c:v>
                </c:pt>
                <c:pt idx="815">
                  <c:v>winniethepoohbear040</c:v>
                </c:pt>
                <c:pt idx="816">
                  <c:v>wingwomandoubletrouble</c:v>
                </c:pt>
                <c:pt idx="817">
                  <c:v>wingsofabutterfly1020</c:v>
                </c:pt>
                <c:pt idx="818">
                  <c:v>wingsofabeautifultragedy</c:v>
                </c:pt>
                <c:pt idx="819">
                  <c:v>windycreekbluegrassband</c:v>
                </c:pt>
                <c:pt idx="820">
                  <c:v>windswept_and_interesting</c:v>
                </c:pt>
                <c:pt idx="821">
                  <c:v>windsortownbabykiller</c:v>
                </c:pt>
                <c:pt idx="822">
                  <c:v>windshieldrockchiprepair</c:v>
                </c:pt>
                <c:pt idx="823">
                  <c:v>windowframedconfusion</c:v>
                </c:pt>
                <c:pt idx="824">
                  <c:v>wilsonfootballplayer</c:v>
                </c:pt>
                <c:pt idx="825">
                  <c:v>willy_the_half_dragon</c:v>
                </c:pt>
                <c:pt idx="826">
                  <c:v>willwakeboardforbeer</c:v>
                </c:pt>
                <c:pt idx="827">
                  <c:v>willtryanythingtwice</c:v>
                </c:pt>
                <c:pt idx="828">
                  <c:v>will_the_thrasher_riley</c:v>
                </c:pt>
                <c:pt idx="829">
                  <c:v>will_the_slightly_great</c:v>
                </c:pt>
                <c:pt idx="830">
                  <c:v>will_the_computer_guy</c:v>
                </c:pt>
                <c:pt idx="831">
                  <c:v>will_the_biggest_pimp</c:v>
                </c:pt>
                <c:pt idx="832">
                  <c:v>willowtreedependency</c:v>
                </c:pt>
                <c:pt idx="833">
                  <c:v>willowhavenequineelsie</c:v>
                </c:pt>
                <c:pt idx="834">
                  <c:v>willowbrookmallsecurity</c:v>
                </c:pt>
                <c:pt idx="835">
                  <c:v>willneverstopstalking</c:v>
                </c:pt>
                <c:pt idx="836">
                  <c:v>will_never_4get_amity</c:v>
                </c:pt>
                <c:pt idx="837">
                  <c:v>will_love_but_can_hate</c:v>
                </c:pt>
                <c:pt idx="838">
                  <c:v>willihavethesamelastdream</c:v>
                </c:pt>
                <c:pt idx="839">
                  <c:v>will_get_naked_4_money</c:v>
                </c:pt>
                <c:pt idx="840">
                  <c:v>willfloodyourbasementbaby</c:v>
                </c:pt>
                <c:pt idx="841">
                  <c:v>willfightforyourlove</c:v>
                </c:pt>
                <c:pt idx="842">
                  <c:v>willdroppants_forfood</c:v>
                </c:pt>
                <c:pt idx="843">
                  <c:v>willcreatethegreatdivide</c:v>
                </c:pt>
                <c:pt idx="844">
                  <c:v>will_and_grace_lover</c:v>
                </c:pt>
                <c:pt idx="845">
                  <c:v>will_and_grace_fan_sam</c:v>
                </c:pt>
                <c:pt idx="846">
                  <c:v>willalwaysfresh2deaf</c:v>
                </c:pt>
                <c:pt idx="847">
                  <c:v>wilkinsonforpresident</c:v>
                </c:pt>
                <c:pt idx="848">
                  <c:v>wild_west_wyoming_woman</c:v>
                </c:pt>
                <c:pt idx="849">
                  <c:v>wildwashingtoncowboy</c:v>
                </c:pt>
                <c:pt idx="850">
                  <c:v>wildwackyactioncabbage</c:v>
                </c:pt>
                <c:pt idx="851">
                  <c:v>wildtreemanwithattitude</c:v>
                </c:pt>
                <c:pt idx="852">
                  <c:v>wildsmashpumpkinhead</c:v>
                </c:pt>
                <c:pt idx="853">
                  <c:v>wildlittlecountrygirl</c:v>
                </c:pt>
                <c:pt idx="854">
                  <c:v>wildlifeartistlibrarian</c:v>
                </c:pt>
                <c:pt idx="855">
                  <c:v>wildheartsbootlegscouk</c:v>
                </c:pt>
                <c:pt idx="856">
                  <c:v>wildflowersonyourwall</c:v>
                </c:pt>
                <c:pt idx="857">
                  <c:v>wildernesssmithfossil</c:v>
                </c:pt>
                <c:pt idx="858">
                  <c:v>wildchild_metalheart</c:v>
                </c:pt>
                <c:pt idx="859">
                  <c:v>wildchildfromdownunder</c:v>
                </c:pt>
                <c:pt idx="860">
                  <c:v>wildcherrychick_200</c:v>
                </c:pt>
                <c:pt idx="861">
                  <c:v>wildcat_superstar_14</c:v>
                </c:pt>
                <c:pt idx="862">
                  <c:v>wildcardsattinredrose</c:v>
                </c:pt>
                <c:pt idx="863">
                  <c:v>wildbill_aka_alton_morris</c:v>
                </c:pt>
                <c:pt idx="864">
                  <c:v>wildbabeentertainment</c:v>
                </c:pt>
                <c:pt idx="865">
                  <c:v>wild939your1musicstation</c:v>
                </c:pt>
                <c:pt idx="866">
                  <c:v>WifeyIsIrreplaceable</c:v>
                </c:pt>
                <c:pt idx="867">
                  <c:v>wifematerialdominique</c:v>
                </c:pt>
                <c:pt idx="868">
                  <c:v>widowspeak_fallfromgrace</c:v>
                </c:pt>
                <c:pt idx="869">
                  <c:v>wide_eyed_wanderer38</c:v>
                </c:pt>
                <c:pt idx="870">
                  <c:v>wideawakeentertainment</c:v>
                </c:pt>
                <c:pt idx="871">
                  <c:v>wide_awake_awakening</c:v>
                </c:pt>
                <c:pt idx="872">
                  <c:v>wicklowentertainment</c:v>
                </c:pt>
                <c:pt idx="873">
                  <c:v>wickedworldexperience</c:v>
                </c:pt>
                <c:pt idx="874">
                  <c:v>wickedwillowphotography</c:v>
                </c:pt>
                <c:pt idx="875">
                  <c:v>wickedwearcollection</c:v>
                </c:pt>
                <c:pt idx="876">
                  <c:v>wickedundergroundmusic</c:v>
                </c:pt>
                <c:pt idx="877">
                  <c:v>wickedtorquewrench347</c:v>
                </c:pt>
                <c:pt idx="878">
                  <c:v>Wicked_temptation_single</c:v>
                </c:pt>
                <c:pt idx="879">
                  <c:v>wicked_sweet_drummer</c:v>
                </c:pt>
                <c:pt idx="880">
                  <c:v>wickedlikewatertorture</c:v>
                </c:pt>
                <c:pt idx="881">
                  <c:v>wickedevillittlegirl</c:v>
                </c:pt>
                <c:pt idx="882">
                  <c:v>wickedconfession2bleed</c:v>
                </c:pt>
                <c:pt idx="883">
                  <c:v>wickedclownpsychopathic</c:v>
                </c:pt>
                <c:pt idx="884">
                  <c:v>wicked_clown_preacher</c:v>
                </c:pt>
                <c:pt idx="885">
                  <c:v>wickedclownpaintballer</c:v>
                </c:pt>
                <c:pt idx="886">
                  <c:v>wicked_awesome_megan</c:v>
                </c:pt>
                <c:pt idx="887">
                  <c:v>whyfierceanimalsarerare</c:v>
                </c:pt>
                <c:pt idx="888">
                  <c:v>whyembracetheillusion</c:v>
                </c:pt>
                <c:pt idx="889">
                  <c:v>whydoesthisthingnotwork</c:v>
                </c:pt>
                <c:pt idx="890">
                  <c:v>whydoesnothingmakesence</c:v>
                </c:pt>
                <c:pt idx="891">
                  <c:v>_why_does_love_hurt_</c:v>
                </c:pt>
                <c:pt idx="892">
                  <c:v>whydie_whenyoucan_love</c:v>
                </c:pt>
                <c:pt idx="893">
                  <c:v>whycarewhattheythink</c:v>
                </c:pt>
                <c:pt idx="894">
                  <c:v>whyamisayingpingpong</c:v>
                </c:pt>
                <c:pt idx="895">
                  <c:v>whowhatwhenwherehowe</c:v>
                </c:pt>
                <c:pt idx="896">
                  <c:v>whowhatwhenwhereandwhy</c:v>
                </c:pt>
                <c:pt idx="897">
                  <c:v>whosewinningthematch</c:v>
                </c:pt>
                <c:pt idx="898">
                  <c:v>who_like_orange_soda</c:v>
                </c:pt>
                <c:pt idx="899">
                  <c:v>whogotthelastwordnow</c:v>
                </c:pt>
                <c:pt idx="900">
                  <c:v>whodoesntlikechocolate</c:v>
                </c:pt>
                <c:pt idx="901">
                  <c:v>whodiedandmadeyourface</c:v>
                </c:pt>
                <c:pt idx="902">
                  <c:v>whocaresaboutthis___20</c:v>
                </c:pt>
                <c:pt idx="903">
                  <c:v>who_are_you_fighting_for</c:v>
                </c:pt>
                <c:pt idx="904">
                  <c:v>whoarethesideproject</c:v>
                </c:pt>
                <c:pt idx="905">
                  <c:v>whoa.peterdanielsfineart</c:v>
                </c:pt>
                <c:pt idx="906">
                  <c:v>whittierhighschooltrack</c:v>
                </c:pt>
                <c:pt idx="907">
                  <c:v>whitneyspanglerfinch</c:v>
                </c:pt>
                <c:pt idx="908">
                  <c:v>whitneypaigerobinson</c:v>
                </c:pt>
                <c:pt idx="909">
                  <c:v>WhitneyDanielleJarvis</c:v>
                </c:pt>
                <c:pt idx="910">
                  <c:v>whitleyandthehardtimesband</c:v>
                </c:pt>
                <c:pt idx="911">
                  <c:v>whitezebraadvertising</c:v>
                </c:pt>
                <c:pt idx="912">
                  <c:v>whitewash_the_rapper</c:v>
                </c:pt>
                <c:pt idx="913">
                  <c:v>white_vapor_moonlight</c:v>
                </c:pt>
                <c:pt idx="914">
                  <c:v>white_trash_barbie88</c:v>
                </c:pt>
                <c:pt idx="915">
                  <c:v>whitesville_thicknest</c:v>
                </c:pt>
                <c:pt idx="916">
                  <c:v>whitesperformancediesel</c:v>
                </c:pt>
                <c:pt idx="917">
                  <c:v>whitespacegraphicdesign</c:v>
                </c:pt>
                <c:pt idx="918">
                  <c:v>whitesnaketributeband</c:v>
                </c:pt>
                <c:pt idx="919">
                  <c:v>whiteshadoweddeathangel</c:v>
                </c:pt>
                <c:pt idx="920">
                  <c:v>white_rose_underground</c:v>
                </c:pt>
                <c:pt idx="921">
                  <c:v>whiterosetransmission</c:v>
                </c:pt>
                <c:pt idx="922">
                  <c:v>white_rabbit_massacre</c:v>
                </c:pt>
                <c:pt idx="923">
                  <c:v>white_power_forever2</c:v>
                </c:pt>
                <c:pt idx="924">
                  <c:v>white_people_industrial</c:v>
                </c:pt>
                <c:pt idx="925">
                  <c:v>white_people_cant_jump</c:v>
                </c:pt>
                <c:pt idx="926">
                  <c:v>whitepeopleblackingout</c:v>
                </c:pt>
                <c:pt idx="927">
                  <c:v>whitepearlentertainment</c:v>
                </c:pt>
                <c:pt idx="928">
                  <c:v>white_little_penguin</c:v>
                </c:pt>
                <c:pt idx="929">
                  <c:v>whitelinescreenprinting</c:v>
                </c:pt>
                <c:pt idx="930">
                  <c:v>whitelinepromotionmarketing</c:v>
                </c:pt>
                <c:pt idx="931">
                  <c:v>whitelighterprincess</c:v>
                </c:pt>
                <c:pt idx="932">
                  <c:v>whitekitten4blackcat</c:v>
                </c:pt>
                <c:pt idx="933">
                  <c:v>whitehispanicforever</c:v>
                </c:pt>
                <c:pt idx="934">
                  <c:v>white_gurl_wit_booty</c:v>
                </c:pt>
                <c:pt idx="935">
                  <c:v>whitegurlgotbooty0410</c:v>
                </c:pt>
                <c:pt idx="936">
                  <c:v>white_girl_ghetto_ass</c:v>
                </c:pt>
                <c:pt idx="937">
                  <c:v>white_girl_can_dance</c:v>
                </c:pt>
                <c:pt idx="938">
                  <c:v>white_ghetto_princess</c:v>
                </c:pt>
                <c:pt idx="939">
                  <c:v>whitegangstergirlbarbie</c:v>
                </c:pt>
                <c:pt idx="940">
                  <c:v>whitefordbroncobandsite</c:v>
                </c:pt>
                <c:pt idx="941">
                  <c:v>whitecrosshighschoolartdepartment</c:v>
                </c:pt>
                <c:pt idx="942">
                  <c:v>whitecranberryappletea</c:v>
                </c:pt>
                <c:pt idx="943">
                  <c:v>whitecollaredredneck</c:v>
                </c:pt>
                <c:pt idx="944">
                  <c:v>whitechocolatevalentine</c:v>
                </c:pt>
                <c:pt idx="945">
                  <c:v>whitechocolate_trish</c:v>
                </c:pt>
                <c:pt idx="946">
                  <c:v>whitechocolateteddybear</c:v>
                </c:pt>
                <c:pt idx="947">
                  <c:v>whitechocolatemochamint</c:v>
                </c:pt>
                <c:pt idx="948">
                  <c:v>whitechocolatemocha21</c:v>
                </c:pt>
                <c:pt idx="949">
                  <c:v>whitechocolatelover1</c:v>
                </c:pt>
                <c:pt idx="950">
                  <c:v>whitechocolatekitkat</c:v>
                </c:pt>
                <c:pt idx="951">
                  <c:v>whitechocolategirl32</c:v>
                </c:pt>
                <c:pt idx="952">
                  <c:v>whitechocolateforever</c:v>
                </c:pt>
                <c:pt idx="953">
                  <c:v>whitechocolatedynamite</c:v>
                </c:pt>
                <c:pt idx="954">
                  <c:v>white_chocolate_cookie</c:v>
                </c:pt>
                <c:pt idx="955">
                  <c:v>white_chocolate9_allie</c:v>
                </c:pt>
                <c:pt idx="956">
                  <c:v>whitecastlewhatyoucrave</c:v>
                </c:pt>
                <c:pt idx="957">
                  <c:v>whitecastlehamburger</c:v>
                </c:pt>
                <c:pt idx="958">
                  <c:v>whitecastleconnection</c:v>
                </c:pt>
                <c:pt idx="959">
                  <c:v>whiteboywitdarktan44</c:v>
                </c:pt>
                <c:pt idx="960">
                  <c:v>whistlingpastthegraveyard</c:v>
                </c:pt>
                <c:pt idx="961">
                  <c:v>whistlewhile_youwork</c:v>
                </c:pt>
                <c:pt idx="962">
                  <c:v>whistlebaitburlesque</c:v>
                </c:pt>
                <c:pt idx="963">
                  <c:v>whiskey_rock_and_roller</c:v>
                </c:pt>
                <c:pt idx="964">
                  <c:v>whiskeylollipopsister</c:v>
                </c:pt>
                <c:pt idx="965">
                  <c:v>whiskeybentandhellbound13</c:v>
                </c:pt>
                <c:pt idx="966">
                  <c:v>whirlygiggle_butterfly</c:v>
                </c:pt>
                <c:pt idx="967">
                  <c:v>whirlaway_triple_crown5</c:v>
                </c:pt>
                <c:pt idx="968">
                  <c:v>whileyouweredownstairs</c:v>
                </c:pt>
                <c:pt idx="969">
                  <c:v>where_the_good_pussy</c:v>
                </c:pt>
                <c:pt idx="970">
                  <c:v>whereforeartthouchris</c:v>
                </c:pt>
                <c:pt idx="971">
                  <c:v>wheredidyougetthatfunk</c:v>
                </c:pt>
                <c:pt idx="972">
                  <c:v>whereareyourmannersmissy</c:v>
                </c:pt>
                <c:pt idx="973">
                  <c:v>whereallthewhitegirlsat</c:v>
                </c:pt>
                <c:pt idx="974">
                  <c:v>whenyouthink_taylor_swift</c:v>
                </c:pt>
                <c:pt idx="975">
                  <c:v>when_you_say_nothing</c:v>
                </c:pt>
                <c:pt idx="976">
                  <c:v>whenwillsomeoneshootbush</c:v>
                </c:pt>
                <c:pt idx="977">
                  <c:v>whenwillibeloved2002</c:v>
                </c:pt>
                <c:pt idx="978">
                  <c:v>whenvillagepeopleattack</c:v>
                </c:pt>
                <c:pt idx="979">
                  <c:v>when_the_sun_goes_down_</c:v>
                </c:pt>
                <c:pt idx="980">
                  <c:v>whenfrankeatssquirrel</c:v>
                </c:pt>
                <c:pt idx="981">
                  <c:v>when_does_the_pain_stop</c:v>
                </c:pt>
                <c:pt idx="982">
                  <c:v>whenchildrenarepresent</c:v>
                </c:pt>
                <c:pt idx="983">
                  <c:v>when_cheryl_went_feral</c:v>
                </c:pt>
                <c:pt idx="984">
                  <c:v>whenangelscryblood777</c:v>
                </c:pt>
                <c:pt idx="985">
                  <c:v>wheatgrassbellydancer</c:v>
                </c:pt>
                <c:pt idx="986">
                  <c:v>whatyouwantbutcanthave</c:v>
                </c:pt>
                <c:pt idx="987">
                  <c:v>what_youve_been_missing3</c:v>
                </c:pt>
                <c:pt idx="988">
                  <c:v>whatyoutalkingaboutpierce</c:v>
                </c:pt>
                <c:pt idx="989">
                  <c:v>what_your_really_thinking</c:v>
                </c:pt>
                <c:pt idx="990">
                  <c:v>what_youknowbout_that</c:v>
                </c:pt>
                <c:pt idx="991">
                  <c:v>whatyouknowaboutthis</c:v>
                </c:pt>
                <c:pt idx="992">
                  <c:v>whatyouknowaboutthatshit</c:v>
                </c:pt>
                <c:pt idx="993">
                  <c:v>whatyouknowaboutthat44</c:v>
                </c:pt>
                <c:pt idx="994">
                  <c:v>whatyoucouldhavebeen</c:v>
                </c:pt>
                <c:pt idx="995">
                  <c:v>whatwoodthecommunitythink</c:v>
                </c:pt>
                <c:pt idx="996">
                  <c:v>Whattheseeyeshaveseen</c:v>
                </c:pt>
                <c:pt idx="997">
                  <c:v>what_the_pancake_was_that</c:v>
                </c:pt>
                <c:pt idx="998">
                  <c:v>whatthemessengersaid</c:v>
                </c:pt>
                <c:pt idx="999">
                  <c:v>what_the_katrina_lynn</c:v>
                </c:pt>
                <c:pt idx="1000">
                  <c:v>whatthehellicantgetaname</c:v>
                </c:pt>
                <c:pt idx="1001">
                  <c:v>whatsyourstorymorninglory</c:v>
                </c:pt>
                <c:pt idx="1002">
                  <c:v>whatsyourfavoritedessert</c:v>
                </c:pt>
                <c:pt idx="1003">
                  <c:v>whats_your_fantasy_101</c:v>
                </c:pt>
                <c:pt idx="1004">
                  <c:v>whats_your_damn_problem</c:v>
                </c:pt>
                <c:pt idx="1005">
                  <c:v>whatsyourdamagelauren</c:v>
                </c:pt>
                <c:pt idx="1006">
                  <c:v>whatswrongwithspongebob</c:v>
                </c:pt>
                <c:pt idx="1007">
                  <c:v>whatswrongwithbeingblack</c:v>
                </c:pt>
                <c:pt idx="1008">
                  <c:v>whatsworthwaitingfor</c:v>
                </c:pt>
                <c:pt idx="1009">
                  <c:v>whatsvictoriassecret</c:v>
                </c:pt>
                <c:pt idx="1010">
                  <c:v>whats_under_your_kilt</c:v>
                </c:pt>
                <c:pt idx="1011">
                  <c:v>whatsthematterjellyfish</c:v>
                </c:pt>
                <c:pt idx="1012">
                  <c:v>whatsthatguntherefor</c:v>
                </c:pt>
                <c:pt idx="1013">
                  <c:v>whatsthagamebeenmissing</c:v>
                </c:pt>
                <c:pt idx="1014">
                  <c:v>whats_island_with_fish</c:v>
                </c:pt>
                <c:pt idx="1015">
                  <c:v>whatsgoodentertainment</c:v>
                </c:pt>
                <c:pt idx="1016">
                  <c:v>whatremainsunscathed</c:v>
                </c:pt>
                <c:pt idx="1017">
                  <c:v>what_naughty_girl_want</c:v>
                </c:pt>
                <c:pt idx="1018">
                  <c:v>whatladiescallmurder</c:v>
                </c:pt>
                <c:pt idx="1019">
                  <c:v>whatkatiefuckingdidnext_</c:v>
                </c:pt>
                <c:pt idx="1020">
                  <c:v>whatgodwouldblessyou</c:v>
                </c:pt>
                <c:pt idx="1021">
                  <c:v>whatever_whenever_however</c:v>
                </c:pt>
                <c:pt idx="1022">
                  <c:v>whatever_forever_ali</c:v>
                </c:pt>
                <c:pt idx="1023">
                  <c:v>whatdidyouhaveforlunch</c:v>
                </c:pt>
                <c:pt idx="1024">
                  <c:v>whatdagamebeenmissing</c:v>
                </c:pt>
                <c:pt idx="1025">
                  <c:v>what_chu_know_about_that</c:v>
                </c:pt>
                <c:pt idx="1026">
                  <c:v>what_are_you_talking_bout</c:v>
                </c:pt>
                <c:pt idx="1027">
                  <c:v>whatafeistylittlething</c:v>
                </c:pt>
                <c:pt idx="1028">
                  <c:v>wetcoastresurrection</c:v>
                </c:pt>
                <c:pt idx="1029">
                  <c:v>wet_and_wild_blondie</c:v>
                </c:pt>
                <c:pt idx="1030">
                  <c:v>westvirginiagirl194</c:v>
                </c:pt>
                <c:pt idx="1031">
                  <c:v>westvirginia_countrygirl</c:v>
                </c:pt>
                <c:pt idx="1032">
                  <c:v>westside_hollywood39</c:v>
                </c:pt>
                <c:pt idx="1033">
                  <c:v>westsidegangster3123</c:v>
                </c:pt>
                <c:pt idx="1034">
                  <c:v>west_pittsburg_princess</c:v>
                </c:pt>
                <c:pt idx="1035">
                  <c:v>westorangefootballboy</c:v>
                </c:pt>
                <c:pt idx="1036">
                  <c:v>west_oakland_general</c:v>
                </c:pt>
                <c:pt idx="1037">
                  <c:v>westminstermemorialpark</c:v>
                </c:pt>
                <c:pt idx="1038">
                  <c:v>westmiddleschoolencore</c:v>
                </c:pt>
                <c:pt idx="1039">
                  <c:v>westmichiganburnlounge</c:v>
                </c:pt>
                <c:pt idx="1040">
                  <c:v>westlandmusicteacher</c:v>
                </c:pt>
                <c:pt idx="1041">
                  <c:v>west_jordan_football</c:v>
                </c:pt>
                <c:pt idx="1042">
                  <c:v>westhighlandterrierlover</c:v>
                </c:pt>
                <c:pt idx="1043">
                  <c:v>west-highland-terrier2012</c:v>
                </c:pt>
                <c:pt idx="1044">
                  <c:v>west_grove_softball_cutie</c:v>
                </c:pt>
                <c:pt idx="1045">
                  <c:v>westernmarylandtruckshow</c:v>
                </c:pt>
                <c:pt idx="1046">
                  <c:v>westernelectricspace</c:v>
                </c:pt>
                <c:pt idx="1047">
                  <c:v>westernathletictraining</c:v>
                </c:pt>
                <c:pt idx="1048">
                  <c:v>westernanarchistunion</c:v>
                </c:pt>
                <c:pt idx="1049">
                  <c:v>westcoastunderground2</c:v>
                </c:pt>
                <c:pt idx="1050">
                  <c:v>westcoast_underground</c:v>
                </c:pt>
                <c:pt idx="1051">
                  <c:v>westcoastperformance</c:v>
                </c:pt>
                <c:pt idx="1052">
                  <c:v>westcoastpartygirl4life</c:v>
                </c:pt>
                <c:pt idx="1053">
                  <c:v>westcoast_heavy_hitter</c:v>
                </c:pt>
                <c:pt idx="1054">
                  <c:v>westchestermusicfestival</c:v>
                </c:pt>
                <c:pt idx="1055">
                  <c:v>westbridgeentertainment</c:v>
                </c:pt>
                <c:pt idx="1056">
                  <c:v>westboundforhometown</c:v>
                </c:pt>
                <c:pt idx="1057">
                  <c:v>westblocton_angel_08</c:v>
                </c:pt>
                <c:pt idx="1058">
                  <c:v>were_together_forever</c:v>
                </c:pt>
                <c:pt idx="1059">
                  <c:v>were_better_than_you_are</c:v>
                </c:pt>
                <c:pt idx="1060">
                  <c:v>wereallgoing2diesomeday</c:v>
                </c:pt>
                <c:pt idx="1061">
                  <c:v>were_all_going_2_die</c:v>
                </c:pt>
                <c:pt idx="1062">
                  <c:v>wereallalittlefreaky</c:v>
                </c:pt>
                <c:pt idx="1063">
                  <c:v>wereabovetheinfluence</c:v>
                </c:pt>
                <c:pt idx="1064">
                  <c:v>wercothelostfamilymember</c:v>
                </c:pt>
                <c:pt idx="1065">
                  <c:v>wendy_the_purse_princess</c:v>
                </c:pt>
                <c:pt idx="1066">
                  <c:v>wendythadiamondprincess</c:v>
                </c:pt>
                <c:pt idx="1067">
                  <c:v>wendy_darling_neverland</c:v>
                </c:pt>
                <c:pt idx="1068">
                  <c:v>wendy.beautiful.disaster</c:v>
                </c:pt>
                <c:pt idx="1069">
                  <c:v>wendy_aka_babygurl123</c:v>
                </c:pt>
                <c:pt idx="1070">
                  <c:v>welshbeefwillnotfail</c:v>
                </c:pt>
                <c:pt idx="1071">
                  <c:v>wellyyangfindinghome</c:v>
                </c:pt>
                <c:pt idx="1072">
                  <c:v>welltherewasthisonetime</c:v>
                </c:pt>
                <c:pt idx="1073">
                  <c:v>wellthatsinteresting</c:v>
                </c:pt>
                <c:pt idx="1074">
                  <c:v>well_screw_you_buttmunch</c:v>
                </c:pt>
                <c:pt idx="1075">
                  <c:v>wellingtonteencouncil</c:v>
                </c:pt>
                <c:pt idx="1076">
                  <c:v>welcometheblackparade</c:v>
                </c:pt>
                <c:pt idx="1077">
                  <c:v>welcome_2the_mirror_world</c:v>
                </c:pt>
                <c:pt idx="1078">
                  <c:v>welcome_2_the_katie_hotel</c:v>
                </c:pt>
                <c:pt idx="1079">
                  <c:v>welcome2neverenoughspace</c:v>
                </c:pt>
                <c:pt idx="1080">
                  <c:v>welcome_2_jessie_world</c:v>
                </c:pt>
                <c:pt idx="1081">
                  <c:v>welcome2halfbakecity</c:v>
                </c:pt>
                <c:pt idx="1082">
                  <c:v>welcome2fleeterville</c:v>
                </c:pt>
                <c:pt idx="1083">
                  <c:v>weird_love_and_action</c:v>
                </c:pt>
                <c:pt idx="1084">
                  <c:v>weirdlittlepunkguy88</c:v>
                </c:pt>
                <c:pt idx="1085">
                  <c:v>weirdelectrofreakboy</c:v>
                </c:pt>
                <c:pt idx="1086">
                  <c:v>weight_lifting_freak</c:v>
                </c:pt>
                <c:pt idx="1087">
                  <c:v>weeping_little_flame</c:v>
                </c:pt>
                <c:pt idx="1088">
                  <c:v>weekly_beauty_contest</c:v>
                </c:pt>
                <c:pt idx="1089">
                  <c:v>weed_smoke_every_day</c:v>
                </c:pt>
                <c:pt idx="1090">
                  <c:v>wedgesandalslideclub</c:v>
                </c:pt>
                <c:pt idx="1091">
                  <c:v>websourceinternational</c:v>
                </c:pt>
                <c:pt idx="1092">
                  <c:v>website_thingamajiggen</c:v>
                </c:pt>
                <c:pt idx="1093">
                  <c:v>webelectronicessence</c:v>
                </c:pt>
                <c:pt idx="1094">
                  <c:v>web_design_and_hosting</c:v>
                </c:pt>
                <c:pt idx="1095">
                  <c:v>web_analytics_consultant</c:v>
                </c:pt>
                <c:pt idx="1096">
                  <c:v>weavingwiththemadness</c:v>
                </c:pt>
                <c:pt idx="1097">
                  <c:v>wearsomethingfireproof</c:v>
                </c:pt>
                <c:pt idx="1098">
                  <c:v>weakstomachphotography</c:v>
                </c:pt>
                <c:pt idx="1099">
                  <c:v>waynebakerbrooksmusic</c:v>
                </c:pt>
                <c:pt idx="1100">
                  <c:v>wavedancerladytigeress</c:v>
                </c:pt>
                <c:pt idx="1101">
                  <c:v>watsoncustomgraphics</c:v>
                </c:pt>
                <c:pt idx="1102">
                  <c:v>watsonchapel98reunion</c:v>
                </c:pt>
                <c:pt idx="1103">
                  <c:v>waterstreetmusichall</c:v>
                </c:pt>
                <c:pt idx="1104">
                  <c:v>watermelonlayoutsummer</c:v>
                </c:pt>
                <c:pt idx="1105">
                  <c:v>watermelonjellybelly</c:v>
                </c:pt>
                <c:pt idx="1106">
                  <c:v>waterfireearthwindair</c:v>
                </c:pt>
                <c:pt idx="1107">
                  <c:v>water2fire4air1earth0</c:v>
                </c:pt>
                <c:pt idx="1108">
                  <c:v>watdagamebeenmissing</c:v>
                </c:pt>
                <c:pt idx="1109">
                  <c:v>watchyourback_turnaround</c:v>
                </c:pt>
                <c:pt idx="1110">
                  <c:v>watchyoufallfromgrace</c:v>
                </c:pt>
                <c:pt idx="1111">
                  <c:v>_watch_the_weather_change</c:v>
                </c:pt>
                <c:pt idx="1112">
                  <c:v>watchout4thatscooter</c:v>
                </c:pt>
                <c:pt idx="1113">
                  <c:v>watchmakingmetropolisorchestra</c:v>
                </c:pt>
                <c:pt idx="1114">
                  <c:v>watchingyoureverymove</c:v>
                </c:pt>
                <c:pt idx="1115">
                  <c:v>watchingyouallthetime</c:v>
                </c:pt>
                <c:pt idx="1116">
                  <c:v>watching_the_blood_drip</c:v>
                </c:pt>
                <c:pt idx="1117">
                  <c:v>watchingoveryouforever</c:v>
                </c:pt>
                <c:pt idx="1118">
                  <c:v>watching_guardian_angel</c:v>
                </c:pt>
                <c:pt idx="1119">
                  <c:v>watchingbrokenessmend</c:v>
                </c:pt>
                <c:pt idx="1120">
                  <c:v>wataboutthisrelationship</c:v>
                </c:pt>
                <c:pt idx="1121">
                  <c:v>wastingoxygensince92</c:v>
                </c:pt>
                <c:pt idx="1122">
                  <c:v>wastedgenerationrock</c:v>
                </c:pt>
                <c:pt idx="1123">
                  <c:v>washington_street_team</c:v>
                </c:pt>
                <c:pt idx="1124">
                  <c:v>washingtonhighschool</c:v>
                </c:pt>
                <c:pt idx="1125">
                  <c:v>washingmachinetheband</c:v>
                </c:pt>
                <c:pt idx="1126">
                  <c:v>wartfacepussyteacher</c:v>
                </c:pt>
                <c:pt idx="1127">
                  <c:v>warriorprincesskitty</c:v>
                </c:pt>
                <c:pt idx="1128">
                  <c:v>warrior_princess_anna</c:v>
                </c:pt>
                <c:pt idx="1129">
                  <c:v>warriorprincess4ever</c:v>
                </c:pt>
                <c:pt idx="1130">
                  <c:v>warriorfromthemotorcity</c:v>
                </c:pt>
                <c:pt idx="1131">
                  <c:v>warrior_football_player</c:v>
                </c:pt>
                <c:pt idx="1132">
                  <c:v>warrior_4_thunderclan</c:v>
                </c:pt>
                <c:pt idx="1133">
                  <c:v>warrenthebaseballguy</c:v>
                </c:pt>
                <c:pt idx="1134">
                  <c:v>warning_violent_bassist</c:v>
                </c:pt>
                <c:pt idx="1135">
                  <c:v>warning_under_pressure</c:v>
                </c:pt>
                <c:pt idx="1136">
                  <c:v>warningparentaladvisory</c:v>
                </c:pt>
                <c:pt idx="1137">
                  <c:v>warninghopelessromantic</c:v>
                </c:pt>
                <c:pt idx="1138">
                  <c:v>warning_angry_pirate</c:v>
                </c:pt>
                <c:pt idx="1139">
                  <c:v>WARNING1DANGER1CAUTION</c:v>
                </c:pt>
                <c:pt idx="1140">
                  <c:v>warmfuzzyfeeling1498</c:v>
                </c:pt>
                <c:pt idx="1141">
                  <c:v>warfareplaguefaminedeath</c:v>
                </c:pt>
                <c:pt idx="1142">
                  <c:v>warcraftpowerleveling</c:v>
                </c:pt>
                <c:pt idx="1143">
                  <c:v>warassassinsandtampliers</c:v>
                </c:pt>
                <c:pt idx="1144">
                  <c:v>wantsomethingdoneright</c:v>
                </c:pt>
                <c:pt idx="1145">
                  <c:v>wantsomeskittles1313</c:v>
                </c:pt>
                <c:pt idx="1146">
                  <c:v>wantmusicyoucantfind</c:v>
                </c:pt>
                <c:pt idx="1147">
                  <c:v>wantcheesewiththatwine</c:v>
                </c:pt>
                <c:pt idx="1148">
                  <c:v>wangdangsweetpoontang9</c:v>
                </c:pt>
                <c:pt idx="1149">
                  <c:v>wanderoffintoyournebula</c:v>
                </c:pt>
                <c:pt idx="1150">
                  <c:v>wandering_wolf_strife</c:v>
                </c:pt>
                <c:pt idx="1151">
                  <c:v>wandering_samurai_girl</c:v>
                </c:pt>
                <c:pt idx="1152">
                  <c:v>wanderingpurpletroll</c:v>
                </c:pt>
                <c:pt idx="1153">
                  <c:v>wandering_moon_princess</c:v>
                </c:pt>
                <c:pt idx="1154">
                  <c:v>wanda_thefairygodparent</c:v>
                </c:pt>
                <c:pt idx="1155">
                  <c:v>waltfowlerwithsports</c:v>
                </c:pt>
                <c:pt idx="1156">
                  <c:v>walterthefriendlyghost</c:v>
                </c:pt>
                <c:pt idx="1157">
                  <c:v>walterleecooper12345</c:v>
                </c:pt>
                <c:pt idx="1158">
                  <c:v>wallercustomconstruction</c:v>
                </c:pt>
                <c:pt idx="1159">
                  <c:v>walk_this_fucking_plank</c:v>
                </c:pt>
                <c:pt idx="1160">
                  <c:v>walksinthewilderness</c:v>
                </c:pt>
                <c:pt idx="1161">
                  <c:v>walking_the_narrow_line</c:v>
                </c:pt>
                <c:pt idx="1162">
                  <c:v>walkingheartattack2</c:v>
                </c:pt>
                <c:pt idx="1163">
                  <c:v>walkingblondemoment5</c:v>
                </c:pt>
                <c:pt idx="1164">
                  <c:v>wakingthefallen_toby</c:v>
                </c:pt>
                <c:pt idx="1165">
                  <c:v>wake_from_the_illusion</c:v>
                </c:pt>
                <c:pt idx="1166">
                  <c:v>waiting_until_the_end</c:v>
                </c:pt>
                <c:pt idx="1167">
                  <c:v>waitinghappinesstrain</c:v>
                </c:pt>
                <c:pt idx="1168">
                  <c:v>waiting_for_this_moment</c:v>
                </c:pt>
                <c:pt idx="1169">
                  <c:v>waiting_for_that_girl</c:v>
                </c:pt>
                <c:pt idx="1170">
                  <c:v>waitingfortermination</c:v>
                </c:pt>
                <c:pt idx="1171">
                  <c:v>waiting_for_perdition</c:v>
                </c:pt>
                <c:pt idx="1172">
                  <c:v>waitingformydeathpenalty</c:v>
                </c:pt>
                <c:pt idx="1173">
                  <c:v>waitingformisterright</c:v>
                </c:pt>
                <c:pt idx="1174">
                  <c:v>waiting_for_hell_2_arrive</c:v>
                </c:pt>
                <c:pt idx="1175">
                  <c:v>waitingforconfirmation</c:v>
                </c:pt>
                <c:pt idx="1176">
                  <c:v>wait_and_bleed_forever</c:v>
                </c:pt>
                <c:pt idx="1177">
                  <c:v>wagon_burning_native</c:v>
                </c:pt>
                <c:pt idx="1178">
                  <c:v>wagonburnerentertainment</c:v>
                </c:pt>
                <c:pt idx="1179">
                  <c:v>wafflesandprettycolors</c:v>
                </c:pt>
                <c:pt idx="1180">
                  <c:v>waffleironsaredangerous</c:v>
                </c:pt>
                <c:pt idx="1181">
                  <c:v>waffleeattingcaboose</c:v>
                </c:pt>
                <c:pt idx="1182">
                  <c:v>wackamoleindependent</c:v>
                </c:pt>
                <c:pt idx="1183">
                  <c:v>votemaddiforsocialofficer</c:v>
                </c:pt>
                <c:pt idx="1184">
                  <c:v>vote_for_the_hottest</c:v>
                </c:pt>
                <c:pt idx="1185">
                  <c:v>vote_for_pedro_not_summer</c:v>
                </c:pt>
                <c:pt idx="1186">
                  <c:v>voteformelissaandalyssa</c:v>
                </c:pt>
                <c:pt idx="1187">
                  <c:v>vote_4_pedro_heck_yes</c:v>
                </c:pt>
                <c:pt idx="1188">
                  <c:v>vote4denisebiancaandvicky</c:v>
                </c:pt>
                <c:pt idx="1189">
                  <c:v>vomitingthefetalembryo</c:v>
                </c:pt>
                <c:pt idx="1190">
                  <c:v>voluptuouscaramelcutie</c:v>
                </c:pt>
                <c:pt idx="1191">
                  <c:v>volumebeneaththeearth</c:v>
                </c:pt>
                <c:pt idx="1192">
                  <c:v>voltagecontrolledlizard</c:v>
                </c:pt>
                <c:pt idx="1193">
                  <c:v>volleyballstar_jenna</c:v>
                </c:pt>
                <c:pt idx="1194">
                  <c:v>volleyballsoccerchick</c:v>
                </c:pt>
                <c:pt idx="1195">
                  <c:v>volleyball_oceansidebabe</c:v>
                </c:pt>
                <c:pt idx="1196">
                  <c:v>volleyball_mel_4_life</c:v>
                </c:pt>
                <c:pt idx="1197">
                  <c:v>volleyball_gymnastic_life</c:v>
                </c:pt>
                <c:pt idx="1198">
                  <c:v>volleyballchicklucille</c:v>
                </c:pt>
                <c:pt idx="1199">
                  <c:v>volleyballchick_babe55</c:v>
                </c:pt>
                <c:pt idx="1200">
                  <c:v>volley_ball_chick_24</c:v>
                </c:pt>
                <c:pt idx="1201">
                  <c:v>voidstarentertainment</c:v>
                </c:pt>
                <c:pt idx="1202">
                  <c:v>voicingtheunseenband</c:v>
                </c:pt>
                <c:pt idx="1203">
                  <c:v>vodka_metal_music_fury</c:v>
                </c:pt>
                <c:pt idx="1204">
                  <c:v>vladimir_the_impaler</c:v>
                </c:pt>
                <c:pt idx="1205">
                  <c:v>vixenwarriorprincess</c:v>
                </c:pt>
                <c:pt idx="1206">
                  <c:v>vitavistavisagevirtual</c:v>
                </c:pt>
                <c:pt idx="1207">
                  <c:v>visualizethebrokenhandle</c:v>
                </c:pt>
                <c:pt idx="1208">
                  <c:v>visualimagemarketing</c:v>
                </c:pt>
                <c:pt idx="1209">
                  <c:v>visual_development_unit</c:v>
                </c:pt>
                <c:pt idx="1210">
                  <c:v>visit_your_mirror_image</c:v>
                </c:pt>
                <c:pt idx="1211">
                  <c:v>visionentertainmentgroup</c:v>
                </c:pt>
                <c:pt idx="1212">
                  <c:v>virtualworldrealestate</c:v>
                </c:pt>
                <c:pt idx="1213">
                  <c:v>virtualmachineelectronic</c:v>
                </c:pt>
                <c:pt idx="1214">
                  <c:v>virtualblackswanmarketing</c:v>
                </c:pt>
                <c:pt idx="1215">
                  <c:v>virgincollegemegatour</c:v>
                </c:pt>
                <c:pt idx="1216">
                  <c:v>violetthecaringsister</c:v>
                </c:pt>
                <c:pt idx="1217">
                  <c:v>violetmonkeydishwasher</c:v>
                </c:pt>
                <c:pt idx="1218">
                  <c:v>violent_vampirekitty</c:v>
                </c:pt>
                <c:pt idx="1219">
                  <c:v>violentserenitypaintball</c:v>
                </c:pt>
                <c:pt idx="1220">
                  <c:v>violenceagainstthemonkey</c:v>
                </c:pt>
                <c:pt idx="1221">
                  <c:v>vintageviolencerecordingstudio</c:v>
                </c:pt>
                <c:pt idx="1222">
                  <c:v>vintagerockstarlight</c:v>
                </c:pt>
                <c:pt idx="1223">
                  <c:v>vintagelovelayoutsandmore</c:v>
                </c:pt>
                <c:pt idx="1224">
                  <c:v>vintagelayoutpreview</c:v>
                </c:pt>
                <c:pt idx="1225">
                  <c:v>vintagehomeentertainment</c:v>
                </c:pt>
                <c:pt idx="1226">
                  <c:v>vinnieblessedneverquit</c:v>
                </c:pt>
                <c:pt idx="1227">
                  <c:v>vincentvalintine92311</c:v>
                </c:pt>
                <c:pt idx="1228">
                  <c:v>vincenthellmasker</c:v>
                </c:pt>
                <c:pt idx="1229">
                  <c:v>vincent_carr_fan_site</c:v>
                </c:pt>
                <c:pt idx="1230">
                  <c:v>vincent_black_lightning</c:v>
                </c:pt>
                <c:pt idx="1231">
                  <c:v>VINCENTALLDADE191919</c:v>
                </c:pt>
                <c:pt idx="1232">
                  <c:v>villanovajunctionband</c:v>
                </c:pt>
                <c:pt idx="1233">
                  <c:v>village_hottie_girl14</c:v>
                </c:pt>
                <c:pt idx="1234">
                  <c:v>villagefitnesscenter</c:v>
                </c:pt>
                <c:pt idx="1235">
                  <c:v>viking_wrestling_chic</c:v>
                </c:pt>
                <c:pt idx="1236">
                  <c:v>vikingsmockingmereexile</c:v>
                </c:pt>
                <c:pt idx="1237">
                  <c:v>viewbanksocialjustice</c:v>
                </c:pt>
                <c:pt idx="1238">
                  <c:v>videoprofessionalchick</c:v>
                </c:pt>
                <c:pt idx="1239">
                  <c:v>videogamemusicammodepot</c:v>
                </c:pt>
                <c:pt idx="1240">
                  <c:v>video_game_freak12345</c:v>
                </c:pt>
                <c:pt idx="1241">
                  <c:v>victor_the_aeroplane</c:v>
                </c:pt>
                <c:pt idx="1242">
                  <c:v>victoriousversuspurpose</c:v>
                </c:pt>
                <c:pt idx="1243">
                  <c:v>_Victoria_thekoolest</c:v>
                </c:pt>
                <c:pt idx="1244">
                  <c:v>_victorias_secret_babe</c:v>
                </c:pt>
                <c:pt idx="1245">
                  <c:v>victorias_own_secret</c:v>
                </c:pt>
                <c:pt idx="1246">
                  <c:v>victoriaslittlesecret19</c:v>
                </c:pt>
                <c:pt idx="1247">
                  <c:v>victoriasgayparkershott</c:v>
                </c:pt>
                <c:pt idx="1248">
                  <c:v>victoria_rose_blossom</c:v>
                </c:pt>
                <c:pt idx="1249">
                  <c:v>victoriamaeandhaleyann</c:v>
                </c:pt>
                <c:pt idx="1250">
                  <c:v>victoria_castro_baby</c:v>
                </c:pt>
                <c:pt idx="1251">
                  <c:v>victoria_boxing_club</c:v>
                </c:pt>
                <c:pt idx="1252">
                  <c:v>vicsoncosmeticsandbath</c:v>
                </c:pt>
                <c:pt idx="1253">
                  <c:v>vicky_and_fran_are_ugly</c:v>
                </c:pt>
                <c:pt idx="1254">
                  <c:v>vickithedramastarter</c:v>
                </c:pt>
                <c:pt idx="1255">
                  <c:v>vickey_justice_baybee</c:v>
                </c:pt>
                <c:pt idx="1256">
                  <c:v>vicioussparklekitten</c:v>
                </c:pt>
                <c:pt idx="1257">
                  <c:v>viciousimportproduction</c:v>
                </c:pt>
                <c:pt idx="1258">
                  <c:v>vicious_fuzzy_pink_bunny</c:v>
                </c:pt>
                <c:pt idx="1259">
                  <c:v>viciousdamevalentine</c:v>
                </c:pt>
                <c:pt idx="1260">
                  <c:v>viciouscirclehardcore</c:v>
                </c:pt>
                <c:pt idx="1261">
                  <c:v>vexedvampireprincess181</c:v>
                </c:pt>
                <c:pt idx="1262">
                  <c:v>vessel_for_berith_deity</c:v>
                </c:pt>
                <c:pt idx="1263">
                  <c:v>verysexybrowneyedgirl</c:v>
                </c:pt>
                <c:pt idx="1264">
                  <c:v>very_important_bitch</c:v>
                </c:pt>
                <c:pt idx="1265">
                  <c:v>veryconfusingsecretword</c:v>
                </c:pt>
                <c:pt idx="1266">
                  <c:v>very_comfortably_numb</c:v>
                </c:pt>
                <c:pt idx="1267">
                  <c:v>verticaldreamsonline</c:v>
                </c:pt>
                <c:pt idx="1268">
                  <c:v>versusthetimemachine</c:v>
                </c:pt>
                <c:pt idx="1269">
                  <c:v>versatilefamilybusiness</c:v>
                </c:pt>
                <c:pt idx="1270">
                  <c:v>versatiledancecompany</c:v>
                </c:pt>
                <c:pt idx="1271">
                  <c:v>veronicasophiamendoza</c:v>
                </c:pt>
                <c:pt idx="1272">
                  <c:v>veronicasnowdenbland</c:v>
                </c:pt>
                <c:pt idx="1273">
                  <c:v>veronica.quintanilla81</c:v>
                </c:pt>
                <c:pt idx="1274">
                  <c:v>veronicapassionconsultant</c:v>
                </c:pt>
                <c:pt idx="1275">
                  <c:v>veronica_delatrinidad</c:v>
                </c:pt>
                <c:pt idx="1276">
                  <c:v>veronicachapmansmith</c:v>
                </c:pt>
                <c:pt idx="1277">
                  <c:v>veronica_and_timothy</c:v>
                </c:pt>
                <c:pt idx="1278">
                  <c:v>veronica_and_justine4ever</c:v>
                </c:pt>
                <c:pt idx="1279">
                  <c:v>veronicaakalittlecat</c:v>
                </c:pt>
                <c:pt idx="1280">
                  <c:v>verbalsweetnessmusic</c:v>
                </c:pt>
                <c:pt idx="1281">
                  <c:v>venusstarpowerignite</c:v>
                </c:pt>
                <c:pt idx="1282">
                  <c:v>venturecapitallawyer</c:v>
                </c:pt>
                <c:pt idx="1283">
                  <c:v>venomous_duck_rosemary</c:v>
                </c:pt>
                <c:pt idx="1284">
                  <c:v>venomous_carnage_assassin</c:v>
                </c:pt>
                <c:pt idx="1285">
                  <c:v>vengeanceviavendetta</c:v>
                </c:pt>
                <c:pt idx="1286">
                  <c:v>vengeance_snow_fixation</c:v>
                </c:pt>
                <c:pt idx="1287">
                  <c:v>vendrex_the_last_dragon</c:v>
                </c:pt>
                <c:pt idx="1288">
                  <c:v>vendettaforvengeance</c:v>
                </c:pt>
                <c:pt idx="1289">
                  <c:v>velvetpickleunderground</c:v>
                </c:pt>
                <c:pt idx="1290">
                  <c:v>velvet_nightmare_girl</c:v>
                </c:pt>
                <c:pt idx="1291">
                  <c:v>velvetcrushrockgroup</c:v>
                </c:pt>
                <c:pt idx="1292">
                  <c:v>velocitysportsperformance</c:v>
                </c:pt>
                <c:pt idx="1293">
                  <c:v>vegetarianstudentunion</c:v>
                </c:pt>
                <c:pt idx="1294">
                  <c:v>vegetablerightsandpeace</c:v>
                </c:pt>
                <c:pt idx="1295">
                  <c:v>vector_love_amsterdam</c:v>
                </c:pt>
                <c:pt idx="1296">
                  <c:v>vaudeville_variety_show</c:v>
                </c:pt>
                <c:pt idx="1297">
                  <c:v>vassago_malekai_blade</c:v>
                </c:pt>
                <c:pt idx="1298">
                  <c:v>varsitysoftballplayer1</c:v>
                </c:pt>
                <c:pt idx="1299">
                  <c:v>varsitysoccerchick09</c:v>
                </c:pt>
                <c:pt idx="1300">
                  <c:v>varletclothingcompany</c:v>
                </c:pt>
                <c:pt idx="1301">
                  <c:v>variousmotherfucking</c:v>
                </c:pt>
                <c:pt idx="1302">
                  <c:v>variablefuckingperception</c:v>
                </c:pt>
                <c:pt idx="1303">
                  <c:v>vanmandownbytheriver</c:v>
                </c:pt>
                <c:pt idx="1304">
                  <c:v>vanitycrisisphotography</c:v>
                </c:pt>
                <c:pt idx="1305">
                  <c:v>vanishingpointofficial</c:v>
                </c:pt>
                <c:pt idx="1306">
                  <c:v>vanishingpointburnley</c:v>
                </c:pt>
                <c:pt idx="1307">
                  <c:v>vanillawafersandmilk</c:v>
                </c:pt>
                <c:pt idx="1308">
                  <c:v>vanillavanessavalentine</c:v>
                </c:pt>
                <c:pt idx="1309">
                  <c:v>vanillascentedcandle</c:v>
                </c:pt>
                <c:pt idx="1310">
                  <c:v>vanillaicequeen_040</c:v>
                </c:pt>
                <c:pt idx="1311">
                  <c:v>VanillaGorillaJungleKing</c:v>
                </c:pt>
                <c:pt idx="1312">
                  <c:v>vanillafuzzywuzzybear</c:v>
                </c:pt>
                <c:pt idx="1313">
                  <c:v>vanillabeangirl12001</c:v>
                </c:pt>
                <c:pt idx="1314">
                  <c:v>vanessa_youshouldknow</c:v>
                </c:pt>
                <c:pt idx="1315">
                  <c:v>vanessa_santana_hottie1</c:v>
                </c:pt>
                <c:pt idx="1316">
                  <c:v>vanessasandovalmusic</c:v>
                </c:pt>
                <c:pt idx="1317">
                  <c:v>vanessa_nichole_sarah</c:v>
                </c:pt>
                <c:pt idx="1318">
                  <c:v>vanessamichellethorp</c:v>
                </c:pt>
                <c:pt idx="1319">
                  <c:v>vanessamariehenderson</c:v>
                </c:pt>
                <c:pt idx="1320">
                  <c:v>vanessalovesherlover</c:v>
                </c:pt>
                <c:pt idx="1321">
                  <c:v>vanessahudgensonline</c:v>
                </c:pt>
                <c:pt idx="1322">
                  <c:v>vanessahudgensofficialsit</c:v>
                </c:pt>
                <c:pt idx="1323">
                  <c:v>vanessa_hudgens_1214</c:v>
                </c:pt>
                <c:pt idx="1324">
                  <c:v>vanessa_hearts_heather</c:v>
                </c:pt>
                <c:pt idx="1325">
                  <c:v>vanessa_caitlin_rucker</c:v>
                </c:pt>
                <c:pt idx="1326">
                  <c:v>vanessa_ann_the_vampire</c:v>
                </c:pt>
                <c:pt idx="1327">
                  <c:v>vanessa_ann_hudgens_crazy</c:v>
                </c:pt>
                <c:pt idx="1328">
                  <c:v>vanessaannemariehudgen</c:v>
                </c:pt>
                <c:pt idx="1329">
                  <c:v>vanessa_anne_hutchinson</c:v>
                </c:pt>
                <c:pt idx="1330">
                  <c:v>vanessaannehudgensrox</c:v>
                </c:pt>
                <c:pt idx="1331">
                  <c:v>vanessaannehudgens893</c:v>
                </c:pt>
                <c:pt idx="1332">
                  <c:v>vanessa_anne_hudgens_88</c:v>
                </c:pt>
                <c:pt idx="1333">
                  <c:v>vanessa_anne_hudgens_4</c:v>
                </c:pt>
                <c:pt idx="1334">
                  <c:v>vanessaannehudgens123</c:v>
                </c:pt>
                <c:pt idx="1335">
                  <c:v>vanessaannehudgens121488</c:v>
                </c:pt>
                <c:pt idx="1336">
                  <c:v>vanessa_anne_hudgens101</c:v>
                </c:pt>
                <c:pt idx="1337">
                  <c:v>vanessaannehudgens_1</c:v>
                </c:pt>
                <c:pt idx="1338">
                  <c:v>vanessa_818_aka_vanilla</c:v>
                </c:pt>
                <c:pt idx="1339">
                  <c:v>vandalayimportexport</c:v>
                </c:pt>
                <c:pt idx="1340">
                  <c:v>vancouver.westbroadway</c:v>
                </c:pt>
                <c:pt idx="1341">
                  <c:v>vampyer_under_the_bed</c:v>
                </c:pt>
                <c:pt idx="1342">
                  <c:v>vampire_soul_whatelse</c:v>
                </c:pt>
                <c:pt idx="1343">
                  <c:v>vampire_serenity_black</c:v>
                </c:pt>
                <c:pt idx="1344">
                  <c:v>vampireprincessnay13</c:v>
                </c:pt>
                <c:pt idx="1345">
                  <c:v>vampire_princess_eva</c:v>
                </c:pt>
                <c:pt idx="1346">
                  <c:v>VampirePrincessBloodlust</c:v>
                </c:pt>
                <c:pt idx="1347">
                  <c:v>vampire_malvina_killer</c:v>
                </c:pt>
                <c:pt idx="1348">
                  <c:v>vampire_fairy_princess</c:v>
                </c:pt>
                <c:pt idx="1349">
                  <c:v>vampire_fairy_advice</c:v>
                </c:pt>
                <c:pt idx="1350">
                  <c:v>vampire_anime_freak25</c:v>
                </c:pt>
                <c:pt idx="1351">
                  <c:v>vampchrisbloodthirst</c:v>
                </c:pt>
                <c:pt idx="1352">
                  <c:v>valleystreamwrestling</c:v>
                </c:pt>
                <c:pt idx="1353">
                  <c:v>valleygirl_ventriloquist</c:v>
                </c:pt>
                <c:pt idx="1354">
                  <c:v>valiantherospacemanspiff</c:v>
                </c:pt>
                <c:pt idx="1355">
                  <c:v>valeron020dasha2101994</c:v>
                </c:pt>
                <c:pt idx="1356">
                  <c:v>valerieremoveaccount</c:v>
                </c:pt>
                <c:pt idx="1357">
                  <c:v>valerie_natalie_haylee</c:v>
                </c:pt>
                <c:pt idx="1358">
                  <c:v>valerieleannheartsyou</c:v>
                </c:pt>
                <c:pt idx="1359">
                  <c:v>valentinemetalmassacre</c:v>
                </c:pt>
                <c:pt idx="1360">
                  <c:v>valentinebabygirl420</c:v>
                </c:pt>
                <c:pt idx="1361">
                  <c:v>valentinayournightmare</c:v>
                </c:pt>
                <c:pt idx="1362">
                  <c:v>valenciayouthinaction</c:v>
                </c:pt>
                <c:pt idx="1363">
                  <c:v>vaguereminiscenceclothing</c:v>
                </c:pt>
                <c:pt idx="1364">
                  <c:v>vagueinspirationmusic</c:v>
                </c:pt>
                <c:pt idx="1365">
                  <c:v>vagabond_garage_rocker</c:v>
                </c:pt>
                <c:pt idx="1366">
                  <c:v>vacationrentalsinwildwood</c:v>
                </c:pt>
                <c:pt idx="1367">
                  <c:v>vacantlotentertainment</c:v>
                </c:pt>
                <c:pt idx="1368">
                  <c:v>utterworldlyclothing</c:v>
                </c:pt>
                <c:pt idx="1369">
                  <c:v>utterly_unique_entity</c:v>
                </c:pt>
                <c:pt idx="1370">
                  <c:v>utterliterarycabaret</c:v>
                </c:pt>
                <c:pt idx="1371">
                  <c:v>useless_welfare_child503</c:v>
                </c:pt>
                <c:pt idx="1372">
                  <c:v>urinaryrectallubricant</c:v>
                </c:pt>
                <c:pt idx="1373">
                  <c:v>ure_punk_rock_princess</c:v>
                </c:pt>
                <c:pt idx="1374">
                  <c:v>urbansuperherodangerman</c:v>
                </c:pt>
                <c:pt idx="1375">
                  <c:v>urbanstrawberrylunch</c:v>
                </c:pt>
                <c:pt idx="1376">
                  <c:v>urbansoulentertainment</c:v>
                </c:pt>
                <c:pt idx="1377">
                  <c:v>urbanrenaissanceschool</c:v>
                </c:pt>
                <c:pt idx="1378">
                  <c:v>urbanrenaissancemagazine</c:v>
                </c:pt>
                <c:pt idx="1379">
                  <c:v>urbanmythstorytelling</c:v>
                </c:pt>
                <c:pt idx="1380">
                  <c:v>urbanministrynetwork</c:v>
                </c:pt>
                <c:pt idx="1381">
                  <c:v>urbanhungerreliefclub</c:v>
                </c:pt>
                <c:pt idx="1382">
                  <c:v>urbanenterprisemagazine</c:v>
                </c:pt>
                <c:pt idx="1383">
                  <c:v>urbandanceentertainment</c:v>
                </c:pt>
                <c:pt idx="1384">
                  <c:v>uptown_dapper_panther</c:v>
                </c:pt>
                <c:pt idx="1385">
                  <c:v>upstatemetalfest200</c:v>
                </c:pt>
                <c:pt idx="1386">
                  <c:v>uppercanadarhythmblues</c:v>
                </c:pt>
                <c:pt idx="1387">
                  <c:v>upontheseemptyhearts</c:v>
                </c:pt>
                <c:pt idx="1388">
                  <c:v>upliftingpersonaltraining</c:v>
                </c:pt>
                <c:pt idx="1389">
                  <c:v>upcoming_baseball_star</c:v>
                </c:pt>
                <c:pt idx="1390">
                  <c:v>unwrittentragedymusic</c:v>
                </c:pt>
                <c:pt idx="1391">
                  <c:v>unwantedattentionband</c:v>
                </c:pt>
                <c:pt idx="1392">
                  <c:v>unusually_flexible_girl</c:v>
                </c:pt>
                <c:pt idx="1393">
                  <c:v>untouchableproductionsky</c:v>
                </c:pt>
                <c:pt idx="1394">
                  <c:v>untouchablepimpsquad</c:v>
                </c:pt>
                <c:pt idx="1395">
                  <c:v>untouchablekingplaya</c:v>
                </c:pt>
                <c:pt idx="1396">
                  <c:v>untoldstoryjakenickdevin</c:v>
                </c:pt>
                <c:pt idx="1397">
                  <c:v>untitled_vanitycontest</c:v>
                </c:pt>
                <c:pt idx="1398">
                  <c:v>untitledbandnamegasp</c:v>
                </c:pt>
                <c:pt idx="1399">
                  <c:v>untiltheyallcomehome</c:v>
                </c:pt>
                <c:pt idx="1400">
                  <c:v>untill_the_end_angel</c:v>
                </c:pt>
                <c:pt idx="1401">
                  <c:v>untamedanduncontrolled</c:v>
                </c:pt>
                <c:pt idx="1402">
                  <c:v>unstoppablelatinapower</c:v>
                </c:pt>
                <c:pt idx="1403">
                  <c:v>unstoppabledynamiteprogression</c:v>
                </c:pt>
                <c:pt idx="1404">
                  <c:v>unspokenpaintballteam</c:v>
                </c:pt>
                <c:pt idx="1405">
                  <c:v>unsheathed_from_reality</c:v>
                </c:pt>
                <c:pt idx="1406">
                  <c:v>unrealcarnagewrestling</c:v>
                </c:pt>
                <c:pt idx="1407">
                  <c:v>unpronounceablelastname</c:v>
                </c:pt>
                <c:pt idx="1408">
                  <c:v>unpredictable_but_sweet</c:v>
                </c:pt>
                <c:pt idx="1409">
                  <c:v>unoriginalspacemonkey</c:v>
                </c:pt>
                <c:pt idx="1410">
                  <c:v>unofficialvoodootribe</c:v>
                </c:pt>
                <c:pt idx="1411">
                  <c:v>unofficialtableforsix</c:v>
                </c:pt>
                <c:pt idx="1412">
                  <c:v>unofficialkristenbell</c:v>
                </c:pt>
                <c:pt idx="1413">
                  <c:v>unnecessaryquestionmark</c:v>
                </c:pt>
                <c:pt idx="1414">
                  <c:v>unloved_broken_heart</c:v>
                </c:pt>
                <c:pt idx="1415">
                  <c:v>unlimitedmusicgroup2</c:v>
                </c:pt>
                <c:pt idx="1416">
                  <c:v>unleash_your_release</c:v>
                </c:pt>
                <c:pt idx="1417">
                  <c:v>unleashedposermobile</c:v>
                </c:pt>
                <c:pt idx="1418">
                  <c:v>unleashed_brown_county</c:v>
                </c:pt>
                <c:pt idx="1419">
                  <c:v>unknown_twilight_singer</c:v>
                </c:pt>
                <c:pt idx="1420">
                  <c:v>unknown_the_original</c:v>
                </c:pt>
                <c:pt idx="1421">
                  <c:v>unknownquantitymusic</c:v>
                </c:pt>
                <c:pt idx="1422">
                  <c:v>unknownbrownsvilleartist</c:v>
                </c:pt>
                <c:pt idx="1423">
                  <c:v>unknown_and_unwritten</c:v>
                </c:pt>
                <c:pt idx="1424">
                  <c:v>unknownandunavailable</c:v>
                </c:pt>
                <c:pt idx="1425">
                  <c:v>universaltopmodeldiva</c:v>
                </c:pt>
                <c:pt idx="1426">
                  <c:v>universalsoundremedy</c:v>
                </c:pt>
                <c:pt idx="1427">
                  <c:v>universal_sex_symbol</c:v>
                </c:pt>
                <c:pt idx="1428">
                  <c:v>universalmotherearth</c:v>
                </c:pt>
                <c:pt idx="1429">
                  <c:v>universallyknownpenis</c:v>
                </c:pt>
                <c:pt idx="1430">
                  <c:v>universal_language_radio</c:v>
                </c:pt>
                <c:pt idx="1431">
                  <c:v>universalhiphopradio</c:v>
                </c:pt>
                <c:pt idx="1432">
                  <c:v>universalgroovefootage</c:v>
                </c:pt>
                <c:pt idx="1433">
                  <c:v>universalgraphicanddesign</c:v>
                </c:pt>
                <c:pt idx="1434">
                  <c:v>unitybroadcastingnetwork</c:v>
                </c:pt>
                <c:pt idx="1435">
                  <c:v>unitedempirecorporation</c:v>
                </c:pt>
                <c:pt idx="1436">
                  <c:v>unitedchristianfellowship</c:v>
                </c:pt>
                <c:pt idx="1437">
                  <c:v>uniquelyyoursforever</c:v>
                </c:pt>
                <c:pt idx="1438">
                  <c:v>uniquebeautifulbutterfly</c:v>
                </c:pt>
                <c:pt idx="1439">
                  <c:v>unique_athletic_sexy</c:v>
                </c:pt>
                <c:pt idx="1440">
                  <c:v>unique_and_irreplaceable</c:v>
                </c:pt>
                <c:pt idx="1441">
                  <c:v>unionentertainmentgroup</c:v>
                </c:pt>
                <c:pt idx="1442">
                  <c:v>uniformedelectrogirl</c:v>
                </c:pt>
                <c:pt idx="1443">
                  <c:v>unifiedcommunitygospelchoir</c:v>
                </c:pt>
                <c:pt idx="1444">
                  <c:v>unicornsavingassociation</c:v>
                </c:pt>
                <c:pt idx="1445">
                  <c:v>unicornmagicgirl070205</c:v>
                </c:pt>
                <c:pt idx="1446">
                  <c:v>unicorn_loving_whore_girl</c:v>
                </c:pt>
                <c:pt idx="1447">
                  <c:v>unicornkiss.christa27</c:v>
                </c:pt>
                <c:pt idx="1448">
                  <c:v>unheardnewsunwantedgirl</c:v>
                </c:pt>
                <c:pt idx="1449">
                  <c:v>unfrozencavemantraveler</c:v>
                </c:pt>
                <c:pt idx="1450">
                  <c:v>unfrozencavemanlawyer1</c:v>
                </c:pt>
                <c:pt idx="1451">
                  <c:v>unfriendlyneighborclown</c:v>
                </c:pt>
                <c:pt idx="1452">
                  <c:v>unforgivinguntillforever</c:v>
                </c:pt>
                <c:pt idx="1453">
                  <c:v>unforgivenblackalbum</c:v>
                </c:pt>
                <c:pt idx="1454">
                  <c:v>UnforgettableSpecialAgent</c:v>
                </c:pt>
                <c:pt idx="1455">
                  <c:v>unforgetable_photography</c:v>
                </c:pt>
                <c:pt idx="1456">
                  <c:v>unforgetable_iceprince</c:v>
                </c:pt>
                <c:pt idx="1457">
                  <c:v>unforgetablecovergirl</c:v>
                </c:pt>
                <c:pt idx="1458">
                  <c:v>unforgetable_brittany</c:v>
                </c:pt>
                <c:pt idx="1459">
                  <c:v>unfitforsociety_drummer</c:v>
                </c:pt>
                <c:pt idx="1460">
                  <c:v>unfinishedrobotsociety</c:v>
                </c:pt>
                <c:pt idx="1461">
                  <c:v>unfinishedbusinessmusic</c:v>
                </c:pt>
                <c:pt idx="1462">
                  <c:v>unemployedblackastronaut1</c:v>
                </c:pt>
                <c:pt idx="1463">
                  <c:v>unemployedandforhire</c:v>
                </c:pt>
                <c:pt idx="1464">
                  <c:v>undyingallegiancerock</c:v>
                </c:pt>
                <c:pt idx="1465">
                  <c:v>undividedattentiondeficit</c:v>
                </c:pt>
                <c:pt idx="1466">
                  <c:v>undiscoveredlovermusic</c:v>
                </c:pt>
                <c:pt idx="1467">
                  <c:v>undesireable_infatuation</c:v>
                </c:pt>
                <c:pt idx="1468">
                  <c:v>underworldtravelplanner</c:v>
                </c:pt>
                <c:pt idx="1469">
                  <c:v>underworld_evolution_rox</c:v>
                </c:pt>
                <c:pt idx="1470">
                  <c:v>underwearstealingmonkey</c:v>
                </c:pt>
                <c:pt idx="1471">
                  <c:v>underwaterpettingzoo</c:v>
                </c:pt>
                <c:pt idx="1472">
                  <c:v>underwatermysterymachine</c:v>
                </c:pt>
                <c:pt idx="1473">
                  <c:v>underwaterbisonfamily</c:v>
                </c:pt>
                <c:pt idx="1474">
                  <c:v>underthreateningskies</c:v>
                </c:pt>
                <c:pt idx="1475">
                  <c:v>under_the_table_dreaming</c:v>
                </c:pt>
                <c:pt idx="1476">
                  <c:v>under_the_rotted_flesh</c:v>
                </c:pt>
                <c:pt idx="1477">
                  <c:v>undertheinfluence123</c:v>
                </c:pt>
                <c:pt idx="1478">
                  <c:v>undertheguillotine</c:v>
                </c:pt>
                <c:pt idx="1479">
                  <c:v>underthefallenremains</c:v>
                </c:pt>
                <c:pt idx="1480">
                  <c:v>under_the_copper_beech</c:v>
                </c:pt>
                <c:pt idx="1481">
                  <c:v>under_the_bodhi_tree</c:v>
                </c:pt>
                <c:pt idx="1482">
                  <c:v>understoodfalsemeaning</c:v>
                </c:pt>
                <c:pt idx="1483">
                  <c:v>understarlitskies_mandy</c:v>
                </c:pt>
                <c:pt idx="1484">
                  <c:v>understandingforpeace</c:v>
                </c:pt>
                <c:pt idx="1485">
                  <c:v>underoath_rock_freak</c:v>
                </c:pt>
                <c:pt idx="1486">
                  <c:v>underneathyourclothes</c:v>
                </c:pt>
                <c:pt idx="1487">
                  <c:v>underneaththissmile125</c:v>
                </c:pt>
                <c:pt idx="1488">
                  <c:v>underneaththeweepingmoon</c:v>
                </c:pt>
                <c:pt idx="1489">
                  <c:v>undergroundsurfcompany</c:v>
                </c:pt>
                <c:pt idx="1490">
                  <c:v>undergroundsoundsent</c:v>
                </c:pt>
                <c:pt idx="1491">
                  <c:v>undergroundsoundprod</c:v>
                </c:pt>
                <c:pt idx="1492">
                  <c:v>undergroundscenecore</c:v>
                </c:pt>
                <c:pt idx="1493">
                  <c:v>undergroundrockassociation</c:v>
                </c:pt>
                <c:pt idx="1494">
                  <c:v>undergroundnationfestival</c:v>
                </c:pt>
                <c:pt idx="1495">
                  <c:v>undergroundmusicnetwork</c:v>
                </c:pt>
                <c:pt idx="1496">
                  <c:v>undergroundlitexplosion</c:v>
                </c:pt>
                <c:pt idx="1497">
                  <c:v>undergroundhiphopselection</c:v>
                </c:pt>
                <c:pt idx="1498">
                  <c:v>underground_foothound</c:v>
                </c:pt>
                <c:pt idx="1499">
                  <c:v>undergroundfightclub</c:v>
                </c:pt>
                <c:pt idx="1500">
                  <c:v>undergrounddodgeball</c:v>
                </c:pt>
                <c:pt idx="1501">
                  <c:v>undergrounddancestudio</c:v>
                </c:pt>
                <c:pt idx="1502">
                  <c:v>undergroundcomedydayton</c:v>
                </c:pt>
                <c:pt idx="1503">
                  <c:v>underfederalprotection</c:v>
                </c:pt>
                <c:pt idx="1504">
                  <c:v>underfallingconflict</c:v>
                </c:pt>
                <c:pt idx="1505">
                  <c:v>undercover_freaky_lover</c:v>
                </c:pt>
                <c:pt idx="1506">
                  <c:v>undercover_china_girl</c:v>
                </c:pt>
                <c:pt idx="1507">
                  <c:v>under_cover_blonde_1212</c:v>
                </c:pt>
                <c:pt idx="1508">
                  <c:v>undercover_barbie_doll</c:v>
                </c:pt>
                <c:pt idx="1509">
                  <c:v>undercover_angel_who_fell</c:v>
                </c:pt>
                <c:pt idx="1510">
                  <c:v>underconstructionband</c:v>
                </c:pt>
                <c:pt idx="1511">
                  <c:v>undead_pirate_captain</c:v>
                </c:pt>
                <c:pt idx="1512">
                  <c:v>undeadcrisispreventionunit</c:v>
                </c:pt>
                <c:pt idx="1513">
                  <c:v>uncreativescreenname</c:v>
                </c:pt>
                <c:pt idx="1514">
                  <c:v>uncontainablefromunknown</c:v>
                </c:pt>
                <c:pt idx="1515">
                  <c:v>uncleboogiepantsmusic</c:v>
                </c:pt>
                <c:pt idx="1516">
                  <c:v>unclassifiedbetterthanyou</c:v>
                </c:pt>
                <c:pt idx="1517">
                  <c:v>unchartered_headspace</c:v>
                </c:pt>
                <c:pt idx="1518">
                  <c:v>uncalledforsoberness</c:v>
                </c:pt>
                <c:pt idx="1519">
                  <c:v>uncagednortherntiger</c:v>
                </c:pt>
                <c:pt idx="1520">
                  <c:v>unbrokenthroughstruggle</c:v>
                </c:pt>
                <c:pt idx="1521">
                  <c:v>unbreakableicequeen</c:v>
                </c:pt>
                <c:pt idx="1522">
                  <c:v>unbelievableoverhere</c:v>
                </c:pt>
                <c:pt idx="1523">
                  <c:v>unabridgedmothertucker</c:v>
                </c:pt>
                <c:pt idx="1524">
                  <c:v>umbrellacorpsairsoft</c:v>
                </c:pt>
                <c:pt idx="1525">
                  <c:v>umbraonapainteddesert</c:v>
                </c:pt>
                <c:pt idx="1526">
                  <c:v>ultravioletthemesong</c:v>
                </c:pt>
                <c:pt idx="1527">
                  <c:v>ultraspiffysupreme5000</c:v>
                </c:pt>
                <c:pt idx="1528">
                  <c:v>ultimateurbanproduction</c:v>
                </c:pt>
                <c:pt idx="1529">
                  <c:v>ultimatetanningandbeauty</c:v>
                </c:pt>
                <c:pt idx="1530">
                  <c:v>ultimatestutterflyfan</c:v>
                </c:pt>
                <c:pt idx="1531">
                  <c:v>ultimate_softball_chick18</c:v>
                </c:pt>
                <c:pt idx="1532">
                  <c:v>ultimateshredsymphony</c:v>
                </c:pt>
                <c:pt idx="1533">
                  <c:v>ultimate_scream_trilogy</c:v>
                </c:pt>
                <c:pt idx="1534">
                  <c:v>ultimaterollercoaster</c:v>
                </c:pt>
                <c:pt idx="1535">
                  <c:v>ultimate_ownage_video</c:v>
                </c:pt>
                <c:pt idx="1536">
                  <c:v>ultimate_one_winged_angel</c:v>
                </c:pt>
                <c:pt idx="1537">
                  <c:v>ultimatenarutofan247</c:v>
                </c:pt>
                <c:pt idx="1538">
                  <c:v>ultimatemusiclessons</c:v>
                </c:pt>
                <c:pt idx="1539">
                  <c:v>ultimatelawnandlandscape</c:v>
                </c:pt>
                <c:pt idx="1540">
                  <c:v>UltimateKeyblademaster</c:v>
                </c:pt>
                <c:pt idx="1541">
                  <c:v>ultimatejessicasimpson</c:v>
                </c:pt>
                <c:pt idx="1542">
                  <c:v>ultimatehighschoolparty</c:v>
                </c:pt>
                <c:pt idx="1543">
                  <c:v>ultimate_fighting_master</c:v>
                </c:pt>
                <c:pt idx="1544">
                  <c:v>ultimatefightingforce</c:v>
                </c:pt>
                <c:pt idx="1545">
                  <c:v>ultimatefighterchampion01</c:v>
                </c:pt>
                <c:pt idx="1546">
                  <c:v>ultimate_combat_wombat</c:v>
                </c:pt>
                <c:pt idx="1547">
                  <c:v>ultimatebrotherhoodleague</c:v>
                </c:pt>
                <c:pt idx="1548">
                  <c:v>ultimateblackphoenix</c:v>
                </c:pt>
                <c:pt idx="1549">
                  <c:v>uglytycoonentertainment</c:v>
                </c:pt>
                <c:pt idx="1550">
                  <c:v>UglyPeopleAreHostile</c:v>
                </c:pt>
                <c:pt idx="1551">
                  <c:v>uglyducklingcometrue</c:v>
                </c:pt>
                <c:pt idx="1552">
                  <c:v>tyronethemagnificent</c:v>
                </c:pt>
                <c:pt idx="1553">
                  <c:v>tyrone_soccer_ashley</c:v>
                </c:pt>
                <c:pt idx="1554">
                  <c:v>typicalteenagehypocrite</c:v>
                </c:pt>
                <c:pt idx="1555">
                  <c:v>typical_lovehate_tragedy</c:v>
                </c:pt>
                <c:pt idx="1556">
                  <c:v>tycoondynastycompetition</c:v>
                </c:pt>
                <c:pt idx="1557">
                  <c:v>twosparrowsinahurricane</c:v>
                </c:pt>
                <c:pt idx="1558">
                  <c:v>twoshakesofalambstale</c:v>
                </c:pt>
                <c:pt idx="1559">
                  <c:v>twolipsarebetterthan1</c:v>
                </c:pt>
                <c:pt idx="1560">
                  <c:v>twohundredfortythree</c:v>
                </c:pt>
                <c:pt idx="1561">
                  <c:v>twoheartstheirworld_</c:v>
                </c:pt>
                <c:pt idx="1562">
                  <c:v>twohearts_oneconnection</c:v>
                </c:pt>
                <c:pt idx="1563">
                  <c:v>two_four_six_zero_one</c:v>
                </c:pt>
                <c:pt idx="1564">
                  <c:v>twodaysfromtomorrowrock</c:v>
                </c:pt>
                <c:pt idx="1565">
                  <c:v>twitchingbeyondthegrave</c:v>
                </c:pt>
                <c:pt idx="1566">
                  <c:v>twisty_bobcat_pretzel</c:v>
                </c:pt>
                <c:pt idx="1567">
                  <c:v>twistedwiththesickness</c:v>
                </c:pt>
                <c:pt idx="1568">
                  <c:v>twistedsteelandsexappeal1</c:v>
                </c:pt>
                <c:pt idx="1569">
                  <c:v>twistedrealmfestival</c:v>
                </c:pt>
                <c:pt idx="1570">
                  <c:v>twisted_metal_cowboy</c:v>
                </c:pt>
                <c:pt idx="1571">
                  <c:v>twistedlittleskaterboy</c:v>
                </c:pt>
                <c:pt idx="1572">
                  <c:v>twistedlittlefreak71</c:v>
                </c:pt>
                <c:pt idx="1573">
                  <c:v>twistedlilschoolgirl</c:v>
                </c:pt>
                <c:pt idx="1574">
                  <c:v>twistedfuckingcruelty</c:v>
                </c:pt>
                <c:pt idx="1575">
                  <c:v>twistedcookiemonster</c:v>
                </c:pt>
                <c:pt idx="1576">
                  <c:v>twistedbrowntruckerband</c:v>
                </c:pt>
                <c:pt idx="1577">
                  <c:v>twistedblooddollfreak</c:v>
                </c:pt>
                <c:pt idx="1578">
                  <c:v>twinsinastationwagon</c:v>
                </c:pt>
                <c:pt idx="1579">
                  <c:v>twinkle_some_glitter</c:v>
                </c:pt>
                <c:pt idx="1580">
                  <c:v>twinklelittlestarrbaby</c:v>
                </c:pt>
                <c:pt idx="1581">
                  <c:v>twinkle_little_starr</c:v>
                </c:pt>
                <c:pt idx="1582">
                  <c:v>twinfamilyproduction</c:v>
                </c:pt>
                <c:pt idx="1583">
                  <c:v>twilightwalkerstudio</c:v>
                </c:pt>
                <c:pt idx="1584">
                  <c:v>twilightglimmermetal</c:v>
                </c:pt>
                <c:pt idx="1585">
                  <c:v>twilightfreaknumber1</c:v>
                </c:pt>
                <c:pt idx="1586">
                  <c:v>twiggythevampireslayer</c:v>
                </c:pt>
                <c:pt idx="1587">
                  <c:v>twiggythehalfalbinopigeon</c:v>
                </c:pt>
                <c:pt idx="1588">
                  <c:v>twicebakedpotatomusic</c:v>
                </c:pt>
                <c:pt idx="1589">
                  <c:v>twentytwoillustration</c:v>
                </c:pt>
                <c:pt idx="1590">
                  <c:v>twentythirdgirlfriend</c:v>
                </c:pt>
                <c:pt idx="1591">
                  <c:v>twentyfirstnightband</c:v>
                </c:pt>
                <c:pt idx="1592">
                  <c:v>twentyfirstcenturyskin</c:v>
                </c:pt>
                <c:pt idx="1593">
                  <c:v>twelveinchtrousersnake</c:v>
                </c:pt>
                <c:pt idx="1594">
                  <c:v>twelvehundredsixtydays</c:v>
                </c:pt>
                <c:pt idx="1595">
                  <c:v>twelvegaugeloveaffair</c:v>
                </c:pt>
                <c:pt idx="1596">
                  <c:v>twelve_gauge_brilliance</c:v>
                </c:pt>
                <c:pt idx="1597">
                  <c:v>twelvefourteeneighteen</c:v>
                </c:pt>
                <c:pt idx="1598">
                  <c:v>twatlickingdiapergirl</c:v>
                </c:pt>
                <c:pt idx="1599">
                  <c:v>tutti_fruity_dingleberry</c:v>
                </c:pt>
                <c:pt idx="1600">
                  <c:v>tuscaloosacampuslife</c:v>
                </c:pt>
                <c:pt idx="1601">
                  <c:v>turtle_superhero_status</c:v>
                </c:pt>
                <c:pt idx="1602">
                  <c:v>turtlesoupcaffeineconspiracy</c:v>
                </c:pt>
                <c:pt idx="1603">
                  <c:v>turtlemonkeydishwasher</c:v>
                </c:pt>
                <c:pt idx="1604">
                  <c:v>turtleislandstringquartet</c:v>
                </c:pt>
                <c:pt idx="1605">
                  <c:v>turquoisearchermonkey</c:v>
                </c:pt>
                <c:pt idx="1606">
                  <c:v>turquoiseakabluegreen</c:v>
                </c:pt>
                <c:pt idx="1607">
                  <c:v>turnyourheadillbegone</c:v>
                </c:pt>
                <c:pt idx="1608">
                  <c:v>turnthefrownupsidedown</c:v>
                </c:pt>
                <c:pt idx="1609">
                  <c:v>turn_that_frown_around</c:v>
                </c:pt>
                <c:pt idx="1610">
                  <c:v>turnnothing2something</c:v>
                </c:pt>
                <c:pt idx="1611">
                  <c:v>turningtowardsthewindow</c:v>
                </c:pt>
                <c:pt idx="1612">
                  <c:v>turningthetablescampaign</c:v>
                </c:pt>
                <c:pt idx="1613">
                  <c:v>turnernetworktelevision</c:v>
                </c:pt>
                <c:pt idx="1614">
                  <c:v>turndupentertainment</c:v>
                </c:pt>
                <c:pt idx="1615">
                  <c:v>turnaroundandfacefate</c:v>
                </c:pt>
                <c:pt idx="1616">
                  <c:v>turkeytightropeproduction</c:v>
                </c:pt>
                <c:pt idx="1617">
                  <c:v>turdferguson_aka_austin</c:v>
                </c:pt>
                <c:pt idx="1618">
                  <c:v>turbulencebigboyentertainment</c:v>
                </c:pt>
                <c:pt idx="1619">
                  <c:v>turbo_negro_asscobra</c:v>
                </c:pt>
                <c:pt idx="1620">
                  <c:v>turbojugendpleasurehead</c:v>
                </c:pt>
                <c:pt idx="1621">
                  <c:v>turbojugendguayaquil</c:v>
                </c:pt>
                <c:pt idx="1622">
                  <c:v>turbojugendfortcollins</c:v>
                </c:pt>
                <c:pt idx="1623">
                  <c:v>tuppencedubfoundation</c:v>
                </c:pt>
                <c:pt idx="1624">
                  <c:v>TundraSilverknight1098</c:v>
                </c:pt>
                <c:pt idx="1625">
                  <c:v>tummonstransportation</c:v>
                </c:pt>
                <c:pt idx="1626">
                  <c:v>tumble_lover_forever_274</c:v>
                </c:pt>
                <c:pt idx="1627">
                  <c:v>tucsonsymphonyorchestra</c:v>
                </c:pt>
                <c:pt idx="1628">
                  <c:v>tucsonmusicscenecalendar</c:v>
                </c:pt>
                <c:pt idx="1629">
                  <c:v>tucsonacousticunderground</c:v>
                </c:pt>
                <c:pt idx="1630">
                  <c:v>tuckerjacksonsteelguitar</c:v>
                </c:pt>
                <c:pt idx="1631">
                  <c:v>try_and_catch_mallorie</c:v>
                </c:pt>
                <c:pt idx="1632">
                  <c:v>Truth_through_the_Trinity</c:v>
                </c:pt>
                <c:pt idx="1633">
                  <c:v>truthhonestyintegrity</c:v>
                </c:pt>
                <c:pt idx="1634">
                  <c:v>truthexpansiontheory</c:v>
                </c:pt>
                <c:pt idx="1635">
                  <c:v>truthchild_icefist13</c:v>
                </c:pt>
                <c:pt idx="1636">
                  <c:v>truth_before_all_else</c:v>
                </c:pt>
                <c:pt idx="1637">
                  <c:v>truth_beauty_and_goodness</c:v>
                </c:pt>
                <c:pt idx="1638">
                  <c:v>truthaboutrufusdrummer</c:v>
                </c:pt>
                <c:pt idx="1639">
                  <c:v>trusting_you_too_well</c:v>
                </c:pt>
                <c:pt idx="1640">
                  <c:v>trustbelievehavefaith</c:v>
                </c:pt>
                <c:pt idx="1641">
                  <c:v>trunkaudioandelectronics</c:v>
                </c:pt>
                <c:pt idx="1642">
                  <c:v>trulymadlydeeply200</c:v>
                </c:pt>
                <c:pt idx="1643">
                  <c:v>truesolidersneverfall</c:v>
                </c:pt>
                <c:pt idx="1644">
                  <c:v>true_princess_forever</c:v>
                </c:pt>
                <c:pt idx="1645">
                  <c:v>trueplayerkatelin2011</c:v>
                </c:pt>
                <c:pt idx="1646">
                  <c:v>trueplaya4realmixedlover3</c:v>
                </c:pt>
                <c:pt idx="1647">
                  <c:v>truemysteriousbeauty</c:v>
                </c:pt>
                <c:pt idx="1648">
                  <c:v>true_love_only_comes_once</c:v>
                </c:pt>
                <c:pt idx="1649">
                  <c:v>truelife_siblingrivalry</c:v>
                </c:pt>
                <c:pt idx="1650">
                  <c:v>true_life_photography</c:v>
                </c:pt>
                <c:pt idx="1651">
                  <c:v>true_keyblade_master</c:v>
                </c:pt>
                <c:pt idx="1652">
                  <c:v>trueextremewrestling</c:v>
                </c:pt>
                <c:pt idx="1653">
                  <c:v>truecountrygentlemen</c:v>
                </c:pt>
                <c:pt idx="1654">
                  <c:v>true_brown_eyed_cali_gurl</c:v>
                </c:pt>
                <c:pt idx="1655">
                  <c:v>true_blue_baby_boy_nick</c:v>
                </c:pt>
                <c:pt idx="1656">
                  <c:v>true_blonde_thinking</c:v>
                </c:pt>
                <c:pt idx="1657">
                  <c:v>truebeautycomesfromwithin</c:v>
                </c:pt>
                <c:pt idx="1658">
                  <c:v>trubluewestsideangel</c:v>
                </c:pt>
                <c:pt idx="1659">
                  <c:v>troy_the_basketball_guy</c:v>
                </c:pt>
                <c:pt idx="1660">
                  <c:v>troylovesashbrendanessa</c:v>
                </c:pt>
                <c:pt idx="1661">
                  <c:v>troycunninghamdirector</c:v>
                </c:pt>
                <c:pt idx="1662">
                  <c:v>troybolton_basketball14</c:v>
                </c:pt>
                <c:pt idx="1663">
                  <c:v>troublemakinonyourface</c:v>
                </c:pt>
                <c:pt idx="1664">
                  <c:v>tropicanapurepremium</c:v>
                </c:pt>
                <c:pt idx="1665">
                  <c:v>tropicana_black_juice</c:v>
                </c:pt>
                <c:pt idx="1666">
                  <c:v>tropicalfruitbeauty90</c:v>
                </c:pt>
                <c:pt idx="1667">
                  <c:v>tropicalbeachparadise</c:v>
                </c:pt>
                <c:pt idx="1668">
                  <c:v>trophywifeandstepson</c:v>
                </c:pt>
                <c:pt idx="1669">
                  <c:v>trombonistfromheaven</c:v>
                </c:pt>
                <c:pt idx="1670">
                  <c:v>trombonesoftballgirl</c:v>
                </c:pt>
                <c:pt idx="1671">
                  <c:v>trombone_flame_alchemist</c:v>
                </c:pt>
                <c:pt idx="1672">
                  <c:v>trolling_for_trollops2000</c:v>
                </c:pt>
                <c:pt idx="1673">
                  <c:v>trolleycarkleptomania</c:v>
                </c:pt>
                <c:pt idx="1674">
                  <c:v>trogdortheburninnator</c:v>
                </c:pt>
                <c:pt idx="1675">
                  <c:v>trogdor__the__burninator</c:v>
                </c:pt>
                <c:pt idx="1676">
                  <c:v>trogdadtheeburninator</c:v>
                </c:pt>
                <c:pt idx="1677">
                  <c:v>trix_the_silly_rabbit</c:v>
                </c:pt>
                <c:pt idx="1678">
                  <c:v>trivium_lover_4_ever</c:v>
                </c:pt>
                <c:pt idx="1679">
                  <c:v>trivialbreedingandtheknowingmuch</c:v>
                </c:pt>
                <c:pt idx="1680">
                  <c:v>trishtrashapplesplash</c:v>
                </c:pt>
                <c:pt idx="1681">
                  <c:v>trish_stratus_fansite</c:v>
                </c:pt>
                <c:pt idx="1682">
                  <c:v>trishstratusfanclub200</c:v>
                </c:pt>
                <c:pt idx="1683">
                  <c:v>trish.lewis-martinez</c:v>
                </c:pt>
                <c:pt idx="1684">
                  <c:v>trishfromtheblocktrick</c:v>
                </c:pt>
                <c:pt idx="1685">
                  <c:v>triprebelspeedpocket</c:v>
                </c:pt>
                <c:pt idx="1686">
                  <c:v>trippinonsometrigger</c:v>
                </c:pt>
                <c:pt idx="1687">
                  <c:v>tripletterritoryterror</c:v>
                </c:pt>
                <c:pt idx="1688">
                  <c:v>triple_threat_braddock_15</c:v>
                </c:pt>
                <c:pt idx="1689">
                  <c:v>triple_cross_soldier</c:v>
                </c:pt>
                <c:pt idx="1690">
                  <c:v>tripleactionmassacre</c:v>
                </c:pt>
                <c:pt idx="1691">
                  <c:v>tripleacousticattack</c:v>
                </c:pt>
                <c:pt idx="1692">
                  <c:v>trinitrophenylmethylnitra</c:v>
                </c:pt>
                <c:pt idx="1693">
                  <c:v>trigger_happy_princess</c:v>
                </c:pt>
                <c:pt idx="1694">
                  <c:v>triggerhappybassplayer</c:v>
                </c:pt>
                <c:pt idx="1695">
                  <c:v>trickyvickifrombillericay</c:v>
                </c:pt>
                <c:pt idx="1696">
                  <c:v>trickylittlemongoose</c:v>
                </c:pt>
                <c:pt idx="1697">
                  <c:v>trickticklerrobinsonjazz</c:v>
                </c:pt>
                <c:pt idx="1698">
                  <c:v>trice_diamond_princess</c:v>
                </c:pt>
                <c:pt idx="1699">
                  <c:v>tribalstyledocumentary</c:v>
                </c:pt>
                <c:pt idx="1700">
                  <c:v>trianglefinishingschool</c:v>
                </c:pt>
                <c:pt idx="1701">
                  <c:v>triadsonlyrealginger</c:v>
                </c:pt>
                <c:pt idx="1702">
                  <c:v>triad71footballplayer</c:v>
                </c:pt>
                <c:pt idx="1703">
                  <c:v>treyhogentertainment</c:v>
                </c:pt>
                <c:pt idx="1704">
                  <c:v>treygridleyphotography</c:v>
                </c:pt>
                <c:pt idx="1705">
                  <c:v>trepanationbluesband</c:v>
                </c:pt>
                <c:pt idx="1706">
                  <c:v>trend_sizzlin_setter</c:v>
                </c:pt>
                <c:pt idx="1707">
                  <c:v>trendsettermachinesound</c:v>
                </c:pt>
                <c:pt idx="1708">
                  <c:v>trenchtownsoundsystem</c:v>
                </c:pt>
                <c:pt idx="1709">
                  <c:v>treeknifeplastdashingthem</c:v>
                </c:pt>
                <c:pt idx="1710">
                  <c:v>treehuggingsexkitten</c:v>
                </c:pt>
                <c:pt idx="1711">
                  <c:v>treehugginghippiegirl</c:v>
                </c:pt>
                <c:pt idx="1712">
                  <c:v>treehuggingdirtlover</c:v>
                </c:pt>
                <c:pt idx="1713">
                  <c:v>treehouse_cheesecake</c:v>
                </c:pt>
                <c:pt idx="1714">
                  <c:v>treat_yourself_right</c:v>
                </c:pt>
                <c:pt idx="1715">
                  <c:v>treasure_love_forever</c:v>
                </c:pt>
                <c:pt idx="1716">
                  <c:v>travis_the_hermitcrab</c:v>
                </c:pt>
                <c:pt idx="1717">
                  <c:v>travismitchellstalker</c:v>
                </c:pt>
                <c:pt idx="1718">
                  <c:v>travisheartswitlove19</c:v>
                </c:pt>
                <c:pt idx="1719">
                  <c:v>travisbeckerworldwide</c:v>
                </c:pt>
                <c:pt idx="1720">
                  <c:v>travisbarkerfanforever</c:v>
                </c:pt>
                <c:pt idx="1721">
                  <c:v>travisandjanelleforever</c:v>
                </c:pt>
                <c:pt idx="1722">
                  <c:v>travis_and_crystal4ever</c:v>
                </c:pt>
                <c:pt idx="1723">
                  <c:v>travellingwithoutmoving1</c:v>
                </c:pt>
                <c:pt idx="1724">
                  <c:v>travelinggirlnextdoor</c:v>
                </c:pt>
                <c:pt idx="1725">
                  <c:v>travelaroundtheworld</c:v>
                </c:pt>
                <c:pt idx="1726">
                  <c:v>travelairmysteryship</c:v>
                </c:pt>
                <c:pt idx="1727">
                  <c:v>trashflavored__airline</c:v>
                </c:pt>
                <c:pt idx="1728">
                  <c:v>trapped_under_ice_0</c:v>
                </c:pt>
                <c:pt idx="1729">
                  <c:v>trappedinhereforever</c:v>
                </c:pt>
                <c:pt idx="1730">
                  <c:v>trappedandcantescape</c:v>
                </c:pt>
                <c:pt idx="1731">
                  <c:v>traphouse_entertainment</c:v>
                </c:pt>
                <c:pt idx="1732">
                  <c:v>transposeintonothing</c:v>
                </c:pt>
                <c:pt idx="1733">
                  <c:v>transmissionlostband</c:v>
                </c:pt>
                <c:pt idx="1734">
                  <c:v>transitionintotragedy</c:v>
                </c:pt>
                <c:pt idx="1735">
                  <c:v>transatlanticfightclub</c:v>
                </c:pt>
                <c:pt idx="1736">
                  <c:v>traitorouscityslicker</c:v>
                </c:pt>
                <c:pt idx="1737">
                  <c:v>trainrobbersyndicate</c:v>
                </c:pt>
                <c:pt idx="1738">
                  <c:v>training_ground_complex</c:v>
                </c:pt>
                <c:pt idx="1739">
                  <c:v>trainerspottervintagenike</c:v>
                </c:pt>
                <c:pt idx="1740">
                  <c:v>trailertrashtrembler</c:v>
                </c:pt>
                <c:pt idx="1741">
                  <c:v>trailerparkentertainment</c:v>
                </c:pt>
                <c:pt idx="1742">
                  <c:v>trailblazerboy02891</c:v>
                </c:pt>
                <c:pt idx="1743">
                  <c:v>tragic_lost_princess</c:v>
                </c:pt>
                <c:pt idx="1744">
                  <c:v>tragiclossphotography</c:v>
                </c:pt>
                <c:pt idx="1745">
                  <c:v>tragicclothingandother</c:v>
                </c:pt>
                <c:pt idx="1746">
                  <c:v>tragicchaosphotography</c:v>
                </c:pt>
                <c:pt idx="1747">
                  <c:v>trafficsignalnetwork</c:v>
                </c:pt>
                <c:pt idx="1748">
                  <c:v>trafficconemicrophone</c:v>
                </c:pt>
                <c:pt idx="1749">
                  <c:v>trademarkthegoodlife</c:v>
                </c:pt>
                <c:pt idx="1750">
                  <c:v>trademarkedconfidentiality</c:v>
                </c:pt>
                <c:pt idx="1751">
                  <c:v>tracy_vampiregoddess</c:v>
                </c:pt>
                <c:pt idx="1752">
                  <c:v>tracythirdeyeblindfan</c:v>
                </c:pt>
                <c:pt idx="1753">
                  <c:v>tracysownlittleworld</c:v>
                </c:pt>
                <c:pt idx="1754">
                  <c:v>tracylyncountrymusic</c:v>
                </c:pt>
                <c:pt idx="1755">
                  <c:v>tracyandthepraisesingers</c:v>
                </c:pt>
                <c:pt idx="1756">
                  <c:v>tracyandthemousehouse</c:v>
                </c:pt>
                <c:pt idx="1757">
                  <c:v>tractorpullingmaster</c:v>
                </c:pt>
                <c:pt idx="1758">
                  <c:v>tracksylvaniaentertainment</c:v>
                </c:pt>
                <c:pt idx="1759">
                  <c:v>trackstar_88_brandon</c:v>
                </c:pt>
                <c:pt idx="1760">
                  <c:v>trackbusconfessional</c:v>
                </c:pt>
                <c:pt idx="1761">
                  <c:v>track_and_cheer_lover</c:v>
                </c:pt>
                <c:pt idx="1762">
                  <c:v>tracithedreampainter</c:v>
                </c:pt>
                <c:pt idx="1763">
                  <c:v>tracietheworkoutfreak</c:v>
                </c:pt>
                <c:pt idx="1764">
                  <c:v>traciandthesunshineband</c:v>
                </c:pt>
                <c:pt idx="1765">
                  <c:v>traceythomaswilkinson</c:v>
                </c:pt>
                <c:pt idx="1766">
                  <c:v>trace_this_line_back</c:v>
                </c:pt>
                <c:pt idx="1767">
                  <c:v>toycarsandcottoncandy</c:v>
                </c:pt>
                <c:pt idx="1768">
                  <c:v>toxicwastebarbiedoll</c:v>
                </c:pt>
                <c:pt idx="1769">
                  <c:v>toxicpoisonousterrifying</c:v>
                </c:pt>
                <c:pt idx="1770">
                  <c:v>toxicbulletsmokinggun</c:v>
                </c:pt>
                <c:pt idx="1771">
                  <c:v>towntavernpittsburgh</c:v>
                </c:pt>
                <c:pt idx="1772">
                  <c:v>townandcountryresearchunit</c:v>
                </c:pt>
                <c:pt idx="1773">
                  <c:v>townandcountryracing</c:v>
                </c:pt>
                <c:pt idx="1774">
                  <c:v>towelstandcollective</c:v>
                </c:pt>
                <c:pt idx="1775">
                  <c:v>towardmooringsandtowage</c:v>
                </c:pt>
                <c:pt idx="1776">
                  <c:v>tournai_hardcore_crew</c:v>
                </c:pt>
                <c:pt idx="1777">
                  <c:v>tourism_camp_represent</c:v>
                </c:pt>
                <c:pt idx="1778">
                  <c:v>toughguyswearpink123</c:v>
                </c:pt>
                <c:pt idx="1779">
                  <c:v>touch_the_sock_monkey</c:v>
                </c:pt>
                <c:pt idx="1780">
                  <c:v>touchinglittleboysisfun</c:v>
                </c:pt>
                <c:pt idx="1781">
                  <c:v>touchfuzzyandgetdizzy</c:v>
                </c:pt>
                <c:pt idx="1782">
                  <c:v>touchdown_turn_around</c:v>
                </c:pt>
                <c:pt idx="1783">
                  <c:v>tottenham_hotspur_1992</c:v>
                </c:pt>
                <c:pt idx="1784">
                  <c:v>totalwrestlingfederation</c:v>
                </c:pt>
                <c:pt idx="1785">
                  <c:v>totalsoundentertainment</c:v>
                </c:pt>
                <c:pt idx="1786">
                  <c:v>totalsocialbutterfly</c:v>
                </c:pt>
                <c:pt idx="1787">
                  <c:v>totalsensorydeprivation</c:v>
                </c:pt>
                <c:pt idx="1788">
                  <c:v>totalprotonicreversal</c:v>
                </c:pt>
                <c:pt idx="1789">
                  <c:v>totalpraiseworshipcenter</c:v>
                </c:pt>
                <c:pt idx="1790">
                  <c:v>totallysuperawesomewow</c:v>
                </c:pt>
                <c:pt idx="1791">
                  <c:v>totallyspontaneouscombustionengine</c:v>
                </c:pt>
                <c:pt idx="1792">
                  <c:v>totally_retarded_yea</c:v>
                </c:pt>
                <c:pt idx="1793">
                  <c:v>totally_random_comment</c:v>
                </c:pt>
                <c:pt idx="1794">
                  <c:v>totallylovablepumpkin</c:v>
                </c:pt>
                <c:pt idx="1795">
                  <c:v>totallygrossnationalproduct</c:v>
                </c:pt>
                <c:pt idx="1796">
                  <c:v>totally_country_gurl</c:v>
                </c:pt>
                <c:pt idx="1797">
                  <c:v>totallycoolwickedawesome</c:v>
                </c:pt>
                <c:pt idx="1798">
                  <c:v>totally_addicted2bass</c:v>
                </c:pt>
                <c:pt idx="1799">
                  <c:v>totalimmortalphotography</c:v>
                </c:pt>
                <c:pt idx="1800">
                  <c:v>totalhottiedramaqueen</c:v>
                </c:pt>
                <c:pt idx="1801">
                  <c:v>totalgrooveproduction</c:v>
                </c:pt>
                <c:pt idx="1802">
                  <c:v>total_fucking_domination</c:v>
                </c:pt>
                <c:pt idx="1803">
                  <c:v>totaldevastationband</c:v>
                </c:pt>
                <c:pt idx="1804">
                  <c:v>totaldestructionthemovie</c:v>
                </c:pt>
                <c:pt idx="1805">
                  <c:v>toshtownendproskater</c:v>
                </c:pt>
                <c:pt idx="1806">
                  <c:v>torturedbehindtheeyes</c:v>
                </c:pt>
                <c:pt idx="1807">
                  <c:v>torrey_the_anarchist</c:v>
                </c:pt>
                <c:pt idx="1808">
                  <c:v>torquedrestorationskid</c:v>
                </c:pt>
                <c:pt idx="1809">
                  <c:v>tornfromtheinsideout</c:v>
                </c:pt>
                <c:pt idx="1810">
                  <c:v>tornadotongue2remember</c:v>
                </c:pt>
                <c:pt idx="1811">
                  <c:v>tornadokickentertainment</c:v>
                </c:pt>
                <c:pt idx="1812">
                  <c:v>tormentedmusicandbeer</c:v>
                </c:pt>
                <c:pt idx="1813">
                  <c:v>tori_shirley_fiona_fan</c:v>
                </c:pt>
                <c:pt idx="1814">
                  <c:v>torii_and_what_bitchess</c:v>
                </c:pt>
                <c:pt idx="1815">
                  <c:v>tori_barbie_whatever</c:v>
                </c:pt>
                <c:pt idx="1816">
                  <c:v>topshopprincess_rockstar2</c:v>
                </c:pt>
                <c:pt idx="1817">
                  <c:v>topshelfentertainmet</c:v>
                </c:pt>
                <c:pt idx="1818">
                  <c:v>topsecretlingerie297</c:v>
                </c:pt>
                <c:pt idx="1819">
                  <c:v>top_philly_fan_2219</c:v>
                </c:pt>
                <c:pt idx="1820">
                  <c:v>topperformanceentertainment</c:v>
                </c:pt>
                <c:pt idx="1821">
                  <c:v>top_notch_coat_hanger</c:v>
                </c:pt>
                <c:pt idx="1822">
                  <c:v>topnotchakaprettyboy</c:v>
                </c:pt>
                <c:pt idx="1823">
                  <c:v>topmodeljessicarabbit</c:v>
                </c:pt>
                <c:pt idx="1824">
                  <c:v>topfloorentertainment</c:v>
                </c:pt>
                <c:pt idx="1825">
                  <c:v>topdrawentertainment</c:v>
                </c:pt>
                <c:pt idx="1826">
                  <c:v>topaztrollhopper1101</c:v>
                </c:pt>
                <c:pt idx="1827">
                  <c:v>tootsierollgirly2007</c:v>
                </c:pt>
                <c:pt idx="1828">
                  <c:v>tootsierolldanceparty</c:v>
                </c:pt>
                <c:pt idx="1829">
                  <c:v>toothpastefordinnersandy</c:v>
                </c:pt>
                <c:pt idx="1830">
                  <c:v>tooth_cool4dentist_school</c:v>
                </c:pt>
                <c:pt idx="1831">
                  <c:v>toothandnailpublishing</c:v>
                </c:pt>
                <c:pt idx="1832">
                  <c:v>toon_squad_production2</c:v>
                </c:pt>
                <c:pt idx="1833">
                  <c:v>too_nasty_yao_ming_bra</c:v>
                </c:pt>
                <c:pt idx="1834">
                  <c:v>too_much_love_for_him</c:v>
                </c:pt>
                <c:pt idx="1835">
                  <c:v>toohappyformorrissey</c:v>
                </c:pt>
                <c:pt idx="1836">
                  <c:v>toohandsome4youngish</c:v>
                </c:pt>
                <c:pt idx="1837">
                  <c:v>toohairyformyowngood</c:v>
                </c:pt>
                <c:pt idx="1838">
                  <c:v>too_good_for_just_anyone</c:v>
                </c:pt>
                <c:pt idx="1839">
                  <c:v>tooexplicitbandsinger</c:v>
                </c:pt>
                <c:pt idx="1840">
                  <c:v>toodamnoldformyspace</c:v>
                </c:pt>
                <c:pt idx="1841">
                  <c:v>toocooltobebeautiful</c:v>
                </c:pt>
                <c:pt idx="1842">
                  <c:v>toocoolforschool1203</c:v>
                </c:pt>
                <c:pt idx="1843">
                  <c:v>toocloseforcomfort22</c:v>
                </c:pt>
                <c:pt idx="1844">
                  <c:v>toocloseforcomfort123</c:v>
                </c:pt>
                <c:pt idx="1845">
                  <c:v>___toocloseforcomfort</c:v>
                </c:pt>
                <c:pt idx="1846">
                  <c:v>toochunkyforhollywood</c:v>
                </c:pt>
                <c:pt idx="1847">
                  <c:v>tonywillblindsideyou</c:v>
                </c:pt>
                <c:pt idx="1848">
                  <c:v>tonythegayhairdresser</c:v>
                </c:pt>
                <c:pt idx="1849">
                  <c:v>tonymotherfuckingromero</c:v>
                </c:pt>
                <c:pt idx="1850">
                  <c:v>tonyballoneandthehotdoggang</c:v>
                </c:pt>
                <c:pt idx="1851">
                  <c:v>tonyacooperphotography</c:v>
                </c:pt>
                <c:pt idx="1852">
                  <c:v>tonightinshiningarmour</c:v>
                </c:pt>
                <c:pt idx="1853">
                  <c:v>toniathesupergoddess</c:v>
                </c:pt>
                <c:pt idx="1854">
                  <c:v>tonawanda_bowling_center</c:v>
                </c:pt>
                <c:pt idx="1855">
                  <c:v>tomorrow_will_come22</c:v>
                </c:pt>
                <c:pt idx="1856">
                  <c:v>tomorrowpeoplesteven</c:v>
                </c:pt>
                <c:pt idx="1857">
                  <c:v>tomorrownevercomes13</c:v>
                </c:pt>
                <c:pt idx="1858">
                  <c:v>tomorrowmusicorchestra</c:v>
                </c:pt>
                <c:pt idx="1859">
                  <c:v>tomorrowendsinnothing</c:v>
                </c:pt>
                <c:pt idx="1860">
                  <c:v>tomorrow.comes.today</c:v>
                </c:pt>
                <c:pt idx="1861">
                  <c:v>tomahawktheleprechaun</c:v>
                </c:pt>
                <c:pt idx="1862">
                  <c:v>tolstyhei8947358584</c:v>
                </c:pt>
                <c:pt idx="1863">
                  <c:v>toiletseatphilosopher</c:v>
                </c:pt>
                <c:pt idx="1864">
                  <c:v>togetherforeveralways</c:v>
                </c:pt>
                <c:pt idx="1865">
                  <c:v>together_for_ever_200</c:v>
                </c:pt>
                <c:pt idx="1866">
                  <c:v>toenail_the_almighty</c:v>
                </c:pt>
                <c:pt idx="1867">
                  <c:v>todayyesterdaytomorrow</c:v>
                </c:pt>
                <c:pt idx="1868">
                  <c:v>today_yesterday_forever</c:v>
                </c:pt>
                <c:pt idx="1869">
                  <c:v>tobesimplycomplicated</c:v>
                </c:pt>
                <c:pt idx="1870">
                  <c:v>toasty_and_yummy_goodness</c:v>
                </c:pt>
                <c:pt idx="1871">
                  <c:v>toastingthesnowbride</c:v>
                </c:pt>
                <c:pt idx="1872">
                  <c:v>toasterstrudelhotpocket</c:v>
                </c:pt>
                <c:pt idx="1873">
                  <c:v>toadwillievanpanning</c:v>
                </c:pt>
                <c:pt idx="1874">
                  <c:v>toad_the_mushroom_boy</c:v>
                </c:pt>
                <c:pt idx="1875">
                  <c:v>titanic_1997_all_the_way</c:v>
                </c:pt>
                <c:pt idx="1876">
                  <c:v>tish_bishopville_4_life</c:v>
                </c:pt>
                <c:pt idx="1877">
                  <c:v>tireswingsandtreeclimbing</c:v>
                </c:pt>
                <c:pt idx="1878">
                  <c:v>TinytimorChillywilly</c:v>
                </c:pt>
                <c:pt idx="1879">
                  <c:v>tiny_polish_princess</c:v>
                </c:pt>
                <c:pt idx="1880">
                  <c:v>tinyhoovergirlandboy</c:v>
                </c:pt>
                <c:pt idx="1881">
                  <c:v>tiny_guy_benny_uncle</c:v>
                </c:pt>
                <c:pt idx="1882">
                  <c:v>tinyflyingtrapezegirl</c:v>
                </c:pt>
                <c:pt idx="1883">
                  <c:v>tinkerbell_whore_9_love</c:v>
                </c:pt>
                <c:pt idx="1884">
                  <c:v>tinkerbellsquarepants</c:v>
                </c:pt>
                <c:pt idx="1885">
                  <c:v>tinkerbell_spoiledbrat101</c:v>
                </c:pt>
                <c:pt idx="1886">
                  <c:v>tinkerbellsnowwhite_karly</c:v>
                </c:pt>
                <c:pt idx="1887">
                  <c:v>tinkerbellshedoesrock</c:v>
                </c:pt>
                <c:pt idx="1888">
                  <c:v>tinkerbell_princess84</c:v>
                </c:pt>
                <c:pt idx="1889">
                  <c:v>tinkerbell_princess_7</c:v>
                </c:pt>
                <c:pt idx="1890">
                  <c:v>tinkerbellprincess19</c:v>
                </c:pt>
                <c:pt idx="1891">
                  <c:v>tinkerbellprincess18</c:v>
                </c:pt>
                <c:pt idx="1892">
                  <c:v>tinkerbellmansion2593</c:v>
                </c:pt>
                <c:pt idx="1893">
                  <c:v>tinkerbellkimberly1</c:v>
                </c:pt>
                <c:pt idx="1894">
                  <c:v>tinkerbell_hello_kitty</c:v>
                </c:pt>
                <c:pt idx="1895">
                  <c:v>tinkerbell_heartbreaker</c:v>
                </c:pt>
                <c:pt idx="1896">
                  <c:v>tinkerbell_happybunny</c:v>
                </c:pt>
                <c:pt idx="1897">
                  <c:v>tinkerbell_gone_wild</c:v>
                </c:pt>
                <c:pt idx="1898">
                  <c:v>tinkerbell_girl_4life</c:v>
                </c:pt>
                <c:pt idx="1899">
                  <c:v>Tinker_bell_Flying_away</c:v>
                </c:pt>
                <c:pt idx="1900">
                  <c:v>tinkerbellfantasyfairy</c:v>
                </c:pt>
                <c:pt idx="1901">
                  <c:v>tinker_belle_babe100</c:v>
                </c:pt>
                <c:pt idx="1902">
                  <c:v>TinkerBellCutie100492</c:v>
                </c:pt>
                <c:pt idx="1903">
                  <c:v>tinkerbellcheesecake</c:v>
                </c:pt>
                <c:pt idx="1904">
                  <c:v>tinkerbell_buttercup</c:v>
                </c:pt>
                <c:pt idx="1905">
                  <c:v>tinkerbell_black_devil_11</c:v>
                </c:pt>
                <c:pt idx="1906">
                  <c:v>tinkerbella_the_bad1</c:v>
                </c:pt>
                <c:pt idx="1907">
                  <c:v>tinkerbell_101_precious</c:v>
                </c:pt>
                <c:pt idx="1908">
                  <c:v>tina_the_talking_tummy</c:v>
                </c:pt>
                <c:pt idx="1909">
                  <c:v>tina_punchbag_turner</c:v>
                </c:pt>
                <c:pt idx="1910">
                  <c:v>tina_hottieSouthCarolina</c:v>
                </c:pt>
                <c:pt idx="1911">
                  <c:v>tina_come_get_some_ham_</c:v>
                </c:pt>
                <c:pt idx="1912">
                  <c:v>tinacomegetsomedinner</c:v>
                </c:pt>
                <c:pt idx="1913">
                  <c:v>tina_anitalavalatina_</c:v>
                </c:pt>
                <c:pt idx="1914">
                  <c:v>tina_always_confused</c:v>
                </c:pt>
                <c:pt idx="1915">
                  <c:v>tim_the_toolman_taylor98</c:v>
                </c:pt>
                <c:pt idx="1916">
                  <c:v>timothyjennychristina</c:v>
                </c:pt>
                <c:pt idx="1917">
                  <c:v>timothy_bunting2001yahoo</c:v>
                </c:pt>
                <c:pt idx="1918">
                  <c:v>timmystraightfromthehood</c:v>
                </c:pt>
                <c:pt idx="1919">
                  <c:v>timmy_aka_the_blackguy</c:v>
                </c:pt>
                <c:pt idx="1920">
                  <c:v>timmotherfuckingparker</c:v>
                </c:pt>
                <c:pt idx="1921">
                  <c:v>timmay_guna_get_jiggay</c:v>
                </c:pt>
                <c:pt idx="1922">
                  <c:v>timespaceanddimension</c:v>
                </c:pt>
                <c:pt idx="1923">
                  <c:v>timelessnaturalassets</c:v>
                </c:pt>
                <c:pt idx="1924">
                  <c:v>timelessmemorystreetteam</c:v>
                </c:pt>
                <c:pt idx="1925">
                  <c:v>time_gentleman_please</c:v>
                </c:pt>
                <c:pt idx="1926">
                  <c:v>timburton_corpsebride</c:v>
                </c:pt>
                <c:pt idx="1927">
                  <c:v>timberwolvesinjersey</c:v>
                </c:pt>
                <c:pt idx="1928">
                  <c:v>timberwolfentertainment</c:v>
                </c:pt>
                <c:pt idx="1929">
                  <c:v>tim_and_mary_jane_4life</c:v>
                </c:pt>
                <c:pt idx="1930">
                  <c:v>tim_and_jenn_crickmore</c:v>
                </c:pt>
                <c:pt idx="1931">
                  <c:v>tiltleftbreezeright7</c:v>
                </c:pt>
                <c:pt idx="1932">
                  <c:v>tillyandthewallmouse</c:v>
                </c:pt>
                <c:pt idx="1933">
                  <c:v>till_the_very_end007</c:v>
                </c:pt>
                <c:pt idx="1934">
                  <c:v>tightpantswidestance</c:v>
                </c:pt>
                <c:pt idx="1935">
                  <c:v>tighthead_propforward</c:v>
                </c:pt>
                <c:pt idx="1936">
                  <c:v>tiggiethewonderkittie</c:v>
                </c:pt>
                <c:pt idx="1937">
                  <c:v>tigger_beloved_chocolate</c:v>
                </c:pt>
                <c:pt idx="1938">
                  <c:v>Tigger_Adriane_equal_love</c:v>
                </c:pt>
                <c:pt idx="1939">
                  <c:v>tigersharkproduction</c:v>
                </c:pt>
                <c:pt idx="1940">
                  <c:v>tigermaplestringband</c:v>
                </c:pt>
                <c:pt idx="1941">
                  <c:v>tigerlilyrestaurantbar</c:v>
                </c:pt>
                <c:pt idx="1942">
                  <c:v>tigerlily_downtownvenus</c:v>
                </c:pt>
                <c:pt idx="1943">
                  <c:v>tigerlily0brynn23503</c:v>
                </c:pt>
                <c:pt idx="1944">
                  <c:v>tigerlillyrealfriendsonly</c:v>
                </c:pt>
                <c:pt idx="1945">
                  <c:v>tiftrowarmyrecruiting</c:v>
                </c:pt>
                <c:pt idx="1946">
                  <c:v>tiffy_passionpartygurl</c:v>
                </c:pt>
                <c:pt idx="1947">
                  <c:v>tiffwalkerdirtytalker</c:v>
                </c:pt>
                <c:pt idx="1948">
                  <c:v>tiff_thegirlnextdoor</c:v>
                </c:pt>
                <c:pt idx="1949">
                  <c:v>tiffanyvolleyballgirlrose</c:v>
                </c:pt>
                <c:pt idx="1950">
                  <c:v>tiffanyuglyfuckinghorse</c:v>
                </c:pt>
                <c:pt idx="1951">
                  <c:v>tiffany_timmons_moss</c:v>
                </c:pt>
                <c:pt idx="1952">
                  <c:v>tiffany_the_1_dancer</c:v>
                </c:pt>
                <c:pt idx="1953">
                  <c:v>tiffanyrockshardcore</c:v>
                </c:pt>
                <c:pt idx="1954">
                  <c:v>tiffanyrachellecogan</c:v>
                </c:pt>
                <c:pt idx="1955">
                  <c:v>tiffanynicolecollins</c:v>
                </c:pt>
                <c:pt idx="1956">
                  <c:v>tiffanynewyorkpatterson</c:v>
                </c:pt>
                <c:pt idx="1957">
                  <c:v>tiffanymichellemurphy</c:v>
                </c:pt>
                <c:pt idx="1958">
                  <c:v>tiffanyinspiredjewelry</c:v>
                </c:pt>
                <c:pt idx="1959">
                  <c:v>tiffany_hottie_nicole</c:v>
                </c:pt>
                <c:pt idx="1960">
                  <c:v>tiffany_hot_biznitch</c:v>
                </c:pt>
                <c:pt idx="1961">
                  <c:v>tiffany.fuckingfresh420</c:v>
                </c:pt>
                <c:pt idx="1962">
                  <c:v>tiffanybracelet_layout</c:v>
                </c:pt>
                <c:pt idx="1963">
                  <c:v>Tiffany_and_Ashlan_Ann</c:v>
                </c:pt>
                <c:pt idx="1964">
                  <c:v>tiffanyakachunkymonkey</c:v>
                </c:pt>
                <c:pt idx="1965">
                  <c:v>tiffanimisscandygirl</c:v>
                </c:pt>
                <c:pt idx="1966">
                  <c:v>tiff_aka_miss_new_booty</c:v>
                </c:pt>
                <c:pt idx="1967">
                  <c:v>tiara_the_one_and_only</c:v>
                </c:pt>
                <c:pt idx="1968">
                  <c:v>thyworthlesssoul_fakefate</c:v>
                </c:pt>
                <c:pt idx="1969">
                  <c:v>thy_ultimate_cheater</c:v>
                </c:pt>
                <c:pt idx="1970">
                  <c:v>thy_jack_skellington</c:v>
                </c:pt>
                <c:pt idx="1971">
                  <c:v>thunder_without_sound</c:v>
                </c:pt>
                <c:pt idx="1972">
                  <c:v>thunderthroughthenight</c:v>
                </c:pt>
                <c:pt idx="1973">
                  <c:v>thunderstruckrockslive</c:v>
                </c:pt>
                <c:pt idx="1974">
                  <c:v>thunderhoofclayworks</c:v>
                </c:pt>
                <c:pt idx="1975">
                  <c:v>thunder_hockey_4ever</c:v>
                </c:pt>
                <c:pt idx="1976">
                  <c:v>thunderheartclothing</c:v>
                </c:pt>
                <c:pt idx="1977">
                  <c:v>thunderhead_streetdoc</c:v>
                </c:pt>
                <c:pt idx="1978">
                  <c:v>thundereggshopmanchester</c:v>
                </c:pt>
                <c:pt idx="1979">
                  <c:v>thunderboltgreaseslapper</c:v>
                </c:pt>
                <c:pt idx="1980">
                  <c:v>thugmoneywithhitsquad</c:v>
                </c:pt>
                <c:pt idx="1981">
                  <c:v>thugged_out_baseford</c:v>
                </c:pt>
                <c:pt idx="1982">
                  <c:v>thugchildentertainment</c:v>
                </c:pt>
                <c:pt idx="1983">
                  <c:v>thrustwhiterootsalve</c:v>
                </c:pt>
                <c:pt idx="1984">
                  <c:v>throwtimmyfromthetrain</c:v>
                </c:pt>
                <c:pt idx="1985">
                  <c:v>throwingthebalanceoff</c:v>
                </c:pt>
                <c:pt idx="1986">
                  <c:v>throwawayyourintegrity</c:v>
                </c:pt>
                <c:pt idx="1987">
                  <c:v>throughwildpastnaughty</c:v>
                </c:pt>
                <c:pt idx="1988">
                  <c:v>throughthickandthinhardcore</c:v>
                </c:pt>
                <c:pt idx="1989">
                  <c:v>throughthewindowpane</c:v>
                </c:pt>
                <c:pt idx="1990">
                  <c:v>through_the_wardrobe</c:v>
                </c:pt>
                <c:pt idx="1991">
                  <c:v>through_the_crooked_past</c:v>
                </c:pt>
                <c:pt idx="1992">
                  <c:v>throughhimallispossible</c:v>
                </c:pt>
                <c:pt idx="1993">
                  <c:v>throughandthroughout</c:v>
                </c:pt>
                <c:pt idx="1994">
                  <c:v>throttle_all_the_way</c:v>
                </c:pt>
                <c:pt idx="1995">
                  <c:v>thrillerandmanilla124</c:v>
                </c:pt>
                <c:pt idx="1996">
                  <c:v>thresholdsoundandvision</c:v>
                </c:pt>
                <c:pt idx="1997">
                  <c:v>threetimesconsecutively</c:v>
                </c:pt>
                <c:pt idx="1998">
                  <c:v>threequartersnottingham</c:v>
                </c:pt>
                <c:pt idx="1999">
                  <c:v>threequartersacoustic</c:v>
                </c:pt>
                <c:pt idx="2000">
                  <c:v>threemileislandtanning</c:v>
                </c:pt>
                <c:pt idx="2001">
                  <c:v>threehourpowershower</c:v>
                </c:pt>
                <c:pt idx="2002">
                  <c:v>thrashtrash_photography</c:v>
                </c:pt>
                <c:pt idx="2003">
                  <c:v>thrashmetalwarrior</c:v>
                </c:pt>
                <c:pt idx="2004">
                  <c:v>thrashdemolitionhardcore</c:v>
                </c:pt>
                <c:pt idx="2005">
                  <c:v>thrash2thefuckingmax</c:v>
                </c:pt>
                <c:pt idx="2006">
                  <c:v>thousanddollarwedding</c:v>
                </c:pt>
                <c:pt idx="2007">
                  <c:v>thoughtsofaunsettledmind</c:v>
                </c:pt>
                <c:pt idx="2008">
                  <c:v>thoughtsofapoeticmusician</c:v>
                </c:pt>
                <c:pt idx="2009">
                  <c:v>thoughtsofadyingatheist87</c:v>
                </c:pt>
                <c:pt idx="2010">
                  <c:v>thoughtshewouldunderstand</c:v>
                </c:pt>
                <c:pt idx="2011">
                  <c:v>thosewhohearnotmusic</c:v>
                </c:pt>
                <c:pt idx="2012">
                  <c:v>thosefallenfromgrace</c:v>
                </c:pt>
                <c:pt idx="2013">
                  <c:v>thoroughlymodernmillie2</c:v>
                </c:pt>
                <c:pt idx="2014">
                  <c:v>thoroughbredthickchick</c:v>
                </c:pt>
                <c:pt idx="2015">
                  <c:v>thongswilltakeoveryourbut</c:v>
                </c:pt>
                <c:pt idx="2016">
                  <c:v>thomasthetrainseriously</c:v>
                </c:pt>
                <c:pt idx="2017">
                  <c:v>thomas_the_tait_engine</c:v>
                </c:pt>
                <c:pt idx="2018">
                  <c:v>thomasthesouthsidelegend</c:v>
                </c:pt>
                <c:pt idx="2019">
                  <c:v>thomas_the_christian</c:v>
                </c:pt>
                <c:pt idx="2020">
                  <c:v>thomas_sandersfamily</c:v>
                </c:pt>
                <c:pt idx="2021">
                  <c:v>thomas_motorcross_rider</c:v>
                </c:pt>
                <c:pt idx="2022">
                  <c:v>thomaskennethleighton</c:v>
                </c:pt>
                <c:pt idx="2023">
                  <c:v>thomasinspirationalmusic</c:v>
                </c:pt>
                <c:pt idx="2024">
                  <c:v>thomas_doesntdrinkcoffee</c:v>
                </c:pt>
                <c:pt idx="2025">
                  <c:v>thomascampbell_peacenut</c:v>
                </c:pt>
                <c:pt idx="2026">
                  <c:v>thomas_anderson_the_one</c:v>
                </c:pt>
                <c:pt idx="2027">
                  <c:v>thomas_aka_wonderboy</c:v>
                </c:pt>
                <c:pt idx="2028">
                  <c:v>thiszombiwilldestroyyou</c:v>
                </c:pt>
                <c:pt idx="2029">
                  <c:v>this_your_girl_kiekie</c:v>
                </c:pt>
                <c:pt idx="2030">
                  <c:v>thisyourcaptainspeaking</c:v>
                </c:pt>
                <c:pt idx="2031">
                  <c:v>thiswontmatteranyway</c:v>
                </c:pt>
                <c:pt idx="2032">
                  <c:v>thiswasmadeforavideo</c:v>
                </c:pt>
                <c:pt idx="2033">
                  <c:v>this_view_from_heaven</c:v>
                </c:pt>
                <c:pt idx="2034">
                  <c:v>this_time_its_goodbye</c:v>
                </c:pt>
                <c:pt idx="2035">
                  <c:v>thisthugfoundtruelove</c:v>
                </c:pt>
                <c:pt idx="2036">
                  <c:v>thisthingdoesnotwork</c:v>
                </c:pt>
                <c:pt idx="2037">
                  <c:v>this_space_left_blank</c:v>
                </c:pt>
                <c:pt idx="2038">
                  <c:v>this_space_for_rent10</c:v>
                </c:pt>
                <c:pt idx="2039">
                  <c:v>thissolidbondwontbreak</c:v>
                </c:pt>
                <c:pt idx="2040">
                  <c:v>thisslippedinjection</c:v>
                </c:pt>
                <c:pt idx="2041">
                  <c:v>this_shirt_off_priceless</c:v>
                </c:pt>
                <c:pt idx="2042">
                  <c:v>thisromanticheartbreak</c:v>
                </c:pt>
                <c:pt idx="2043">
                  <c:v>thispresentdarkness27</c:v>
                </c:pt>
                <c:pt idx="2044">
                  <c:v>this_name_aint_available</c:v>
                </c:pt>
                <c:pt idx="2045">
                  <c:v>thismighthurtsomeone</c:v>
                </c:pt>
                <c:pt idx="2046">
                  <c:v>this_may_never_start</c:v>
                </c:pt>
                <c:pt idx="2047">
                  <c:v>this_love_will_never_fade</c:v>
                </c:pt>
                <c:pt idx="2048">
                  <c:v>thislilgurlstayfresh</c:v>
                </c:pt>
                <c:pt idx="2049">
                  <c:v>thisinfinitestruggle</c:v>
                </c:pt>
                <c:pt idx="2050">
                  <c:v>this_humanoid_typhoon</c:v>
                </c:pt>
                <c:pt idx="2051">
                  <c:v>thisdoesntreallymatter</c:v>
                </c:pt>
                <c:pt idx="2052">
                  <c:v>thisdoesntmeananything</c:v>
                </c:pt>
                <c:pt idx="2053">
                  <c:v>this_cutie_can_dance</c:v>
                </c:pt>
                <c:pt idx="2054">
                  <c:v>thiscuriositycomplex</c:v>
                </c:pt>
                <c:pt idx="2055">
                  <c:v>thiscouldgethecticmate</c:v>
                </c:pt>
                <c:pt idx="2056">
                  <c:v>thischerryyouwilltaste</c:v>
                </c:pt>
                <c:pt idx="2057">
                  <c:v>thisbrightpilgrimage</c:v>
                </c:pt>
                <c:pt idx="2058">
                  <c:v>thisbloodyoathclothing</c:v>
                </c:pt>
                <c:pt idx="2059">
                  <c:v>thisbeautifultragedy</c:v>
                </c:pt>
                <c:pt idx="2060">
                  <c:v>this_beautiful_letdown</c:v>
                </c:pt>
                <c:pt idx="2061">
                  <c:v>this_beautiful_disaster_</c:v>
                </c:pt>
                <c:pt idx="2062">
                  <c:v>thisbeautifuldaymusic</c:v>
                </c:pt>
                <c:pt idx="2063">
                  <c:v>thisbeatingheartsbaby</c:v>
                </c:pt>
                <c:pt idx="2064">
                  <c:v>thisbaronhomicidesituation</c:v>
                </c:pt>
                <c:pt idx="2065">
                  <c:v>thirtydollarcreamcheese</c:v>
                </c:pt>
                <c:pt idx="2066">
                  <c:v>thirteenthfloortheband</c:v>
                </c:pt>
                <c:pt idx="2067">
                  <c:v>thirteenten_worldwide</c:v>
                </c:pt>
                <c:pt idx="2068">
                  <c:v>thirsting_for_revenge</c:v>
                </c:pt>
                <c:pt idx="2069">
                  <c:v>thirdtimesthecharm24</c:v>
                </c:pt>
                <c:pt idx="2070">
                  <c:v>thirdstonehendrixtribute</c:v>
                </c:pt>
                <c:pt idx="2071">
                  <c:v>thirdmoonfromjupiter</c:v>
                </c:pt>
                <c:pt idx="2072">
                  <c:v>thirdlittlebirdlostboy</c:v>
                </c:pt>
                <c:pt idx="2073">
                  <c:v>thirdlayout4time2dance</c:v>
                </c:pt>
                <c:pt idx="2074">
                  <c:v>thirdgenerationcollective</c:v>
                </c:pt>
                <c:pt idx="2075">
                  <c:v>thirdcoastunderground</c:v>
                </c:pt>
                <c:pt idx="2076">
                  <c:v>thinking_about_you_babe</c:v>
                </c:pt>
                <c:pt idx="2077">
                  <c:v>thinkerbell_stays_cute</c:v>
                </c:pt>
                <c:pt idx="2078">
                  <c:v>think_big_vote_small</c:v>
                </c:pt>
                <c:pt idx="2079">
                  <c:v>thinkbeforeyouspeakband</c:v>
                </c:pt>
                <c:pt idx="2080">
                  <c:v>think_before_you_speak</c:v>
                </c:pt>
                <c:pt idx="2081">
                  <c:v>think_before_speaking</c:v>
                </c:pt>
                <c:pt idx="2082">
                  <c:v>thingshaveneverbeenbetter</c:v>
                </c:pt>
                <c:pt idx="2083">
                  <c:v>thickyellowlastnamebrown</c:v>
                </c:pt>
                <c:pt idx="2084">
                  <c:v>thicksweetlikejiffy1</c:v>
                </c:pt>
                <c:pt idx="2085">
                  <c:v>thick_new_york_chick</c:v>
                </c:pt>
                <c:pt idx="2086">
                  <c:v>thickjuicyanddelicious</c:v>
                </c:pt>
                <c:pt idx="2087">
                  <c:v>thickdickmushroomtip</c:v>
                </c:pt>
                <c:pt idx="2088">
                  <c:v>thick_and_sexy_andrea</c:v>
                </c:pt>
                <c:pt idx="2089">
                  <c:v>thezombiehuntingsquad</c:v>
                </c:pt>
                <c:pt idx="2090">
                  <c:v>the_zombie_duck_roadshow</c:v>
                </c:pt>
                <c:pt idx="2091">
                  <c:v>thezionistconspiracy</c:v>
                </c:pt>
                <c:pt idx="2092">
                  <c:v>theywouldmakeyournamesing</c:v>
                </c:pt>
                <c:pt idx="2093">
                  <c:v>they_welcome_sabotage</c:v>
                </c:pt>
                <c:pt idx="2094">
                  <c:v>theytellmeimonecoolsob</c:v>
                </c:pt>
                <c:pt idx="2095">
                  <c:v>theyre_only_chasin_safety</c:v>
                </c:pt>
                <c:pt idx="2096">
                  <c:v>theyoungprofessional</c:v>
                </c:pt>
                <c:pt idx="2097">
                  <c:v>theyoungmenarerestless</c:v>
                </c:pt>
                <c:pt idx="2098">
                  <c:v>theyoungentrepreneur</c:v>
                </c:pt>
                <c:pt idx="2099">
                  <c:v>theyhavealwaysbeenthere</c:v>
                </c:pt>
                <c:pt idx="2100">
                  <c:v>they_fucking_love_that</c:v>
                </c:pt>
                <c:pt idx="2101">
                  <c:v>theyellowlighttheory</c:v>
                </c:pt>
                <c:pt idx="2102">
                  <c:v>theyellowishsummerevening</c:v>
                </c:pt>
                <c:pt idx="2103">
                  <c:v>theyellowbananapeople</c:v>
                </c:pt>
                <c:pt idx="2104">
                  <c:v>theyellowandgreenlidtops</c:v>
                </c:pt>
                <c:pt idx="2105">
                  <c:v>they_dont_understand</c:v>
                </c:pt>
                <c:pt idx="2106">
                  <c:v>theyclappedforjessica</c:v>
                </c:pt>
                <c:pt idx="2107">
                  <c:v>theycamefromplanet13</c:v>
                </c:pt>
                <c:pt idx="2108">
                  <c:v>theycallyourfailuresart</c:v>
                </c:pt>
                <c:pt idx="2109">
                  <c:v>theworldoutsideyourwindow</c:v>
                </c:pt>
                <c:pt idx="2110">
                  <c:v>theworldmetalalliance</c:v>
                </c:pt>
                <c:pt idx="2111">
                  <c:v>theworldhustlerchampion</c:v>
                </c:pt>
                <c:pt idx="2112">
                  <c:v>theworldcamecrashingdown</c:v>
                </c:pt>
                <c:pt idx="2113">
                  <c:v>theworldawaitsonline</c:v>
                </c:pt>
                <c:pt idx="2114">
                  <c:v>theworksrecordingstudio</c:v>
                </c:pt>
                <c:pt idx="2115">
                  <c:v>thewonderfulshelbyjane</c:v>
                </c:pt>
                <c:pt idx="2116">
                  <c:v>the_wonderful_disaster</c:v>
                </c:pt>
                <c:pt idx="2117">
                  <c:v>the_wonderful_babyboo</c:v>
                </c:pt>
                <c:pt idx="2118">
                  <c:v>thewitnessturntablist</c:v>
                </c:pt>
                <c:pt idx="2119">
                  <c:v>the_willie_jake_show</c:v>
                </c:pt>
                <c:pt idx="2120">
                  <c:v>the_willber_experience</c:v>
                </c:pt>
                <c:pt idx="2121">
                  <c:v>thewicketshitwillneverdie</c:v>
                </c:pt>
                <c:pt idx="2122">
                  <c:v>thewickedsilentknight</c:v>
                </c:pt>
                <c:pt idx="2123">
                  <c:v>the_whole_world_will_die</c:v>
                </c:pt>
                <c:pt idx="2124">
                  <c:v>thewhitespotteddemon</c:v>
                </c:pt>
                <c:pt idx="2125">
                  <c:v>the_white_power_ranger</c:v>
                </c:pt>
                <c:pt idx="2126">
                  <c:v>thewhitelightningriot</c:v>
                </c:pt>
                <c:pt idx="2127">
                  <c:v>thewhitekillerlobster</c:v>
                </c:pt>
                <c:pt idx="2128">
                  <c:v>thewhiteguythatcandance</c:v>
                </c:pt>
                <c:pt idx="2129">
                  <c:v>thewhitecoffinterrorlive</c:v>
                </c:pt>
                <c:pt idx="2130">
                  <c:v>the_whirlwind_lancer</c:v>
                </c:pt>
                <c:pt idx="2131">
                  <c:v>the_westville_footstomper</c:v>
                </c:pt>
                <c:pt idx="2132">
                  <c:v>the_west_island_princess</c:v>
                </c:pt>
                <c:pt idx="2133">
                  <c:v>the_weeping_guitarist</c:v>
                </c:pt>
                <c:pt idx="2134">
                  <c:v>theweddingnightdrummer</c:v>
                </c:pt>
                <c:pt idx="2135">
                  <c:v>theweddingandeventplanner</c:v>
                </c:pt>
                <c:pt idx="2136">
                  <c:v>theweatherreportmusic</c:v>
                </c:pt>
                <c:pt idx="2137">
                  <c:v>theweaselrunsatmidnight</c:v>
                </c:pt>
                <c:pt idx="2138">
                  <c:v>thewashingmachinedrier</c:v>
                </c:pt>
                <c:pt idx="2139">
                  <c:v>thewaltersmithproject</c:v>
                </c:pt>
                <c:pt idx="2140">
                  <c:v>thewalkmenawesomeness</c:v>
                </c:pt>
                <c:pt idx="2141">
                  <c:v>thewackywavinginflatablearmflailingtubemen</c:v>
                </c:pt>
                <c:pt idx="2142">
                  <c:v>the_volleyball_queen</c:v>
                </c:pt>
                <c:pt idx="2143">
                  <c:v>thevolatiledimension</c:v>
                </c:pt>
                <c:pt idx="2144">
                  <c:v>the_visual_sound_scope</c:v>
                </c:pt>
                <c:pt idx="2145">
                  <c:v>the_vintage_princess</c:v>
                </c:pt>
                <c:pt idx="2146">
                  <c:v>thevillagehornsection</c:v>
                </c:pt>
                <c:pt idx="2147">
                  <c:v>thevillagegreenpreservationsociety</c:v>
                </c:pt>
                <c:pt idx="2148">
                  <c:v>thevesperianconstruct</c:v>
                </c:pt>
                <c:pt idx="2149">
                  <c:v>the_very_important_person</c:v>
                </c:pt>
                <c:pt idx="2150">
                  <c:v>thevelvetundergroundmusic</c:v>
                </c:pt>
                <c:pt idx="2151">
                  <c:v>thevanityaffairmusic</c:v>
                </c:pt>
                <c:pt idx="2152">
                  <c:v>thevanityaffairgroup</c:v>
                </c:pt>
                <c:pt idx="2153">
                  <c:v>_the_vampire_slayer_</c:v>
                </c:pt>
                <c:pt idx="2154">
                  <c:v>thevagabondwillalwayslive</c:v>
                </c:pt>
                <c:pt idx="2155">
                  <c:v>theusuallusciousbeat</c:v>
                </c:pt>
                <c:pt idx="2156">
                  <c:v>theusualexistentialcrisis</c:v>
                </c:pt>
                <c:pt idx="2157">
                  <c:v>theurbanintellectual</c:v>
                </c:pt>
                <c:pt idx="2158">
                  <c:v>theuntruckablemudhole</c:v>
                </c:pt>
                <c:pt idx="2159">
                  <c:v>theuntraveledtravelguy</c:v>
                </c:pt>
                <c:pt idx="2160">
                  <c:v>theuntouchablehitman</c:v>
                </c:pt>
                <c:pt idx="2161">
                  <c:v>theuntouchable_angel</c:v>
                </c:pt>
                <c:pt idx="2162">
                  <c:v>theuntitledandunloved</c:v>
                </c:pt>
                <c:pt idx="2163">
                  <c:v>the_unsuspecting_victim</c:v>
                </c:pt>
                <c:pt idx="2164">
                  <c:v>the_unstoppable_playa</c:v>
                </c:pt>
                <c:pt idx="2165">
                  <c:v>theunspokenconscience</c:v>
                </c:pt>
                <c:pt idx="2166">
                  <c:v>theunsinkablemissevy</c:v>
                </c:pt>
                <c:pt idx="2167">
                  <c:v>theunpredictablechick</c:v>
                </c:pt>
                <c:pt idx="2168">
                  <c:v>theunknownshadow200</c:v>
                </c:pt>
                <c:pt idx="2169">
                  <c:v>the_unknown_darkness</c:v>
                </c:pt>
                <c:pt idx="2170">
                  <c:v>the_unknown_bestfriend</c:v>
                </c:pt>
                <c:pt idx="2171">
                  <c:v>theuniversalmindsocket</c:v>
                </c:pt>
                <c:pt idx="2172">
                  <c:v>theuniversalindicator</c:v>
                </c:pt>
                <c:pt idx="2173">
                  <c:v>theunicornrainbowconnection</c:v>
                </c:pt>
                <c:pt idx="2174">
                  <c:v>theunicorndictionary</c:v>
                </c:pt>
                <c:pt idx="2175">
                  <c:v>theunforgivenaggression</c:v>
                </c:pt>
                <c:pt idx="2176">
                  <c:v>theunforgivabletouch</c:v>
                </c:pt>
                <c:pt idx="2177">
                  <c:v>the_unforgetable_sinner</c:v>
                </c:pt>
                <c:pt idx="2178">
                  <c:v>theunforgetableforgotten</c:v>
                </c:pt>
                <c:pt idx="2179">
                  <c:v>the_unforeseen_crisis</c:v>
                </c:pt>
                <c:pt idx="2180">
                  <c:v>theunforecastedstorm</c:v>
                </c:pt>
                <c:pt idx="2181">
                  <c:v>theunfinishedsympathy</c:v>
                </c:pt>
                <c:pt idx="2182">
                  <c:v>theunfinishedstory9</c:v>
                </c:pt>
                <c:pt idx="2183">
                  <c:v>the_unexpected_fellow</c:v>
                </c:pt>
                <c:pt idx="2184">
                  <c:v>the_unexamined_life_09</c:v>
                </c:pt>
                <c:pt idx="2185">
                  <c:v>the_undisputed_prince</c:v>
                </c:pt>
                <c:pt idx="2186">
                  <c:v>theundertonerockmusic</c:v>
                </c:pt>
                <c:pt idx="2187">
                  <c:v>theunderstandingbitch</c:v>
                </c:pt>
                <c:pt idx="2188">
                  <c:v>theunderlyingweakness</c:v>
                </c:pt>
                <c:pt idx="2189">
                  <c:v>the_underlying_reason</c:v>
                </c:pt>
                <c:pt idx="2190">
                  <c:v>theundergroundsundown</c:v>
                </c:pt>
                <c:pt idx="2191">
                  <c:v>theundergroundsoundmag</c:v>
                </c:pt>
                <c:pt idx="2192">
                  <c:v>theundergroundpriest</c:v>
                </c:pt>
                <c:pt idx="2193">
                  <c:v>theundergroundnation</c:v>
                </c:pt>
                <c:pt idx="2194">
                  <c:v>theundergroundhustle</c:v>
                </c:pt>
                <c:pt idx="2195">
                  <c:v>theundergroundconcrete</c:v>
                </c:pt>
                <c:pt idx="2196">
                  <c:v>the_undercover_anti_snob</c:v>
                </c:pt>
                <c:pt idx="2197">
                  <c:v>theundecidedrockband</c:v>
                </c:pt>
                <c:pt idx="2198">
                  <c:v>theundecidedpunkrock</c:v>
                </c:pt>
                <c:pt idx="2199">
                  <c:v>theunclebillroachband</c:v>
                </c:pt>
                <c:pt idx="2200">
                  <c:v>theunbreakableaddictionrock</c:v>
                </c:pt>
                <c:pt idx="2201">
                  <c:v>theunbelievablecinematiccrash</c:v>
                </c:pt>
                <c:pt idx="2202">
                  <c:v>theultravioletlimbardis</c:v>
                </c:pt>
                <c:pt idx="2203">
                  <c:v>theultimatetrancealbum</c:v>
                </c:pt>
                <c:pt idx="2204">
                  <c:v>theultimatestackingadventure</c:v>
                </c:pt>
                <c:pt idx="2205">
                  <c:v>theultimatepinkprincess</c:v>
                </c:pt>
                <c:pt idx="2206">
                  <c:v>theultimatepimpingpirate</c:v>
                </c:pt>
                <c:pt idx="2207">
                  <c:v>the_ultimate_outcast</c:v>
                </c:pt>
                <c:pt idx="2208">
                  <c:v>theultimatenightmare</c:v>
                </c:pt>
                <c:pt idx="2209">
                  <c:v>theultimatemoneymaker</c:v>
                </c:pt>
                <c:pt idx="2210">
                  <c:v>theultimatelostromantic</c:v>
                </c:pt>
                <c:pt idx="2211">
                  <c:v>theultimatelifeguard</c:v>
                </c:pt>
                <c:pt idx="2212">
                  <c:v>the_ultimate_life_form</c:v>
                </c:pt>
                <c:pt idx="2213">
                  <c:v>the__ultimate__life__form</c:v>
                </c:pt>
                <c:pt idx="2214">
                  <c:v>theultimateforumtocome</c:v>
                </c:pt>
                <c:pt idx="2215">
                  <c:v>theultimatefisherman</c:v>
                </c:pt>
                <c:pt idx="2216">
                  <c:v>theultimatechickband</c:v>
                </c:pt>
                <c:pt idx="2217">
                  <c:v>the_udder_conspiracy_theo</c:v>
                </c:pt>
                <c:pt idx="2218">
                  <c:v>theturtlegottherefirst</c:v>
                </c:pt>
                <c:pt idx="2219">
                  <c:v>thetruthdoesntexist247</c:v>
                </c:pt>
                <c:pt idx="2220">
                  <c:v>thetruthbehindgreatness</c:v>
                </c:pt>
                <c:pt idx="2221">
                  <c:v>thetruthaboutstrange</c:v>
                </c:pt>
                <c:pt idx="2222">
                  <c:v>thetruth07now_you_know</c:v>
                </c:pt>
                <c:pt idx="2223">
                  <c:v>the_true_ghost_rider</c:v>
                </c:pt>
                <c:pt idx="2224">
                  <c:v>the_true_fruity_pebble</c:v>
                </c:pt>
                <c:pt idx="2225">
                  <c:v>thetrueerinkatherine</c:v>
                </c:pt>
                <c:pt idx="2226">
                  <c:v>thetrueblueeyeddevil</c:v>
                </c:pt>
                <c:pt idx="2227">
                  <c:v>the_true_beauty_within</c:v>
                </c:pt>
                <c:pt idx="2228">
                  <c:v>thetripoddrinkingcompany</c:v>
                </c:pt>
                <c:pt idx="2229">
                  <c:v>the_trickster_priest</c:v>
                </c:pt>
                <c:pt idx="2230">
                  <c:v>thetremblingbluestar2</c:v>
                </c:pt>
                <c:pt idx="2231">
                  <c:v>thetraviscountyuprising</c:v>
                </c:pt>
                <c:pt idx="2232">
                  <c:v>the_travelling_lemon</c:v>
                </c:pt>
                <c:pt idx="2233">
                  <c:v>thetransportassembly</c:v>
                </c:pt>
                <c:pt idx="2234">
                  <c:v>thetranquilcogitator</c:v>
                </c:pt>
                <c:pt idx="2235">
                  <c:v>thetrackteammusicandsound</c:v>
                </c:pt>
                <c:pt idx="2236">
                  <c:v>thetonyrichprojectofficial</c:v>
                </c:pt>
                <c:pt idx="2237">
                  <c:v>thetommykippingexperience</c:v>
                </c:pt>
                <c:pt idx="2238">
                  <c:v>the_token_black_guy1</c:v>
                </c:pt>
                <c:pt idx="2239">
                  <c:v>thetinfoilhatsociety</c:v>
                </c:pt>
                <c:pt idx="2240">
                  <c:v>thetightwoundbitchstar</c:v>
                </c:pt>
                <c:pt idx="2241">
                  <c:v>thetightpantsmassacre</c:v>
                </c:pt>
                <c:pt idx="2242">
                  <c:v>theticallionstallion</c:v>
                </c:pt>
                <c:pt idx="2243">
                  <c:v>thethreethatstayedhood</c:v>
                </c:pt>
                <c:pt idx="2244">
                  <c:v>thethreemusketeerspa</c:v>
                </c:pt>
                <c:pt idx="2245">
                  <c:v>thethreeamigosstrikeback</c:v>
                </c:pt>
                <c:pt idx="2246">
                  <c:v>thethreeamigosfrompittsburgh</c:v>
                </c:pt>
                <c:pt idx="2247">
                  <c:v>the_thrash_metal_king</c:v>
                </c:pt>
                <c:pt idx="2248">
                  <c:v>thethirteenthtimezone</c:v>
                </c:pt>
                <c:pt idx="2249">
                  <c:v>thethirstyturtlestamford</c:v>
                </c:pt>
                <c:pt idx="2250">
                  <c:v>thetentsofasleepingarmy</c:v>
                </c:pt>
                <c:pt idx="2251">
                  <c:v>thetemptingmandywilson</c:v>
                </c:pt>
                <c:pt idx="2252">
                  <c:v>thetemperamentalgoat</c:v>
                </c:pt>
                <c:pt idx="2253">
                  <c:v>theteenagefallsessions</c:v>
                </c:pt>
                <c:pt idx="2254">
                  <c:v>thetattoounderground</c:v>
                </c:pt>
                <c:pt idx="2255">
                  <c:v>the_tapes_other_side</c:v>
                </c:pt>
                <c:pt idx="2256">
                  <c:v>thetallahasseenative</c:v>
                </c:pt>
                <c:pt idx="2257">
                  <c:v>thetalentedmistergreen</c:v>
                </c:pt>
                <c:pt idx="2258">
                  <c:v>thetabloidjournalistfiasco</c:v>
                </c:pt>
                <c:pt idx="2259">
                  <c:v>theswordthatwasbroken</c:v>
                </c:pt>
                <c:pt idx="2260">
                  <c:v>thesweetmeatloveandholycult</c:v>
                </c:pt>
                <c:pt idx="2261">
                  <c:v>thesweetgingershow0</c:v>
                </c:pt>
                <c:pt idx="2262">
                  <c:v>thesweetfreshmanlife</c:v>
                </c:pt>
                <c:pt idx="2263">
                  <c:v>thesweetandinnocentone</c:v>
                </c:pt>
                <c:pt idx="2264">
                  <c:v>thesweatervestmovement</c:v>
                </c:pt>
                <c:pt idx="2265">
                  <c:v>theswankygoosespirateship</c:v>
                </c:pt>
                <c:pt idx="2266">
                  <c:v>thesurfriderfoundation</c:v>
                </c:pt>
                <c:pt idx="2267">
                  <c:v>the_supreme_overlord</c:v>
                </c:pt>
                <c:pt idx="2268">
                  <c:v>thesupremedynamicduo</c:v>
                </c:pt>
                <c:pt idx="2269">
                  <c:v>thesuperstartradesman1</c:v>
                </c:pt>
                <c:pt idx="2270">
                  <c:v>the_superstar_tradesman</c:v>
                </c:pt>
                <c:pt idx="2271">
                  <c:v>thesupermothereffingrobot</c:v>
                </c:pt>
                <c:pt idx="2272">
                  <c:v>thesuperiorjakesmith</c:v>
                </c:pt>
                <c:pt idx="2273">
                  <c:v>thesuperhottestmusic2005</c:v>
                </c:pt>
                <c:pt idx="2274">
                  <c:v>thesuperhappyfuntimesquad</c:v>
                </c:pt>
                <c:pt idx="2275">
                  <c:v>thesuperfreshpowersquad</c:v>
                </c:pt>
                <c:pt idx="2276">
                  <c:v>thesuperfreakmindmeltdown</c:v>
                </c:pt>
                <c:pt idx="2277">
                  <c:v>thesuperfreak1235335</c:v>
                </c:pt>
                <c:pt idx="2278">
                  <c:v>the_super_amazing_puff</c:v>
                </c:pt>
                <c:pt idx="2279">
                  <c:v>the_sun_tan_superman</c:v>
                </c:pt>
                <c:pt idx="2280">
                  <c:v>thesunnydaycoalition</c:v>
                </c:pt>
                <c:pt idx="2281">
                  <c:v>thesunneverstopssetting</c:v>
                </c:pt>
                <c:pt idx="2282">
                  <c:v>thesummoneranimasola</c:v>
                </c:pt>
                <c:pt idx="2283">
                  <c:v>thesummitstudentministry</c:v>
                </c:pt>
                <c:pt idx="2284">
                  <c:v>thesummerproject200</c:v>
                </c:pt>
                <c:pt idx="2285">
                  <c:v>thesuicidejournalist</c:v>
                </c:pt>
                <c:pt idx="2286">
                  <c:v>thesuicideassistancesquad</c:v>
                </c:pt>
                <c:pt idx="2287">
                  <c:v>thesuicidaljellybaby</c:v>
                </c:pt>
                <c:pt idx="2288">
                  <c:v>thesuffocatingnightmare</c:v>
                </c:pt>
                <c:pt idx="2289">
                  <c:v>thesubmissionmusician</c:v>
                </c:pt>
                <c:pt idx="2290">
                  <c:v>thestrychninequintet</c:v>
                </c:pt>
                <c:pt idx="2291">
                  <c:v>the_struggling_artist</c:v>
                </c:pt>
                <c:pt idx="2292">
                  <c:v>thestrollinghospitaler</c:v>
                </c:pt>
                <c:pt idx="2293">
                  <c:v>the_street_wise_pussy</c:v>
                </c:pt>
                <c:pt idx="2294">
                  <c:v>thestratonexperience</c:v>
                </c:pt>
                <c:pt idx="2295">
                  <c:v>thestraininteractivemag</c:v>
                </c:pt>
                <c:pt idx="2296">
                  <c:v>thestraightrazorriot</c:v>
                </c:pt>
                <c:pt idx="2297">
                  <c:v>thestorytellingprincess</c:v>
                </c:pt>
                <c:pt idx="2298">
                  <c:v>thestorybehindnumber11</c:v>
                </c:pt>
                <c:pt idx="2299">
                  <c:v>thestormentertainment</c:v>
                </c:pt>
                <c:pt idx="2300">
                  <c:v>thestockholmunderground</c:v>
                </c:pt>
                <c:pt idx="2301">
                  <c:v>thestitchandframeshop</c:v>
                </c:pt>
                <c:pt idx="2302">
                  <c:v>thestilettoformal123</c:v>
                </c:pt>
                <c:pt idx="2303">
                  <c:v>thestevenhawkingexperience</c:v>
                </c:pt>
                <c:pt idx="2304">
                  <c:v>thestephenfriedmanexperience</c:v>
                </c:pt>
                <c:pt idx="2305">
                  <c:v>thesteelscreamproject</c:v>
                </c:pt>
                <c:pt idx="2306">
                  <c:v>the_starburst_mistress</c:v>
                </c:pt>
                <c:pt idx="2307">
                  <c:v>thestandardlampsessions</c:v>
                </c:pt>
                <c:pt idx="2308">
                  <c:v>thestaffingauthority</c:v>
                </c:pt>
                <c:pt idx="2309">
                  <c:v>thesquirrelswillgetyou</c:v>
                </c:pt>
                <c:pt idx="2310">
                  <c:v>thesquirrelstalktome</c:v>
                </c:pt>
                <c:pt idx="2311">
                  <c:v>thespringminedisaster</c:v>
                </c:pt>
                <c:pt idx="2312">
                  <c:v>thespringfieldrockfest3</c:v>
                </c:pt>
                <c:pt idx="2313">
                  <c:v>thespringfallconspiracy</c:v>
                </c:pt>
                <c:pt idx="2314">
                  <c:v>the_spreading_disease</c:v>
                </c:pt>
                <c:pt idx="2315">
                  <c:v>the_spitfire_you_fear</c:v>
                </c:pt>
                <c:pt idx="2316">
                  <c:v>the_spiritual_knight</c:v>
                </c:pt>
                <c:pt idx="2317">
                  <c:v>thespiritualgangster</c:v>
                </c:pt>
                <c:pt idx="2318">
                  <c:v>thespectacularwarrior</c:v>
                </c:pt>
                <c:pt idx="2319">
                  <c:v>thespacethatgodbuilt</c:v>
                </c:pt>
                <c:pt idx="2320">
                  <c:v>thespaceforlonelypeople</c:v>
                </c:pt>
                <c:pt idx="2321">
                  <c:v>thesouthwillriseagain89</c:v>
                </c:pt>
                <c:pt idx="2322">
                  <c:v>thesouthwillriseagain9</c:v>
                </c:pt>
                <c:pt idx="2323">
                  <c:v>TheSouthWillRiseAgain2010</c:v>
                </c:pt>
                <c:pt idx="2324">
                  <c:v>thesouthwillraiseagain</c:v>
                </c:pt>
                <c:pt idx="2325">
                  <c:v>the_south_will_arise_101</c:v>
                </c:pt>
                <c:pt idx="2326">
                  <c:v>thesouthjerseyfolkrevival</c:v>
                </c:pt>
                <c:pt idx="2327">
                  <c:v>thesounddistillation</c:v>
                </c:pt>
                <c:pt idx="2328">
                  <c:v>thesoundcheckexplosion</c:v>
                </c:pt>
                <c:pt idx="2329">
                  <c:v>thesophomorejinxgent</c:v>
                </c:pt>
                <c:pt idx="2330">
                  <c:v>the_sophisticate_mag</c:v>
                </c:pt>
                <c:pt idx="2331">
                  <c:v>thesoontobearchitect</c:v>
                </c:pt>
                <c:pt idx="2332">
                  <c:v>thesonnymoormangroup</c:v>
                </c:pt>
                <c:pt idx="2333">
                  <c:v>thesoloretrospective</c:v>
                </c:pt>
                <c:pt idx="2334">
                  <c:v>the_solitary_mayfield</c:v>
                </c:pt>
                <c:pt idx="2335">
                  <c:v>thesolidstateproject</c:v>
                </c:pt>
                <c:pt idx="2336">
                  <c:v>the_soccer_playing_chino</c:v>
                </c:pt>
                <c:pt idx="2337">
                  <c:v>thesmokingdogriverview</c:v>
                </c:pt>
                <c:pt idx="2338">
                  <c:v>thesmokingappreciationsoc</c:v>
                </c:pt>
                <c:pt idx="2339">
                  <c:v>thesmokestackorchestra</c:v>
                </c:pt>
                <c:pt idx="2340">
                  <c:v>thesmileprettyfiringsquad</c:v>
                </c:pt>
                <c:pt idx="2341">
                  <c:v>thesmalltowndisaster</c:v>
                </c:pt>
                <c:pt idx="2342">
                  <c:v>the_small_hufflepuff</c:v>
                </c:pt>
                <c:pt idx="2343">
                  <c:v>theslipknotaddiction</c:v>
                </c:pt>
                <c:pt idx="2344">
                  <c:v>thesleepysoundsoftown</c:v>
                </c:pt>
                <c:pt idx="2345">
                  <c:v>thesleepwalkingprincess</c:v>
                </c:pt>
                <c:pt idx="2346">
                  <c:v>thesleepandmemoryfader</c:v>
                </c:pt>
                <c:pt idx="2347">
                  <c:v>the_sky_aint_always_blue</c:v>
                </c:pt>
                <c:pt idx="2348">
                  <c:v>theskidmorebandersnatchers</c:v>
                </c:pt>
                <c:pt idx="2349">
                  <c:v>the_skatepunk_penguin</c:v>
                </c:pt>
                <c:pt idx="2350">
                  <c:v>theskateboardindustry</c:v>
                </c:pt>
                <c:pt idx="2351">
                  <c:v>theskateboardhimself</c:v>
                </c:pt>
                <c:pt idx="2352">
                  <c:v>thesixtybilliondollarman</c:v>
                </c:pt>
                <c:pt idx="2353">
                  <c:v>thesixmilliondollarband</c:v>
                </c:pt>
                <c:pt idx="2354">
                  <c:v>thesituationcommittee</c:v>
                </c:pt>
                <c:pt idx="2355">
                  <c:v>thesingersongwriter202</c:v>
                </c:pt>
                <c:pt idx="2356">
                  <c:v>the_simpsons_ralph_wiggum</c:v>
                </c:pt>
                <c:pt idx="2357">
                  <c:v>thesimpsonsareyellow</c:v>
                </c:pt>
                <c:pt idx="2358">
                  <c:v>the_simpson_fanatic_page</c:v>
                </c:pt>
                <c:pt idx="2359">
                  <c:v>the_simpson_collector</c:v>
                </c:pt>
                <c:pt idx="2360">
                  <c:v>thesilverdollarstory</c:v>
                </c:pt>
                <c:pt idx="2361">
                  <c:v>thesilentprogression</c:v>
                </c:pt>
                <c:pt idx="2362">
                  <c:v>the_silent_one_alive</c:v>
                </c:pt>
                <c:pt idx="2363">
                  <c:v>thesignmanconspiracy</c:v>
                </c:pt>
                <c:pt idx="2364">
                  <c:v>thesideshowconnectsite</c:v>
                </c:pt>
                <c:pt idx="2365">
                  <c:v>the_sickness_must_end</c:v>
                </c:pt>
                <c:pt idx="2366">
                  <c:v>the_show_stopper_drew</c:v>
                </c:pt>
                <c:pt idx="2367">
                  <c:v>theshomaxloveconnection</c:v>
                </c:pt>
                <c:pt idx="2368">
                  <c:v>theshaunsibbesproject</c:v>
                </c:pt>
                <c:pt idx="2369">
                  <c:v>theshallowheartsclub</c:v>
                </c:pt>
                <c:pt idx="2370">
                  <c:v>theshakespeareanprimate</c:v>
                </c:pt>
                <c:pt idx="2371">
                  <c:v>theshadyrumorbandsite</c:v>
                </c:pt>
                <c:pt idx="2372">
                  <c:v>the_shadow_dark_link</c:v>
                </c:pt>
                <c:pt idx="2373">
                  <c:v>the_sexybeast_nextdoor</c:v>
                </c:pt>
                <c:pt idx="2374">
                  <c:v>the_sexual_revolution</c:v>
                </c:pt>
                <c:pt idx="2375">
                  <c:v>thesethingsarewaygay</c:v>
                </c:pt>
                <c:pt idx="2376">
                  <c:v>thesesleepingdogswontlie</c:v>
                </c:pt>
                <c:pt idx="2377">
                  <c:v>theserendipityclub_200</c:v>
                </c:pt>
                <c:pt idx="2378">
                  <c:v>thesedistortedhearts</c:v>
                </c:pt>
                <c:pt idx="2379">
                  <c:v>the_secret_life_01</c:v>
                </c:pt>
                <c:pt idx="2380">
                  <c:v>the_secret_admirer101</c:v>
                </c:pt>
                <c:pt idx="2381">
                  <c:v>the_second_white_boy</c:v>
                </c:pt>
                <c:pt idx="2382">
                  <c:v>thesecondrenaissance</c:v>
                </c:pt>
                <c:pt idx="2383">
                  <c:v>thesecondchancemovie</c:v>
                </c:pt>
                <c:pt idx="2384">
                  <c:v>thesecolorsdontrun14</c:v>
                </c:pt>
                <c:pt idx="2385">
                  <c:v>thesebrokenwingsaremine</c:v>
                </c:pt>
                <c:pt idx="2386">
                  <c:v>these_are_happy_times</c:v>
                </c:pt>
                <c:pt idx="2387">
                  <c:v>theseahorseorchestra</c:v>
                </c:pt>
                <c:pt idx="2388">
                  <c:v>theseafordrockandjazzorchestra</c:v>
                </c:pt>
                <c:pt idx="2389">
                  <c:v>thescreaminghippopotamus</c:v>
                </c:pt>
                <c:pt idx="2390">
                  <c:v>thescottishmasterblaster</c:v>
                </c:pt>
                <c:pt idx="2391">
                  <c:v>thescottiewilsonshow</c:v>
                </c:pt>
                <c:pt idx="2392">
                  <c:v>thescientificmethod1</c:v>
                </c:pt>
                <c:pt idx="2393">
                  <c:v>the_schizophrenic_maniac</c:v>
                </c:pt>
                <c:pt idx="2394">
                  <c:v>the_scene_aesthetic_2</c:v>
                </c:pt>
                <c:pt idx="2395">
                  <c:v>the_scary_angry_monkey</c:v>
                </c:pt>
                <c:pt idx="2396">
                  <c:v>the_scarlet_pimpernel_1</c:v>
                </c:pt>
                <c:pt idx="2397">
                  <c:v>thescarecrowministry</c:v>
                </c:pt>
                <c:pt idx="2398">
                  <c:v>the_scandalous_bitch</c:v>
                </c:pt>
                <c:pt idx="2399">
                  <c:v>thesardonicpestilence</c:v>
                </c:pt>
                <c:pt idx="2400">
                  <c:v>thesarcasticprincess</c:v>
                </c:pt>
                <c:pt idx="2401">
                  <c:v>thesandcastlecontest</c:v>
                </c:pt>
                <c:pt idx="2402">
                  <c:v>thesamhallpackexplosion</c:v>
                </c:pt>
                <c:pt idx="2403">
                  <c:v>thesalvationairforce</c:v>
                </c:pt>
                <c:pt idx="2404">
                  <c:v>thesadmonkeysarebraindead</c:v>
                </c:pt>
                <c:pt idx="2405">
                  <c:v>theroyalpriesthood912</c:v>
                </c:pt>
                <c:pt idx="2406">
                  <c:v>theroyalphilharmonicorchestra</c:v>
                </c:pt>
                <c:pt idx="2407">
                  <c:v>theroyalfreshnessherself</c:v>
                </c:pt>
                <c:pt idx="2408">
                  <c:v>therosebudgeneration</c:v>
                </c:pt>
                <c:pt idx="2409">
                  <c:v>therockymartinezband</c:v>
                </c:pt>
                <c:pt idx="2410">
                  <c:v>therockneverstopsbrother</c:v>
                </c:pt>
                <c:pt idx="2411">
                  <c:v>the_rocking_revolution45</c:v>
                </c:pt>
                <c:pt idx="2412">
                  <c:v>therocketleavinghome</c:v>
                </c:pt>
                <c:pt idx="2413">
                  <c:v>the_roadlesstraveled</c:v>
                </c:pt>
                <c:pt idx="2414">
                  <c:v>the_ritual_foreverlast</c:v>
                </c:pt>
                <c:pt idx="2415">
                  <c:v>therisingphoenixinstitute</c:v>
                </c:pt>
                <c:pt idx="2416">
                  <c:v>therightwaytop10video</c:v>
                </c:pt>
                <c:pt idx="2417">
                  <c:v>the_righteous_experience</c:v>
                </c:pt>
                <c:pt idx="2418">
                  <c:v>therighteousalliance</c:v>
                </c:pt>
                <c:pt idx="2419">
                  <c:v>therightdirectionband</c:v>
                </c:pt>
                <c:pt idx="2420">
                  <c:v>thereverendbenbranch</c:v>
                </c:pt>
                <c:pt idx="2421">
                  <c:v>the_rest__will_follow</c:v>
                </c:pt>
                <c:pt idx="2422">
                  <c:v>therestwasjustsilence</c:v>
                </c:pt>
                <c:pt idx="2423">
                  <c:v>theressumthingaboutmary</c:v>
                </c:pt>
                <c:pt idx="2424">
                  <c:v>theres_sumthin_bout_terry</c:v>
                </c:pt>
                <c:pt idx="2425">
                  <c:v>theres_sum1_behind_you</c:v>
                </c:pt>
                <c:pt idx="2426">
                  <c:v>theressomethingaboutmelly</c:v>
                </c:pt>
                <c:pt idx="2427">
                  <c:v>theressomethingaboutjen</c:v>
                </c:pt>
                <c:pt idx="2428">
                  <c:v>theresonlyonedannyweaver</c:v>
                </c:pt>
                <c:pt idx="2429">
                  <c:v>theres_more_2_life_than_</c:v>
                </c:pt>
                <c:pt idx="2430">
                  <c:v>the_resident_rockstar</c:v>
                </c:pt>
                <c:pt idx="2431">
                  <c:v>thereservedindiemajig</c:v>
                </c:pt>
                <c:pt idx="2432">
                  <c:v>theresearchaffection</c:v>
                </c:pt>
                <c:pt idx="2433">
                  <c:v>theresastoryinhereyes</c:v>
                </c:pt>
                <c:pt idx="2434">
                  <c:v>theres_always_next_year</c:v>
                </c:pt>
                <c:pt idx="2435">
                  <c:v>theresahungryhippoabout</c:v>
                </c:pt>
                <c:pt idx="2436">
                  <c:v>theresaherostuckinside</c:v>
                </c:pt>
                <c:pt idx="2437">
                  <c:v>theresabombunderyourseat</c:v>
                </c:pt>
                <c:pt idx="2438">
                  <c:v>therepublicproduction</c:v>
                </c:pt>
                <c:pt idx="2439">
                  <c:v>therepublicandanceparty</c:v>
                </c:pt>
                <c:pt idx="2440">
                  <c:v>theremainingattitude</c:v>
                </c:pt>
                <c:pt idx="2441">
                  <c:v>therelaxedexperience</c:v>
                </c:pt>
                <c:pt idx="2442">
                  <c:v>there_just_all_jealous</c:v>
                </c:pt>
                <c:pt idx="2443">
                  <c:v>there_goes_everything</c:v>
                </c:pt>
                <c:pt idx="2444">
                  <c:v>there_goes_another_one</c:v>
                </c:pt>
                <c:pt idx="2445">
                  <c:v>there_for_you_forever</c:v>
                </c:pt>
                <c:pt idx="2446">
                  <c:v>theredheadlittlegirl</c:v>
                </c:pt>
                <c:pt idx="2447">
                  <c:v>therecyclecollective</c:v>
                </c:pt>
                <c:pt idx="2448">
                  <c:v>therebelflagwillflyagain</c:v>
                </c:pt>
                <c:pt idx="2449">
                  <c:v>the_real_young_blaze</c:v>
                </c:pt>
                <c:pt idx="2450">
                  <c:v>the_real_world_key_west</c:v>
                </c:pt>
                <c:pt idx="2451">
                  <c:v>the_real_white_girl91</c:v>
                </c:pt>
                <c:pt idx="2452">
                  <c:v>the_real_total_package</c:v>
                </c:pt>
                <c:pt idx="2453">
                  <c:v>the_real_ted_striker</c:v>
                </c:pt>
                <c:pt idx="2454">
                  <c:v>the_real_silversurfer</c:v>
                </c:pt>
                <c:pt idx="2455">
                  <c:v>the_real_sara_paxton</c:v>
                </c:pt>
                <c:pt idx="2456">
                  <c:v>the_real_reborn_metal</c:v>
                </c:pt>
                <c:pt idx="2457">
                  <c:v>the_real_randy_marsh</c:v>
                </c:pt>
                <c:pt idx="2458">
                  <c:v>the_real_pretty_ricky</c:v>
                </c:pt>
                <c:pt idx="2459">
                  <c:v>the_real_pink_panther</c:v>
                </c:pt>
                <c:pt idx="2460">
                  <c:v>the_real_orange_county</c:v>
                </c:pt>
                <c:pt idx="2461">
                  <c:v>the_real_northern_chris</c:v>
                </c:pt>
                <c:pt idx="2462">
                  <c:v>the_real_masterchief</c:v>
                </c:pt>
                <c:pt idx="2463">
                  <c:v>the_real_lauren_conrad1</c:v>
                </c:pt>
                <c:pt idx="2464">
                  <c:v>the_real_kyle_orlando_</c:v>
                </c:pt>
                <c:pt idx="2465">
                  <c:v>the.real.kobe.stopper</c:v>
                </c:pt>
                <c:pt idx="2466">
                  <c:v>the_real_hilary_duff1</c:v>
                </c:pt>
                <c:pt idx="2467">
                  <c:v>the_real_high_king_peter</c:v>
                </c:pt>
                <c:pt idx="2468">
                  <c:v>the_real_hello_kitty1910</c:v>
                </c:pt>
                <c:pt idx="2469">
                  <c:v>the_real_greenday_911</c:v>
                </c:pt>
                <c:pt idx="2470">
                  <c:v>the_real_ghost_rider</c:v>
                </c:pt>
                <c:pt idx="2471">
                  <c:v>the_realest_star4eva</c:v>
                </c:pt>
                <c:pt idx="2472">
                  <c:v>therealestpimpstress</c:v>
                </c:pt>
                <c:pt idx="2473">
                  <c:v>therealestfemaleyouknow</c:v>
                </c:pt>
                <c:pt idx="2474">
                  <c:v>the_real_edgecrusher</c:v>
                </c:pt>
                <c:pt idx="2475">
                  <c:v>the_real_duo_maxwell</c:v>
                </c:pt>
                <c:pt idx="2476">
                  <c:v>the_real_dancing_queen</c:v>
                </c:pt>
                <c:pt idx="2477">
                  <c:v>the_real_cheetah_girl_</c:v>
                </c:pt>
                <c:pt idx="2478">
                  <c:v>the_real_blue_ranger</c:v>
                </c:pt>
                <c:pt idx="2479">
                  <c:v>the_realblackwallstreet</c:v>
                </c:pt>
                <c:pt idx="2480">
                  <c:v>the_real_barbie_9491</c:v>
                </c:pt>
                <c:pt idx="2481">
                  <c:v>the_real_bandit_king</c:v>
                </c:pt>
                <c:pt idx="2482">
                  <c:v>therealandonlyscarface</c:v>
                </c:pt>
                <c:pt idx="2483">
                  <c:v>the_real_and_only_kristin</c:v>
                </c:pt>
                <c:pt idx="2484">
                  <c:v>the_rare_black_hippo</c:v>
                </c:pt>
                <c:pt idx="2485">
                  <c:v>therapperjessethomas</c:v>
                </c:pt>
                <c:pt idx="2486">
                  <c:v>therantingsofaretard</c:v>
                </c:pt>
                <c:pt idx="2487">
                  <c:v>therandypinkprincess</c:v>
                </c:pt>
                <c:pt idx="2488">
                  <c:v>therandygreenexperience</c:v>
                </c:pt>
                <c:pt idx="2489">
                  <c:v>therandomnoiseorchestra</c:v>
                </c:pt>
                <c:pt idx="2490">
                  <c:v>therandomguitarplayer</c:v>
                </c:pt>
                <c:pt idx="2491">
                  <c:v>the_random_christian_one</c:v>
                </c:pt>
                <c:pt idx="2492">
                  <c:v>therainymorningbluesband</c:v>
                </c:pt>
                <c:pt idx="2493">
                  <c:v>therainthatstumbledhome</c:v>
                </c:pt>
                <c:pt idx="2494">
                  <c:v>therainbandmanchester</c:v>
                </c:pt>
                <c:pt idx="2495">
                  <c:v>theragdolleffectmusic</c:v>
                </c:pt>
                <c:pt idx="2496">
                  <c:v>theradicalnoiseaddiction</c:v>
                </c:pt>
                <c:pt idx="2497">
                  <c:v>therabiddogmaproject</c:v>
                </c:pt>
                <c:pt idx="2498">
                  <c:v>TheQuixoticBacchanalian</c:v>
                </c:pt>
                <c:pt idx="2499">
                  <c:v>thequantumsingularity</c:v>
                </c:pt>
                <c:pt idx="2500">
                  <c:v>thepussyfeelgooddoctor</c:v>
                </c:pt>
                <c:pt idx="2501">
                  <c:v>thepurplepeopleproject</c:v>
                </c:pt>
                <c:pt idx="2502">
                  <c:v>thepunkrockguitarplayer</c:v>
                </c:pt>
                <c:pt idx="2503">
                  <c:v>the_pumpkin_queen_1</c:v>
                </c:pt>
                <c:pt idx="2504">
                  <c:v>the_pulse_from_your_brain</c:v>
                </c:pt>
                <c:pt idx="2505">
                  <c:v>the_psychotic_darkness</c:v>
                </c:pt>
                <c:pt idx="2506">
                  <c:v>thepsychopathicmidget</c:v>
                </c:pt>
                <c:pt idx="2507">
                  <c:v>theprovincialarchive</c:v>
                </c:pt>
                <c:pt idx="2508">
                  <c:v>theprophetdoomlicker11</c:v>
                </c:pt>
                <c:pt idx="2509">
                  <c:v>theprolegendmovement</c:v>
                </c:pt>
                <c:pt idx="2510">
                  <c:v>theprofessionalmodel</c:v>
                </c:pt>
                <c:pt idx="2511">
                  <c:v>the_professionaljellyfish</c:v>
                </c:pt>
                <c:pt idx="2512">
                  <c:v>theprocrastinatinggigolo</c:v>
                </c:pt>
                <c:pt idx="2513">
                  <c:v>the_problem_since_88</c:v>
                </c:pt>
                <c:pt idx="2514">
                  <c:v>the_problem_child_90</c:v>
                </c:pt>
                <c:pt idx="2515">
                  <c:v>theprincessstephanie79</c:v>
                </c:pt>
                <c:pt idx="2516">
                  <c:v>theprincesskristin22</c:v>
                </c:pt>
                <c:pt idx="2517">
                  <c:v>the_predictable_prophet</c:v>
                </c:pt>
                <c:pt idx="2518">
                  <c:v>theprecioussweetness</c:v>
                </c:pt>
                <c:pt idx="2519">
                  <c:v>thepostalservice_mush</c:v>
                </c:pt>
                <c:pt idx="2520">
                  <c:v>thepostalserviceguild</c:v>
                </c:pt>
                <c:pt idx="2521">
                  <c:v>theportraitredemption</c:v>
                </c:pt>
                <c:pt idx="2522">
                  <c:v>theportlandcarpenter</c:v>
                </c:pt>
                <c:pt idx="2523">
                  <c:v>the_pork_chop_express</c:v>
                </c:pt>
                <c:pt idx="2524">
                  <c:v>thepoorlittleboyband</c:v>
                </c:pt>
                <c:pt idx="2525">
                  <c:v>thepleasureprinciplemusic</c:v>
                </c:pt>
                <c:pt idx="2526">
                  <c:v>the_playa_you_love_2_hate</c:v>
                </c:pt>
                <c:pt idx="2527">
                  <c:v>theplantationminister</c:v>
                </c:pt>
                <c:pt idx="2528">
                  <c:v>thepitchingconnection</c:v>
                </c:pt>
                <c:pt idx="2529">
                  <c:v>thepistachiolovetriangle</c:v>
                </c:pt>
                <c:pt idx="2530">
                  <c:v>thepipelinehiphopradioshow</c:v>
                </c:pt>
                <c:pt idx="2531">
                  <c:v>thepinkunicornsarehere</c:v>
                </c:pt>
                <c:pt idx="2532">
                  <c:v>the_pink_power_ranger</c:v>
                </c:pt>
                <c:pt idx="2533">
                  <c:v>the_pink_powerranger</c:v>
                </c:pt>
                <c:pt idx="2534">
                  <c:v>the_pink_panther_101</c:v>
                </c:pt>
                <c:pt idx="2535">
                  <c:v>thepinkfluffyprincess</c:v>
                </c:pt>
                <c:pt idx="2536">
                  <c:v>thepinkfeatheredangel</c:v>
                </c:pt>
                <c:pt idx="2537">
                  <c:v>thepinkelephantparadox</c:v>
                </c:pt>
                <c:pt idx="2538">
                  <c:v>thepingpongstabletennis28</c:v>
                </c:pt>
                <c:pt idx="2539">
                  <c:v>thepincushioncampaign</c:v>
                </c:pt>
                <c:pt idx="2540">
                  <c:v>thepikachuthatyoulove</c:v>
                </c:pt>
                <c:pt idx="2541">
                  <c:v>thepigeonhuntersrock</c:v>
                </c:pt>
                <c:pt idx="2542">
                  <c:v>the_pierced_princess</c:v>
                </c:pt>
                <c:pt idx="2543">
                  <c:v>thepiccadillytrickle</c:v>
                </c:pt>
                <c:pt idx="2544">
                  <c:v>thephysicalchallenge</c:v>
                </c:pt>
                <c:pt idx="2545">
                  <c:v>thephotographymachine</c:v>
                </c:pt>
                <c:pt idx="2546">
                  <c:v>thephoenixproject200</c:v>
                </c:pt>
                <c:pt idx="2547">
                  <c:v>the_phoenix_ignition</c:v>
                </c:pt>
                <c:pt idx="2548">
                  <c:v>the_phoenix_foundation</c:v>
                </c:pt>
                <c:pt idx="2549">
                  <c:v>thephilanthropistsandsuch</c:v>
                </c:pt>
                <c:pt idx="2550">
                  <c:v>the_phenomenal_woman</c:v>
                </c:pt>
                <c:pt idx="2551">
                  <c:v>thephantomtruthteller</c:v>
                </c:pt>
                <c:pt idx="2552">
                  <c:v>thephantomoperaghost</c:v>
                </c:pt>
                <c:pt idx="2553">
                  <c:v>the_petsitter_people</c:v>
                </c:pt>
                <c:pt idx="2554">
                  <c:v>thepetrifiedseagarden</c:v>
                </c:pt>
                <c:pt idx="2555">
                  <c:v>thepeteworthingtonfansite</c:v>
                </c:pt>
                <c:pt idx="2556">
                  <c:v>thepeskylittlebooger</c:v>
                </c:pt>
                <c:pt idx="2557">
                  <c:v>thepermissivesociety</c:v>
                </c:pt>
                <c:pt idx="2558">
                  <c:v>thepermanentname1984</c:v>
                </c:pt>
                <c:pt idx="2559">
                  <c:v>the_perfect_pyro_murder</c:v>
                </c:pt>
                <c:pt idx="2560">
                  <c:v>theperfectprincessjenna</c:v>
                </c:pt>
                <c:pt idx="2561">
                  <c:v>theperfectprincess7</c:v>
                </c:pt>
                <c:pt idx="2562">
                  <c:v>the_perfect_lil_angel</c:v>
                </c:pt>
                <c:pt idx="2563">
                  <c:v>the_perfect_lady_pimp</c:v>
                </c:pt>
                <c:pt idx="2564">
                  <c:v>the_perfect_imperfection_</c:v>
                </c:pt>
                <c:pt idx="2565">
                  <c:v>the_perfect_heartbreak</c:v>
                </c:pt>
                <c:pt idx="2566">
                  <c:v>theperfectenemymusic</c:v>
                </c:pt>
                <c:pt idx="2567">
                  <c:v>theperfectcoupleever</c:v>
                </c:pt>
                <c:pt idx="2568">
                  <c:v>theperfectcandylicker</c:v>
                </c:pt>
                <c:pt idx="2569">
                  <c:v>theperfectblacksoldier</c:v>
                </c:pt>
                <c:pt idx="2570">
                  <c:v>thepeniswrinklemonarch</c:v>
                </c:pt>
                <c:pt idx="2571">
                  <c:v>thepenguinresortandspa</c:v>
                </c:pt>
                <c:pt idx="2572">
                  <c:v>the_penguin_lover_fan</c:v>
                </c:pt>
                <c:pt idx="2573">
                  <c:v>thepenguincontroller</c:v>
                </c:pt>
                <c:pt idx="2574">
                  <c:v>thepeacefulwarriormovie</c:v>
                </c:pt>
                <c:pt idx="2575">
                  <c:v>thepatternconspiracy</c:v>
                </c:pt>
                <c:pt idx="2576">
                  <c:v>thepatriotactofficial</c:v>
                </c:pt>
                <c:pt idx="2577">
                  <c:v>thepasttrajectoryclothing</c:v>
                </c:pt>
                <c:pt idx="2578">
                  <c:v>thepartnerswillattack</c:v>
                </c:pt>
                <c:pt idx="2579">
                  <c:v>theparkinglotproposal</c:v>
                </c:pt>
                <c:pt idx="2580">
                  <c:v>theparaplegicmillipedes</c:v>
                </c:pt>
                <c:pt idx="2581">
                  <c:v>the_paranormal_faction</c:v>
                </c:pt>
                <c:pt idx="2582">
                  <c:v>theparanoidastronaut</c:v>
                </c:pt>
                <c:pt idx="2583">
                  <c:v>theparanoidandroid1980</c:v>
                </c:pt>
                <c:pt idx="2584">
                  <c:v>theparallaxcorporation</c:v>
                </c:pt>
                <c:pt idx="2585">
                  <c:v>theparadigmshiftband</c:v>
                </c:pt>
                <c:pt idx="2586">
                  <c:v>the_paradiddler_from_hell</c:v>
                </c:pt>
                <c:pt idx="2587">
                  <c:v>thepanoramicexperience</c:v>
                </c:pt>
                <c:pt idx="2588">
                  <c:v>thepandemoniumcircus</c:v>
                </c:pt>
                <c:pt idx="2589">
                  <c:v>thepandasareattacking</c:v>
                </c:pt>
                <c:pt idx="2590">
                  <c:v>thepaintballprincess04</c:v>
                </c:pt>
                <c:pt idx="2591">
                  <c:v>thepaintballministry</c:v>
                </c:pt>
                <c:pt idx="2592">
                  <c:v>the_painless_pleasure</c:v>
                </c:pt>
                <c:pt idx="2593">
                  <c:v>theoutsidecaperingcrew</c:v>
                </c:pt>
                <c:pt idx="2594">
                  <c:v>_the_other_white_meat_</c:v>
                </c:pt>
                <c:pt idx="2595">
                  <c:v>the_other_token_black_guy</c:v>
                </c:pt>
                <c:pt idx="2596">
                  <c:v>theotherhappytreefriend</c:v>
                </c:pt>
                <c:pt idx="2597">
                  <c:v>theotherhalfdoesntcare</c:v>
                </c:pt>
                <c:pt idx="2598">
                  <c:v>theostentatiousproject</c:v>
                </c:pt>
                <c:pt idx="2599">
                  <c:v>theosomethingspecial</c:v>
                </c:pt>
                <c:pt idx="2600">
                  <c:v>the_orlando_aka_eddie_</c:v>
                </c:pt>
                <c:pt idx="2601">
                  <c:v>theoriginalwhiterabbit</c:v>
                </c:pt>
                <c:pt idx="2602">
                  <c:v>theoriginalwhatsforlunch</c:v>
                </c:pt>
                <c:pt idx="2603">
                  <c:v>theoriginalticktickboom</c:v>
                </c:pt>
                <c:pt idx="2604">
                  <c:v>theoriginalteamtuesday</c:v>
                </c:pt>
                <c:pt idx="2605">
                  <c:v>theoriginalsuperstar</c:v>
                </c:pt>
                <c:pt idx="2606">
                  <c:v>theoriginalsupermanmold</c:v>
                </c:pt>
                <c:pt idx="2607">
                  <c:v>the_original_superman</c:v>
                </c:pt>
                <c:pt idx="2608">
                  <c:v>theoriginalsupergirl</c:v>
                </c:pt>
                <c:pt idx="2609">
                  <c:v>theoriginalstonecast</c:v>
                </c:pt>
                <c:pt idx="2610">
                  <c:v>theoriginalspacecadet</c:v>
                </c:pt>
                <c:pt idx="2611">
                  <c:v>theoriginalshellstar</c:v>
                </c:pt>
                <c:pt idx="2612">
                  <c:v>theoriginalshedevil</c:v>
                </c:pt>
                <c:pt idx="2613">
                  <c:v>the_original_sexy_excel</c:v>
                </c:pt>
                <c:pt idx="2614">
                  <c:v>theoriginalronburgundy</c:v>
                </c:pt>
                <c:pt idx="2615">
                  <c:v>the_original_rockstar</c:v>
                </c:pt>
                <c:pt idx="2616">
                  <c:v>theoriginalredneckpunk</c:v>
                </c:pt>
                <c:pt idx="2617">
                  <c:v>theoriginalpunkrocker</c:v>
                </c:pt>
                <c:pt idx="2618">
                  <c:v>theoriginalprincesscrew</c:v>
                </c:pt>
                <c:pt idx="2619">
                  <c:v>theoriginalprincecharming</c:v>
                </c:pt>
                <c:pt idx="2620">
                  <c:v>the_original_pistol_pete</c:v>
                </c:pt>
                <c:pt idx="2621">
                  <c:v>theoriginalpinkranger</c:v>
                </c:pt>
                <c:pt idx="2622">
                  <c:v>the_original_party_gurl</c:v>
                </c:pt>
                <c:pt idx="2623">
                  <c:v>theoriginalpartyanimal</c:v>
                </c:pt>
                <c:pt idx="2624">
                  <c:v>the_original_old_guy</c:v>
                </c:pt>
                <c:pt idx="2625">
                  <c:v>theoriginalnightmare</c:v>
                </c:pt>
                <c:pt idx="2626">
                  <c:v>the_original_midnightfox</c:v>
                </c:pt>
                <c:pt idx="2627">
                  <c:v>theoriginalmessenger</c:v>
                </c:pt>
                <c:pt idx="2628">
                  <c:v>theoriginalmaterialboy</c:v>
                </c:pt>
                <c:pt idx="2629">
                  <c:v>theoriginalmarcsallee</c:v>
                </c:pt>
                <c:pt idx="2630">
                  <c:v>the_original_mara_jade</c:v>
                </c:pt>
                <c:pt idx="2631">
                  <c:v>the_original_manhood</c:v>
                </c:pt>
                <c:pt idx="2632">
                  <c:v>the_original_mad_sax</c:v>
                </c:pt>
                <c:pt idx="2633">
                  <c:v>theoriginallorddeath</c:v>
                </c:pt>
                <c:pt idx="2634">
                  <c:v>the_original_leprechaun</c:v>
                </c:pt>
                <c:pt idx="2635">
                  <c:v>theoriginallaura19</c:v>
                </c:pt>
                <c:pt idx="2636">
                  <c:v>theoriginal_laciejane</c:v>
                </c:pt>
                <c:pt idx="2637">
                  <c:v>the_original_jackriot</c:v>
                </c:pt>
                <c:pt idx="2638">
                  <c:v>theoriginalhoneymustard</c:v>
                </c:pt>
                <c:pt idx="2639">
                  <c:v>theoriginalhippiechick</c:v>
                </c:pt>
                <c:pt idx="2640">
                  <c:v>the_original_groovingfool</c:v>
                </c:pt>
                <c:pt idx="2641">
                  <c:v>the_original_grassboy</c:v>
                </c:pt>
                <c:pt idx="2642">
                  <c:v>theoriginalgoldenbuddha</c:v>
                </c:pt>
                <c:pt idx="2643">
                  <c:v>theoriginalgangstergage</c:v>
                </c:pt>
                <c:pt idx="2644">
                  <c:v>theoriginal_foxybrown</c:v>
                </c:pt>
                <c:pt idx="2645">
                  <c:v>theoriginalfarmhouse</c:v>
                </c:pt>
                <c:pt idx="2646">
                  <c:v>theoriginalevilbrett</c:v>
                </c:pt>
                <c:pt idx="2647">
                  <c:v>theoriginalentourage</c:v>
                </c:pt>
                <c:pt idx="2648">
                  <c:v>theoriginaldramatube</c:v>
                </c:pt>
                <c:pt idx="2649">
                  <c:v>the_original_deviant</c:v>
                </c:pt>
                <c:pt idx="2650">
                  <c:v>theoriginaldeathknight</c:v>
                </c:pt>
                <c:pt idx="2651">
                  <c:v>theoriginaldarkknight</c:v>
                </c:pt>
                <c:pt idx="2652">
                  <c:v>theoriginalcottagecheese</c:v>
                </c:pt>
                <c:pt idx="2653">
                  <c:v>theoriginalconspiracy</c:v>
                </c:pt>
                <c:pt idx="2654">
                  <c:v>theoriginal_cinderella</c:v>
                </c:pt>
                <c:pt idx="2655">
                  <c:v>theoriginalchrisbrown</c:v>
                </c:pt>
                <c:pt idx="2656">
                  <c:v>the_original_cherry_bomb</c:v>
                </c:pt>
                <c:pt idx="2657">
                  <c:v>theoriginalbrighteyes</c:v>
                </c:pt>
                <c:pt idx="2658">
                  <c:v>theoriginalbreadwinner</c:v>
                </c:pt>
                <c:pt idx="2659">
                  <c:v>theoriginalbrainslug</c:v>
                </c:pt>
                <c:pt idx="2660">
                  <c:v>theoriginalbootyking</c:v>
                </c:pt>
                <c:pt idx="2661">
                  <c:v>theoriginalbomberman</c:v>
                </c:pt>
                <c:pt idx="2662">
                  <c:v>theoriginalblackbeard</c:v>
                </c:pt>
                <c:pt idx="2663">
                  <c:v>theoriginalbetterluck</c:v>
                </c:pt>
                <c:pt idx="2664">
                  <c:v>the_original_babydoll</c:v>
                </c:pt>
                <c:pt idx="2665">
                  <c:v>the_original_anti_wanda</c:v>
                </c:pt>
                <c:pt idx="2666">
                  <c:v>theoriginalanonymous</c:v>
                </c:pt>
                <c:pt idx="2667">
                  <c:v>theoriginalandypants</c:v>
                </c:pt>
                <c:pt idx="2668">
                  <c:v>theorganizedchaosmusic</c:v>
                </c:pt>
                <c:pt idx="2669">
                  <c:v>theorchardbandregina</c:v>
                </c:pt>
                <c:pt idx="2670">
                  <c:v>theorangewhiteashtraysquad</c:v>
                </c:pt>
                <c:pt idx="2671">
                  <c:v>the_orange_rubber_guy</c:v>
                </c:pt>
                <c:pt idx="2672">
                  <c:v>theonlytutorcheergurl</c:v>
                </c:pt>
                <c:pt idx="2673">
                  <c:v>the_only_true_pirate_slut</c:v>
                </c:pt>
                <c:pt idx="2674">
                  <c:v>the_only_sister_for_nari</c:v>
                </c:pt>
                <c:pt idx="2675">
                  <c:v>theonlyrealtinkerbell</c:v>
                </c:pt>
                <c:pt idx="2676">
                  <c:v>the_only_real_princess</c:v>
                </c:pt>
                <c:pt idx="2677">
                  <c:v>the_only_real_cowgal</c:v>
                </c:pt>
                <c:pt idx="2678">
                  <c:v>the_only_name_not_taken</c:v>
                </c:pt>
                <c:pt idx="2679">
                  <c:v>theonlymistresssunshine</c:v>
                </c:pt>
                <c:pt idx="2680">
                  <c:v>the_only_mark_you_need</c:v>
                </c:pt>
                <c:pt idx="2681">
                  <c:v>the_only_man_ill_love</c:v>
                </c:pt>
                <c:pt idx="2682">
                  <c:v>the_only_mandy_moore</c:v>
                </c:pt>
                <c:pt idx="2683">
                  <c:v>the_only_jonathandavis</c:v>
                </c:pt>
                <c:pt idx="2684">
                  <c:v>The_Only_Grizzly_Bear</c:v>
                </c:pt>
                <c:pt idx="2685">
                  <c:v>theonlygreatdeception</c:v>
                </c:pt>
                <c:pt idx="2686">
                  <c:v>the_only_fallen_angel84</c:v>
                </c:pt>
                <c:pt idx="2687">
                  <c:v>the_only_easy_day_was____</c:v>
                </c:pt>
                <c:pt idx="2688">
                  <c:v>the_only_chick_magnet</c:v>
                </c:pt>
                <c:pt idx="2689">
                  <c:v>theonlycaptainmorgan</c:v>
                </c:pt>
                <c:pt idx="2690">
                  <c:v>the_only_bottom_line</c:v>
                </c:pt>
                <c:pt idx="2691">
                  <c:v>the_only_blue_princess</c:v>
                </c:pt>
                <c:pt idx="2692">
                  <c:v>the_one_you_think_about</c:v>
                </c:pt>
                <c:pt idx="2693">
                  <c:v>the_one_you_love_2_hate</c:v>
                </c:pt>
                <c:pt idx="2694">
                  <c:v>_the_one_winged_angel_</c:v>
                </c:pt>
                <c:pt idx="2695">
                  <c:v>the_one_unknown_hero</c:v>
                </c:pt>
                <c:pt idx="2696">
                  <c:v>the_one_true_virgin_mary</c:v>
                </c:pt>
                <c:pt idx="2697">
                  <c:v>The_One_True_Guitar_God</c:v>
                </c:pt>
                <c:pt idx="2698">
                  <c:v>The_One_They_Call_Will</c:v>
                </c:pt>
                <c:pt idx="2699">
                  <c:v>the_one_they_call_bill</c:v>
                </c:pt>
                <c:pt idx="2700">
                  <c:v>the_one_that_never_was</c:v>
                </c:pt>
                <c:pt idx="2701">
                  <c:v>the_one_man_questionmark</c:v>
                </c:pt>
                <c:pt idx="2702">
                  <c:v>theoneiwantbutcanthave</c:v>
                </c:pt>
                <c:pt idx="2703">
                  <c:v>theoneanonlyamazingwillow</c:v>
                </c:pt>
                <c:pt idx="2704">
                  <c:v>the_one_and_only_woo</c:v>
                </c:pt>
                <c:pt idx="2705">
                  <c:v>the_one_and_only_weasel</c:v>
                </c:pt>
                <c:pt idx="2706">
                  <c:v>the_one_and_only_tay</c:v>
                </c:pt>
                <c:pt idx="2707">
                  <c:v>the_one_and_only_squeak</c:v>
                </c:pt>
                <c:pt idx="2708">
                  <c:v>the_one_and_only_space</c:v>
                </c:pt>
                <c:pt idx="2709">
                  <c:v>The_one_and_only_sophia</c:v>
                </c:pt>
                <c:pt idx="2710">
                  <c:v>the_one_and_only_roses</c:v>
                </c:pt>
                <c:pt idx="2711">
                  <c:v>the_one_and_only_reefer</c:v>
                </c:pt>
                <c:pt idx="2712">
                  <c:v>THE_ONE_AND_ONLY_PUDGY</c:v>
                </c:pt>
                <c:pt idx="2713">
                  <c:v>the_oneandonly_princess</c:v>
                </c:pt>
                <c:pt idx="2714">
                  <c:v>the_one_and_only_pita</c:v>
                </c:pt>
                <c:pt idx="2715">
                  <c:v>the_one_and_only_pigeon</c:v>
                </c:pt>
                <c:pt idx="2716">
                  <c:v>the_one_and_only_pepper</c:v>
                </c:pt>
                <c:pt idx="2717">
                  <c:v>the_one_and_only_pauly</c:v>
                </c:pt>
                <c:pt idx="2718">
                  <c:v>the_one_and_only_mia</c:v>
                </c:pt>
                <c:pt idx="2719">
                  <c:v>the_one_and_only_lulu</c:v>
                </c:pt>
                <c:pt idx="2720">
                  <c:v>the_one_and_only_kalinda</c:v>
                </c:pt>
                <c:pt idx="2721">
                  <c:v>the_one_and_only_jordan</c:v>
                </c:pt>
                <c:pt idx="2722">
                  <c:v>the_one_and_only_joeface</c:v>
                </c:pt>
                <c:pt idx="2723">
                  <c:v>the_one_and_only_jane_doe</c:v>
                </c:pt>
                <c:pt idx="2724">
                  <c:v>the_one_and_only_iceman</c:v>
                </c:pt>
                <c:pt idx="2725">
                  <c:v>the_one_and_only_hilary_</c:v>
                </c:pt>
                <c:pt idx="2726">
                  <c:v>the_one_and_only_hilary</c:v>
                </c:pt>
                <c:pt idx="2727">
                  <c:v>the_one_and_only_here</c:v>
                </c:pt>
                <c:pt idx="2728">
                  <c:v>the_one_and_only_eureka</c:v>
                </c:pt>
                <c:pt idx="2729">
                  <c:v>the_one_and_only_eggman</c:v>
                </c:pt>
                <c:pt idx="2730">
                  <c:v>the_one_and_only_dime</c:v>
                </c:pt>
                <c:pt idx="2731">
                  <c:v>the_one_and_only_devil</c:v>
                </c:pt>
                <c:pt idx="2732">
                  <c:v>the_one_and_only_danny</c:v>
                </c:pt>
                <c:pt idx="2733">
                  <c:v>the_one_and_only_dani</c:v>
                </c:pt>
                <c:pt idx="2734">
                  <c:v>the_one_and_only_crew</c:v>
                </c:pt>
                <c:pt idx="2735">
                  <c:v>the_one_and_only_cook</c:v>
                </c:pt>
                <c:pt idx="2736">
                  <c:v>the_one_and_only_cheyenne</c:v>
                </c:pt>
                <c:pt idx="2737">
                  <c:v>the_one_and_only_chelsea</c:v>
                </c:pt>
                <c:pt idx="2738">
                  <c:v>the_one_and_only_cardinal</c:v>
                </c:pt>
                <c:pt idx="2739">
                  <c:v>the_one_and_only_calli</c:v>
                </c:pt>
                <c:pt idx="2740">
                  <c:v>the_one_and_only_boo</c:v>
                </c:pt>
                <c:pt idx="2741">
                  <c:v>the_one_and_only_big_red</c:v>
                </c:pt>
                <c:pt idx="2742">
                  <c:v>the_one_and_only_ariana</c:v>
                </c:pt>
                <c:pt idx="2743">
                  <c:v>the_one_and_only_alanna</c:v>
                </c:pt>
                <c:pt idx="2744">
                  <c:v>the_one_and_only_</c:v>
                </c:pt>
                <c:pt idx="2745">
                  <c:v>the_one_and_only2711</c:v>
                </c:pt>
                <c:pt idx="2746">
                  <c:v>the_one_and_only1987</c:v>
                </c:pt>
                <c:pt idx="2747">
                  <c:v>____the_one_and_only____</c:v>
                </c:pt>
                <c:pt idx="2748">
                  <c:v>the_one_and_not_only</c:v>
                </c:pt>
                <c:pt idx="2749">
                  <c:v>the_one_2_treat_you_right</c:v>
                </c:pt>
                <c:pt idx="2750">
                  <c:v>the_old_dope_peddler</c:v>
                </c:pt>
                <c:pt idx="2751">
                  <c:v>theofficialyoungmoney</c:v>
                </c:pt>
                <c:pt idx="2752">
                  <c:v>the_official_vanessa</c:v>
                </c:pt>
                <c:pt idx="2753">
                  <c:v>the_official_trendsetter</c:v>
                </c:pt>
                <c:pt idx="2754">
                  <c:v>theofficialtedfanclubpage</c:v>
                </c:pt>
                <c:pt idx="2755">
                  <c:v>theofficialsquidward</c:v>
                </c:pt>
                <c:pt idx="2756">
                  <c:v>theofficialscriptsite</c:v>
                </c:pt>
                <c:pt idx="2757">
                  <c:v>the_officialrickeyprofile</c:v>
                </c:pt>
                <c:pt idx="2758">
                  <c:v>theofficialpowerstation</c:v>
                </c:pt>
                <c:pt idx="2759">
                  <c:v>the_official_pedestrian</c:v>
                </c:pt>
                <c:pt idx="2760">
                  <c:v>the_official_party_animal</c:v>
                </c:pt>
                <c:pt idx="2761">
                  <c:v>theofficialpandorasage</c:v>
                </c:pt>
                <c:pt idx="2762">
                  <c:v>theofficialmonkeyboy</c:v>
                </c:pt>
                <c:pt idx="2763">
                  <c:v>theofficiallivewiresite</c:v>
                </c:pt>
                <c:pt idx="2764">
                  <c:v>theofficiallaurenfanclub</c:v>
                </c:pt>
                <c:pt idx="2765">
                  <c:v>theofficialjoshwebsite</c:v>
                </c:pt>
                <c:pt idx="2766">
                  <c:v>theofficialjoepirofanclub</c:v>
                </c:pt>
                <c:pt idx="2767">
                  <c:v>theofficialinnersanctum</c:v>
                </c:pt>
                <c:pt idx="2768">
                  <c:v>the_official_fightsight</c:v>
                </c:pt>
                <c:pt idx="2769">
                  <c:v>theofficialalexblack</c:v>
                </c:pt>
                <c:pt idx="2770">
                  <c:v>theobscurethirdoption</c:v>
                </c:pt>
                <c:pt idx="2771">
                  <c:v>the_nutty_fruit_cake</c:v>
                </c:pt>
                <c:pt idx="2772">
                  <c:v>THENUMBERRUNNINGBACK</c:v>
                </c:pt>
                <c:pt idx="2773">
                  <c:v>thenumberonewrestlingfan</c:v>
                </c:pt>
                <c:pt idx="2774">
                  <c:v>thenumberonepussyeater</c:v>
                </c:pt>
                <c:pt idx="2775">
                  <c:v>thenumberonecourtney</c:v>
                </c:pt>
                <c:pt idx="2776">
                  <c:v>the_number_1_rocker_babe</c:v>
                </c:pt>
                <c:pt idx="2777">
                  <c:v>thenumber1creativefreak</c:v>
                </c:pt>
                <c:pt idx="2778">
                  <c:v>thensundayturnedsouth</c:v>
                </c:pt>
                <c:pt idx="2779">
                  <c:v>thenotoriousblaze420</c:v>
                </c:pt>
                <c:pt idx="2780">
                  <c:v>thenorthstreetconnection</c:v>
                </c:pt>
                <c:pt idx="2781">
                  <c:v>thenorthseafisherman</c:v>
                </c:pt>
                <c:pt idx="2782">
                  <c:v>thenortheasterntidepull</c:v>
                </c:pt>
                <c:pt idx="2783">
                  <c:v>thenormanrockwellcode</c:v>
                </c:pt>
                <c:pt idx="2784">
                  <c:v>thenonfamousbombvictim</c:v>
                </c:pt>
                <c:pt idx="2785">
                  <c:v>thenoisemachinemalfunction</c:v>
                </c:pt>
                <c:pt idx="2786">
                  <c:v>the_nocturnal_butterfly</c:v>
                </c:pt>
                <c:pt idx="2787">
                  <c:v>thenoblesavagetavern</c:v>
                </c:pt>
                <c:pt idx="2788">
                  <c:v>the_noble_blue_beast</c:v>
                </c:pt>
                <c:pt idx="2789">
                  <c:v>the_nightmare_you_dream</c:v>
                </c:pt>
                <c:pt idx="2790">
                  <c:v>thenightlifebandmusic</c:v>
                </c:pt>
                <c:pt idx="2791">
                  <c:v>the_night_fall_angel</c:v>
                </c:pt>
                <c:pt idx="2792">
                  <c:v>the_niggas_1_superstar</c:v>
                </c:pt>
                <c:pt idx="2793">
                  <c:v>the_next_white_rapper</c:v>
                </c:pt>
                <c:pt idx="2794">
                  <c:v>the_next_right_thing</c:v>
                </c:pt>
                <c:pt idx="2795">
                  <c:v>the_next_lost_generation</c:v>
                </c:pt>
                <c:pt idx="2796">
                  <c:v>the_next_kelly_clarkson</c:v>
                </c:pt>
                <c:pt idx="2797">
                  <c:v>the_next_grim_reaper</c:v>
                </c:pt>
                <c:pt idx="2798">
                  <c:v>the_next_freddy_spud</c:v>
                </c:pt>
                <c:pt idx="2799">
                  <c:v>the_next_big_thing_pete</c:v>
                </c:pt>
                <c:pt idx="2800">
                  <c:v>the_next_big_superstar</c:v>
                </c:pt>
                <c:pt idx="2801">
                  <c:v>theneverendingsodadew</c:v>
                </c:pt>
                <c:pt idx="2802">
                  <c:v>thenetworkexperience</c:v>
                </c:pt>
                <c:pt idx="2803">
                  <c:v>the_need_for_caffeine</c:v>
                </c:pt>
                <c:pt idx="2804">
                  <c:v>thenaughtyboyfrom_707</c:v>
                </c:pt>
                <c:pt idx="2805">
                  <c:v>thenatureboydavidpierce</c:v>
                </c:pt>
                <c:pt idx="2806">
                  <c:v>thenaturalstreetfreak</c:v>
                </c:pt>
                <c:pt idx="2807">
                  <c:v>thenamesmisshollywood</c:v>
                </c:pt>
                <c:pt idx="2808">
                  <c:v>thenamesdanielleakadanni</c:v>
                </c:pt>
                <c:pt idx="2809">
                  <c:v>the_nameless_unknown</c:v>
                </c:pt>
                <c:pt idx="2810">
                  <c:v>thenamelesscrash1098</c:v>
                </c:pt>
                <c:pt idx="2811">
                  <c:v>the_mystic_dragon_samurai</c:v>
                </c:pt>
                <c:pt idx="2812">
                  <c:v>the_mutant_outlaw_gambit</c:v>
                </c:pt>
                <c:pt idx="2813">
                  <c:v>the_music_wont_turn_down</c:v>
                </c:pt>
                <c:pt idx="2814">
                  <c:v>the_music_never_stopped</c:v>
                </c:pt>
                <c:pt idx="2815">
                  <c:v>themusicgirl________janna</c:v>
                </c:pt>
                <c:pt idx="2816">
                  <c:v>themushroomrambleson</c:v>
                </c:pt>
                <c:pt idx="2817">
                  <c:v>the_murder_mystery_show</c:v>
                </c:pt>
                <c:pt idx="2818">
                  <c:v>themovementrebellion</c:v>
                </c:pt>
                <c:pt idx="2819">
                  <c:v>themovementneverstops</c:v>
                </c:pt>
                <c:pt idx="2820">
                  <c:v>themovementbandmusic</c:v>
                </c:pt>
                <c:pt idx="2821">
                  <c:v>themourningaftermusic1</c:v>
                </c:pt>
                <c:pt idx="2822">
                  <c:v>themotorcityjazzorchestra</c:v>
                </c:pt>
                <c:pt idx="2823">
                  <c:v>themotherloadrailroad</c:v>
                </c:pt>
                <c:pt idx="2824">
                  <c:v>themotherfuckingtron</c:v>
                </c:pt>
                <c:pt idx="2825">
                  <c:v>themotherfuckingtripod</c:v>
                </c:pt>
                <c:pt idx="2826">
                  <c:v>themotherfuckingspot</c:v>
                </c:pt>
                <c:pt idx="2827">
                  <c:v>themotherfuckingspeed</c:v>
                </c:pt>
                <c:pt idx="2828">
                  <c:v>themotherfuckinggoodshit</c:v>
                </c:pt>
                <c:pt idx="2829">
                  <c:v>themotherfuckingdark</c:v>
                </c:pt>
                <c:pt idx="2830">
                  <c:v>themotherfuckingchampion</c:v>
                </c:pt>
                <c:pt idx="2831">
                  <c:v>the_most_magnificent</c:v>
                </c:pt>
                <c:pt idx="2832">
                  <c:v>the_most_hottest_guy</c:v>
                </c:pt>
                <c:pt idx="2833">
                  <c:v>the_most_beautiful_rescue</c:v>
                </c:pt>
                <c:pt idx="2834">
                  <c:v>themoshispraying4you</c:v>
                </c:pt>
                <c:pt idx="2835">
                  <c:v>the_moronic_paintballer</c:v>
                </c:pt>
                <c:pt idx="2836">
                  <c:v>themorningshowwithandy</c:v>
                </c:pt>
                <c:pt idx="2837">
                  <c:v>the_morning_never_came</c:v>
                </c:pt>
                <c:pt idx="2838">
                  <c:v>themorningfleshproject</c:v>
                </c:pt>
                <c:pt idx="2839">
                  <c:v>the_morning_aftermath</c:v>
                </c:pt>
                <c:pt idx="2840">
                  <c:v>themorganwattanthology</c:v>
                </c:pt>
                <c:pt idx="2841">
                  <c:v>themoore_christianfamily</c:v>
                </c:pt>
                <c:pt idx="2842">
                  <c:v>themonkeytennisexperience</c:v>
                </c:pt>
                <c:pt idx="2843">
                  <c:v>themoneymakingmachine</c:v>
                </c:pt>
                <c:pt idx="2844">
                  <c:v>themoneymakerbaker78</c:v>
                </c:pt>
                <c:pt idx="2845">
                  <c:v>themomententertainment</c:v>
                </c:pt>
                <c:pt idx="2846">
                  <c:v>themoderndiseaseeffect</c:v>
                </c:pt>
                <c:pt idx="2847">
                  <c:v>themitchellbluesband</c:v>
                </c:pt>
                <c:pt idx="2848">
                  <c:v>the_missing_link_200</c:v>
                </c:pt>
                <c:pt idx="2849">
                  <c:v>themisanthropicbunny</c:v>
                </c:pt>
                <c:pt idx="2850">
                  <c:v>themillionthcivilian</c:v>
                </c:pt>
                <c:pt idx="2851">
                  <c:v>themillionmeterrelay</c:v>
                </c:pt>
                <c:pt idx="2852">
                  <c:v>themilliondollarnews</c:v>
                </c:pt>
                <c:pt idx="2853">
                  <c:v>themillionbuckfoundation</c:v>
                </c:pt>
                <c:pt idx="2854">
                  <c:v>themilkmanconspiracy</c:v>
                </c:pt>
                <c:pt idx="2855">
                  <c:v>themilkingexperience</c:v>
                </c:pt>
                <c:pt idx="2856">
                  <c:v>themikemarkssoloproject</c:v>
                </c:pt>
                <c:pt idx="2857">
                  <c:v>the_mightysharky_one</c:v>
                </c:pt>
                <c:pt idx="2858">
                  <c:v>the_mighty_shadowman</c:v>
                </c:pt>
                <c:pt idx="2859">
                  <c:v>themightypowerranger</c:v>
                </c:pt>
                <c:pt idx="2860">
                  <c:v>themidnightteabagger</c:v>
                </c:pt>
                <c:pt idx="2861">
                  <c:v>themidnightsocietybooking</c:v>
                </c:pt>
                <c:pt idx="2862">
                  <c:v>themidnightsocialite</c:v>
                </c:pt>
                <c:pt idx="2863">
                  <c:v>themidnightlibrarian</c:v>
                </c:pt>
                <c:pt idx="2864">
                  <c:v>themidlandstreetvariety</c:v>
                </c:pt>
                <c:pt idx="2865">
                  <c:v>thementallyinteresting</c:v>
                </c:pt>
                <c:pt idx="2866">
                  <c:v>thememphisunderground</c:v>
                </c:pt>
                <c:pt idx="2867">
                  <c:v>thememorialhighschoolband</c:v>
                </c:pt>
                <c:pt idx="2868">
                  <c:v>thememorableforgotten</c:v>
                </c:pt>
                <c:pt idx="2869">
                  <c:v>themediumsizedwombatexperience</c:v>
                </c:pt>
                <c:pt idx="2870">
                  <c:v>themechanicalheartproject</c:v>
                </c:pt>
                <c:pt idx="2871">
                  <c:v>themealmanexperience</c:v>
                </c:pt>
                <c:pt idx="2872">
                  <c:v>thematrixescortservice</c:v>
                </c:pt>
                <c:pt idx="2873">
                  <c:v>themastersonpopeexperience</c:v>
                </c:pt>
                <c:pt idx="2874">
                  <c:v>themasterdrummerblake</c:v>
                </c:pt>
                <c:pt idx="2875">
                  <c:v>themasterchiefpenguin</c:v>
                </c:pt>
                <c:pt idx="2876">
                  <c:v>the_master_broadcaster</c:v>
                </c:pt>
                <c:pt idx="2877">
                  <c:v>themasterandmargarita</c:v>
                </c:pt>
                <c:pt idx="2878">
                  <c:v>themasterandcommander</c:v>
                </c:pt>
                <c:pt idx="2879">
                  <c:v>themasondixondisaster</c:v>
                </c:pt>
                <c:pt idx="2880">
                  <c:v>the_masked_swordsman</c:v>
                </c:pt>
                <c:pt idx="2881">
                  <c:v>themashedpotatoescrew</c:v>
                </c:pt>
                <c:pt idx="2882">
                  <c:v>themarchingbulldogband</c:v>
                </c:pt>
                <c:pt idx="2883">
                  <c:v>themaplestreetmansion</c:v>
                </c:pt>
                <c:pt idx="2884">
                  <c:v>themanhattanproject11</c:v>
                </c:pt>
                <c:pt idx="2885">
                  <c:v>themanhattanproject_0</c:v>
                </c:pt>
                <c:pt idx="2886">
                  <c:v>the_management_helpdesk</c:v>
                </c:pt>
                <c:pt idx="2887">
                  <c:v>themagnumrepresentative</c:v>
                </c:pt>
                <c:pt idx="2888">
                  <c:v>the_magic_bumblesnout</c:v>
                </c:pt>
                <c:pt idx="2889">
                  <c:v>themagicalmysterytour</c:v>
                </c:pt>
                <c:pt idx="2890">
                  <c:v>the_magical_bumblebee</c:v>
                </c:pt>
                <c:pt idx="2891">
                  <c:v>the_mad_sir_slaughter</c:v>
                </c:pt>
                <c:pt idx="2892">
                  <c:v>the_madame_presidente</c:v>
                </c:pt>
                <c:pt idx="2893">
                  <c:v>the_lyrical_assassin</c:v>
                </c:pt>
                <c:pt idx="2894">
                  <c:v>thelovelystephanie27</c:v>
                </c:pt>
                <c:pt idx="2895">
                  <c:v>thelovelymissstacirenee</c:v>
                </c:pt>
                <c:pt idx="2896">
                  <c:v>thelovelyjackiemarie</c:v>
                </c:pt>
                <c:pt idx="2897">
                  <c:v>thelovehaventtyperace</c:v>
                </c:pt>
                <c:pt idx="2898">
                  <c:v>thelovedoctorexperiment</c:v>
                </c:pt>
                <c:pt idx="2899">
                  <c:v>thelovecoloredglasses</c:v>
                </c:pt>
                <c:pt idx="2900">
                  <c:v>the_loveable_island_boy</c:v>
                </c:pt>
                <c:pt idx="2901">
                  <c:v>thelouisvillesilence</c:v>
                </c:pt>
                <c:pt idx="2902">
                  <c:v>thelostprophecy4delf</c:v>
                </c:pt>
                <c:pt idx="2903">
                  <c:v>thelostgenerationband</c:v>
                </c:pt>
                <c:pt idx="2904">
                  <c:v>thelonghornorangeman13</c:v>
                </c:pt>
                <c:pt idx="2905">
                  <c:v>thelonewolfguitarist</c:v>
                </c:pt>
                <c:pt idx="2906">
                  <c:v>the_lonesome_rider2002200</c:v>
                </c:pt>
                <c:pt idx="2907">
                  <c:v>the_lonely_hearted10</c:v>
                </c:pt>
                <c:pt idx="2908">
                  <c:v>thelogicalcontradiction</c:v>
                </c:pt>
                <c:pt idx="2909">
                  <c:v>the_loch_ness_monster289</c:v>
                </c:pt>
                <c:pt idx="2910">
                  <c:v>thelivingroomchapter</c:v>
                </c:pt>
                <c:pt idx="2911">
                  <c:v>thelivinghumanparadox</c:v>
                </c:pt>
                <c:pt idx="2912">
                  <c:v>the_living_end_fan09</c:v>
                </c:pt>
                <c:pt idx="2913">
                  <c:v>thelivingdeadsacrifice</c:v>
                </c:pt>
                <c:pt idx="2914">
                  <c:v>thelivingdeadfantasy</c:v>
                </c:pt>
                <c:pt idx="2915">
                  <c:v>thelittlewickedmermaid2</c:v>
                </c:pt>
                <c:pt idx="2916">
                  <c:v>thelittlewhiterabbit</c:v>
                </c:pt>
                <c:pt idx="2917">
                  <c:v>thelittlewhiteboythatdid</c:v>
                </c:pt>
                <c:pt idx="2918">
                  <c:v>thelittletruckthatcould</c:v>
                </c:pt>
                <c:pt idx="2919">
                  <c:v>thelittletortillamen</c:v>
                </c:pt>
                <c:pt idx="2920">
                  <c:v>thelittleswimmerdude</c:v>
                </c:pt>
                <c:pt idx="2921">
                  <c:v>the_little_pink_sock</c:v>
                </c:pt>
                <c:pt idx="2922">
                  <c:v>the_little_pink_fairy</c:v>
                </c:pt>
                <c:pt idx="2923">
                  <c:v>thelittlemermaid_ariel</c:v>
                </c:pt>
                <c:pt idx="2924">
                  <c:v>the_little_mermaid90</c:v>
                </c:pt>
                <c:pt idx="2925">
                  <c:v>thelittlemermaid200</c:v>
                </c:pt>
                <c:pt idx="2926">
                  <c:v>thelittlemarshmallow</c:v>
                </c:pt>
                <c:pt idx="2927">
                  <c:v>the_little_hero_thatcould</c:v>
                </c:pt>
                <c:pt idx="2928">
                  <c:v>thelittlehellfireclub</c:v>
                </c:pt>
                <c:pt idx="2929">
                  <c:v>thelittleenginethattried</c:v>
                </c:pt>
                <c:pt idx="2930">
                  <c:v>thelittledrummerboy7</c:v>
                </c:pt>
                <c:pt idx="2931">
                  <c:v>_the_little_drummer_boy_</c:v>
                </c:pt>
                <c:pt idx="2932">
                  <c:v>the_little_brown_boy</c:v>
                </c:pt>
                <c:pt idx="2933">
                  <c:v>thelittleblondebeauty</c:v>
                </c:pt>
                <c:pt idx="2934">
                  <c:v>thelittlearielmermaid</c:v>
                </c:pt>
                <c:pt idx="2935">
                  <c:v>thelinkinternational</c:v>
                </c:pt>
                <c:pt idx="2936">
                  <c:v>the_light_angel_alchemist</c:v>
                </c:pt>
                <c:pt idx="2937">
                  <c:v>thelifechurchstockton</c:v>
                </c:pt>
                <c:pt idx="2938">
                  <c:v>thelibrarycoffeehouse</c:v>
                </c:pt>
                <c:pt idx="2939">
                  <c:v>thelibertinesandmeatloaf</c:v>
                </c:pt>
                <c:pt idx="2940">
                  <c:v>thelewisfamilydaycare</c:v>
                </c:pt>
                <c:pt idx="2941">
                  <c:v>thelessonlearnedhardcore</c:v>
                </c:pt>
                <c:pt idx="2942">
                  <c:v>thelesserconjuration</c:v>
                </c:pt>
                <c:pt idx="2943">
                  <c:v>theleicestercharlotte</c:v>
                </c:pt>
                <c:pt idx="2944">
                  <c:v>thelegendronburgundy</c:v>
                </c:pt>
                <c:pt idx="2945">
                  <c:v>thelegendrobbiegreen</c:v>
                </c:pt>
                <c:pt idx="2946">
                  <c:v>thelegendkiller50420</c:v>
                </c:pt>
                <c:pt idx="2947">
                  <c:v>thelegend_degenerate</c:v>
                </c:pt>
                <c:pt idx="2948">
                  <c:v>the_legend_chris_dickens</c:v>
                </c:pt>
                <c:pt idx="2949">
                  <c:v>thelegendarytastytim</c:v>
                </c:pt>
                <c:pt idx="2950">
                  <c:v>thelegendaryswordsman</c:v>
                </c:pt>
                <c:pt idx="2951">
                  <c:v>thelegendarystardustcowboy</c:v>
                </c:pt>
                <c:pt idx="2952">
                  <c:v>the_legendary_outlaw</c:v>
                </c:pt>
                <c:pt idx="2953">
                  <c:v>thelegendaryhecatomb</c:v>
                </c:pt>
                <c:pt idx="2954">
                  <c:v>thelegendarygoofmister</c:v>
                </c:pt>
                <c:pt idx="2955">
                  <c:v>the_legendary_drummer</c:v>
                </c:pt>
                <c:pt idx="2956">
                  <c:v>thelegendarybelladonna</c:v>
                </c:pt>
                <c:pt idx="2957">
                  <c:v>thelegendaryawesome2</c:v>
                </c:pt>
                <c:pt idx="2958">
                  <c:v>theleftoversinbuffalo</c:v>
                </c:pt>
                <c:pt idx="2959">
                  <c:v>the_least_important_thing</c:v>
                </c:pt>
                <c:pt idx="2960">
                  <c:v>theleagueunstoppable</c:v>
                </c:pt>
                <c:pt idx="2961">
                  <c:v>thelatestinfectiousplague</c:v>
                </c:pt>
                <c:pt idx="2962">
                  <c:v>thelastwishfaundation</c:v>
                </c:pt>
                <c:pt idx="2963">
                  <c:v>thelasttruegentleman</c:v>
                </c:pt>
                <c:pt idx="2964">
                  <c:v>the_last_true_cowboy</c:v>
                </c:pt>
                <c:pt idx="2965">
                  <c:v>thelaststeppromotion</c:v>
                </c:pt>
                <c:pt idx="2966">
                  <c:v>thelaststandingknight</c:v>
                </c:pt>
                <c:pt idx="2967">
                  <c:v>thelastremainingbraincell</c:v>
                </c:pt>
                <c:pt idx="2968">
                  <c:v>thelastmonkeyproject</c:v>
                </c:pt>
                <c:pt idx="2969">
                  <c:v>the_last_letter_sent</c:v>
                </c:pt>
                <c:pt idx="2970">
                  <c:v>thelastheartlessromantic</c:v>
                </c:pt>
                <c:pt idx="2971">
                  <c:v>the_last_heartbreak3</c:v>
                </c:pt>
                <c:pt idx="2972">
                  <c:v>thelastgreatadventure</c:v>
                </c:pt>
                <c:pt idx="2973">
                  <c:v>thelastgentleman4now</c:v>
                </c:pt>
                <c:pt idx="2974">
                  <c:v>the_last_exile_aka_mark</c:v>
                </c:pt>
                <c:pt idx="2975">
                  <c:v>the_last_evil_weasel</c:v>
                </c:pt>
                <c:pt idx="2976">
                  <c:v>thelargedarknipplepeople</c:v>
                </c:pt>
                <c:pt idx="2977">
                  <c:v>thelapsangsouchongeffect</c:v>
                </c:pt>
                <c:pt idx="2978">
                  <c:v>thelancasterorchestra</c:v>
                </c:pt>
                <c:pt idx="2979">
                  <c:v>thelampshaderebellion</c:v>
                </c:pt>
                <c:pt idx="2980">
                  <c:v>thelakelandfightclub</c:v>
                </c:pt>
                <c:pt idx="2981">
                  <c:v>theladiesfavorite317</c:v>
                </c:pt>
                <c:pt idx="2982">
                  <c:v>thekyleevansexperience</c:v>
                </c:pt>
                <c:pt idx="2983">
                  <c:v>thekrystalexperience</c:v>
                </c:pt>
                <c:pt idx="2984">
                  <c:v>the_koolest_dude_ever</c:v>
                </c:pt>
                <c:pt idx="2985">
                  <c:v>thekoodudeandnobodyelse</c:v>
                </c:pt>
                <c:pt idx="2986">
                  <c:v>thekobayashiorchestra</c:v>
                </c:pt>
                <c:pt idx="2987">
                  <c:v>thekobayashimaruscenario</c:v>
                </c:pt>
                <c:pt idx="2988">
                  <c:v>theknapperexperience</c:v>
                </c:pt>
                <c:pt idx="2989">
                  <c:v>thekitchenerfashionova</c:v>
                </c:pt>
                <c:pt idx="2990">
                  <c:v>thekilleveryoneproject</c:v>
                </c:pt>
                <c:pt idx="2991">
                  <c:v>thekillerpunkpenguinedith</c:v>
                </c:pt>
                <c:pt idx="2992">
                  <c:v>thekickassgeneration</c:v>
                </c:pt>
                <c:pt idx="2993">
                  <c:v>thekewlestpersonever</c:v>
                </c:pt>
                <c:pt idx="2994">
                  <c:v>the_kentucky_cowgirl</c:v>
                </c:pt>
                <c:pt idx="2995">
                  <c:v>thekensingtonexperiment</c:v>
                </c:pt>
                <c:pt idx="2996">
                  <c:v>the_keg_stand_killer</c:v>
                </c:pt>
                <c:pt idx="2997">
                  <c:v>thekebabhouseincident</c:v>
                </c:pt>
                <c:pt idx="2998">
                  <c:v>thekatenortonexperience</c:v>
                </c:pt>
                <c:pt idx="2999">
                  <c:v>thekaraokerevolution</c:v>
                </c:pt>
                <c:pt idx="3000">
                  <c:v>thejunctionclearwater</c:v>
                </c:pt>
                <c:pt idx="3001">
                  <c:v>thejugglingguitarist</c:v>
                </c:pt>
                <c:pt idx="3002">
                  <c:v>the_juggernaut_bitch2</c:v>
                </c:pt>
                <c:pt idx="3003">
                  <c:v>thejoyfullittledeadgirl</c:v>
                </c:pt>
                <c:pt idx="3004">
                  <c:v>thejoshnesscomegetsome</c:v>
                </c:pt>
                <c:pt idx="3005">
                  <c:v>thejoshexperimentalband</c:v>
                </c:pt>
                <c:pt idx="3006">
                  <c:v>the_jolly_reed_giant</c:v>
                </c:pt>
                <c:pt idx="3007">
                  <c:v>thejoeturnerproject2</c:v>
                </c:pt>
                <c:pt idx="3008">
                  <c:v>thejellybeanrebellion</c:v>
                </c:pt>
                <c:pt idx="3009">
                  <c:v>thejeffwalshexperience</c:v>
                </c:pt>
                <c:pt idx="3010">
                  <c:v>thejefftuckerextravaganza</c:v>
                </c:pt>
                <c:pt idx="3011">
                  <c:v>thejeffchamberlainband</c:v>
                </c:pt>
                <c:pt idx="3012">
                  <c:v>thejeffbarbasproject1</c:v>
                </c:pt>
                <c:pt idx="3013">
                  <c:v>thejaragonexperience</c:v>
                </c:pt>
                <c:pt idx="3014">
                  <c:v>thejakemacsecretpage</c:v>
                </c:pt>
                <c:pt idx="3015">
                  <c:v>thejacksonfunkpolice</c:v>
                </c:pt>
                <c:pt idx="3016">
                  <c:v>thejackrabbitlifestyle</c:v>
                </c:pt>
                <c:pt idx="3017">
                  <c:v>theirgivingoutfreecoffee</c:v>
                </c:pt>
                <c:pt idx="3018">
                  <c:v>theinvisiblesubmarine</c:v>
                </c:pt>
                <c:pt idx="3019">
                  <c:v>the_invisible_majority</c:v>
                </c:pt>
                <c:pt idx="3020">
                  <c:v>theinvisiblegardner198</c:v>
                </c:pt>
                <c:pt idx="3021">
                  <c:v>the_inverted_penguin</c:v>
                </c:pt>
                <c:pt idx="3022">
                  <c:v>theintoxicationstation420</c:v>
                </c:pt>
                <c:pt idx="3023">
                  <c:v>theintimidationfactor</c:v>
                </c:pt>
                <c:pt idx="3024">
                  <c:v>theinternationalplayboy</c:v>
                </c:pt>
                <c:pt idx="3025">
                  <c:v>theinternationalmusicempire</c:v>
                </c:pt>
                <c:pt idx="3026">
                  <c:v>theinternationalhiphopunion</c:v>
                </c:pt>
                <c:pt idx="3027">
                  <c:v>the_intergalactic_pimpgod</c:v>
                </c:pt>
                <c:pt idx="3028">
                  <c:v>theinterfaceincident</c:v>
                </c:pt>
                <c:pt idx="3029">
                  <c:v>theinsomniacfilmcompany</c:v>
                </c:pt>
                <c:pt idx="3030">
                  <c:v>the_insignificant_guy</c:v>
                </c:pt>
                <c:pt idx="3031">
                  <c:v>theinsanegorillanumber1</c:v>
                </c:pt>
                <c:pt idx="3032">
                  <c:v>the_innocent_bad_girl</c:v>
                </c:pt>
                <c:pt idx="3033">
                  <c:v>theinnercityskeletoncoalition</c:v>
                </c:pt>
                <c:pt idx="3034">
                  <c:v>theinformationsource</c:v>
                </c:pt>
                <c:pt idx="3035">
                  <c:v>theinfernalbaggingmachine</c:v>
                </c:pt>
                <c:pt idx="3036">
                  <c:v>theinferioritycomplex</c:v>
                </c:pt>
                <c:pt idx="3037">
                  <c:v>theinfamouspennylane</c:v>
                </c:pt>
                <c:pt idx="3038">
                  <c:v>theinfamoushaleyovercast</c:v>
                </c:pt>
                <c:pt idx="3039">
                  <c:v>theinfamousfrankwhite</c:v>
                </c:pt>
                <c:pt idx="3040">
                  <c:v>theinfamouscrazymike</c:v>
                </c:pt>
                <c:pt idx="3041">
                  <c:v>theinfamouschunkymonkey</c:v>
                </c:pt>
                <c:pt idx="3042">
                  <c:v>theinevitableindividualistpart2</c:v>
                </c:pt>
                <c:pt idx="3043">
                  <c:v>theindustrycollective</c:v>
                </c:pt>
                <c:pt idx="3044">
                  <c:v>theindependentcircle</c:v>
                </c:pt>
                <c:pt idx="3045">
                  <c:v>the_incredible_plum_</c:v>
                </c:pt>
                <c:pt idx="3046">
                  <c:v>theincrediblemeltingman</c:v>
                </c:pt>
                <c:pt idx="3047">
                  <c:v>theincrediblemeltingdan</c:v>
                </c:pt>
                <c:pt idx="3048">
                  <c:v>theincrediblejazzman</c:v>
                </c:pt>
                <c:pt idx="3049">
                  <c:v>the_incredible_god_man</c:v>
                </c:pt>
                <c:pt idx="3050">
                  <c:v>the_incredible_edible_zak</c:v>
                </c:pt>
                <c:pt idx="3051">
                  <c:v>theincredibledoctorcrab</c:v>
                </c:pt>
                <c:pt idx="3052">
                  <c:v>theincorrigiblepollyanna</c:v>
                </c:pt>
                <c:pt idx="3053">
                  <c:v>theinconspicuousclaire</c:v>
                </c:pt>
                <c:pt idx="3054">
                  <c:v>theinbornlifeless518</c:v>
                </c:pt>
                <c:pt idx="3055">
                  <c:v>theimpossibleturnover</c:v>
                </c:pt>
                <c:pt idx="3056">
                  <c:v>theimpossibleprincess</c:v>
                </c:pt>
                <c:pt idx="3057">
                  <c:v>the_immortal_emperor</c:v>
                </c:pt>
                <c:pt idx="3058">
                  <c:v>theimmaculatedecline</c:v>
                </c:pt>
                <c:pt idx="3059">
                  <c:v>theimaginaryapocalypse</c:v>
                </c:pt>
                <c:pt idx="3060">
                  <c:v>theillfavorednountrio</c:v>
                </c:pt>
                <c:pt idx="3061">
                  <c:v>the_ice_cream_man3393</c:v>
                </c:pt>
                <c:pt idx="3062">
                  <c:v>the_husband_involved</c:v>
                </c:pt>
                <c:pt idx="3063">
                  <c:v>the_human_stink_bomb</c:v>
                </c:pt>
                <c:pt idx="3064">
                  <c:v>thehumanrevolutionband</c:v>
                </c:pt>
                <c:pt idx="3065">
                  <c:v>the_human_highlight_01</c:v>
                </c:pt>
                <c:pt idx="3066">
                  <c:v>thehottestthatyouknow</c:v>
                </c:pt>
                <c:pt idx="3067">
                  <c:v>thehottestsurferaround79</c:v>
                </c:pt>
                <c:pt idx="3068">
                  <c:v>the_hottest_person_ever</c:v>
                </c:pt>
                <c:pt idx="3069">
                  <c:v>thehottestgurlaround</c:v>
                </c:pt>
                <c:pt idx="3070">
                  <c:v>the_hottest_couple_alive</c:v>
                </c:pt>
                <c:pt idx="3071">
                  <c:v>thehotguythatsnotconceded</c:v>
                </c:pt>
                <c:pt idx="3072">
                  <c:v>thehotgingerbreadwoman</c:v>
                </c:pt>
                <c:pt idx="3073">
                  <c:v>thehotcoolgreatballer</c:v>
                </c:pt>
                <c:pt idx="3074">
                  <c:v>thehotchocolatesparrow</c:v>
                </c:pt>
                <c:pt idx="3075">
                  <c:v>thehotbutteredrumpshakers</c:v>
                </c:pt>
                <c:pt idx="3076">
                  <c:v>thehoplessromantic45</c:v>
                </c:pt>
                <c:pt idx="3077">
                  <c:v>thehopewellstreetwar</c:v>
                </c:pt>
                <c:pt idx="3078">
                  <c:v>thehopelessromantic708</c:v>
                </c:pt>
                <c:pt idx="3079">
                  <c:v>thehoneycreekassembly</c:v>
                </c:pt>
                <c:pt idx="3080">
                  <c:v>theholocaustdivision</c:v>
                </c:pt>
                <c:pt idx="3081">
                  <c:v>thehollyspringsdisaster</c:v>
                </c:pt>
                <c:pt idx="3082">
                  <c:v>the_hollow_deep_within</c:v>
                </c:pt>
                <c:pt idx="3083">
                  <c:v>thehollisterwelcomecrew</c:v>
                </c:pt>
                <c:pt idx="3084">
                  <c:v>thehiphopcornerstone</c:v>
                </c:pt>
                <c:pt idx="3085">
                  <c:v>thehillbillycashrevival</c:v>
                </c:pt>
                <c:pt idx="3086">
                  <c:v>thehighyoucantsustain</c:v>
                </c:pt>
                <c:pt idx="3087">
                  <c:v>thehighway59glamrockexperience</c:v>
                </c:pt>
                <c:pt idx="3088">
                  <c:v>thehighlightwasyoursmile</c:v>
                </c:pt>
                <c:pt idx="3089">
                  <c:v>thehighgradefoundation</c:v>
                </c:pt>
                <c:pt idx="3090">
                  <c:v>thehighflyingdoublejay</c:v>
                </c:pt>
                <c:pt idx="3091">
                  <c:v>thehideoutcoffeehouse</c:v>
                </c:pt>
                <c:pt idx="3092">
                  <c:v>the_hers_tester_profile</c:v>
                </c:pt>
                <c:pt idx="3093">
                  <c:v>the_hero_that_came_2late</c:v>
                </c:pt>
                <c:pt idx="3094">
                  <c:v>thehereticangel13</c:v>
                </c:pt>
                <c:pt idx="3095">
                  <c:v>thehereseycollective</c:v>
                </c:pt>
                <c:pt idx="3096">
                  <c:v>thehelpsampsonhearmusicfund</c:v>
                </c:pt>
                <c:pt idx="3097">
                  <c:v>thehelplessobsession</c:v>
                </c:pt>
                <c:pt idx="3098">
                  <c:v>thehellboundfather</c:v>
                </c:pt>
                <c:pt idx="3099">
                  <c:v>theheavenlyhomemaker</c:v>
                </c:pt>
                <c:pt idx="3100">
                  <c:v>theheartlessdaggerfall</c:v>
                </c:pt>
                <c:pt idx="3101">
                  <c:v>theheartlesscreature</c:v>
                </c:pt>
                <c:pt idx="3102">
                  <c:v>theheartgoeshere_jackie</c:v>
                </c:pt>
                <c:pt idx="3103">
                  <c:v>the_heartbroken_poet</c:v>
                </c:pt>
                <c:pt idx="3104">
                  <c:v>theheartbreakhotelparty</c:v>
                </c:pt>
                <c:pt idx="3105">
                  <c:v>theheartbreakexpress</c:v>
                </c:pt>
                <c:pt idx="3106">
                  <c:v>the_headless_penguin</c:v>
                </c:pt>
                <c:pt idx="3107">
                  <c:v>thehavenanimalrescue</c:v>
                </c:pt>
                <c:pt idx="3108">
                  <c:v>theharmonicgenerator</c:v>
                </c:pt>
                <c:pt idx="3109">
                  <c:v>the_hardcore_punisher</c:v>
                </c:pt>
                <c:pt idx="3110">
                  <c:v>thehardcashcontroversial</c:v>
                </c:pt>
                <c:pt idx="3111">
                  <c:v>thehardcandytheorist</c:v>
                </c:pt>
                <c:pt idx="3112">
                  <c:v>the_happy_soul_slayer</c:v>
                </c:pt>
                <c:pt idx="3113">
                  <c:v>the_hamburger_hustler</c:v>
                </c:pt>
                <c:pt idx="3114">
                  <c:v>thehallelujahdarling</c:v>
                </c:pt>
                <c:pt idx="3115">
                  <c:v>thehalifaxconnection</c:v>
                </c:pt>
                <c:pt idx="3116">
                  <c:v>thehairytrashkansclan</c:v>
                </c:pt>
                <c:pt idx="3117">
                  <c:v>thehairygreylovehound</c:v>
                </c:pt>
                <c:pt idx="3118">
                  <c:v>the_habitual_line_crosser</c:v>
                </c:pt>
                <c:pt idx="3119">
                  <c:v>theguyyouknowandlove</c:v>
                </c:pt>
                <c:pt idx="3120">
                  <c:v>theguywhodidthatthere</c:v>
                </c:pt>
                <c:pt idx="3121">
                  <c:v>theguywhobroughtsexyback2</c:v>
                </c:pt>
                <c:pt idx="3122">
                  <c:v>theguythatwillmakeyoumone</c:v>
                </c:pt>
                <c:pt idx="3123">
                  <c:v>theguruandhisapprentice</c:v>
                </c:pt>
                <c:pt idx="3124">
                  <c:v>thegurlucanneverhave</c:v>
                </c:pt>
                <c:pt idx="3125">
                  <c:v>the_gurl_next_door_1</c:v>
                </c:pt>
                <c:pt idx="3126">
                  <c:v>theguitaristfromhell90</c:v>
                </c:pt>
                <c:pt idx="3127">
                  <c:v>theguitaristformerlyknown</c:v>
                </c:pt>
                <c:pt idx="3128">
                  <c:v>the_guardian_goddess</c:v>
                </c:pt>
                <c:pt idx="3129">
                  <c:v>the_guardian_dark_angel</c:v>
                </c:pt>
                <c:pt idx="3130">
                  <c:v>theguardianconstruct</c:v>
                </c:pt>
                <c:pt idx="3131">
                  <c:v>the_guardian_angel9</c:v>
                </c:pt>
                <c:pt idx="3132">
                  <c:v>thegrubbyweaselexperience</c:v>
                </c:pt>
                <c:pt idx="3133">
                  <c:v>the_grim_reaper_from_hell</c:v>
                </c:pt>
                <c:pt idx="3134">
                  <c:v>the_grim_corporation</c:v>
                </c:pt>
                <c:pt idx="3135">
                  <c:v>the.greydawnbreaking</c:v>
                </c:pt>
                <c:pt idx="3136">
                  <c:v>thegreenroommusicclub</c:v>
                </c:pt>
                <c:pt idx="3137">
                  <c:v>thegreenroom_chesterfield</c:v>
                </c:pt>
                <c:pt idx="3138">
                  <c:v>the_green_power_ranger</c:v>
                </c:pt>
                <c:pt idx="3139">
                  <c:v>thegreenloveexperiment</c:v>
                </c:pt>
                <c:pt idx="3140">
                  <c:v>the_green_eyed_blonde</c:v>
                </c:pt>
                <c:pt idx="3141">
                  <c:v>the_green_eyed_bandit</c:v>
                </c:pt>
                <c:pt idx="3142">
                  <c:v>the_green_eared_cat_alien</c:v>
                </c:pt>
                <c:pt idx="3143">
                  <c:v>thegreenchunkyhunkymonkey</c:v>
                </c:pt>
                <c:pt idx="3144">
                  <c:v>thegreenbutterproject</c:v>
                </c:pt>
                <c:pt idx="3145">
                  <c:v>thegreenbeanprophecy</c:v>
                </c:pt>
                <c:pt idx="3146">
                  <c:v>thegreedlessbandsite</c:v>
                </c:pt>
                <c:pt idx="3147">
                  <c:v>thegreatwhitehiphope</c:v>
                </c:pt>
                <c:pt idx="3148">
                  <c:v>thegreatwhiteflamingo</c:v>
                </c:pt>
                <c:pt idx="3149">
                  <c:v>the_great_white_2000</c:v>
                </c:pt>
                <c:pt idx="3150">
                  <c:v>thegreatunconformity</c:v>
                </c:pt>
                <c:pt idx="3151">
                  <c:v>the_great_ring_master</c:v>
                </c:pt>
                <c:pt idx="3152">
                  <c:v>the_great_purple_finch</c:v>
                </c:pt>
                <c:pt idx="3153">
                  <c:v>the_great_philosopher</c:v>
                </c:pt>
                <c:pt idx="3154">
                  <c:v>the_great_one_ladies</c:v>
                </c:pt>
                <c:pt idx="3155">
                  <c:v>thegreatnewjerseybearhunt</c:v>
                </c:pt>
                <c:pt idx="3156">
                  <c:v>the_great_necromancer</c:v>
                </c:pt>
                <c:pt idx="3157">
                  <c:v>thegreatmightymouselover</c:v>
                </c:pt>
                <c:pt idx="3158">
                  <c:v>thegreatmatthewwhite</c:v>
                </c:pt>
                <c:pt idx="3159">
                  <c:v>thegreatlifefoundation</c:v>
                </c:pt>
                <c:pt idx="3160">
                  <c:v>thegreatlakemusicband</c:v>
                </c:pt>
                <c:pt idx="3161">
                  <c:v>the_great_insane_one</c:v>
                </c:pt>
                <c:pt idx="3162">
                  <c:v>thegreatgoldenbaby123</c:v>
                </c:pt>
                <c:pt idx="3163">
                  <c:v>thegreatforgettingband</c:v>
                </c:pt>
                <c:pt idx="3164">
                  <c:v>thegreatfootballplaya</c:v>
                </c:pt>
                <c:pt idx="3165">
                  <c:v>thegreaterconnection</c:v>
                </c:pt>
                <c:pt idx="3166">
                  <c:v>thegreatdonjuliobluescat</c:v>
                </c:pt>
                <c:pt idx="3167">
                  <c:v>the_great_communicator</c:v>
                </c:pt>
                <c:pt idx="3168">
                  <c:v>the_great_beyond_200</c:v>
                </c:pt>
                <c:pt idx="3169">
                  <c:v>thegreatawakeningmusic</c:v>
                </c:pt>
                <c:pt idx="3170">
                  <c:v>thegreatandpowerfulfuzz</c:v>
                </c:pt>
                <c:pt idx="3171">
                  <c:v>thegreatandonlyunknown</c:v>
                </c:pt>
                <c:pt idx="3172">
                  <c:v>thegreasedupdeafguy_</c:v>
                </c:pt>
                <c:pt idx="3173">
                  <c:v>thegratefuldead4ever</c:v>
                </c:pt>
                <c:pt idx="3174">
                  <c:v>thegratedisappointment</c:v>
                </c:pt>
                <c:pt idx="3175">
                  <c:v>thegrapevineprincess</c:v>
                </c:pt>
                <c:pt idx="3176">
                  <c:v>thegrandduchessanastasia</c:v>
                </c:pt>
                <c:pt idx="3177">
                  <c:v>thegrammarianwillgetyou</c:v>
                </c:pt>
                <c:pt idx="3178">
                  <c:v>the_graham_cracker08</c:v>
                </c:pt>
                <c:pt idx="3179">
                  <c:v>thegothickillerclown</c:v>
                </c:pt>
                <c:pt idx="3180">
                  <c:v>the_gothic_architect</c:v>
                </c:pt>
                <c:pt idx="3181">
                  <c:v>thegorgeousmonstrosity</c:v>
                </c:pt>
                <c:pt idx="3182">
                  <c:v>thegoodideafoundation</c:v>
                </c:pt>
                <c:pt idx="3183">
                  <c:v>the_good_girl_next_door</c:v>
                </c:pt>
                <c:pt idx="3184">
                  <c:v>theglassonionmagazine</c:v>
                </c:pt>
                <c:pt idx="3185">
                  <c:v>thegirlwithropeforhair</c:v>
                </c:pt>
                <c:pt idx="3186">
                  <c:v>thegirlwhodoescocaine</c:v>
                </c:pt>
                <c:pt idx="3187">
                  <c:v>_thegirlthatlostyou_</c:v>
                </c:pt>
                <c:pt idx="3188">
                  <c:v>thegirlnextdoormusic</c:v>
                </c:pt>
                <c:pt idx="3189">
                  <c:v>the_girl_next_door_83</c:v>
                </c:pt>
                <c:pt idx="3190">
                  <c:v>the_girl_next_door_5</c:v>
                </c:pt>
                <c:pt idx="3191">
                  <c:v>the_girl_next_door_4</c:v>
                </c:pt>
                <c:pt idx="3192">
                  <c:v>the_girl_next_door173</c:v>
                </c:pt>
                <c:pt idx="3193">
                  <c:v>the_girl_next_door11</c:v>
                </c:pt>
                <c:pt idx="3194">
                  <c:v>the__girl__next__door</c:v>
                </c:pt>
                <c:pt idx="3195">
                  <c:v>the_girl_from_shannon</c:v>
                </c:pt>
                <c:pt idx="3196">
                  <c:v>thegirlfromouterspace</c:v>
                </c:pt>
                <c:pt idx="3197">
                  <c:v>thegirlevery1wantstob_93</c:v>
                </c:pt>
                <c:pt idx="3198">
                  <c:v>the.ginger.bread.man</c:v>
                </c:pt>
                <c:pt idx="3199">
                  <c:v>the_ginger_bread_man</c:v>
                </c:pt>
                <c:pt idx="3200">
                  <c:v>thegiantmidgetleprechaun</c:v>
                </c:pt>
                <c:pt idx="3201">
                  <c:v>thegiantfuckingspider</c:v>
                </c:pt>
                <c:pt idx="3202">
                  <c:v>theghosttowncollective</c:v>
                </c:pt>
                <c:pt idx="3203">
                  <c:v>thegetawaywasntfastenough</c:v>
                </c:pt>
                <c:pt idx="3204">
                  <c:v>thegeorgiagrahamshow</c:v>
                </c:pt>
                <c:pt idx="3205">
                  <c:v>thegentlemenssocialclub</c:v>
                </c:pt>
                <c:pt idx="3206">
                  <c:v>thegentlemensagreement</c:v>
                </c:pt>
                <c:pt idx="3207">
                  <c:v>thegentlemanhomicide</c:v>
                </c:pt>
                <c:pt idx="3208">
                  <c:v>thegenerouslatinagirl</c:v>
                </c:pt>
                <c:pt idx="3209">
                  <c:v>thegeneralsweetpants</c:v>
                </c:pt>
                <c:pt idx="3210">
                  <c:v>thegenerallyspeaking</c:v>
                </c:pt>
                <c:pt idx="3211">
                  <c:v>thegenderlessdarling</c:v>
                </c:pt>
                <c:pt idx="3212">
                  <c:v>thegazastripmovement</c:v>
                </c:pt>
                <c:pt idx="3213">
                  <c:v>thegaystraightjacket</c:v>
                </c:pt>
                <c:pt idx="3214">
                  <c:v>thegatheringlimerick</c:v>
                </c:pt>
                <c:pt idx="3215">
                  <c:v>thegatheringcommunity</c:v>
                </c:pt>
                <c:pt idx="3216">
                  <c:v>thegarybackstromband</c:v>
                </c:pt>
                <c:pt idx="3217">
                  <c:v>thegarrisonyearstreetteam</c:v>
                </c:pt>
                <c:pt idx="3218">
                  <c:v>thegabbyjayexperience</c:v>
                </c:pt>
                <c:pt idx="3219">
                  <c:v>the_future_wasnt_wrote</c:v>
                </c:pt>
                <c:pt idx="3220">
                  <c:v>the_future_was_alarming</c:v>
                </c:pt>
                <c:pt idx="3221">
                  <c:v>thefuturesportscaster</c:v>
                </c:pt>
                <c:pt idx="3222">
                  <c:v>thefurrybroadcastingcorp</c:v>
                </c:pt>
                <c:pt idx="3223">
                  <c:v>the_funny_looking_one</c:v>
                </c:pt>
                <c:pt idx="3224">
                  <c:v>the_funky_cold_medina</c:v>
                </c:pt>
                <c:pt idx="3225">
                  <c:v>thefunkrockorchestra</c:v>
                </c:pt>
                <c:pt idx="3226">
                  <c:v>thefullsizefantastic</c:v>
                </c:pt>
                <c:pt idx="3227">
                  <c:v>thefullnelsonexperience</c:v>
                </c:pt>
                <c:pt idx="3228">
                  <c:v>thefullmedicinecabinet</c:v>
                </c:pt>
                <c:pt idx="3229">
                  <c:v>the_fucking_hottest_bitch</c:v>
                </c:pt>
                <c:pt idx="3230">
                  <c:v>thefuckingcoollunchtable</c:v>
                </c:pt>
                <c:pt idx="3231">
                  <c:v>thefuckingclandestinemusicclub</c:v>
                </c:pt>
                <c:pt idx="3232">
                  <c:v>the_frontroom_profession</c:v>
                </c:pt>
                <c:pt idx="3233">
                  <c:v>thefrontroomprofession</c:v>
                </c:pt>
                <c:pt idx="3234">
                  <c:v>thefrontporchsociety</c:v>
                </c:pt>
                <c:pt idx="3235">
                  <c:v>thefrontporchmusicsociety</c:v>
                </c:pt>
                <c:pt idx="3236">
                  <c:v>thefrontporchfolkensemble</c:v>
                </c:pt>
                <c:pt idx="3237">
                  <c:v>thefromtropicswithlove</c:v>
                </c:pt>
                <c:pt idx="3238">
                  <c:v>thefriendshipfactory</c:v>
                </c:pt>
                <c:pt idx="3239">
                  <c:v>the_friendship_corner</c:v>
                </c:pt>
                <c:pt idx="3240">
                  <c:v>the_friendly_chicken</c:v>
                </c:pt>
                <c:pt idx="3241">
                  <c:v>thefriendlesssociety</c:v>
                </c:pt>
                <c:pt idx="3242">
                  <c:v>thefriendlessmonstor</c:v>
                </c:pt>
                <c:pt idx="3243">
                  <c:v>thefriedmanfamilyfortune</c:v>
                </c:pt>
                <c:pt idx="3244">
                  <c:v>thefreepicktoncampaign</c:v>
                </c:pt>
                <c:pt idx="3245">
                  <c:v>thefreakingpizzagang</c:v>
                </c:pt>
                <c:pt idx="3246">
                  <c:v>thefoundationofficial</c:v>
                </c:pt>
                <c:pt idx="3247">
                  <c:v>thefoundationcolumbus</c:v>
                </c:pt>
                <c:pt idx="3248">
                  <c:v>thefoundationatlanta</c:v>
                </c:pt>
                <c:pt idx="3249">
                  <c:v>the_former_hippieboy</c:v>
                </c:pt>
                <c:pt idx="3250">
                  <c:v>the_forgotten_writer</c:v>
                </c:pt>
                <c:pt idx="3251">
                  <c:v>theforgotteninfluence1</c:v>
                </c:pt>
                <c:pt idx="3252">
                  <c:v>theforgottenbrainchild</c:v>
                </c:pt>
                <c:pt idx="3253">
                  <c:v>the_forgotten_angel4</c:v>
                </c:pt>
                <c:pt idx="3254">
                  <c:v>theforbiddenpunkology</c:v>
                </c:pt>
                <c:pt idx="3255">
                  <c:v>TheFollowingBrightShadow</c:v>
                </c:pt>
                <c:pt idx="3256">
                  <c:v>thefollowingannouncement</c:v>
                </c:pt>
                <c:pt idx="3257">
                  <c:v>theflyingsquirrelmaster</c:v>
                </c:pt>
                <c:pt idx="3258">
                  <c:v>TheFlyingPurpleMonkey</c:v>
                </c:pt>
                <c:pt idx="3259">
                  <c:v>theflyingpenguinsown</c:v>
                </c:pt>
                <c:pt idx="3260">
                  <c:v>the_flying_dutchman_too</c:v>
                </c:pt>
                <c:pt idx="3261">
                  <c:v>the_flying_dutch_man</c:v>
                </c:pt>
                <c:pt idx="3262">
                  <c:v>the_fly___________guy</c:v>
                </c:pt>
                <c:pt idx="3263">
                  <c:v>THEFLYBOYSKEEPITPOPPIN</c:v>
                </c:pt>
                <c:pt idx="3264">
                  <c:v>thefluorescentvagina</c:v>
                </c:pt>
                <c:pt idx="3265">
                  <c:v>theflowerpowerpenguin</c:v>
                </c:pt>
                <c:pt idx="3266">
                  <c:v>the_flirtatious_princess</c:v>
                </c:pt>
                <c:pt idx="3267">
                  <c:v>theflatlinerspunkrock</c:v>
                </c:pt>
                <c:pt idx="3268">
                  <c:v>theflamingsoothsayer</c:v>
                </c:pt>
                <c:pt idx="3269">
                  <c:v>thefiveoclocksession</c:v>
                </c:pt>
                <c:pt idx="3270">
                  <c:v>the_first_sorceress_lady</c:v>
                </c:pt>
                <c:pt idx="3271">
                  <c:v>the_first_snake_charmer</c:v>
                </c:pt>
                <c:pt idx="3272">
                  <c:v>thefirecrotchexperience</c:v>
                </c:pt>
                <c:pt idx="3273">
                  <c:v>the_final_strike_band</c:v>
                </c:pt>
                <c:pt idx="3274">
                  <c:v>thefinalcloudwarrior</c:v>
                </c:pt>
                <c:pt idx="3275">
                  <c:v>thefezfeaturingwoodyallcock</c:v>
                </c:pt>
                <c:pt idx="3276">
                  <c:v>the_female_that_got_him20</c:v>
                </c:pt>
                <c:pt idx="3277">
                  <c:v>the_feathered_serpent</c:v>
                </c:pt>
                <c:pt idx="3278">
                  <c:v>thefatcontrollermustdie</c:v>
                </c:pt>
                <c:pt idx="3279">
                  <c:v>thefatbastardhimself</c:v>
                </c:pt>
                <c:pt idx="3280">
                  <c:v>thefantasticinevitable</c:v>
                </c:pt>
                <c:pt idx="3281">
                  <c:v>thefantasticcurtaincall</c:v>
                </c:pt>
                <c:pt idx="3282">
                  <c:v>thefamousundiscovered</c:v>
                </c:pt>
                <c:pt idx="3283">
                  <c:v>thefamousrachelmiller</c:v>
                </c:pt>
                <c:pt idx="3284">
                  <c:v>thefallingdarkangel</c:v>
                </c:pt>
                <c:pt idx="3285">
                  <c:v>the_fallen_crack_baby</c:v>
                </c:pt>
                <c:pt idx="3286">
                  <c:v>the_fallen_angel2232323</c:v>
                </c:pt>
                <c:pt idx="3287">
                  <c:v>thefairweatherexperience</c:v>
                </c:pt>
                <c:pt idx="3288">
                  <c:v>thefabuloustinamarie</c:v>
                </c:pt>
                <c:pt idx="3289">
                  <c:v>the_fabulous_phil_bell</c:v>
                </c:pt>
                <c:pt idx="3290">
                  <c:v>thefabulousmisschristina</c:v>
                </c:pt>
                <c:pt idx="3291">
                  <c:v>the_fabulous_jessica</c:v>
                </c:pt>
                <c:pt idx="3292">
                  <c:v>thefabulousfeedbackband</c:v>
                </c:pt>
                <c:pt idx="3293">
                  <c:v>thefabulousentourage</c:v>
                </c:pt>
                <c:pt idx="3294">
                  <c:v>theextremelygoodlookingpeople</c:v>
                </c:pt>
                <c:pt idx="3295">
                  <c:v>theextremebandgeek11</c:v>
                </c:pt>
                <c:pt idx="3296">
                  <c:v>theexplodingwhaledream</c:v>
                </c:pt>
                <c:pt idx="3297">
                  <c:v>theexplodinghearts12</c:v>
                </c:pt>
                <c:pt idx="3298">
                  <c:v>theexperimentwentwrong</c:v>
                </c:pt>
                <c:pt idx="3299">
                  <c:v>theexperimentalexperience</c:v>
                </c:pt>
                <c:pt idx="3300">
                  <c:v>theexistentialistmorning</c:v>
                </c:pt>
                <c:pt idx="3301">
                  <c:v>TheExhaustedContender</c:v>
                </c:pt>
                <c:pt idx="3302">
                  <c:v>theevolutionarynightmare</c:v>
                </c:pt>
                <c:pt idx="3303">
                  <c:v>the_evil_trio_leader</c:v>
                </c:pt>
                <c:pt idx="3304">
                  <c:v>theevilpopcornseller</c:v>
                </c:pt>
                <c:pt idx="3305">
                  <c:v>the_evil_monkey_king</c:v>
                </c:pt>
                <c:pt idx="3306">
                  <c:v>theeverilluminousone</c:v>
                </c:pt>
                <c:pt idx="3307">
                  <c:v>theeverchangingdream</c:v>
                </c:pt>
                <c:pt idx="3308">
                  <c:v>theeveninghabitstreetteam</c:v>
                </c:pt>
                <c:pt idx="3309">
                  <c:v>theeunsuspectingvictim</c:v>
                </c:pt>
                <c:pt idx="3310">
                  <c:v>theeoneandonlysarahstella</c:v>
                </c:pt>
                <c:pt idx="3311">
                  <c:v>theenlightenedbuddha</c:v>
                </c:pt>
                <c:pt idx="3312">
                  <c:v>the_enigma_incarnate</c:v>
                </c:pt>
                <c:pt idx="3313">
                  <c:v>theenergizerbunnybaby</c:v>
                </c:pt>
                <c:pt idx="3314">
                  <c:v>the_end_that_never_came</c:v>
                </c:pt>
                <c:pt idx="3315">
                  <c:v>theendlessdestruction</c:v>
                </c:pt>
                <c:pt idx="3316">
                  <c:v>the_emotional_killer</c:v>
                </c:pt>
                <c:pt idx="3317">
                  <c:v>theemeraldcityboston</c:v>
                </c:pt>
                <c:pt idx="3318">
                  <c:v>theembersarestillglowing</c:v>
                </c:pt>
                <c:pt idx="3319">
                  <c:v>theelitepartyprogram</c:v>
                </c:pt>
                <c:pt idx="3320">
                  <c:v>theelectricstarlightshowtess</c:v>
                </c:pt>
                <c:pt idx="3321">
                  <c:v>theelectricpressmusic</c:v>
                </c:pt>
                <c:pt idx="3322">
                  <c:v>theelectricexperiment</c:v>
                </c:pt>
                <c:pt idx="3323">
                  <c:v>theelectricchurchclub</c:v>
                </c:pt>
                <c:pt idx="3324">
                  <c:v>theelectricarmadillo</c:v>
                </c:pt>
                <c:pt idx="3325">
                  <c:v>thee_gorgeous_people</c:v>
                </c:pt>
                <c:pt idx="3326">
                  <c:v>the_effing_real_kristin</c:v>
                </c:pt>
                <c:pt idx="3327">
                  <c:v>theedgemorningmadhouse</c:v>
                </c:pt>
                <c:pt idx="3328">
                  <c:v>theeclecticadventure</c:v>
                </c:pt>
                <c:pt idx="3329">
                  <c:v>theeccentricphotography</c:v>
                </c:pt>
                <c:pt idx="3330">
                  <c:v>theeblackhannahmontana</c:v>
                </c:pt>
                <c:pt idx="3331">
                  <c:v>theeambervisionholocaust</c:v>
                </c:pt>
                <c:pt idx="3332">
                  <c:v>thee_adoption_agency</c:v>
                </c:pt>
                <c:pt idx="3333">
                  <c:v>thedutchessanastasia</c:v>
                </c:pt>
                <c:pt idx="3334">
                  <c:v>theduncanfamilywebsite</c:v>
                </c:pt>
                <c:pt idx="3335">
                  <c:v>thedumbestgeniusever</c:v>
                </c:pt>
                <c:pt idx="3336">
                  <c:v>theducktalesingerman</c:v>
                </c:pt>
                <c:pt idx="3337">
                  <c:v>The_drunken_master_4_life</c:v>
                </c:pt>
                <c:pt idx="3338">
                  <c:v>the_drummer_you_never_saw</c:v>
                </c:pt>
                <c:pt idx="3339">
                  <c:v>thedropshipsarecoming</c:v>
                </c:pt>
                <c:pt idx="3340">
                  <c:v>thedropkickstevenband</c:v>
                </c:pt>
                <c:pt idx="3341">
                  <c:v>thedramaqueenallgrownup</c:v>
                </c:pt>
                <c:pt idx="3342">
                  <c:v>thedotbandcollaborative</c:v>
                </c:pt>
                <c:pt idx="3343">
                  <c:v>thedonkeyheadedadversary</c:v>
                </c:pt>
                <c:pt idx="3344">
                  <c:v>the_don_entertainment</c:v>
                </c:pt>
                <c:pt idx="3345">
                  <c:v>thedollarbillproject</c:v>
                </c:pt>
                <c:pt idx="3346">
                  <c:v>thedoghouserileyband</c:v>
                </c:pt>
                <c:pt idx="3347">
                  <c:v>thedizzyroosteraustin</c:v>
                </c:pt>
                <c:pt idx="3348">
                  <c:v>thedivinityprojectband</c:v>
                </c:pt>
                <c:pt idx="3349">
                  <c:v>thedistributioncompany</c:v>
                </c:pt>
                <c:pt idx="3350">
                  <c:v>thedisenchantmentproject</c:v>
                </c:pt>
                <c:pt idx="3351">
                  <c:v>thedisconnectedspatula</c:v>
                </c:pt>
                <c:pt idx="3352">
                  <c:v>the_disastrous_beginning</c:v>
                </c:pt>
                <c:pt idx="3353">
                  <c:v>the_disappearing_boy</c:v>
                </c:pt>
                <c:pt idx="3354">
                  <c:v>thedirtylittlerockband</c:v>
                </c:pt>
                <c:pt idx="3355">
                  <c:v>thedirtyclothingcompany</c:v>
                </c:pt>
                <c:pt idx="3356">
                  <c:v>the_dirt_brown_cowboy</c:v>
                </c:pt>
                <c:pt idx="3357">
                  <c:v>thedinosaurscreamteam</c:v>
                </c:pt>
                <c:pt idx="3358">
                  <c:v>thedinnerpartyambience</c:v>
                </c:pt>
                <c:pt idx="3359">
                  <c:v>thedingdongshowmovie</c:v>
                </c:pt>
                <c:pt idx="3360">
                  <c:v>thedifferenceenginemusic</c:v>
                </c:pt>
                <c:pt idx="3361">
                  <c:v>the_diamond_princess_04</c:v>
                </c:pt>
                <c:pt idx="3362">
                  <c:v>the_diamond_princess</c:v>
                </c:pt>
                <c:pt idx="3363">
                  <c:v>the_diamond_mistress</c:v>
                </c:pt>
                <c:pt idx="3364">
                  <c:v>thedharmainitiativeband</c:v>
                </c:pt>
                <c:pt idx="3365">
                  <c:v>thedevilthinksimpretty</c:v>
                </c:pt>
                <c:pt idx="3366">
                  <c:v>thedevastatingfranco</c:v>
                </c:pt>
                <c:pt idx="3367">
                  <c:v>thedesperationproject</c:v>
                </c:pt>
                <c:pt idx="3368">
                  <c:v>thedesperatemeasurestour</c:v>
                </c:pt>
                <c:pt idx="3369">
                  <c:v>thedescriptionengine</c:v>
                </c:pt>
                <c:pt idx="3370">
                  <c:v>thedepressedfireplace</c:v>
                </c:pt>
                <c:pt idx="3371">
                  <c:v>the_demolition_lover</c:v>
                </c:pt>
                <c:pt idx="3372">
                  <c:v>thedelectablemisssarah</c:v>
                </c:pt>
                <c:pt idx="3373">
                  <c:v>the_deformed_pretty_boy</c:v>
                </c:pt>
                <c:pt idx="3374">
                  <c:v>thedaybreakexperiment</c:v>
                </c:pt>
                <c:pt idx="3375">
                  <c:v>thedarlingdepartment</c:v>
                </c:pt>
                <c:pt idx="3376">
                  <c:v>the_dark_princess_13</c:v>
                </c:pt>
                <c:pt idx="3377">
                  <c:v>the_dark_prince__kai</c:v>
                </c:pt>
                <c:pt idx="3378">
                  <c:v>thedarknesswithdeath</c:v>
                </c:pt>
                <c:pt idx="3379">
                  <c:v>the_dark_heretic_princess</c:v>
                </c:pt>
                <c:pt idx="3380">
                  <c:v>the_dark_fallen_angel</c:v>
                </c:pt>
                <c:pt idx="3381">
                  <c:v>the_dark_demon_dramaqueen</c:v>
                </c:pt>
                <c:pt idx="3382">
                  <c:v>the_dark_cully_secret</c:v>
                </c:pt>
                <c:pt idx="3383">
                  <c:v>thedannyquadmassacre</c:v>
                </c:pt>
                <c:pt idx="3384">
                  <c:v>thedangerousquietone</c:v>
                </c:pt>
                <c:pt idx="3385">
                  <c:v>thedandelionseedcompany</c:v>
                </c:pt>
                <c:pt idx="3386">
                  <c:v>the_dancing_princess</c:v>
                </c:pt>
                <c:pt idx="3387">
                  <c:v>thedamagelimitationproject</c:v>
                </c:pt>
                <c:pt idx="3388">
                  <c:v>the_dairy_queen17585</c:v>
                </c:pt>
                <c:pt idx="3389">
                  <c:v>thedailyplanetmetropolis</c:v>
                </c:pt>
                <c:pt idx="3390">
                  <c:v>the_cutting_edge_001</c:v>
                </c:pt>
                <c:pt idx="3391">
                  <c:v>thecutlassheadcharity</c:v>
                </c:pt>
                <c:pt idx="3392">
                  <c:v>thecutelittledeadgirl</c:v>
                </c:pt>
                <c:pt idx="3393">
                  <c:v>thecuriouslittledolphin</c:v>
                </c:pt>
                <c:pt idx="3394">
                  <c:v>the_cumberland_house</c:v>
                </c:pt>
                <c:pt idx="3395">
                  <c:v>thecrutchleyexperience</c:v>
                </c:pt>
                <c:pt idx="3396">
                  <c:v>thecrucialconspiracy</c:v>
                </c:pt>
                <c:pt idx="3397">
                  <c:v>the-crown-jewel-brent</c:v>
                </c:pt>
                <c:pt idx="3398">
                  <c:v>the_crippler_crawford</c:v>
                </c:pt>
                <c:pt idx="3399">
                  <c:v>the_crimson_squirrel</c:v>
                </c:pt>
                <c:pt idx="3400">
                  <c:v>thecrimsonsprocketband</c:v>
                </c:pt>
                <c:pt idx="3401">
                  <c:v>thecreativejaymarvelous</c:v>
                </c:pt>
                <c:pt idx="3402">
                  <c:v>thecreationgestationlab</c:v>
                </c:pt>
                <c:pt idx="3403">
                  <c:v>thecrazylittleperson</c:v>
                </c:pt>
                <c:pt idx="3404">
                  <c:v>the_crazy_girl_next_door</c:v>
                </c:pt>
                <c:pt idx="3405">
                  <c:v>thecrackinsideyourheart</c:v>
                </c:pt>
                <c:pt idx="3406">
                  <c:v>thecountryconnectionband</c:v>
                </c:pt>
                <c:pt idx="3407">
                  <c:v>thecounterfeitreality</c:v>
                </c:pt>
                <c:pt idx="3408">
                  <c:v>thecorporatedeathsuit</c:v>
                </c:pt>
                <c:pt idx="3409">
                  <c:v>the_corey_short_incident</c:v>
                </c:pt>
                <c:pt idx="3410">
                  <c:v>thecore_bodypiercing</c:v>
                </c:pt>
                <c:pt idx="3411">
                  <c:v>thecoolcalmcollective</c:v>
                </c:pt>
                <c:pt idx="3412">
                  <c:v>thecoolbillygoatband</c:v>
                </c:pt>
                <c:pt idx="3413">
                  <c:v>thecoolbandthatrockshard</c:v>
                </c:pt>
                <c:pt idx="3414">
                  <c:v>thecookiemonster7178</c:v>
                </c:pt>
                <c:pt idx="3415">
                  <c:v>the_cookie_monster55</c:v>
                </c:pt>
                <c:pt idx="3416">
                  <c:v>thecookiemonster1992</c:v>
                </c:pt>
                <c:pt idx="3417">
                  <c:v>thecontrast_melbourne</c:v>
                </c:pt>
                <c:pt idx="3418">
                  <c:v>thecontinentallounge</c:v>
                </c:pt>
                <c:pt idx="3419">
                  <c:v>theconsumingdarkness</c:v>
                </c:pt>
                <c:pt idx="3420">
                  <c:v>theconspiracytheorist</c:v>
                </c:pt>
                <c:pt idx="3421">
                  <c:v>theconservativebreed</c:v>
                </c:pt>
                <c:pt idx="3422">
                  <c:v>the_compulsive_mac_daddy</c:v>
                </c:pt>
                <c:pt idx="3423">
                  <c:v>thecommanderandchief</c:v>
                </c:pt>
                <c:pt idx="3424">
                  <c:v>thecolorsmusicalgroup</c:v>
                </c:pt>
                <c:pt idx="3425">
                  <c:v>thecollinsexperiment</c:v>
                </c:pt>
                <c:pt idx="3426">
                  <c:v>thecollectivemusicgroup</c:v>
                </c:pt>
                <c:pt idx="3427">
                  <c:v>thecolinharrisonproject</c:v>
                </c:pt>
                <c:pt idx="3428">
                  <c:v>thecolinandduncanshow</c:v>
                </c:pt>
                <c:pt idx="3429">
                  <c:v>thecodyblakeleyproject13</c:v>
                </c:pt>
                <c:pt idx="3430">
                  <c:v>thecobaltdeathproject</c:v>
                </c:pt>
                <c:pt idx="3431">
                  <c:v>theclockworkcrewband</c:v>
                </c:pt>
                <c:pt idx="3432">
                  <c:v>thecliffkinseyreport</c:v>
                </c:pt>
                <c:pt idx="3433">
                  <c:v>theclientsandtheirarchitect</c:v>
                </c:pt>
                <c:pt idx="3434">
                  <c:v>the_classic_heartbreaker</c:v>
                </c:pt>
                <c:pt idx="3435">
                  <c:v>theclarinetexperiment</c:v>
                </c:pt>
                <c:pt idx="3436">
                  <c:v>theclandestinefaction</c:v>
                </c:pt>
                <c:pt idx="3437">
                  <c:v>thecinnamontoastcrunchers</c:v>
                </c:pt>
                <c:pt idx="3438">
                  <c:v>thecingularjuggernaut</c:v>
                </c:pt>
                <c:pt idx="3439">
                  <c:v>thecinderellaliberty</c:v>
                </c:pt>
                <c:pt idx="3440">
                  <c:v>thechurchbandofficial</c:v>
                </c:pt>
                <c:pt idx="3441">
                  <c:v>thechurchandholyhiphop</c:v>
                </c:pt>
                <c:pt idx="3442">
                  <c:v>thechristraciproject</c:v>
                </c:pt>
                <c:pt idx="3443">
                  <c:v>thechristinaannetteproject</c:v>
                </c:pt>
                <c:pt idx="3444">
                  <c:v>thechristiancurlingcrew</c:v>
                </c:pt>
                <c:pt idx="3445">
                  <c:v>thechristiancoalition</c:v>
                </c:pt>
                <c:pt idx="3446">
                  <c:v>thechrischaosmontage</c:v>
                </c:pt>
                <c:pt idx="3447">
                  <c:v>thechrisashtonproject</c:v>
                </c:pt>
                <c:pt idx="3448">
                  <c:v>thechosen1denzelcarter</c:v>
                </c:pt>
                <c:pt idx="3449">
                  <c:v>thechocolatefireguard</c:v>
                </c:pt>
                <c:pt idx="3450">
                  <c:v>thechicagodrinkingteam</c:v>
                </c:pt>
                <c:pt idx="3451">
                  <c:v>the_chemical_romance</c:v>
                </c:pt>
                <c:pt idx="3452">
                  <c:v>thecheesenutterwithtoast</c:v>
                </c:pt>
                <c:pt idx="3453">
                  <c:v>thecheatslightswitch</c:v>
                </c:pt>
                <c:pt idx="3454">
                  <c:v>thecharmoffensiveband</c:v>
                </c:pt>
                <c:pt idx="3455">
                  <c:v>thechaostheorybandpage</c:v>
                </c:pt>
                <c:pt idx="3456">
                  <c:v>thechampionheartache</c:v>
                </c:pt>
                <c:pt idx="3457">
                  <c:v>thechamp45roadwarrior</c:v>
                </c:pt>
                <c:pt idx="3458">
                  <c:v>thechaingangbikeclub</c:v>
                </c:pt>
                <c:pt idx="3459">
                  <c:v>thecelestineprophecybook</c:v>
                </c:pt>
                <c:pt idx="3460">
                  <c:v>thecelestialstarbearer</c:v>
                </c:pt>
                <c:pt idx="3461">
                  <c:v>thecelestialpeepshow</c:v>
                </c:pt>
                <c:pt idx="3462">
                  <c:v>thecedarculturalcenter</c:v>
                </c:pt>
                <c:pt idx="3463">
                  <c:v>the_cavalier_eternal</c:v>
                </c:pt>
                <c:pt idx="3464">
                  <c:v>thecatalystprojectteam</c:v>
                </c:pt>
                <c:pt idx="3465">
                  <c:v>thecasualphotographer</c:v>
                </c:pt>
                <c:pt idx="3466">
                  <c:v>the_carrie_underwood</c:v>
                </c:pt>
                <c:pt idx="3467">
                  <c:v>thecardiovasculardisease</c:v>
                </c:pt>
                <c:pt idx="3468">
                  <c:v>thecaptainlegendaryband</c:v>
                </c:pt>
                <c:pt idx="3469">
                  <c:v>thecantonunderground</c:v>
                </c:pt>
                <c:pt idx="3470">
                  <c:v>thecannockchasepanther</c:v>
                </c:pt>
                <c:pt idx="3471">
                  <c:v>thecandylandfamilyband</c:v>
                </c:pt>
                <c:pt idx="3472">
                  <c:v>thecandlelightpavilion</c:v>
                </c:pt>
                <c:pt idx="3473">
                  <c:v>the_cambridge_school</c:v>
                </c:pt>
                <c:pt idx="3474">
                  <c:v>the_calander_hung_itself</c:v>
                </c:pt>
                <c:pt idx="3475">
                  <c:v>thecabbageexperience</c:v>
                </c:pt>
                <c:pt idx="3476">
                  <c:v>theburnloungemusicstore</c:v>
                </c:pt>
                <c:pt idx="3477">
                  <c:v>theburnedoutbasement</c:v>
                </c:pt>
                <c:pt idx="3478">
                  <c:v>thebureauentertainment</c:v>
                </c:pt>
                <c:pt idx="3479">
                  <c:v>the_brown_eyed_beauty</c:v>
                </c:pt>
                <c:pt idx="3480">
                  <c:v>thebrotherhoodlounge</c:v>
                </c:pt>
                <c:pt idx="3481">
                  <c:v>thebrotherhoodalliance</c:v>
                </c:pt>
                <c:pt idx="3482">
                  <c:v>thebrooklyngirl4life</c:v>
                </c:pt>
                <c:pt idx="3483">
                  <c:v>the_broken_hearts_club</c:v>
                </c:pt>
                <c:pt idx="3484">
                  <c:v>thebrokenheartbreaker</c:v>
                </c:pt>
                <c:pt idx="3485">
                  <c:v>thebrokendistrictband</c:v>
                </c:pt>
                <c:pt idx="3486">
                  <c:v>thebridgeclubkaraoke</c:v>
                </c:pt>
                <c:pt idx="3487">
                  <c:v>thebridestrippedbare</c:v>
                </c:pt>
                <c:pt idx="3488">
                  <c:v>the_breakfast_club_11</c:v>
                </c:pt>
                <c:pt idx="3489">
                  <c:v>thebreakdancingpenguin</c:v>
                </c:pt>
                <c:pt idx="3490">
                  <c:v>thebraveandundefeated</c:v>
                </c:pt>
                <c:pt idx="3491">
                  <c:v>thebraveandhappypilot</c:v>
                </c:pt>
                <c:pt idx="3492">
                  <c:v>thebrattytwin_sister</c:v>
                </c:pt>
                <c:pt idx="3493">
                  <c:v>thebrandonproject555</c:v>
                </c:pt>
                <c:pt idx="3494">
                  <c:v>thebrainfoodexperiment</c:v>
                </c:pt>
                <c:pt idx="3495">
                  <c:v>thebrainchildproject</c:v>
                </c:pt>
                <c:pt idx="3496">
                  <c:v>the_boy_your_looking_for</c:v>
                </c:pt>
                <c:pt idx="3497">
                  <c:v>theboundlessbeautifuldark</c:v>
                </c:pt>
                <c:pt idx="3498">
                  <c:v>thebostonmediacompany</c:v>
                </c:pt>
                <c:pt idx="3499">
                  <c:v>thebostonconservatory</c:v>
                </c:pt>
                <c:pt idx="3500">
                  <c:v>thebodyelectricproject</c:v>
                </c:pt>
                <c:pt idx="3501">
                  <c:v>the_blur_from_hell.jaw225</c:v>
                </c:pt>
                <c:pt idx="3502">
                  <c:v>theblueraspberrybastard</c:v>
                </c:pt>
                <c:pt idx="3503">
                  <c:v>the_blue_haired_girl</c:v>
                </c:pt>
                <c:pt idx="3504">
                  <c:v>thebluefigrestaurant</c:v>
                </c:pt>
                <c:pt idx="3505">
                  <c:v>thebluefairyprincess</c:v>
                </c:pt>
                <c:pt idx="3506">
                  <c:v>thebluefairymagicness</c:v>
                </c:pt>
                <c:pt idx="3507">
                  <c:v>theblueeyedidolofmillions</c:v>
                </c:pt>
                <c:pt idx="3508">
                  <c:v>the_blue_eyed_blonde</c:v>
                </c:pt>
                <c:pt idx="3509">
                  <c:v>thebluearrivaltheory</c:v>
                </c:pt>
                <c:pt idx="3510">
                  <c:v>the_bloody_hatchet_men</c:v>
                </c:pt>
                <c:pt idx="3511">
                  <c:v>the_bloody_awful_poet</c:v>
                </c:pt>
                <c:pt idx="3512">
                  <c:v>thebloodtrickleslowly</c:v>
                </c:pt>
                <c:pt idx="3513">
                  <c:v>thebloodsuckinggentlemen</c:v>
                </c:pt>
                <c:pt idx="3514">
                  <c:v>theblondenextdoor008</c:v>
                </c:pt>
                <c:pt idx="3515">
                  <c:v>the_blonde_brunette_girl</c:v>
                </c:pt>
                <c:pt idx="3516">
                  <c:v>the_blonde_brunette_8</c:v>
                </c:pt>
                <c:pt idx="3517">
                  <c:v>the_bleeding_mascara2</c:v>
                </c:pt>
                <c:pt idx="3518">
                  <c:v>thebleedingheartbakery</c:v>
                </c:pt>
                <c:pt idx="3519">
                  <c:v>theblanketforcefield</c:v>
                </c:pt>
                <c:pt idx="3520">
                  <c:v>theblackwallstreetfansite</c:v>
                </c:pt>
                <c:pt idx="3521">
                  <c:v>theblacktopmemorycollinsville</c:v>
                </c:pt>
                <c:pt idx="3522">
                  <c:v>the_black_tinkerbell</c:v>
                </c:pt>
                <c:pt idx="3523">
                  <c:v>theblacktieaffairband</c:v>
                </c:pt>
                <c:pt idx="3524">
                  <c:v>theblackstarmovement</c:v>
                </c:pt>
                <c:pt idx="3525">
                  <c:v>theblacksheepsquadron</c:v>
                </c:pt>
                <c:pt idx="3526">
                  <c:v>the_black_rose_angel</c:v>
                </c:pt>
                <c:pt idx="3527">
                  <c:v>the_black_philosopher</c:v>
                </c:pt>
                <c:pt idx="3528">
                  <c:v>the_blackout_faction</c:v>
                </c:pt>
                <c:pt idx="3529">
                  <c:v>theblacknesswillconsume</c:v>
                </c:pt>
                <c:pt idx="3530">
                  <c:v>theblackmagicretreat</c:v>
                </c:pt>
                <c:pt idx="3531">
                  <c:v>the_black_jack_tripper</c:v>
                </c:pt>
                <c:pt idx="3532">
                  <c:v>theblackelectricspace</c:v>
                </c:pt>
                <c:pt idx="3533">
                  <c:v>theblackautumncalamity</c:v>
                </c:pt>
                <c:pt idx="3534">
                  <c:v>theblackandwhitecity</c:v>
                </c:pt>
                <c:pt idx="3535">
                  <c:v>thebiweeklyworldenquirer</c:v>
                </c:pt>
                <c:pt idx="3536">
                  <c:v>the_bitch_from_hell05459</c:v>
                </c:pt>
                <c:pt idx="3537">
                  <c:v>thebilliondollardream</c:v>
                </c:pt>
                <c:pt idx="3538">
                  <c:v>the_big_yellow_sponge</c:v>
                </c:pt>
                <c:pt idx="3539">
                  <c:v>thebigmouthcaterpillar</c:v>
                </c:pt>
                <c:pt idx="3540">
                  <c:v>thebiggesttrailertrash</c:v>
                </c:pt>
                <c:pt idx="3541">
                  <c:v>thebiggesttorriefaneva</c:v>
                </c:pt>
                <c:pt idx="3542">
                  <c:v>thebiggestpotheadever</c:v>
                </c:pt>
                <c:pt idx="3543">
                  <c:v>thebiggestpothead4eva</c:v>
                </c:pt>
                <c:pt idx="3544">
                  <c:v>thebiggestposersonearth</c:v>
                </c:pt>
                <c:pt idx="3545">
                  <c:v>the_biggest_mistake_ever</c:v>
                </c:pt>
                <c:pt idx="3546">
                  <c:v>thebiggesthoeeveralive</c:v>
                </c:pt>
                <c:pt idx="3547">
                  <c:v>thebiggestdorkonearth</c:v>
                </c:pt>
                <c:pt idx="3548">
                  <c:v>thebiggerbetterbastard</c:v>
                </c:pt>
                <c:pt idx="3549">
                  <c:v>the_big_beat_commander</c:v>
                </c:pt>
                <c:pt idx="3550">
                  <c:v>the_big_bad_booty_daddy</c:v>
                </c:pt>
                <c:pt idx="3551">
                  <c:v>the_big_apple_dude2010</c:v>
                </c:pt>
                <c:pt idx="3552">
                  <c:v>the_better_music_chic</c:v>
                </c:pt>
                <c:pt idx="3553">
                  <c:v>thebethlehemabortionclinic</c:v>
                </c:pt>
                <c:pt idx="3554">
                  <c:v>thebetamaxrevolution</c:v>
                </c:pt>
                <c:pt idx="3555">
                  <c:v>the_best_white_gurl_eva</c:v>
                </c:pt>
                <c:pt idx="3556">
                  <c:v>the_best_stunner_live</c:v>
                </c:pt>
                <c:pt idx="3557">
                  <c:v>thebestskateboarderever</c:v>
                </c:pt>
                <c:pt idx="3558">
                  <c:v>the_best_singer_ever</c:v>
                </c:pt>
                <c:pt idx="3559">
                  <c:v>thebestlacrossplayeralive</c:v>
                </c:pt>
                <c:pt idx="3560">
                  <c:v>the-best-goalkeeper1</c:v>
                </c:pt>
                <c:pt idx="3561">
                  <c:v>thebestfootballplayerever</c:v>
                </c:pt>
                <c:pt idx="3562">
                  <c:v>the_best_ever_period</c:v>
                </c:pt>
                <c:pt idx="3563">
                  <c:v>the_best_baller_around</c:v>
                </c:pt>
                <c:pt idx="3564">
                  <c:v>the_best_ass_hole_ever</c:v>
                </c:pt>
                <c:pt idx="3565">
                  <c:v>the_best_amanda_you_know</c:v>
                </c:pt>
                <c:pt idx="3566">
                  <c:v>thebenedictcollegegospelchoir</c:v>
                </c:pt>
                <c:pt idx="3567">
                  <c:v>thebellwitchhaunting</c:v>
                </c:pt>
                <c:pt idx="3568">
                  <c:v>thebedroomcollection</c:v>
                </c:pt>
                <c:pt idx="3569">
                  <c:v>the_beautiful_unseen</c:v>
                </c:pt>
                <c:pt idx="3570">
                  <c:v>thebeautifulstruggle9829</c:v>
                </c:pt>
                <c:pt idx="3571">
                  <c:v>thebeautiful_struggle</c:v>
                </c:pt>
                <c:pt idx="3572">
                  <c:v>the_beautiful_stranger</c:v>
                </c:pt>
                <c:pt idx="3573">
                  <c:v>the_beautifulpeople_</c:v>
                </c:pt>
                <c:pt idx="3574">
                  <c:v>the_beautiful_people_</c:v>
                </c:pt>
                <c:pt idx="3575">
                  <c:v>thebeautifuloblivion</c:v>
                </c:pt>
                <c:pt idx="3576">
                  <c:v>thebeautifulneverhurry</c:v>
                </c:pt>
                <c:pt idx="3577">
                  <c:v>thebeautifulmistake2</c:v>
                </c:pt>
                <c:pt idx="3578">
                  <c:v>thebeautifulexperience</c:v>
                </c:pt>
                <c:pt idx="3579">
                  <c:v>thebeautifuldisasterpage</c:v>
                </c:pt>
                <c:pt idx="3580">
                  <c:v>thebeatingheartsyeah</c:v>
                </c:pt>
                <c:pt idx="3581">
                  <c:v>thebeastishereandnow</c:v>
                </c:pt>
                <c:pt idx="3582">
                  <c:v>thebattlefield2penguin</c:v>
                </c:pt>
                <c:pt idx="3583">
                  <c:v>thebastardshavelanded</c:v>
                </c:pt>
                <c:pt idx="3584">
                  <c:v>thebastardchildmusic</c:v>
                </c:pt>
                <c:pt idx="3585">
                  <c:v>thebasketweavingclub</c:v>
                </c:pt>
                <c:pt idx="3586">
                  <c:v>thebasementcollective</c:v>
                </c:pt>
                <c:pt idx="3587">
                  <c:v>the_baseball_hottie_09</c:v>
                </c:pt>
                <c:pt idx="3588">
                  <c:v>the_baroness_gothicheart</c:v>
                </c:pt>
                <c:pt idx="3589">
                  <c:v>thebarneypenguinedith</c:v>
                </c:pt>
                <c:pt idx="3590">
                  <c:v>the_barefoot_contessa</c:v>
                </c:pt>
                <c:pt idx="3591">
                  <c:v>thebarbarianformerlyknownasconnor</c:v>
                </c:pt>
                <c:pt idx="3592">
                  <c:v>thebandwhowasntthere</c:v>
                </c:pt>
                <c:pt idx="3593">
                  <c:v>the_band_accident_prone</c:v>
                </c:pt>
                <c:pt idx="3594">
                  <c:v>the_banana_adventure</c:v>
                </c:pt>
                <c:pt idx="3595">
                  <c:v>theballroommassacremusic</c:v>
                </c:pt>
                <c:pt idx="3596">
                  <c:v>the_badass_bitch_ever</c:v>
                </c:pt>
                <c:pt idx="3597">
                  <c:v>the_awesomeness_herself</c:v>
                </c:pt>
                <c:pt idx="3598">
                  <c:v>theauthenticblackice</c:v>
                </c:pt>
                <c:pt idx="3599">
                  <c:v>theauralalchemistmusic</c:v>
                </c:pt>
                <c:pt idx="3600">
                  <c:v>theauctionhousescandal</c:v>
                </c:pt>
                <c:pt idx="3601">
                  <c:v>theattackplancobourg</c:v>
                </c:pt>
                <c:pt idx="3602">
                  <c:v>theatrelightdesigner</c:v>
                </c:pt>
                <c:pt idx="3603">
                  <c:v>theatreclassflatline</c:v>
                </c:pt>
                <c:pt idx="3604">
                  <c:v>theashleydancerfanclub</c:v>
                </c:pt>
                <c:pt idx="3605">
                  <c:v>theartificialremorse</c:v>
                </c:pt>
                <c:pt idx="3606">
                  <c:v>thearlingtonpointmassacre</c:v>
                </c:pt>
                <c:pt idx="3607">
                  <c:v>the_aristocratic_assassin</c:v>
                </c:pt>
                <c:pt idx="3608">
                  <c:v>theargumentativecuecumber</c:v>
                </c:pt>
                <c:pt idx="3609">
                  <c:v>thearchangelgrievous</c:v>
                </c:pt>
                <c:pt idx="3610">
                  <c:v>the_arcanum_experiment</c:v>
                </c:pt>
                <c:pt idx="3611">
                  <c:v>theaquariumwarehouse</c:v>
                </c:pt>
                <c:pt idx="3612">
                  <c:v>theapostolicgentleman</c:v>
                </c:pt>
                <c:pt idx="3613">
                  <c:v>the_apartment_lounge</c:v>
                </c:pt>
                <c:pt idx="3614">
                  <c:v>theanswersimwaitingfor</c:v>
                </c:pt>
                <c:pt idx="3615">
                  <c:v>theanonymouspunkbastard</c:v>
                </c:pt>
                <c:pt idx="3616">
                  <c:v>theanonymouscharacter</c:v>
                </c:pt>
                <c:pt idx="3617">
                  <c:v>the_anonymous_caller</c:v>
                </c:pt>
                <c:pt idx="3618">
                  <c:v>the_animal_sanctuary</c:v>
                </c:pt>
                <c:pt idx="3619">
                  <c:v>theanimal19version2</c:v>
                </c:pt>
                <c:pt idx="3620">
                  <c:v>theangryteenshittingsquad</c:v>
                </c:pt>
                <c:pt idx="3621">
                  <c:v>theangelbenolosingers</c:v>
                </c:pt>
                <c:pt idx="3622">
                  <c:v>theandyfellexperience</c:v>
                </c:pt>
                <c:pt idx="3623">
                  <c:v>theancientcheesegarageorchestra</c:v>
                </c:pt>
                <c:pt idx="3624">
                  <c:v>theanatomicalsnuffbox</c:v>
                </c:pt>
                <c:pt idx="3625">
                  <c:v>the_analogue_revolution</c:v>
                </c:pt>
                <c:pt idx="3626">
                  <c:v>theamityvilletoaster</c:v>
                </c:pt>
                <c:pt idx="3627">
                  <c:v>theamherstcoffeehouse</c:v>
                </c:pt>
                <c:pt idx="3628">
                  <c:v>theamazingwhiplashfamily</c:v>
                </c:pt>
                <c:pt idx="3629">
                  <c:v>the_amazing_spider_sam</c:v>
                </c:pt>
                <c:pt idx="3630">
                  <c:v>the_amazing_kim_berry</c:v>
                </c:pt>
                <c:pt idx="3631">
                  <c:v>theamazinggoldeneagle</c:v>
                </c:pt>
                <c:pt idx="3632">
                  <c:v>theamazinggatekeeper</c:v>
                </c:pt>
                <c:pt idx="3633">
                  <c:v>theamazingflyingmattress</c:v>
                </c:pt>
                <c:pt idx="3634">
                  <c:v>the_amazing_daredevil</c:v>
                </c:pt>
                <c:pt idx="3635">
                  <c:v>theamazingbeauregard</c:v>
                </c:pt>
                <c:pt idx="3636">
                  <c:v>thealwaysfabulousjazzy</c:v>
                </c:pt>
                <c:pt idx="3637">
                  <c:v>thealternativereality</c:v>
                </c:pt>
                <c:pt idx="3638">
                  <c:v>the_alpha_and_omega7</c:v>
                </c:pt>
                <c:pt idx="3639">
                  <c:v>thealmightything1990</c:v>
                </c:pt>
                <c:pt idx="3640">
                  <c:v>thealmightyqueenkathy</c:v>
                </c:pt>
                <c:pt idx="3641">
                  <c:v>the_almighty_jam_man</c:v>
                </c:pt>
                <c:pt idx="3642">
                  <c:v>thealmightyjaguarspirit</c:v>
                </c:pt>
                <c:pt idx="3643">
                  <c:v>thealmightyfirecrotch</c:v>
                </c:pt>
                <c:pt idx="3644">
                  <c:v>thealmightydrunkenone</c:v>
                </c:pt>
                <c:pt idx="3645">
                  <c:v>thealmightydairyqueen</c:v>
                </c:pt>
                <c:pt idx="3646">
                  <c:v>the_almighty_carnage</c:v>
                </c:pt>
                <c:pt idx="3647">
                  <c:v>thealliancephilanthropy</c:v>
                </c:pt>
                <c:pt idx="3648">
                  <c:v>the_all_connected_one</c:v>
                </c:pt>
                <c:pt idx="3649">
                  <c:v>thealkaptonuriasociety</c:v>
                </c:pt>
                <c:pt idx="3650">
                  <c:v>the_alkaline_soloist</c:v>
                </c:pt>
                <c:pt idx="3651">
                  <c:v>thealiensarecoming2010</c:v>
                </c:pt>
                <c:pt idx="3652">
                  <c:v>thealabasterboxmagazine</c:v>
                </c:pt>
                <c:pt idx="3653">
                  <c:v>the_alabastard_dragon</c:v>
                </c:pt>
                <c:pt idx="3654">
                  <c:v>theaestheticmemorandum</c:v>
                </c:pt>
                <c:pt idx="3655">
                  <c:v>theadventurercantfly</c:v>
                </c:pt>
                <c:pt idx="3656">
                  <c:v>the_add_page_official</c:v>
                </c:pt>
                <c:pt idx="3657">
                  <c:v>theacousticprojectlive</c:v>
                </c:pt>
                <c:pt idx="3658">
                  <c:v>theaccountantcollapse</c:v>
                </c:pt>
                <c:pt idx="3659">
                  <c:v>theacademystreetteam</c:v>
                </c:pt>
                <c:pt idx="3660">
                  <c:v>theabsoluteexperience</c:v>
                </c:pt>
                <c:pt idx="3661">
                  <c:v>theabsolutebestperiod</c:v>
                </c:pt>
                <c:pt idx="3662">
                  <c:v>the_absinthe_experience</c:v>
                </c:pt>
                <c:pt idx="3663">
                  <c:v>theabominableshowmen</c:v>
                </c:pt>
                <c:pt idx="3664">
                  <c:v>theabominabledoctorphibes</c:v>
                </c:pt>
                <c:pt idx="3665">
                  <c:v>the_abdominal_snowman</c:v>
                </c:pt>
                <c:pt idx="3666">
                  <c:v>the9milliondollarman</c:v>
                </c:pt>
                <c:pt idx="3667">
                  <c:v>the5one4and5only2julio</c:v>
                </c:pt>
                <c:pt idx="3668">
                  <c:v>the559houseshowpromoter</c:v>
                </c:pt>
                <c:pt idx="3669">
                  <c:v>the50foottallmusicmakingmorganmonster</c:v>
                </c:pt>
                <c:pt idx="3670">
                  <c:v>the40yearoldvirginmary</c:v>
                </c:pt>
                <c:pt idx="3671">
                  <c:v>the3mileislandaccident</c:v>
                </c:pt>
                <c:pt idx="3672">
                  <c:v>the_1_that_got_away_</c:v>
                </c:pt>
                <c:pt idx="3673">
                  <c:v>the1nonlyprincess011</c:v>
                </c:pt>
                <c:pt idx="3674">
                  <c:v>the1nonlyplayboybunny9</c:v>
                </c:pt>
                <c:pt idx="3675">
                  <c:v>the1nonlymelissamoore</c:v>
                </c:pt>
                <c:pt idx="3676">
                  <c:v>the1nonlykaylaelizabeth</c:v>
                </c:pt>
                <c:pt idx="3677">
                  <c:v>the1_and_only_vicstar</c:v>
                </c:pt>
                <c:pt idx="3678">
                  <c:v>the1andonlysoccerplayer</c:v>
                </c:pt>
                <c:pt idx="3679">
                  <c:v>the1andonlyshortcake</c:v>
                </c:pt>
                <c:pt idx="3680">
                  <c:v>the_1_and_only_shaybaby</c:v>
                </c:pt>
                <c:pt idx="3681">
                  <c:v>the_1_and_only_sharky</c:v>
                </c:pt>
                <c:pt idx="3682">
                  <c:v>the1andonlyrebelfury</c:v>
                </c:pt>
                <c:pt idx="3683">
                  <c:v>the_1_and_only_pussycat</c:v>
                </c:pt>
                <c:pt idx="3684">
                  <c:v>the1andonlypartystarter</c:v>
                </c:pt>
                <c:pt idx="3685">
                  <c:v>the1andonlymissjulie</c:v>
                </c:pt>
                <c:pt idx="3686">
                  <c:v>the1andonlymissblair</c:v>
                </c:pt>
                <c:pt idx="3687">
                  <c:v>the_1_and_only_miranda</c:v>
                </c:pt>
                <c:pt idx="3688">
                  <c:v>the1andonlykissablecutie</c:v>
                </c:pt>
                <c:pt idx="3689">
                  <c:v>the_1_and_only_kalinda</c:v>
                </c:pt>
                <c:pt idx="3690">
                  <c:v>the_1and_only_jessica</c:v>
                </c:pt>
                <c:pt idx="3691">
                  <c:v>the_1_and_only_ginabrown</c:v>
                </c:pt>
                <c:pt idx="3692">
                  <c:v>the1andonlygermanpenguin</c:v>
                </c:pt>
                <c:pt idx="3693">
                  <c:v>the1andonlygatekeeper</c:v>
                </c:pt>
                <c:pt idx="3694">
                  <c:v>the1andonlydallascowgirl</c:v>
                </c:pt>
                <c:pt idx="3695">
                  <c:v>the1andonlychrissythrower</c:v>
                </c:pt>
                <c:pt idx="3696">
                  <c:v>the1andonlycandyangel</c:v>
                </c:pt>
                <c:pt idx="3697">
                  <c:v>the_1_and_only_bobby</c:v>
                </c:pt>
                <c:pt idx="3698">
                  <c:v>the1andonlyangelbaby</c:v>
                </c:pt>
                <c:pt idx="3699">
                  <c:v>The1andOnly_AlexStarr</c:v>
                </c:pt>
                <c:pt idx="3700">
                  <c:v>thawinterfreshsupplier</c:v>
                </c:pt>
                <c:pt idx="3701">
                  <c:v>thatwhitegirlcandance</c:v>
                </c:pt>
                <c:pt idx="3702">
                  <c:v>thatwhitechickmelissa</c:v>
                </c:pt>
                <c:pt idx="3703">
                  <c:v>thatwasperfectdoitagain</c:v>
                </c:pt>
                <c:pt idx="3704">
                  <c:v>thatwasalmostpointless</c:v>
                </c:pt>
                <c:pt idx="3705">
                  <c:v>that_volleyball_chick</c:v>
                </c:pt>
                <c:pt idx="3706">
                  <c:v>thatthickphillychick</c:v>
                </c:pt>
                <c:pt idx="3707">
                  <c:v>thatsyourproblemnotmine</c:v>
                </c:pt>
                <c:pt idx="3708">
                  <c:v>thatswhatyousaidlasttime</c:v>
                </c:pt>
                <c:pt idx="3709">
                  <c:v>thatswhatyourdadsaid</c:v>
                </c:pt>
                <c:pt idx="3710">
                  <c:v>thatstraightedgeloser</c:v>
                </c:pt>
                <c:pt idx="3711">
                  <c:v>thatstotallyawesomeman</c:v>
                </c:pt>
                <c:pt idx="3712">
                  <c:v>thats_the_allie_hotness</c:v>
                </c:pt>
                <c:pt idx="3713">
                  <c:v>thatsrightsoulsister</c:v>
                </c:pt>
                <c:pt idx="3714">
                  <c:v>thats_right_its_andy</c:v>
                </c:pt>
                <c:pt idx="3715">
                  <c:v>thatspecialmonkeyhug</c:v>
                </c:pt>
                <c:pt idx="3716">
                  <c:v>thatskaterguyyouknow</c:v>
                </c:pt>
                <c:pt idx="3717">
                  <c:v>thatsjustwordsputtogether</c:v>
                </c:pt>
                <c:pt idx="3718">
                  <c:v>thats_just_another_lie</c:v>
                </c:pt>
                <c:pt idx="3719">
                  <c:v>thats_freaking_sweet</c:v>
                </c:pt>
                <c:pt idx="3720">
                  <c:v>thatsfreakingawesome</c:v>
                </c:pt>
                <c:pt idx="3721">
                  <c:v>thatscoolfortwentyone</c:v>
                </c:pt>
                <c:pt idx="3722">
                  <c:v>that_savage_from_new_york</c:v>
                </c:pt>
                <c:pt idx="3723">
                  <c:v>that_sassy_girl_shayla</c:v>
                </c:pt>
                <c:pt idx="3724">
                  <c:v>thatsassyassnewyorker</c:v>
                </c:pt>
                <c:pt idx="3725">
                  <c:v>that_sarah_riley_girl</c:v>
                </c:pt>
                <c:pt idx="3726">
                  <c:v>that_one_rocker_chick92</c:v>
                </c:pt>
                <c:pt idx="3727">
                  <c:v>that_one_gurl_felicia</c:v>
                </c:pt>
                <c:pt idx="3728">
                  <c:v>that_onegirl_melissa</c:v>
                </c:pt>
                <c:pt idx="3729">
                  <c:v>that_one_girl_annette</c:v>
                </c:pt>
                <c:pt idx="3730">
                  <c:v>that_one_faint_voice</c:v>
                </c:pt>
                <c:pt idx="3731">
                  <c:v>that_one_chick_jessica</c:v>
                </c:pt>
                <c:pt idx="3732">
                  <c:v>that_one_average_girl</c:v>
                </c:pt>
                <c:pt idx="3733">
                  <c:v>thatoldromanticfeeling</c:v>
                </c:pt>
                <c:pt idx="3734">
                  <c:v>that_old_familiar_sting</c:v>
                </c:pt>
                <c:pt idx="3735">
                  <c:v>thatofficialmodelbitch</c:v>
                </c:pt>
                <c:pt idx="3736">
                  <c:v>that_nawlins_boy_jay</c:v>
                </c:pt>
                <c:pt idx="3737">
                  <c:v>that_most_infamous_chick</c:v>
                </c:pt>
                <c:pt idx="3738">
                  <c:v>thatlittle_fluffy_whore</c:v>
                </c:pt>
                <c:pt idx="3739">
                  <c:v>thatlightskinteddude</c:v>
                </c:pt>
                <c:pt idx="3740">
                  <c:v>THAT_LIGHTSKINNED_GUY</c:v>
                </c:pt>
                <c:pt idx="3741">
                  <c:v>thatladfromtheothernight</c:v>
                </c:pt>
                <c:pt idx="3742">
                  <c:v>that_jackass_metal_head</c:v>
                </c:pt>
                <c:pt idx="3743">
                  <c:v>thathollisterguylance</c:v>
                </c:pt>
                <c:pt idx="3744">
                  <c:v>thatguyyoudreamabout</c:v>
                </c:pt>
                <c:pt idx="3745">
                  <c:v>thatguywiththeweirdname</c:v>
                </c:pt>
                <c:pt idx="3746">
                  <c:v>thatguywiththechinkcar</c:v>
                </c:pt>
                <c:pt idx="3747">
                  <c:v>thatfatguywithglasses</c:v>
                </c:pt>
                <c:pt idx="3748">
                  <c:v>thatfatgirlchristina</c:v>
                </c:pt>
                <c:pt idx="3749">
                  <c:v>that_dude_with_big_hair</c:v>
                </c:pt>
                <c:pt idx="3750">
                  <c:v>ThatdudefromtheSquad</c:v>
                </c:pt>
                <c:pt idx="3751">
                  <c:v>that_dude_from_school</c:v>
                </c:pt>
                <c:pt idx="3752">
                  <c:v>that_cute_lil_wilk_gurl</c:v>
                </c:pt>
                <c:pt idx="3753">
                  <c:v>that_crazy_cute_chick</c:v>
                </c:pt>
                <c:pt idx="3754">
                  <c:v>that_crazy_blonde_girl</c:v>
                </c:pt>
                <c:pt idx="3755">
                  <c:v>that_chocolate_chick1</c:v>
                </c:pt>
                <c:pt idx="3756">
                  <c:v>that_chick_next_door08</c:v>
                </c:pt>
                <c:pt idx="3757">
                  <c:v>that_brunette_girl417</c:v>
                </c:pt>
                <c:pt idx="3758">
                  <c:v>that_boy_needs_therapy_</c:v>
                </c:pt>
                <c:pt idx="3759">
                  <c:v>thatboygotstretchypants</c:v>
                </c:pt>
                <c:pt idx="3760">
                  <c:v>thatbottlesoutherncomfort</c:v>
                </c:pt>
                <c:pt idx="3761">
                  <c:v>thatbitchwiththegreen</c:v>
                </c:pt>
                <c:pt idx="3762">
                  <c:v>thatancientmystictrinity</c:v>
                </c:pt>
                <c:pt idx="3763">
                  <c:v>thatace_perfectionist</c:v>
                </c:pt>
                <c:pt idx="3764">
                  <c:v>that_1_guy_you_might_know</c:v>
                </c:pt>
                <c:pt idx="3765">
                  <c:v>that1dudewiththeweed420</c:v>
                </c:pt>
                <c:pt idx="3766">
                  <c:v>that1andonlybitchcrystal</c:v>
                </c:pt>
                <c:pt idx="3767">
                  <c:v>tha_real_sirmarksalot</c:v>
                </c:pt>
                <c:pt idx="3768">
                  <c:v>tha_realest_3six_goon</c:v>
                </c:pt>
                <c:pt idx="3769">
                  <c:v>thaonlyoneyoudreamabout</c:v>
                </c:pt>
                <c:pt idx="3770">
                  <c:v>tha_only_diamond_princess</c:v>
                </c:pt>
                <c:pt idx="3771">
                  <c:v>tha_one_you_love_2_hate</c:v>
                </c:pt>
                <c:pt idx="3772">
                  <c:v>tha_one_and_only_pimp39</c:v>
                </c:pt>
                <c:pt idx="3773">
                  <c:v>tha_one_and_only__heather</c:v>
                </c:pt>
                <c:pt idx="3774">
                  <c:v>tha_one_and_only_cris</c:v>
                </c:pt>
                <c:pt idx="3775">
                  <c:v>thankyougodformylife</c:v>
                </c:pt>
                <c:pt idx="3776">
                  <c:v>thank_you_for_smoking</c:v>
                </c:pt>
                <c:pt idx="3777">
                  <c:v>_thank_you_come_again_</c:v>
                </c:pt>
                <c:pt idx="3778">
                  <c:v>thanks_for_the_candy</c:v>
                </c:pt>
                <c:pt idx="3779">
                  <c:v>thanksfornothing1223</c:v>
                </c:pt>
                <c:pt idx="3780">
                  <c:v>thanksformyspacekate</c:v>
                </c:pt>
                <c:pt idx="3781">
                  <c:v>thanks_for_everything</c:v>
                </c:pt>
                <c:pt idx="3782">
                  <c:v>thank_god_they_are_grown</c:v>
                </c:pt>
                <c:pt idx="3783">
                  <c:v>thankgod4marchmadness</c:v>
                </c:pt>
                <c:pt idx="3784">
                  <c:v>tha_moss_point_native_05</c:v>
                </c:pt>
                <c:pt idx="3785">
                  <c:v>tha_mean_green_machine</c:v>
                </c:pt>
                <c:pt idx="3786">
                  <c:v>thalliumatomicnumber81</c:v>
                </c:pt>
                <c:pt idx="3787">
                  <c:v>thaliamassagetherapist</c:v>
                </c:pt>
                <c:pt idx="3788">
                  <c:v>tha_infamous_fat_tony</c:v>
                </c:pt>
                <c:pt idx="3789">
                  <c:v>thagardenentertainment</c:v>
                </c:pt>
                <c:pt idx="3790">
                  <c:v>thafinestoutcashville</c:v>
                </c:pt>
                <c:pt idx="3791">
                  <c:v>tha_dumbout_humancrack</c:v>
                </c:pt>
                <c:pt idx="3792">
                  <c:v>thadistrictofficialpage</c:v>
                </c:pt>
                <c:pt idx="3793">
                  <c:v>tha_diamond_dutchess</c:v>
                </c:pt>
                <c:pt idx="3794">
                  <c:v>thabrownskinnedbeauty</c:v>
                </c:pt>
                <c:pt idx="3795">
                  <c:v>tha_best_thing_flowing</c:v>
                </c:pt>
                <c:pt idx="3796">
                  <c:v>tha_beautiful_samara</c:v>
                </c:pt>
                <c:pt idx="3797">
                  <c:v>thabadguy_icebergslim</c:v>
                </c:pt>
                <c:pt idx="3798">
                  <c:v>tha1andonlykirsti_01</c:v>
                </c:pt>
                <c:pt idx="3799">
                  <c:v>tha1andonlyjitterbug</c:v>
                </c:pt>
                <c:pt idx="3800">
                  <c:v>testtubehybridmonkey</c:v>
                </c:pt>
                <c:pt idx="3801">
                  <c:v>testingwalkerofficial</c:v>
                </c:pt>
                <c:pt idx="3802">
                  <c:v>testinglayoutnumber1</c:v>
                </c:pt>
                <c:pt idx="3803">
                  <c:v>tester_for_loserface</c:v>
                </c:pt>
                <c:pt idx="3804">
                  <c:v>terrywarrenphotography</c:v>
                </c:pt>
                <c:pt idx="3805">
                  <c:v>terrynumberonesinger</c:v>
                </c:pt>
                <c:pt idx="3806">
                  <c:v>terri_slow_smooth_burn70</c:v>
                </c:pt>
                <c:pt idx="3807">
                  <c:v>terrimilliondollarbaby</c:v>
                </c:pt>
                <c:pt idx="3808">
                  <c:v>terriblyinterestingperson</c:v>
                </c:pt>
                <c:pt idx="3809">
                  <c:v>terrible_thunder_lizard</c:v>
                </c:pt>
                <c:pt idx="3810">
                  <c:v>terribleanimaltesting</c:v>
                </c:pt>
                <c:pt idx="3811">
                  <c:v>terpfireinvestigator</c:v>
                </c:pt>
                <c:pt idx="3812">
                  <c:v>termlifeagencybuilder</c:v>
                </c:pt>
                <c:pt idx="3813">
                  <c:v>terminalrelapsemusic</c:v>
                </c:pt>
                <c:pt idx="3814">
                  <c:v>teresawasalreadytaken</c:v>
                </c:pt>
                <c:pt idx="3815">
                  <c:v>teresanicolephotography</c:v>
                </c:pt>
                <c:pt idx="3816">
                  <c:v>tenthousandmarblesplease</c:v>
                </c:pt>
                <c:pt idx="3817">
                  <c:v>tentativesoundproject</c:v>
                </c:pt>
                <c:pt idx="3818">
                  <c:v>tennis_softball_gurl</c:v>
                </c:pt>
                <c:pt idx="3819">
                  <c:v>tenminutestilltomorrow</c:v>
                </c:pt>
                <c:pt idx="3820">
                  <c:v>tenderloveandsuicide</c:v>
                </c:pt>
                <c:pt idx="3821">
                  <c:v>tenderdeadheadhippie</c:v>
                </c:pt>
                <c:pt idx="3822">
                  <c:v>tena_iselin_smallwood</c:v>
                </c:pt>
                <c:pt idx="3823">
                  <c:v>tenacious_ween_priest</c:v>
                </c:pt>
                <c:pt idx="3824">
                  <c:v>tenacious_volleygirl</c:v>
                </c:pt>
                <c:pt idx="3825">
                  <c:v>temporaryplaceholderwoo</c:v>
                </c:pt>
                <c:pt idx="3826">
                  <c:v>temperhypermanagement</c:v>
                </c:pt>
                <c:pt idx="3827">
                  <c:v>tell_yourself_you_can</c:v>
                </c:pt>
                <c:pt idx="3828">
                  <c:v>tellingtimewithoutawatch</c:v>
                </c:pt>
                <c:pt idx="3829">
                  <c:v>telferandbrownexperience</c:v>
                </c:pt>
                <c:pt idx="3830">
                  <c:v>telekineticmindfreak</c:v>
                </c:pt>
                <c:pt idx="3831">
                  <c:v>telegraphfreakmagnet</c:v>
                </c:pt>
                <c:pt idx="3832">
                  <c:v>teeny_tiny_pixie_queen</c:v>
                </c:pt>
                <c:pt idx="3833">
                  <c:v>teenworldspirituality</c:v>
                </c:pt>
                <c:pt idx="3834">
                  <c:v>teenworlddoityourself</c:v>
                </c:pt>
                <c:pt idx="3835">
                  <c:v>teen_titans_starfire</c:v>
                </c:pt>
                <c:pt idx="3836">
                  <c:v>teenscreatingtomorrow</c:v>
                </c:pt>
                <c:pt idx="3837">
                  <c:v>teensagainsttermination</c:v>
                </c:pt>
                <c:pt idx="3838">
                  <c:v>teenjusticeinitiative</c:v>
                </c:pt>
                <c:pt idx="3839">
                  <c:v>teenheartbeatingfaster</c:v>
                </c:pt>
                <c:pt idx="3840">
                  <c:v>teenagezombie_saint13</c:v>
                </c:pt>
                <c:pt idx="3841">
                  <c:v>teenagesweetheartclothing</c:v>
                </c:pt>
                <c:pt idx="3842">
                  <c:v>teenage_scream_queen</c:v>
                </c:pt>
                <c:pt idx="3843">
                  <c:v>teenagekicksandchivalry</c:v>
                </c:pt>
                <c:pt idx="3844">
                  <c:v>teenage_face_melters</c:v>
                </c:pt>
                <c:pt idx="3845">
                  <c:v>teenagedramaqueen359</c:v>
                </c:pt>
                <c:pt idx="3846">
                  <c:v>teen_advice_gurl_101</c:v>
                </c:pt>
                <c:pt idx="3847">
                  <c:v>tediouslytrackingtony</c:v>
                </c:pt>
                <c:pt idx="3848">
                  <c:v>teddybear_starbright</c:v>
                </c:pt>
                <c:pt idx="3849">
                  <c:v>teddybearcannibalmassacre</c:v>
                </c:pt>
                <c:pt idx="3850">
                  <c:v>tecnology_94_angel_mobile</c:v>
                </c:pt>
                <c:pt idx="3851">
                  <c:v>technologyleadgenerator</c:v>
                </c:pt>
                <c:pt idx="3852">
                  <c:v>teazer172001jesssilva</c:v>
                </c:pt>
                <c:pt idx="3853">
                  <c:v>teasing_not_pleasing79</c:v>
                </c:pt>
                <c:pt idx="3854">
                  <c:v>_tearsofafallenangel_</c:v>
                </c:pt>
                <c:pt idx="3855">
                  <c:v>tearsofadarkangel113</c:v>
                </c:pt>
                <c:pt idx="3856">
                  <c:v>tearsofablackwingedangel</c:v>
                </c:pt>
                <c:pt idx="3857">
                  <c:v>teanheartsbeatingfaster</c:v>
                </c:pt>
                <c:pt idx="3858">
                  <c:v>teamwonderfrienddesign</c:v>
                </c:pt>
                <c:pt idx="3859">
                  <c:v>teamvelocitypaintball</c:v>
                </c:pt>
                <c:pt idx="3860">
                  <c:v>teamsyndicateraceing</c:v>
                </c:pt>
                <c:pt idx="3861">
                  <c:v>teamstreetcarperformance</c:v>
                </c:pt>
                <c:pt idx="3862">
                  <c:v>teamshutdownpaintball</c:v>
                </c:pt>
                <c:pt idx="3863">
                  <c:v>teamredlineaddiction</c:v>
                </c:pt>
                <c:pt idx="3864">
                  <c:v>teamnorthentertainment</c:v>
                </c:pt>
                <c:pt idx="3865">
                  <c:v>teamnancymembersonly</c:v>
                </c:pt>
                <c:pt idx="3866">
                  <c:v>teameffectentertainment</c:v>
                </c:pt>
                <c:pt idx="3867">
                  <c:v>teameastbrookclothing</c:v>
                </c:pt>
                <c:pt idx="3868">
                  <c:v>teamdevastationpaintball</c:v>
                </c:pt>
                <c:pt idx="3869">
                  <c:v>team_apple_juice_yeah</c:v>
                </c:pt>
                <c:pt idx="3870">
                  <c:v>teachingpreachingreaching</c:v>
                </c:pt>
                <c:pt idx="3871">
                  <c:v>teachergirlcountryboy</c:v>
                </c:pt>
                <c:pt idx="3872">
                  <c:v>teabagging_since_1992</c:v>
                </c:pt>
                <c:pt idx="3873">
                  <c:v>taytaythefairyprincess</c:v>
                </c:pt>
                <c:pt idx="3874">
                  <c:v>taylorwillalwaysloveyou</c:v>
                </c:pt>
                <c:pt idx="3875">
                  <c:v>taylor_motorsports08</c:v>
                </c:pt>
                <c:pt idx="3876">
                  <c:v>taylor_mae_chloe_ann</c:v>
                </c:pt>
                <c:pt idx="3877">
                  <c:v>taylormadeyoungdrakeakablack</c:v>
                </c:pt>
                <c:pt idx="3878">
                  <c:v>taylormadebluegrassmusic</c:v>
                </c:pt>
                <c:pt idx="3879">
                  <c:v>taylor_lauren_christine</c:v>
                </c:pt>
                <c:pt idx="3880">
                  <c:v>taylorkendalldesiree</c:v>
                </c:pt>
                <c:pt idx="3881">
                  <c:v>taylor_guard_girl_10</c:v>
                </c:pt>
                <c:pt idx="3882">
                  <c:v>taylor__george__love</c:v>
                </c:pt>
                <c:pt idx="3883">
                  <c:v>taylorfreakingclaire</c:v>
                </c:pt>
                <c:pt idx="3884">
                  <c:v>taylorelizabethpetty</c:v>
                </c:pt>
                <c:pt idx="3885">
                  <c:v>taylorandtiffany4ever</c:v>
                </c:pt>
                <c:pt idx="3886">
                  <c:v>taylor_and_kayla_forever</c:v>
                </c:pt>
                <c:pt idx="3887">
                  <c:v>taylor_and_gabriella</c:v>
                </c:pt>
                <c:pt idx="3888">
                  <c:v>tawnythehockeystar39</c:v>
                </c:pt>
                <c:pt idx="3889">
                  <c:v>tawnybear4everhippie</c:v>
                </c:pt>
                <c:pt idx="3890">
                  <c:v>tawny_and_carley_rock</c:v>
                </c:pt>
                <c:pt idx="3891">
                  <c:v>tauntonstatehospital</c:v>
                </c:pt>
                <c:pt idx="3892">
                  <c:v>tattookingworshipthygod</c:v>
                </c:pt>
                <c:pt idx="3893">
                  <c:v>tattoo72_bodypiercer</c:v>
                </c:pt>
                <c:pt idx="3894">
                  <c:v>tatthefiestybarbiedoll</c:v>
                </c:pt>
                <c:pt idx="3895">
                  <c:v>tatteredheartsclothing</c:v>
                </c:pt>
                <c:pt idx="3896">
                  <c:v>tatteredandtornpaperdoll</c:v>
                </c:pt>
                <c:pt idx="3897">
                  <c:v>tattered_and_torn_forever</c:v>
                </c:pt>
                <c:pt idx="3898">
                  <c:v>tatianarodrigueztorres</c:v>
                </c:pt>
                <c:pt idx="3899">
                  <c:v>tatiana_aka_precious</c:v>
                </c:pt>
                <c:pt idx="3900">
                  <c:v>tatersoutherngurl_2008</c:v>
                </c:pt>
                <c:pt idx="3901">
                  <c:v>tater_salad_redneck3</c:v>
                </c:pt>
                <c:pt idx="3902">
                  <c:v>tatabandittwentythree</c:v>
                </c:pt>
                <c:pt idx="3903">
                  <c:v>tastydeliciousprincess</c:v>
                </c:pt>
                <c:pt idx="3904">
                  <c:v>taste_this_rainbow_9</c:v>
                </c:pt>
                <c:pt idx="3905">
                  <c:v>taste_the_rainbow_88</c:v>
                </c:pt>
                <c:pt idx="3906">
                  <c:v>tastetherainbow200209</c:v>
                </c:pt>
                <c:pt idx="3907">
                  <c:v>taste_the_cream_filling</c:v>
                </c:pt>
                <c:pt idx="3908">
                  <c:v>tastelikesunshinedust</c:v>
                </c:pt>
                <c:pt idx="3909">
                  <c:v>tastelikecottoncandi</c:v>
                </c:pt>
                <c:pt idx="3910">
                  <c:v>tastejustlikecandyallnigh</c:v>
                </c:pt>
                <c:pt idx="3911">
                  <c:v>taste__for__suicidal</c:v>
                </c:pt>
                <c:pt idx="3912">
                  <c:v>tash_allison_valeria</c:v>
                </c:pt>
                <c:pt idx="3913">
                  <c:v>tasha_from_the_ville</c:v>
                </c:pt>
                <c:pt idx="3914">
                  <c:v>targetfordestruction</c:v>
                </c:pt>
                <c:pt idx="3915">
                  <c:v>tarahlongthedottedline</c:v>
                </c:pt>
                <c:pt idx="3916">
                  <c:v>tara_cordy_angel_emmi_lil</c:v>
                </c:pt>
                <c:pt idx="3917">
                  <c:v>tappingthebreakpoint</c:v>
                </c:pt>
                <c:pt idx="3918">
                  <c:v>tanyaandjessicalovejake</c:v>
                </c:pt>
                <c:pt idx="3919">
                  <c:v>tantalizetrickidadian</c:v>
                </c:pt>
                <c:pt idx="3920">
                  <c:v>tangelo_hoodchick101</c:v>
                </c:pt>
                <c:pt idx="3921">
                  <c:v>tamsin_tammy_bad_gurl</c:v>
                </c:pt>
                <c:pt idx="3922">
                  <c:v>tampa_sexy_girl_4life</c:v>
                </c:pt>
                <c:pt idx="3923">
                  <c:v>tampabaylightning0404</c:v>
                </c:pt>
                <c:pt idx="3924">
                  <c:v>tami.lifestylechanger</c:v>
                </c:pt>
                <c:pt idx="3925">
                  <c:v>tamaralikekodakcamera</c:v>
                </c:pt>
                <c:pt idx="3926">
                  <c:v>tamara_ann_bannister</c:v>
                </c:pt>
                <c:pt idx="3927">
                  <c:v>tamaleking_aka_lukemon</c:v>
                </c:pt>
                <c:pt idx="3928">
                  <c:v>tallulahbankhead_bulldog</c:v>
                </c:pt>
                <c:pt idx="3929">
                  <c:v>tall_sexy_slim_woman</c:v>
                </c:pt>
                <c:pt idx="3930">
                  <c:v>tallprettynicewittybitch</c:v>
                </c:pt>
                <c:pt idx="3931">
                  <c:v>tallguyforsomeone410</c:v>
                </c:pt>
                <c:pt idx="3932">
                  <c:v>talldarkhandsomeembalmer</c:v>
                </c:pt>
                <c:pt idx="3933">
                  <c:v>talldarkhandsomebritboy</c:v>
                </c:pt>
                <c:pt idx="3934">
                  <c:v>tall_dark_and_retarded</c:v>
                </c:pt>
                <c:pt idx="3935">
                  <c:v>talldarkandmysterious</c:v>
                </c:pt>
                <c:pt idx="3936">
                  <c:v>tall_dark_and_loveable</c:v>
                </c:pt>
                <c:pt idx="3937">
                  <c:v>talldarkandhandsome9420</c:v>
                </c:pt>
                <c:pt idx="3938">
                  <c:v>tallcoolandcollected</c:v>
                </c:pt>
                <c:pt idx="3939">
                  <c:v>tall_brunette_and_driving</c:v>
                </c:pt>
                <c:pt idx="3940">
                  <c:v>tallblondehelicopter</c:v>
                </c:pt>
                <c:pt idx="3941">
                  <c:v>tallblondeandplastic</c:v>
                </c:pt>
                <c:pt idx="3942">
                  <c:v>tallasswhiteboybitch</c:v>
                </c:pt>
                <c:pt idx="3943">
                  <c:v>talkingwithaffection</c:v>
                </c:pt>
                <c:pt idx="3944">
                  <c:v>talkingducksarestupid</c:v>
                </c:pt>
                <c:pt idx="3945">
                  <c:v>talkingaftermidnight</c:v>
                </c:pt>
                <c:pt idx="3946">
                  <c:v>talkingaboutrecovery</c:v>
                </c:pt>
                <c:pt idx="3947">
                  <c:v>talesfromtheeastvalley</c:v>
                </c:pt>
                <c:pt idx="3948">
                  <c:v>talesfromthecryptkeeper</c:v>
                </c:pt>
                <c:pt idx="3949">
                  <c:v>talenttreesacramento</c:v>
                </c:pt>
                <c:pt idx="3950">
                  <c:v>talented_sexy_amanda</c:v>
                </c:pt>
                <c:pt idx="3951">
                  <c:v>TalentedClassyFemale</c:v>
                </c:pt>
                <c:pt idx="3952">
                  <c:v>takingthethirteenthstep</c:v>
                </c:pt>
                <c:pt idx="3953">
                  <c:v>takingbacksunday__sample</c:v>
                </c:pt>
                <c:pt idx="3954">
                  <c:v>takingbacksunday123</c:v>
                </c:pt>
                <c:pt idx="3955">
                  <c:v>takingbackhollykathrine</c:v>
                </c:pt>
                <c:pt idx="3956">
                  <c:v>takeyourpantsandjacketoff</c:v>
                </c:pt>
                <c:pt idx="3957">
                  <c:v>take_what_you_can_get</c:v>
                </c:pt>
                <c:pt idx="3958">
                  <c:v>take_this_heart_and_break</c:v>
                </c:pt>
                <c:pt idx="3959">
                  <c:v>taketheveilcaptainplanet</c:v>
                </c:pt>
                <c:pt idx="3960">
                  <c:v>take_the_picture_now</c:v>
                </c:pt>
                <c:pt idx="3961">
                  <c:v>take_the_leap_layout</c:v>
                </c:pt>
                <c:pt idx="3962">
                  <c:v>takethechanceanddance</c:v>
                </c:pt>
                <c:pt idx="3963">
                  <c:v>takethebullet4youall</c:v>
                </c:pt>
                <c:pt idx="3964">
                  <c:v>take_off_your_man_suit</c:v>
                </c:pt>
                <c:pt idx="3965">
                  <c:v>takenuntilspringbreak</c:v>
                </c:pt>
                <c:pt idx="3966">
                  <c:v>taken_the_higher_road</c:v>
                </c:pt>
                <c:pt idx="3967">
                  <c:v>takenbackanddoneagain</c:v>
                </c:pt>
                <c:pt idx="3968">
                  <c:v>takeatripwiththeelectrickoolaidacidtest</c:v>
                </c:pt>
                <c:pt idx="3969">
                  <c:v>TAKEAKNEEANDTHANKMAN</c:v>
                </c:pt>
                <c:pt idx="3970">
                  <c:v>take2liveacousticduo</c:v>
                </c:pt>
                <c:pt idx="3971">
                  <c:v>tai_the_scorpionphoenix</c:v>
                </c:pt>
                <c:pt idx="3972">
                  <c:v>TaffyBrooklynRockstar</c:v>
                </c:pt>
                <c:pt idx="3973">
                  <c:v>tacticalespionageaction</c:v>
                </c:pt>
                <c:pt idx="3974">
                  <c:v>tactic10paintball1992</c:v>
                </c:pt>
                <c:pt idx="3975">
                  <c:v>tackytheraverpenguin</c:v>
                </c:pt>
                <c:pt idx="3976">
                  <c:v>tabunightcluborlando</c:v>
                </c:pt>
                <c:pt idx="3977">
                  <c:v>table_border0_cellpad</c:v>
                </c:pt>
                <c:pt idx="3978">
                  <c:v>tabitha_aka_highlyfavored</c:v>
                </c:pt>
                <c:pt idx="3979">
                  <c:v>tabatha_leigh_martin</c:v>
                </c:pt>
                <c:pt idx="3980">
                  <c:v>systolicpressuremusic</c:v>
                </c:pt>
                <c:pt idx="3981">
                  <c:v>syracuse_superstar_25</c:v>
                </c:pt>
                <c:pt idx="3982">
                  <c:v>syracuseindustrialmusic</c:v>
                </c:pt>
                <c:pt idx="3983">
                  <c:v>syphilis_infected_monkey</c:v>
                </c:pt>
                <c:pt idx="3984">
                  <c:v>syntheticnightmaresonwax</c:v>
                </c:pt>
                <c:pt idx="3985">
                  <c:v>syntheticlittletoycat</c:v>
                </c:pt>
                <c:pt idx="3986">
                  <c:v>symphonicgothicmetal</c:v>
                </c:pt>
                <c:pt idx="3987">
                  <c:v>sympathyforvengeance</c:v>
                </c:pt>
                <c:pt idx="3988">
                  <c:v>sympathy_for_the_devil_00</c:v>
                </c:pt>
                <c:pt idx="3989">
                  <c:v>sympathyforstrawberry</c:v>
                </c:pt>
                <c:pt idx="3990">
                  <c:v>sympatheticclimatecontrol</c:v>
                </c:pt>
                <c:pt idx="3991">
                  <c:v>symmetryphysicaltherapy</c:v>
                </c:pt>
                <c:pt idx="3992">
                  <c:v>symmetricalkickboxing</c:v>
                </c:pt>
                <c:pt idx="3993">
                  <c:v>sydneyyoungbloodband</c:v>
                </c:pt>
                <c:pt idx="3994">
                  <c:v>switchstancephotography</c:v>
                </c:pt>
                <c:pt idx="3995">
                  <c:v>switchfootsoldier122889</c:v>
                </c:pt>
                <c:pt idx="3996">
                  <c:v>switchfootfanfaefife</c:v>
                </c:pt>
                <c:pt idx="3997">
                  <c:v>switchbladestephanie</c:v>
                </c:pt>
                <c:pt idx="3998">
                  <c:v>switchbladesoldiermusic</c:v>
                </c:pt>
                <c:pt idx="3999">
                  <c:v>switchblade_romance_</c:v>
                </c:pt>
                <c:pt idx="4000">
                  <c:v>swisschaletforbreakfast</c:v>
                </c:pt>
                <c:pt idx="4001">
                  <c:v>swine_sweetie_princess3</c:v>
                </c:pt>
                <c:pt idx="4002">
                  <c:v>swimsuit_model_rachel</c:v>
                </c:pt>
                <c:pt idx="4003">
                  <c:v>swimming_with_scissors</c:v>
                </c:pt>
                <c:pt idx="4004">
                  <c:v>swimming_starburst87</c:v>
                </c:pt>
                <c:pt idx="4005">
                  <c:v>swimming_blazer_coach</c:v>
                </c:pt>
                <c:pt idx="4006">
                  <c:v>swimclubentertainment</c:v>
                </c:pt>
                <c:pt idx="4007">
                  <c:v>swiggle_the_squirrel</c:v>
                </c:pt>
                <c:pt idx="4008">
                  <c:v>sweetycutieangelamor</c:v>
                </c:pt>
                <c:pt idx="4009">
                  <c:v>sweet_twisted_tragedy</c:v>
                </c:pt>
                <c:pt idx="4010">
                  <c:v>sweet_thing_from_boston</c:v>
                </c:pt>
                <c:pt idx="4011">
                  <c:v>sweetstrawberrypie23</c:v>
                </c:pt>
                <c:pt idx="4012">
                  <c:v>sweet_strawberry_pie</c:v>
                </c:pt>
                <c:pt idx="4013">
                  <c:v>sweetspecialbabygirl</c:v>
                </c:pt>
                <c:pt idx="4014">
                  <c:v>sweetsouthjerseygirl</c:v>
                </c:pt>
                <c:pt idx="4015">
                  <c:v>sweetsoutherngurl2010</c:v>
                </c:pt>
                <c:pt idx="4016">
                  <c:v>sweetsoutherngirl2205</c:v>
                </c:pt>
                <c:pt idx="4017">
                  <c:v>sweetsoutherngirl1324</c:v>
                </c:pt>
                <c:pt idx="4018">
                  <c:v>sweetsoutherndixiebelle</c:v>
                </c:pt>
                <c:pt idx="4019">
                  <c:v>sweetsoutherncountrygurl4</c:v>
                </c:pt>
                <c:pt idx="4020">
                  <c:v>sweetsouthernbelle88</c:v>
                </c:pt>
                <c:pt idx="4021">
                  <c:v>sweet_soul_sister_75</c:v>
                </c:pt>
                <c:pt idx="4022">
                  <c:v>sweetshortcountrygirl</c:v>
                </c:pt>
                <c:pt idx="4023">
                  <c:v>sweetshadowbabe80359</c:v>
                </c:pt>
                <c:pt idx="4024">
                  <c:v>sweet_sexy_stephanie</c:v>
                </c:pt>
                <c:pt idx="4025">
                  <c:v>sweetsexyshortstuff25</c:v>
                </c:pt>
                <c:pt idx="4026">
                  <c:v>sweet_sexy_sarahbear</c:v>
                </c:pt>
                <c:pt idx="4027">
                  <c:v>sweetsexyandmore200</c:v>
                </c:pt>
                <c:pt idx="4028">
                  <c:v>sweetserenitycompany</c:v>
                </c:pt>
                <c:pt idx="4029">
                  <c:v>sweetsadsmalldelicate</c:v>
                </c:pt>
                <c:pt idx="4030">
                  <c:v>sweetredneckcountrygirl</c:v>
                </c:pt>
                <c:pt idx="4031">
                  <c:v>sweet_ragdoll_serenade</c:v>
                </c:pt>
                <c:pt idx="4032">
                  <c:v>sweet_princess_forever</c:v>
                </c:pt>
                <c:pt idx="4033">
                  <c:v>sweet_princess_baby0</c:v>
                </c:pt>
                <c:pt idx="4034">
                  <c:v>sweet_precious_latina</c:v>
                </c:pt>
                <c:pt idx="4035">
                  <c:v>sweet_pinky_princess</c:v>
                </c:pt>
                <c:pt idx="4036">
                  <c:v>sweet_pea_angel_baby</c:v>
                </c:pt>
                <c:pt idx="4037">
                  <c:v>sweet_passionfelicia</c:v>
                </c:pt>
                <c:pt idx="4038">
                  <c:v>sweet_NOT_innocent420</c:v>
                </c:pt>
                <c:pt idx="4039">
                  <c:v>sweetnesslovesweetie</c:v>
                </c:pt>
                <c:pt idx="4040">
                  <c:v>sweet_michigan_angel</c:v>
                </c:pt>
                <c:pt idx="4041">
                  <c:v>sweetmelismapublishing</c:v>
                </c:pt>
                <c:pt idx="4042">
                  <c:v>sweetlovingcountrygirl</c:v>
                </c:pt>
                <c:pt idx="4043">
                  <c:v>sweetlover_4him_4ever</c:v>
                </c:pt>
                <c:pt idx="4044">
                  <c:v>sweetloveandheartbreak</c:v>
                </c:pt>
                <c:pt idx="4045">
                  <c:v>sweetlittlesisterband</c:v>
                </c:pt>
                <c:pt idx="4046">
                  <c:v>sweetlittlesister4071</c:v>
                </c:pt>
                <c:pt idx="4047">
                  <c:v>sweet_little_nightmare</c:v>
                </c:pt>
                <c:pt idx="4048">
                  <c:v>sweet_little_kinky_girl</c:v>
                </c:pt>
                <c:pt idx="4049">
                  <c:v>sweet_little_gothic_angel</c:v>
                </c:pt>
                <c:pt idx="4050">
                  <c:v>sweetlittledixiegurl</c:v>
                </c:pt>
                <c:pt idx="4051">
                  <c:v>sweetlittlecarolinagirl</c:v>
                </c:pt>
                <c:pt idx="4052">
                  <c:v>sweetlittleangelbaby</c:v>
                </c:pt>
                <c:pt idx="4053">
                  <c:v>sweetlimestrawberry1</c:v>
                </c:pt>
                <c:pt idx="4054">
                  <c:v>sweetlilsouthernbelle91</c:v>
                </c:pt>
                <c:pt idx="4055">
                  <c:v>sweet_lil_jessica_9420</c:v>
                </c:pt>
                <c:pt idx="4056">
                  <c:v>sweet_lil_germanchic</c:v>
                </c:pt>
                <c:pt idx="4057">
                  <c:v>sweet_lil_devil420200</c:v>
                </c:pt>
                <c:pt idx="4058">
                  <c:v>sweet_lil_countrygirl2004</c:v>
                </c:pt>
                <c:pt idx="4059">
                  <c:v>sweetlilcountrygal24</c:v>
                </c:pt>
                <c:pt idx="4060">
                  <c:v>sweet_like_white_sugar</c:v>
                </c:pt>
                <c:pt idx="4061">
                  <c:v>sweetlikesourskittles</c:v>
                </c:pt>
                <c:pt idx="4062">
                  <c:v>sweetlikebrownsugar1</c:v>
                </c:pt>
                <c:pt idx="4063">
                  <c:v>sweetlightningchocolatethunder</c:v>
                </c:pt>
                <c:pt idx="4064">
                  <c:v>sweetlightbrowncandyapple</c:v>
                </c:pt>
                <c:pt idx="4065">
                  <c:v>sweetleafandcarrotsalad</c:v>
                </c:pt>
                <c:pt idx="4066">
                  <c:v>sweet_kandy_girl_2001</c:v>
                </c:pt>
                <c:pt idx="4067">
                  <c:v>sweetish_skater_cody</c:v>
                </c:pt>
                <c:pt idx="4068">
                  <c:v>sweet_innocent_stephie</c:v>
                </c:pt>
                <c:pt idx="4069">
                  <c:v>sweet_innocence_forever</c:v>
                </c:pt>
                <c:pt idx="4070">
                  <c:v>sweetie_with_attitude</c:v>
                </c:pt>
                <c:pt idx="4071">
                  <c:v>sweetie_sunday_4970</c:v>
                </c:pt>
                <c:pt idx="4072">
                  <c:v>sweetieshavetheanswer</c:v>
                </c:pt>
                <c:pt idx="4073">
                  <c:v>sweetiepiepumpkinface</c:v>
                </c:pt>
                <c:pt idx="4074">
                  <c:v>sweetiepiebabydessert</c:v>
                </c:pt>
                <c:pt idx="4075">
                  <c:v>sweethomealabama2009</c:v>
                </c:pt>
                <c:pt idx="4076">
                  <c:v>sweethomealabama1973</c:v>
                </c:pt>
                <c:pt idx="4077">
                  <c:v>sweet_hispanic_girl0</c:v>
                </c:pt>
                <c:pt idx="4078">
                  <c:v>sweetheart_with_attitude</c:v>
                </c:pt>
                <c:pt idx="4079">
                  <c:v>sweetheartneedinglove</c:v>
                </c:pt>
                <c:pt idx="4080">
                  <c:v>sweetheartashleynicole</c:v>
                </c:pt>
                <c:pt idx="4081">
                  <c:v>sweetheart_aka_teddybear</c:v>
                </c:pt>
                <c:pt idx="4082">
                  <c:v>sweet_heart_4ever_08</c:v>
                </c:pt>
                <c:pt idx="4083">
                  <c:v>sweetgrouchnaughtygirl</c:v>
                </c:pt>
                <c:pt idx="4084">
                  <c:v>sweet_girl_gone_wild</c:v>
                </c:pt>
                <c:pt idx="4085">
                  <c:v>sweetgeorgiapeach200</c:v>
                </c:pt>
                <c:pt idx="4086">
                  <c:v>sweetgeorgiapeach17222</c:v>
                </c:pt>
                <c:pt idx="4087">
                  <c:v>sweetgal_shockmock11</c:v>
                </c:pt>
                <c:pt idx="4088">
                  <c:v>sweet_female_attitude</c:v>
                </c:pt>
                <c:pt idx="4089">
                  <c:v>sweet_dragonfly_crushing</c:v>
                </c:pt>
                <c:pt idx="4090">
                  <c:v>sweet_daniella_vanilla</c:v>
                </c:pt>
                <c:pt idx="4091">
                  <c:v>sweetdaddysmoothstick</c:v>
                </c:pt>
                <c:pt idx="4092">
                  <c:v>sweet_daddy_smoothlove</c:v>
                </c:pt>
                <c:pt idx="4093">
                  <c:v>sweetcreamychocolate</c:v>
                </c:pt>
                <c:pt idx="4094">
                  <c:v>sweetcrazyhornystuff9</c:v>
                </c:pt>
                <c:pt idx="4095">
                  <c:v>sweet_country_girl_225</c:v>
                </c:pt>
                <c:pt idx="4096">
                  <c:v>SweetCountryGirl1983</c:v>
                </c:pt>
                <c:pt idx="4097">
                  <c:v>sweet_country_girl_09</c:v>
                </c:pt>
                <c:pt idx="4098">
                  <c:v>sweet_country_girl08</c:v>
                </c:pt>
                <c:pt idx="4099">
                  <c:v>sweetcountrycutie200</c:v>
                </c:pt>
                <c:pt idx="4100">
                  <c:v>sweet_country_cowgirl</c:v>
                </c:pt>
                <c:pt idx="4101">
                  <c:v>sweet_chocolate_frog</c:v>
                </c:pt>
                <c:pt idx="4102">
                  <c:v>sweetchocolatecookiecake</c:v>
                </c:pt>
                <c:pt idx="4103">
                  <c:v>sweet_chocolate_cherry</c:v>
                </c:pt>
                <c:pt idx="4104">
                  <c:v>sweetchocolatecherry</c:v>
                </c:pt>
                <c:pt idx="4105">
                  <c:v>sweetchildomine352392</c:v>
                </c:pt>
                <c:pt idx="4106">
                  <c:v>sweet_cherry_pop_vintage</c:v>
                </c:pt>
                <c:pt idx="4107">
                  <c:v>sweet_celebrity_darryl</c:v>
                </c:pt>
                <c:pt idx="4108">
                  <c:v>sweetcarolinarealtorgirl</c:v>
                </c:pt>
                <c:pt idx="4109">
                  <c:v>sweet_carolina_girl_101</c:v>
                </c:pt>
                <c:pt idx="4110">
                  <c:v>sweet_carolina_brunette07</c:v>
                </c:pt>
                <c:pt idx="4111">
                  <c:v>sweet_caramel_tone_lady</c:v>
                </c:pt>
                <c:pt idx="4112">
                  <c:v>sweetcaramelsweetie08</c:v>
                </c:pt>
                <c:pt idx="4113">
                  <c:v>sweetcaramelprincess</c:v>
                </c:pt>
                <c:pt idx="4114">
                  <c:v>sweetcaramelkiss1010</c:v>
                </c:pt>
                <c:pt idx="4115">
                  <c:v>sweetbutterflycolors</c:v>
                </c:pt>
                <c:pt idx="4116">
                  <c:v>sweetbunnyfromhell_4</c:v>
                </c:pt>
                <c:pt idx="4117">
                  <c:v>sweetblueeyedblonde33</c:v>
                </c:pt>
                <c:pt idx="4118">
                  <c:v>sweet_blondy_babe3000</c:v>
                </c:pt>
                <c:pt idx="4119">
                  <c:v>sweet_beautiful_love</c:v>
                </c:pt>
                <c:pt idx="4120">
                  <c:v>sweetbannanafruitcake</c:v>
                </c:pt>
                <c:pt idx="4121">
                  <c:v>sweet_baby_gurl_4151</c:v>
                </c:pt>
                <c:pt idx="4122">
                  <c:v>sweet_babygirl_brina</c:v>
                </c:pt>
                <c:pt idx="4123">
                  <c:v>sweetbabygirl142309</c:v>
                </c:pt>
                <c:pt idx="4124">
                  <c:v>sweetaprilmolinacherry</c:v>
                </c:pt>
                <c:pt idx="4125">
                  <c:v>sweetangelwithattitude</c:v>
                </c:pt>
                <c:pt idx="4126">
                  <c:v>sweetangelgirlkristy</c:v>
                </c:pt>
                <c:pt idx="4127">
                  <c:v>sweetangelfromthesky</c:v>
                </c:pt>
                <c:pt idx="4128">
                  <c:v>sweet_angel_from_heaven</c:v>
                </c:pt>
                <c:pt idx="4129">
                  <c:v>sweetangelbabyleslie</c:v>
                </c:pt>
                <c:pt idx="4130">
                  <c:v>Sweet_and_Sexy_Alexis</c:v>
                </c:pt>
                <c:pt idx="4131">
                  <c:v>sweetandsassycharlotte</c:v>
                </c:pt>
                <c:pt idx="4132">
                  <c:v>sweetandinnocentsarah</c:v>
                </c:pt>
                <c:pt idx="4133">
                  <c:v>sweetandinnocentashley</c:v>
                </c:pt>
                <c:pt idx="4134">
                  <c:v>sweet_and_innocent99</c:v>
                </c:pt>
                <c:pt idx="4135">
                  <c:v>sweet_and_innocent_9</c:v>
                </c:pt>
                <c:pt idx="4136">
                  <c:v>sweet_and_innocent15</c:v>
                </c:pt>
                <c:pt idx="4137">
                  <c:v>sweet_and_fine_divine</c:v>
                </c:pt>
                <c:pt idx="4138">
                  <c:v>sweetandcutevictoria</c:v>
                </c:pt>
                <c:pt idx="4139">
                  <c:v>sweetandcutepersonality</c:v>
                </c:pt>
                <c:pt idx="4140">
                  <c:v>sweet_adorable_cutie</c:v>
                </c:pt>
                <c:pt idx="4141">
                  <c:v>sweet4sassy_cute4classy</c:v>
                </c:pt>
                <c:pt idx="4142">
                  <c:v>sweeptherabbitkiller</c:v>
                </c:pt>
                <c:pt idx="4143">
                  <c:v>sweatypeteandthemidgetmongoliancarwashteam</c:v>
                </c:pt>
                <c:pt idx="4144">
                  <c:v>sweatybettybluesband</c:v>
                </c:pt>
                <c:pt idx="4145">
                  <c:v>sweatbootsandbootyshorts</c:v>
                </c:pt>
                <c:pt idx="4146">
                  <c:v>swashbucklermooseknuckler</c:v>
                </c:pt>
                <c:pt idx="4147">
                  <c:v>swampthingproduction</c:v>
                </c:pt>
                <c:pt idx="4148">
                  <c:v>swallowtheknifemusic</c:v>
                </c:pt>
                <c:pt idx="4149">
                  <c:v>suzy_serialkiller</c:v>
                </c:pt>
                <c:pt idx="4150">
                  <c:v>suzyleecandycanechild</c:v>
                </c:pt>
                <c:pt idx="4151">
                  <c:v>suzanna_rosanna_danna</c:v>
                </c:pt>
                <c:pt idx="4152">
                  <c:v>suzannagriffithmusic</c:v>
                </c:pt>
                <c:pt idx="4153">
                  <c:v>suspiciouspackagemusic</c:v>
                </c:pt>
                <c:pt idx="4154">
                  <c:v>suspendyourdisbelief7</c:v>
                </c:pt>
                <c:pt idx="4155">
                  <c:v>susanhottieforever</c:v>
                </c:pt>
                <c:pt idx="4156">
                  <c:v>susancampbellphotography</c:v>
                </c:pt>
                <c:pt idx="4157">
                  <c:v>survivoreliminationgame</c:v>
                </c:pt>
                <c:pt idx="4158">
                  <c:v>surrender-your-booty</c:v>
                </c:pt>
                <c:pt idx="4159">
                  <c:v>surfuntilyoudrop81705</c:v>
                </c:pt>
                <c:pt idx="4160">
                  <c:v>surf_till_the_wipeout</c:v>
                </c:pt>
                <c:pt idx="4161">
                  <c:v>surf_snowboarder24710</c:v>
                </c:pt>
                <c:pt idx="4162">
                  <c:v>surfer_with_attitude</c:v>
                </c:pt>
                <c:pt idx="4163">
                  <c:v>surfer_style_chick101</c:v>
                </c:pt>
                <c:pt idx="4164">
                  <c:v>surfersoccerstudaustin</c:v>
                </c:pt>
                <c:pt idx="4165">
                  <c:v>surferskaterrockerdude</c:v>
                </c:pt>
                <c:pt idx="4166">
                  <c:v>surfer_skater_partyboy</c:v>
                </c:pt>
                <c:pt idx="4167">
                  <c:v>surferprincesstiffany</c:v>
                </c:pt>
                <c:pt idx="4168">
                  <c:v>surfer_lover_waterpolo</c:v>
                </c:pt>
                <c:pt idx="4169">
                  <c:v>surferchickforlifebitch</c:v>
                </c:pt>
                <c:pt idx="4170">
                  <c:v>surfer_boy_chad_westerly</c:v>
                </c:pt>
                <c:pt idx="4171">
                  <c:v>sur13_rider_4life_13</c:v>
                </c:pt>
                <c:pt idx="4172">
                  <c:v>supremeoverlorduncle</c:v>
                </c:pt>
                <c:pt idx="4173">
                  <c:v>supreme_lord_hamilton</c:v>
                </c:pt>
                <c:pt idx="4174">
                  <c:v>supreme_empress_cricket</c:v>
                </c:pt>
                <c:pt idx="4175">
                  <c:v>supreme_crossdresser</c:v>
                </c:pt>
                <c:pt idx="4176">
                  <c:v>supremeclienteleprod</c:v>
                </c:pt>
                <c:pt idx="4177">
                  <c:v>supremebuttermilkwaffle</c:v>
                </c:pt>
                <c:pt idx="4178">
                  <c:v>supremebeingmikefresh</c:v>
                </c:pt>
                <c:pt idx="4179">
                  <c:v>supportyourlocalflattrack</c:v>
                </c:pt>
                <c:pt idx="4180">
                  <c:v>supportyourlocalchickband</c:v>
                </c:pt>
                <c:pt idx="4181">
                  <c:v>supportwhitesupremacy</c:v>
                </c:pt>
                <c:pt idx="4182">
                  <c:v>supportthroughfashion</c:v>
                </c:pt>
                <c:pt idx="4183">
                  <c:v>supportthelocalmusicscene</c:v>
                </c:pt>
                <c:pt idx="4184">
                  <c:v>supportindependentthought</c:v>
                </c:pt>
                <c:pt idx="4185">
                  <c:v>supportanimalcruelty</c:v>
                </c:pt>
                <c:pt idx="4186">
                  <c:v>SuperZeroloveyou7935</c:v>
                </c:pt>
                <c:pt idx="4187">
                  <c:v>_super_weird_person_</c:v>
                </c:pt>
                <c:pt idx="4188">
                  <c:v>superultimatefulltimechill</c:v>
                </c:pt>
                <c:pt idx="4189">
                  <c:v>superturkeyturbopuncher3</c:v>
                </c:pt>
                <c:pt idx="4190">
                  <c:v>supersweetgeorgiapeach</c:v>
                </c:pt>
                <c:pt idx="4191">
                  <c:v>supersurroundsoundbarrier</c:v>
                </c:pt>
                <c:pt idx="4192">
                  <c:v>superstringtheorymusic</c:v>
                </c:pt>
                <c:pt idx="4193">
                  <c:v>superstrawberryshortcake</c:v>
                </c:pt>
                <c:pt idx="4194">
                  <c:v>superstarentertainment</c:v>
                </c:pt>
                <c:pt idx="4195">
                  <c:v>supersportsspectacular</c:v>
                </c:pt>
                <c:pt idx="4196">
                  <c:v>superspecialsecretspace</c:v>
                </c:pt>
                <c:pt idx="4197">
                  <c:v>superspecialindividual</c:v>
                </c:pt>
                <c:pt idx="4198">
                  <c:v>supersonichighspeedracer</c:v>
                </c:pt>
                <c:pt idx="4199">
                  <c:v>supersmashbrotherbrawl</c:v>
                </c:pt>
                <c:pt idx="4200">
                  <c:v>superskunkweedfarmer</c:v>
                </c:pt>
                <c:pt idx="4201">
                  <c:v>supershakelilwaynesong</c:v>
                </c:pt>
                <c:pt idx="4202">
                  <c:v>super_sexy_girl12345</c:v>
                </c:pt>
                <c:pt idx="4203">
                  <c:v>supersecretdeltamusicmike</c:v>
                </c:pt>
                <c:pt idx="4204">
                  <c:v>superseasonsnowbunny</c:v>
                </c:pt>
                <c:pt idx="4205">
                  <c:v>SuperSarahbecauseshecan</c:v>
                </c:pt>
                <c:pt idx="4206">
                  <c:v>supersapperarmysoldier</c:v>
                </c:pt>
                <c:pt idx="4207">
                  <c:v>superphotographymeghan</c:v>
                </c:pt>
                <c:pt idx="4208">
                  <c:v>super_penguin_person</c:v>
                </c:pt>
                <c:pt idx="4209">
                  <c:v>superparolrealcrazy15</c:v>
                </c:pt>
                <c:pt idx="4210">
                  <c:v>supernaturalsoundtrack</c:v>
                </c:pt>
                <c:pt idx="4211">
                  <c:v>_supernaturalhunters_</c:v>
                </c:pt>
                <c:pt idx="4212">
                  <c:v>supernaturaldisastermanipulation</c:v>
                </c:pt>
                <c:pt idx="4213">
                  <c:v>supermonkeypoopfight</c:v>
                </c:pt>
                <c:pt idx="4214">
                  <c:v>supermodelbeautyqueen</c:v>
                </c:pt>
                <c:pt idx="4215">
                  <c:v>superman_kingdom_come</c:v>
                </c:pt>
                <c:pt idx="4216">
                  <c:v>supermandingowarrior</c:v>
                </c:pt>
                <c:pt idx="4217">
                  <c:v>superman_comes_out_today</c:v>
                </c:pt>
                <c:pt idx="4218">
                  <c:v>supermancantsaveyounow</c:v>
                </c:pt>
                <c:pt idx="4219">
                  <c:v>superman_baby_you_know</c:v>
                </c:pt>
                <c:pt idx="4220">
                  <c:v>superman_aka_clarkkent</c:v>
                </c:pt>
                <c:pt idx="4221">
                  <c:v>superlover_undercover</c:v>
                </c:pt>
                <c:pt idx="4222">
                  <c:v>superllamaandakittytoo</c:v>
                </c:pt>
                <c:pt idx="4223">
                  <c:v>superiortitleinsurance</c:v>
                </c:pt>
                <c:pt idx="4224">
                  <c:v>superhero_for_your_soul</c:v>
                </c:pt>
                <c:pt idx="4225">
                  <c:v>superheroballerina4life</c:v>
                </c:pt>
                <c:pt idx="4226">
                  <c:v>superhappypositivepeople</c:v>
                </c:pt>
                <c:pt idx="4227">
                  <c:v>superhappymonkeyslap</c:v>
                </c:pt>
                <c:pt idx="4228">
                  <c:v>super__happy__fun__time</c:v>
                </c:pt>
                <c:pt idx="4229">
                  <c:v>superhairymuffmonkey</c:v>
                </c:pt>
                <c:pt idx="4230">
                  <c:v>super_gorgeous_heiress</c:v>
                </c:pt>
                <c:pt idx="4231">
                  <c:v>supergirl_2_the_rescue</c:v>
                </c:pt>
                <c:pt idx="4232">
                  <c:v>super_gay_crab_dream</c:v>
                </c:pt>
                <c:pt idx="4233">
                  <c:v>superfurryanimalphil</c:v>
                </c:pt>
                <c:pt idx="4234">
                  <c:v>superfreakinglindsey</c:v>
                </c:pt>
                <c:pt idx="4235">
                  <c:v>superfreakingawesome</c:v>
                </c:pt>
                <c:pt idx="4236">
                  <c:v>superflyladydanielle</c:v>
                </c:pt>
                <c:pt idx="4237">
                  <c:v>superflyingtacklepounce</c:v>
                </c:pt>
                <c:pt idx="4238">
                  <c:v>super_fly_beauty_queen19</c:v>
                </c:pt>
                <c:pt idx="4239">
                  <c:v>superfantasticbowiestuff</c:v>
                </c:pt>
                <c:pt idx="4240">
                  <c:v>superfalloutboytaylor333</c:v>
                </c:pt>
                <c:pt idx="4241">
                  <c:v>superduperstraightguy</c:v>
                </c:pt>
                <c:pt idx="4242">
                  <c:v>super_duper_kathleen</c:v>
                </c:pt>
                <c:pt idx="4243">
                  <c:v>superdupergirl12345</c:v>
                </c:pt>
                <c:pt idx="4244">
                  <c:v>superduperawesomefun</c:v>
                </c:pt>
                <c:pt idx="4245">
                  <c:v>super_double_ultra_ace</c:v>
                </c:pt>
                <c:pt idx="4246">
                  <c:v>superdeathmidgetkiller</c:v>
                </c:pt>
                <c:pt idx="4247">
                  <c:v>supercrosscountryman</c:v>
                </c:pt>
                <c:pt idx="4248">
                  <c:v>super_crazy_rat_girl</c:v>
                </c:pt>
                <c:pt idx="4249">
                  <c:v>super_cool_wacky_dude</c:v>
                </c:pt>
                <c:pt idx="4250">
                  <c:v>supercoolsexybastard</c:v>
                </c:pt>
                <c:pt idx="4251">
                  <c:v>supercoolpartypeople</c:v>
                </c:pt>
                <c:pt idx="4252">
                  <c:v>super_cool_dude_man_guy</c:v>
                </c:pt>
                <c:pt idx="4253">
                  <c:v>super_chic_cello_chick</c:v>
                </c:pt>
                <c:pt idx="4254">
                  <c:v>superbathroomcleaner</c:v>
                </c:pt>
                <c:pt idx="4255">
                  <c:v>superawesomerandomness</c:v>
                </c:pt>
                <c:pt idx="4256">
                  <c:v>super-anna-sava201001</c:v>
                </c:pt>
                <c:pt idx="4257">
                  <c:v>super_affiliate_marketing</c:v>
                </c:pt>
                <c:pt idx="4258">
                  <c:v>super_adventure_club</c:v>
                </c:pt>
                <c:pt idx="4259">
                  <c:v>super_across_the_way</c:v>
                </c:pt>
                <c:pt idx="4260">
                  <c:v>super5streetfighter7</c:v>
                </c:pt>
                <c:pt idx="4261">
                  <c:v>supaflymackdaddyboss</c:v>
                </c:pt>
                <c:pt idx="4262">
                  <c:v>supadudereadyfortalking</c:v>
                </c:pt>
                <c:pt idx="4263">
                  <c:v>sunspray_honeysuckle</c:v>
                </c:pt>
                <c:pt idx="4264">
                  <c:v>sunshinestarsandhappiness</c:v>
                </c:pt>
                <c:pt idx="4265">
                  <c:v>sunshineroger_rabbit</c:v>
                </c:pt>
                <c:pt idx="4266">
                  <c:v>sunshineprettyyellow</c:v>
                </c:pt>
                <c:pt idx="4267">
                  <c:v>sunshineprayerwarrior</c:v>
                </c:pt>
                <c:pt idx="4268">
                  <c:v>sunshinepistolshapedstate</c:v>
                </c:pt>
                <c:pt idx="4269">
                  <c:v>sunshineoliviabackup</c:v>
                </c:pt>
                <c:pt idx="4270">
                  <c:v>sunshineloveswishbear</c:v>
                </c:pt>
                <c:pt idx="4271">
                  <c:v>sunshineloveandspite</c:v>
                </c:pt>
                <c:pt idx="4272">
                  <c:v>sunshine_hottie_4life</c:v>
                </c:pt>
                <c:pt idx="4273">
                  <c:v>sunshinehappykilldeath</c:v>
                </c:pt>
                <c:pt idx="4274">
                  <c:v>sunshine_ghettochick</c:v>
                </c:pt>
                <c:pt idx="4275">
                  <c:v>sunshineflower_daydream</c:v>
                </c:pt>
                <c:pt idx="4276">
                  <c:v>sunshine_flavor_skittles</c:v>
                </c:pt>
                <c:pt idx="4277">
                  <c:v>sunshine_film_company</c:v>
                </c:pt>
                <c:pt idx="4278">
                  <c:v>sunshine_fairy_4_ever</c:v>
                </c:pt>
                <c:pt idx="4279">
                  <c:v>sunshine_desert_rose</c:v>
                </c:pt>
                <c:pt idx="4280">
                  <c:v>sunshinedaydreamlover</c:v>
                </c:pt>
                <c:pt idx="4281">
                  <c:v>sunshine_blue_chicago</c:v>
                </c:pt>
                <c:pt idx="4282">
                  <c:v>sunshineandsummertime</c:v>
                </c:pt>
                <c:pt idx="4283">
                  <c:v>sunshine_and_moondust</c:v>
                </c:pt>
                <c:pt idx="4284">
                  <c:v>sunshineandcoconutmilk</c:v>
                </c:pt>
                <c:pt idx="4285">
                  <c:v>sunshine_and_chocolate</c:v>
                </c:pt>
                <c:pt idx="4286">
                  <c:v>sunshine_and_blossom</c:v>
                </c:pt>
                <c:pt idx="4287">
                  <c:v>sunshine4meinparadise</c:v>
                </c:pt>
                <c:pt idx="4288">
                  <c:v>sunsetsinparadiselayout</c:v>
                </c:pt>
                <c:pt idx="4289">
                  <c:v>sunsetrecordingstudio</c:v>
                </c:pt>
                <c:pt idx="4290">
                  <c:v>sunsetprofile_photography</c:v>
                </c:pt>
                <c:pt idx="4291">
                  <c:v>sunseteatsoliloquist</c:v>
                </c:pt>
                <c:pt idx="4292">
                  <c:v>sunset_beauty_for_you</c:v>
                </c:pt>
                <c:pt idx="4293">
                  <c:v>sunsetbeachsilogram4</c:v>
                </c:pt>
                <c:pt idx="4294">
                  <c:v>sunnyvaletrailerpark</c:v>
                </c:pt>
                <c:pt idx="4295">
                  <c:v>sunnytropicaldreaming</c:v>
                </c:pt>
                <c:pt idx="4296">
                  <c:v>sunny_tropical_breeze</c:v>
                </c:pt>
                <c:pt idx="4297">
                  <c:v>sunnythedallascowboy</c:v>
                </c:pt>
                <c:pt idx="4298">
                  <c:v>sunnysidealistpatient</c:v>
                </c:pt>
                <c:pt idx="4299">
                  <c:v>sunnyforeverfollowinghim</c:v>
                </c:pt>
                <c:pt idx="4300">
                  <c:v>sunny_blackwidow_dreamer</c:v>
                </c:pt>
                <c:pt idx="4301">
                  <c:v>sunhoney_spraysuckle</c:v>
                </c:pt>
                <c:pt idx="4302">
                  <c:v>sunflowersmilesonline</c:v>
                </c:pt>
                <c:pt idx="4303">
                  <c:v>sunflower_head_raptor</c:v>
                </c:pt>
                <c:pt idx="4304">
                  <c:v>sunflowerandsapphire</c:v>
                </c:pt>
                <c:pt idx="4305">
                  <c:v>sundaysanasquashbanana</c:v>
                </c:pt>
                <c:pt idx="4306">
                  <c:v>sundaymorningsyndrome</c:v>
                </c:pt>
                <c:pt idx="4307">
                  <c:v>sunday_morning_sidewalk</c:v>
                </c:pt>
                <c:pt idx="4308">
                  <c:v>sundaymorningministry</c:v>
                </c:pt>
                <c:pt idx="4309">
                  <c:v>sundance4allthepeople</c:v>
                </c:pt>
                <c:pt idx="4310">
                  <c:v>sumweredeadinhollywood</c:v>
                </c:pt>
                <c:pt idx="4311">
                  <c:v>sumthin_about_the_number1</c:v>
                </c:pt>
                <c:pt idx="4312">
                  <c:v>summer_time_sunshine</c:v>
                </c:pt>
                <c:pt idx="4313">
                  <c:v>summer_sprung_winter</c:v>
                </c:pt>
                <c:pt idx="4314">
                  <c:v>summersausagespectacular</c:v>
                </c:pt>
                <c:pt idx="4315">
                  <c:v>summernicoleslaughter2</c:v>
                </c:pt>
                <c:pt idx="4316">
                  <c:v>summermeltdownfestival</c:v>
                </c:pt>
                <c:pt idx="4317">
                  <c:v>summerhouse_layoutpreview</c:v>
                </c:pt>
                <c:pt idx="4318">
                  <c:v>summergirl_rockyourworld</c:v>
                </c:pt>
                <c:pt idx="4319">
                  <c:v>summerbridgepittsburgh</c:v>
                </c:pt>
                <c:pt idx="4320">
                  <c:v>summerbreeze11radarlove</c:v>
                </c:pt>
                <c:pt idx="4321">
                  <c:v>summer_blue_butterfly_22</c:v>
                </c:pt>
                <c:pt idx="4322">
                  <c:v>summer_billiejoebabygirl</c:v>
                </c:pt>
                <c:pt idx="4323">
                  <c:v>summerbabealyssa10192</c:v>
                </c:pt>
                <c:pt idx="4324">
                  <c:v>summer_and_kelsi_are_hot</c:v>
                </c:pt>
                <c:pt idx="4325">
                  <c:v>sumbitchpilemonkeynut</c:v>
                </c:pt>
                <c:pt idx="4326">
                  <c:v>sum2realsexyandsmart</c:v>
                </c:pt>
                <c:pt idx="4327">
                  <c:v>suitelifeoverlaypreview</c:v>
                </c:pt>
                <c:pt idx="4328">
                  <c:v>suicidetwistfestival</c:v>
                </c:pt>
                <c:pt idx="4329">
                  <c:v>suicidesymphonyserenade</c:v>
                </c:pt>
                <c:pt idx="4330">
                  <c:v>suicide_squad_attack</c:v>
                </c:pt>
                <c:pt idx="4331">
                  <c:v>suicidenotesandcutting</c:v>
                </c:pt>
                <c:pt idx="4332">
                  <c:v>suicide_forever_frank</c:v>
                </c:pt>
                <c:pt idx="4333">
                  <c:v>suicide_death_tragedy</c:v>
                </c:pt>
                <c:pt idx="4334">
                  <c:v>suicidebecomesskinny</c:v>
                </c:pt>
                <c:pt idx="4335">
                  <c:v>suicide_angel_4_ever</c:v>
                </c:pt>
                <c:pt idx="4336">
                  <c:v>suicidal_teddybear13</c:v>
                </c:pt>
                <c:pt idx="4337">
                  <c:v>suicidalpurplesheepband</c:v>
                </c:pt>
                <c:pt idx="4338">
                  <c:v>suicidaldarknessband</c:v>
                </c:pt>
                <c:pt idx="4339">
                  <c:v>sugar_wur_going_down</c:v>
                </c:pt>
                <c:pt idx="4340">
                  <c:v>sugar_were_going_down0</c:v>
                </c:pt>
                <c:pt idx="4341">
                  <c:v>sugarspicenaughtynice</c:v>
                </c:pt>
                <c:pt idx="4342">
                  <c:v>sugar_spice_and_nice</c:v>
                </c:pt>
                <c:pt idx="4343">
                  <c:v>sugarpiehoneybunch77</c:v>
                </c:pt>
                <c:pt idx="4344">
                  <c:v>sugarpiehoneybunch209</c:v>
                </c:pt>
                <c:pt idx="4345">
                  <c:v>sugar_pie_honey_bun1</c:v>
                </c:pt>
                <c:pt idx="4346">
                  <c:v>sugar_lollipop_cherryblue</c:v>
                </c:pt>
                <c:pt idx="4347">
                  <c:v>sugarhillunderground</c:v>
                </c:pt>
                <c:pt idx="4348">
                  <c:v>sugarhighkittenlayout</c:v>
                </c:pt>
                <c:pt idx="4349">
                  <c:v>sugar_coated_poison_apple</c:v>
                </c:pt>
                <c:pt idx="4350">
                  <c:v>sugarbunnyandlovedove</c:v>
                </c:pt>
                <c:pt idx="4351">
                  <c:v>sugaranspiceverythingnice</c:v>
                </c:pt>
                <c:pt idx="4352">
                  <c:v>suffragettesoundmachine</c:v>
                </c:pt>
                <c:pt idx="4353">
                  <c:v>suffocatingsightrock</c:v>
                </c:pt>
                <c:pt idx="4354">
                  <c:v>sufferingtheaftermath091</c:v>
                </c:pt>
                <c:pt idx="4355">
                  <c:v>sufferingfromboredom</c:v>
                </c:pt>
                <c:pt idx="4356">
                  <c:v>sufferingforsurvival</c:v>
                </c:pt>
                <c:pt idx="4357">
                  <c:v>suddenrushfanclub143</c:v>
                </c:pt>
                <c:pt idx="4358">
                  <c:v>suddenlybeautifulmusic</c:v>
                </c:pt>
                <c:pt idx="4359">
                  <c:v>suddendeathfromabove</c:v>
                </c:pt>
                <c:pt idx="4360">
                  <c:v>suckdick_21time4free</c:v>
                </c:pt>
                <c:pt idx="4361">
                  <c:v>suchreallyawfulpoetry</c:v>
                </c:pt>
                <c:pt idx="4362">
                  <c:v>successfulfailurerock</c:v>
                </c:pt>
                <c:pt idx="4363">
                  <c:v>subzonerecordingstudio</c:v>
                </c:pt>
                <c:pt idx="4364">
                  <c:v>subzeroprojectvulcan</c:v>
                </c:pt>
                <c:pt idx="4365">
                  <c:v>subway_eat_fresh_101</c:v>
                </c:pt>
                <c:pt idx="4366">
                  <c:v>suburbanhousehusband</c:v>
                </c:pt>
                <c:pt idx="4367">
                  <c:v>suburbanestatebluesband</c:v>
                </c:pt>
                <c:pt idx="4368">
                  <c:v>suburbanacidsaturation</c:v>
                </c:pt>
                <c:pt idx="4369">
                  <c:v>subundergroundnorcal</c:v>
                </c:pt>
                <c:pt idx="4370">
                  <c:v>subterraneanhomesickgirl</c:v>
                </c:pt>
                <c:pt idx="4371">
                  <c:v>submissivelilpandabear</c:v>
                </c:pt>
                <c:pt idx="4372">
                  <c:v>submission_under_torture</c:v>
                </c:pt>
                <c:pt idx="4373">
                  <c:v>subliminalsocietybassist</c:v>
                </c:pt>
                <c:pt idx="4374">
                  <c:v>subliminalsearchengine</c:v>
                </c:pt>
                <c:pt idx="4375">
                  <c:v>sublimeeyeentertainment</c:v>
                </c:pt>
                <c:pt idx="4376">
                  <c:v>subconsciousrageband</c:v>
                </c:pt>
                <c:pt idx="4377">
                  <c:v>stylishsouthernbelle</c:v>
                </c:pt>
                <c:pt idx="4378">
                  <c:v>stylesandbreezesonic</c:v>
                </c:pt>
                <c:pt idx="4379">
                  <c:v>stylesandbreezeofficial</c:v>
                </c:pt>
                <c:pt idx="4380">
                  <c:v>styleoversubstancemusic</c:v>
                </c:pt>
                <c:pt idx="4381">
                  <c:v>stupid_white_cracker</c:v>
                </c:pt>
                <c:pt idx="4382">
                  <c:v>stupidtwoeyedhamster</c:v>
                </c:pt>
                <c:pt idx="4383">
                  <c:v>stupidretardedmonkey</c:v>
                </c:pt>
                <c:pt idx="4384">
                  <c:v>stupidpeoplearebreeding</c:v>
                </c:pt>
                <c:pt idx="4385">
                  <c:v>stupidfuckingbeanerspik</c:v>
                </c:pt>
                <c:pt idx="4386">
                  <c:v>stupidfacedannoyingbast</c:v>
                </c:pt>
                <c:pt idx="4387">
                  <c:v>stupidcocksuckingwhiteguy</c:v>
                </c:pt>
                <c:pt idx="4388">
                  <c:v>stupidblondesarebetter</c:v>
                </c:pt>
                <c:pt idx="4389">
                  <c:v>stupid_beyond_belief</c:v>
                </c:pt>
                <c:pt idx="4390">
                  <c:v>stupid_and_contagious09</c:v>
                </c:pt>
                <c:pt idx="4391">
                  <c:v>stuntvilleentertainment</c:v>
                </c:pt>
                <c:pt idx="4392">
                  <c:v>stunnerwearingsuperstar</c:v>
                </c:pt>
                <c:pt idx="4393">
                  <c:v>stumblingthroughecstasy</c:v>
                </c:pt>
                <c:pt idx="4394">
                  <c:v>stuffnobodycaresabout</c:v>
                </c:pt>
                <c:pt idx="4395">
                  <c:v>stuffedclownfromhell</c:v>
                </c:pt>
                <c:pt idx="4396">
                  <c:v>stuffedanimalstarship</c:v>
                </c:pt>
                <c:pt idx="4397">
                  <c:v>studioprimephotography</c:v>
                </c:pt>
                <c:pt idx="4398">
                  <c:v>studentworkspainting</c:v>
                </c:pt>
                <c:pt idx="4399">
                  <c:v>studentventurecarrollton</c:v>
                </c:pt>
                <c:pt idx="4400">
                  <c:v>studentsocialistcoalition</c:v>
                </c:pt>
                <c:pt idx="4401">
                  <c:v>studentbodyuniversity</c:v>
                </c:pt>
                <c:pt idx="4402">
                  <c:v>studentbluestravel4less</c:v>
                </c:pt>
                <c:pt idx="4403">
                  <c:v>stuckwiththisnameforever</c:v>
                </c:pt>
                <c:pt idx="4404">
                  <c:v>stuck_with_this_name</c:v>
                </c:pt>
                <c:pt idx="4405">
                  <c:v>stuckmusiclikequicksand</c:v>
                </c:pt>
                <c:pt idx="4406">
                  <c:v>stuartthespringerspaniel</c:v>
                </c:pt>
                <c:pt idx="4407">
                  <c:v>stuart_penis_dick_jackson</c:v>
                </c:pt>
                <c:pt idx="4408">
                  <c:v>stuart_gilligan_griffin</c:v>
                </c:pt>
                <c:pt idx="4409">
                  <c:v>strychninestonerrock</c:v>
                </c:pt>
                <c:pt idx="4410">
                  <c:v>strugglingtobeindependent</c:v>
                </c:pt>
                <c:pt idx="4411">
                  <c:v>strong_wrestler_girl</c:v>
                </c:pt>
                <c:pt idx="4412">
                  <c:v>strongphenomenalwoman</c:v>
                </c:pt>
                <c:pt idx="4413">
                  <c:v>strong_heart_formula</c:v>
                </c:pt>
                <c:pt idx="4414">
                  <c:v>strong_but_sensitive</c:v>
                </c:pt>
                <c:pt idx="4415">
                  <c:v>strongbutheartbroken08</c:v>
                </c:pt>
                <c:pt idx="4416">
                  <c:v>strivingforgreatness</c:v>
                </c:pt>
                <c:pt idx="4417">
                  <c:v>strivingforcerridwen</c:v>
                </c:pt>
                <c:pt idx="4418">
                  <c:v>strippokerallnightlong</c:v>
                </c:pt>
                <c:pt idx="4419">
                  <c:v>strippedconcertseries</c:v>
                </c:pt>
                <c:pt idx="4420">
                  <c:v>stringtheguitarslowly</c:v>
                </c:pt>
                <c:pt idx="4421">
                  <c:v>strikergibsonexplorer</c:v>
                </c:pt>
                <c:pt idx="4422">
                  <c:v>strictnonnuditypolicy</c:v>
                </c:pt>
                <c:pt idx="4423">
                  <c:v>strictlyjazzentertainment</c:v>
                </c:pt>
                <c:pt idx="4424">
                  <c:v>strictlychilternlover</c:v>
                </c:pt>
                <c:pt idx="4425">
                  <c:v>strictly4thaladies88</c:v>
                </c:pt>
                <c:pt idx="4426">
                  <c:v>stricklandperformance</c:v>
                </c:pt>
                <c:pt idx="4427">
                  <c:v>stretchyourrubberband</c:v>
                </c:pt>
                <c:pt idx="4428">
                  <c:v>stress_insanity_chaos_fun</c:v>
                </c:pt>
                <c:pt idx="4429">
                  <c:v>strengththroughbrutality</c:v>
                </c:pt>
                <c:pt idx="4430">
                  <c:v>street_warrior_leader</c:v>
                </c:pt>
                <c:pt idx="4431">
                  <c:v>streetstrappedracing</c:v>
                </c:pt>
                <c:pt idx="4432">
                  <c:v>streetsquadentertainment0</c:v>
                </c:pt>
                <c:pt idx="4433">
                  <c:v>streetmusicentertainment</c:v>
                </c:pt>
                <c:pt idx="4434">
                  <c:v>streetmixentertainment</c:v>
                </c:pt>
                <c:pt idx="4435">
                  <c:v>streetlightmanifesto123</c:v>
                </c:pt>
                <c:pt idx="4436">
                  <c:v>streetlightmanifesto</c:v>
                </c:pt>
                <c:pt idx="4437">
                  <c:v>streetlightcurfewmusic</c:v>
                </c:pt>
                <c:pt idx="4438">
                  <c:v>streetlevel_management</c:v>
                </c:pt>
                <c:pt idx="4439">
                  <c:v>streetknowledgemedia</c:v>
                </c:pt>
                <c:pt idx="4440">
                  <c:v>streetjusticehelicopter</c:v>
                </c:pt>
                <c:pt idx="4441">
                  <c:v>streetgangdancefight</c:v>
                </c:pt>
                <c:pt idx="4442">
                  <c:v>streetempireentertainment</c:v>
                </c:pt>
                <c:pt idx="4443">
                  <c:v>streetdreamsent4life</c:v>
                </c:pt>
                <c:pt idx="4444">
                  <c:v>streetdancer_funkymonkey3</c:v>
                </c:pt>
                <c:pt idx="4445">
                  <c:v>streetcornerrecording</c:v>
                </c:pt>
                <c:pt idx="4446">
                  <c:v>streetcornerjunction</c:v>
                </c:pt>
                <c:pt idx="4447">
                  <c:v>streetchoirmanagement</c:v>
                </c:pt>
                <c:pt idx="4448">
                  <c:v>straythoodissmokedout</c:v>
                </c:pt>
                <c:pt idx="4449">
                  <c:v>stray_jacket_feeling</c:v>
                </c:pt>
                <c:pt idx="4450">
                  <c:v>strawburry_shortcake</c:v>
                </c:pt>
                <c:pt idx="4451">
                  <c:v>strawberry_water_addict</c:v>
                </c:pt>
                <c:pt idx="4452">
                  <c:v>strawberrysophisticake</c:v>
                </c:pt>
                <c:pt idx="4453">
                  <c:v>strawberryshort_stephie</c:v>
                </c:pt>
                <c:pt idx="4454">
                  <c:v>strawberryshortstack1234</c:v>
                </c:pt>
                <c:pt idx="4455">
                  <c:v>strawberryshortkate1</c:v>
                </c:pt>
                <c:pt idx="4456">
                  <c:v>strawberryshortcakeland</c:v>
                </c:pt>
                <c:pt idx="4457">
                  <c:v>strawberryshortcake_kayla</c:v>
                </c:pt>
                <c:pt idx="4458">
                  <c:v>strawberry_shortcake_gene</c:v>
                </c:pt>
                <c:pt idx="4459">
                  <c:v>strawberryshortcakedance</c:v>
                </c:pt>
                <c:pt idx="4460">
                  <c:v>strawberry_short_cake88</c:v>
                </c:pt>
                <c:pt idx="4461">
                  <c:v>strawberryshort_cake_1</c:v>
                </c:pt>
                <c:pt idx="4462">
                  <c:v>strawberrysherbert99</c:v>
                </c:pt>
                <c:pt idx="4463">
                  <c:v>strawberrysandcream74</c:v>
                </c:pt>
                <c:pt idx="4464">
                  <c:v>strawberrysandchocolate1</c:v>
                </c:pt>
                <c:pt idx="4465">
                  <c:v>strawberry_princessgirl</c:v>
                </c:pt>
                <c:pt idx="4466">
                  <c:v>strawberrypoochpopper</c:v>
                </c:pt>
                <c:pt idx="4467">
                  <c:v>strawberryplusbanana</c:v>
                </c:pt>
                <c:pt idx="4468">
                  <c:v>strawberrymusictwist</c:v>
                </c:pt>
                <c:pt idx="4469">
                  <c:v>strawberrymaryforever</c:v>
                </c:pt>
                <c:pt idx="4470">
                  <c:v>strawberrylollypop101</c:v>
                </c:pt>
                <c:pt idx="4471">
                  <c:v>strawberrykiwibanana</c:v>
                </c:pt>
                <c:pt idx="4472">
                  <c:v>strawberry_icecream88</c:v>
                </c:pt>
                <c:pt idx="4473">
                  <c:v>strawberryicecream25</c:v>
                </c:pt>
                <c:pt idx="4474">
                  <c:v>strawberryhotchocolate</c:v>
                </c:pt>
                <c:pt idx="4475">
                  <c:v>strawberrygirlamanda</c:v>
                </c:pt>
                <c:pt idx="4476">
                  <c:v>strawberryflavoredchapstick</c:v>
                </c:pt>
                <c:pt idx="4477">
                  <c:v>strawberrydelightprincess</c:v>
                </c:pt>
                <c:pt idx="4478">
                  <c:v>strawberrycrestcheer</c:v>
                </c:pt>
                <c:pt idx="4479">
                  <c:v>strawberrycheesecakeloo</c:v>
                </c:pt>
                <c:pt idx="4480">
                  <c:v>strawberryblondemegan</c:v>
                </c:pt>
                <c:pt idx="4481">
                  <c:v>strawberrybeckytoosexy</c:v>
                </c:pt>
                <c:pt idx="4482">
                  <c:v>strawberryandcoconut</c:v>
                </c:pt>
                <c:pt idx="4483">
                  <c:v>strawberry_aka_priscilla</c:v>
                </c:pt>
                <c:pt idx="4484">
                  <c:v>strawberrieshortcake43</c:v>
                </c:pt>
                <c:pt idx="4485">
                  <c:v>strawberriesandcreambaby</c:v>
                </c:pt>
                <c:pt idx="4486">
                  <c:v>strawberriesandcream87</c:v>
                </c:pt>
                <c:pt idx="4487">
                  <c:v>strawberriesandcream420</c:v>
                </c:pt>
                <c:pt idx="4488">
                  <c:v>strawberriesandchampagne</c:v>
                </c:pt>
                <c:pt idx="4489">
                  <c:v>strawberrie_lemonade</c:v>
                </c:pt>
                <c:pt idx="4490">
                  <c:v>strawbarry_vanilla_cream</c:v>
                </c:pt>
                <c:pt idx="4491">
                  <c:v>Strawbarryshortcakepie</c:v>
                </c:pt>
                <c:pt idx="4492">
                  <c:v>strangerwithcandy414</c:v>
                </c:pt>
                <c:pt idx="4493">
                  <c:v>strangerthanyoursympathy_</c:v>
                </c:pt>
                <c:pt idx="4494">
                  <c:v>strangerswithcandymovie</c:v>
                </c:pt>
                <c:pt idx="4495">
                  <c:v>strangersonthefootpath</c:v>
                </c:pt>
                <c:pt idx="4496">
                  <c:v>strangerdangerbeware</c:v>
                </c:pt>
                <c:pt idx="4497">
                  <c:v>strange_and_mysterious</c:v>
                </c:pt>
                <c:pt idx="4498">
                  <c:v>straitthroughtheheart13</c:v>
                </c:pt>
                <c:pt idx="4499">
                  <c:v>straithoodentertainment</c:v>
                </c:pt>
                <c:pt idx="4500">
                  <c:v>straightupgangster4life</c:v>
                </c:pt>
                <c:pt idx="4501">
                  <c:v>straightupcountrychick</c:v>
                </c:pt>
                <c:pt idx="4502">
                  <c:v>straightprideworldwide</c:v>
                </c:pt>
                <c:pt idx="4503">
                  <c:v>straightoutthecountry</c:v>
                </c:pt>
                <c:pt idx="4504">
                  <c:v>straightjacketstreetorgy</c:v>
                </c:pt>
                <c:pt idx="4505">
                  <c:v>straightjacketrebellion</c:v>
                </c:pt>
                <c:pt idx="4506">
                  <c:v>straightjacketcabaret</c:v>
                </c:pt>
                <c:pt idx="4507">
                  <c:v>straight_hood_09baby</c:v>
                </c:pt>
                <c:pt idx="4508">
                  <c:v>straightfromtheutter</c:v>
                </c:pt>
                <c:pt idx="4509">
                  <c:v>straightfromtheshoulder</c:v>
                </c:pt>
                <c:pt idx="4510">
                  <c:v>straight_for_life_102</c:v>
                </c:pt>
                <c:pt idx="4511">
                  <c:v>straight_edge_warrior</c:v>
                </c:pt>
                <c:pt idx="4512">
                  <c:v>straight_edge_photography</c:v>
                </c:pt>
                <c:pt idx="4513">
                  <c:v>straightedgefourlife</c:v>
                </c:pt>
                <c:pt idx="4514">
                  <c:v>straight_east_oakland</c:v>
                </c:pt>
                <c:pt idx="4515">
                  <c:v>straightdirtythuggin</c:v>
                </c:pt>
                <c:pt idx="4516">
                  <c:v>straight_country_boy</c:v>
                </c:pt>
                <c:pt idx="4517">
                  <c:v>stoutjunt_lilwinterfresh</c:v>
                </c:pt>
                <c:pt idx="4518">
                  <c:v>storylinephotography</c:v>
                </c:pt>
                <c:pt idx="4519">
                  <c:v>stormyweatherconnection</c:v>
                </c:pt>
                <c:pt idx="4520">
                  <c:v>stormstaticsleeprock</c:v>
                </c:pt>
                <c:pt idx="4521">
                  <c:v>stormcellarsoccerbar</c:v>
                </c:pt>
                <c:pt idx="4522">
                  <c:v>storeboughthappiness</c:v>
                </c:pt>
                <c:pt idx="4523">
                  <c:v>storageanddisposalmusic</c:v>
                </c:pt>
                <c:pt idx="4524">
                  <c:v>stopthisdoublesuicide___</c:v>
                </c:pt>
                <c:pt idx="4525">
                  <c:v>stopsuckingcorporatecock</c:v>
                </c:pt>
                <c:pt idx="4526">
                  <c:v>stop_its_hammer_time2010</c:v>
                </c:pt>
                <c:pt idx="4527">
                  <c:v>stopinfantcircumcision</c:v>
                </c:pt>
                <c:pt idx="4528">
                  <c:v>stop_humping_the_weed</c:v>
                </c:pt>
                <c:pt idx="4529">
                  <c:v>stophumantrafficking</c:v>
                </c:pt>
                <c:pt idx="4530">
                  <c:v>stophatingandgetalife</c:v>
                </c:pt>
                <c:pt idx="4531">
                  <c:v>stopfightingstartkissing</c:v>
                </c:pt>
                <c:pt idx="4532">
                  <c:v>stop_eating_the_paste</c:v>
                </c:pt>
                <c:pt idx="4533">
                  <c:v>stopbeingwhatyouarent123</c:v>
                </c:pt>
                <c:pt idx="4534">
                  <c:v>stopakin_likejackson</c:v>
                </c:pt>
                <c:pt idx="4535">
                  <c:v>stonewallnoiseorchestra</c:v>
                </c:pt>
                <c:pt idx="4536">
                  <c:v>stonethatthabuilderrefuse</c:v>
                </c:pt>
                <c:pt idx="4537">
                  <c:v>stoner4lifeandever9</c:v>
                </c:pt>
                <c:pt idx="4538">
                  <c:v>stone_paper_scissors</c:v>
                </c:pt>
                <c:pt idx="4539">
                  <c:v>stonemountainunderground</c:v>
                </c:pt>
                <c:pt idx="4540">
                  <c:v>stonefaceandterminal</c:v>
                </c:pt>
                <c:pt idx="4541">
                  <c:v>stonedmonkeysoftware</c:v>
                </c:pt>
                <c:pt idx="4542">
                  <c:v>stonecoldrattlesnake4life</c:v>
                </c:pt>
                <c:pt idx="4543">
                  <c:v>stonecoldmike2000yahoo</c:v>
                </c:pt>
                <c:pt idx="4544">
                  <c:v>stonecliffmusicgroup</c:v>
                </c:pt>
                <c:pt idx="4545">
                  <c:v>stonecircleconspiracy</c:v>
                </c:pt>
                <c:pt idx="4546">
                  <c:v>stompinggroundsmusic</c:v>
                </c:pt>
                <c:pt idx="4547">
                  <c:v>stolensilencedrummer</c:v>
                </c:pt>
                <c:pt idx="4548">
                  <c:v>stolen_monkeypendrive</c:v>
                </c:pt>
                <c:pt idx="4549">
                  <c:v>stolen_identity_band</c:v>
                </c:pt>
                <c:pt idx="4550">
                  <c:v>stolencamerafilmcompany</c:v>
                </c:pt>
                <c:pt idx="4551">
                  <c:v>stolenbrownevergreen</c:v>
                </c:pt>
                <c:pt idx="4552">
                  <c:v>stoicarmyphiladelphia</c:v>
                </c:pt>
                <c:pt idx="4553">
                  <c:v>stoicarmyakroncanton</c:v>
                </c:pt>
                <c:pt idx="4554">
                  <c:v>stockingtops_flasher</c:v>
                </c:pt>
                <c:pt idx="4555">
                  <c:v>stinkfingeroverdrive</c:v>
                </c:pt>
                <c:pt idx="4556">
                  <c:v>still_waiting_Sierra</c:v>
                </c:pt>
                <c:pt idx="4557">
                  <c:v>stillwaitingforsatan</c:v>
                </c:pt>
                <c:pt idx="4558">
                  <c:v>stillwaitingforguffman</c:v>
                </c:pt>
                <c:pt idx="4559">
                  <c:v>stillwaitingforgodot</c:v>
                </c:pt>
                <c:pt idx="4560">
                  <c:v>stilltheonlynameavailable</c:v>
                </c:pt>
                <c:pt idx="4561">
                  <c:v>stillstanding_danielle</c:v>
                </c:pt>
                <c:pt idx="4562">
                  <c:v>stillstandingclothing</c:v>
                </c:pt>
                <c:pt idx="4563">
                  <c:v>stillsomethingserious</c:v>
                </c:pt>
                <c:pt idx="4564">
                  <c:v>stillsilentlyfalling</c:v>
                </c:pt>
                <c:pt idx="4565">
                  <c:v>stillsearchingforlife</c:v>
                </c:pt>
                <c:pt idx="4566">
                  <c:v>stillplayswithtrucks</c:v>
                </c:pt>
                <c:pt idx="4567">
                  <c:v>stillnotgettinganyeither</c:v>
                </c:pt>
                <c:pt idx="4568">
                  <c:v>stillnastyhardrockband</c:v>
                </c:pt>
                <c:pt idx="4569">
                  <c:v>stillmissinginaction</c:v>
                </c:pt>
                <c:pt idx="4570">
                  <c:v>still_loving_shannon</c:v>
                </c:pt>
                <c:pt idx="4571">
                  <c:v>still_loveing_that_girl</c:v>
                </c:pt>
                <c:pt idx="4572">
                  <c:v>stilllookinglakeview</c:v>
                </c:pt>
                <c:pt idx="4573">
                  <c:v>stilllifephotography</c:v>
                </c:pt>
                <c:pt idx="4574">
                  <c:v>still_kicking4family</c:v>
                </c:pt>
                <c:pt idx="4575">
                  <c:v>stilljennifromthablock</c:v>
                </c:pt>
                <c:pt idx="4576">
                  <c:v>stilldesperate4attention</c:v>
                </c:pt>
                <c:pt idx="4577">
                  <c:v>stilldeadbutdreaming</c:v>
                </c:pt>
                <c:pt idx="4578">
                  <c:v>still_dazed_and_confused</c:v>
                </c:pt>
                <c:pt idx="4579">
                  <c:v>stillbutseldomsilent</c:v>
                </c:pt>
                <c:pt idx="4580">
                  <c:v>still_aint_forgave_myself</c:v>
                </c:pt>
                <c:pt idx="4581">
                  <c:v>stiffbridgesisfallingdown</c:v>
                </c:pt>
                <c:pt idx="4582">
                  <c:v>sticktogetherharbison</c:v>
                </c:pt>
                <c:pt idx="4583">
                  <c:v>stickslikeglueandwater</c:v>
                </c:pt>
                <c:pt idx="4584">
                  <c:v>steventhelonelyoneforever</c:v>
                </c:pt>
                <c:pt idx="4585">
                  <c:v>stevensonrealtygroup</c:v>
                </c:pt>
                <c:pt idx="4586">
                  <c:v>steven_lori_2gether4ever</c:v>
                </c:pt>
                <c:pt idx="4587">
                  <c:v>stevenjeffreymitchell</c:v>
                </c:pt>
                <c:pt idx="4588">
                  <c:v>steven_aka_ghost_rip_2pac</c:v>
                </c:pt>
                <c:pt idx="4589">
                  <c:v>sterling_silver_angel</c:v>
                </c:pt>
                <c:pt idx="4590">
                  <c:v>sterlingmarlinrevolution</c:v>
                </c:pt>
                <c:pt idx="4591">
                  <c:v>sterlinghealthcenter</c:v>
                </c:pt>
                <c:pt idx="4592">
                  <c:v>sterilizeandexterminate</c:v>
                </c:pt>
                <c:pt idx="4593">
                  <c:v>stereotransmitteddisease</c:v>
                </c:pt>
                <c:pt idx="4594">
                  <c:v>stephenwilkinson1983</c:v>
                </c:pt>
                <c:pt idx="4595">
                  <c:v>stephentaylorfanclub</c:v>
                </c:pt>
                <c:pt idx="4596">
                  <c:v>stephenrockfordhammond</c:v>
                </c:pt>
                <c:pt idx="4597">
                  <c:v>stephenieanddevin4eva</c:v>
                </c:pt>
                <c:pt idx="4598">
                  <c:v>stephengibsonrealtor</c:v>
                </c:pt>
                <c:pt idx="4599">
                  <c:v>stephenandlauratimmons</c:v>
                </c:pt>
                <c:pt idx="4600">
                  <c:v>stephaniewardfitlife</c:v>
                </c:pt>
                <c:pt idx="4601">
                  <c:v>stephanietownsend123</c:v>
                </c:pt>
                <c:pt idx="4602">
                  <c:v>stephaniethewonderful</c:v>
                </c:pt>
                <c:pt idx="4603">
                  <c:v>stephanie_the_princess9</c:v>
                </c:pt>
                <c:pt idx="4604">
                  <c:v>stephanie_the_princess</c:v>
                </c:pt>
                <c:pt idx="4605">
                  <c:v>stephanie_still_here</c:v>
                </c:pt>
                <c:pt idx="4606">
                  <c:v>stephanie_stevenson14</c:v>
                </c:pt>
                <c:pt idx="4607">
                  <c:v>StephanieStarStylist</c:v>
                </c:pt>
                <c:pt idx="4608">
                  <c:v>stephaniespoiledbrat</c:v>
                </c:pt>
                <c:pt idx="4609">
                  <c:v>stephaniesmithcollins</c:v>
                </c:pt>
                <c:pt idx="4610">
                  <c:v>stephanie.sidebottom</c:v>
                </c:pt>
                <c:pt idx="4611">
                  <c:v>stephanie_senior_wish</c:v>
                </c:pt>
                <c:pt idx="4612">
                  <c:v>stephanieschneiderman</c:v>
                </c:pt>
                <c:pt idx="4613">
                  <c:v>stephanieroserealestate</c:v>
                </c:pt>
                <c:pt idx="4614">
                  <c:v>stephanie_newfiegirl</c:v>
                </c:pt>
                <c:pt idx="4615">
                  <c:v>stephaniemolina_was_here</c:v>
                </c:pt>
                <c:pt idx="4616">
                  <c:v>stephanie_marie_elizabeth</c:v>
                </c:pt>
                <c:pt idx="4617">
                  <c:v>stephanie_mackara_bitch</c:v>
                </c:pt>
                <c:pt idx="4618">
                  <c:v>stephanielynneporter</c:v>
                </c:pt>
                <c:pt idx="4619">
                  <c:v>stephanielorainchabot</c:v>
                </c:pt>
                <c:pt idx="4620">
                  <c:v>stephanielaurencooper</c:v>
                </c:pt>
                <c:pt idx="4621">
                  <c:v>stephaniekellyclarksonfan</c:v>
                </c:pt>
                <c:pt idx="4622">
                  <c:v>stephaniehollyalyssa</c:v>
                </c:pt>
                <c:pt idx="4623">
                  <c:v>stephaniehannahlouise</c:v>
                </c:pt>
                <c:pt idx="4624">
                  <c:v>stephaniegrahamhenna</c:v>
                </c:pt>
                <c:pt idx="4625">
                  <c:v>stephanie_gill_watson</c:v>
                </c:pt>
                <c:pt idx="4626">
                  <c:v>stephanie_fox_rox_101</c:v>
                </c:pt>
                <c:pt idx="4627">
                  <c:v>stephaniedenisesmith</c:v>
                </c:pt>
                <c:pt idx="4628">
                  <c:v>stephaniecookmadison</c:v>
                </c:pt>
                <c:pt idx="4629">
                  <c:v>stephanie_chad_becky</c:v>
                </c:pt>
                <c:pt idx="4630">
                  <c:v>stephanie_brown_spoiler</c:v>
                </c:pt>
                <c:pt idx="4631">
                  <c:v>stephanie.arellano73</c:v>
                </c:pt>
                <c:pt idx="4632">
                  <c:v>stephanie_ann_barbie</c:v>
                </c:pt>
                <c:pt idx="4633">
                  <c:v>stephanie_and_eddie_4ever</c:v>
                </c:pt>
                <c:pt idx="4634">
                  <c:v>stephanie_and_chrisbrown</c:v>
                </c:pt>
                <c:pt idx="4635">
                  <c:v>stephanieanastasiadis</c:v>
                </c:pt>
                <c:pt idx="4636">
                  <c:v>stephanie_aka_barbie</c:v>
                </c:pt>
                <c:pt idx="4637">
                  <c:v>stephanie_aka_auntie</c:v>
                </c:pt>
                <c:pt idx="4638">
                  <c:v>stephanie0tinkerbell</c:v>
                </c:pt>
                <c:pt idx="4639">
                  <c:v>stepboo_eric_forever</c:v>
                </c:pt>
                <c:pt idx="4640">
                  <c:v>stella_the_slash_fan</c:v>
                </c:pt>
                <c:pt idx="4641">
                  <c:v>stellastephaniebarker</c:v>
                </c:pt>
                <c:pt idx="4642">
                  <c:v>stella_bella_hudgens01</c:v>
                </c:pt>
                <c:pt idx="4643">
                  <c:v>stella_bella_cinderella</c:v>
                </c:pt>
                <c:pt idx="4644">
                  <c:v>stella_always_and_forever</c:v>
                </c:pt>
                <c:pt idx="4645">
                  <c:v>stein_the_new_world_order</c:v>
                </c:pt>
                <c:pt idx="4646">
                  <c:v>steinbergtalentmanagement</c:v>
                </c:pt>
                <c:pt idx="4647">
                  <c:v>steeldragonentertainment</c:v>
                </c:pt>
                <c:pt idx="4648">
                  <c:v>steeldownentertainment</c:v>
                </c:pt>
                <c:pt idx="4649">
                  <c:v>steelcityhooligan_719</c:v>
                </c:pt>
                <c:pt idx="4650">
                  <c:v>steampoweredairplane</c:v>
                </c:pt>
                <c:pt idx="4651">
                  <c:v>stealthy_silver_wolf</c:v>
                </c:pt>
                <c:pt idx="4652">
                  <c:v>stealthyanddangerous</c:v>
                </c:pt>
                <c:pt idx="4653">
                  <c:v>stealth_matty_rogers</c:v>
                </c:pt>
                <c:pt idx="4654">
                  <c:v>stealth_assault_team</c:v>
                </c:pt>
                <c:pt idx="4655">
                  <c:v>stay_with_you_forever</c:v>
                </c:pt>
                <c:pt idx="4656">
                  <c:v>staysideways_neverlift</c:v>
                </c:pt>
                <c:pt idx="4657">
                  <c:v>staypuffedmarshmellowchic</c:v>
                </c:pt>
                <c:pt idx="4658">
                  <c:v>staypuffedmarshmallowfuncrew</c:v>
                </c:pt>
                <c:pt idx="4659">
                  <c:v>staying_alive_for_death</c:v>
                </c:pt>
                <c:pt idx="4660">
                  <c:v>stayhighlovepeaceturtle</c:v>
                </c:pt>
                <c:pt idx="4661">
                  <c:v>stayhighallday420ripjake</c:v>
                </c:pt>
                <c:pt idx="4662">
                  <c:v>staygoldenponyboycow</c:v>
                </c:pt>
                <c:pt idx="4663">
                  <c:v>stay_fresh_till_death</c:v>
                </c:pt>
                <c:pt idx="4664">
                  <c:v>stayfreshentertainment</c:v>
                </c:pt>
                <c:pt idx="4665">
                  <c:v>stayfittedentertainment</c:v>
                </c:pt>
                <c:pt idx="4666">
                  <c:v>stayawayfromthevoodoo</c:v>
                </c:pt>
                <c:pt idx="4667">
                  <c:v>stayalive_lovewillcome</c:v>
                </c:pt>
                <c:pt idx="4668">
                  <c:v>statusmagazine_atlanta</c:v>
                </c:pt>
                <c:pt idx="4669">
                  <c:v>statuesquetheepitome</c:v>
                </c:pt>
                <c:pt idx="4670">
                  <c:v>statingtheobviousquot</c:v>
                </c:pt>
                <c:pt idx="4671">
                  <c:v>static_town_themetune</c:v>
                </c:pt>
                <c:pt idx="4672">
                  <c:v>staticloungenightclub</c:v>
                </c:pt>
                <c:pt idx="4673">
                  <c:v>starvoyagerentertainment</c:v>
                </c:pt>
                <c:pt idx="4674">
                  <c:v>starvingforperfection9</c:v>
                </c:pt>
                <c:pt idx="4675">
                  <c:v>starvationforperfection</c:v>
                </c:pt>
                <c:pt idx="4676">
                  <c:v>startingoveranimalrescue</c:v>
                </c:pt>
                <c:pt idx="4677">
                  <c:v>star_spangled_butterfly</c:v>
                </c:pt>
                <c:pt idx="4678">
                  <c:v>starry_eyed_surprise_23</c:v>
                </c:pt>
                <c:pt idx="4679">
                  <c:v>starryeyedsurprise007</c:v>
                </c:pt>
                <c:pt idx="4680">
                  <c:v>starry_eyed_something</c:v>
                </c:pt>
                <c:pt idx="4681">
                  <c:v>starry_eyed_daisy_dreamer</c:v>
                </c:pt>
                <c:pt idx="4682">
                  <c:v>starry_eyed_brunette23</c:v>
                </c:pt>
                <c:pt idx="4683">
                  <c:v>starryeyedandscreaming</c:v>
                </c:pt>
                <c:pt idx="4684">
                  <c:v>starringthelovelyamanda</c:v>
                </c:pt>
                <c:pt idx="4685">
                  <c:v>starlightterracedaycare</c:v>
                </c:pt>
                <c:pt idx="4686">
                  <c:v>StarlightstarbrightCari</c:v>
                </c:pt>
                <c:pt idx="4687">
                  <c:v>starlightmillionfrontman</c:v>
                </c:pt>
                <c:pt idx="4688">
                  <c:v>starlight_and_starbright</c:v>
                </c:pt>
                <c:pt idx="4689">
                  <c:v>starlifeentertainment</c:v>
                </c:pt>
                <c:pt idx="4690">
                  <c:v>starjasminechrisbrown2</c:v>
                </c:pt>
                <c:pt idx="4691">
                  <c:v>starhalfbackgangster</c:v>
                </c:pt>
                <c:pt idx="4692">
                  <c:v>star_gazing_substance</c:v>
                </c:pt>
                <c:pt idx="4693">
                  <c:v>stargazingflowerfairy</c:v>
                </c:pt>
                <c:pt idx="4694">
                  <c:v>stargatespartanwarrior</c:v>
                </c:pt>
                <c:pt idx="4695">
                  <c:v>starfire_blue_moonlight</c:v>
                </c:pt>
                <c:pt idx="4696">
                  <c:v>starfire_and_robin_4ever</c:v>
                </c:pt>
                <c:pt idx="4697">
                  <c:v>starfightersuckerpunch</c:v>
                </c:pt>
                <c:pt idx="4698">
                  <c:v>stardustmemorialpark0002</c:v>
                </c:pt>
                <c:pt idx="4699">
                  <c:v>stardomboundentertainment</c:v>
                </c:pt>
                <c:pt idx="4700">
                  <c:v>stardirectionmanagement</c:v>
                </c:pt>
                <c:pt idx="4701">
                  <c:v>starcrossed_cantescape</c:v>
                </c:pt>
                <c:pt idx="4702">
                  <c:v>starclassicperformer</c:v>
                </c:pt>
                <c:pt idx="4703">
                  <c:v>starburstcandyaddict</c:v>
                </c:pt>
                <c:pt idx="4704">
                  <c:v>starburst_1_and_only</c:v>
                </c:pt>
                <c:pt idx="4705">
                  <c:v>starbucksislovelayout</c:v>
                </c:pt>
                <c:pt idx="4706">
                  <c:v>starbucknotthecoffee</c:v>
                </c:pt>
                <c:pt idx="4707">
                  <c:v>stanleyclarkgeorgeduke</c:v>
                </c:pt>
                <c:pt idx="4708">
                  <c:v>standstilllookpretty123</c:v>
                </c:pt>
                <c:pt idx="4709">
                  <c:v>standingbesidemyself</c:v>
                </c:pt>
                <c:pt idx="4710">
                  <c:v>standardtimesfootball</c:v>
                </c:pt>
                <c:pt idx="4711">
                  <c:v>standard_sedan_car_club</c:v>
                </c:pt>
                <c:pt idx="4712">
                  <c:v>standaloneoriginalchopper</c:v>
                </c:pt>
                <c:pt idx="4713">
                  <c:v>standaloneindividual</c:v>
                </c:pt>
                <c:pt idx="4714">
                  <c:v>_stand_alone_complex_</c:v>
                </c:pt>
                <c:pt idx="4715">
                  <c:v>standaloneagainstmany</c:v>
                </c:pt>
                <c:pt idx="4716">
                  <c:v>stalkingthemuseaustin</c:v>
                </c:pt>
                <c:pt idx="4717">
                  <c:v>stalker301198fordfusion2007</c:v>
                </c:pt>
                <c:pt idx="4718">
                  <c:v>staircasewitradioshow</c:v>
                </c:pt>
                <c:pt idx="4719">
                  <c:v>_stain_glass_suicide</c:v>
                </c:pt>
                <c:pt idx="4720">
                  <c:v>staffordcollegecharitygig</c:v>
                </c:pt>
                <c:pt idx="4721">
                  <c:v>staffdevelopmentcrew</c:v>
                </c:pt>
                <c:pt idx="4722">
                  <c:v>stacy_the_firebirdgirl</c:v>
                </c:pt>
                <c:pt idx="4723">
                  <c:v>stacy_thatmodelchick</c:v>
                </c:pt>
                <c:pt idx="4724">
                  <c:v>stacyleighphotographer</c:v>
                </c:pt>
                <c:pt idx="4725">
                  <c:v>stacie_straight_hair</c:v>
                </c:pt>
                <c:pt idx="4726">
                  <c:v>staceywasgroovermare</c:v>
                </c:pt>
                <c:pt idx="4727">
                  <c:v>staceynewsomesantiago</c:v>
                </c:pt>
                <c:pt idx="4728">
                  <c:v>staceydanspencergypsy</c:v>
                </c:pt>
                <c:pt idx="4729">
                  <c:v>stabyouwithaplasticknife</c:v>
                </c:pt>
                <c:pt idx="4730">
                  <c:v>stableartistmanagement</c:v>
                </c:pt>
                <c:pt idx="4731">
                  <c:v>squishsquashapplesauce</c:v>
                </c:pt>
                <c:pt idx="4732">
                  <c:v>squirrel_girl_cheryl</c:v>
                </c:pt>
                <c:pt idx="4733">
                  <c:v>squirrelgirl2therescue</c:v>
                </c:pt>
                <c:pt idx="4734">
                  <c:v>squeakyandsquishyforever</c:v>
                </c:pt>
                <c:pt idx="4735">
                  <c:v>squawgetsomefirewood</c:v>
                </c:pt>
                <c:pt idx="4736">
                  <c:v>square_circle_diamond</c:v>
                </c:pt>
                <c:pt idx="4737">
                  <c:v>spunkystupendoussara</c:v>
                </c:pt>
                <c:pt idx="4738">
                  <c:v>spunky_old_people_rock</c:v>
                </c:pt>
                <c:pt idx="4739">
                  <c:v>spunkyfunkychunkymonkey</c:v>
                </c:pt>
                <c:pt idx="4740">
                  <c:v>sprocketoldschoolpunk</c:v>
                </c:pt>
                <c:pt idx="4741">
                  <c:v>sprinklesparklefairy</c:v>
                </c:pt>
                <c:pt idx="4742">
                  <c:v>springsteenforpresident</c:v>
                </c:pt>
                <c:pt idx="4743">
                  <c:v>springridgecountrygirl</c:v>
                </c:pt>
                <c:pt idx="4744">
                  <c:v>springhillspiderparty</c:v>
                </c:pt>
                <c:pt idx="4745">
                  <c:v>springbreak200rosarito</c:v>
                </c:pt>
                <c:pt idx="4746">
                  <c:v>_spread_the_kissy_face_</c:v>
                </c:pt>
                <c:pt idx="4747">
                  <c:v>spottedpossumlover12</c:v>
                </c:pt>
                <c:pt idx="4748">
                  <c:v>spottedcowcreamandbean</c:v>
                </c:pt>
                <c:pt idx="4749">
                  <c:v>sportysweetsoutherngirl09</c:v>
                </c:pt>
                <c:pt idx="4750">
                  <c:v>sporty_arica_lovetoride</c:v>
                </c:pt>
                <c:pt idx="4751">
                  <c:v>sportswriterportfolio</c:v>
                </c:pt>
                <c:pt idx="4752">
                  <c:v>sportssassyintelligent</c:v>
                </c:pt>
                <c:pt idx="4753">
                  <c:v>sportspageportsmouth</c:v>
                </c:pt>
                <c:pt idx="4754">
                  <c:v>sportsfanforever41290</c:v>
                </c:pt>
                <c:pt idx="4755">
                  <c:v>sportsbaby9313_world</c:v>
                </c:pt>
                <c:pt idx="4756">
                  <c:v>sportsandloveequallife1</c:v>
                </c:pt>
                <c:pt idx="4757">
                  <c:v>sportsandentertainmentman</c:v>
                </c:pt>
                <c:pt idx="4758">
                  <c:v>sportsallstarforever</c:v>
                </c:pt>
                <c:pt idx="4759">
                  <c:v>sports_allstar452030</c:v>
                </c:pt>
                <c:pt idx="4760">
                  <c:v>sport_loving_machine</c:v>
                </c:pt>
                <c:pt idx="4761">
                  <c:v>sport_compact_fanatic</c:v>
                </c:pt>
                <c:pt idx="4762">
                  <c:v>spooner_andfifi_4eva</c:v>
                </c:pt>
                <c:pt idx="4763">
                  <c:v>spookymovementsonline</c:v>
                </c:pt>
                <c:pt idx="4764">
                  <c:v>spookcentralhereandnow</c:v>
                </c:pt>
                <c:pt idx="4765">
                  <c:v>spontaneouscombustionman</c:v>
                </c:pt>
                <c:pt idx="4766">
                  <c:v>spongesamsquarepants</c:v>
                </c:pt>
                <c:pt idx="4767">
                  <c:v>spongepantssquarebob</c:v>
                </c:pt>
                <c:pt idx="4768">
                  <c:v>sponge_dan_square_head</c:v>
                </c:pt>
                <c:pt idx="4769">
                  <c:v>spongechristianbookinglist</c:v>
                </c:pt>
                <c:pt idx="4770">
                  <c:v>SpongeBoob_SquareCock</c:v>
                </c:pt>
                <c:pt idx="4771">
                  <c:v>spongebongbluntpants</c:v>
                </c:pt>
                <c:pt idx="4772">
                  <c:v>spongebob_squarepants_rox</c:v>
                </c:pt>
                <c:pt idx="4773">
                  <c:v>spongebobsquarepantsgirl</c:v>
                </c:pt>
                <c:pt idx="4774">
                  <c:v>spongebob_squarepants_8</c:v>
                </c:pt>
                <c:pt idx="4775">
                  <c:v>spongebob_squarepants45</c:v>
                </c:pt>
                <c:pt idx="4776">
                  <c:v>spongebobsquarepants2092</c:v>
                </c:pt>
                <c:pt idx="4777">
                  <c:v>spongebobsquarepants17</c:v>
                </c:pt>
                <c:pt idx="4778">
                  <c:v>spongebobsquarepants09</c:v>
                </c:pt>
                <c:pt idx="4779">
                  <c:v>spongebob_squarepants01</c:v>
                </c:pt>
                <c:pt idx="4780">
                  <c:v>spongebobsquarepants01</c:v>
                </c:pt>
                <c:pt idx="4781">
                  <c:v>sponge_bob_square_pants_</c:v>
                </c:pt>
                <c:pt idx="4782">
                  <c:v>sponge_bob_lover_2005</c:v>
                </c:pt>
                <c:pt idx="4783">
                  <c:v>spongebob_crazylover</c:v>
                </c:pt>
                <c:pt idx="4784">
                  <c:v>spongebobclairepants</c:v>
                </c:pt>
                <c:pt idx="4785">
                  <c:v>spongebobbossypants11</c:v>
                </c:pt>
                <c:pt idx="4786">
                  <c:v>spongebob1squarepants</c:v>
                </c:pt>
                <c:pt idx="4787">
                  <c:v>spongebillroundpants</c:v>
                </c:pt>
                <c:pt idx="4788">
                  <c:v>spongebarbleatherpants</c:v>
                </c:pt>
                <c:pt idx="4789">
                  <c:v>spongbobsquarepants718</c:v>
                </c:pt>
                <c:pt idx="4790">
                  <c:v>spokenwordmusicseries</c:v>
                </c:pt>
                <c:pt idx="4791">
                  <c:v>spokanevalleyyounglife</c:v>
                </c:pt>
                <c:pt idx="4792">
                  <c:v>spokanefirstassembly</c:v>
                </c:pt>
                <c:pt idx="4793">
                  <c:v>spoilt_thestupidbitch</c:v>
                </c:pt>
                <c:pt idx="4794">
                  <c:v>spoiled_rotten_lil_brat</c:v>
                </c:pt>
                <c:pt idx="4795">
                  <c:v>spoiled_rotten_brat1989</c:v>
                </c:pt>
                <c:pt idx="4796">
                  <c:v>spoiledrottenbitch9</c:v>
                </c:pt>
                <c:pt idx="4797">
                  <c:v>spoiledrottenarmybrat1</c:v>
                </c:pt>
                <c:pt idx="4798">
                  <c:v>spoiledrottenangelajane</c:v>
                </c:pt>
                <c:pt idx="4799">
                  <c:v>spoiledrottenandimpatient</c:v>
                </c:pt>
                <c:pt idx="4800">
                  <c:v>spoiledprincessnessa</c:v>
                </c:pt>
                <c:pt idx="4801">
                  <c:v>spoiled_princess_dyanna</c:v>
                </c:pt>
                <c:pt idx="4802">
                  <c:v>spoiled_princessdiva</c:v>
                </c:pt>
                <c:pt idx="4803">
                  <c:v>spoiled_married_princess</c:v>
                </c:pt>
                <c:pt idx="4804">
                  <c:v>spoiled_london_here_</c:v>
                </c:pt>
                <c:pt idx="4805">
                  <c:v>spoiledlittlebrat1981</c:v>
                </c:pt>
                <c:pt idx="4806">
                  <c:v>spoiledlilprincess_415</c:v>
                </c:pt>
                <c:pt idx="4807">
                  <c:v>spoiled_hot_princess</c:v>
                </c:pt>
                <c:pt idx="4808">
                  <c:v>spoiledebonyprincess</c:v>
                </c:pt>
                <c:pt idx="4809">
                  <c:v>spoiledchick4life3903</c:v>
                </c:pt>
                <c:pt idx="4810">
                  <c:v>spoiledbratprincess4</c:v>
                </c:pt>
                <c:pt idx="4811">
                  <c:v>spoiledbratentertainment</c:v>
                </c:pt>
                <c:pt idx="4812">
                  <c:v>spoiled_brat_4_ever07</c:v>
                </c:pt>
                <c:pt idx="4813">
                  <c:v>spoiledblondeprincess</c:v>
                </c:pt>
                <c:pt idx="4814">
                  <c:v>spoiledbitchprincess</c:v>
                </c:pt>
                <c:pt idx="4815">
                  <c:v>spoiledbabygirlbonnie</c:v>
                </c:pt>
                <c:pt idx="4816">
                  <c:v>splitthedifferenceomaha</c:v>
                </c:pt>
                <c:pt idx="4817">
                  <c:v>_split_down_the_middle_</c:v>
                </c:pt>
                <c:pt idx="4818">
                  <c:v>splinter_cell_sam_fisher</c:v>
                </c:pt>
                <c:pt idx="4819">
                  <c:v>splintercellcooptheater</c:v>
                </c:pt>
                <c:pt idx="4820">
                  <c:v>splendid_coma_vision</c:v>
                </c:pt>
                <c:pt idx="4821">
                  <c:v>splendidandtremendous</c:v>
                </c:pt>
                <c:pt idx="4822">
                  <c:v>splatterpark_paintballer</c:v>
                </c:pt>
                <c:pt idx="4823">
                  <c:v>splat_action_paintball</c:v>
                </c:pt>
                <c:pt idx="4824">
                  <c:v>spittingthatheatrock</c:v>
                </c:pt>
                <c:pt idx="4825">
                  <c:v>spitfireblackofficial</c:v>
                </c:pt>
                <c:pt idx="4826">
                  <c:v>spiritualwarriormusic</c:v>
                </c:pt>
                <c:pt idx="4827">
                  <c:v>spirituality4_inner_life</c:v>
                </c:pt>
                <c:pt idx="4828">
                  <c:v>spiritualessenceyoga</c:v>
                </c:pt>
                <c:pt idx="4829">
                  <c:v>spiritualdissectionmetal</c:v>
                </c:pt>
                <c:pt idx="4830">
                  <c:v>spiritfilledsisterhood</c:v>
                </c:pt>
                <c:pt idx="4831">
                  <c:v>spiritairfireearthwater</c:v>
                </c:pt>
                <c:pt idx="4832">
                  <c:v>spiralingintothevoid</c:v>
                </c:pt>
                <c:pt idx="4833">
                  <c:v>spinning_into_darkness</c:v>
                </c:pt>
                <c:pt idx="4834">
                  <c:v>spill_your_heart_out</c:v>
                </c:pt>
                <c:pt idx="4835">
                  <c:v>spikyhairdrunkpunk99</c:v>
                </c:pt>
                <c:pt idx="4836">
                  <c:v>spike_the_crazed_balloon</c:v>
                </c:pt>
                <c:pt idx="4837">
                  <c:v>spike_like_never_before45</c:v>
                </c:pt>
                <c:pt idx="4838">
                  <c:v>spiderkitten_the_revenge</c:v>
                </c:pt>
                <c:pt idx="4839">
                  <c:v>spiderkillertoughguy</c:v>
                </c:pt>
                <c:pt idx="4840">
                  <c:v>spiderbatsuperhulkman</c:v>
                </c:pt>
                <c:pt idx="4841">
                  <c:v>spicycrunchwrapsupreme</c:v>
                </c:pt>
                <c:pt idx="4842">
                  <c:v>spice_andnoteverythinnice</c:v>
                </c:pt>
                <c:pt idx="4843">
                  <c:v>spendidlyimperfect87</c:v>
                </c:pt>
                <c:pt idx="4844">
                  <c:v>spencer_the_surf_dude</c:v>
                </c:pt>
                <c:pt idx="4845">
                  <c:v>spencer_raynor_smith</c:v>
                </c:pt>
                <c:pt idx="4846">
                  <c:v>spencerlaurenrodriguez</c:v>
                </c:pt>
                <c:pt idx="4847">
                  <c:v>spencer_chelsea_forever</c:v>
                </c:pt>
                <c:pt idx="4848">
                  <c:v>spencebillyandwillrule</c:v>
                </c:pt>
                <c:pt idx="4849">
                  <c:v>spell_racecar_backwards</c:v>
                </c:pt>
                <c:pt idx="4850">
                  <c:v>speedythemotherfuckingdog</c:v>
                </c:pt>
                <c:pt idx="4851">
                  <c:v>speedythebestballeralive</c:v>
                </c:pt>
                <c:pt idx="4852">
                  <c:v>speedstyleandperformance</c:v>
                </c:pt>
                <c:pt idx="4853">
                  <c:v>speed_reading_software</c:v>
                </c:pt>
                <c:pt idx="4854">
                  <c:v>speedlimittheband200</c:v>
                </c:pt>
                <c:pt idx="4855">
                  <c:v>speedagilityquickness</c:v>
                </c:pt>
                <c:pt idx="4856">
                  <c:v>_speechlessandredundant_</c:v>
                </c:pt>
                <c:pt idx="4857">
                  <c:v>spectrumhealthconsulting</c:v>
                </c:pt>
                <c:pt idx="4858">
                  <c:v>spectacularthesoloist</c:v>
                </c:pt>
                <c:pt idx="4859">
                  <c:v>spectacularsonlywife</c:v>
                </c:pt>
                <c:pt idx="4860">
                  <c:v>spectacularly_yours_4_eva</c:v>
                </c:pt>
                <c:pt idx="4861">
                  <c:v>spectacular_lisabluestar</c:v>
                </c:pt>
                <c:pt idx="4862">
                  <c:v>spectacularfromprettyricky</c:v>
                </c:pt>
                <c:pt idx="4863">
                  <c:v>spectacularbabygirl200</c:v>
                </c:pt>
                <c:pt idx="4864">
                  <c:v>specsnumber1sexyblackgirl</c:v>
                </c:pt>
                <c:pt idx="4865">
                  <c:v>specialpreciousprincess</c:v>
                </c:pt>
                <c:pt idx="4866">
                  <c:v>specialmountainservice</c:v>
                </c:pt>
                <c:pt idx="4867">
                  <c:v>special_lil_princess</c:v>
                </c:pt>
                <c:pt idx="4868">
                  <c:v>specialkingdragonman</c:v>
                </c:pt>
                <c:pt idx="4869">
                  <c:v>specialdude_bryan1033</c:v>
                </c:pt>
                <c:pt idx="4870">
                  <c:v>specialdarkwhitechocolate</c:v>
                </c:pt>
                <c:pt idx="4871">
                  <c:v>specialcaremedicalsupply</c:v>
                </c:pt>
                <c:pt idx="4872">
                  <c:v>specialbutterflylady</c:v>
                </c:pt>
                <c:pt idx="4873">
                  <c:v>special_angel_forever</c:v>
                </c:pt>
                <c:pt idx="4874">
                  <c:v>specialanduniquerunner</c:v>
                </c:pt>
                <c:pt idx="4875">
                  <c:v>special_agent_mulder</c:v>
                </c:pt>
                <c:pt idx="4876">
                  <c:v>special_agent_dale_cooper</c:v>
                </c:pt>
                <c:pt idx="4877">
                  <c:v>spearmintrhinowestpalm</c:v>
                </c:pt>
                <c:pt idx="4878">
                  <c:v>spearchucking_junglebunny</c:v>
                </c:pt>
                <c:pt idx="4879">
                  <c:v>spasticblueapplejuice</c:v>
                </c:pt>
                <c:pt idx="4880">
                  <c:v>spasidneybeautylounge</c:v>
                </c:pt>
                <c:pt idx="4881">
                  <c:v>sparrowthemovementstreetorchestra</c:v>
                </c:pt>
                <c:pt idx="4882">
                  <c:v>sparky_will_rule_you_all</c:v>
                </c:pt>
                <c:pt idx="4883">
                  <c:v>sparkly_sequin_skies</c:v>
                </c:pt>
                <c:pt idx="4884">
                  <c:v>sparklyfairyprincess</c:v>
                </c:pt>
                <c:pt idx="4885">
                  <c:v>sparklyblondebombshell</c:v>
                </c:pt>
                <c:pt idx="4886">
                  <c:v>sparkling_princess_lizzie</c:v>
                </c:pt>
                <c:pt idx="4887">
                  <c:v>sparkling_magic_star</c:v>
                </c:pt>
                <c:pt idx="4888">
                  <c:v>sparklingfloridaorange</c:v>
                </c:pt>
                <c:pt idx="4889">
                  <c:v>sparklingelegancejewelry</c:v>
                </c:pt>
                <c:pt idx="4890">
                  <c:v>sparklingdietlemonade</c:v>
                </c:pt>
                <c:pt idx="4891">
                  <c:v>sparklergirl_lauraanne</c:v>
                </c:pt>
                <c:pt idx="4892">
                  <c:v>sparkle_merryweather</c:v>
                </c:pt>
                <c:pt idx="4893">
                  <c:v>sparepairvisioncenter</c:v>
                </c:pt>
                <c:pt idx="4894">
                  <c:v>spankystranglebanger</c:v>
                </c:pt>
                <c:pt idx="4895">
                  <c:v>spankyjandtheconcrete7</c:v>
                </c:pt>
                <c:pt idx="4896">
                  <c:v>spank_tha_dumb_blonde_10</c:v>
                </c:pt>
                <c:pt idx="4897">
                  <c:v>spaldingsportinggoods</c:v>
                </c:pt>
                <c:pt idx="4898">
                  <c:v>spaghettiwithtomatosauce</c:v>
                </c:pt>
                <c:pt idx="4899">
                  <c:v>spacewomanspiffmarisa</c:v>
                </c:pt>
                <c:pt idx="4900">
                  <c:v>spacewithoutdistance</c:v>
                </c:pt>
                <c:pt idx="4901">
                  <c:v>space_the_final_frontier</c:v>
                </c:pt>
                <c:pt idx="4902">
                  <c:v>spaceforceconstruction</c:v>
                </c:pt>
                <c:pt idx="4903">
                  <c:v>spacedoutinrushville</c:v>
                </c:pt>
                <c:pt idx="4904">
                  <c:v>spacedatefutureshock</c:v>
                </c:pt>
                <c:pt idx="4905">
                  <c:v>spacecowboy_alchemist</c:v>
                </c:pt>
                <c:pt idx="4906">
                  <c:v>spacecancomethroughanyone</c:v>
                </c:pt>
                <c:pt idx="4907">
                  <c:v>spaceandtimecontinuum</c:v>
                </c:pt>
                <c:pt idx="4908">
                  <c:v>soytansolotunegrabella</c:v>
                </c:pt>
                <c:pt idx="4909">
                  <c:v>southwest_thick_chick</c:v>
                </c:pt>
                <c:pt idx="4910">
                  <c:v>SouthWestsideVeteran</c:v>
                </c:pt>
                <c:pt idx="4911">
                  <c:v>southwestpartyproject</c:v>
                </c:pt>
                <c:pt idx="4912">
                  <c:v>southwestmichiganfishing</c:v>
                </c:pt>
                <c:pt idx="4913">
                  <c:v>southwestchryslerjeep</c:v>
                </c:pt>
                <c:pt idx="4914">
                  <c:v>southstarrentertainmentfourlife</c:v>
                </c:pt>
                <c:pt idx="4915">
                  <c:v>southside_truecrime4</c:v>
                </c:pt>
                <c:pt idx="4916">
                  <c:v>southsidestherealest</c:v>
                </c:pt>
                <c:pt idx="4917">
                  <c:v>southsideserialkiller</c:v>
                </c:pt>
                <c:pt idx="4918">
                  <c:v>southsides_380pistol</c:v>
                </c:pt>
                <c:pt idx="4919">
                  <c:v>southsidersblood4life</c:v>
                </c:pt>
                <c:pt idx="4920">
                  <c:v>southsiderollerderby</c:v>
                </c:pt>
                <c:pt idx="4921">
                  <c:v>south_side_jamaica_4_life</c:v>
                </c:pt>
                <c:pt idx="4922">
                  <c:v>southside_gangster_210</c:v>
                </c:pt>
                <c:pt idx="4923">
                  <c:v>southside_for_life13</c:v>
                </c:pt>
                <c:pt idx="4924">
                  <c:v>southsidechicagopride</c:v>
                </c:pt>
                <c:pt idx="4925">
                  <c:v>southside_babygurl_1</c:v>
                </c:pt>
                <c:pt idx="4926">
                  <c:v>southsidebabygirl830</c:v>
                </c:pt>
                <c:pt idx="4927">
                  <c:v>southside_13_westsider</c:v>
                </c:pt>
                <c:pt idx="4928">
                  <c:v>south_side_13_4_life</c:v>
                </c:pt>
                <c:pt idx="4929">
                  <c:v>south_philly_all_day</c:v>
                </c:pt>
                <c:pt idx="4930">
                  <c:v>southpawpaintballer25</c:v>
                </c:pt>
                <c:pt idx="4931">
                  <c:v>southparkkatrinalooter</c:v>
                </c:pt>
                <c:pt idx="4932">
                  <c:v>southparkfrankiewilson</c:v>
                </c:pt>
                <c:pt idx="4933">
                  <c:v>southparkcountrystar</c:v>
                </c:pt>
                <c:pt idx="4934">
                  <c:v>southmetroyouthgroup</c:v>
                </c:pt>
                <c:pt idx="4935">
                  <c:v>southlondonundergroundmetal</c:v>
                </c:pt>
                <c:pt idx="4936">
                  <c:v>southlondonunderground</c:v>
                </c:pt>
                <c:pt idx="4937">
                  <c:v>southlandcollegegurl</c:v>
                </c:pt>
                <c:pt idx="4938">
                  <c:v>southlakehighscreamingeaglejazzband</c:v>
                </c:pt>
                <c:pt idx="4939">
                  <c:v>southlakecarroll199</c:v>
                </c:pt>
                <c:pt idx="4940">
                  <c:v>southjerseyrealestate</c:v>
                </c:pt>
                <c:pt idx="4941">
                  <c:v>southjerseylimousine</c:v>
                </c:pt>
                <c:pt idx="4942">
                  <c:v>southjerseycustomaudio</c:v>
                </c:pt>
                <c:pt idx="4943">
                  <c:v>southhadleypublishing</c:v>
                </c:pt>
                <c:pt idx="4944">
                  <c:v>southgatespiritsquad</c:v>
                </c:pt>
                <c:pt idx="4945">
                  <c:v>southfloridaprologusers</c:v>
                </c:pt>
                <c:pt idx="4946">
                  <c:v>southfloridaburnlounge</c:v>
                </c:pt>
                <c:pt idx="4947">
                  <c:v>southfire_streetsfirst</c:v>
                </c:pt>
                <c:pt idx="4948">
                  <c:v>southernwhitebrotherhood</c:v>
                </c:pt>
                <c:pt idx="4949">
                  <c:v>southern_white_boy0588</c:v>
                </c:pt>
                <c:pt idx="4950">
                  <c:v>southernwerewolffarm</c:v>
                </c:pt>
                <c:pt idx="4951">
                  <c:v>southernuniversityband</c:v>
                </c:pt>
                <c:pt idx="4952">
                  <c:v>southern_tresspasser</c:v>
                </c:pt>
                <c:pt idx="4953">
                  <c:v>southernthundermetal</c:v>
                </c:pt>
                <c:pt idx="4954">
                  <c:v>southerntenantfolkunion</c:v>
                </c:pt>
                <c:pt idx="4955">
                  <c:v>southern_sweet_heart99</c:v>
                </c:pt>
                <c:pt idx="4956">
                  <c:v>southern_style_chick</c:v>
                </c:pt>
                <c:pt idx="4957">
                  <c:v>southernstarkellymarie</c:v>
                </c:pt>
                <c:pt idx="4958">
                  <c:v>southern_spunky_monkey</c:v>
                </c:pt>
                <c:pt idx="4959">
                  <c:v>southernsportsjournal</c:v>
                </c:pt>
                <c:pt idx="4960">
                  <c:v>southernSoftballchick12</c:v>
                </c:pt>
                <c:pt idx="4961">
                  <c:v>southern_softball_chick</c:v>
                </c:pt>
                <c:pt idx="4962">
                  <c:v>southernroyaltyclick</c:v>
                </c:pt>
                <c:pt idx="4963">
                  <c:v>southernrodeosweetie</c:v>
                </c:pt>
                <c:pt idx="4964">
                  <c:v>southern_rodeo_sweetheart</c:v>
                </c:pt>
                <c:pt idx="4965">
                  <c:v>southernrockingmusic</c:v>
                </c:pt>
                <c:pt idx="4966">
                  <c:v>southernrockerforever</c:v>
                </c:pt>
                <c:pt idx="4967">
                  <c:v>southernredneckcowboy1</c:v>
                </c:pt>
                <c:pt idx="4968">
                  <c:v>southernredneckcowboy</c:v>
                </c:pt>
                <c:pt idx="4969">
                  <c:v>southernredneckchick</c:v>
                </c:pt>
                <c:pt idx="4970">
                  <c:v>southern_redneck_93</c:v>
                </c:pt>
                <c:pt idx="4971">
                  <c:v>southern_rebel_child</c:v>
                </c:pt>
                <c:pt idx="4972">
                  <c:v>southernraisedroyalty</c:v>
                </c:pt>
                <c:pt idx="4973">
                  <c:v>southernprowrestling</c:v>
                </c:pt>
                <c:pt idx="4974">
                  <c:v>southernprincesssylvia</c:v>
                </c:pt>
                <c:pt idx="4975">
                  <c:v>southernmulletartist</c:v>
                </c:pt>
                <c:pt idx="4976">
                  <c:v>southernmarylandtrish</c:v>
                </c:pt>
                <c:pt idx="4977">
                  <c:v>southernmadeentertainment</c:v>
                </c:pt>
                <c:pt idx="4978">
                  <c:v>southernjungleentertainment</c:v>
                </c:pt>
                <c:pt idx="4979">
                  <c:v>southerninfluenceteam</c:v>
                </c:pt>
                <c:pt idx="4980">
                  <c:v>southernheritagecowboy</c:v>
                </c:pt>
                <c:pt idx="4981">
                  <c:v>SouthernHeatherBelle</c:v>
                </c:pt>
                <c:pt idx="4982">
                  <c:v>southernheartcatcher</c:v>
                </c:pt>
                <c:pt idx="4983">
                  <c:v>southernhazeleyedgurl</c:v>
                </c:pt>
                <c:pt idx="4984">
                  <c:v>southerngroovesociety</c:v>
                </c:pt>
                <c:pt idx="4985">
                  <c:v>southerngirlwithambition</c:v>
                </c:pt>
                <c:pt idx="4986">
                  <c:v>southerngirlbridgetdenise</c:v>
                </c:pt>
                <c:pt idx="4987">
                  <c:v>southerngeorgiaboy04</c:v>
                </c:pt>
                <c:pt idx="4988">
                  <c:v>southernfriedproduction</c:v>
                </c:pt>
                <c:pt idx="4989">
                  <c:v>southernfriednewyorker</c:v>
                </c:pt>
                <c:pt idx="4990">
                  <c:v>southernfirefighter928</c:v>
                </c:pt>
                <c:pt idx="4991">
                  <c:v>southernfairy_sheppeylass</c:v>
                </c:pt>
                <c:pt idx="4992">
                  <c:v>southernextremesports</c:v>
                </c:pt>
                <c:pt idx="4993">
                  <c:v>southerndogwhisperer</c:v>
                </c:pt>
                <c:pt idx="4994">
                  <c:v>southerndixiegirl_2011</c:v>
                </c:pt>
                <c:pt idx="4995">
                  <c:v>southerndixiecutie31329</c:v>
                </c:pt>
                <c:pt idx="4996">
                  <c:v>southerndiamondentertainment</c:v>
                </c:pt>
                <c:pt idx="4997">
                  <c:v>southerncutiesweetheart32</c:v>
                </c:pt>
                <c:pt idx="4998">
                  <c:v>southerncountrygirl01</c:v>
                </c:pt>
                <c:pt idx="4999">
                  <c:v>southern_countrygirl</c:v>
                </c:pt>
                <c:pt idx="5000">
                  <c:v>southerncountryboy3207</c:v>
                </c:pt>
                <c:pt idx="5001">
                  <c:v>southerncomfortwithatwist</c:v>
                </c:pt>
                <c:pt idx="5002">
                  <c:v>southerncomfortsweetie</c:v>
                </c:pt>
                <c:pt idx="5003">
                  <c:v>southern_comfort_queen1</c:v>
                </c:pt>
                <c:pt idx="5004">
                  <c:v>southerncomfortedition</c:v>
                </c:pt>
                <c:pt idx="5005">
                  <c:v>southern_comfort_country</c:v>
                </c:pt>
                <c:pt idx="5006">
                  <c:v>southerncomfortalways</c:v>
                </c:pt>
                <c:pt idx="5007">
                  <c:v>southernchick_kristin07</c:v>
                </c:pt>
                <c:pt idx="5008">
                  <c:v>southern_cherry_bomb08</c:v>
                </c:pt>
                <c:pt idx="5009">
                  <c:v>southerncharmtanning</c:v>
                </c:pt>
                <c:pt idx="5010">
                  <c:v>southern_charm_sarah</c:v>
                </c:pt>
                <c:pt idx="5011">
                  <c:v>southernbrowneyedgal</c:v>
                </c:pt>
                <c:pt idx="5012">
                  <c:v>southern_boy_2_die_4</c:v>
                </c:pt>
                <c:pt idx="5013">
                  <c:v>southernbell_queenbee</c:v>
                </c:pt>
                <c:pt idx="5014">
                  <c:v>southernbellprincess</c:v>
                </c:pt>
                <c:pt idx="5015">
                  <c:v>southernbellesweetie</c:v>
                </c:pt>
                <c:pt idx="5016">
                  <c:v>southernbellehillbillie</c:v>
                </c:pt>
                <c:pt idx="5017">
                  <c:v>southernbabydoll1975</c:v>
                </c:pt>
                <c:pt idx="5018">
                  <c:v>southernangel_babygirl</c:v>
                </c:pt>
                <c:pt idx="5019">
                  <c:v>southernandnotordinary</c:v>
                </c:pt>
                <c:pt idx="5020">
                  <c:v>southernamericanamusic</c:v>
                </c:pt>
                <c:pt idx="5021">
                  <c:v>southernallstarwrestling</c:v>
                </c:pt>
                <c:pt idx="5022">
                  <c:v>southern378alabamacowgirl</c:v>
                </c:pt>
                <c:pt idx="5023">
                  <c:v>southeast_side_skater</c:v>
                </c:pt>
                <c:pt idx="5024">
                  <c:v>southeastmichiganpoker</c:v>
                </c:pt>
                <c:pt idx="5025">
                  <c:v>southeastmichiganmusic</c:v>
                </c:pt>
                <c:pt idx="5026">
                  <c:v>southeastjuniorhighjazzband</c:v>
                </c:pt>
                <c:pt idx="5027">
                  <c:v>southeasternsuperfly</c:v>
                </c:pt>
                <c:pt idx="5028">
                  <c:v>southeasternmusiccollective</c:v>
                </c:pt>
                <c:pt idx="5029">
                  <c:v>south_east713_maryjane</c:v>
                </c:pt>
                <c:pt idx="5030">
                  <c:v>southdaytonfleamarket</c:v>
                </c:pt>
                <c:pt idx="5031">
                  <c:v>south_county_boy2000</c:v>
                </c:pt>
                <c:pt idx="5032">
                  <c:v>southcoastperformance</c:v>
                </c:pt>
                <c:pt idx="5033">
                  <c:v>southcoastentertainment</c:v>
                </c:pt>
                <c:pt idx="5034">
                  <c:v>south_cheer_babe2011</c:v>
                </c:pt>
                <c:pt idx="5035">
                  <c:v>southcentralpremier14</c:v>
                </c:pt>
                <c:pt idx="5036">
                  <c:v>south_carolina_chick</c:v>
                </c:pt>
                <c:pt idx="5037">
                  <c:v>southboundpachydermprinceton</c:v>
                </c:pt>
                <c:pt idx="5038">
                  <c:v>southblockentertainment</c:v>
                </c:pt>
                <c:pt idx="5039">
                  <c:v>southbeachthenightclub</c:v>
                </c:pt>
                <c:pt idx="5040">
                  <c:v>southbeach_hot_babe01</c:v>
                </c:pt>
                <c:pt idx="5041">
                  <c:v>southayrshirevolleyball</c:v>
                </c:pt>
                <c:pt idx="5042">
                  <c:v>sour_sweet_and_tangy</c:v>
                </c:pt>
                <c:pt idx="5043">
                  <c:v>soundwellmusictherapy</c:v>
                </c:pt>
                <c:pt idx="5044">
                  <c:v>soundtracktoageneration</c:v>
                </c:pt>
                <c:pt idx="5045">
                  <c:v>soundthesurrendermusic</c:v>
                </c:pt>
                <c:pt idx="5046">
                  <c:v>soundstormmusicgroup</c:v>
                </c:pt>
                <c:pt idx="5047">
                  <c:v>soundscapeentertainment</c:v>
                </c:pt>
                <c:pt idx="5048">
                  <c:v>soundperceptionmusic</c:v>
                </c:pt>
                <c:pt idx="5049">
                  <c:v>soundlifeentertainment</c:v>
                </c:pt>
                <c:pt idx="5050">
                  <c:v>soundfactoryentertainment</c:v>
                </c:pt>
                <c:pt idx="5051">
                  <c:v>sounddesignedforyourworld</c:v>
                </c:pt>
                <c:pt idx="5052">
                  <c:v>soundcontrolinstallation</c:v>
                </c:pt>
                <c:pt idx="5053">
                  <c:v>soundandsoulgospelchoir</c:v>
                </c:pt>
                <c:pt idx="5054">
                  <c:v>soulvillagepittsburgh</c:v>
                </c:pt>
                <c:pt idx="5055">
                  <c:v>soul_swept_from_emotion</c:v>
                </c:pt>
                <c:pt idx="5056">
                  <c:v>soulstoryentertainment</c:v>
                </c:pt>
                <c:pt idx="5057">
                  <c:v>soulstealingmunchkin</c:v>
                </c:pt>
                <c:pt idx="5058">
                  <c:v>soulstarentertainment</c:v>
                </c:pt>
                <c:pt idx="5059">
                  <c:v>soulsis_entertainment</c:v>
                </c:pt>
                <c:pt idx="5060">
                  <c:v>soulrendingshadoweagle</c:v>
                </c:pt>
                <c:pt idx="5061">
                  <c:v>soulrebel_thelovebelow</c:v>
                </c:pt>
                <c:pt idx="5062">
                  <c:v>soulkissentertainment</c:v>
                </c:pt>
                <c:pt idx="5063">
                  <c:v>soulinterpretsartwear</c:v>
                </c:pt>
                <c:pt idx="5064">
                  <c:v>soulfulsaint_funkymonk</c:v>
                </c:pt>
                <c:pt idx="5065">
                  <c:v>soulfulhousesessions</c:v>
                </c:pt>
                <c:pt idx="5066">
                  <c:v>soul_eater_from_hell</c:v>
                </c:pt>
                <c:pt idx="5067">
                  <c:v>sorryyousaysomething</c:v>
                </c:pt>
                <c:pt idx="5068">
                  <c:v>sorryforpartyrocking</c:v>
                </c:pt>
                <c:pt idx="5069">
                  <c:v>sorrowskaterevolution</c:v>
                </c:pt>
                <c:pt idx="5070">
                  <c:v>sororitylifeplaygirl</c:v>
                </c:pt>
                <c:pt idx="5071">
                  <c:v>sororitygirlally82</c:v>
                </c:pt>
                <c:pt idx="5072">
                  <c:v>sorokinaliza12930</c:v>
                </c:pt>
                <c:pt idx="5073">
                  <c:v>sora_the_heart_slayer</c:v>
                </c:pt>
                <c:pt idx="5074">
                  <c:v>sorakos_fallen_angel</c:v>
                </c:pt>
                <c:pt idx="5075">
                  <c:v>sophisticatedladypainbaby</c:v>
                </c:pt>
                <c:pt idx="5076">
                  <c:v>sophisticatedgirlmonica</c:v>
                </c:pt>
                <c:pt idx="5077">
                  <c:v>sophiehitchcockmusic</c:v>
                </c:pt>
                <c:pt idx="5078">
                  <c:v>sophieelizabethbeard</c:v>
                </c:pt>
                <c:pt idx="5079">
                  <c:v>sophiedarlingexperience</c:v>
                </c:pt>
                <c:pt idx="5080">
                  <c:v>sophiealexandrapilgrim</c:v>
                </c:pt>
                <c:pt idx="5081">
                  <c:v>sophialindseysuckkit</c:v>
                </c:pt>
                <c:pt idx="5082">
                  <c:v>sophia_from_the_desert</c:v>
                </c:pt>
                <c:pt idx="5083">
                  <c:v>soontobesmalltowngirl</c:v>
                </c:pt>
                <c:pt idx="5084">
                  <c:v>soon2beamommy5_18_0</c:v>
                </c:pt>
                <c:pt idx="5085">
                  <c:v>sonny_the_space_monkey</c:v>
                </c:pt>
                <c:pt idx="5086">
                  <c:v>sonny_moore_lubber01</c:v>
                </c:pt>
                <c:pt idx="5087">
                  <c:v>sonnyblackparisisburning</c:v>
                </c:pt>
                <c:pt idx="5088">
                  <c:v>sonic__the__blue__blur__</c:v>
                </c:pt>
                <c:pt idx="5089">
                  <c:v>soniclullabyfestival</c:v>
                </c:pt>
                <c:pt idx="5090">
                  <c:v>sonicentertainmentgroup</c:v>
                </c:pt>
                <c:pt idx="5091">
                  <c:v>sonicdeathmonkey5000</c:v>
                </c:pt>
                <c:pt idx="5092">
                  <c:v>soniamartinezforlife</c:v>
                </c:pt>
                <c:pt idx="5093">
                  <c:v>somewillseek_forgiveness</c:v>
                </c:pt>
                <c:pt idx="5094">
                  <c:v>somewhereunderthesun</c:v>
                </c:pt>
                <c:pt idx="5095">
                  <c:v>somewherethrough1000blues</c:v>
                </c:pt>
                <c:pt idx="5096">
                  <c:v>somewherenearnowhere</c:v>
                </c:pt>
                <c:pt idx="5097">
                  <c:v>somewherebeyondconsciousness</c:v>
                </c:pt>
                <c:pt idx="5098">
                  <c:v>sometimes_its_2_hard</c:v>
                </c:pt>
                <c:pt idx="5099">
                  <c:v>sometimescruelgoddess</c:v>
                </c:pt>
                <c:pt idx="5100">
                  <c:v>somethinyoushouldknow</c:v>
                </c:pt>
                <c:pt idx="5101">
                  <c:v>some_think_like_silence</c:v>
                </c:pt>
                <c:pt idx="5102">
                  <c:v>somethingyoucanalwaysmiss</c:v>
                </c:pt>
                <c:pt idx="5103">
                  <c:v>something_worth_saving</c:v>
                </c:pt>
                <c:pt idx="5104">
                  <c:v>something_went_wrong</c:v>
                </c:pt>
                <c:pt idx="5105">
                  <c:v>somethingthroughsuicide</c:v>
                </c:pt>
                <c:pt idx="5106">
                  <c:v>somethingsweetcharming</c:v>
                </c:pt>
                <c:pt idx="5107">
                  <c:v>something_super_cute09</c:v>
                </c:pt>
                <c:pt idx="5108">
                  <c:v>somethingstirringmusic</c:v>
                </c:pt>
                <c:pt idx="5109">
                  <c:v>somethingsimplemusic</c:v>
                </c:pt>
                <c:pt idx="5110">
                  <c:v>somethingsarejusttoohot</c:v>
                </c:pt>
                <c:pt idx="5111">
                  <c:v>somethingratherwitty</c:v>
                </c:pt>
                <c:pt idx="5112">
                  <c:v>somethingquitefierce</c:v>
                </c:pt>
                <c:pt idx="5113">
                  <c:v>something_pretty_dead</c:v>
                </c:pt>
                <c:pt idx="5114">
                  <c:v>somethinglikethat0002</c:v>
                </c:pt>
                <c:pt idx="5115">
                  <c:v>somethingjustantright</c:v>
                </c:pt>
                <c:pt idx="5116">
                  <c:v>somethinggreatfromnothing</c:v>
                </c:pt>
                <c:pt idx="5117">
                  <c:v>somethingfromthefuture</c:v>
                </c:pt>
                <c:pt idx="5118">
                  <c:v>somethingforyourheart</c:v>
                </c:pt>
                <c:pt idx="5119">
                  <c:v>somethingforcourtney</c:v>
                </c:pt>
                <c:pt idx="5120">
                  <c:v>somethingequallyprofound</c:v>
                </c:pt>
                <c:pt idx="5121">
                  <c:v>somethingdifferentapple</c:v>
                </c:pt>
                <c:pt idx="5122">
                  <c:v>_somethingcleverhere_</c:v>
                </c:pt>
                <c:pt idx="5123">
                  <c:v>somethingbetterchange</c:v>
                </c:pt>
                <c:pt idx="5124">
                  <c:v>somethingartywithmusic</c:v>
                </c:pt>
                <c:pt idx="5125">
                  <c:v>somethingaboutsabrina</c:v>
                </c:pt>
                <c:pt idx="5126">
                  <c:v>somethingaboutautumn</c:v>
                </c:pt>
                <c:pt idx="5127">
                  <c:v>something_4_the_weekend</c:v>
                </c:pt>
                <c:pt idx="5128">
                  <c:v>something2losedrummer</c:v>
                </c:pt>
                <c:pt idx="5129">
                  <c:v>sometechnicaldifficulty</c:v>
                </c:pt>
                <c:pt idx="5130">
                  <c:v>Some_Say_Its_Impossible</c:v>
                </c:pt>
                <c:pt idx="5131">
                  <c:v>somerset.magicarticle</c:v>
                </c:pt>
                <c:pt idx="5132">
                  <c:v>somerandomnumbersandstuff</c:v>
                </c:pt>
                <c:pt idx="5133">
                  <c:v>somerandomguyfromworthing</c:v>
                </c:pt>
                <c:pt idx="5134">
                  <c:v>someproblemskit17339</c:v>
                </c:pt>
                <c:pt idx="5135">
                  <c:v>somepeoplecallmetator</c:v>
                </c:pt>
                <c:pt idx="5136">
                  <c:v>some_people_arent_normal</c:v>
                </c:pt>
                <c:pt idx="5137">
                  <c:v>someoneyouwontforget</c:v>
                </c:pt>
                <c:pt idx="5138">
                  <c:v>someoneyouknow123123</c:v>
                </c:pt>
                <c:pt idx="5139">
                  <c:v>someone_you_dont_know_05</c:v>
                </c:pt>
                <c:pt idx="5140">
                  <c:v>someonewithoutimportance2</c:v>
                </c:pt>
                <c:pt idx="5141">
                  <c:v>someone_who_dont_care05</c:v>
                </c:pt>
                <c:pt idx="5142">
                  <c:v>someonecalltheambivalence</c:v>
                </c:pt>
                <c:pt idx="5143">
                  <c:v>someone_burn_the_church</c:v>
                </c:pt>
                <c:pt idx="5144">
                  <c:v>someobsessivemusicsite</c:v>
                </c:pt>
                <c:pt idx="5145">
                  <c:v>somelovesomeheartbreak</c:v>
                </c:pt>
                <c:pt idx="5146">
                  <c:v>somehowforgottenband</c:v>
                </c:pt>
                <c:pt idx="5147">
                  <c:v>someguywithcurlyhair</c:v>
                </c:pt>
                <c:pt idx="5148">
                  <c:v>somebodyscreampodcast</c:v>
                </c:pt>
                <c:pt idx="5149">
                  <c:v>somebody_please_help</c:v>
                </c:pt>
                <c:pt idx="5150">
                  <c:v>somebodygonedietonight</c:v>
                </c:pt>
                <c:pt idx="5151">
                  <c:v>solusselfdestruction</c:v>
                </c:pt>
                <c:pt idx="5152">
                  <c:v>soloandbassguitar123</c:v>
                </c:pt>
                <c:pt idx="5153">
                  <c:v>solitarieconfinement</c:v>
                </c:pt>
                <c:pt idx="5154">
                  <c:v>solidrockrecordingstudio</c:v>
                </c:pt>
                <c:pt idx="5155">
                  <c:v>soliddrummerandperformer</c:v>
                </c:pt>
                <c:pt idx="5156">
                  <c:v>solid_ass_bitch_allday247</c:v>
                </c:pt>
                <c:pt idx="5157">
                  <c:v>soldiergirlhotcherry</c:v>
                </c:pt>
                <c:pt idx="5158">
                  <c:v>soldier_for_darkness</c:v>
                </c:pt>
                <c:pt idx="5159">
                  <c:v>solanosoftballplaya3</c:v>
                </c:pt>
                <c:pt idx="5160">
                  <c:v>soHOTinthisfrigginhat</c:v>
                </c:pt>
                <c:pt idx="5161">
                  <c:v>softbasketvolleygurl</c:v>
                </c:pt>
                <c:pt idx="5162">
                  <c:v>softballvolleyballchick08</c:v>
                </c:pt>
                <c:pt idx="5163">
                  <c:v>softball_rebel_chick24</c:v>
                </c:pt>
                <c:pt idx="5164">
                  <c:v>softball_player_for_life</c:v>
                </c:pt>
                <c:pt idx="5165">
                  <c:v>softballplayer_15_leah</c:v>
                </c:pt>
                <c:pt idx="5166">
                  <c:v>softball_hottie_12345</c:v>
                </c:pt>
                <c:pt idx="5167">
                  <c:v>softball_girl_strawberry</c:v>
                </c:pt>
                <c:pt idx="5168">
                  <c:v>softballfreak_catcher</c:v>
                </c:pt>
                <c:pt idx="5169">
                  <c:v>softballchick4life54</c:v>
                </c:pt>
                <c:pt idx="5170">
                  <c:v>softball_baller_princess</c:v>
                </c:pt>
                <c:pt idx="5171">
                  <c:v>softball_babe_samantha</c:v>
                </c:pt>
                <c:pt idx="5172">
                  <c:v>softballbabe13olivia</c:v>
                </c:pt>
                <c:pt idx="5173">
                  <c:v>softball_and_pink_rock</c:v>
                </c:pt>
                <c:pt idx="5174">
                  <c:v>sofia_space_not_yours</c:v>
                </c:pt>
                <c:pt idx="5175">
                  <c:v>soddysoftballchick28</c:v>
                </c:pt>
                <c:pt idx="5176">
                  <c:v>societysystemdecontrol</c:v>
                </c:pt>
                <c:pt idx="5177">
                  <c:v>socialworkersaregreat</c:v>
                </c:pt>
                <c:pt idx="5178">
                  <c:v>socialregisterfanclub</c:v>
                </c:pt>
                <c:pt idx="5179">
                  <c:v>sociallyhazardouscustoms</c:v>
                </c:pt>
                <c:pt idx="5180">
                  <c:v>socialexperimentsingrey</c:v>
                </c:pt>
                <c:pt idx="5181">
                  <c:v>socialdrinkingproject</c:v>
                </c:pt>
                <c:pt idx="5182">
                  <c:v>social_butterfly_monica</c:v>
                </c:pt>
                <c:pt idx="5183">
                  <c:v>socialbutterflyjenna</c:v>
                </c:pt>
                <c:pt idx="5184">
                  <c:v>soccer_volleyball_chick</c:v>
                </c:pt>
                <c:pt idx="5185">
                  <c:v>soccersweetheart4ever</c:v>
                </c:pt>
                <c:pt idx="5186">
                  <c:v>soccer_rightfullback_32</c:v>
                </c:pt>
                <c:pt idx="5187">
                  <c:v>soccer_playing_rocker</c:v>
                </c:pt>
                <c:pt idx="5188">
                  <c:v>soccer_playing_chick</c:v>
                </c:pt>
                <c:pt idx="5189">
                  <c:v>soccerplayer_4_for_life</c:v>
                </c:pt>
                <c:pt idx="5190">
                  <c:v>soccer_playa_number9</c:v>
                </c:pt>
                <c:pt idx="5191">
                  <c:v>soccer_playa_4_evolution</c:v>
                </c:pt>
                <c:pt idx="5192">
                  <c:v>soccerlover_always23</c:v>
                </c:pt>
                <c:pt idx="5193">
                  <c:v>soccer2volleyball_chick</c:v>
                </c:pt>
                <c:pt idx="5194">
                  <c:v>socalbrowantinahoe420</c:v>
                </c:pt>
                <c:pt idx="5195">
                  <c:v>snuggle_puff_monster</c:v>
                </c:pt>
                <c:pt idx="5196">
                  <c:v>snugglebunnythepirate</c:v>
                </c:pt>
                <c:pt idx="5197">
                  <c:v>snugglebunny_sweetness</c:v>
                </c:pt>
                <c:pt idx="5198">
                  <c:v>snow_water_dirt_ice_sand</c:v>
                </c:pt>
                <c:pt idx="5199">
                  <c:v>snowmachine_longtime</c:v>
                </c:pt>
                <c:pt idx="5200">
                  <c:v>snowflake_silvermyst</c:v>
                </c:pt>
                <c:pt idx="5201">
                  <c:v>snowflake_drama_queen</c:v>
                </c:pt>
                <c:pt idx="5202">
                  <c:v>snowboaringfreakface</c:v>
                </c:pt>
                <c:pt idx="5203">
                  <c:v>snowboarding_girl2004</c:v>
                </c:pt>
                <c:pt idx="5204">
                  <c:v>snowboardingexperience</c:v>
                </c:pt>
                <c:pt idx="5205">
                  <c:v>snowboardingchick_14</c:v>
                </c:pt>
                <c:pt idx="5206">
                  <c:v>snowboardbigcountry81</c:v>
                </c:pt>
                <c:pt idx="5207">
                  <c:v>snowboard1skate2surf3</c:v>
                </c:pt>
                <c:pt idx="5208">
                  <c:v>snoopythewonderpoodle</c:v>
                </c:pt>
                <c:pt idx="5209">
                  <c:v>snoopythehandsomeboy</c:v>
                </c:pt>
                <c:pt idx="5210">
                  <c:v>snipper_the_fabulous</c:v>
                </c:pt>
                <c:pt idx="5211">
                  <c:v>sniperkittenelizabeth</c:v>
                </c:pt>
                <c:pt idx="5212">
                  <c:v>sniperhisinfernalmajesty</c:v>
                </c:pt>
                <c:pt idx="5213">
                  <c:v>snickerdoodlegoddess</c:v>
                </c:pt>
                <c:pt idx="5214">
                  <c:v>snickerdoodle_chick01</c:v>
                </c:pt>
                <c:pt idx="5215">
                  <c:v>sneaky_rebel_sniper_03</c:v>
                </c:pt>
                <c:pt idx="5216">
                  <c:v>snatchpounderawesomepants</c:v>
                </c:pt>
                <c:pt idx="5217">
                  <c:v>snareyesentertainment</c:v>
                </c:pt>
                <c:pt idx="5218">
                  <c:v>snappy_lil_fire_cracker</c:v>
                </c:pt>
                <c:pt idx="5219">
                  <c:v>snaphappyphotography</c:v>
                </c:pt>
                <c:pt idx="5220">
                  <c:v>snap_crackle_and_pop</c:v>
                </c:pt>
                <c:pt idx="5221">
                  <c:v>snakebite_heart_angel</c:v>
                </c:pt>
                <c:pt idx="5222">
                  <c:v>smooth_like_sandpaper</c:v>
                </c:pt>
                <c:pt idx="5223">
                  <c:v>smoothjazz989memphis</c:v>
                </c:pt>
                <c:pt idx="5224">
                  <c:v>smooth_criminal_six9</c:v>
                </c:pt>
                <c:pt idx="5225">
                  <c:v>smoothcriminalmikedingo</c:v>
                </c:pt>
                <c:pt idx="5226">
                  <c:v>smokingtunainternational</c:v>
                </c:pt>
                <c:pt idx="5227">
                  <c:v>smokeweedeveryday99</c:v>
                </c:pt>
                <c:pt idx="5228">
                  <c:v>smokeweedeveryday227</c:v>
                </c:pt>
                <c:pt idx="5229">
                  <c:v>smoke_weed_everyday21</c:v>
                </c:pt>
                <c:pt idx="5230">
                  <c:v>smokesomethinbitch510</c:v>
                </c:pt>
                <c:pt idx="5231">
                  <c:v>smokescreenentertainment</c:v>
                </c:pt>
                <c:pt idx="5232">
                  <c:v>smoke_marijuana_everyday</c:v>
                </c:pt>
                <c:pt idx="5233">
                  <c:v>smokelikebobmarleydid</c:v>
                </c:pt>
                <c:pt idx="5234">
                  <c:v>smoke_eat_getdrunk_sleep</c:v>
                </c:pt>
                <c:pt idx="5235">
                  <c:v>smokedyourselfretarded</c:v>
                </c:pt>
                <c:pt idx="5236">
                  <c:v>smokedoutmusicforever</c:v>
                </c:pt>
                <c:pt idx="5237">
                  <c:v>smoke_chronic_forever</c:v>
                </c:pt>
                <c:pt idx="5238">
                  <c:v>smoke_bowls_all_day_420</c:v>
                </c:pt>
                <c:pt idx="5239">
                  <c:v>smokeandmirrorsonline</c:v>
                </c:pt>
                <c:pt idx="5240">
                  <c:v>smokeallnightandday1212</c:v>
                </c:pt>
                <c:pt idx="5241">
                  <c:v>smit_the_webdesigner</c:v>
                </c:pt>
                <c:pt idx="5242">
                  <c:v>smileyouralreadydead</c:v>
                </c:pt>
                <c:pt idx="5243">
                  <c:v>smileyouarebeautiful</c:v>
                </c:pt>
                <c:pt idx="5244">
                  <c:v>smileyispartlyretarded</c:v>
                </c:pt>
                <c:pt idx="5245">
                  <c:v>smilesoutherngirl2010</c:v>
                </c:pt>
                <c:pt idx="5246">
                  <c:v>smilesonthegrapevine</c:v>
                </c:pt>
                <c:pt idx="5247">
                  <c:v>smileshannonsandwich</c:v>
                </c:pt>
                <c:pt idx="5248">
                  <c:v>smile_now_cry_later510</c:v>
                </c:pt>
                <c:pt idx="5249">
                  <c:v>smile_now_cry_later_21</c:v>
                </c:pt>
                <c:pt idx="5250">
                  <c:v>smilenowcrylater1251</c:v>
                </c:pt>
                <c:pt idx="5251">
                  <c:v>smilenow_crylater1215</c:v>
                </c:pt>
                <c:pt idx="5252">
                  <c:v>smile_now_cry_later09</c:v>
                </c:pt>
                <c:pt idx="5253">
                  <c:v>smile_laugh_cheer_talk</c:v>
                </c:pt>
                <c:pt idx="5254">
                  <c:v>smile_for_the_camara</c:v>
                </c:pt>
                <c:pt idx="5255">
                  <c:v>smileeachandeveryday</c:v>
                </c:pt>
                <c:pt idx="5256">
                  <c:v>smilebrightadanthasunrise</c:v>
                </c:pt>
                <c:pt idx="5257">
                  <c:v>smilebeautifullydisturbed</c:v>
                </c:pt>
                <c:pt idx="5258">
                  <c:v>smilearoundtheface123</c:v>
                </c:pt>
                <c:pt idx="5259">
                  <c:v>Smile_and_Understand</c:v>
                </c:pt>
                <c:pt idx="5260">
                  <c:v>smile_and_look_pretty</c:v>
                </c:pt>
                <c:pt idx="5261">
                  <c:v>smile_and_just_dance</c:v>
                </c:pt>
                <c:pt idx="5262">
                  <c:v>smellypiratehookersforme</c:v>
                </c:pt>
                <c:pt idx="5263">
                  <c:v>smellyjellybellykelly</c:v>
                </c:pt>
                <c:pt idx="5264">
                  <c:v>smellingdeadroses23</c:v>
                </c:pt>
                <c:pt idx="5265">
                  <c:v>smelled_like_lou_dog</c:v>
                </c:pt>
                <c:pt idx="5266">
                  <c:v>smashyouintotheground</c:v>
                </c:pt>
                <c:pt idx="5267">
                  <c:v>smash_mouth_football</c:v>
                </c:pt>
                <c:pt idx="5268">
                  <c:v>smartypantsorangegatorade</c:v>
                </c:pt>
                <c:pt idx="5269">
                  <c:v>smartwaterandgrapejuice</c:v>
                </c:pt>
                <c:pt idx="5270">
                  <c:v>smartstudentsamantha</c:v>
                </c:pt>
                <c:pt idx="5271">
                  <c:v>smartsophisticatedclassy</c:v>
                </c:pt>
                <c:pt idx="5272">
                  <c:v>smartsophietheblonde</c:v>
                </c:pt>
                <c:pt idx="5273">
                  <c:v>smart_legal_assistant</c:v>
                </c:pt>
                <c:pt idx="5274">
                  <c:v>smartholyandbeautiful</c:v>
                </c:pt>
                <c:pt idx="5275">
                  <c:v>smart_blonde_brittany</c:v>
                </c:pt>
                <c:pt idx="5276">
                  <c:v>smart_beautiful_driven</c:v>
                </c:pt>
                <c:pt idx="5277">
                  <c:v>smallwoodlandcreature</c:v>
                </c:pt>
                <c:pt idx="5278">
                  <c:v>smallwonderwolfpackent</c:v>
                </c:pt>
                <c:pt idx="5279">
                  <c:v>smallville_sweetheart</c:v>
                </c:pt>
                <c:pt idx="5280">
                  <c:v>smallville_fan_4_life</c:v>
                </c:pt>
                <c:pt idx="5281">
                  <c:v>smallvilleandchocolate</c:v>
                </c:pt>
                <c:pt idx="5282">
                  <c:v>smalltownsoutherngal0</c:v>
                </c:pt>
                <c:pt idx="5283">
                  <c:v>smalltownmusicfactory</c:v>
                </c:pt>
                <c:pt idx="5284">
                  <c:v>small_town_girl12345</c:v>
                </c:pt>
                <c:pt idx="5285">
                  <c:v>small_simple_safeprice</c:v>
                </c:pt>
                <c:pt idx="5286">
                  <c:v>small_penis_for_erin</c:v>
                </c:pt>
                <c:pt idx="5287">
                  <c:v>smallmouthbassslayer</c:v>
                </c:pt>
                <c:pt idx="5288">
                  <c:v>small_height_big_heart</c:v>
                </c:pt>
                <c:pt idx="5289">
                  <c:v>smallfryentertainment</c:v>
                </c:pt>
                <c:pt idx="5290">
                  <c:v>smalldetailingbusiness</c:v>
                </c:pt>
                <c:pt idx="5291">
                  <c:v>smackwhiteentertainment</c:v>
                </c:pt>
                <c:pt idx="5292">
                  <c:v>smacktalkandrawhacking</c:v>
                </c:pt>
                <c:pt idx="5293">
                  <c:v>slysarah_rox_the_universe</c:v>
                </c:pt>
                <c:pt idx="5294">
                  <c:v>sluttybitchthatgothacked</c:v>
                </c:pt>
                <c:pt idx="5295">
                  <c:v>slumberguitarplayerfriend</c:v>
                </c:pt>
                <c:pt idx="5296">
                  <c:v>slowmotionblacklightning</c:v>
                </c:pt>
                <c:pt idx="5297">
                  <c:v>slowly_falling_behind</c:v>
                </c:pt>
                <c:pt idx="5298">
                  <c:v>slowly_bleeding_away</c:v>
                </c:pt>
                <c:pt idx="5299">
                  <c:v>slityourwristsandpray1</c:v>
                </c:pt>
                <c:pt idx="5300">
                  <c:v>slit_wrist_vengeance</c:v>
                </c:pt>
                <c:pt idx="5301">
                  <c:v>slitwristsofalovedone</c:v>
                </c:pt>
                <c:pt idx="5302">
                  <c:v>slitwristsandblackedeyes</c:v>
                </c:pt>
                <c:pt idx="5303">
                  <c:v>slip_the_system_12321</c:v>
                </c:pt>
                <c:pt idx="5304">
                  <c:v>slipthesevenfoldknot</c:v>
                </c:pt>
                <c:pt idx="5305">
                  <c:v>slippingintosenility</c:v>
                </c:pt>
                <c:pt idx="5306">
                  <c:v>slipperynippleplease</c:v>
                </c:pt>
                <c:pt idx="5307">
                  <c:v>slipperykittywhenwet</c:v>
                </c:pt>
                <c:pt idx="5308">
                  <c:v>slipknotwillneverdie</c:v>
                </c:pt>
                <c:pt idx="5309">
                  <c:v>slipknot_will_kill_you</c:v>
                </c:pt>
                <c:pt idx="5310">
                  <c:v>slipknotwaitandbleed</c:v>
                </c:pt>
                <c:pt idx="5311">
                  <c:v>slipknot_the_romance</c:v>
                </c:pt>
                <c:pt idx="5312">
                  <c:v>slipknot_head_banger</c:v>
                </c:pt>
                <c:pt idx="5313">
                  <c:v>slinkysundaysessions</c:v>
                </c:pt>
                <c:pt idx="5314">
                  <c:v>slinging_ink_for_you</c:v>
                </c:pt>
                <c:pt idx="5315">
                  <c:v>slimshadyspinkladies02</c:v>
                </c:pt>
                <c:pt idx="5316">
                  <c:v>slimshadyspinkladies</c:v>
                </c:pt>
                <c:pt idx="5317">
                  <c:v>_slim_shady_baby_9_</c:v>
                </c:pt>
                <c:pt idx="5318">
                  <c:v>slimfine318sportcity</c:v>
                </c:pt>
                <c:pt idx="5319">
                  <c:v>slightly_sir_benjamin</c:v>
                </c:pt>
                <c:pt idx="5320">
                  <c:v>slightlynotstonedenough92</c:v>
                </c:pt>
                <c:pt idx="5321">
                  <c:v>slightlymisguidedband</c:v>
                </c:pt>
                <c:pt idx="5322">
                  <c:v>slightlylessprofessional</c:v>
                </c:pt>
                <c:pt idx="5323">
                  <c:v>slightlyeccentrictwist</c:v>
                </c:pt>
                <c:pt idx="5324">
                  <c:v>slightlyeatencabbage</c:v>
                </c:pt>
                <c:pt idx="5325">
                  <c:v>slightlyathleticchuck</c:v>
                </c:pt>
                <c:pt idx="5326">
                  <c:v>slickerthanwormsperm</c:v>
                </c:pt>
                <c:pt idx="5327">
                  <c:v>sleepyvultureandthefriendchoir</c:v>
                </c:pt>
                <c:pt idx="5328">
                  <c:v>_sleep_well_tonight_</c:v>
                </c:pt>
                <c:pt idx="5329">
                  <c:v>sleepparalysisanonymous</c:v>
                </c:pt>
                <c:pt idx="5330">
                  <c:v>sleeplonelyuntiltonight</c:v>
                </c:pt>
                <c:pt idx="5331">
                  <c:v>sleeplessroundtheclock</c:v>
                </c:pt>
                <c:pt idx="5332">
                  <c:v>sleeplessdreamermusic</c:v>
                </c:pt>
                <c:pt idx="5333">
                  <c:v>sleeping_with_the_fish</c:v>
                </c:pt>
                <c:pt idx="5334">
                  <c:v>sleepingwiththedevil</c:v>
                </c:pt>
                <c:pt idx="5335">
                  <c:v>sleepingwhileyourawake</c:v>
                </c:pt>
                <c:pt idx="5336">
                  <c:v>sleepingthroughtherevolution</c:v>
                </c:pt>
                <c:pt idx="5337">
                  <c:v>sleepinglatepriceless</c:v>
                </c:pt>
                <c:pt idx="5338">
                  <c:v>sleepingdogsliemovie</c:v>
                </c:pt>
                <c:pt idx="5339">
                  <c:v>sleeping_cemeterylove</c:v>
                </c:pt>
                <c:pt idx="5340">
                  <c:v>sleepingbeautyprincess</c:v>
                </c:pt>
                <c:pt idx="5341">
                  <c:v>sleepingangelkiller07</c:v>
                </c:pt>
                <c:pt idx="5342">
                  <c:v>sleepanimalandthetangent</c:v>
                </c:pt>
                <c:pt idx="5343">
                  <c:v>slaughterthewretchedpig</c:v>
                </c:pt>
                <c:pt idx="5344">
                  <c:v>slaughterhousemusicrippat</c:v>
                </c:pt>
                <c:pt idx="5345">
                  <c:v>slashedgracemagazine</c:v>
                </c:pt>
                <c:pt idx="5346">
                  <c:v>slashdancefilmfestival</c:v>
                </c:pt>
                <c:pt idx="5347">
                  <c:v>sky_walker_street_team</c:v>
                </c:pt>
                <c:pt idx="5348">
                  <c:v>skytouchchristianministry</c:v>
                </c:pt>
                <c:pt idx="5349">
                  <c:v>skyhookentertainment</c:v>
                </c:pt>
                <c:pt idx="5350">
                  <c:v>skyhighentertainment</c:v>
                </c:pt>
                <c:pt idx="5351">
                  <c:v>skyblueentertainment</c:v>
                </c:pt>
                <c:pt idx="5352">
                  <c:v>skull_seeker_shadow_244</c:v>
                </c:pt>
                <c:pt idx="5353">
                  <c:v>skullsandcrossbones722</c:v>
                </c:pt>
                <c:pt idx="5354">
                  <c:v>skiving_driving_surviving</c:v>
                </c:pt>
                <c:pt idx="5355">
                  <c:v>skittlestastetherainbow14</c:v>
                </c:pt>
                <c:pt idx="5356">
                  <c:v>skittles_are_the_rainbow</c:v>
                </c:pt>
                <c:pt idx="5357">
                  <c:v>skipthelightfantastic</c:v>
                </c:pt>
                <c:pt idx="5358">
                  <c:v>skippyondawonderbread</c:v>
                </c:pt>
                <c:pt idx="5359">
                  <c:v>skipping_brigade_master</c:v>
                </c:pt>
                <c:pt idx="5360">
                  <c:v>skipdividedmalfunction</c:v>
                </c:pt>
                <c:pt idx="5361">
                  <c:v>skinnywhiteboymusic3</c:v>
                </c:pt>
                <c:pt idx="5362">
                  <c:v>skinnywhiteboymusic2</c:v>
                </c:pt>
                <c:pt idx="5363">
                  <c:v>skinnyvintageflowerlayout</c:v>
                </c:pt>
                <c:pt idx="5364">
                  <c:v>skinnypuppy_chainsaw</c:v>
                </c:pt>
                <c:pt idx="5365">
                  <c:v>skinny_dipping_friend</c:v>
                </c:pt>
                <c:pt idx="5366">
                  <c:v>skinnydipperallnightlong</c:v>
                </c:pt>
                <c:pt idx="5367">
                  <c:v>skinnyblackjeanslover</c:v>
                </c:pt>
                <c:pt idx="5368">
                  <c:v>skinnyassfreak_whiteboy__</c:v>
                </c:pt>
                <c:pt idx="5369">
                  <c:v>skinheadmobentertainment</c:v>
                </c:pt>
                <c:pt idx="5370">
                  <c:v>skilletcookiemonster</c:v>
                </c:pt>
                <c:pt idx="5371">
                  <c:v>skijumping-icehockey</c:v>
                </c:pt>
                <c:pt idx="5372">
                  <c:v>skibum_international</c:v>
                </c:pt>
                <c:pt idx="5373">
                  <c:v>sketchingoutfairytales</c:v>
                </c:pt>
                <c:pt idx="5374">
                  <c:v>sketchcitymanchester</c:v>
                </c:pt>
                <c:pt idx="5375">
                  <c:v>sketchboard_tester25</c:v>
                </c:pt>
                <c:pt idx="5376">
                  <c:v>sketchboard_tester24</c:v>
                </c:pt>
                <c:pt idx="5377">
                  <c:v>sketchboard_tester21</c:v>
                </c:pt>
                <c:pt idx="5378">
                  <c:v>sketchboard_tester19</c:v>
                </c:pt>
                <c:pt idx="5379">
                  <c:v>skeleton_crew_tribute</c:v>
                </c:pt>
                <c:pt idx="5380">
                  <c:v>skating_till_sundown</c:v>
                </c:pt>
                <c:pt idx="5381">
                  <c:v>skating_socialworker</c:v>
                </c:pt>
                <c:pt idx="5382">
                  <c:v>skatingbirdhouseforever</c:v>
                </c:pt>
                <c:pt idx="5383">
                  <c:v>skatingbikingskiingboy123</c:v>
                </c:pt>
                <c:pt idx="5384">
                  <c:v>skate_zero_for_life111</c:v>
                </c:pt>
                <c:pt idx="5385">
                  <c:v>skater_without_reason</c:v>
                </c:pt>
                <c:pt idx="5386">
                  <c:v>skaterandfisher4life</c:v>
                </c:pt>
                <c:pt idx="5387">
                  <c:v>skater4lifedontbeabitch1</c:v>
                </c:pt>
                <c:pt idx="5388">
                  <c:v>skateforzeroandfallen</c:v>
                </c:pt>
                <c:pt idx="5389">
                  <c:v>skatecitywestminster</c:v>
                </c:pt>
                <c:pt idx="5390">
                  <c:v>skatebrownmiddleschool</c:v>
                </c:pt>
                <c:pt idx="5391">
                  <c:v>skateboardrevolution</c:v>
                </c:pt>
                <c:pt idx="5392">
                  <c:v>skateboardprincess317</c:v>
                </c:pt>
                <c:pt idx="5393">
                  <c:v>skateboardingroxdude</c:v>
                </c:pt>
                <c:pt idx="5394">
                  <c:v>skateboarding_anime_freak</c:v>
                </c:pt>
                <c:pt idx="5395">
                  <c:v>skateboarding_and_music_</c:v>
                </c:pt>
                <c:pt idx="5396">
                  <c:v>skateboard_headquarter</c:v>
                </c:pt>
                <c:pt idx="5397">
                  <c:v>skateboarder_rocker209</c:v>
                </c:pt>
                <c:pt idx="5398">
                  <c:v>skateboarder_for_life_23</c:v>
                </c:pt>
                <c:pt idx="5399">
                  <c:v>skateboarder_for_life_</c:v>
                </c:pt>
                <c:pt idx="5400">
                  <c:v>skateboardercolorconfused</c:v>
                </c:pt>
                <c:pt idx="5401">
                  <c:v>skateboarder_chick4323</c:v>
                </c:pt>
                <c:pt idx="5402">
                  <c:v>skateboarderchick123</c:v>
                </c:pt>
                <c:pt idx="5403">
                  <c:v>skateandplayguitarforlife</c:v>
                </c:pt>
                <c:pt idx="5404">
                  <c:v>skateandguitarplayer</c:v>
                </c:pt>
                <c:pt idx="5405">
                  <c:v>skate_and_destroy</c:v>
                </c:pt>
                <c:pt idx="5406">
                  <c:v>skate_almost_forever</c:v>
                </c:pt>
                <c:pt idx="5407">
                  <c:v>skate_all_day_everyday</c:v>
                </c:pt>
                <c:pt idx="5408">
                  <c:v>skate4life_kobe_bitch</c:v>
                </c:pt>
                <c:pt idx="5409">
                  <c:v>sixteenthsolidspread</c:v>
                </c:pt>
                <c:pt idx="5410">
                  <c:v>sixteenstarmanagement</c:v>
                </c:pt>
                <c:pt idx="5411">
                  <c:v>sixstringmassacre_55</c:v>
                </c:pt>
                <c:pt idx="5412">
                  <c:v>sixonetreyentertainment</c:v>
                </c:pt>
                <c:pt idx="5413">
                  <c:v>sixhundredseventyone</c:v>
                </c:pt>
                <c:pt idx="5414">
                  <c:v>sixhundredandsixtyfive</c:v>
                </c:pt>
                <c:pt idx="5415">
                  <c:v>sixfootfiveandbulletproof</c:v>
                </c:pt>
                <c:pt idx="5416">
                  <c:v>sittingwaitingandwishing</c:v>
                </c:pt>
                <c:pt idx="5417">
                  <c:v>site_for_messin_wit111111</c:v>
                </c:pt>
                <c:pt idx="5418">
                  <c:v>sit_back_relax_relapse</c:v>
                </c:pt>
                <c:pt idx="5419">
                  <c:v>sistertabithasurprise</c:v>
                </c:pt>
                <c:pt idx="5420">
                  <c:v>sistersheerstargazer</c:v>
                </c:pt>
                <c:pt idx="5421">
                  <c:v>sister_molly_margaret</c:v>
                </c:pt>
                <c:pt idx="5422">
                  <c:v>sister_mary_elephant</c:v>
                </c:pt>
                <c:pt idx="5423">
                  <c:v>sisterinchristalways</c:v>
                </c:pt>
                <c:pt idx="5424">
                  <c:v>sisterfromanothermister_1</c:v>
                </c:pt>
                <c:pt idx="5425">
                  <c:v>sisterchristianfancypants</c:v>
                </c:pt>
                <c:pt idx="5426">
                  <c:v>sissy_the_red_headed_girl</c:v>
                </c:pt>
                <c:pt idx="5427">
                  <c:v>sissyfortraining2000</c:v>
                </c:pt>
                <c:pt idx="5428">
                  <c:v>sir_stallionbonkalot</c:v>
                </c:pt>
                <c:pt idx="5429">
                  <c:v>sir_jake_the_mistake_17</c:v>
                </c:pt>
                <c:pt idx="5430">
                  <c:v>sirenchristianrockband</c:v>
                </c:pt>
                <c:pt idx="5431">
                  <c:v>sippinonsomebluedrank</c:v>
                </c:pt>
                <c:pt idx="5432">
                  <c:v>sinthetic_revolution</c:v>
                </c:pt>
                <c:pt idx="5433">
                  <c:v>sinthesolecontroller</c:v>
                </c:pt>
                <c:pt idx="5434">
                  <c:v>sinsationallysunshine</c:v>
                </c:pt>
                <c:pt idx="5435">
                  <c:v>sink_your_teeth_into</c:v>
                </c:pt>
                <c:pt idx="5436">
                  <c:v>sinkingshipsandbravery</c:v>
                </c:pt>
                <c:pt idx="5437">
                  <c:v>sinisterserenityband</c:v>
                </c:pt>
                <c:pt idx="5438">
                  <c:v>sinisteroutrightbehavior</c:v>
                </c:pt>
                <c:pt idx="5439">
                  <c:v>sinister_looking_sock</c:v>
                </c:pt>
                <c:pt idx="5440">
                  <c:v>sinisterbadkitty5000</c:v>
                </c:pt>
                <c:pt idx="5441">
                  <c:v>singwithyourhairbrush</c:v>
                </c:pt>
                <c:pt idx="5442">
                  <c:v>singtomeyouelectricbitch</c:v>
                </c:pt>
                <c:pt idx="5443">
                  <c:v>singthebodyelectric5</c:v>
                </c:pt>
                <c:pt idx="5444">
                  <c:v>singthebodyelectric1</c:v>
                </c:pt>
                <c:pt idx="5445">
                  <c:v>sing_scream_saygoodbye</c:v>
                </c:pt>
                <c:pt idx="5446">
                  <c:v>single_shot_army_dude_18</c:v>
                </c:pt>
                <c:pt idx="5447">
                  <c:v>single_princess_looking</c:v>
                </c:pt>
                <c:pt idx="5448">
                  <c:v>single_minded_liberation</c:v>
                </c:pt>
                <c:pt idx="5449">
                  <c:v>singlemalesportsguy92</c:v>
                </c:pt>
                <c:pt idx="5450">
                  <c:v>single_and_ready2mingle</c:v>
                </c:pt>
                <c:pt idx="5451">
                  <c:v>singing_with_passion</c:v>
                </c:pt>
                <c:pt idx="5452">
                  <c:v>singingsoftballplayer</c:v>
                </c:pt>
                <c:pt idx="5453">
                  <c:v>singingsensation4ever</c:v>
                </c:pt>
                <c:pt idx="5454">
                  <c:v>_singing_music_4_life</c:v>
                </c:pt>
                <c:pt idx="5455">
                  <c:v>singing_lion_princess</c:v>
                </c:pt>
                <c:pt idx="5456">
                  <c:v>singingheycarrieanne</c:v>
                </c:pt>
                <c:pt idx="5457">
                  <c:v>singing_country_gurl_0</c:v>
                </c:pt>
                <c:pt idx="5458">
                  <c:v>singingcountrygirl87</c:v>
                </c:pt>
                <c:pt idx="5459">
                  <c:v>singingandshopping4eva</c:v>
                </c:pt>
                <c:pt idx="5460">
                  <c:v>singingandmusicfreak</c:v>
                </c:pt>
                <c:pt idx="5461">
                  <c:v>singer_song_writer_7</c:v>
                </c:pt>
                <c:pt idx="5462">
                  <c:v>singerpoetsongwriter</c:v>
                </c:pt>
                <c:pt idx="5463">
                  <c:v>singdancesmileandlive</c:v>
                </c:pt>
                <c:pt idx="5464">
                  <c:v>singdanceandenjoylife</c:v>
                </c:pt>
                <c:pt idx="5465">
                  <c:v>sinfullysweetassassin</c:v>
                </c:pt>
                <c:pt idx="5466">
                  <c:v>sinfullycharmingsonny</c:v>
                </c:pt>
                <c:pt idx="5467">
                  <c:v>sinfulkatastrophe91708</c:v>
                </c:pt>
                <c:pt idx="5468">
                  <c:v>sincityfortlauderdale</c:v>
                </c:pt>
                <c:pt idx="5469">
                  <c:v>sincityentertainmenttampa</c:v>
                </c:pt>
                <c:pt idx="5470">
                  <c:v>sincerelyyoursraelynn</c:v>
                </c:pt>
                <c:pt idx="5471">
                  <c:v>sincerelyyoursmusic510</c:v>
                </c:pt>
                <c:pt idx="5472">
                  <c:v>sincerelysugarcoated</c:v>
                </c:pt>
                <c:pt idx="5473">
                  <c:v>simplywaitingstreetteam</c:v>
                </c:pt>
                <c:pt idx="5474">
                  <c:v>simplyunfooledaroundwith</c:v>
                </c:pt>
                <c:pt idx="5475">
                  <c:v>simplythebesthaterproof</c:v>
                </c:pt>
                <c:pt idx="5476">
                  <c:v>simply_sweet_patrice</c:v>
                </c:pt>
                <c:pt idx="5477">
                  <c:v>simplysimplemandaboo</c:v>
                </c:pt>
                <c:pt idx="5478">
                  <c:v>simplyperfectkristina</c:v>
                </c:pt>
                <c:pt idx="5479">
                  <c:v>simplymissunderstood</c:v>
                </c:pt>
                <c:pt idx="5480">
                  <c:v>simplyirresistiblehair</c:v>
                </c:pt>
                <c:pt idx="5481">
                  <c:v>simply_gorgeous_leslie</c:v>
                </c:pt>
                <c:pt idx="5482">
                  <c:v>simplygorgeouscontest</c:v>
                </c:pt>
                <c:pt idx="5483">
                  <c:v>simplyfuckingcomplicated</c:v>
                </c:pt>
                <c:pt idx="5484">
                  <c:v>simply_forgotten_promoter</c:v>
                </c:pt>
                <c:pt idx="5485">
                  <c:v>simplyelegant_morgan</c:v>
                </c:pt>
                <c:pt idx="5486">
                  <c:v>simplydeliciouscocoabeach</c:v>
                </c:pt>
                <c:pt idx="5487">
                  <c:v>simplybronzedtanningsalon</c:v>
                </c:pt>
                <c:pt idx="5488">
                  <c:v>simplyblackandwhiteband</c:v>
                </c:pt>
                <c:pt idx="5489">
                  <c:v>simplybeautifulmissgrant</c:v>
                </c:pt>
                <c:pt idx="5490">
                  <c:v>simplicitycustomgraphics</c:v>
                </c:pt>
                <c:pt idx="5491">
                  <c:v>simpleyetconfusing</c:v>
                </c:pt>
                <c:pt idx="5492">
                  <c:v>simpleyetconfused101</c:v>
                </c:pt>
                <c:pt idx="5493">
                  <c:v>simplepleasuresinlife2</c:v>
                </c:pt>
                <c:pt idx="5494">
                  <c:v>simplepleasurerentalcabin</c:v>
                </c:pt>
                <c:pt idx="5495">
                  <c:v>simpleplanlover14chuck</c:v>
                </c:pt>
                <c:pt idx="5496">
                  <c:v>simple_plan_lover1234</c:v>
                </c:pt>
                <c:pt idx="5497">
                  <c:v>simpleplanfreak4life</c:v>
                </c:pt>
                <c:pt idx="5498">
                  <c:v>simpleplanfanforever</c:v>
                </c:pt>
                <c:pt idx="5499">
                  <c:v>simplemindedlaughinghyena</c:v>
                </c:pt>
                <c:pt idx="5500">
                  <c:v>simplemindedentertainment</c:v>
                </c:pt>
                <c:pt idx="5501">
                  <c:v>simple_man_shall_change</c:v>
                </c:pt>
                <c:pt idx="5502">
                  <c:v>simplecountrygirl2000</c:v>
                </c:pt>
                <c:pt idx="5503">
                  <c:v>simple_country_girl_1981</c:v>
                </c:pt>
                <c:pt idx="5504">
                  <c:v>simple7yet7confusing</c:v>
                </c:pt>
                <c:pt idx="5505">
                  <c:v>simonehusbandforlife</c:v>
                </c:pt>
                <c:pt idx="5506">
                  <c:v>simoneelizabethmusic</c:v>
                </c:pt>
                <c:pt idx="5507">
                  <c:v>silver_winged_angel_24</c:v>
                </c:pt>
                <c:pt idx="5508">
                  <c:v>silver_tongued_devil</c:v>
                </c:pt>
                <c:pt idx="5509">
                  <c:v>silvertear_moonstorm</c:v>
                </c:pt>
                <c:pt idx="5510">
                  <c:v>silverspringspizzafactory</c:v>
                </c:pt>
                <c:pt idx="5511">
                  <c:v>silverspoondanceproject</c:v>
                </c:pt>
                <c:pt idx="5512">
                  <c:v>silversinglefeaturing</c:v>
                </c:pt>
                <c:pt idx="5513">
                  <c:v>silversidenickelback</c:v>
                </c:pt>
                <c:pt idx="5514">
                  <c:v>silverrosedemigoddess</c:v>
                </c:pt>
                <c:pt idx="5515">
                  <c:v>silvermetalalchemist</c:v>
                </c:pt>
                <c:pt idx="5516">
                  <c:v>silverlookingbracelet</c:v>
                </c:pt>
                <c:pt idx="5517">
                  <c:v>silverliningentertainment</c:v>
                </c:pt>
                <c:pt idx="5518">
                  <c:v>silverlinephotography</c:v>
                </c:pt>
                <c:pt idx="5519">
                  <c:v>silvericebreakfastclub</c:v>
                </c:pt>
                <c:pt idx="5520">
                  <c:v>silverhairedmanyazoo</c:v>
                </c:pt>
                <c:pt idx="5521">
                  <c:v>silverfrogjewelrystudio</c:v>
                </c:pt>
                <c:pt idx="5522">
                  <c:v>silverculinaryconsulting</c:v>
                </c:pt>
                <c:pt idx="5523">
                  <c:v>silverbulletdisplay</c:v>
                </c:pt>
                <c:pt idx="5524">
                  <c:v>silverbulletdisplay1</c:v>
                </c:pt>
                <c:pt idx="5525">
                  <c:v>silverbrigadebandguy_08</c:v>
                </c:pt>
                <c:pt idx="5526">
                  <c:v>silverblade_alchemist</c:v>
                </c:pt>
                <c:pt idx="5527">
                  <c:v>silverandblack_4life</c:v>
                </c:pt>
                <c:pt idx="5528">
                  <c:v>silvadollarprincess1</c:v>
                </c:pt>
                <c:pt idx="5529">
                  <c:v>silvacatsoundstation</c:v>
                </c:pt>
                <c:pt idx="5530">
                  <c:v>sillywillybillyhillbilly</c:v>
                </c:pt>
                <c:pt idx="5531">
                  <c:v>silly_stoner_lawrence</c:v>
                </c:pt>
                <c:pt idx="5532">
                  <c:v>sillypants_spoonthief</c:v>
                </c:pt>
                <c:pt idx="5533">
                  <c:v>sillynameserioussandwich</c:v>
                </c:pt>
                <c:pt idx="5534">
                  <c:v>sillylittlepartygirl</c:v>
                </c:pt>
                <c:pt idx="5535">
                  <c:v>silly_dilly_willy_01</c:v>
                </c:pt>
                <c:pt idx="5536">
                  <c:v>silky_smooth_delight</c:v>
                </c:pt>
                <c:pt idx="5537">
                  <c:v>silkysmoothbrownsugar</c:v>
                </c:pt>
                <c:pt idx="5538">
                  <c:v>silicon_lemming_alchemist</c:v>
                </c:pt>
                <c:pt idx="5539">
                  <c:v>silhouetteagainstthesky</c:v>
                </c:pt>
                <c:pt idx="5540">
                  <c:v>silentwintersyndrome</c:v>
                </c:pt>
                <c:pt idx="5541">
                  <c:v>silentsoulentertainment</c:v>
                </c:pt>
                <c:pt idx="5542">
                  <c:v>silent_shy_sweetness</c:v>
                </c:pt>
                <c:pt idx="5543">
                  <c:v>silentpointlallalala</c:v>
                </c:pt>
                <c:pt idx="5544">
                  <c:v>silentmajoritymember</c:v>
                </c:pt>
                <c:pt idx="5545">
                  <c:v>silentlyscreamingmurder</c:v>
                </c:pt>
                <c:pt idx="5546">
                  <c:v>silent_hill_media_center</c:v>
                </c:pt>
                <c:pt idx="5547">
                  <c:v>silentharmonyrecording</c:v>
                </c:pt>
                <c:pt idx="5548">
                  <c:v>silentgracewithoutdignity</c:v>
                </c:pt>
                <c:pt idx="5549">
                  <c:v>silencingthehostage1</c:v>
                </c:pt>
                <c:pt idx="5550">
                  <c:v>silencethroughbattle</c:v>
                </c:pt>
                <c:pt idx="5551">
                  <c:v>silence_this_little_heart</c:v>
                </c:pt>
                <c:pt idx="5552">
                  <c:v>silenceinsanitymusic</c:v>
                </c:pt>
                <c:pt idx="5553">
                  <c:v>silenced_for_life_19</c:v>
                </c:pt>
                <c:pt idx="5554">
                  <c:v>silenceandtheecstasy</c:v>
                </c:pt>
                <c:pt idx="5555">
                  <c:v>significantother_rev2217</c:v>
                </c:pt>
                <c:pt idx="5556">
                  <c:v>signalstrengthmastering</c:v>
                </c:pt>
                <c:pt idx="5557">
                  <c:v>sierra_under_pressure</c:v>
                </c:pt>
                <c:pt idx="5558">
                  <c:v>sierra_the_wild_child</c:v>
                </c:pt>
                <c:pt idx="5559">
                  <c:v>sierratheaterrockconcertsindelano</c:v>
                </c:pt>
                <c:pt idx="5560">
                  <c:v>sierrahighschoolchoir</c:v>
                </c:pt>
                <c:pt idx="5561">
                  <c:v>sierraandmichelle4ever</c:v>
                </c:pt>
                <c:pt idx="5562">
                  <c:v>sidewalksandwhiteout</c:v>
                </c:pt>
                <c:pt idx="5563">
                  <c:v>sic_slipknot_maggot_</c:v>
                </c:pt>
                <c:pt idx="5564">
                  <c:v>sick_strange_darkness</c:v>
                </c:pt>
                <c:pt idx="5565">
                  <c:v>sicksadsurrealsexyworld</c:v>
                </c:pt>
                <c:pt idx="5566">
                  <c:v>sickmotherfuckingrick</c:v>
                </c:pt>
                <c:pt idx="5567">
                  <c:v>sic_and_twisted_soul</c:v>
                </c:pt>
                <c:pt idx="5568">
                  <c:v>shyyetdangerousbritt</c:v>
                </c:pt>
                <c:pt idx="5569">
                  <c:v>shyquietbutdangerous</c:v>
                </c:pt>
                <c:pt idx="5570">
                  <c:v>shylittlemissblondie</c:v>
                </c:pt>
                <c:pt idx="5571">
                  <c:v>shyandsweetplusthree</c:v>
                </c:pt>
                <c:pt idx="5572">
                  <c:v>shutyourcocksucker45</c:v>
                </c:pt>
                <c:pt idx="5573">
                  <c:v>shut_the_bathroom_door</c:v>
                </c:pt>
                <c:pt idx="5574">
                  <c:v>shutterbugphotography</c:v>
                </c:pt>
                <c:pt idx="5575">
                  <c:v>shutdownsleeprestart</c:v>
                </c:pt>
                <c:pt idx="5576">
                  <c:v>shrimpmanstreetfighter</c:v>
                </c:pt>
                <c:pt idx="5577">
                  <c:v>shreveport_young_kat</c:v>
                </c:pt>
                <c:pt idx="5578">
                  <c:v>shreveportfestivalplaza</c:v>
                </c:pt>
                <c:pt idx="5579">
                  <c:v>shredgod_rosstheboss</c:v>
                </c:pt>
                <c:pt idx="5580">
                  <c:v>showtime_agency_paris</c:v>
                </c:pt>
                <c:pt idx="5581">
                  <c:v>showerwithyourgirlfriend</c:v>
                </c:pt>
                <c:pt idx="5582">
                  <c:v>showandprovebirmingham</c:v>
                </c:pt>
                <c:pt idx="5583">
                  <c:v>shouldprobablystopwhining</c:v>
                </c:pt>
                <c:pt idx="5584">
                  <c:v>shotgunweddingsinger</c:v>
                </c:pt>
                <c:pt idx="5585">
                  <c:v>shotgun_bang_wedding</c:v>
                </c:pt>
                <c:pt idx="5586">
                  <c:v>shotfrombehind17times</c:v>
                </c:pt>
                <c:pt idx="5587">
                  <c:v>shortunlikehairypianist</c:v>
                </c:pt>
                <c:pt idx="5588">
                  <c:v>short_sweet_simplyblonde</c:v>
                </c:pt>
                <c:pt idx="5589">
                  <c:v>shortstuffwitattitude</c:v>
                </c:pt>
                <c:pt idx="5590">
                  <c:v>short_sexy_and_thick</c:v>
                </c:pt>
                <c:pt idx="5591">
                  <c:v>shortroundshortstuff123</c:v>
                </c:pt>
                <c:pt idx="5592">
                  <c:v>shortpeoplegroweventually</c:v>
                </c:pt>
                <c:pt idx="5593">
                  <c:v>short_ornery_cowgirl</c:v>
                </c:pt>
                <c:pt idx="5594">
                  <c:v>short_little_black_boy13</c:v>
                </c:pt>
                <c:pt idx="5595">
                  <c:v>shortguitarplayer_4life</c:v>
                </c:pt>
                <c:pt idx="5596">
                  <c:v>shortfuzeproducer2point0</c:v>
                </c:pt>
                <c:pt idx="5597">
                  <c:v>short_cookie_monster</c:v>
                </c:pt>
                <c:pt idx="5598">
                  <c:v>Shortblondechick1290</c:v>
                </c:pt>
                <c:pt idx="5599">
                  <c:v>shortattentionspan1990</c:v>
                </c:pt>
                <c:pt idx="5600">
                  <c:v>shorelinechristianrock</c:v>
                </c:pt>
                <c:pt idx="5601">
                  <c:v>shorebreakartistmanagement</c:v>
                </c:pt>
                <c:pt idx="5602">
                  <c:v>shoppingvolleyballcash</c:v>
                </c:pt>
                <c:pt idx="5603">
                  <c:v>shoppingcenterspecialist</c:v>
                </c:pt>
                <c:pt idx="5604">
                  <c:v>shoppingcartsyndicate</c:v>
                </c:pt>
                <c:pt idx="5605">
                  <c:v>shoot_speed_kill_light</c:v>
                </c:pt>
                <c:pt idx="5606">
                  <c:v>shootingstarmodeling</c:v>
                </c:pt>
                <c:pt idx="5607">
                  <c:v>shoeless_joe_jackson</c:v>
                </c:pt>
                <c:pt idx="5608">
                  <c:v>shockwavethefunkyone</c:v>
                </c:pt>
                <c:pt idx="5609">
                  <c:v>shockinglystupidlove</c:v>
                </c:pt>
                <c:pt idx="5610">
                  <c:v>shocash247entertainment</c:v>
                </c:pt>
                <c:pt idx="5611">
                  <c:v>shistarentertainment</c:v>
                </c:pt>
                <c:pt idx="5612">
                  <c:v>shirtless_egghead_skunk</c:v>
                </c:pt>
                <c:pt idx="5613">
                  <c:v>shirleytemplegonebad</c:v>
                </c:pt>
                <c:pt idx="5614">
                  <c:v>shinyomnipotentgoddess</c:v>
                </c:pt>
                <c:pt idx="5615">
                  <c:v>shinylibraryprincess</c:v>
                </c:pt>
                <c:pt idx="5616">
                  <c:v>shiningthroughthepain</c:v>
                </c:pt>
                <c:pt idx="5617">
                  <c:v>shining_bright_tonight</c:v>
                </c:pt>
                <c:pt idx="5618">
                  <c:v>shiningblackgleamingwhite</c:v>
                </c:pt>
                <c:pt idx="5619">
                  <c:v>shinefromtheheavensblessed</c:v>
                </c:pt>
                <c:pt idx="5620">
                  <c:v>shindigpunkrockradio</c:v>
                </c:pt>
                <c:pt idx="5621">
                  <c:v>shimmeringandsubconscious</c:v>
                </c:pt>
                <c:pt idx="5622">
                  <c:v>_shimmer_and_sparkle_</c:v>
                </c:pt>
                <c:pt idx="5623">
                  <c:v>shilyn_the_watergoddess</c:v>
                </c:pt>
                <c:pt idx="5624">
                  <c:v>shiftlockandcountersteer</c:v>
                </c:pt>
                <c:pt idx="5625">
                  <c:v>she_with_attitude13</c:v>
                </c:pt>
                <c:pt idx="5626">
                  <c:v>she_will_have_her_way</c:v>
                </c:pt>
                <c:pt idx="5627">
                  <c:v>shestoodtherelaughing</c:v>
                </c:pt>
                <c:pt idx="5628">
                  <c:v>shesmilesatthefuture</c:v>
                </c:pt>
                <c:pt idx="5629">
                  <c:v>sheshellaradlikethis</c:v>
                </c:pt>
                <c:pt idx="5630">
                  <c:v>sherwoodforestbadboy</c:v>
                </c:pt>
                <c:pt idx="5631">
                  <c:v>sherrycancersurvivor</c:v>
                </c:pt>
                <c:pt idx="5632">
                  <c:v>sherrea_hearts_metal</c:v>
                </c:pt>
                <c:pt idx="5633">
                  <c:v>sheriff_officer_christian</c:v>
                </c:pt>
                <c:pt idx="5634">
                  <c:v>sheridancollegecanada</c:v>
                </c:pt>
                <c:pt idx="5635">
                  <c:v>sher_bear_diver_girl</c:v>
                </c:pt>
                <c:pt idx="5636">
                  <c:v>SHEMUSHHAVELOSEHERMIND</c:v>
                </c:pt>
                <c:pt idx="5637">
                  <c:v>shelteredfromthetruth</c:v>
                </c:pt>
                <c:pt idx="5638">
                  <c:v>shellyrosephotography</c:v>
                </c:pt>
                <c:pt idx="5639">
                  <c:v>shellybellycocoapuff</c:v>
                </c:pt>
                <c:pt idx="5640">
                  <c:v>shellieonefreespirit</c:v>
                </c:pt>
                <c:pt idx="5641">
                  <c:v>shelleyvalentinecook</c:v>
                </c:pt>
                <c:pt idx="5642">
                  <c:v>shelleymillerthatsright</c:v>
                </c:pt>
                <c:pt idx="5643">
                  <c:v>shelley_belly_jelly_bean</c:v>
                </c:pt>
                <c:pt idx="5644">
                  <c:v>shelleyandersonwilson</c:v>
                </c:pt>
                <c:pt idx="5645">
                  <c:v>shelley_and_brandon_2009</c:v>
                </c:pt>
                <c:pt idx="5646">
                  <c:v>shellbellthischick82</c:v>
                </c:pt>
                <c:pt idx="5647">
                  <c:v>shelinamichelleproduction</c:v>
                </c:pt>
                <c:pt idx="5648">
                  <c:v>shelby_wonderdog_partypup</c:v>
                </c:pt>
                <c:pt idx="5649">
                  <c:v>shelby_valleyfootball</c:v>
                </c:pt>
                <c:pt idx="5650">
                  <c:v>shelby_taylor_belford</c:v>
                </c:pt>
                <c:pt idx="5651">
                  <c:v>shelbyforestclick193</c:v>
                </c:pt>
                <c:pt idx="5652">
                  <c:v>she_got_that_hollaback</c:v>
                </c:pt>
                <c:pt idx="5653">
                  <c:v>sheepshaggingbastard</c:v>
                </c:pt>
                <c:pt idx="5654">
                  <c:v>she_drank_away_his_memory</c:v>
                </c:pt>
                <c:pt idx="5655">
                  <c:v>shedevilfromanotherplanet</c:v>
                </c:pt>
                <c:pt idx="5656">
                  <c:v>shearsentimentalwake</c:v>
                </c:pt>
                <c:pt idx="5657">
                  <c:v>shearparadisepetsalon</c:v>
                </c:pt>
                <c:pt idx="5658">
                  <c:v>shay_the_controlled_nymph</c:v>
                </c:pt>
                <c:pt idx="5659">
                  <c:v>shayneandbrittney4ever</c:v>
                </c:pt>
                <c:pt idx="5660">
                  <c:v>shayna_the_skate_dog</c:v>
                </c:pt>
                <c:pt idx="5661">
                  <c:v>shayna_tha_blondie_08</c:v>
                </c:pt>
                <c:pt idx="5662">
                  <c:v>shaynaandnatalierock</c:v>
                </c:pt>
                <c:pt idx="5663">
                  <c:v>shaymanwadedodgekelly</c:v>
                </c:pt>
                <c:pt idx="5664">
                  <c:v>shay_harry_potter_fanatic</c:v>
                </c:pt>
                <c:pt idx="5665">
                  <c:v>Shawn_Rose101_aka_Nick</c:v>
                </c:pt>
                <c:pt idx="5666">
                  <c:v>shawnmichealandkaylamarie</c:v>
                </c:pt>
                <c:pt idx="5667">
                  <c:v>shawnathontaylorthomas</c:v>
                </c:pt>
                <c:pt idx="5668">
                  <c:v>shawnascuprunnethover</c:v>
                </c:pt>
                <c:pt idx="5669">
                  <c:v>shawna_clarkbabygurl</c:v>
                </c:pt>
                <c:pt idx="5670">
                  <c:v>shawnachambersiscool</c:v>
                </c:pt>
                <c:pt idx="5671">
                  <c:v>shavedheadblackmale12</c:v>
                </c:pt>
                <c:pt idx="5672">
                  <c:v>shaunwhitetheflyingtomato</c:v>
                </c:pt>
                <c:pt idx="5673">
                  <c:v>shaunathehockeybunny</c:v>
                </c:pt>
                <c:pt idx="5674">
                  <c:v>shatmoneyentertainment</c:v>
                </c:pt>
                <c:pt idx="5675">
                  <c:v>sharpshooterandtherestofthegang</c:v>
                </c:pt>
                <c:pt idx="5676">
                  <c:v>shark_tooth_dunanana</c:v>
                </c:pt>
                <c:pt idx="5677">
                  <c:v>sharktalesoundtrack2</c:v>
                </c:pt>
                <c:pt idx="5678">
                  <c:v>sharkfamilycommittee408</c:v>
                </c:pt>
                <c:pt idx="5679">
                  <c:v>share_your_crack_ers</c:v>
                </c:pt>
                <c:pt idx="5680">
                  <c:v>sharaspecialpatrolgroup</c:v>
                </c:pt>
                <c:pt idx="5681">
                  <c:v>shannon_the_great117</c:v>
                </c:pt>
                <c:pt idx="5682">
                  <c:v>shannonsuzannemartin</c:v>
                </c:pt>
                <c:pt idx="5683">
                  <c:v>shannonstonebutterfly</c:v>
                </c:pt>
                <c:pt idx="5684">
                  <c:v>shannonsmithretrospect</c:v>
                </c:pt>
                <c:pt idx="5685">
                  <c:v>shannonshutterbug917</c:v>
                </c:pt>
                <c:pt idx="5686">
                  <c:v>shannon_running_enemy</c:v>
                </c:pt>
                <c:pt idx="5687">
                  <c:v>shannon_ronnie_forever</c:v>
                </c:pt>
                <c:pt idx="5688">
                  <c:v>shannonredheadedbitch</c:v>
                </c:pt>
                <c:pt idx="5689">
                  <c:v>Shannon_notinterested</c:v>
                </c:pt>
                <c:pt idx="5690">
                  <c:v>shannonnicholethomas</c:v>
                </c:pt>
                <c:pt idx="5691">
                  <c:v>shannonletthemusicplay</c:v>
                </c:pt>
                <c:pt idx="5692">
                  <c:v>shannonleeannrummage</c:v>
                </c:pt>
                <c:pt idx="5693">
                  <c:v>shannon_kathleen_hudson</c:v>
                </c:pt>
                <c:pt idx="5694">
                  <c:v>shannonhollycoughlin</c:v>
                </c:pt>
                <c:pt idx="5695">
                  <c:v>shannon_hockeygirl33</c:v>
                </c:pt>
                <c:pt idx="5696">
                  <c:v>shannondevinbeccaellen</c:v>
                </c:pt>
                <c:pt idx="5697">
                  <c:v>shaniquavanda_salinas</c:v>
                </c:pt>
                <c:pt idx="5698">
                  <c:v>shaniqualovelinessheck</c:v>
                </c:pt>
                <c:pt idx="5699">
                  <c:v>shane_guitar_freak_loser</c:v>
                </c:pt>
                <c:pt idx="5700">
                  <c:v>shandra_live_life_love</c:v>
                </c:pt>
                <c:pt idx="5701">
                  <c:v>shana_the_next_top_model</c:v>
                </c:pt>
                <c:pt idx="5702">
                  <c:v>shanaandcliff4life0</c:v>
                </c:pt>
                <c:pt idx="5703">
                  <c:v>shampainplatinumbird</c:v>
                </c:pt>
                <c:pt idx="5704">
                  <c:v>shamgarblackmetal777</c:v>
                </c:pt>
                <c:pt idx="5705">
                  <c:v>shamed_into_solitude</c:v>
                </c:pt>
                <c:pt idx="5706">
                  <c:v>shallow_water_blackout</c:v>
                </c:pt>
                <c:pt idx="5707">
                  <c:v>shallowmissinterpretation</c:v>
                </c:pt>
                <c:pt idx="5708">
                  <c:v>shallow_and_abstruse</c:v>
                </c:pt>
                <c:pt idx="5709">
                  <c:v>shake_what_she_gave_you</c:v>
                </c:pt>
                <c:pt idx="5710">
                  <c:v>shake_that_moneymaker</c:v>
                </c:pt>
                <c:pt idx="5711">
                  <c:v>shake_off_the_ancient</c:v>
                </c:pt>
                <c:pt idx="5712">
                  <c:v>shakehandswithdanger</c:v>
                </c:pt>
                <c:pt idx="5713">
                  <c:v>shadyparkcuttrout4life</c:v>
                </c:pt>
                <c:pt idx="5714">
                  <c:v>shadyladiesburlesque</c:v>
                </c:pt>
                <c:pt idx="5715">
                  <c:v>shadowwrestlingfederation</c:v>
                </c:pt>
                <c:pt idx="5716">
                  <c:v>shadow_ultimatelifeform</c:v>
                </c:pt>
                <c:pt idx="5717">
                  <c:v>shadowtwilightswordmaster</c:v>
                </c:pt>
                <c:pt idx="5718">
                  <c:v>shadowtheswordslinger</c:v>
                </c:pt>
                <c:pt idx="5719">
                  <c:v>shadowthehedgehog123</c:v>
                </c:pt>
                <c:pt idx="5720">
                  <c:v>shadow_the_hedgehog_003</c:v>
                </c:pt>
                <c:pt idx="5721">
                  <c:v>shadow_the_dark_hedgehog</c:v>
                </c:pt>
                <c:pt idx="5722">
                  <c:v>shadowsway2deepthroat</c:v>
                </c:pt>
                <c:pt idx="5723">
                  <c:v>shadowsonthewall1031</c:v>
                </c:pt>
                <c:pt idx="5724">
                  <c:v>shadowsonthesidewalk</c:v>
                </c:pt>
                <c:pt idx="5725">
                  <c:v>shadowscapephotography</c:v>
                </c:pt>
                <c:pt idx="5726">
                  <c:v>shadowpuppetoblivion</c:v>
                </c:pt>
                <c:pt idx="5727">
                  <c:v>shadow_people_beware</c:v>
                </c:pt>
                <c:pt idx="5728">
                  <c:v>shadowmachinetheband</c:v>
                </c:pt>
                <c:pt idx="5729">
                  <c:v>shadowlordthedeathangel</c:v>
                </c:pt>
                <c:pt idx="5730">
                  <c:v>shadowlibraschoolgirl</c:v>
                </c:pt>
                <c:pt idx="5731">
                  <c:v>shadowheartscovenant</c:v>
                </c:pt>
                <c:pt idx="5732">
                  <c:v>shadowfloodphotography</c:v>
                </c:pt>
                <c:pt idx="5733">
                  <c:v>shadowfairywithscissors</c:v>
                </c:pt>
                <c:pt idx="5734">
                  <c:v>shadow_company_bravo</c:v>
                </c:pt>
                <c:pt idx="5735">
                  <c:v>shadowbane_nightwalker</c:v>
                </c:pt>
                <c:pt idx="5736">
                  <c:v>shade_beatboxing_prince</c:v>
                </c:pt>
                <c:pt idx="5737">
                  <c:v>shabachentertainment</c:v>
                </c:pt>
                <c:pt idx="5738">
                  <c:v>sexy_white_chocolate_9</c:v>
                </c:pt>
                <c:pt idx="5739">
                  <c:v>sexy_white_chocolate1207</c:v>
                </c:pt>
                <c:pt idx="5740">
                  <c:v>sexy_wetback_rip_macdre</c:v>
                </c:pt>
                <c:pt idx="5741">
                  <c:v>sexywakeboardingforce</c:v>
                </c:pt>
                <c:pt idx="5742">
                  <c:v>sexyveronicamartinez9</c:v>
                </c:pt>
                <c:pt idx="5743">
                  <c:v>sexy_trailer_park_4_life</c:v>
                </c:pt>
                <c:pt idx="5744">
                  <c:v>sexy_thing_over_here</c:v>
                </c:pt>
                <c:pt idx="5745">
                  <c:v>sexysweetheart154ever</c:v>
                </c:pt>
                <c:pt idx="5746">
                  <c:v>sexy_sweetbrown_eyedgirl</c:v>
                </c:pt>
                <c:pt idx="5747">
                  <c:v>sexysuefromkathmandu</c:v>
                </c:pt>
                <c:pt idx="5748">
                  <c:v>sexystrippingprincess13</c:v>
                </c:pt>
                <c:pt idx="5749">
                  <c:v>sexystripperkitten4life</c:v>
                </c:pt>
                <c:pt idx="5750">
                  <c:v>SEXYSTREETDANCEFEVER</c:v>
                </c:pt>
                <c:pt idx="5751">
                  <c:v>Sexy_Strawberry_Lady</c:v>
                </c:pt>
                <c:pt idx="5752">
                  <c:v>sexystrawberryblondeangel</c:v>
                </c:pt>
                <c:pt idx="5753">
                  <c:v>sexystraitoutthesouth</c:v>
                </c:pt>
                <c:pt idx="5754">
                  <c:v>sexystraightedgesister</c:v>
                </c:pt>
                <c:pt idx="5755">
                  <c:v>sexysouthsidehotbitch</c:v>
                </c:pt>
                <c:pt idx="5756">
                  <c:v>sexy_southern_girl831</c:v>
                </c:pt>
                <c:pt idx="5757">
                  <c:v>sexysoutherngirl8259</c:v>
                </c:pt>
                <c:pt idx="5758">
                  <c:v>sexysophisticatedsasha</c:v>
                </c:pt>
                <c:pt idx="5759">
                  <c:v>sexysinglebrunette001</c:v>
                </c:pt>
                <c:pt idx="5760">
                  <c:v>sexy_simptown_female</c:v>
                </c:pt>
                <c:pt idx="5761">
                  <c:v>sexy_silly_billy_sam</c:v>
                </c:pt>
                <c:pt idx="5762">
                  <c:v>sexy_sex_slave_4_fun</c:v>
                </c:pt>
                <c:pt idx="5763">
                  <c:v>sexysaucyplayboygirl1</c:v>
                </c:pt>
                <c:pt idx="5764">
                  <c:v>sexysaucychicagogirl</c:v>
                </c:pt>
                <c:pt idx="5765">
                  <c:v>sexy_sassy_untouchable</c:v>
                </c:pt>
                <c:pt idx="5766">
                  <c:v>sexysassysouthernbelle</c:v>
                </c:pt>
                <c:pt idx="5767">
                  <c:v>sexy_sassy_and_southern</c:v>
                </c:pt>
                <c:pt idx="5768">
                  <c:v>sexyrockstarbarbie019</c:v>
                </c:pt>
                <c:pt idx="5769">
                  <c:v>sexy_rich_london_babe</c:v>
                </c:pt>
                <c:pt idx="5770">
                  <c:v>sexyrednecksoccerfreak</c:v>
                </c:pt>
                <c:pt idx="5771">
                  <c:v>sexyredheadwithbabyblues4</c:v>
                </c:pt>
                <c:pt idx="5772">
                  <c:v>sexy_queen_bitch4life</c:v>
                </c:pt>
                <c:pt idx="5773">
                  <c:v>sexypurplecheerleader</c:v>
                </c:pt>
                <c:pt idx="5774">
                  <c:v>sexyprincessheather0</c:v>
                </c:pt>
                <c:pt idx="5775">
                  <c:v>SEXYPLATINUMBARBIEDOLL</c:v>
                </c:pt>
                <c:pt idx="5776">
                  <c:v>sexy_pirate_gurl_rox</c:v>
                </c:pt>
                <c:pt idx="5777">
                  <c:v>sexypinkicecreamtrucks</c:v>
                </c:pt>
                <c:pt idx="5778">
                  <c:v>sexypinkblondebitch9</c:v>
                </c:pt>
                <c:pt idx="5779">
                  <c:v>sexyphotographerchic</c:v>
                </c:pt>
                <c:pt idx="5780">
                  <c:v>sexypeoplearoundtheworld0</c:v>
                </c:pt>
                <c:pt idx="5781">
                  <c:v>sexypassionateparadise</c:v>
                </c:pt>
                <c:pt idx="5782">
                  <c:v>sexyonelinerguitarist</c:v>
                </c:pt>
                <c:pt idx="5783">
                  <c:v>sexymysterioussweety</c:v>
                </c:pt>
                <c:pt idx="5784">
                  <c:v>sexymissmontgomery09</c:v>
                </c:pt>
                <c:pt idx="5785">
                  <c:v>sexy_milky_chocolate</c:v>
                </c:pt>
                <c:pt idx="5786">
                  <c:v>sexymilkchocolate200</c:v>
                </c:pt>
                <c:pt idx="5787">
                  <c:v>sexymichellewastaken</c:v>
                </c:pt>
                <c:pt idx="5788">
                  <c:v>sexyman_woody_wood_pecker</c:v>
                </c:pt>
                <c:pt idx="5789">
                  <c:v>sexymansfieldshortstop89</c:v>
                </c:pt>
                <c:pt idx="5790">
                  <c:v>sexy_little_rap_lover</c:v>
                </c:pt>
                <c:pt idx="5791">
                  <c:v>sexy_little_blonde_259</c:v>
                </c:pt>
                <c:pt idx="5792">
                  <c:v>sexy_little_black_boy</c:v>
                </c:pt>
                <c:pt idx="5793">
                  <c:v>sexylittlebadassking125</c:v>
                </c:pt>
                <c:pt idx="5794">
                  <c:v>sexy_liteskinned_chick</c:v>
                </c:pt>
                <c:pt idx="5795">
                  <c:v>sexylilprincesscrystal</c:v>
                </c:pt>
                <c:pt idx="5796">
                  <c:v>sexy_lil_latina_01_10</c:v>
                </c:pt>
                <c:pt idx="5797">
                  <c:v>sexylilhollisterchick</c:v>
                </c:pt>
                <c:pt idx="5798">
                  <c:v>sexylilgirlfromsouthside</c:v>
                </c:pt>
                <c:pt idx="5799">
                  <c:v>sexylildiamondprincess</c:v>
                </c:pt>
                <c:pt idx="5800">
                  <c:v>sexy_lil_country_girl</c:v>
                </c:pt>
                <c:pt idx="5801">
                  <c:v>sexy_lil_brunette101</c:v>
                </c:pt>
                <c:pt idx="5802">
                  <c:v>sexylilangel_19_2005</c:v>
                </c:pt>
                <c:pt idx="5803">
                  <c:v>sexylightskinplussizechic</c:v>
                </c:pt>
                <c:pt idx="5804">
                  <c:v>sexylightskinnedangie</c:v>
                </c:pt>
                <c:pt idx="5805">
                  <c:v>sexylifesizebarbiedoll</c:v>
                </c:pt>
                <c:pt idx="5806">
                  <c:v>sexylatinadancercrystal</c:v>
                </c:pt>
                <c:pt idx="5807">
                  <c:v>sexyladywiththemprettygra</c:v>
                </c:pt>
                <c:pt idx="5808">
                  <c:v>sexy_jennifer_for_life</c:v>
                </c:pt>
                <c:pt idx="5809">
                  <c:v>sexy_innocent_gorgeous</c:v>
                </c:pt>
                <c:pt idx="5810">
                  <c:v>sexy_hottie_bitch_18</c:v>
                </c:pt>
                <c:pt idx="5811">
                  <c:v>sexy_hot_fucking_bitch</c:v>
                </c:pt>
                <c:pt idx="5812">
                  <c:v>sexy_horseback_rider</c:v>
                </c:pt>
                <c:pt idx="5813">
                  <c:v>sexyhollisterbrunette</c:v>
                </c:pt>
                <c:pt idx="5814">
                  <c:v>sexyhickfromthesticks</c:v>
                </c:pt>
                <c:pt idx="5815">
                  <c:v>sexyhazel_eyedtrackstar</c:v>
                </c:pt>
                <c:pt idx="5816">
                  <c:v>sexyguydownthestreet</c:v>
                </c:pt>
                <c:pt idx="5817">
                  <c:v>sexyguttajazzyprincess</c:v>
                </c:pt>
                <c:pt idx="5818">
                  <c:v>sexygurl579_brittney</c:v>
                </c:pt>
                <c:pt idx="5819">
                  <c:v>sexy_gold_dragon_1982</c:v>
                </c:pt>
                <c:pt idx="5820">
                  <c:v>sexy_girl_right_here</c:v>
                </c:pt>
                <c:pt idx="5821">
                  <c:v>sexygirlfromdownthestreet</c:v>
                </c:pt>
                <c:pt idx="5822">
                  <c:v>sexyfuturemillionaire</c:v>
                </c:pt>
                <c:pt idx="5823">
                  <c:v>sexy_florida_princess</c:v>
                </c:pt>
                <c:pt idx="5824">
                  <c:v>sexy_firefighter_gib</c:v>
                </c:pt>
                <c:pt idx="5825">
                  <c:v>sexyfakeblonde_beauty</c:v>
                </c:pt>
                <c:pt idx="5826">
                  <c:v>sexydivaforevaNalways</c:v>
                </c:pt>
                <c:pt idx="5827">
                  <c:v>sexydiamondprincess1</c:v>
                </c:pt>
                <c:pt idx="5828">
                  <c:v>sexycuttie_alexandra</c:v>
                </c:pt>
                <c:pt idx="5829">
                  <c:v>sexy_cutie_congenial</c:v>
                </c:pt>
                <c:pt idx="5830">
                  <c:v>sexy_country_gurl_22</c:v>
                </c:pt>
                <c:pt idx="5831">
                  <c:v>sexy_country_girl_200</c:v>
                </c:pt>
                <c:pt idx="5832">
                  <c:v>sexycountrygalcourtney</c:v>
                </c:pt>
                <c:pt idx="5833">
                  <c:v>sexy_contractor_but_taken</c:v>
                </c:pt>
                <c:pt idx="5834">
                  <c:v>sexy_conceited_bitch_9</c:v>
                </c:pt>
                <c:pt idx="5835">
                  <c:v>sexycolorfulbutterfly</c:v>
                </c:pt>
                <c:pt idx="5836">
                  <c:v>sexy_colombianita713</c:v>
                </c:pt>
                <c:pt idx="5837">
                  <c:v>sexy_chris_with_big_cock</c:v>
                </c:pt>
                <c:pt idx="5838">
                  <c:v>sexy_christina_smile</c:v>
                </c:pt>
                <c:pt idx="5839">
                  <c:v>sexychocolatepitbull</c:v>
                </c:pt>
                <c:pt idx="5840">
                  <c:v>sexychocolatepinklady1</c:v>
                </c:pt>
                <c:pt idx="5841">
                  <c:v>sexychocolateforever08</c:v>
                </c:pt>
                <c:pt idx="5842">
                  <c:v>sexychocolatebitch109</c:v>
                </c:pt>
                <c:pt idx="5843">
                  <c:v>sexychocolate_100percent</c:v>
                </c:pt>
                <c:pt idx="5844">
                  <c:v>sexychickfromcompton</c:v>
                </c:pt>
                <c:pt idx="5845">
                  <c:v>sexycheerleadingbitch</c:v>
                </c:pt>
                <c:pt idx="5846">
                  <c:v>sexy_brown_eyed_gurl09</c:v>
                </c:pt>
                <c:pt idx="5847">
                  <c:v>sexyblueeyedsoccerplayer</c:v>
                </c:pt>
                <c:pt idx="5848">
                  <c:v>sexyblueeyedbombshell</c:v>
                </c:pt>
                <c:pt idx="5849">
                  <c:v>sexyblackprincess3005</c:v>
                </c:pt>
                <c:pt idx="5850">
                  <c:v>sexybitch_rileysmith</c:v>
                </c:pt>
                <c:pt idx="5851">
                  <c:v>sexybitchincorporation</c:v>
                </c:pt>
                <c:pt idx="5852">
                  <c:v>sexybeastfromtactown1</c:v>
                </c:pt>
                <c:pt idx="5853">
                  <c:v>sexybeastcontacttables</c:v>
                </c:pt>
                <c:pt idx="5854">
                  <c:v>sexybasketballplaya14</c:v>
                </c:pt>
                <c:pt idx="5855">
                  <c:v>sexy_basketball_chick</c:v>
                </c:pt>
                <c:pt idx="5856">
                  <c:v>sexybasketballangel10</c:v>
                </c:pt>
                <c:pt idx="5857">
                  <c:v>sexybaseplayerskaterprep</c:v>
                </c:pt>
                <c:pt idx="5858">
                  <c:v>sexybaseballplayer10</c:v>
                </c:pt>
                <c:pt idx="5859">
                  <c:v>sexy_baseball_playa08</c:v>
                </c:pt>
                <c:pt idx="5860">
                  <c:v>sexybabymammatiggerfreak</c:v>
                </c:pt>
                <c:pt idx="5861">
                  <c:v>sexy_baby_gurl_742space</c:v>
                </c:pt>
                <c:pt idx="5862">
                  <c:v>sexy_ass_chocolate_female</c:v>
                </c:pt>
                <c:pt idx="5863">
                  <c:v>sexy_ass_bubble_butt</c:v>
                </c:pt>
                <c:pt idx="5864">
                  <c:v>sexyassbitchready2party</c:v>
                </c:pt>
                <c:pt idx="5865">
                  <c:v>sexyapplebottombitch</c:v>
                </c:pt>
                <c:pt idx="5866">
                  <c:v>sexy_angel_baby_gurl</c:v>
                </c:pt>
                <c:pt idx="5867">
                  <c:v>sexy_angel_amber_99</c:v>
                </c:pt>
                <c:pt idx="5868">
                  <c:v>sexyandsweetbabygirl</c:v>
                </c:pt>
                <c:pt idx="5869">
                  <c:v>sexyandarrogantbrother</c:v>
                </c:pt>
                <c:pt idx="5870">
                  <c:v>sexy3gothic2chris1hala</c:v>
                </c:pt>
                <c:pt idx="5871">
                  <c:v>sexwithmeinaredfrock</c:v>
                </c:pt>
                <c:pt idx="5872">
                  <c:v>sexwithbelugawhalesisfun</c:v>
                </c:pt>
                <c:pt idx="5873">
                  <c:v>sexualwhitechocolate420</c:v>
                </c:pt>
                <c:pt idx="5874">
                  <c:v>sexualwhitechocolate00</c:v>
                </c:pt>
                <c:pt idx="5875">
                  <c:v>sexual_transaction_fee</c:v>
                </c:pt>
                <c:pt idx="5876">
                  <c:v>sexualsuicide2abortion</c:v>
                </c:pt>
                <c:pt idx="5877">
                  <c:v>sexual_electric_blue</c:v>
                </c:pt>
                <c:pt idx="5878">
                  <c:v>sexualchocolatelincoln</c:v>
                </c:pt>
                <c:pt idx="5879">
                  <c:v>sexorangeanddingyboy</c:v>
                </c:pt>
                <c:pt idx="5880">
                  <c:v>sexmonkeyrecordlabel</c:v>
                </c:pt>
                <c:pt idx="5881">
                  <c:v>sexmachine123want2come</c:v>
                </c:pt>
                <c:pt idx="5882">
                  <c:v>sex_can_wait_masturbate</c:v>
                </c:pt>
                <c:pt idx="5883">
                  <c:v>sexcanwaitmasterbait</c:v>
                </c:pt>
                <c:pt idx="5884">
                  <c:v>sex_addict_from_hell</c:v>
                </c:pt>
                <c:pt idx="5885">
                  <c:v>sever_and_step_forward</c:v>
                </c:pt>
                <c:pt idx="5886">
                  <c:v>severaldifferentdogmen</c:v>
                </c:pt>
                <c:pt idx="5887">
                  <c:v>seventhsealstreetteam</c:v>
                </c:pt>
                <c:pt idx="5888">
                  <c:v>seventeenmotorsports</c:v>
                </c:pt>
                <c:pt idx="5889">
                  <c:v>sethlonghornwrestler</c:v>
                </c:pt>
                <c:pt idx="5890">
                  <c:v>server1pass_retrieve</c:v>
                </c:pt>
                <c:pt idx="5891">
                  <c:v>sertainlycanttouchthis</c:v>
                </c:pt>
                <c:pt idx="5892">
                  <c:v>seriously_whodoesthat</c:v>
                </c:pt>
                <c:pt idx="5893">
                  <c:v>seriously_nicole_murphy</c:v>
                </c:pt>
                <c:pt idx="5894">
                  <c:v>seriouslygoodlooking</c:v>
                </c:pt>
                <c:pt idx="5895">
                  <c:v>seriousinjurymayoccur</c:v>
                </c:pt>
                <c:pt idx="5896">
                  <c:v>seriousaboutthemusic</c:v>
                </c:pt>
                <c:pt idx="5897">
                  <c:v>serialkillercollection</c:v>
                </c:pt>
                <c:pt idx="5898">
                  <c:v>sergeant_the_chihuahua</c:v>
                </c:pt>
                <c:pt idx="5899">
                  <c:v>serenitypainteddeath</c:v>
                </c:pt>
                <c:pt idx="5900">
                  <c:v>serenityfrommassacre</c:v>
                </c:pt>
                <c:pt idx="5901">
                  <c:v>serenityelizabethblack</c:v>
                </c:pt>
                <c:pt idx="5902">
                  <c:v>serenitybeautypassion</c:v>
                </c:pt>
                <c:pt idx="5903">
                  <c:v>serendipitylemonseed</c:v>
                </c:pt>
                <c:pt idx="5904">
                  <c:v>seraphimamaranthdream</c:v>
                </c:pt>
                <c:pt idx="5905">
                  <c:v>sequelundefinedlegacy</c:v>
                </c:pt>
                <c:pt idx="5906">
                  <c:v>separatethechurchandskate</c:v>
                </c:pt>
                <c:pt idx="5907">
                  <c:v>sent_straight_from_heaven</c:v>
                </c:pt>
                <c:pt idx="5908">
                  <c:v>sentron_administration</c:v>
                </c:pt>
                <c:pt idx="5909">
                  <c:v>sentimental_old_fool</c:v>
                </c:pt>
                <c:pt idx="5910">
                  <c:v>sensitivesingersongwriter</c:v>
                </c:pt>
                <c:pt idx="5911">
                  <c:v>sensefailforblink182</c:v>
                </c:pt>
                <c:pt idx="5912">
                  <c:v>seniorprojectbassist</c:v>
                </c:pt>
                <c:pt idx="5913">
                  <c:v>sendtransmissioninterference</c:v>
                </c:pt>
                <c:pt idx="5914">
                  <c:v>sendmetomentalinstitution</c:v>
                </c:pt>
                <c:pt idx="5915">
                  <c:v>semisweetchocolate19</c:v>
                </c:pt>
                <c:pt idx="5916">
                  <c:v>Semi_Organized_Chaos</c:v>
                </c:pt>
                <c:pt idx="5917">
                  <c:v>seminolehighfootball</c:v>
                </c:pt>
                <c:pt idx="5918">
                  <c:v>sellerellarealtorshannon</c:v>
                </c:pt>
                <c:pt idx="5919">
                  <c:v>selftitledmanagement</c:v>
                </c:pt>
                <c:pt idx="5920">
                  <c:v>selftaughthumanindividual</c:v>
                </c:pt>
                <c:pt idx="5921">
                  <c:v>self_portrait_layout</c:v>
                </c:pt>
                <c:pt idx="5922">
                  <c:v>selfinterestcollective</c:v>
                </c:pt>
                <c:pt idx="5923">
                  <c:v>selfemployedmillionaire</c:v>
                </c:pt>
                <c:pt idx="5924">
                  <c:v>selfdestructivechild</c:v>
                </c:pt>
                <c:pt idx="5925">
                  <c:v>selfconsciousminority</c:v>
                </c:pt>
                <c:pt idx="5926">
                  <c:v>selfconclusionphotography</c:v>
                </c:pt>
                <c:pt idx="5927">
                  <c:v>seeyouspacecowboy210</c:v>
                </c:pt>
                <c:pt idx="5928">
                  <c:v>seethroughonlysometimes</c:v>
                </c:pt>
                <c:pt idx="5929">
                  <c:v>seerholethehomosexual</c:v>
                </c:pt>
                <c:pt idx="5930">
                  <c:v>seekingsomethinglost</c:v>
                </c:pt>
                <c:pt idx="5931">
                  <c:v>seekingrealestateinvestor</c:v>
                </c:pt>
                <c:pt idx="5932">
                  <c:v>seekingprincecharming</c:v>
                </c:pt>
                <c:pt idx="5933">
                  <c:v>seeingtheextraordinary</c:v>
                </c:pt>
                <c:pt idx="5934">
                  <c:v>seeingdestroyerandtheothercandle</c:v>
                </c:pt>
                <c:pt idx="5935">
                  <c:v>seductive_silhouette_kiss</c:v>
                </c:pt>
                <c:pt idx="5936">
                  <c:v>seductive_sexy_corona</c:v>
                </c:pt>
                <c:pt idx="5937">
                  <c:v>secsoutheastconnection</c:v>
                </c:pt>
                <c:pt idx="5938">
                  <c:v>secretwallskeepusalone</c:v>
                </c:pt>
                <c:pt idx="5939">
                  <c:v>secretsocietyclothing</c:v>
                </c:pt>
                <c:pt idx="5940">
                  <c:v>secretsideprojectleeds</c:v>
                </c:pt>
                <c:pt idx="5941">
                  <c:v>secret_service_community</c:v>
                </c:pt>
                <c:pt idx="5942">
                  <c:v>secret_penguin_society_</c:v>
                </c:pt>
                <c:pt idx="5943">
                  <c:v>secretgardensoundsystem</c:v>
                </c:pt>
                <c:pt idx="5944">
                  <c:v>secretbortschassociation</c:v>
                </c:pt>
                <c:pt idx="5945">
                  <c:v>secret_agent_man_007</c:v>
                </c:pt>
                <c:pt idx="5946">
                  <c:v>secret_agent_girl200</c:v>
                </c:pt>
                <c:pt idx="5947">
                  <c:v>secondtimearound250</c:v>
                </c:pt>
                <c:pt idx="5948">
                  <c:v>secondstringthirdfret</c:v>
                </c:pt>
                <c:pt idx="5949">
                  <c:v>secondplacevictory35</c:v>
                </c:pt>
                <c:pt idx="5950">
                  <c:v>secondhalf_soundsystem</c:v>
                </c:pt>
                <c:pt idx="5951">
                  <c:v>secondcomingclothing</c:v>
                </c:pt>
                <c:pt idx="5952">
                  <c:v>second_class_citizen1</c:v>
                </c:pt>
                <c:pt idx="5953">
                  <c:v>second_chance_financing</c:v>
                </c:pt>
                <c:pt idx="5954">
                  <c:v>secondchancechecking</c:v>
                </c:pt>
                <c:pt idx="5955">
                  <c:v>second2nonemusicgroup</c:v>
                </c:pt>
                <c:pt idx="5956">
                  <c:v>sebastianvanmanticore</c:v>
                </c:pt>
                <c:pt idx="5957">
                  <c:v>sebastiansummerknight</c:v>
                </c:pt>
                <c:pt idx="5958">
                  <c:v>sebastianinletsurfcamp</c:v>
                </c:pt>
                <c:pt idx="5959">
                  <c:v>sebastianguitaraddicted</c:v>
                </c:pt>
                <c:pt idx="5960">
                  <c:v>sebastianfallenangel</c:v>
                </c:pt>
                <c:pt idx="5961">
                  <c:v>sebastian1redcraving</c:v>
                </c:pt>
                <c:pt idx="5962">
                  <c:v>seaweedandchickensoup</c:v>
                </c:pt>
                <c:pt idx="5963">
                  <c:v>seattle_winter_paddling</c:v>
                </c:pt>
                <c:pt idx="5964">
                  <c:v>seattleporcelainveneer</c:v>
                </c:pt>
                <c:pt idx="5965">
                  <c:v>seattlegeneraldentist</c:v>
                </c:pt>
                <c:pt idx="5966">
                  <c:v>seattledentistdirectory</c:v>
                </c:pt>
                <c:pt idx="5967">
                  <c:v>seattlecriminalattorney</c:v>
                </c:pt>
                <c:pt idx="5968">
                  <c:v>seattlecosmeticdentist</c:v>
                </c:pt>
                <c:pt idx="5969">
                  <c:v>seattleatheistsmeetup</c:v>
                </c:pt>
                <c:pt idx="5970">
                  <c:v>seaside_restoration_house</c:v>
                </c:pt>
                <c:pt idx="5971">
                  <c:v>searchingforsomething111</c:v>
                </c:pt>
                <c:pt idx="5972">
                  <c:v>searching_for_santory</c:v>
                </c:pt>
                <c:pt idx="5973">
                  <c:v>searchingformyownspace</c:v>
                </c:pt>
                <c:pt idx="5974">
                  <c:v>searchingformybrother</c:v>
                </c:pt>
                <c:pt idx="5975">
                  <c:v>_searching_for_love_</c:v>
                </c:pt>
                <c:pt idx="5976">
                  <c:v>searchingfor__beauty</c:v>
                </c:pt>
                <c:pt idx="5977">
                  <c:v>searchingforapurpose</c:v>
                </c:pt>
                <c:pt idx="5978">
                  <c:v>searchingbasketballphoto</c:v>
                </c:pt>
                <c:pt idx="5979">
                  <c:v>searching_4_that_1_guy</c:v>
                </c:pt>
                <c:pt idx="5980">
                  <c:v>searching4somethingmore</c:v>
                </c:pt>
                <c:pt idx="5981">
                  <c:v>searching4margaritaville</c:v>
                </c:pt>
                <c:pt idx="5982">
                  <c:v>searchenginemarketing</c:v>
                </c:pt>
                <c:pt idx="5983">
                  <c:v>searchdestroyclothing</c:v>
                </c:pt>
                <c:pt idx="5984">
                  <c:v>seansucksonlythebiggest</c:v>
                </c:pt>
                <c:pt idx="5985">
                  <c:v>seanposey_thecutiepie</c:v>
                </c:pt>
                <c:pt idx="5986">
                  <c:v>sean_official_support</c:v>
                </c:pt>
                <c:pt idx="5987">
                  <c:v>seanmilligan_prepaidlegal</c:v>
                </c:pt>
                <c:pt idx="5988">
                  <c:v>seancarterphotography</c:v>
                </c:pt>
                <c:pt idx="5989">
                  <c:v>seallawnandgardencare</c:v>
                </c:pt>
                <c:pt idx="5990">
                  <c:v>seal_beach_waterpolo</c:v>
                </c:pt>
                <c:pt idx="5991">
                  <c:v>seabreeze_communitychurch</c:v>
                </c:pt>
                <c:pt idx="5992">
                  <c:v>scroungingforwhatsleft</c:v>
                </c:pt>
                <c:pt idx="5993">
                  <c:v>screwstonehardhitter</c:v>
                </c:pt>
                <c:pt idx="5994">
                  <c:v>screwmilkilldourbodygood</c:v>
                </c:pt>
                <c:pt idx="5995">
                  <c:v>screenwriting_genius</c:v>
                </c:pt>
                <c:pt idx="5996">
                  <c:v>scream_somethingbeautiful</c:v>
                </c:pt>
                <c:pt idx="5997">
                  <c:v>screamingmiketheband</c:v>
                </c:pt>
                <c:pt idx="5998">
                  <c:v>screaminglordbutchandhishowlingmonkeymen</c:v>
                </c:pt>
                <c:pt idx="5999">
                  <c:v>screamingintothevoid</c:v>
                </c:pt>
                <c:pt idx="6000">
                  <c:v>screamingfromtheashes</c:v>
                </c:pt>
                <c:pt idx="6001">
                  <c:v>screamingdragonproduction</c:v>
                </c:pt>
                <c:pt idx="6002">
                  <c:v>scream_from_the_abyss</c:v>
                </c:pt>
                <c:pt idx="6003">
                  <c:v>scream0your0heart0out</c:v>
                </c:pt>
                <c:pt idx="6004">
                  <c:v>scratchmastersavage1</c:v>
                </c:pt>
                <c:pt idx="6005">
                  <c:v>scrappy_the_racehorse</c:v>
                </c:pt>
                <c:pt idx="6006">
                  <c:v>scrap_metal_sculpture</c:v>
                </c:pt>
                <c:pt idx="6007">
                  <c:v>scraped_but_beautiful42</c:v>
                </c:pt>
                <c:pt idx="6008">
                  <c:v>scrapbookingprincess</c:v>
                </c:pt>
                <c:pt idx="6009">
                  <c:v>scrabble_over_and_out</c:v>
                </c:pt>
                <c:pt idx="6010">
                  <c:v>scrabblefivethousand</c:v>
                </c:pt>
                <c:pt idx="6011">
                  <c:v>scottsdaletravelingman</c:v>
                </c:pt>
                <c:pt idx="6012">
                  <c:v>scottishtemperedwoman</c:v>
                </c:pt>
                <c:pt idx="6013">
                  <c:v>scottishdrinkingteam</c:v>
                </c:pt>
                <c:pt idx="6014">
                  <c:v>scottiedoesntknowband</c:v>
                </c:pt>
                <c:pt idx="6015">
                  <c:v>scottie_doesnt_know_9</c:v>
                </c:pt>
                <c:pt idx="6016">
                  <c:v>scotthefalloutboyfan</c:v>
                </c:pt>
                <c:pt idx="6017">
                  <c:v>scorpionprincess4eva</c:v>
                </c:pt>
                <c:pt idx="6018">
                  <c:v>scorched_earth_erotica_</c:v>
                </c:pt>
                <c:pt idx="6019">
                  <c:v>scootmanmusicandsounddesign</c:v>
                </c:pt>
                <c:pt idx="6020">
                  <c:v>scooterandtheapplebottomtrio</c:v>
                </c:pt>
                <c:pt idx="6021">
                  <c:v>scobbandthepixiesticks</c:v>
                </c:pt>
                <c:pt idx="6022">
                  <c:v>scissorsistersbigfan</c:v>
                </c:pt>
                <c:pt idx="6023">
                  <c:v>scissorhappychic805</c:v>
                </c:pt>
                <c:pt idx="6024">
                  <c:v>scissorfistmagnethead</c:v>
                </c:pt>
                <c:pt idx="6025">
                  <c:v>scientologist_fanatic</c:v>
                </c:pt>
                <c:pt idx="6026">
                  <c:v>sciencefictionghetto</c:v>
                </c:pt>
                <c:pt idx="6027">
                  <c:v>schoolforimprovisationalmusic</c:v>
                </c:pt>
                <c:pt idx="6028">
                  <c:v>schoolboardincognito</c:v>
                </c:pt>
                <c:pt idx="6029">
                  <c:v>scenescreamphotography</c:v>
                </c:pt>
                <c:pt idx="6030">
                  <c:v>scenarioyouthtalkshow</c:v>
                </c:pt>
                <c:pt idx="6031">
                  <c:v>scarygarycradlefan4life</c:v>
                </c:pt>
                <c:pt idx="6032">
                  <c:v>scarrylayout_tester8</c:v>
                </c:pt>
                <c:pt idx="6033">
                  <c:v>scarlettjeanbeautyqueen</c:v>
                </c:pt>
                <c:pt idx="6034">
                  <c:v>scarletclothingcompany</c:v>
                </c:pt>
                <c:pt idx="6035">
                  <c:v>scarface_tonymontana</c:v>
                </c:pt>
                <c:pt idx="6036">
                  <c:v>say_when_michiganteam</c:v>
                </c:pt>
                <c:pt idx="6037">
                  <c:v>say_when_germanstreetteam</c:v>
                </c:pt>
                <c:pt idx="6038">
                  <c:v>saynotoanimalcruelty</c:v>
                </c:pt>
                <c:pt idx="6039">
                  <c:v>sayhellotoherlittlefriend</c:v>
                </c:pt>
                <c:pt idx="6040">
                  <c:v>saygoodnight_rockstar8289</c:v>
                </c:pt>
                <c:pt idx="6041">
                  <c:v>saygoodnightelizabeth</c:v>
                </c:pt>
                <c:pt idx="6042">
                  <c:v>savingcrimebeforebedtime</c:v>
                </c:pt>
                <c:pt idx="6043">
                  <c:v>saveyourfuckingbreath</c:v>
                </c:pt>
                <c:pt idx="6044">
                  <c:v>savewatershowertogether14</c:v>
                </c:pt>
                <c:pt idx="6045">
                  <c:v>save_water_drink_beer420</c:v>
                </c:pt>
                <c:pt idx="6046">
                  <c:v>savewater_drinkbeer1</c:v>
                </c:pt>
                <c:pt idx="6047">
                  <c:v>savetonightfightdawn</c:v>
                </c:pt>
                <c:pt idx="6048">
                  <c:v>savethehorserideacowboy</c:v>
                </c:pt>
                <c:pt idx="6049">
                  <c:v>savepacmanfromcanada</c:v>
                </c:pt>
                <c:pt idx="6050">
                  <c:v>save_our_wounded_hearts</c:v>
                </c:pt>
                <c:pt idx="6051">
                  <c:v>save_honeywell_college</c:v>
                </c:pt>
                <c:pt idx="6052">
                  <c:v>save_duke_and_grizzly</c:v>
                </c:pt>
                <c:pt idx="6053">
                  <c:v>saved_single_satisfied</c:v>
                </c:pt>
                <c:pt idx="6054">
                  <c:v>savanna_nicole_copeland</c:v>
                </c:pt>
                <c:pt idx="6055">
                  <c:v>savannahmightloveyou</c:v>
                </c:pt>
                <c:pt idx="6056">
                  <c:v>savannahmariemartinez</c:v>
                </c:pt>
                <c:pt idx="6057">
                  <c:v>savannahmaejordan2007</c:v>
                </c:pt>
                <c:pt idx="6058">
                  <c:v>savannahclaireforever</c:v>
                </c:pt>
                <c:pt idx="6059">
                  <c:v>savannahchristiansen</c:v>
                </c:pt>
                <c:pt idx="6060">
                  <c:v>savagewrestlingfederation</c:v>
                </c:pt>
                <c:pt idx="6061">
                  <c:v>savagethebodysnatcher</c:v>
                </c:pt>
                <c:pt idx="6062">
                  <c:v>sausage2waffle2bacon4eva</c:v>
                </c:pt>
                <c:pt idx="6063">
                  <c:v>saundra_pretty_smile</c:v>
                </c:pt>
                <c:pt idx="6064">
                  <c:v>saundersglovertribute</c:v>
                </c:pt>
                <c:pt idx="6065">
                  <c:v>saucyshakingproduction</c:v>
                </c:pt>
                <c:pt idx="6066">
                  <c:v>saucysexystylishnikki</c:v>
                </c:pt>
                <c:pt idx="6067">
                  <c:v>saucy_little_nibbler</c:v>
                </c:pt>
                <c:pt idx="6068">
                  <c:v>saucybossyextraflossy</c:v>
                </c:pt>
                <c:pt idx="6069">
                  <c:v>saturationpointmusic</c:v>
                </c:pt>
                <c:pt idx="6070">
                  <c:v>satellitetrendsignal</c:v>
                </c:pt>
                <c:pt idx="6071">
                  <c:v>satansicecreamtruck_</c:v>
                </c:pt>
                <c:pt idx="6072">
                  <c:v>satanicsexualpredator</c:v>
                </c:pt>
                <c:pt idx="6073">
                  <c:v>satanicknittinggroup</c:v>
                </c:pt>
                <c:pt idx="6074">
                  <c:v>satanicfetusmutilation</c:v>
                </c:pt>
                <c:pt idx="6075">
                  <c:v>satanicalkittylaughter</c:v>
                </c:pt>
                <c:pt idx="6076">
                  <c:v>sassy_the_good_angel</c:v>
                </c:pt>
                <c:pt idx="6077">
                  <c:v>sassy_southern_belle</c:v>
                </c:pt>
                <c:pt idx="6078">
                  <c:v>sassy_girl_21_2004yahoo</c:v>
                </c:pt>
                <c:pt idx="6079">
                  <c:v>sassybrowneyedgirl70</c:v>
                </c:pt>
                <c:pt idx="6080">
                  <c:v>sassy_ass_julie_anne</c:v>
                </c:pt>
                <c:pt idx="6081">
                  <c:v>sassy_and_sexy007210</c:v>
                </c:pt>
                <c:pt idx="6082">
                  <c:v>sashaloveyou98754321</c:v>
                </c:pt>
                <c:pt idx="6083">
                  <c:v>saschajacksolarmarch</c:v>
                </c:pt>
                <c:pt idx="6084">
                  <c:v>saschaandeliseowneveryone</c:v>
                </c:pt>
                <c:pt idx="6085">
                  <c:v>sarcastic_till_the_end</c:v>
                </c:pt>
                <c:pt idx="6086">
                  <c:v>sarcasticsoccergirl19</c:v>
                </c:pt>
                <c:pt idx="6087">
                  <c:v>sarcasticchunkymonkey</c:v>
                </c:pt>
                <c:pt idx="6088">
                  <c:v>sarcastic_and_cynicalkyle</c:v>
                </c:pt>
                <c:pt idx="6089">
                  <c:v>sarawhitneyhutchinson</c:v>
                </c:pt>
                <c:pt idx="6090">
                  <c:v>sara_the_lovestealer</c:v>
                </c:pt>
                <c:pt idx="6091">
                  <c:v>sara_marie_elizabeth_92</c:v>
                </c:pt>
                <c:pt idx="6092">
                  <c:v>sara_look_its_20_after_4</c:v>
                </c:pt>
                <c:pt idx="6093">
                  <c:v>sara_littledrummer_girl</c:v>
                </c:pt>
                <c:pt idx="6094">
                  <c:v>sarakillionspringfield</c:v>
                </c:pt>
                <c:pt idx="6095">
                  <c:v>sara_jean_underwood_fan</c:v>
                </c:pt>
                <c:pt idx="6096">
                  <c:v>sarah_your_one_and_only</c:v>
                </c:pt>
                <c:pt idx="6097">
                  <c:v>sarahwarriorprincess49</c:v>
                </c:pt>
                <c:pt idx="6098">
                  <c:v>sarahthefuckinggreat</c:v>
                </c:pt>
                <c:pt idx="6099">
                  <c:v>sarahtheballershotcaller</c:v>
                </c:pt>
                <c:pt idx="6100">
                  <c:v>sarahsoon2begraybeal</c:v>
                </c:pt>
                <c:pt idx="6101">
                  <c:v>sarahsonlinebabyshower</c:v>
                </c:pt>
                <c:pt idx="6102">
                  <c:v>sarah_natural_brunette</c:v>
                </c:pt>
                <c:pt idx="6103">
                  <c:v>sarahmadethisforme1290</c:v>
                </c:pt>
                <c:pt idx="6104">
                  <c:v>sarahleefromsouthwest</c:v>
                </c:pt>
                <c:pt idx="6105">
                  <c:v>sarahjessicaparkerfan</c:v>
                </c:pt>
                <c:pt idx="6106">
                  <c:v>sarahjanewilsonmusic</c:v>
                </c:pt>
                <c:pt idx="6107">
                  <c:v>sarah_jane_elisha_vernon</c:v>
                </c:pt>
                <c:pt idx="6108">
                  <c:v>sarahfromthelabyrinth</c:v>
                </c:pt>
                <c:pt idx="6109">
                  <c:v>sarah_friggin_wallis</c:v>
                </c:pt>
                <c:pt idx="6110">
                  <c:v>sarahelizabethbarker</c:v>
                </c:pt>
                <c:pt idx="6111">
                  <c:v>SarahElizabethAnne2007</c:v>
                </c:pt>
                <c:pt idx="6112">
                  <c:v>sarahcatherineheartsyou</c:v>
                </c:pt>
                <c:pt idx="6113">
                  <c:v>sarahbonthemicrophone</c:v>
                </c:pt>
                <c:pt idx="6114">
                  <c:v>sarahbearlivelaughlove</c:v>
                </c:pt>
                <c:pt idx="6115">
                  <c:v>sarah_batterypower_murray</c:v>
                </c:pt>
                <c:pt idx="6116">
                  <c:v>sarahandwilljune202009</c:v>
                </c:pt>
                <c:pt idx="6117">
                  <c:v>sarah_and_tiesha_cooper</c:v>
                </c:pt>
                <c:pt idx="6118">
                  <c:v>sarah_and_danny_forever</c:v>
                </c:pt>
                <c:pt idx="6119">
                  <c:v>sarah34punkrockchic34</c:v>
                </c:pt>
                <c:pt idx="6120">
                  <c:v>sarafuckingvengeance</c:v>
                </c:pt>
                <c:pt idx="6121">
                  <c:v>sara_elizabeth_chadburn</c:v>
                </c:pt>
                <c:pt idx="6122">
                  <c:v>saraclairehalfmarathon</c:v>
                </c:pt>
                <c:pt idx="6123">
                  <c:v>saraandjulialovetanya</c:v>
                </c:pt>
                <c:pt idx="6124">
                  <c:v>sara_and_her_massager</c:v>
                </c:pt>
                <c:pt idx="6125">
                  <c:v>sara333youforever101</c:v>
                </c:pt>
                <c:pt idx="6126">
                  <c:v>sappy_lil_love_puppy</c:v>
                </c:pt>
                <c:pt idx="6127">
                  <c:v>sapphire_flamealchemist</c:v>
                </c:pt>
                <c:pt idx="6128">
                  <c:v>sapphire_eyed_sweetie</c:v>
                </c:pt>
                <c:pt idx="6129">
                  <c:v>santanaonefortysecond</c:v>
                </c:pt>
                <c:pt idx="6130">
                  <c:v>SANTANAFREEPORTSOHALLA</c:v>
                </c:pt>
                <c:pt idx="6131">
                  <c:v>sanity_under_construction</c:v>
                </c:pt>
                <c:pt idx="6132">
                  <c:v>sanityliteralprofanity</c:v>
                </c:pt>
                <c:pt idx="6133">
                  <c:v>sangerhighschooljazzband</c:v>
                </c:pt>
                <c:pt idx="6134">
                  <c:v>sandwichfromtheghetto</c:v>
                </c:pt>
                <c:pt idx="6135">
                  <c:v>sandradavidphotography</c:v>
                </c:pt>
                <c:pt idx="6136">
                  <c:v>sandra_aka_sadgirl1</c:v>
                </c:pt>
                <c:pt idx="6137">
                  <c:v>sandie_the_temptress</c:v>
                </c:pt>
                <c:pt idx="6138">
                  <c:v>sandiegosnumberonerealtor</c:v>
                </c:pt>
                <c:pt idx="6139">
                  <c:v>sanctuarysoundstudio</c:v>
                </c:pt>
                <c:pt idx="6140">
                  <c:v>samwise_the_bold_punisher</c:v>
                </c:pt>
                <c:pt idx="6141">
                  <c:v>sam_where_you_belong</c:v>
                </c:pt>
                <c:pt idx="6142">
                  <c:v>samuraijackleanproduction</c:v>
                </c:pt>
                <c:pt idx="6143">
                  <c:v>sam_the_football_dude</c:v>
                </c:pt>
                <c:pt idx="6144">
                  <c:v>samsonlittlegreenfriend</c:v>
                </c:pt>
                <c:pt idx="6145">
                  <c:v>samslamthebackdoorman</c:v>
                </c:pt>
                <c:pt idx="6146">
                  <c:v>sammy_the_frogprincess</c:v>
                </c:pt>
                <c:pt idx="6147">
                  <c:v>sammy_live_laugh_love</c:v>
                </c:pt>
                <c:pt idx="6148">
                  <c:v>sammy_life_love_death</c:v>
                </c:pt>
                <c:pt idx="6149">
                  <c:v>sammykayfromthemilkyway</c:v>
                </c:pt>
                <c:pt idx="6150">
                  <c:v>sammydoodlebug4life14</c:v>
                </c:pt>
                <c:pt idx="6151">
                  <c:v>sammy_dirty_little_thing</c:v>
                </c:pt>
                <c:pt idx="6152">
                  <c:v>sammyclarkdrumproject</c:v>
                </c:pt>
                <c:pt idx="6153">
                  <c:v>sammotherfuckinghoward</c:v>
                </c:pt>
                <c:pt idx="6154">
                  <c:v>samemandifferentlife</c:v>
                </c:pt>
                <c:pt idx="6155">
                  <c:v>samecrapdifferentday</c:v>
                </c:pt>
                <c:pt idx="6156">
                  <c:v>samebrainfiggyandalex</c:v>
                </c:pt>
                <c:pt idx="6157">
                  <c:v>samcollettemcdonough</c:v>
                </c:pt>
                <c:pt idx="6158">
                  <c:v>samanthathegoodwitch</c:v>
                </c:pt>
                <c:pt idx="6159">
                  <c:v>samanthathebrokenangel</c:v>
                </c:pt>
                <c:pt idx="6160">
                  <c:v>samanthathebeautiful</c:v>
                </c:pt>
                <c:pt idx="6161">
                  <c:v>samantha_paige_woodward</c:v>
                </c:pt>
                <c:pt idx="6162">
                  <c:v>samanthalouiseelizabeth</c:v>
                </c:pt>
                <c:pt idx="6163">
                  <c:v>samanthaleiannamarie</c:v>
                </c:pt>
                <c:pt idx="6164">
                  <c:v>samantha_julia_marissa_18</c:v>
                </c:pt>
                <c:pt idx="6165">
                  <c:v>samantha_hockeychick08</c:v>
                </c:pt>
                <c:pt idx="6166">
                  <c:v>samanthaheartsdanielle</c:v>
                </c:pt>
                <c:pt idx="6167">
                  <c:v>samantha_gray_animalover</c:v>
                </c:pt>
                <c:pt idx="6168">
                  <c:v>samanthafreakingellen</c:v>
                </c:pt>
                <c:pt idx="6169">
                  <c:v>samanthaforeverandaday</c:v>
                </c:pt>
                <c:pt idx="6170">
                  <c:v>samantha_felicia_evans</c:v>
                </c:pt>
                <c:pt idx="6171">
                  <c:v>samantha_ellison2010</c:v>
                </c:pt>
                <c:pt idx="6172">
                  <c:v>samantha_drake_morgan</c:v>
                </c:pt>
                <c:pt idx="6173">
                  <c:v>samanthacrazyforscottie</c:v>
                </c:pt>
                <c:pt idx="6174">
                  <c:v>samanthacarolynclark</c:v>
                </c:pt>
                <c:pt idx="6175">
                  <c:v>samantha_ann_robinson</c:v>
                </c:pt>
                <c:pt idx="6176">
                  <c:v>samantha_ann_goff200</c:v>
                </c:pt>
                <c:pt idx="6177">
                  <c:v>samanthaanddaleforever</c:v>
                </c:pt>
                <c:pt idx="6178">
                  <c:v>samanthaamberstanley</c:v>
                </c:pt>
                <c:pt idx="6179">
                  <c:v>sam42worlddomination</c:v>
                </c:pt>
                <c:pt idx="6180">
                  <c:v>salvetricolorpaulista</c:v>
                </c:pt>
                <c:pt idx="6181">
                  <c:v>salvationcomesourway</c:v>
                </c:pt>
                <c:pt idx="6182">
                  <c:v>saltwaterfishingokinawa</c:v>
                </c:pt>
                <c:pt idx="6183">
                  <c:v>saltvillefirefighter</c:v>
                </c:pt>
                <c:pt idx="6184">
                  <c:v>Sal_The_Silly_Sailor</c:v>
                </c:pt>
                <c:pt idx="6185">
                  <c:v>sally_jesse_raffle_ticket</c:v>
                </c:pt>
                <c:pt idx="6186">
                  <c:v>sallycupcakesandliana</c:v>
                </c:pt>
                <c:pt idx="6187">
                  <c:v>salinaelizabeth_baby</c:v>
                </c:pt>
                <c:pt idx="6188">
                  <c:v>salemorchidofficialband</c:v>
                </c:pt>
                <c:pt idx="6189">
                  <c:v>saladdaydeathbedmotorcade</c:v>
                </c:pt>
                <c:pt idx="6190">
                  <c:v>salaciouslysweetdeedee</c:v>
                </c:pt>
                <c:pt idx="6191">
                  <c:v>sakura_victoria_morgan</c:v>
                </c:pt>
                <c:pt idx="6192">
                  <c:v>sakurastrongandsmart</c:v>
                </c:pt>
                <c:pt idx="6193">
                  <c:v>sakura_sauce_kay_love</c:v>
                </c:pt>
                <c:pt idx="6194">
                  <c:v>sakuraeverlastingkiss</c:v>
                </c:pt>
                <c:pt idx="6195">
                  <c:v>saintmarysyouthgroup</c:v>
                </c:pt>
                <c:pt idx="6196">
                  <c:v>sain_but_really_special</c:v>
                </c:pt>
                <c:pt idx="6197">
                  <c:v>sagittarius_kick_ass88</c:v>
                </c:pt>
                <c:pt idx="6198">
                  <c:v>sagittariusbabygurl100</c:v>
                </c:pt>
                <c:pt idx="6199">
                  <c:v>sagittariusbabygurl10</c:v>
                </c:pt>
                <c:pt idx="6200">
                  <c:v>saginaw_marching_band</c:v>
                </c:pt>
                <c:pt idx="6201">
                  <c:v>safarigirlgonewilder</c:v>
                </c:pt>
                <c:pt idx="6202">
                  <c:v>sadsongsandfairytales</c:v>
                </c:pt>
                <c:pt idx="6203">
                  <c:v>sadness_pain_hate_anger</c:v>
                </c:pt>
                <c:pt idx="6204">
                  <c:v>sadlifethatyoulivebitch</c:v>
                </c:pt>
                <c:pt idx="6205">
                  <c:v>sadclownentertainment</c:v>
                </c:pt>
                <c:pt idx="6206">
                  <c:v>sactownbutterflygirl2005</c:v>
                </c:pt>
                <c:pt idx="6207">
                  <c:v>sacredhistorymagazine</c:v>
                </c:pt>
                <c:pt idx="6208">
                  <c:v>sacredgroundministry</c:v>
                </c:pt>
                <c:pt idx="6209">
                  <c:v>sacramentostripperclass</c:v>
                </c:pt>
                <c:pt idx="6210">
                  <c:v>sabrina_good_charlotte</c:v>
                </c:pt>
                <c:pt idx="6211">
                  <c:v>sabrina_aka_tink_lover</c:v>
                </c:pt>
                <c:pt idx="6212">
                  <c:v>saajuniorclasstalent</c:v>
                </c:pt>
                <c:pt idx="6213">
                  <c:v>ruthless_thug_4_life</c:v>
                </c:pt>
                <c:pt idx="6214">
                  <c:v>ruthiemelaniedianamartin</c:v>
                </c:pt>
                <c:pt idx="6215">
                  <c:v>ruthie_from_the_block</c:v>
                </c:pt>
                <c:pt idx="6216">
                  <c:v>rustyandchuckforever</c:v>
                </c:pt>
                <c:pt idx="6217">
                  <c:v>rustburgultimateclub</c:v>
                </c:pt>
                <c:pt idx="6218">
                  <c:v>russellandpaula4ever</c:v>
                </c:pt>
                <c:pt idx="6219">
                  <c:v>rupturedsurroundsound</c:v>
                </c:pt>
                <c:pt idx="6220">
                  <c:v>runyamoufentertainment</c:v>
                </c:pt>
                <c:pt idx="6221">
                  <c:v>runthatshitfasthello</c:v>
                </c:pt>
                <c:pt idx="6222">
                  <c:v>runninonfaithquartet</c:v>
                </c:pt>
                <c:pt idx="6223">
                  <c:v>running_with_scissors</c:v>
                </c:pt>
                <c:pt idx="6224">
                  <c:v>runningwithscissors555</c:v>
                </c:pt>
                <c:pt idx="6225">
                  <c:v>running_with_scissors41</c:v>
                </c:pt>
                <c:pt idx="6226">
                  <c:v>runningwithscissors29</c:v>
                </c:pt>
                <c:pt idx="6227">
                  <c:v>runningwithscissors248</c:v>
                </c:pt>
                <c:pt idx="6228">
                  <c:v>runningwithscissors100</c:v>
                </c:pt>
                <c:pt idx="6229">
                  <c:v>runningwith_scissors</c:v>
                </c:pt>
                <c:pt idx="6230">
                  <c:v>runningtowardthehorizon</c:v>
                </c:pt>
                <c:pt idx="6231">
                  <c:v>running_though_the_night</c:v>
                </c:pt>
                <c:pt idx="6232">
                  <c:v>runningrazorbackbelle</c:v>
                </c:pt>
                <c:pt idx="6233">
                  <c:v>runningmantwentythree</c:v>
                </c:pt>
                <c:pt idx="6234">
                  <c:v>runningmanlayoutpreview5</c:v>
                </c:pt>
                <c:pt idx="6235">
                  <c:v>runningfromthisnightmare</c:v>
                </c:pt>
                <c:pt idx="6236">
                  <c:v>runningfromthehideaway</c:v>
                </c:pt>
                <c:pt idx="6237">
                  <c:v>runningfromreality75</c:v>
                </c:pt>
                <c:pt idx="6238">
                  <c:v>running_for_the_love</c:v>
                </c:pt>
                <c:pt idx="6239">
                  <c:v>runningandjumping101</c:v>
                </c:pt>
                <c:pt idx="6240">
                  <c:v>runnerrebbel_stunner</c:v>
                </c:pt>
                <c:pt idx="6241">
                  <c:v>run_its_the_forehead</c:v>
                </c:pt>
                <c:pt idx="6242">
                  <c:v>runescapewarrior93999</c:v>
                </c:pt>
                <c:pt idx="6243">
                  <c:v>runescape_super_clan</c:v>
                </c:pt>
                <c:pt idx="6244">
                  <c:v>runescape_punisher545</c:v>
                </c:pt>
                <c:pt idx="6245">
                  <c:v>runescapemaster115011</c:v>
                </c:pt>
                <c:pt idx="6246">
                  <c:v>rumpusroomsoundsystem</c:v>
                </c:pt>
                <c:pt idx="6247">
                  <c:v>rule_the_world_with_love</c:v>
                </c:pt>
                <c:pt idx="6248">
                  <c:v>rulenumberseventysix</c:v>
                </c:pt>
                <c:pt idx="6249">
                  <c:v>rugby_takingbacksunday</c:v>
                </c:pt>
                <c:pt idx="6250">
                  <c:v>rufftownentertainment</c:v>
                </c:pt>
                <c:pt idx="6251">
                  <c:v>rubyrosethepimperish</c:v>
                </c:pt>
                <c:pt idx="6252">
                  <c:v>ruby_red_cherry_drop</c:v>
                </c:pt>
                <c:pt idx="6253">
                  <c:v>ruby_love_anderson_cooper</c:v>
                </c:pt>
                <c:pt idx="6254">
                  <c:v>rubbish_filter_system</c:v>
                </c:pt>
                <c:pt idx="6255">
                  <c:v>rubberduckiechick2992</c:v>
                </c:pt>
                <c:pt idx="6256">
                  <c:v>rubber_chicken_sebastian</c:v>
                </c:pt>
                <c:pt idx="6257">
                  <c:v>rubberchickeninvasion</c:v>
                </c:pt>
                <c:pt idx="6258">
                  <c:v>rubberchickenfactory</c:v>
                </c:pt>
                <c:pt idx="6259">
                  <c:v>rubberchickenexperiment</c:v>
                </c:pt>
                <c:pt idx="6260">
                  <c:v>royalunderscoreknight</c:v>
                </c:pt>
                <c:pt idx="6261">
                  <c:v>royalsocietyclothing</c:v>
                </c:pt>
                <c:pt idx="6262">
                  <c:v>royalequestriancenter</c:v>
                </c:pt>
                <c:pt idx="6263">
                  <c:v>roxy_the_tragic_rabbit</c:v>
                </c:pt>
                <c:pt idx="6264">
                  <c:v>roxysnowboarder80201</c:v>
                </c:pt>
                <c:pt idx="6265">
                  <c:v>roxy_single_babygurl</c:v>
                </c:pt>
                <c:pt idx="6266">
                  <c:v>roxyprincessstephanie</c:v>
                </c:pt>
                <c:pt idx="6267">
                  <c:v>roxy_girl_billabong_21</c:v>
                </c:pt>
                <c:pt idx="6268">
                  <c:v>roxtract_orange_county</c:v>
                </c:pt>
                <c:pt idx="6269">
                  <c:v>roxburypurplehazeunit</c:v>
                </c:pt>
                <c:pt idx="6270">
                  <c:v>roxanneroxieroxybabe</c:v>
                </c:pt>
                <c:pt idx="6271">
                  <c:v>RoxanneElizabethSalinas</c:v>
                </c:pt>
                <c:pt idx="6272">
                  <c:v>roxanneallaboutyouband</c:v>
                </c:pt>
                <c:pt idx="6273">
                  <c:v>rowan_mayfair_vampire</c:v>
                </c:pt>
                <c:pt idx="6274">
                  <c:v>roundupcountrywestern</c:v>
                </c:pt>
                <c:pt idx="6275">
                  <c:v>roundtableconflictmusic</c:v>
                </c:pt>
                <c:pt idx="6276">
                  <c:v>roughsexmakethathurt99</c:v>
                </c:pt>
                <c:pt idx="6277">
                  <c:v>rotten_spoiled_princess</c:v>
                </c:pt>
                <c:pt idx="6278">
                  <c:v>rotaryexperimentseven</c:v>
                </c:pt>
                <c:pt idx="6279">
                  <c:v>roswell_chris_miller</c:v>
                </c:pt>
                <c:pt idx="6280">
                  <c:v>ross_volleyballchick_44</c:v>
                </c:pt>
                <c:pt idx="6281">
                  <c:v>rossparallaxphotoweb</c:v>
                </c:pt>
                <c:pt idx="6282">
                  <c:v>rosshopkins_greenock</c:v>
                </c:pt>
                <c:pt idx="6283">
                  <c:v>rossandchrisareamazing</c:v>
                </c:pt>
                <c:pt idx="6284">
                  <c:v>rosesfromtheconcrete</c:v>
                </c:pt>
                <c:pt idx="6285">
                  <c:v>roses_die__eventually</c:v>
                </c:pt>
                <c:pt idx="6286">
                  <c:v>rose_ruby_sexy_woman</c:v>
                </c:pt>
                <c:pt idx="6287">
                  <c:v>rosegordonphotography</c:v>
                </c:pt>
                <c:pt idx="6288">
                  <c:v>rosefamilyforeverbaby</c:v>
                </c:pt>
                <c:pt idx="6289">
                  <c:v>rosecityaudio_electronics</c:v>
                </c:pt>
                <c:pt idx="6290">
                  <c:v>rosebud_twinkle_star</c:v>
                </c:pt>
                <c:pt idx="6291">
                  <c:v>roscoe_the_traveling_bear</c:v>
                </c:pt>
                <c:pt idx="6292">
                  <c:v>rosanna_she_ran_away</c:v>
                </c:pt>
                <c:pt idx="6293">
                  <c:v>roryoneillphotography</c:v>
                </c:pt>
                <c:pt idx="6294">
                  <c:v>roosterofficialmusic</c:v>
                </c:pt>
                <c:pt idx="6295">
                  <c:v>ronnie_realistictattoo</c:v>
                </c:pt>
                <c:pt idx="6296">
                  <c:v>rondotowarddestruction</c:v>
                </c:pt>
                <c:pt idx="6297">
                  <c:v>ron_burgundy_anchorman</c:v>
                </c:pt>
                <c:pt idx="6298">
                  <c:v>romulus_the_dark_god</c:v>
                </c:pt>
                <c:pt idx="6299">
                  <c:v>romantic_country_guy</c:v>
                </c:pt>
                <c:pt idx="6300">
                  <c:v>romantic_college_guy</c:v>
                </c:pt>
                <c:pt idx="6301">
                  <c:v>romantically_relaxed_boy</c:v>
                </c:pt>
                <c:pt idx="6302">
                  <c:v>romance_love_heartbreak</c:v>
                </c:pt>
                <c:pt idx="6303">
                  <c:v>rolltidewillienelson</c:v>
                </c:pt>
                <c:pt idx="6304">
                  <c:v>rollinwiththesafetyoff</c:v>
                </c:pt>
                <c:pt idx="6305">
                  <c:v>rollingthunderdrumline</c:v>
                </c:pt>
                <c:pt idx="6306">
                  <c:v>roll_film_speed_action</c:v>
                </c:pt>
                <c:pt idx="6307">
                  <c:v>roller_skating_angel</c:v>
                </c:pt>
                <c:pt idx="6308">
                  <c:v>rollergirlmisstsunami</c:v>
                </c:pt>
                <c:pt idx="6309">
                  <c:v>roll_another_blunt_420</c:v>
                </c:pt>
                <c:pt idx="6310">
                  <c:v>roleplayingcodymartin</c:v>
                </c:pt>
                <c:pt idx="6311">
                  <c:v>roleplayer_person_rox</c:v>
                </c:pt>
                <c:pt idx="6312">
                  <c:v>roleplayerjessicaalba</c:v>
                </c:pt>
                <c:pt idx="6313">
                  <c:v>roleplaychickforlife</c:v>
                </c:pt>
                <c:pt idx="6314">
                  <c:v>roguevalleyunderground</c:v>
                </c:pt>
                <c:pt idx="6315">
                  <c:v>rogue_slayer_firecracker</c:v>
                </c:pt>
                <c:pt idx="6316">
                  <c:v>rogerwillalwaysloveyou</c:v>
                </c:pt>
                <c:pt idx="6317">
                  <c:v>rogerstanleeexperience</c:v>
                </c:pt>
                <c:pt idx="6318">
                  <c:v>rogerhickeyproduction</c:v>
                </c:pt>
                <c:pt idx="6319">
                  <c:v>rodriguezfamilyreunion</c:v>
                </c:pt>
                <c:pt idx="6320">
                  <c:v>rodriguez_art_studio</c:v>
                </c:pt>
                <c:pt idx="6321">
                  <c:v>rode_short_bus_yellow</c:v>
                </c:pt>
                <c:pt idx="6322">
                  <c:v>rodeocowgirl9newyork</c:v>
                </c:pt>
                <c:pt idx="6323">
                  <c:v>rocky_the_bearded_dragon</c:v>
                </c:pt>
                <c:pt idx="6324">
                  <c:v>rockyourworld_malena</c:v>
                </c:pt>
                <c:pt idx="6325">
                  <c:v>rockymountainwildlifephot</c:v>
                </c:pt>
                <c:pt idx="6326">
                  <c:v>rocky_mountain_oyster_boy</c:v>
                </c:pt>
                <c:pt idx="6327">
                  <c:v>rockyhorrorpicturebabe</c:v>
                </c:pt>
                <c:pt idx="6328">
                  <c:v>rockwithshootthebreeze</c:v>
                </c:pt>
                <c:pt idx="6329">
                  <c:v>rocktheengagementparty</c:v>
                </c:pt>
                <c:pt idx="6330">
                  <c:v>rockstarprincess2021</c:v>
                </c:pt>
                <c:pt idx="6331">
                  <c:v>rockstar.photographer</c:v>
                </c:pt>
                <c:pt idx="6332">
                  <c:v>rockstar-photographer</c:v>
                </c:pt>
                <c:pt idx="6333">
                  <c:v>rockstar_guitarist_mark</c:v>
                </c:pt>
                <c:pt idx="6334">
                  <c:v>rockstar_entertainment</c:v>
                </c:pt>
                <c:pt idx="6335">
                  <c:v>rock_solid_cheer_chick</c:v>
                </c:pt>
                <c:pt idx="6336">
                  <c:v>rockprincesschickthingy</c:v>
                </c:pt>
                <c:pt idx="6337">
                  <c:v>rockphonicmanagement</c:v>
                </c:pt>
                <c:pt idx="6338">
                  <c:v>rockpaperscissorsmusic</c:v>
                </c:pt>
                <c:pt idx="6339">
                  <c:v>rock_paper_scissors_</c:v>
                </c:pt>
                <c:pt idx="6340">
                  <c:v>rockpaperscissormusic</c:v>
                </c:pt>
                <c:pt idx="6341">
                  <c:v>rock_metal_punk_love</c:v>
                </c:pt>
                <c:pt idx="6342">
                  <c:v>rocking_wit_the_best</c:v>
                </c:pt>
                <c:pt idx="6343">
                  <c:v>rocking_till_midnight</c:v>
                </c:pt>
                <c:pt idx="6344">
                  <c:v>rocking_marty_gabstein</c:v>
                </c:pt>
                <c:pt idx="6345">
                  <c:v>rockinghorsewinner49</c:v>
                </c:pt>
                <c:pt idx="6346">
                  <c:v>rocking_for_the_world</c:v>
                </c:pt>
                <c:pt idx="6347">
                  <c:v>rocking_electro_girl</c:v>
                </c:pt>
                <c:pt idx="6348">
                  <c:v>rockingchairconvention</c:v>
                </c:pt>
                <c:pt idx="6349">
                  <c:v>rockgeorgecircleshirt</c:v>
                </c:pt>
                <c:pt idx="6350">
                  <c:v>rockford_rockbilly_rebel</c:v>
                </c:pt>
                <c:pt idx="6351">
                  <c:v>rocketshipplayground</c:v>
                </c:pt>
                <c:pt idx="6352">
                  <c:v>rocketscientistblonde</c:v>
                </c:pt>
                <c:pt idx="6353">
                  <c:v>rocketrosiemoonshine</c:v>
                </c:pt>
                <c:pt idx="6354">
                  <c:v>rocketman_now_neurologist</c:v>
                </c:pt>
                <c:pt idx="6355">
                  <c:v>rocketfuel_malt_liquor</c:v>
                </c:pt>
                <c:pt idx="6356">
                  <c:v>rockerstatusclothing</c:v>
                </c:pt>
                <c:pt idx="6357">
                  <c:v>rockerskaterchick007</c:v>
                </c:pt>
                <c:pt idx="6358">
                  <c:v>rocker_party_girl_holly</c:v>
                </c:pt>
                <c:pt idx="6359">
                  <c:v>rocker_inside_and_out</c:v>
                </c:pt>
                <c:pt idx="6360">
                  <c:v>rocker_harry_potter_fan</c:v>
                </c:pt>
                <c:pt idx="6361">
                  <c:v>rockerchick_ballerina</c:v>
                </c:pt>
                <c:pt idx="6362">
                  <c:v>rockercaboodledoodle</c:v>
                </c:pt>
                <c:pt idx="6363">
                  <c:v>rock_creek_hell_raiser</c:v>
                </c:pt>
                <c:pt idx="6364">
                  <c:v>rockconfidentialmusic</c:v>
                </c:pt>
                <c:pt idx="6365">
                  <c:v>rockcastle_artillery</c:v>
                </c:pt>
                <c:pt idx="6366">
                  <c:v>rock_and_roll_outlaw</c:v>
                </c:pt>
                <c:pt idx="6367">
                  <c:v>rockandrollisaprostitute</c:v>
                </c:pt>
                <c:pt idx="6368">
                  <c:v>rockandrepublicmusic</c:v>
                </c:pt>
                <c:pt idx="6369">
                  <c:v>rock_and_blues_radio</c:v>
                </c:pt>
                <c:pt idx="6370">
                  <c:v>rockagainstracism200</c:v>
                </c:pt>
                <c:pt idx="6371">
                  <c:v>rochester_localmusic</c:v>
                </c:pt>
                <c:pt idx="6372">
                  <c:v>roccos_urban_fashion</c:v>
                </c:pt>
                <c:pt idx="6373">
                  <c:v>robyn_lynn_trowbridge</c:v>
                </c:pt>
                <c:pt idx="6374">
                  <c:v>robyn_and_alicia_forever</c:v>
                </c:pt>
                <c:pt idx="6375">
                  <c:v>robthelochnessmonster</c:v>
                </c:pt>
                <c:pt idx="6376">
                  <c:v>rob_the_entrepreneur</c:v>
                </c:pt>
                <c:pt idx="6377">
                  <c:v>robotsplayingbasketball</c:v>
                </c:pt>
                <c:pt idx="6378">
                  <c:v>robotspidercorporation</c:v>
                </c:pt>
                <c:pt idx="6379">
                  <c:v>robot_liberation_front</c:v>
                </c:pt>
                <c:pt idx="6380">
                  <c:v>robotliberationfront</c:v>
                </c:pt>
                <c:pt idx="6381">
                  <c:v>robot_chicken_tribute</c:v>
                </c:pt>
                <c:pt idx="6382">
                  <c:v>robotarmsclothingcompany</c:v>
                </c:pt>
                <c:pt idx="6383">
                  <c:v>roblilangelbaby4ever</c:v>
                </c:pt>
                <c:pt idx="6384">
                  <c:v>rob_lewis_stickdeath</c:v>
                </c:pt>
                <c:pt idx="6385">
                  <c:v>robinholdenrecording</c:v>
                </c:pt>
                <c:pt idx="6386">
                  <c:v>robertaandchristian4ever</c:v>
                </c:pt>
                <c:pt idx="6387">
                  <c:v>robbytherollerrapper</c:v>
                </c:pt>
                <c:pt idx="6388">
                  <c:v>robby_the_robot_195</c:v>
                </c:pt>
                <c:pt idx="6389">
                  <c:v>robbygordonracingfan</c:v>
                </c:pt>
                <c:pt idx="6390">
                  <c:v>robbie_put_the_cat_out</c:v>
                </c:pt>
                <c:pt idx="6391">
                  <c:v>robbie_fucking_emergency</c:v>
                </c:pt>
                <c:pt idx="6392">
                  <c:v>robandthemorningfuzz</c:v>
                </c:pt>
                <c:pt idx="6393">
                  <c:v>rob_and_ashley_4ever</c:v>
                </c:pt>
                <c:pt idx="6394">
                  <c:v>rob_against_the_world</c:v>
                </c:pt>
                <c:pt idx="6395">
                  <c:v>roadwarrior42andsnake337</c:v>
                </c:pt>
                <c:pt idx="6396">
                  <c:v>roadrunner_united_rule</c:v>
                </c:pt>
                <c:pt idx="6397">
                  <c:v>roadlesstraveledstore</c:v>
                </c:pt>
                <c:pt idx="6398">
                  <c:v>road_king_master_200</c:v>
                </c:pt>
                <c:pt idx="6399">
                  <c:v>roadhouse_bar_and_grill</c:v>
                </c:pt>
                <c:pt idx="6400">
                  <c:v>rize_with_the_fallen</c:v>
                </c:pt>
                <c:pt idx="6401">
                  <c:v>riversidebravehearts</c:v>
                </c:pt>
                <c:pt idx="6402">
                  <c:v>riverratvideoproducer</c:v>
                </c:pt>
                <c:pt idx="6403">
                  <c:v>riverranchprincess93</c:v>
                </c:pt>
                <c:pt idx="6404">
                  <c:v>riverrainsadness1987</c:v>
                </c:pt>
                <c:pt idx="6405">
                  <c:v>riverfrontsteakhouse</c:v>
                </c:pt>
                <c:pt idx="6406">
                  <c:v>riverfrontentertainment</c:v>
                </c:pt>
                <c:pt idx="6407">
                  <c:v>river_detroit_soccer_club</c:v>
                </c:pt>
                <c:pt idx="6408">
                  <c:v>riverdalevarsitycheer1</c:v>
                </c:pt>
                <c:pt idx="6409">
                  <c:v>riverdalescottishbrigade</c:v>
                </c:pt>
                <c:pt idx="6410">
                  <c:v>rivercitystringquartet</c:v>
                </c:pt>
                <c:pt idx="6411">
                  <c:v>riverbottomnightmarebandforb</c:v>
                </c:pt>
                <c:pt idx="6412">
                  <c:v>ritualconsciousrebel</c:v>
                </c:pt>
                <c:pt idx="6413">
                  <c:v>rita_skeeter_reporter</c:v>
                </c:pt>
                <c:pt idx="6414">
                  <c:v>risquemusicbarcelona</c:v>
                </c:pt>
                <c:pt idx="6415">
                  <c:v>risqueconjurerpoetry</c:v>
                </c:pt>
                <c:pt idx="6416">
                  <c:v>rising_phoenixliondance</c:v>
                </c:pt>
                <c:pt idx="6417">
                  <c:v>rise_with_the_fallen_9999</c:v>
                </c:pt>
                <c:pt idx="6418">
                  <c:v>rise_with_the_fallen77</c:v>
                </c:pt>
                <c:pt idx="6419">
                  <c:v>risewiththefallen417</c:v>
                </c:pt>
                <c:pt idx="6420">
                  <c:v>rise_with_the_fallen_2</c:v>
                </c:pt>
                <c:pt idx="6421">
                  <c:v>rise_with_the_fallen1</c:v>
                </c:pt>
                <c:pt idx="6422">
                  <c:v>rise_with_the_fallen138</c:v>
                </c:pt>
                <c:pt idx="6423">
                  <c:v>rise_with_the_fallen13</c:v>
                </c:pt>
                <c:pt idx="6424">
                  <c:v>rise__with_the_fallen____</c:v>
                </c:pt>
                <c:pt idx="6425">
                  <c:v>rise_against_the_system</c:v>
                </c:pt>
                <c:pt idx="6426">
                  <c:v>rise_against_the_romance</c:v>
                </c:pt>
                <c:pt idx="6427">
                  <c:v>ripzonetopnotchnation</c:v>
                </c:pt>
                <c:pt idx="6428">
                  <c:v>ripyourheartoutmusic</c:v>
                </c:pt>
                <c:pt idx="6429">
                  <c:v>ripronnieolivia1130</c:v>
                </c:pt>
                <c:pt idx="6430">
                  <c:v>ripperletterfromhell92</c:v>
                </c:pt>
                <c:pt idx="6431">
                  <c:v>rip_mac_dre_1970_2004</c:v>
                </c:pt>
                <c:pt idx="6432">
                  <c:v>rip_cowboy_and_grandpa</c:v>
                </c:pt>
                <c:pt idx="6433">
                  <c:v>ripcityryderentertainment</c:v>
                </c:pt>
                <c:pt idx="6434">
                  <c:v>ripandreajeanhartman</c:v>
                </c:pt>
                <c:pt idx="6435">
                  <c:v>riotwinnipegstreetteam</c:v>
                </c:pt>
                <c:pt idx="6436">
                  <c:v>rio_riot_samedifference</c:v>
                </c:pt>
                <c:pt idx="6437">
                  <c:v>riofuckinggoldhammer</c:v>
                </c:pt>
                <c:pt idx="6438">
                  <c:v>ringmaster1871folk4life</c:v>
                </c:pt>
                <c:pt idx="6439">
                  <c:v>ring_around_the_rosie_</c:v>
                </c:pt>
                <c:pt idx="6440">
                  <c:v>ringaroundthechampagne</c:v>
                </c:pt>
                <c:pt idx="6441">
                  <c:v>rileymotherfuckinglappin</c:v>
                </c:pt>
                <c:pt idx="6442">
                  <c:v>rileyhasaneatingdisorder</c:v>
                </c:pt>
                <c:pt idx="6443">
                  <c:v>rileyandariellealways</c:v>
                </c:pt>
                <c:pt idx="6444">
                  <c:v>rikki_and_sierra_4_eva</c:v>
                </c:pt>
                <c:pt idx="6445">
                  <c:v>rightturndownthewrongroad</c:v>
                </c:pt>
                <c:pt idx="6446">
                  <c:v>right_here_waiting27</c:v>
                </c:pt>
                <c:pt idx="6447">
                  <c:v>righthandentertainment</c:v>
                </c:pt>
                <c:pt idx="6448">
                  <c:v>rightcoastvolleyballsurf</c:v>
                </c:pt>
                <c:pt idx="6449">
                  <c:v>rightbeforeyoudisappear</c:v>
                </c:pt>
                <c:pt idx="6450">
                  <c:v>ridgelandcyclingclub</c:v>
                </c:pt>
                <c:pt idx="6451">
                  <c:v>ridgeagainstthemachine</c:v>
                </c:pt>
                <c:pt idx="6452">
                  <c:v>ride_the_lightning_89</c:v>
                </c:pt>
                <c:pt idx="6453">
                  <c:v>riddimwildproduction</c:v>
                </c:pt>
                <c:pt idx="6454">
                  <c:v>riddel_revolutionhelmet43</c:v>
                </c:pt>
                <c:pt idx="6455">
                  <c:v>RICKYTHETROUBLEMAKER</c:v>
                </c:pt>
                <c:pt idx="6456">
                  <c:v>rickymondragonmorales</c:v>
                </c:pt>
                <c:pt idx="6457">
                  <c:v>rickydoddsimplycajun</c:v>
                </c:pt>
                <c:pt idx="6458">
                  <c:v>rickybutlerillustration</c:v>
                </c:pt>
                <c:pt idx="6459">
                  <c:v>rickyandjessica4ever</c:v>
                </c:pt>
                <c:pt idx="6460">
                  <c:v>ricky_and_aly_4_ever</c:v>
                </c:pt>
                <c:pt idx="6461">
                  <c:v>rick_stretch_armstrong</c:v>
                </c:pt>
                <c:pt idx="6462">
                  <c:v>rickstar_teamridgewood</c:v>
                </c:pt>
                <c:pt idx="6463">
                  <c:v>ricksaundersrockstar</c:v>
                </c:pt>
                <c:pt idx="6464">
                  <c:v>rickrossthebossbitch</c:v>
                </c:pt>
                <c:pt idx="6465">
                  <c:v>ricki_michelle_farmer</c:v>
                </c:pt>
                <c:pt idx="6466">
                  <c:v>rickbrimhallphotography</c:v>
                </c:pt>
                <c:pt idx="6467">
                  <c:v>rich_young_and_famous</c:v>
                </c:pt>
                <c:pt idx="6468">
                  <c:v>richwarburtonphotography</c:v>
                </c:pt>
                <c:pt idx="6469">
                  <c:v>rich__uncle__skeleton</c:v>
                </c:pt>
                <c:pt idx="6470">
                  <c:v>rich_thick_chocolate</c:v>
                </c:pt>
                <c:pt idx="6471">
                  <c:v>richelle101_greenday101</c:v>
                </c:pt>
                <c:pt idx="6472">
                  <c:v>richdrumsandvocalsessions</c:v>
                </c:pt>
                <c:pt idx="6473">
                  <c:v>rich_and_kor_forever</c:v>
                </c:pt>
                <c:pt idx="6474">
                  <c:v>ricecube_zombiekiller</c:v>
                </c:pt>
                <c:pt idx="6475">
                  <c:v>rica_strawberrymilkshake</c:v>
                </c:pt>
                <c:pt idx="6476">
                  <c:v>riata_burton_darrell</c:v>
                </c:pt>
                <c:pt idx="6477">
                  <c:v>rhonda_lee_hutchinson_70</c:v>
                </c:pt>
                <c:pt idx="6478">
                  <c:v>rhonda_and_tawnya_4eva</c:v>
                </c:pt>
                <c:pt idx="6479">
                  <c:v>rhinopolisrevolution</c:v>
                </c:pt>
                <c:pt idx="6480">
                  <c:v>reynita_bonita91sickness</c:v>
                </c:pt>
                <c:pt idx="6481">
                  <c:v>revolvingdoortheband</c:v>
                </c:pt>
                <c:pt idx="6482">
                  <c:v>revolvestudentministry</c:v>
                </c:pt>
                <c:pt idx="6483">
                  <c:v>revolutionwrestlingnow</c:v>
                </c:pt>
                <c:pt idx="6484">
                  <c:v>revolutionskateboardteam</c:v>
                </c:pt>
                <c:pt idx="6485">
                  <c:v>revolutionrecordingstudio</c:v>
                </c:pt>
                <c:pt idx="6486">
                  <c:v>revolutionpraiseband</c:v>
                </c:pt>
                <c:pt idx="6487">
                  <c:v>__revolutionplusdesire</c:v>
                </c:pt>
                <c:pt idx="6488">
                  <c:v>revolutionhippiepeacelove</c:v>
                </c:pt>
                <c:pt idx="6489">
                  <c:v>revolutionforpeaceandlove</c:v>
                </c:pt>
                <c:pt idx="6490">
                  <c:v>revolutiondancegroup</c:v>
                </c:pt>
                <c:pt idx="6491">
                  <c:v>revolutionaryblackgirl</c:v>
                </c:pt>
                <c:pt idx="6492">
                  <c:v>revmadnessandthegrimdeacon</c:v>
                </c:pt>
                <c:pt idx="6493">
                  <c:v>reveriejaymetalstudio</c:v>
                </c:pt>
                <c:pt idx="6494">
                  <c:v>reverendstrongnosejackson</c:v>
                </c:pt>
                <c:pt idx="6495">
                  <c:v>reverenddoctordavidquick</c:v>
                </c:pt>
                <c:pt idx="6496">
                  <c:v>reverend_doctor_alex</c:v>
                </c:pt>
                <c:pt idx="6497">
                  <c:v>retroxsuperficiality</c:v>
                </c:pt>
                <c:pt idx="6498">
                  <c:v>retarded_kim_its_true</c:v>
                </c:pt>
                <c:pt idx="6499">
                  <c:v>restassuredstreetteam</c:v>
                </c:pt>
                <c:pt idx="6500">
                  <c:v>respond_with_silence</c:v>
                </c:pt>
                <c:pt idx="6501">
                  <c:v>respect_the_rectangle</c:v>
                </c:pt>
                <c:pt idx="6502">
                  <c:v>respectrecordsusanicethelyrical</c:v>
                </c:pt>
                <c:pt idx="6503">
                  <c:v>respectmodelmanagement</c:v>
                </c:pt>
                <c:pt idx="6504">
                  <c:v>respectablestreetlive</c:v>
                </c:pt>
                <c:pt idx="6505">
                  <c:v>resolve_4_pet_stains</c:v>
                </c:pt>
                <c:pt idx="6506">
                  <c:v>resist_the_conformity</c:v>
                </c:pt>
                <c:pt idx="6507">
                  <c:v>resist_psychic_death</c:v>
                </c:pt>
                <c:pt idx="6508">
                  <c:v>resistance_for_freedom</c:v>
                </c:pt>
                <c:pt idx="6509">
                  <c:v>residentrockstarmusic</c:v>
                </c:pt>
                <c:pt idx="6510">
                  <c:v>resident_evil____slipknot</c:v>
                </c:pt>
                <c:pt idx="6511">
                  <c:v>resident_evil__freak</c:v>
                </c:pt>
                <c:pt idx="6512">
                  <c:v>resident_evil_fan101</c:v>
                </c:pt>
                <c:pt idx="6513">
                  <c:v>resident_evil_competition</c:v>
                </c:pt>
                <c:pt idx="6514">
                  <c:v>reservedforstephanie</c:v>
                </c:pt>
                <c:pt idx="6515">
                  <c:v>research2cure_travel</c:v>
                </c:pt>
                <c:pt idx="6516">
                  <c:v>rescuingthemiserable</c:v>
                </c:pt>
                <c:pt idx="6517">
                  <c:v>requiem_for_the_conqueror</c:v>
                </c:pt>
                <c:pt idx="6518">
                  <c:v>republicanduckhunters</c:v>
                </c:pt>
                <c:pt idx="6519">
                  <c:v>republican_all_the_way</c:v>
                </c:pt>
                <c:pt idx="6520">
                  <c:v>reptilian_guitar_diva</c:v>
                </c:pt>
                <c:pt idx="6521">
                  <c:v>reprimand_the_fallen</c:v>
                </c:pt>
                <c:pt idx="6522">
                  <c:v>representwestpunjab4</c:v>
                </c:pt>
                <c:pt idx="6523">
                  <c:v>represent_the_westside</c:v>
                </c:pt>
                <c:pt idx="6524">
                  <c:v>representhouston4life713</c:v>
                </c:pt>
                <c:pt idx="6525">
                  <c:v>repentanceplacechurch</c:v>
                </c:pt>
                <c:pt idx="6526">
                  <c:v>repeatoffenderdrummer</c:v>
                </c:pt>
                <c:pt idx="6527">
                  <c:v>repdeathwishskatecrew</c:v>
                </c:pt>
                <c:pt idx="6528">
                  <c:v>rent_crazy_theater_guy</c:v>
                </c:pt>
                <c:pt idx="6529">
                  <c:v>renoredlightdistrict</c:v>
                </c:pt>
                <c:pt idx="6530">
                  <c:v>renegadewilleatyourbrain</c:v>
                </c:pt>
                <c:pt idx="6531">
                  <c:v>renegadetaoistpriest</c:v>
                </c:pt>
                <c:pt idx="6532">
                  <c:v>reneewashingtonmitchell</c:v>
                </c:pt>
                <c:pt idx="6533">
                  <c:v>renee_aka_babygirl101</c:v>
                </c:pt>
                <c:pt idx="6534">
                  <c:v>removethisprofile54</c:v>
                </c:pt>
                <c:pt idx="6535">
                  <c:v>removeprofilenowplease</c:v>
                </c:pt>
                <c:pt idx="6536">
                  <c:v>removableheadclothing</c:v>
                </c:pt>
                <c:pt idx="6537">
                  <c:v>remotedesktopprotocol</c:v>
                </c:pt>
                <c:pt idx="6538">
                  <c:v>rememberwhereyouhearditfirst</c:v>
                </c:pt>
                <c:pt idx="6539">
                  <c:v>remember_when_studio</c:v>
                </c:pt>
                <c:pt idx="6540">
                  <c:v>rememberthesilence9</c:v>
                </c:pt>
                <c:pt idx="6541">
                  <c:v>rememberthenamejonathan</c:v>
                </c:pt>
                <c:pt idx="6542">
                  <c:v>rememberthenamebitch</c:v>
                </c:pt>
                <c:pt idx="6543">
                  <c:v>remembertheholocaust</c:v>
                </c:pt>
                <c:pt idx="6544">
                  <c:v>remember_that_one_time</c:v>
                </c:pt>
                <c:pt idx="6545">
                  <c:v>rememberneversurrender</c:v>
                </c:pt>
                <c:pt idx="6546">
                  <c:v>rememberlastnightband</c:v>
                </c:pt>
                <c:pt idx="6547">
                  <c:v>rememberingthesilence</c:v>
                </c:pt>
                <c:pt idx="6548">
                  <c:v>rememberingthelegend</c:v>
                </c:pt>
                <c:pt idx="6549">
                  <c:v>relivin_this_failure</c:v>
                </c:pt>
                <c:pt idx="6550">
                  <c:v>relentlesslightingdesign</c:v>
                </c:pt>
                <c:pt idx="6551">
                  <c:v>release_your_grip_</c:v>
                </c:pt>
                <c:pt idx="6552">
                  <c:v>releasethespiritwithin</c:v>
                </c:pt>
                <c:pt idx="6553">
                  <c:v>releasestubbyboardman</c:v>
                </c:pt>
                <c:pt idx="6554">
                  <c:v>relaxandfloatdownstream</c:v>
                </c:pt>
                <c:pt idx="6555">
                  <c:v>relapsethesoloproject</c:v>
                </c:pt>
                <c:pt idx="6556">
                  <c:v>rejectyourfamilyandgod</c:v>
                </c:pt>
                <c:pt idx="6557">
                  <c:v>reinventingyourexit1911</c:v>
                </c:pt>
                <c:pt idx="6558">
                  <c:v>regretnothingfearevenless</c:v>
                </c:pt>
                <c:pt idx="6559">
                  <c:v>registeredsexoffender513</c:v>
                </c:pt>
                <c:pt idx="6560">
                  <c:v>RegionalVicePresident</c:v>
                </c:pt>
                <c:pt idx="6561">
                  <c:v>regina_rattan_weaver</c:v>
                </c:pt>
                <c:pt idx="6562">
                  <c:v>reggieimmersedindread</c:v>
                </c:pt>
                <c:pt idx="6563">
                  <c:v>reggie7121991andskyber712</c:v>
                </c:pt>
                <c:pt idx="6564">
                  <c:v>regenerationstudentmin</c:v>
                </c:pt>
                <c:pt idx="6565">
                  <c:v>refugehighschoolgroup</c:v>
                </c:pt>
                <c:pt idx="6566">
                  <c:v>refridgerate_upon_arrival</c:v>
                </c:pt>
                <c:pt idx="6567">
                  <c:v>reformed_federalist_party</c:v>
                </c:pt>
                <c:pt idx="6568">
                  <c:v>reflectwhatyoubelieve</c:v>
                </c:pt>
                <c:pt idx="6569">
                  <c:v>reflectionsofaprettysoul</c:v>
                </c:pt>
                <c:pt idx="6570">
                  <c:v>refinanceandpurchase</c:v>
                </c:pt>
                <c:pt idx="6571">
                  <c:v>ree_tony_make_karina</c:v>
                </c:pt>
                <c:pt idx="6572">
                  <c:v>reesewitherspoonlayout</c:v>
                </c:pt>
                <c:pt idx="6573">
                  <c:v>reese_witherspoon_14</c:v>
                </c:pt>
                <c:pt idx="6574">
                  <c:v>reesewitherspoon1234</c:v>
                </c:pt>
                <c:pt idx="6575">
                  <c:v>reelstuffentertainment</c:v>
                </c:pt>
                <c:pt idx="6576">
                  <c:v>reel_around_the_fountain</c:v>
                </c:pt>
                <c:pt idx="6577">
                  <c:v>redyellowpurplegreen</c:v>
                </c:pt>
                <c:pt idx="6578">
                  <c:v>redwithembarrassment</c:v>
                </c:pt>
                <c:pt idx="6579">
                  <c:v>redversionkylebetterer</c:v>
                </c:pt>
                <c:pt idx="6580">
                  <c:v>red_velvet_nightmare</c:v>
                </c:pt>
                <c:pt idx="6581">
                  <c:v>redundantanddemented</c:v>
                </c:pt>
                <c:pt idx="6582">
                  <c:v>redstripeloversociety</c:v>
                </c:pt>
                <c:pt idx="6583">
                  <c:v>red_storm_black_cell</c:v>
                </c:pt>
                <c:pt idx="6584">
                  <c:v>redsquirrelcollective</c:v>
                </c:pt>
                <c:pt idx="6585">
                  <c:v>red_roses_turn_black</c:v>
                </c:pt>
                <c:pt idx="6586">
                  <c:v>redneck_with_attitude17</c:v>
                </c:pt>
                <c:pt idx="6587">
                  <c:v>redneck_tractor_babe</c:v>
                </c:pt>
                <c:pt idx="6588">
                  <c:v>Red_Neck_Soul_Reaper</c:v>
                </c:pt>
                <c:pt idx="6589">
                  <c:v>rednecksoftballplayer</c:v>
                </c:pt>
                <c:pt idx="6590">
                  <c:v>redneck_ricerocketeer</c:v>
                </c:pt>
                <c:pt idx="6591">
                  <c:v>redneck_rebel_cowboy</c:v>
                </c:pt>
                <c:pt idx="6592">
                  <c:v>red_neck_jacksonville</c:v>
                </c:pt>
                <c:pt idx="6593">
                  <c:v>redneck_hippie_whiteboy</c:v>
                </c:pt>
                <c:pt idx="6594">
                  <c:v>redneck_hillbilly_80</c:v>
                </c:pt>
                <c:pt idx="6595">
                  <c:v>redneckgirl_4_life198</c:v>
                </c:pt>
                <c:pt idx="6596">
                  <c:v>redneck_georgia_woman</c:v>
                </c:pt>
                <c:pt idx="6597">
                  <c:v>redneck_for_life_5150</c:v>
                </c:pt>
                <c:pt idx="6598">
                  <c:v>redneckfirefighter82</c:v>
                </c:pt>
                <c:pt idx="6599">
                  <c:v>redneckfirefighter35</c:v>
                </c:pt>
                <c:pt idx="6600">
                  <c:v>redneck_cowgirl_4_life</c:v>
                </c:pt>
                <c:pt idx="6601">
                  <c:v>redneck_country_gurl</c:v>
                </c:pt>
                <c:pt idx="6602">
                  <c:v>redneckcountryboy1992</c:v>
                </c:pt>
                <c:pt idx="6603">
                  <c:v>redneckcountryboy1987</c:v>
                </c:pt>
                <c:pt idx="6604">
                  <c:v>redneckcountryboy1980</c:v>
                </c:pt>
                <c:pt idx="6605">
                  <c:v>redneckcountryboy109</c:v>
                </c:pt>
                <c:pt idx="6606">
                  <c:v>redneckcountryboy09</c:v>
                </c:pt>
                <c:pt idx="6607">
                  <c:v>redneck_clemsongurl88</c:v>
                </c:pt>
                <c:pt idx="6608">
                  <c:v>redneck_chick_always</c:v>
                </c:pt>
                <c:pt idx="6609">
                  <c:v>redneckchick4eva2007</c:v>
                </c:pt>
                <c:pt idx="6610">
                  <c:v>redneckbrotherhood78</c:v>
                </c:pt>
                <c:pt idx="6611">
                  <c:v>redneck_blonde_cutie</c:v>
                </c:pt>
                <c:pt idx="6612">
                  <c:v>redneckbarrelracer31</c:v>
                </c:pt>
                <c:pt idx="6613">
                  <c:v>redneck2005_converse</c:v>
                </c:pt>
                <c:pt idx="6614">
                  <c:v>redman_hialeah_chico</c:v>
                </c:pt>
                <c:pt idx="6615">
                  <c:v>redlightdistrictband</c:v>
                </c:pt>
                <c:pt idx="6616">
                  <c:v>redlightdistrict24_7</c:v>
                </c:pt>
                <c:pt idx="6617">
                  <c:v>red_light_district_21</c:v>
                </c:pt>
                <c:pt idx="6618">
                  <c:v>redlightacceleration</c:v>
                </c:pt>
                <c:pt idx="6619">
                  <c:v>RedlandsYouthMinistry</c:v>
                </c:pt>
                <c:pt idx="6620">
                  <c:v>redhotlittlefirecracker</c:v>
                </c:pt>
                <c:pt idx="6621">
                  <c:v>redheadsaremorefunaliyah</c:v>
                </c:pt>
                <c:pt idx="6622">
                  <c:v>red_head_machine_god</c:v>
                </c:pt>
                <c:pt idx="6623">
                  <c:v>redhead_flirtygirl_37</c:v>
                </c:pt>
                <c:pt idx="6624">
                  <c:v>redheadedstepchildband</c:v>
                </c:pt>
                <c:pt idx="6625">
                  <c:v>red_headed_she_devil</c:v>
                </c:pt>
                <c:pt idx="6626">
                  <c:v>redheaded_redneck_girl</c:v>
                </c:pt>
                <c:pt idx="6627">
                  <c:v>redheadedpartyanimal</c:v>
                </c:pt>
                <c:pt idx="6628">
                  <c:v>RedHeadedHarleyRider</c:v>
                </c:pt>
                <c:pt idx="6629">
                  <c:v>redheadedcowgirl79403</c:v>
                </c:pt>
                <c:pt idx="6630">
                  <c:v>redheadedcookieeater</c:v>
                </c:pt>
                <c:pt idx="6631">
                  <c:v>Red_Headed_Beauty925</c:v>
                </c:pt>
                <c:pt idx="6632">
                  <c:v>redheaddevilangel2004</c:v>
                </c:pt>
                <c:pt idx="6633">
                  <c:v>redhairedprincess2002</c:v>
                </c:pt>
                <c:pt idx="6634">
                  <c:v>red_gumball_for_love</c:v>
                </c:pt>
                <c:pt idx="6635">
                  <c:v>redflagsandlongnights</c:v>
                </c:pt>
                <c:pt idx="6636">
                  <c:v>redflaggraphicdesign</c:v>
                </c:pt>
                <c:pt idx="6637">
                  <c:v>redeyesandblackskies</c:v>
                </c:pt>
                <c:pt idx="6638">
                  <c:v>redeyeproductionscrew</c:v>
                </c:pt>
                <c:pt idx="6639">
                  <c:v>redemptionafterdownfall</c:v>
                </c:pt>
                <c:pt idx="6640">
                  <c:v>redefining_great_ness</c:v>
                </c:pt>
                <c:pt idx="6641">
                  <c:v>reddsohtowncheckherstatus</c:v>
                </c:pt>
                <c:pt idx="6642">
                  <c:v>reddingnightlifemusicpage</c:v>
                </c:pt>
                <c:pt idx="6643">
                  <c:v>reddevilquarterback11</c:v>
                </c:pt>
                <c:pt idx="6644">
                  <c:v>redcheckeredprostitute</c:v>
                </c:pt>
                <c:pt idx="6645">
                  <c:v>redcarpetentertainment</c:v>
                </c:pt>
                <c:pt idx="6646">
                  <c:v>redcarpet_and_rebellion</c:v>
                </c:pt>
                <c:pt idx="6647">
                  <c:v>redbullcivictypermike</c:v>
                </c:pt>
                <c:pt idx="6648">
                  <c:v>redbrown.freezeflame</c:v>
                </c:pt>
                <c:pt idx="6649">
                  <c:v>redbonecatchercoonhound</c:v>
                </c:pt>
                <c:pt idx="6650">
                  <c:v>redbloodedcountrygirl</c:v>
                </c:pt>
                <c:pt idx="6651">
                  <c:v>redblazingdragongeorge</c:v>
                </c:pt>
                <c:pt idx="6652">
                  <c:v>redbeard_the_surveyor</c:v>
                </c:pt>
                <c:pt idx="6653">
                  <c:v>red_ballerina_layout</c:v>
                </c:pt>
                <c:pt idx="6654">
                  <c:v>recoveringbadgebunny</c:v>
                </c:pt>
                <c:pt idx="6655">
                  <c:v>recordingartistbeaux</c:v>
                </c:pt>
                <c:pt idx="6656">
                  <c:v>recognize_skate_team</c:v>
                </c:pt>
                <c:pt idx="6657">
                  <c:v>reclaimourstreets1301</c:v>
                </c:pt>
                <c:pt idx="6658">
                  <c:v>reckless_mouth_piece</c:v>
                </c:pt>
                <c:pt idx="6659">
                  <c:v>recidivistbrutalmetal</c:v>
                </c:pt>
                <c:pt idx="6660">
                  <c:v>rebornlatesummerearlyfrost</c:v>
                </c:pt>
                <c:pt idx="6661">
                  <c:v>rebel_under_pressure</c:v>
                </c:pt>
                <c:pt idx="6662">
                  <c:v>rebelshinecountrygal</c:v>
                </c:pt>
                <c:pt idx="6663">
                  <c:v>rebelrockercrazygirl</c:v>
                </c:pt>
                <c:pt idx="6664">
                  <c:v>rebel_rider_cheer_chick</c:v>
                </c:pt>
                <c:pt idx="6665">
                  <c:v>rebelredneckfromhell</c:v>
                </c:pt>
                <c:pt idx="6666">
                  <c:v>rebellionfromthecore</c:v>
                </c:pt>
                <c:pt idx="6667">
                  <c:v>rebelcountrygirl1982</c:v>
                </c:pt>
                <c:pt idx="6668">
                  <c:v>rebel_chick_from_hell</c:v>
                </c:pt>
                <c:pt idx="6669">
                  <c:v>rebel_against_the_future</c:v>
                </c:pt>
                <c:pt idx="6670">
                  <c:v>rebekkamaksimushkina1988</c:v>
                </c:pt>
                <c:pt idx="6671">
                  <c:v>rebekkaandthemysterybox</c:v>
                </c:pt>
                <c:pt idx="6672">
                  <c:v>rebeccawiththescales</c:v>
                </c:pt>
                <c:pt idx="6673">
                  <c:v>rebecca_the_polarbear</c:v>
                </c:pt>
                <c:pt idx="6674">
                  <c:v>rebeccasimpsonhannifan</c:v>
                </c:pt>
                <c:pt idx="6675">
                  <c:v>rebecca_middlebrooks</c:v>
                </c:pt>
                <c:pt idx="6676">
                  <c:v>rebeccalouisesimpson</c:v>
                </c:pt>
                <c:pt idx="6677">
                  <c:v>rebecca_jane_appleyard</c:v>
                </c:pt>
                <c:pt idx="6678">
                  <c:v>rebecca_danielle_conklin</c:v>
                </c:pt>
                <c:pt idx="6679">
                  <c:v>rebeccaclarkphotography</c:v>
                </c:pt>
                <c:pt idx="6680">
                  <c:v>rebecca_brandon_bloomwood</c:v>
                </c:pt>
                <c:pt idx="6681">
                  <c:v>rebeccaandjerryalways</c:v>
                </c:pt>
                <c:pt idx="6682">
                  <c:v>rebecca4greenday4eva</c:v>
                </c:pt>
                <c:pt idx="6683">
                  <c:v>reasonforbeingtheband</c:v>
                </c:pt>
                <c:pt idx="6684">
                  <c:v>reasonforabandonment</c:v>
                </c:pt>
                <c:pt idx="6685">
                  <c:v>real_vanessa_anne_hudgens</c:v>
                </c:pt>
                <c:pt idx="6686">
                  <c:v>realtyworldsouthwest</c:v>
                </c:pt>
                <c:pt idx="6687">
                  <c:v>realstreetmusicgroup</c:v>
                </c:pt>
                <c:pt idx="6688">
                  <c:v>real_southern_sweetheart</c:v>
                </c:pt>
                <c:pt idx="6689">
                  <c:v>realsouthernhiphop4life</c:v>
                </c:pt>
                <c:pt idx="6690">
                  <c:v>realsoutherngentleman93</c:v>
                </c:pt>
                <c:pt idx="6691">
                  <c:v>realredhairescondido</c:v>
                </c:pt>
                <c:pt idx="6692">
                  <c:v>realniggasgetmoney803</c:v>
                </c:pt>
                <c:pt idx="6693">
                  <c:v>realniggasdontstress</c:v>
                </c:pt>
                <c:pt idx="6694">
                  <c:v>realmentertainmentgroup</c:v>
                </c:pt>
                <c:pt idx="6695">
                  <c:v>reallywaycoolerthanyou</c:v>
                </c:pt>
                <c:pt idx="6696">
                  <c:v>reallyspectacularcompany</c:v>
                </c:pt>
                <c:pt idx="6697">
                  <c:v>really_sexy_naughtychick1</c:v>
                </c:pt>
                <c:pt idx="6698">
                  <c:v>reallysexyleprechaun</c:v>
                </c:pt>
                <c:pt idx="6699">
                  <c:v>reallifepromisekeeper</c:v>
                </c:pt>
                <c:pt idx="6700">
                  <c:v>reallife_entertainment</c:v>
                </c:pt>
                <c:pt idx="6701">
                  <c:v>reallifedramaentertainment</c:v>
                </c:pt>
                <c:pt idx="6702">
                  <c:v>reality_the_teen_life</c:v>
                </c:pt>
                <c:pt idx="6703">
                  <c:v>realityserumstreetteam</c:v>
                </c:pt>
                <c:pt idx="6704">
                  <c:v>realitydistortionfield</c:v>
                </c:pt>
                <c:pt idx="6705">
                  <c:v>realityadvice_tester9</c:v>
                </c:pt>
                <c:pt idx="6706">
                  <c:v>realityadvice_tester</c:v>
                </c:pt>
                <c:pt idx="6707">
                  <c:v>realityadvice_tester5</c:v>
                </c:pt>
                <c:pt idx="6708">
                  <c:v>realityadvice_tester4</c:v>
                </c:pt>
                <c:pt idx="6709">
                  <c:v>realityadvice_tester3</c:v>
                </c:pt>
                <c:pt idx="6710">
                  <c:v>realityadvice_tester2</c:v>
                </c:pt>
                <c:pt idx="6711">
                  <c:v>realityadvice_tester10</c:v>
                </c:pt>
                <c:pt idx="6712">
                  <c:v>realistnewyorkbabygirl</c:v>
                </c:pt>
                <c:pt idx="6713">
                  <c:v>realistchickbreathing</c:v>
                </c:pt>
                <c:pt idx="6714">
                  <c:v>real_individual_person</c:v>
                </c:pt>
                <c:pt idx="6715">
                  <c:v>realhustleentertainment</c:v>
                </c:pt>
                <c:pt idx="6716">
                  <c:v>realhalo2weaponsandstuff</c:v>
                </c:pt>
                <c:pt idx="6717">
                  <c:v>real_fine_place_2_start</c:v>
                </c:pt>
                <c:pt idx="6718">
                  <c:v>realest_chick_you_know</c:v>
                </c:pt>
                <c:pt idx="6719">
                  <c:v>realestatemortgagelady</c:v>
                </c:pt>
                <c:pt idx="6720">
                  <c:v>realestateinvestor08</c:v>
                </c:pt>
                <c:pt idx="6721">
                  <c:v>realestatefirmworldwide</c:v>
                </c:pt>
                <c:pt idx="6722">
                  <c:v>realestate_agent_007</c:v>
                </c:pt>
                <c:pt idx="6723">
                  <c:v>real_country_bitch23</c:v>
                </c:pt>
                <c:pt idx="6724">
                  <c:v>realchick_aka_jamgurl</c:v>
                </c:pt>
                <c:pt idx="6725">
                  <c:v>realabsinthemindedmusic</c:v>
                </c:pt>
                <c:pt idx="6726">
                  <c:v>reafeelingunappreciated</c:v>
                </c:pt>
                <c:pt idx="6727">
                  <c:v>readyandalwayswilling</c:v>
                </c:pt>
                <c:pt idx="6728">
                  <c:v>readingrainbowreunite</c:v>
                </c:pt>
                <c:pt idx="6729">
                  <c:v>readingfestivalweekend</c:v>
                </c:pt>
                <c:pt idx="6730">
                  <c:v>read_between_dalynez</c:v>
                </c:pt>
                <c:pt idx="6731">
                  <c:v>reactiveandbreakdown</c:v>
                </c:pt>
                <c:pt idx="6732">
                  <c:v>reachingthedoorupstairs</c:v>
                </c:pt>
                <c:pt idx="6733">
                  <c:v>reachingandbelieving</c:v>
                </c:pt>
                <c:pt idx="6734">
                  <c:v>razor_blade_suitcase</c:v>
                </c:pt>
                <c:pt idx="6735">
                  <c:v>razorblade_romance_4_life</c:v>
                </c:pt>
                <c:pt idx="6736">
                  <c:v>razorbladeromance101</c:v>
                </c:pt>
                <c:pt idx="6737">
                  <c:v>razorbladecheesecake</c:v>
                </c:pt>
                <c:pt idx="6738">
                  <c:v>raywatsonsecretplace</c:v>
                </c:pt>
                <c:pt idx="6739">
                  <c:v>ray_swimdrumbaseball</c:v>
                </c:pt>
                <c:pt idx="6740">
                  <c:v>raynobleandhisorchestra</c:v>
                </c:pt>
                <c:pt idx="6741">
                  <c:v>raynatamarinandparis</c:v>
                </c:pt>
                <c:pt idx="6742">
                  <c:v>raymon_aka_big_daddy</c:v>
                </c:pt>
                <c:pt idx="6743">
                  <c:v>_rayless_yet_brilliant_</c:v>
                </c:pt>
                <c:pt idx="6744">
                  <c:v>raybakerforpresident</c:v>
                </c:pt>
                <c:pt idx="6745">
                  <c:v>raw_smackdown_fan_4_life</c:v>
                </c:pt>
                <c:pt idx="6746">
                  <c:v>rawnoiseentertainment</c:v>
                </c:pt>
                <c:pt idx="6747">
                  <c:v>rawkin_you_off_the_bed</c:v>
                </c:pt>
                <c:pt idx="6748">
                  <c:v>raw_emotion_diversity</c:v>
                </c:pt>
                <c:pt idx="6749">
                  <c:v>raven_the_blue_devil</c:v>
                </c:pt>
                <c:pt idx="6750">
                  <c:v>ravensblackcaseyjack</c:v>
                </c:pt>
                <c:pt idx="6751">
                  <c:v>ravensandtheprincess</c:v>
                </c:pt>
                <c:pt idx="6752">
                  <c:v>ravenorlandoanneliese</c:v>
                </c:pt>
                <c:pt idx="6753">
                  <c:v>ravenmarierainemichelle</c:v>
                </c:pt>
                <c:pt idx="6754">
                  <c:v>raven_haired_male_beauty</c:v>
                </c:pt>
                <c:pt idx="6755">
                  <c:v>ravenclaw_goddess_cho</c:v>
                </c:pt>
                <c:pt idx="6756">
                  <c:v>ravenclawbluegurl87</c:v>
                </c:pt>
                <c:pt idx="6757">
                  <c:v>ravenclaw_beauty_cho2</c:v>
                </c:pt>
                <c:pt idx="6758">
                  <c:v>rattlesnakedonkeypunch</c:v>
                </c:pt>
                <c:pt idx="6759">
                  <c:v>rat_puke_the_unclean</c:v>
                </c:pt>
                <c:pt idx="6760">
                  <c:v>rational_life_journey</c:v>
                </c:pt>
                <c:pt idx="6761">
                  <c:v>rather_spotty_teapot</c:v>
                </c:pt>
                <c:pt idx="6762">
                  <c:v>rather_naughty_teapot</c:v>
                </c:pt>
                <c:pt idx="6763">
                  <c:v>raspberryartmusicgroup</c:v>
                </c:pt>
                <c:pt idx="6764">
                  <c:v>rasberry_ripple_cripple</c:v>
                </c:pt>
                <c:pt idx="6765">
                  <c:v>raremonkeycatchingeagle</c:v>
                </c:pt>
                <c:pt idx="6766">
                  <c:v>rare_and_elusive_bigfoot</c:v>
                </c:pt>
                <c:pt idx="6767">
                  <c:v>raquel_aka_raiderprincess</c:v>
                </c:pt>
                <c:pt idx="6768">
                  <c:v>rapscallionspunkrock</c:v>
                </c:pt>
                <c:pt idx="6769">
                  <c:v>rappinrubbleforeskin</c:v>
                </c:pt>
                <c:pt idx="6770">
                  <c:v>rapgameentertainment</c:v>
                </c:pt>
                <c:pt idx="6771">
                  <c:v>rapeandpillageforlife</c:v>
                </c:pt>
                <c:pt idx="6772">
                  <c:v>rangermedicteddybear</c:v>
                </c:pt>
                <c:pt idx="6773">
                  <c:v>randywheelersongwriter</c:v>
                </c:pt>
                <c:pt idx="6774">
                  <c:v>randy_pan_the_goat_boy</c:v>
                </c:pt>
                <c:pt idx="6775">
                  <c:v>randomthoughtsofamadman</c:v>
                </c:pt>
                <c:pt idx="6776">
                  <c:v>randomthoughtsofahobo</c:v>
                </c:pt>
                <c:pt idx="6777">
                  <c:v>randomthoughtgenerator</c:v>
                </c:pt>
                <c:pt idx="6778">
                  <c:v>randomtangenttheband</c:v>
                </c:pt>
                <c:pt idx="6779">
                  <c:v>randomnelsondrunkard</c:v>
                </c:pt>
                <c:pt idx="6780">
                  <c:v>random_mushroom_funkyness</c:v>
                </c:pt>
                <c:pt idx="6781">
                  <c:v>randomlyyellowmonkeypie</c:v>
                </c:pt>
                <c:pt idx="6782">
                  <c:v>randomlycreativerockstar</c:v>
                </c:pt>
                <c:pt idx="6783">
                  <c:v>random_hyperness_</c:v>
                </c:pt>
                <c:pt idx="6784">
                  <c:v>randomhomicidalinsanity</c:v>
                </c:pt>
                <c:pt idx="6785">
                  <c:v>random_gypsy_prophet</c:v>
                </c:pt>
                <c:pt idx="6786">
                  <c:v>randomeverywhereelse</c:v>
                </c:pt>
                <c:pt idx="6787">
                  <c:v>randi_lust_like_whoa</c:v>
                </c:pt>
                <c:pt idx="6788">
                  <c:v>randasabertoshiba23051990</c:v>
                </c:pt>
                <c:pt idx="6789">
                  <c:v>ramonhighfashionbeadwork</c:v>
                </c:pt>
                <c:pt idx="6790">
                  <c:v>ramblingsofadangerousman</c:v>
                </c:pt>
                <c:pt idx="6791">
                  <c:v>ramblingriversideblues</c:v>
                </c:pt>
                <c:pt idx="6792">
                  <c:v>ram9kappaalphatheta</c:v>
                </c:pt>
                <c:pt idx="6793">
                  <c:v>ralph_wiggum_punisher</c:v>
                </c:pt>
                <c:pt idx="6794">
                  <c:v>ralphlaurenpresident</c:v>
                </c:pt>
                <c:pt idx="6795">
                  <c:v>raisinghellentertainment</c:v>
                </c:pt>
                <c:pt idx="6796">
                  <c:v>rainy_sunday_mornings</c:v>
                </c:pt>
                <c:pt idx="6797">
                  <c:v>rainstormvideoandfilm</c:v>
                </c:pt>
                <c:pt idx="6798">
                  <c:v>rainshotcandyclothing</c:v>
                </c:pt>
                <c:pt idx="6799">
                  <c:v>raindropswillfall420</c:v>
                </c:pt>
                <c:pt idx="6800">
                  <c:v>rainbowtheaterproject</c:v>
                </c:pt>
                <c:pt idx="6801">
                  <c:v>rainbowsunshinebrigade</c:v>
                </c:pt>
                <c:pt idx="6802">
                  <c:v>rainbowsendridingacademy</c:v>
                </c:pt>
                <c:pt idx="6803">
                  <c:v>rainbowsandstuff200</c:v>
                </c:pt>
                <c:pt idx="6804">
                  <c:v>rainbowpunkprincess17</c:v>
                </c:pt>
                <c:pt idx="6805">
                  <c:v>RainBowPrinCessBitCh</c:v>
                </c:pt>
                <c:pt idx="6806">
                  <c:v>rainbowprincessbarbie</c:v>
                </c:pt>
                <c:pt idx="6807">
                  <c:v>rainbowheartsforever</c:v>
                </c:pt>
                <c:pt idx="6808">
                  <c:v>rainbowgatheringlover</c:v>
                </c:pt>
                <c:pt idx="6809">
                  <c:v>rainbowflavoredraver</c:v>
                </c:pt>
                <c:pt idx="6810">
                  <c:v>rainbowbumpersticker23</c:v>
                </c:pt>
                <c:pt idx="6811">
                  <c:v>rail_road_track_mary</c:v>
                </c:pt>
                <c:pt idx="6812">
                  <c:v>raider_fan_for_life_00</c:v>
                </c:pt>
                <c:pt idx="6813">
                  <c:v>rah_girl_terra_newmexico</c:v>
                </c:pt>
                <c:pt idx="6814">
                  <c:v>ragnarokofflinebattle</c:v>
                </c:pt>
                <c:pt idx="6815">
                  <c:v>raging_mastodon_engage</c:v>
                </c:pt>
                <c:pt idx="6816">
                  <c:v>raginearthdragonrider</c:v>
                </c:pt>
                <c:pt idx="6817">
                  <c:v>rageinsidethemachine</c:v>
                </c:pt>
                <c:pt idx="6818">
                  <c:v>rageagainstthemachine93</c:v>
                </c:pt>
                <c:pt idx="6819">
                  <c:v>rageagainstthemachine7</c:v>
                </c:pt>
                <c:pt idx="6820">
                  <c:v>rageagainstthemachine19</c:v>
                </c:pt>
                <c:pt idx="6821">
                  <c:v>ragdoll_must_not_know</c:v>
                </c:pt>
                <c:pt idx="6822">
                  <c:v>radiowerewolftribute</c:v>
                </c:pt>
                <c:pt idx="6823">
                  <c:v>radiofreepeterborough</c:v>
                </c:pt>
                <c:pt idx="6824">
                  <c:v>radioactivepony_jerry</c:v>
                </c:pt>
                <c:pt idx="6825">
                  <c:v>radioactivemusicpromotion</c:v>
                </c:pt>
                <c:pt idx="6826">
                  <c:v>radioactivebirdbrain</c:v>
                </c:pt>
                <c:pt idx="6827">
                  <c:v>radioactiveanalcreampie</c:v>
                </c:pt>
                <c:pt idx="6828">
                  <c:v>radicalpictureediting</c:v>
                </c:pt>
                <c:pt idx="6829">
                  <c:v>radicallyawesomemusic</c:v>
                </c:pt>
                <c:pt idx="6830">
                  <c:v>radicaldreamerdenise</c:v>
                </c:pt>
                <c:pt idx="6831">
                  <c:v>radiate_this_frequency</c:v>
                </c:pt>
                <c:pt idx="6832">
                  <c:v>radiatethisfrequency</c:v>
                </c:pt>
                <c:pt idx="6833">
                  <c:v>radiantfeministgoddess</c:v>
                </c:pt>
                <c:pt idx="6834">
                  <c:v>racingfeverphotography</c:v>
                </c:pt>
                <c:pt idx="6835">
                  <c:v>rachelthepaperlantern</c:v>
                </c:pt>
                <c:pt idx="6836">
                  <c:v>rachel_the_best_0013</c:v>
                </c:pt>
                <c:pt idx="6837">
                  <c:v>Rachel_softball_player7</c:v>
                </c:pt>
                <c:pt idx="6838">
                  <c:v>rachelpricephotography</c:v>
                </c:pt>
                <c:pt idx="6839">
                  <c:v>rachel_penguin_lover</c:v>
                </c:pt>
                <c:pt idx="6840">
                  <c:v>rachelmonsterphotography</c:v>
                </c:pt>
                <c:pt idx="6841">
                  <c:v>rachelmariemartinez05</c:v>
                </c:pt>
                <c:pt idx="6842">
                  <c:v>rachellouisewoolridge</c:v>
                </c:pt>
                <c:pt idx="6843">
                  <c:v>rachelle_the_deviant</c:v>
                </c:pt>
                <c:pt idx="6844">
                  <c:v>rachel_fucking_marie</c:v>
                </c:pt>
                <c:pt idx="6845">
                  <c:v>rachel_elizabeth_jackson</c:v>
                </c:pt>
                <c:pt idx="6846">
                  <c:v>rachelelizabethjackson</c:v>
                </c:pt>
                <c:pt idx="6847">
                  <c:v>rachelelizabethbishop</c:v>
                </c:pt>
                <c:pt idx="6848">
                  <c:v>rachelbrandoncartercole</c:v>
                </c:pt>
                <c:pt idx="6849">
                  <c:v>rachel_beautifulsmile</c:v>
                </c:pt>
                <c:pt idx="6850">
                  <c:v>rachel_baby_girl2005</c:v>
                </c:pt>
                <c:pt idx="6851">
                  <c:v>rachelandthewannabes</c:v>
                </c:pt>
                <c:pt idx="6852">
                  <c:v>rachelandsaraequallove</c:v>
                </c:pt>
                <c:pt idx="6853">
                  <c:v>Rachelandlukeforever</c:v>
                </c:pt>
                <c:pt idx="6854">
                  <c:v>rachelandlilliantribute</c:v>
                </c:pt>
                <c:pt idx="6855">
                  <c:v>rachelandevanslayout</c:v>
                </c:pt>
                <c:pt idx="6856">
                  <c:v>rachealnbrittany4eva</c:v>
                </c:pt>
                <c:pt idx="6857">
                  <c:v>rachaelwildliferanger</c:v>
                </c:pt>
                <c:pt idx="6858">
                  <c:v>rachaelsparrowpotter</c:v>
                </c:pt>
                <c:pt idx="6859">
                  <c:v>raceyoudownthecorridor</c:v>
                </c:pt>
                <c:pt idx="6860">
                  <c:v>racer4ever_aredneck4sure</c:v>
                </c:pt>
                <c:pt idx="6861">
                  <c:v>rabidrobotbugsindisguise</c:v>
                </c:pt>
                <c:pt idx="6862">
                  <c:v>rabidinbredcornbread</c:v>
                </c:pt>
                <c:pt idx="6863">
                  <c:v>rabidfrostbittenfetus</c:v>
                </c:pt>
                <c:pt idx="6864">
                  <c:v>rabiddogbeastmongrel</c:v>
                </c:pt>
                <c:pt idx="6865">
                  <c:v>rabbitsuitforfoxtrot</c:v>
                </c:pt>
                <c:pt idx="6866">
                  <c:v>quoth_the_raven_lunatic</c:v>
                </c:pt>
                <c:pt idx="6867">
                  <c:v>quoteunquotenormalpeople</c:v>
                </c:pt>
                <c:pt idx="6868">
                  <c:v>quoteunquotemusicalexperience</c:v>
                </c:pt>
                <c:pt idx="6869">
                  <c:v>quixoticstemcellfuturist</c:v>
                </c:pt>
                <c:pt idx="6870">
                  <c:v>quityourjobmakemusic</c:v>
                </c:pt>
                <c:pt idx="6871">
                  <c:v>quityourjibberjabber</c:v>
                </c:pt>
                <c:pt idx="6872">
                  <c:v>quit_snitching_stop_lying</c:v>
                </c:pt>
                <c:pt idx="6873">
                  <c:v>quintanillaalmostlopez</c:v>
                </c:pt>
                <c:pt idx="6874">
                  <c:v>quincy_the_boxer_9752</c:v>
                </c:pt>
                <c:pt idx="6875">
                  <c:v>quietrighteouswarrior</c:v>
                </c:pt>
                <c:pt idx="6876">
                  <c:v>_quietly_losing_control_</c:v>
                </c:pt>
                <c:pt idx="6877">
                  <c:v>quietfirstimpression</c:v>
                </c:pt>
                <c:pt idx="6878">
                  <c:v>quietconfidenceallinawink</c:v>
                </c:pt>
                <c:pt idx="6879">
                  <c:v>quickshiftmotorsports</c:v>
                </c:pt>
                <c:pt idx="6880">
                  <c:v>quick_chick_hot_2_trot</c:v>
                </c:pt>
                <c:pt idx="6881">
                  <c:v>quickand2thepointless</c:v>
                </c:pt>
                <c:pt idx="6882">
                  <c:v>question_the_government</c:v>
                </c:pt>
                <c:pt idx="6883">
                  <c:v>questionmarkpreview3</c:v>
                </c:pt>
                <c:pt idx="6884">
                  <c:v>questionmark_butterfly</c:v>
                </c:pt>
                <c:pt idx="6885">
                  <c:v>questforinfinitepower</c:v>
                </c:pt>
                <c:pt idx="6886">
                  <c:v>quesada_holiday_home</c:v>
                </c:pt>
                <c:pt idx="6887">
                  <c:v>queen_tinkerbell_forever</c:v>
                </c:pt>
                <c:pt idx="6888">
                  <c:v>queen_marie_antoinette</c:v>
                </c:pt>
                <c:pt idx="6889">
                  <c:v>queen_lucy_the_valliant</c:v>
                </c:pt>
                <c:pt idx="6890">
                  <c:v>queen_emma_the_great</c:v>
                </c:pt>
                <c:pt idx="6891">
                  <c:v>queenelizabethwindsor</c:v>
                </c:pt>
                <c:pt idx="6892">
                  <c:v>queendomesticgoddess</c:v>
                </c:pt>
                <c:pt idx="6893">
                  <c:v>queen_diva_butterfly</c:v>
                </c:pt>
                <c:pt idx="6894">
                  <c:v>queen_darkness_angel</c:v>
                </c:pt>
                <c:pt idx="6895">
                  <c:v>queen_bitch_liz_0327</c:v>
                </c:pt>
                <c:pt idx="6896">
                  <c:v>queenbeeleaderprincess</c:v>
                </c:pt>
                <c:pt idx="6897">
                  <c:v>queenann_theantagonist</c:v>
                </c:pt>
                <c:pt idx="6898">
                  <c:v>queen_adrianne_riddle</c:v>
                </c:pt>
                <c:pt idx="6899">
                  <c:v>quatreartistcollective</c:v>
                </c:pt>
                <c:pt idx="6900">
                  <c:v>quarterkeyakabigbody</c:v>
                </c:pt>
                <c:pt idx="6901">
                  <c:v>quarter2_street_team</c:v>
                </c:pt>
                <c:pt idx="6902">
                  <c:v>quantummechanicsmusic</c:v>
                </c:pt>
                <c:pt idx="6903">
                  <c:v>quanticsoulorchestra</c:v>
                </c:pt>
                <c:pt idx="6904">
                  <c:v>pyrowerewolffollower</c:v>
                </c:pt>
                <c:pt idx="6905">
                  <c:v>pyromaniacalpictophilia</c:v>
                </c:pt>
                <c:pt idx="6906">
                  <c:v>putyourstunnashadeson</c:v>
                </c:pt>
                <c:pt idx="6907">
                  <c:v>pussyslipperywhenwet</c:v>
                </c:pt>
                <c:pt idx="6908">
                  <c:v>pussymonsterbrittany</c:v>
                </c:pt>
                <c:pt idx="6909">
                  <c:v>pussy_juice_cocktail</c:v>
                </c:pt>
                <c:pt idx="6910">
                  <c:v>pussy_for_one_person</c:v>
                </c:pt>
                <c:pt idx="6911">
                  <c:v>pushgraphicsphotography</c:v>
                </c:pt>
                <c:pt idx="6912">
                  <c:v>pushbuttonbreakglass</c:v>
                </c:pt>
                <c:pt idx="6913">
                  <c:v>purpole_sticky_punch</c:v>
                </c:pt>
                <c:pt idx="6914">
                  <c:v>purplewarriorprincess</c:v>
                </c:pt>
                <c:pt idx="6915">
                  <c:v>purpletealheartslayout</c:v>
                </c:pt>
                <c:pt idx="6916">
                  <c:v>purpleribbonallstar00</c:v>
                </c:pt>
                <c:pt idx="6917">
                  <c:v>purplequeenfrogtracy</c:v>
                </c:pt>
                <c:pt idx="6918">
                  <c:v>purpleprincessmonique</c:v>
                </c:pt>
                <c:pt idx="6919">
                  <c:v>purple_pretty_princess</c:v>
                </c:pt>
                <c:pt idx="6920">
                  <c:v>purple_polish_pretty_1_13</c:v>
                </c:pt>
                <c:pt idx="6921">
                  <c:v>purplepeopleeater2980</c:v>
                </c:pt>
                <c:pt idx="6922">
                  <c:v>purplepeople_eater42</c:v>
                </c:pt>
                <c:pt idx="6923">
                  <c:v>purple_people_eater17</c:v>
                </c:pt>
                <c:pt idx="6924">
                  <c:v>purple_passion_flower</c:v>
                </c:pt>
                <c:pt idx="6925">
                  <c:v>purple_panty_muncher</c:v>
                </c:pt>
                <c:pt idx="6926">
                  <c:v>purplepandasareattacking</c:v>
                </c:pt>
                <c:pt idx="6927">
                  <c:v>purplemonkeydishwasher88</c:v>
                </c:pt>
                <c:pt idx="6928">
                  <c:v>purple_monkeydishwasher7</c:v>
                </c:pt>
                <c:pt idx="6929">
                  <c:v>purplemonkeydishwasher54</c:v>
                </c:pt>
                <c:pt idx="6930">
                  <c:v>purplemonkeydishwasher123</c:v>
                </c:pt>
                <c:pt idx="6931">
                  <c:v>purple_monkey_dish_washer</c:v>
                </c:pt>
                <c:pt idx="6932">
                  <c:v>purpleleopardpixielady</c:v>
                </c:pt>
                <c:pt idx="6933">
                  <c:v>purplejellydeathtrap</c:v>
                </c:pt>
                <c:pt idx="6934">
                  <c:v>purpleheartsjazztrio</c:v>
                </c:pt>
                <c:pt idx="6935">
                  <c:v>purpleheartsaregreat</c:v>
                </c:pt>
                <c:pt idx="6936">
                  <c:v>purple_haze_all_around</c:v>
                </c:pt>
                <c:pt idx="6937">
                  <c:v>purplefroggiefanatic</c:v>
                </c:pt>
                <c:pt idx="6938">
                  <c:v>purplefire.tarahsalary</c:v>
                </c:pt>
                <c:pt idx="6939">
                  <c:v>purpledragontattooing</c:v>
                </c:pt>
                <c:pt idx="6940">
                  <c:v>purpledragonlady1958</c:v>
                </c:pt>
                <c:pt idx="6941">
                  <c:v>purpledolphinwhisper</c:v>
                </c:pt>
                <c:pt idx="6942">
                  <c:v>purplecitybirdgang187</c:v>
                </c:pt>
                <c:pt idx="6943">
                  <c:v>purplecheeseandgravy</c:v>
                </c:pt>
                <c:pt idx="6944">
                  <c:v>purple_butterfly_lady</c:v>
                </c:pt>
                <c:pt idx="6945">
                  <c:v>purplebutterflygirl21</c:v>
                </c:pt>
                <c:pt idx="6946">
                  <c:v>purplebutterflyangel21</c:v>
                </c:pt>
                <c:pt idx="6947">
                  <c:v>purgatorydeathmetal</c:v>
                </c:pt>
                <c:pt idx="6948">
                  <c:v>pure_unadulterated_fun</c:v>
                </c:pt>
                <c:pt idx="6949">
                  <c:v>pure_sweet_country_gurl</c:v>
                </c:pt>
                <c:pt idx="6950">
                  <c:v>pureromancebuynoelle</c:v>
                </c:pt>
                <c:pt idx="6951">
                  <c:v>pureplasticperfection</c:v>
                </c:pt>
                <c:pt idx="6952">
                  <c:v>purementalstimulation</c:v>
                </c:pt>
                <c:pt idx="6953">
                  <c:v>pure_crazy_beautiful</c:v>
                </c:pt>
                <c:pt idx="6954">
                  <c:v>purecomplexsimplicity</c:v>
                </c:pt>
                <c:pt idx="6955">
                  <c:v>pure_bred_metal_head</c:v>
                </c:pt>
                <c:pt idx="6956">
                  <c:v>pure_blonde_insanity</c:v>
                </c:pt>
                <c:pt idx="6957">
                  <c:v>purdueblondebombshell</c:v>
                </c:pt>
                <c:pt idx="6958">
                  <c:v>puntacanasunmusicfest</c:v>
                </c:pt>
                <c:pt idx="6959">
                  <c:v>punk_shall_live_forever</c:v>
                </c:pt>
                <c:pt idx="6960">
                  <c:v>punkrollingrevolution</c:v>
                </c:pt>
                <c:pt idx="6961">
                  <c:v>punkrockworldmagazine</c:v>
                </c:pt>
                <c:pt idx="6962">
                  <c:v>punkrockprincess_eleven11</c:v>
                </c:pt>
                <c:pt idx="6963">
                  <c:v>punkrockprincesscutie</c:v>
                </c:pt>
                <c:pt idx="6964">
                  <c:v>punk_rock_princess_89</c:v>
                </c:pt>
                <c:pt idx="6965">
                  <c:v>punk_rock_princess77</c:v>
                </c:pt>
                <c:pt idx="6966">
                  <c:v>punk_rock_princess_704</c:v>
                </c:pt>
                <c:pt idx="6967">
                  <c:v>punkrockprincess4ever101</c:v>
                </c:pt>
                <c:pt idx="6968">
                  <c:v>punkrockprincess4207</c:v>
                </c:pt>
                <c:pt idx="6969">
                  <c:v>punkrockprincess4200</c:v>
                </c:pt>
                <c:pt idx="6970">
                  <c:v>punkrockprincess2380</c:v>
                </c:pt>
                <c:pt idx="6971">
                  <c:v>punkrockprincess_200</c:v>
                </c:pt>
                <c:pt idx="6972">
                  <c:v>punkrockprincess1983</c:v>
                </c:pt>
                <c:pt idx="6973">
                  <c:v>punk_rock_princess1</c:v>
                </c:pt>
                <c:pt idx="6974">
                  <c:v>punkrockprincess022</c:v>
                </c:pt>
                <c:pt idx="6975">
                  <c:v>punk_rock_princess00</c:v>
                </c:pt>
                <c:pt idx="6976">
                  <c:v>punk_rock_last_night</c:v>
                </c:pt>
                <c:pt idx="6977">
                  <c:v>punkrockgirl_5_3_10_4</c:v>
                </c:pt>
                <c:pt idx="6978">
                  <c:v>punk_rocker_sweetness</c:v>
                </c:pt>
                <c:pt idx="6979">
                  <c:v>punk_rocker_hot_and_juicy</c:v>
                </c:pt>
                <c:pt idx="6980">
                  <c:v>punkrockergirl_audrey</c:v>
                </c:pt>
                <c:pt idx="6981">
                  <c:v>punkrockerforcoolness</c:v>
                </c:pt>
                <c:pt idx="6982">
                  <c:v>punk_rocker_fob_lover</c:v>
                </c:pt>
                <c:pt idx="6983">
                  <c:v>punkrocker24and1half</c:v>
                </c:pt>
                <c:pt idx="6984">
                  <c:v>punk_rock_country_gurl92</c:v>
                </c:pt>
                <c:pt idx="6985">
                  <c:v>punk_rock_chick11223</c:v>
                </c:pt>
                <c:pt idx="6986">
                  <c:v>_punk_rock_and_roll_</c:v>
                </c:pt>
                <c:pt idx="6987">
                  <c:v>punkprincess_1990_nat</c:v>
                </c:pt>
                <c:pt idx="6988">
                  <c:v>punkpowerfalloutboyrock</c:v>
                </c:pt>
                <c:pt idx="6989">
                  <c:v>punk_little_prankster</c:v>
                </c:pt>
                <c:pt idx="6990">
                  <c:v>punkgurlwithattitude</c:v>
                </c:pt>
                <c:pt idx="6991">
                  <c:v>punk_fun_lover_18_1_200</c:v>
                </c:pt>
                <c:pt idx="6992">
                  <c:v>punk_from_lake_jackson22</c:v>
                </c:pt>
                <c:pt idx="6993">
                  <c:v>punk_from_lake_jackson</c:v>
                </c:pt>
                <c:pt idx="6994">
                  <c:v>punkboy_the_insurrection</c:v>
                </c:pt>
                <c:pt idx="6995">
                  <c:v>punchdrunkpunkrocklove</c:v>
                </c:pt>
                <c:pt idx="6996">
                  <c:v>pumpkin14_princesssorrow</c:v>
                </c:pt>
                <c:pt idx="6997">
                  <c:v>pullthetriggerbitch32</c:v>
                </c:pt>
                <c:pt idx="6998">
                  <c:v>pullingthetrigger911</c:v>
                </c:pt>
                <c:pt idx="6999">
                  <c:v>pullingthetrigger101</c:v>
                </c:pt>
                <c:pt idx="7000">
                  <c:v>puff_themagicdragon8</c:v>
                </c:pt>
                <c:pt idx="7001">
                  <c:v>puff_the_magic_dragon9</c:v>
                </c:pt>
                <c:pt idx="7002">
                  <c:v>_puffthemagicdragon9_</c:v>
                </c:pt>
                <c:pt idx="7003">
                  <c:v>puffthemagicdragon8</c:v>
                </c:pt>
                <c:pt idx="7004">
                  <c:v>puffthemagicdragon5337</c:v>
                </c:pt>
                <c:pt idx="7005">
                  <c:v>puffthemagicdragon11</c:v>
                </c:pt>
                <c:pt idx="7006">
                  <c:v>pueblogallonchallenge</c:v>
                </c:pt>
                <c:pt idx="7007">
                  <c:v>publicentitynumberone</c:v>
                </c:pt>
                <c:pt idx="7008">
                  <c:v>publicdisturbanceband</c:v>
                </c:pt>
                <c:pt idx="7009">
                  <c:v>pterodactylbandwassup</c:v>
                </c:pt>
                <c:pt idx="7010">
                  <c:v>ptarmiganstringquartet</c:v>
                </c:pt>
                <c:pt idx="7011">
                  <c:v>psychresearchproject</c:v>
                </c:pt>
                <c:pt idx="7012">
                  <c:v>psychotic_without_you</c:v>
                </c:pt>
                <c:pt idx="7013">
                  <c:v>psychoticthedemented</c:v>
                </c:pt>
                <c:pt idx="7014">
                  <c:v>psychotic_sommabitch</c:v>
                </c:pt>
                <c:pt idx="7015">
                  <c:v>psychotic_short_person</c:v>
                </c:pt>
                <c:pt idx="7016">
                  <c:v>psychoticreactionshop</c:v>
                </c:pt>
                <c:pt idx="7017">
                  <c:v>psychopathicclownkiller</c:v>
                </c:pt>
                <c:pt idx="7018">
                  <c:v>psychopathicaxemurderer</c:v>
                </c:pt>
                <c:pt idx="7019">
                  <c:v>proximityeffectmusic</c:v>
                </c:pt>
                <c:pt idx="7020">
                  <c:v>provincetownfilmfestival</c:v>
                </c:pt>
                <c:pt idx="7021">
                  <c:v>pro_varsity_wrestler</c:v>
                </c:pt>
                <c:pt idx="7022">
                  <c:v>protectiveolderbrother2</c:v>
                </c:pt>
                <c:pt idx="7023">
                  <c:v>prostheticdancemassacre</c:v>
                </c:pt>
                <c:pt idx="7024">
                  <c:v>prostarmanagementteam</c:v>
                </c:pt>
                <c:pt idx="7025">
                  <c:v>prospernowwithdailycash</c:v>
                </c:pt>
                <c:pt idx="7026">
                  <c:v>prospecthillstreetteam</c:v>
                </c:pt>
                <c:pt idx="7027">
                  <c:v>prosourceentertainment</c:v>
                </c:pt>
                <c:pt idx="7028">
                  <c:v>prophaseforprosperous</c:v>
                </c:pt>
                <c:pt idx="7029">
                  <c:v>propagandamusiccanteen</c:v>
                </c:pt>
                <c:pt idx="7030">
                  <c:v>proofread_edit_write</c:v>
                </c:pt>
                <c:pt idx="7031">
                  <c:v>promisecarvedinstone</c:v>
                </c:pt>
                <c:pt idx="7032">
                  <c:v>prolifeentertainment</c:v>
                </c:pt>
                <c:pt idx="7033">
                  <c:v>projectwesternworldcollapse</c:v>
                </c:pt>
                <c:pt idx="7034">
                  <c:v>projectthinkdifferent</c:v>
                </c:pt>
                <c:pt idx="7035">
                  <c:v>projectselfdestruction</c:v>
                </c:pt>
                <c:pt idx="7036">
                  <c:v>projectrailerparkmarlee</c:v>
                </c:pt>
                <c:pt idx="7037">
                  <c:v>projectpatentertainment</c:v>
                </c:pt>
                <c:pt idx="7038">
                  <c:v>projectneworleans_noise</c:v>
                </c:pt>
                <c:pt idx="7039">
                  <c:v>projectmayhemchicago</c:v>
                </c:pt>
                <c:pt idx="7040">
                  <c:v>projectiledisfunction</c:v>
                </c:pt>
                <c:pt idx="7041">
                  <c:v>projectdestructionderby</c:v>
                </c:pt>
                <c:pt idx="7042">
                  <c:v>projectbornfullblooded</c:v>
                </c:pt>
                <c:pt idx="7043">
                  <c:v>progressivesurfgroup</c:v>
                </c:pt>
                <c:pt idx="7044">
                  <c:v>progressivemetaldrummer13</c:v>
                </c:pt>
                <c:pt idx="7045">
                  <c:v>progressivegrooveacademy</c:v>
                </c:pt>
                <c:pt idx="7046">
                  <c:v>profoundequalityband</c:v>
                </c:pt>
                <c:pt idx="7047">
                  <c:v>profileunderconstruction</c:v>
                </c:pt>
                <c:pt idx="7048">
                  <c:v>professoruniversitymusic</c:v>
                </c:pt>
                <c:pt idx="7049">
                  <c:v>professorsprout_herbology</c:v>
                </c:pt>
                <c:pt idx="7050">
                  <c:v>professorlovelessons</c:v>
                </c:pt>
                <c:pt idx="7051">
                  <c:v>professorjigglestone</c:v>
                </c:pt>
                <c:pt idx="7052">
                  <c:v>professor_humpington</c:v>
                </c:pt>
                <c:pt idx="7053">
                  <c:v>professor_gigglefist</c:v>
                </c:pt>
                <c:pt idx="7054">
                  <c:v>professionaltitleexaminer</c:v>
                </c:pt>
                <c:pt idx="7055">
                  <c:v>professionalpotatopeeler</c:v>
                </c:pt>
                <c:pt idx="7056">
                  <c:v>professional_poker_playa</c:v>
                </c:pt>
                <c:pt idx="7057">
                  <c:v>professionalmalemodel</c:v>
                </c:pt>
                <c:pt idx="7058">
                  <c:v>professionaleyepoker</c:v>
                </c:pt>
                <c:pt idx="7059">
                  <c:v>professionalcivilengineer</c:v>
                </c:pt>
                <c:pt idx="7060">
                  <c:v>professionalbuzzkill</c:v>
                </c:pt>
                <c:pt idx="7061">
                  <c:v>professionalbullrider</c:v>
                </c:pt>
                <c:pt idx="7062">
                  <c:v>prodominoassociation</c:v>
                </c:pt>
                <c:pt idx="7063">
                  <c:v>prodigalsunmediagroup</c:v>
                </c:pt>
                <c:pt idx="7064">
                  <c:v>proctororchestramoose</c:v>
                </c:pt>
                <c:pt idx="7065">
                  <c:v>procitydynamiccertified</c:v>
                </c:pt>
                <c:pt idx="7066">
                  <c:v>processmassdestruction</c:v>
                </c:pt>
                <c:pt idx="7067">
                  <c:v>problemcausingsolution</c:v>
                </c:pt>
                <c:pt idx="7068">
                  <c:v>prizefightermanagement</c:v>
                </c:pt>
                <c:pt idx="7069">
                  <c:v>privateandconfidential</c:v>
                </c:pt>
                <c:pt idx="7070">
                  <c:v>prissyprincessdenise</c:v>
                </c:pt>
                <c:pt idx="7071">
                  <c:v>priscilla_pennington</c:v>
                </c:pt>
                <c:pt idx="7072">
                  <c:v>priscillacarolinefranco</c:v>
                </c:pt>
                <c:pt idx="7073">
                  <c:v>PRISCILLAAKAGUMMYBEAR</c:v>
                </c:pt>
                <c:pt idx="7074">
                  <c:v>princetonstockassociation</c:v>
                </c:pt>
                <c:pt idx="7075">
                  <c:v>princess_wonderwoman</c:v>
                </c:pt>
                <c:pt idx="7076">
                  <c:v>princesswinterwonder</c:v>
                </c:pt>
                <c:pt idx="7077">
                  <c:v>princess_white_thunder</c:v>
                </c:pt>
                <c:pt idx="7078">
                  <c:v>princess_white_kitty</c:v>
                </c:pt>
                <c:pt idx="7079">
                  <c:v>princesswarriordaughter</c:v>
                </c:pt>
                <c:pt idx="7080">
                  <c:v>princessvanessamarie</c:v>
                </c:pt>
                <c:pt idx="7081">
                  <c:v>princesstoadstoolpeach</c:v>
                </c:pt>
                <c:pt idx="7082">
                  <c:v>princesstinkerbelltutu</c:v>
                </c:pt>
                <c:pt idx="7083">
                  <c:v>princesstinkerbelllauren</c:v>
                </c:pt>
                <c:pt idx="7084">
                  <c:v>PrincessTinkerbell923</c:v>
                </c:pt>
                <c:pt idx="7085">
                  <c:v>princesstinkerbell89</c:v>
                </c:pt>
                <c:pt idx="7086">
                  <c:v>princess_tinkerbell2009</c:v>
                </c:pt>
                <c:pt idx="7087">
                  <c:v>princesstinkerbell18</c:v>
                </c:pt>
                <c:pt idx="7088">
                  <c:v>princess_tinkerbell09</c:v>
                </c:pt>
                <c:pt idx="7089">
                  <c:v>princess_tinker_bell</c:v>
                </c:pt>
                <c:pt idx="7090">
                  <c:v>princess_stephielynn</c:v>
                </c:pt>
                <c:pt idx="7091">
                  <c:v>princess_spoiled_baby</c:v>
                </c:pt>
                <c:pt idx="7092">
                  <c:v>princess_sparkle_sarah</c:v>
                </c:pt>
                <c:pt idx="7093">
                  <c:v>princesssparkle_carrie</c:v>
                </c:pt>
                <c:pt idx="7094">
                  <c:v>_princess_skellington_</c:v>
                </c:pt>
                <c:pt idx="7095">
                  <c:v>princessqueenbitch90</c:v>
                </c:pt>
                <c:pt idx="7096">
                  <c:v>princess_punkrock410</c:v>
                </c:pt>
                <c:pt idx="7097">
                  <c:v>princess_pink_lover_4ever</c:v>
                </c:pt>
                <c:pt idx="7098">
                  <c:v>princesspinkbabydoll</c:v>
                </c:pt>
                <c:pt idx="7099">
                  <c:v>princessnaomi1andonly</c:v>
                </c:pt>
                <c:pt idx="7100">
                  <c:v>princessmolliedollie</c:v>
                </c:pt>
                <c:pt idx="7101">
                  <c:v>princessmiahoneybunny</c:v>
                </c:pt>
                <c:pt idx="7102">
                  <c:v>princess_meadow_muffin</c:v>
                </c:pt>
                <c:pt idx="7103">
                  <c:v>princess_marshmallow</c:v>
                </c:pt>
                <c:pt idx="7104">
                  <c:v>princess_love_butterfly</c:v>
                </c:pt>
                <c:pt idx="7105">
                  <c:v>princesslotusblossom</c:v>
                </c:pt>
                <c:pt idx="7106">
                  <c:v>princesslivesinapalace</c:v>
                </c:pt>
                <c:pt idx="7107">
                  <c:v>princess_laura_jayne</c:v>
                </c:pt>
                <c:pt idx="7108">
                  <c:v>princess_laura_elizabeth</c:v>
                </c:pt>
                <c:pt idx="7109">
                  <c:v>princess_kristina_here</c:v>
                </c:pt>
                <c:pt idx="7110">
                  <c:v>princesskimberlyhart</c:v>
                </c:pt>
                <c:pt idx="7111">
                  <c:v>princesskayleigh90210</c:v>
                </c:pt>
                <c:pt idx="7112">
                  <c:v>princess_kayla_perry</c:v>
                </c:pt>
                <c:pt idx="7113">
                  <c:v>princesskaye_sunshine</c:v>
                </c:pt>
                <c:pt idx="7114">
                  <c:v>princesskatethevixen</c:v>
                </c:pt>
                <c:pt idx="7115">
                  <c:v>princesskarlathegreat</c:v>
                </c:pt>
                <c:pt idx="7116">
                  <c:v>princess_karina4ever</c:v>
                </c:pt>
                <c:pt idx="7117">
                  <c:v>princess_jess_sexy_babe</c:v>
                </c:pt>
                <c:pt idx="7118">
                  <c:v>princessjessiebessie</c:v>
                </c:pt>
                <c:pt idx="7119">
                  <c:v>princessjessicaalice</c:v>
                </c:pt>
                <c:pt idx="7120">
                  <c:v>princessimperialpalace</c:v>
                </c:pt>
                <c:pt idx="7121">
                  <c:v>princesshellokitty9</c:v>
                </c:pt>
                <c:pt idx="7122">
                  <c:v>princesshellokitty123</c:v>
                </c:pt>
                <c:pt idx="7123">
                  <c:v>princesshannahbanana</c:v>
                </c:pt>
                <c:pt idx="7124">
                  <c:v>princess_fatty_dipset</c:v>
                </c:pt>
                <c:pt idx="7125">
                  <c:v>princessfairyellenland</c:v>
                </c:pt>
                <c:pt idx="7126">
                  <c:v>princessdonnachristina</c:v>
                </c:pt>
                <c:pt idx="7127">
                  <c:v>PrincessDirtyFancyPants</c:v>
                </c:pt>
                <c:pt idx="7128">
                  <c:v>princessdianamartinez</c:v>
                </c:pt>
                <c:pt idx="7129">
                  <c:v>princessdayplaymatenight</c:v>
                </c:pt>
                <c:pt idx="7130">
                  <c:v>princess_cut_diamond</c:v>
                </c:pt>
                <c:pt idx="7131">
                  <c:v>princesscrunkenergydrink</c:v>
                </c:pt>
                <c:pt idx="7132">
                  <c:v>princess_crankypants</c:v>
                </c:pt>
                <c:pt idx="7133">
                  <c:v>princesscountrybuttercup</c:v>
                </c:pt>
                <c:pt idx="7134">
                  <c:v>princessconsuelacrapbag</c:v>
                </c:pt>
                <c:pt idx="7135">
                  <c:v>princesschristinamaria</c:v>
                </c:pt>
                <c:pt idx="7136">
                  <c:v>princess_chiquis_4eva</c:v>
                </c:pt>
                <c:pt idx="7137">
                  <c:v>princesscharlotteforever</c:v>
                </c:pt>
                <c:pt idx="7138">
                  <c:v>princess_celestial_star</c:v>
                </c:pt>
                <c:pt idx="7139">
                  <c:v>princess_cassandra_lynn</c:v>
                </c:pt>
                <c:pt idx="7140">
                  <c:v>princessbuttonwillow</c:v>
                </c:pt>
                <c:pt idx="7141">
                  <c:v>princessbuttercup4eva</c:v>
                </c:pt>
                <c:pt idx="7142">
                  <c:v>princess_bubblegum15</c:v>
                </c:pt>
                <c:pt idx="7143">
                  <c:v>princessbrittanyspiro</c:v>
                </c:pt>
                <c:pt idx="7144">
                  <c:v>princessbloodyshadow</c:v>
                </c:pt>
                <c:pt idx="7145">
                  <c:v>_princessbitchslave_</c:v>
                </c:pt>
                <c:pt idx="7146">
                  <c:v>princessbiancanicole</c:v>
                </c:pt>
                <c:pt idx="7147">
                  <c:v>princess_belle_monica</c:v>
                </c:pt>
                <c:pt idx="7148">
                  <c:v>princessbatmanforever</c:v>
                </c:pt>
                <c:pt idx="7149">
                  <c:v>princessbaileymorgan</c:v>
                </c:pt>
                <c:pt idx="7150">
                  <c:v>princessbabygurl99</c:v>
                </c:pt>
                <c:pt idx="7151">
                  <c:v>princessbabygirlerica</c:v>
                </c:pt>
                <c:pt idx="7152">
                  <c:v>princessbabydramaqueen</c:v>
                </c:pt>
                <c:pt idx="7153">
                  <c:v>princess_baby_dont_forget</c:v>
                </c:pt>
                <c:pt idx="7154">
                  <c:v>princess_ashleypaige</c:v>
                </c:pt>
                <c:pt idx="7155">
                  <c:v>princessashleynicole7</c:v>
                </c:pt>
                <c:pt idx="7156">
                  <c:v>princessashleylynn05</c:v>
                </c:pt>
                <c:pt idx="7157">
                  <c:v>princess_ariel_the_first</c:v>
                </c:pt>
                <c:pt idx="7158">
                  <c:v>princess_arielle_jade</c:v>
                </c:pt>
                <c:pt idx="7159">
                  <c:v>princess_anna_banana</c:v>
                </c:pt>
                <c:pt idx="7160">
                  <c:v>princessangelamichell</c:v>
                </c:pt>
                <c:pt idx="7161">
                  <c:v>princess_amy_sparkle</c:v>
                </c:pt>
                <c:pt idx="7162">
                  <c:v>princessamyelizabeth</c:v>
                </c:pt>
                <c:pt idx="7163">
                  <c:v>princessambermichelle</c:v>
                </c:pt>
                <c:pt idx="7164">
                  <c:v>princess_aka_babygirl</c:v>
                </c:pt>
                <c:pt idx="7165">
                  <c:v>prince_royalty_hot_boy</c:v>
                </c:pt>
                <c:pt idx="7166">
                  <c:v>princehottiecharming</c:v>
                </c:pt>
                <c:pt idx="7167">
                  <c:v>prince_darling_nikki</c:v>
                </c:pt>
                <c:pt idx="7168">
                  <c:v>princecharming_himself</c:v>
                </c:pt>
                <c:pt idx="7169">
                  <c:v>princecharmingbayarea</c:v>
                </c:pt>
                <c:pt idx="7170">
                  <c:v>primitivecountrylove</c:v>
                </c:pt>
                <c:pt idx="7171">
                  <c:v>primeministerpeterock</c:v>
                </c:pt>
                <c:pt idx="7172">
                  <c:v>primaljellysocialclub</c:v>
                </c:pt>
                <c:pt idx="7173">
                  <c:v>primal_concrete_sledge_9</c:v>
                </c:pt>
                <c:pt idx="7174">
                  <c:v>prima_donna_carlotta</c:v>
                </c:pt>
                <c:pt idx="7175">
                  <c:v>priestess_queen_raye</c:v>
                </c:pt>
                <c:pt idx="7176">
                  <c:v>pridefamentertainment</c:v>
                </c:pt>
                <c:pt idx="7177">
                  <c:v>pride_and_prejudice_13</c:v>
                </c:pt>
                <c:pt idx="7178">
                  <c:v>prickly_and_poisonous</c:v>
                </c:pt>
                <c:pt idx="7179">
                  <c:v>priceforstateassembly</c:v>
                </c:pt>
                <c:pt idx="7180">
                  <c:v>preventthepaintherapy</c:v>
                </c:pt>
                <c:pt idx="7181">
                  <c:v>pretty_young_thing_14</c:v>
                </c:pt>
                <c:pt idx="7182">
                  <c:v>prettyyoungthickchick</c:v>
                </c:pt>
                <c:pt idx="7183">
                  <c:v>pretty_young_tempting</c:v>
                </c:pt>
                <c:pt idx="7184">
                  <c:v>pretty_woman_claudia</c:v>
                </c:pt>
                <c:pt idx="7185">
                  <c:v>pretty_ugly_duckling</c:v>
                </c:pt>
                <c:pt idx="7186">
                  <c:v>prettytonywhattheycallhim</c:v>
                </c:pt>
                <c:pt idx="7187">
                  <c:v>prettysparkels_forme</c:v>
                </c:pt>
                <c:pt idx="7188">
                  <c:v>pretty_soldier_sailormoon</c:v>
                </c:pt>
                <c:pt idx="7189">
                  <c:v>prettyslickforawhitechick</c:v>
                </c:pt>
                <c:pt idx="7190">
                  <c:v>prettysexychocolate08</c:v>
                </c:pt>
                <c:pt idx="7191">
                  <c:v>prettyricky_pleasure</c:v>
                </c:pt>
                <c:pt idx="7192">
                  <c:v>prettyricky_lover_4eva</c:v>
                </c:pt>
                <c:pt idx="7193">
                  <c:v>pretty_punky_princess</c:v>
                </c:pt>
                <c:pt idx="7194">
                  <c:v>prettypunkprincess82</c:v>
                </c:pt>
                <c:pt idx="7195">
                  <c:v>prettyprincessvictoria</c:v>
                </c:pt>
                <c:pt idx="7196">
                  <c:v>pretty_princess_naeema</c:v>
                </c:pt>
                <c:pt idx="7197">
                  <c:v>prettyprincessnae233</c:v>
                </c:pt>
                <c:pt idx="7198">
                  <c:v>pretty_princess_megan</c:v>
                </c:pt>
                <c:pt idx="7199">
                  <c:v>pretty_princess_karen</c:v>
                </c:pt>
                <c:pt idx="7200">
                  <c:v>prettyprincessjenn1985</c:v>
                </c:pt>
                <c:pt idx="7201">
                  <c:v>prettyprincessgurl200</c:v>
                </c:pt>
                <c:pt idx="7202">
                  <c:v>prettyprincessdaniella</c:v>
                </c:pt>
                <c:pt idx="7203">
                  <c:v>prettyprincessbarbie1</c:v>
                </c:pt>
                <c:pt idx="7204">
                  <c:v>prettyprincessballerina</c:v>
                </c:pt>
                <c:pt idx="7205">
                  <c:v>prettyprincessashley</c:v>
                </c:pt>
                <c:pt idx="7206">
                  <c:v>prettyponyprincess0</c:v>
                </c:pt>
                <c:pt idx="7207">
                  <c:v>prettypinkprincessmeg</c:v>
                </c:pt>
                <c:pt idx="7208">
                  <c:v>prettypinkprincess90</c:v>
                </c:pt>
                <c:pt idx="7209">
                  <c:v>prettypinkprincess9</c:v>
                </c:pt>
                <c:pt idx="7210">
                  <c:v>prettypinkprincess140</c:v>
                </c:pt>
                <c:pt idx="7211">
                  <c:v>prettypinkprincess13</c:v>
                </c:pt>
                <c:pt idx="7212">
                  <c:v>pretty_pink_princess_0</c:v>
                </c:pt>
                <c:pt idx="7213">
                  <c:v>_pretty_pink_princess_</c:v>
                </c:pt>
                <c:pt idx="7214">
                  <c:v>prettypinkpopdramaqueen</c:v>
                </c:pt>
                <c:pt idx="7215">
                  <c:v>prettypinkbasketcase</c:v>
                </c:pt>
                <c:pt idx="7216">
                  <c:v>prettypinkbarbiegirl</c:v>
                </c:pt>
                <c:pt idx="7217">
                  <c:v>prettypictureperfect</c:v>
                </c:pt>
                <c:pt idx="7218">
                  <c:v>pretty_people_contest</c:v>
                </c:pt>
                <c:pt idx="7219">
                  <c:v>pretty_much_love_you</c:v>
                </c:pt>
                <c:pt idx="7220">
                  <c:v>prettymuchhardcoreextreme</c:v>
                </c:pt>
                <c:pt idx="7221">
                  <c:v>prettylittletrainwreck</c:v>
                </c:pt>
                <c:pt idx="7222">
                  <c:v>pretty_little_sea_nymph</c:v>
                </c:pt>
                <c:pt idx="7223">
                  <c:v>pretty_lil_princess_1</c:v>
                </c:pt>
                <c:pt idx="7224">
                  <c:v>pretty_lil_hispanic18</c:v>
                </c:pt>
                <c:pt idx="7225">
                  <c:v>prettylildemonicprincess</c:v>
                </c:pt>
                <c:pt idx="7226">
                  <c:v>pretty_lil_countrygurl</c:v>
                </c:pt>
                <c:pt idx="7227">
                  <c:v>pretty_hotpink_princess</c:v>
                </c:pt>
                <c:pt idx="7228">
                  <c:v>pretty_hot_pink_babe</c:v>
                </c:pt>
                <c:pt idx="7229">
                  <c:v>pretty_hot_and_thick</c:v>
                </c:pt>
                <c:pt idx="7230">
                  <c:v>pretty_hot_and_tempting13</c:v>
                </c:pt>
                <c:pt idx="7231">
                  <c:v>pretty_hot_and_tempting07</c:v>
                </c:pt>
                <c:pt idx="7232">
                  <c:v>prettyhatemachine7</c:v>
                </c:pt>
                <c:pt idx="7233">
                  <c:v>pretty_hardcore_court</c:v>
                </c:pt>
                <c:pt idx="7234">
                  <c:v>prettygurl_soccer_09</c:v>
                </c:pt>
                <c:pt idx="7235">
                  <c:v>prettygurlcaroline818</c:v>
                </c:pt>
                <c:pt idx="7236">
                  <c:v>pretty_gorgeous_nicole</c:v>
                </c:pt>
                <c:pt idx="7237">
                  <c:v>prettygirl_withstyle</c:v>
                </c:pt>
                <c:pt idx="7238">
                  <c:v>pretty_girl_position</c:v>
                </c:pt>
                <c:pt idx="7239">
                  <c:v>prettygirlbikinicarwash</c:v>
                </c:pt>
                <c:pt idx="7240">
                  <c:v>prettygirlbabygurl837</c:v>
                </c:pt>
                <c:pt idx="7241">
                  <c:v>pretty_frog_princess</c:v>
                </c:pt>
                <c:pt idx="7242">
                  <c:v>prettyflyforawhiteguy85</c:v>
                </c:pt>
                <c:pt idx="7243">
                  <c:v>prettyfly_forawhitegirl</c:v>
                </c:pt>
                <c:pt idx="7244">
                  <c:v>prettyfacethickwaist</c:v>
                </c:pt>
                <c:pt idx="7245">
                  <c:v>prettydukegirl14489</c:v>
                </c:pt>
                <c:pt idx="7246">
                  <c:v>prettydeadgirlshortfilm</c:v>
                </c:pt>
                <c:pt idx="7247">
                  <c:v>pretty_cute_princess</c:v>
                </c:pt>
                <c:pt idx="7248">
                  <c:v>prettycool_stephanie</c:v>
                </c:pt>
                <c:pt idx="7249">
                  <c:v>pretty_colors_forever</c:v>
                </c:pt>
                <c:pt idx="7250">
                  <c:v>prettybutbrokenhearted</c:v>
                </c:pt>
                <c:pt idx="7251">
                  <c:v>prettybrowneyedgirl89</c:v>
                </c:pt>
                <c:pt idx="7252">
                  <c:v>prettybrowncuttiepie</c:v>
                </c:pt>
                <c:pt idx="7253">
                  <c:v>prettyboyakasweetness</c:v>
                </c:pt>
                <c:pt idx="7254">
                  <c:v>prettyblondeprincess</c:v>
                </c:pt>
                <c:pt idx="7255">
                  <c:v>prettybabyprincess4life</c:v>
                </c:pt>
                <c:pt idx="7256">
                  <c:v>pretty_baby_girl_nikki</c:v>
                </c:pt>
                <c:pt idx="7257">
                  <c:v>prettybabybutterfly0</c:v>
                </c:pt>
                <c:pt idx="7258">
                  <c:v>pretty_athletic_lady</c:v>
                </c:pt>
                <c:pt idx="7259">
                  <c:v>prettyastashleymarie</c:v>
                </c:pt>
                <c:pt idx="7260">
                  <c:v>prettyandverydemented</c:v>
                </c:pt>
                <c:pt idx="7261">
                  <c:v>pretentiousrecordstoreguy</c:v>
                </c:pt>
                <c:pt idx="7262">
                  <c:v>pretend_its_brilliant</c:v>
                </c:pt>
                <c:pt idx="7263">
                  <c:v>prestigealtoclarinet</c:v>
                </c:pt>
                <c:pt idx="7264">
                  <c:v>pressuredropmanchester</c:v>
                </c:pt>
                <c:pt idx="7265">
                  <c:v>pressthisbuttonfortragedy</c:v>
                </c:pt>
                <c:pt idx="7266">
                  <c:v>pressplayentertainmentworld</c:v>
                </c:pt>
                <c:pt idx="7267">
                  <c:v>pressplayentertainment</c:v>
                </c:pt>
                <c:pt idx="7268">
                  <c:v>presscontrolaltdelete</c:v>
                </c:pt>
                <c:pt idx="7269">
                  <c:v>presidentgeorgewashington</c:v>
                </c:pt>
                <c:pt idx="7270">
                  <c:v>presidentbasketballcoach</c:v>
                </c:pt>
                <c:pt idx="7271">
                  <c:v>present_with_god_soon</c:v>
                </c:pt>
                <c:pt idx="7272">
                  <c:v>prescriptiondodgeball</c:v>
                </c:pt>
                <c:pt idx="7273">
                  <c:v>prepared2relocate4love</c:v>
                </c:pt>
                <c:pt idx="7274">
                  <c:v>prepare4peace_pray4war</c:v>
                </c:pt>
                <c:pt idx="7275">
                  <c:v>prepaidlegaljoshandjoe</c:v>
                </c:pt>
                <c:pt idx="7276">
                  <c:v>premierpersonalprotection</c:v>
                </c:pt>
                <c:pt idx="7277">
                  <c:v>premierimageentertainment</c:v>
                </c:pt>
                <c:pt idx="7278">
                  <c:v>premaritaltonguerape</c:v>
                </c:pt>
                <c:pt idx="7279">
                  <c:v>precisionscreenprinting</c:v>
                </c:pt>
                <c:pt idx="7280">
                  <c:v>precious_pretty_gurl</c:v>
                </c:pt>
                <c:pt idx="7281">
                  <c:v>preciouspoodleprincess</c:v>
                </c:pt>
                <c:pt idx="7282">
                  <c:v>precious_pearl_4ever</c:v>
                </c:pt>
                <c:pt idx="7283">
                  <c:v>precious_loca_morenita</c:v>
                </c:pt>
                <c:pt idx="7284">
                  <c:v>Precious_Little_Sweetie</c:v>
                </c:pt>
                <c:pt idx="7285">
                  <c:v>precious_little_butterfly</c:v>
                </c:pt>
                <c:pt idx="7286">
                  <c:v>precious_island_lady</c:v>
                </c:pt>
                <c:pt idx="7287">
                  <c:v>preciousgemstone2002</c:v>
                </c:pt>
                <c:pt idx="7288">
                  <c:v>precious_demon_from_below</c:v>
                </c:pt>
                <c:pt idx="7289">
                  <c:v>preciousblondesunshine</c:v>
                </c:pt>
                <c:pt idx="7290">
                  <c:v>precious_babydoll0813</c:v>
                </c:pt>
                <c:pt idx="7291">
                  <c:v>preciousbabyboy92104</c:v>
                </c:pt>
                <c:pt idx="7292">
                  <c:v>precious_applebottom</c:v>
                </c:pt>
                <c:pt idx="7293">
                  <c:v>preciousanimegirl025</c:v>
                </c:pt>
                <c:pt idx="7294">
                  <c:v>precious_angel_forever</c:v>
                </c:pt>
                <c:pt idx="7295">
                  <c:v>praytherosaryeveryday</c:v>
                </c:pt>
                <c:pt idx="7296">
                  <c:v>praisetoidinaandaustin</c:v>
                </c:pt>
                <c:pt idx="7297">
                  <c:v>praisetheloudsilkscreen</c:v>
                </c:pt>
                <c:pt idx="7298">
                  <c:v>praise_and_worship_team</c:v>
                </c:pt>
                <c:pt idx="7299">
                  <c:v>practicing_the_silence</c:v>
                </c:pt>
                <c:pt idx="7300">
                  <c:v>practicethekissingscene</c:v>
                </c:pt>
                <c:pt idx="7301">
                  <c:v>practice_page4brande</c:v>
                </c:pt>
                <c:pt idx="7302">
                  <c:v>practiceachieveperfection</c:v>
                </c:pt>
                <c:pt idx="7303">
                  <c:v>practicaltrainedkillas</c:v>
                </c:pt>
                <c:pt idx="7304">
                  <c:v>practicalselfdefense</c:v>
                </c:pt>
                <c:pt idx="7305">
                  <c:v>powersportsunlimited</c:v>
                </c:pt>
                <c:pt idx="7306">
                  <c:v>power_ranger_equality</c:v>
                </c:pt>
                <c:pt idx="7307">
                  <c:v>__powerpuff__blossom__</c:v>
                </c:pt>
                <c:pt idx="7308">
                  <c:v>powerlunchproduction</c:v>
                </c:pt>
                <c:pt idx="7309">
                  <c:v>powerfulbeyondmeasure</c:v>
                </c:pt>
                <c:pt idx="7310">
                  <c:v>powerentertainmentgroup</c:v>
                </c:pt>
                <c:pt idx="7311">
                  <c:v>powerbreathandlivingwater</c:v>
                </c:pt>
                <c:pt idx="7312">
                  <c:v>power2thewhitepeople</c:v>
                </c:pt>
                <c:pt idx="7313">
                  <c:v>powderedtoastman2082</c:v>
                </c:pt>
                <c:pt idx="7314">
                  <c:v>_powdered_toast_man_</c:v>
                </c:pt>
                <c:pt idx="7315">
                  <c:v>powdered_sweet_taste01</c:v>
                </c:pt>
                <c:pt idx="7316">
                  <c:v>powbiffsmackwallopbatman</c:v>
                </c:pt>
                <c:pt idx="7317">
                  <c:v>povertyneckhillbillygirl</c:v>
                </c:pt>
                <c:pt idx="7318">
                  <c:v>povertyjetsetofficial</c:v>
                </c:pt>
                <c:pt idx="7319">
                  <c:v>pour_thechampagne_darling</c:v>
                </c:pt>
                <c:pt idx="7320">
                  <c:v>pouringcrimsonregret521</c:v>
                </c:pt>
                <c:pt idx="7321">
                  <c:v>poultrymeatandfishflavour</c:v>
                </c:pt>
                <c:pt idx="7322">
                  <c:v>pottytraininggonebad</c:v>
                </c:pt>
                <c:pt idx="7323">
                  <c:v>potterjessicahaley721</c:v>
                </c:pt>
                <c:pt idx="7324">
                  <c:v>potsmokinghatchetman</c:v>
                </c:pt>
                <c:pt idx="7325">
                  <c:v>potentiallygoodmusic</c:v>
                </c:pt>
                <c:pt idx="7326">
                  <c:v>potatoes_arent_that_cool</c:v>
                </c:pt>
                <c:pt idx="7327">
                  <c:v>potatoes_are_awesome</c:v>
                </c:pt>
                <c:pt idx="7328">
                  <c:v>potatoesandcheesecake</c:v>
                </c:pt>
                <c:pt idx="7329">
                  <c:v>poststructuralismrox</c:v>
                </c:pt>
                <c:pt idx="7330">
                  <c:v>postmodernintellectual</c:v>
                </c:pt>
                <c:pt idx="7331">
                  <c:v>postmodernbeautyqueen</c:v>
                </c:pt>
                <c:pt idx="7332">
                  <c:v>postconcertdancecompany</c:v>
                </c:pt>
                <c:pt idx="7333">
                  <c:v>possessed_little_child</c:v>
                </c:pt>
                <c:pt idx="7334">
                  <c:v>possessedguitarwarrior</c:v>
                </c:pt>
                <c:pt idx="7335">
                  <c:v>positive_placement_tattoo</c:v>
                </c:pt>
                <c:pt idx="7336">
                  <c:v>positive_little_angel</c:v>
                </c:pt>
                <c:pt idx="7337">
                  <c:v>positionclosedofficial</c:v>
                </c:pt>
                <c:pt idx="7338">
                  <c:v>position9_girlsonly</c:v>
                </c:pt>
                <c:pt idx="7339">
                  <c:v>portsmouthlightercompany</c:v>
                </c:pt>
                <c:pt idx="7340">
                  <c:v>portsaintluciehighschool</c:v>
                </c:pt>
                <c:pt idx="7341">
                  <c:v>portlandporcelainveneer</c:v>
                </c:pt>
                <c:pt idx="7342">
                  <c:v>portlandfilmcollective</c:v>
                </c:pt>
                <c:pt idx="7343">
                  <c:v>porter_probaseball_player</c:v>
                </c:pt>
                <c:pt idx="7344">
                  <c:v>portcitylegendkiller</c:v>
                </c:pt>
                <c:pt idx="7345">
                  <c:v>portchestercoachdiner</c:v>
                </c:pt>
                <c:pt idx="7346">
                  <c:v>port_charlotte_comedy</c:v>
                </c:pt>
                <c:pt idx="7347">
                  <c:v>portapottyracoonlover</c:v>
                </c:pt>
                <c:pt idx="7348">
                  <c:v>porridge_springsteen</c:v>
                </c:pt>
                <c:pt idx="7349">
                  <c:v>pork_chop_concertguy</c:v>
                </c:pt>
                <c:pt idx="7350">
                  <c:v>porchmonkey4life1993</c:v>
                </c:pt>
                <c:pt idx="7351">
                  <c:v>porcelainveneerseattle</c:v>
                </c:pt>
                <c:pt idx="7352">
                  <c:v>porcelain_browneyed_girl</c:v>
                </c:pt>
                <c:pt idx="7353">
                  <c:v>pop_will_eat_itself0</c:v>
                </c:pt>
                <c:pt idx="7354">
                  <c:v>pop_went_the_present</c:v>
                </c:pt>
                <c:pt idx="7355">
                  <c:v>populationcontrolbooking</c:v>
                </c:pt>
                <c:pt idx="7356">
                  <c:v>popularentertainmentgroup</c:v>
                </c:pt>
                <c:pt idx="7357">
                  <c:v>poptartcookiemonster</c:v>
                </c:pt>
                <c:pt idx="7358">
                  <c:v>poprockscokesmackbang</c:v>
                </c:pt>
                <c:pt idx="7359">
                  <c:v>poppunkprincess2loveyou</c:v>
                </c:pt>
                <c:pt idx="7360">
                  <c:v>pop_off_entertainment</c:v>
                </c:pt>
                <c:pt idx="7361">
                  <c:v>popeyethesailorman41</c:v>
                </c:pt>
                <c:pt idx="7362">
                  <c:v>popeye_the_sailorman</c:v>
                </c:pt>
                <c:pt idx="7363">
                  <c:v>popcornsuperhetreceived</c:v>
                </c:pt>
                <c:pt idx="7364">
                  <c:v>popcornandstringcheese</c:v>
                </c:pt>
                <c:pt idx="7365">
                  <c:v>pooroldfashionedbaby</c:v>
                </c:pt>
                <c:pt idx="7366">
                  <c:v>poorlychosenscreenname</c:v>
                </c:pt>
                <c:pt idx="7367">
                  <c:v>_poor_little_monkey_</c:v>
                </c:pt>
                <c:pt idx="7368">
                  <c:v>poorlittleluckystrike</c:v>
                </c:pt>
                <c:pt idx="7369">
                  <c:v>pooranimalunderstudy</c:v>
                </c:pt>
                <c:pt idx="7370">
                  <c:v>poopsandthecornbread</c:v>
                </c:pt>
                <c:pt idx="7371">
                  <c:v>poolbeachsummerlovefun</c:v>
                </c:pt>
                <c:pt idx="7372">
                  <c:v>poohbearprincessjazzy</c:v>
                </c:pt>
                <c:pt idx="7373">
                  <c:v>___poohbear___harrypotter</c:v>
                </c:pt>
                <c:pt idx="7374">
                  <c:v>pooh_bear_eats_honey</c:v>
                </c:pt>
                <c:pt idx="7375">
                  <c:v>pontoonpelicanpussycat</c:v>
                </c:pt>
                <c:pt idx="7376">
                  <c:v>ponchocreativedesign</c:v>
                </c:pt>
                <c:pt idx="7377">
                  <c:v>polymorphbodypiercing</c:v>
                </c:pt>
                <c:pt idx="7378">
                  <c:v>pollyanddashabestfriend1997</c:v>
                </c:pt>
                <c:pt idx="7379">
                  <c:v>polkcountyredneck83</c:v>
                </c:pt>
                <c:pt idx="7380">
                  <c:v>polkapeteandhisorchestra</c:v>
                </c:pt>
                <c:pt idx="7381">
                  <c:v>polka_dotted_tragedy</c:v>
                </c:pt>
                <c:pt idx="7382">
                  <c:v>polkadotprincess2903</c:v>
                </c:pt>
                <c:pt idx="7383">
                  <c:v>politicaldancingprincess</c:v>
                </c:pt>
                <c:pt idx="7384">
                  <c:v>politicalagendapeace</c:v>
                </c:pt>
                <c:pt idx="7385">
                  <c:v>polish_diesel_performance</c:v>
                </c:pt>
                <c:pt idx="7386">
                  <c:v>police_constable_strong</c:v>
                </c:pt>
                <c:pt idx="7387">
                  <c:v>pokeyvalentineguitarist1</c:v>
                </c:pt>
                <c:pt idx="7388">
                  <c:v>pokertattooandpiercing</c:v>
                </c:pt>
                <c:pt idx="7389">
                  <c:v>poisonivyentertainment1</c:v>
                </c:pt>
                <c:pt idx="7390">
                  <c:v>poised_penguin_pusher</c:v>
                </c:pt>
                <c:pt idx="7391">
                  <c:v>_poiseandrationality</c:v>
                </c:pt>
                <c:pt idx="7392">
                  <c:v>pointlessmentalcruelty</c:v>
                </c:pt>
                <c:pt idx="7393">
                  <c:v>point44caliberkiller</c:v>
                </c:pt>
                <c:pt idx="7394">
                  <c:v>poetprophetphilosopher</c:v>
                </c:pt>
                <c:pt idx="7395">
                  <c:v>poet4lifealwaysandforever</c:v>
                </c:pt>
                <c:pt idx="7396">
                  <c:v>pocketprotectorposse</c:v>
                </c:pt>
                <c:pt idx="7397">
                  <c:v>plushponyiceprincess</c:v>
                </c:pt>
                <c:pt idx="7398">
                  <c:v>plump_perfection4eva</c:v>
                </c:pt>
                <c:pt idx="7399">
                  <c:v>plumflowerembroidery</c:v>
                </c:pt>
                <c:pt idx="7400">
                  <c:v>plumbingcherrypoppindaddy</c:v>
                </c:pt>
                <c:pt idx="7401">
                  <c:v>plum_always_and_4ever</c:v>
                </c:pt>
                <c:pt idx="7402">
                  <c:v>pluckedrightfromthebrain</c:v>
                </c:pt>
                <c:pt idx="7403">
                  <c:v>pluckedfromobscurity</c:v>
                </c:pt>
                <c:pt idx="7404">
                  <c:v>ploughthroughthischapter</c:v>
                </c:pt>
                <c:pt idx="7405">
                  <c:v>plentifulsexkitten02</c:v>
                </c:pt>
                <c:pt idx="7406">
                  <c:v>pleasureyourwayallday</c:v>
                </c:pt>
                <c:pt idx="7407">
                  <c:v>pleasureyoucantmeasure</c:v>
                </c:pt>
                <c:pt idx="7408">
                  <c:v>pleasureislandclubdread</c:v>
                </c:pt>
                <c:pt idx="7409">
                  <c:v>pleasurablepainclothing</c:v>
                </c:pt>
                <c:pt idx="7410">
                  <c:v>please_taste_the_rainbow</c:v>
                </c:pt>
                <c:pt idx="7411">
                  <c:v>please_stop_killing_music</c:v>
                </c:pt>
                <c:pt idx="7412">
                  <c:v>pleaserefrainfromknocking</c:v>
                </c:pt>
                <c:pt idx="7413">
                  <c:v>pleaseletthisonework</c:v>
                </c:pt>
                <c:pt idx="7414">
                  <c:v>please_enter_name_here</c:v>
                </c:pt>
                <c:pt idx="7415">
                  <c:v>please_dont_eat_that</c:v>
                </c:pt>
                <c:pt idx="7416">
                  <c:v>pleasantvalleyyouthgroup</c:v>
                </c:pt>
                <c:pt idx="7417">
                  <c:v>pleasantvalleylibrary</c:v>
                </c:pt>
                <c:pt idx="7418">
                  <c:v>pleasantstreetconspiracy</c:v>
                </c:pt>
                <c:pt idx="7419">
                  <c:v>plazaworldalldayeveryday</c:v>
                </c:pt>
                <c:pt idx="7420">
                  <c:v>playwithmatchsnothearts</c:v>
                </c:pt>
                <c:pt idx="7421">
                  <c:v>playthatgothicmusicwhiteboy</c:v>
                </c:pt>
                <c:pt idx="7422">
                  <c:v>playthatfunkymusicwhiteboy</c:v>
                </c:pt>
                <c:pt idx="7423">
                  <c:v>play_that_funkymusic</c:v>
                </c:pt>
                <c:pt idx="7424">
                  <c:v>playstation3_warehouse</c:v>
                </c:pt>
                <c:pt idx="7425">
                  <c:v>playstation3fistfight</c:v>
                </c:pt>
                <c:pt idx="7426">
                  <c:v>playmatestripper4life</c:v>
                </c:pt>
                <c:pt idx="7427">
                  <c:v>play_long_love_longer</c:v>
                </c:pt>
                <c:pt idx="7428">
                  <c:v>playlearnlivewithstyle</c:v>
                </c:pt>
                <c:pt idx="7429">
                  <c:v>playingwithnuclearfire</c:v>
                </c:pt>
                <c:pt idx="7430">
                  <c:v>playhannahmate212121</c:v>
                </c:pt>
                <c:pt idx="7431">
                  <c:v>playgurlprincessrena</c:v>
                </c:pt>
                <c:pt idx="7432">
                  <c:v>playgroundlegendband</c:v>
                </c:pt>
                <c:pt idx="7433">
                  <c:v>playgroundeventproduction</c:v>
                </c:pt>
                <c:pt idx="7434">
                  <c:v>playgirl_princess_melanie</c:v>
                </c:pt>
                <c:pt idx="7435">
                  <c:v>playgirl_princess_2007</c:v>
                </c:pt>
                <c:pt idx="7436">
                  <c:v>playgirlallnightlong</c:v>
                </c:pt>
                <c:pt idx="7437">
                  <c:v>playfulpartytimegirl</c:v>
                </c:pt>
                <c:pt idx="7438">
                  <c:v>playforpleasurehomeparty</c:v>
                </c:pt>
                <c:pt idx="7439">
                  <c:v>playdicewiththeuniverse</c:v>
                </c:pt>
                <c:pt idx="7440">
                  <c:v>playdeadillplayalong</c:v>
                </c:pt>
                <c:pt idx="7441">
                  <c:v>playboy_talent_scout</c:v>
                </c:pt>
                <c:pt idx="7442">
                  <c:v>playboy_rebel_bunnie</c:v>
                </c:pt>
                <c:pt idx="7443">
                  <c:v>PlayboyPrincess4life</c:v>
                </c:pt>
                <c:pt idx="7444">
                  <c:v>playboypenguin_bridgette</c:v>
                </c:pt>
                <c:pt idx="7445">
                  <c:v>playboy_central_51_bitch</c:v>
                </c:pt>
                <c:pt idx="7446">
                  <c:v>playboybunnystar29741</c:v>
                </c:pt>
                <c:pt idx="7447">
                  <c:v>playboy_bunny_mate_200</c:v>
                </c:pt>
                <c:pt idx="7448">
                  <c:v>_playboy_bunny_lover_</c:v>
                </c:pt>
                <c:pt idx="7449">
                  <c:v>playboy_bunny_girl14</c:v>
                </c:pt>
                <c:pt idx="7450">
                  <c:v>playboybunnyfromhell</c:v>
                </c:pt>
                <c:pt idx="7451">
                  <c:v>playboy_bunny_chick17</c:v>
                </c:pt>
                <c:pt idx="7452">
                  <c:v>playboybunnychick101</c:v>
                </c:pt>
                <c:pt idx="7453">
                  <c:v>playboy_bunny_bitch_9</c:v>
                </c:pt>
                <c:pt idx="7454">
                  <c:v>playboybunnybabe4life</c:v>
                </c:pt>
                <c:pt idx="7455">
                  <c:v>playboy_bunny_angel17</c:v>
                </c:pt>
                <c:pt idx="7456">
                  <c:v>playanothersweetsong</c:v>
                </c:pt>
                <c:pt idx="7457">
                  <c:v>playalyndasurfergirl</c:v>
                </c:pt>
                <c:pt idx="7458">
                  <c:v>platypuspilotcommunique</c:v>
                </c:pt>
                <c:pt idx="7459">
                  <c:v>platovisionaryphilosopher</c:v>
                </c:pt>
                <c:pt idx="7460">
                  <c:v>platinumsunnentertainment</c:v>
                </c:pt>
                <c:pt idx="7461">
                  <c:v>platinumrecordoperation</c:v>
                </c:pt>
                <c:pt idx="7462">
                  <c:v>platinumproductionsny</c:v>
                </c:pt>
                <c:pt idx="7463">
                  <c:v>platinum_mixed_4_life</c:v>
                </c:pt>
                <c:pt idx="7464">
                  <c:v>platinummarketinggroup</c:v>
                </c:pt>
                <c:pt idx="7465">
                  <c:v>platinumlevelentertainment</c:v>
                </c:pt>
                <c:pt idx="7466">
                  <c:v>platinumkatentertainment</c:v>
                </c:pt>
                <c:pt idx="7467">
                  <c:v>platinumboundmusicgroup</c:v>
                </c:pt>
                <c:pt idx="7468">
                  <c:v>platinumartistsearch1</c:v>
                </c:pt>
                <c:pt idx="7469">
                  <c:v>plastictrashprincess</c:v>
                </c:pt>
                <c:pt idx="7470">
                  <c:v>plasticthingonashoelace</c:v>
                </c:pt>
                <c:pt idx="7471">
                  <c:v>plastic_loveless_letter</c:v>
                </c:pt>
                <c:pt idx="7472">
                  <c:v>plasticfashionbandpage</c:v>
                </c:pt>
                <c:pt idx="7473">
                  <c:v>plasticfantasticjewelry</c:v>
                </c:pt>
                <c:pt idx="7474">
                  <c:v>planktonwillruletheworld</c:v>
                </c:pt>
                <c:pt idx="7475">
                  <c:v>planethollywoodresort</c:v>
                </c:pt>
                <c:pt idx="7476">
                  <c:v>planetgranitehustler</c:v>
                </c:pt>
                <c:pt idx="7477">
                  <c:v>planetexpressshipmusic</c:v>
                </c:pt>
                <c:pt idx="7478">
                  <c:v>planetdancejumpyjosh</c:v>
                </c:pt>
                <c:pt idx="7479">
                  <c:v>planetbudtron420nebula</c:v>
                </c:pt>
                <c:pt idx="7480">
                  <c:v>planetbeacholdmetairie</c:v>
                </c:pt>
                <c:pt idx="7481">
                  <c:v>plan4tomorrowparty2night</c:v>
                </c:pt>
                <c:pt idx="7482">
                  <c:v>plain_yellow_mustard</c:v>
                </c:pt>
                <c:pt idx="7483">
                  <c:v>plagiarizingtheapocalypse</c:v>
                </c:pt>
                <c:pt idx="7484">
                  <c:v>placetobewitthequeen9</c:v>
                </c:pt>
                <c:pt idx="7485">
                  <c:v>pixie_tinkerbell99</c:v>
                </c:pt>
                <c:pt idx="7486">
                  <c:v>pittsburghsteelersong</c:v>
                </c:pt>
                <c:pt idx="7487">
                  <c:v>pittsburghsteelerfan</c:v>
                </c:pt>
                <c:pt idx="7488">
                  <c:v>pittsburghrollerhockey</c:v>
                </c:pt>
                <c:pt idx="7489">
                  <c:v>pith_helmeted_maniac</c:v>
                </c:pt>
                <c:pt idx="7490">
                  <c:v>pitchblackphotography</c:v>
                </c:pt>
                <c:pt idx="7491">
                  <c:v>pitbull_fighting_champ07</c:v>
                </c:pt>
                <c:pt idx="7492">
                  <c:v>piston_basketball4ever</c:v>
                </c:pt>
                <c:pt idx="7493">
                  <c:v>pissingtheyellowfantastic</c:v>
                </c:pt>
                <c:pt idx="7494">
                  <c:v>PirateMonkeyPrincess</c:v>
                </c:pt>
                <c:pt idx="7495">
                  <c:v>pirate_juice_not_poison</c:v>
                </c:pt>
                <c:pt idx="7496">
                  <c:v>piratehookersarefunny</c:v>
                </c:pt>
                <c:pt idx="7497">
                  <c:v>pirate_fanatic_giselle</c:v>
                </c:pt>
                <c:pt idx="7498">
                  <c:v>pipsqueakloveslingling</c:v>
                </c:pt>
                <c:pt idx="7499">
                  <c:v>piper_phoebe_and_paige</c:v>
                </c:pt>
                <c:pt idx="7500">
                  <c:v>piperelizabethhalliwell</c:v>
                </c:pt>
                <c:pt idx="7501">
                  <c:v>pipbransoncorporation</c:v>
                </c:pt>
                <c:pt idx="7502">
                  <c:v>pioneersinparanoiddysfunction</c:v>
                </c:pt>
                <c:pt idx="7503">
                  <c:v>pintaandhergardengrove</c:v>
                </c:pt>
                <c:pt idx="7504">
                  <c:v>pinkystarfish_maroonheart</c:v>
                </c:pt>
                <c:pt idx="7505">
                  <c:v>pinkystarfishgurl_1</c:v>
                </c:pt>
                <c:pt idx="7506">
                  <c:v>pinky_fashionprincess</c:v>
                </c:pt>
                <c:pt idx="7507">
                  <c:v>pinkyandthebrainracing</c:v>
                </c:pt>
                <c:pt idx="7508">
                  <c:v>pinkwithbabybluetester</c:v>
                </c:pt>
                <c:pt idx="7509">
                  <c:v>pinksugarandblackspice12</c:v>
                </c:pt>
                <c:pt idx="7510">
                  <c:v>pink_strawberry_sunshine</c:v>
                </c:pt>
                <c:pt idx="7511">
                  <c:v>pink_strawberry_baller99</c:v>
                </c:pt>
                <c:pt idx="7512">
                  <c:v>pink_ribbonsare_love</c:v>
                </c:pt>
                <c:pt idx="7513">
                  <c:v>pink_princess_tina24</c:v>
                </c:pt>
                <c:pt idx="7514">
                  <c:v>pinkprincessmichelle</c:v>
                </c:pt>
                <c:pt idx="7515">
                  <c:v>pinkprincessforever215</c:v>
                </c:pt>
                <c:pt idx="7516">
                  <c:v>pinkprincesscrystal008</c:v>
                </c:pt>
                <c:pt idx="7517">
                  <c:v>pinkpowerrangerfromhell</c:v>
                </c:pt>
                <c:pt idx="7518">
                  <c:v>pink_powder_princess</c:v>
                </c:pt>
                <c:pt idx="7519">
                  <c:v>pinkpolkadottedpurple</c:v>
                </c:pt>
                <c:pt idx="7520">
                  <c:v>pink_polka_dot_bikini</c:v>
                </c:pt>
                <c:pt idx="7521">
                  <c:v>pink_playboy_bunny55</c:v>
                </c:pt>
                <c:pt idx="7522">
                  <c:v>pink_play_boy_bunny08</c:v>
                </c:pt>
                <c:pt idx="7523">
                  <c:v>pinkplaidpajamapants</c:v>
                </c:pt>
                <c:pt idx="7524">
                  <c:v>pink_passionate_taste</c:v>
                </c:pt>
                <c:pt idx="7525">
                  <c:v>pinkpantherprincess4ever</c:v>
                </c:pt>
                <c:pt idx="7526">
                  <c:v>pinkpantherladies39</c:v>
                </c:pt>
                <c:pt idx="7527">
                  <c:v>pinkpanthergirl24504</c:v>
                </c:pt>
                <c:pt idx="7528">
                  <c:v>pinkpantherbubblelewis</c:v>
                </c:pt>
                <c:pt idx="7529">
                  <c:v>pinkmysticforceranger</c:v>
                </c:pt>
                <c:pt idx="7530">
                  <c:v>pinkluminousinvocation</c:v>
                </c:pt>
                <c:pt idx="7531">
                  <c:v>pinkieswear_photography</c:v>
                </c:pt>
                <c:pt idx="7532">
                  <c:v>Pink_Ice_Princess_2010</c:v>
                </c:pt>
                <c:pt idx="7533">
                  <c:v>pinkhotprincessqueen</c:v>
                </c:pt>
                <c:pt idx="7534">
                  <c:v>pinkhelmetharleychick</c:v>
                </c:pt>
                <c:pt idx="7535">
                  <c:v>pinkgoesgoodwithgreen</c:v>
                </c:pt>
                <c:pt idx="7536">
                  <c:v>pinkfrostedsugarcookie</c:v>
                </c:pt>
                <c:pt idx="7537">
                  <c:v>pinkflipflopprincess</c:v>
                </c:pt>
                <c:pt idx="7538">
                  <c:v>pinkelephantsinlemonade</c:v>
                </c:pt>
                <c:pt idx="7539">
                  <c:v>pinkelephantpromotion</c:v>
                </c:pt>
                <c:pt idx="7540">
                  <c:v>pinkelephantprincess</c:v>
                </c:pt>
                <c:pt idx="7541">
                  <c:v>pinkelephantfromchina</c:v>
                </c:pt>
                <c:pt idx="7542">
                  <c:v>pinkdiamondqueenpooh</c:v>
                </c:pt>
                <c:pt idx="7543">
                  <c:v>pink_diamond_princess_21</c:v>
                </c:pt>
                <c:pt idx="7544">
                  <c:v>pinkdiamondprincess1</c:v>
                </c:pt>
                <c:pt idx="7545">
                  <c:v>pinkdiamondmanagement</c:v>
                </c:pt>
                <c:pt idx="7546">
                  <c:v>pink_cotton_candy_gurl</c:v>
                </c:pt>
                <c:pt idx="7547">
                  <c:v>pink_cookiemonster_500</c:v>
                </c:pt>
                <c:pt idx="7548">
                  <c:v>pinkcheese_greengoat</c:v>
                </c:pt>
                <c:pt idx="7549">
                  <c:v>pinkcheesegreenghost</c:v>
                </c:pt>
                <c:pt idx="7550">
                  <c:v>pinkcandy_totallyrad</c:v>
                </c:pt>
                <c:pt idx="7551">
                  <c:v>pinkbutteflylayoutpreview</c:v>
                </c:pt>
                <c:pt idx="7552">
                  <c:v>pinkblackwhite_layout</c:v>
                </c:pt>
                <c:pt idx="7553">
                  <c:v>pink_belt_rockerdude15</c:v>
                </c:pt>
                <c:pt idx="7554">
                  <c:v>pinkandpurpleforever</c:v>
                </c:pt>
                <c:pt idx="7555">
                  <c:v>pinkandorangeprincess19</c:v>
                </c:pt>
                <c:pt idx="7556">
                  <c:v>pink_and_black_rainbow</c:v>
                </c:pt>
                <c:pt idx="7557">
                  <c:v>pinheadfromhellraiser</c:v>
                </c:pt>
                <c:pt idx="7558">
                  <c:v>pineridgereservation</c:v>
                </c:pt>
                <c:pt idx="7559">
                  <c:v>pineridgeentertainment</c:v>
                </c:pt>
                <c:pt idx="7560">
                  <c:v>pinemountainrailroad</c:v>
                </c:pt>
                <c:pt idx="7561">
                  <c:v>pineapplesaregood100</c:v>
                </c:pt>
                <c:pt idx="7562">
                  <c:v>pineapple.prettygirl</c:v>
                </c:pt>
                <c:pt idx="7563">
                  <c:v>pinchcheekfeedcookie</c:v>
                </c:pt>
                <c:pt idx="7564">
                  <c:v>pinarecordAKAjonathan</c:v>
                </c:pt>
                <c:pt idx="7565">
                  <c:v>pimpsticksandgoldfish</c:v>
                </c:pt>
                <c:pt idx="7566">
                  <c:v>pimp_master_whiteboy</c:v>
                </c:pt>
                <c:pt idx="7567">
                  <c:v>pimpmancookiemonster</c:v>
                </c:pt>
                <c:pt idx="7568">
                  <c:v>pimpjuicethepromoter</c:v>
                </c:pt>
                <c:pt idx="7569">
                  <c:v>pimpinwithhoneyandmoney</c:v>
                </c:pt>
                <c:pt idx="7570">
                  <c:v>pimpinnnaptown317420</c:v>
                </c:pt>
                <c:pt idx="7571">
                  <c:v>pimpingaroundtheworld1</c:v>
                </c:pt>
                <c:pt idx="7572">
                  <c:v>pimpingallovertheworld7</c:v>
                </c:pt>
                <c:pt idx="7573">
                  <c:v>pilieva.adriana123321</c:v>
                </c:pt>
                <c:pt idx="7574">
                  <c:v>pigsarecreepyandugly</c:v>
                </c:pt>
                <c:pt idx="7575">
                  <c:v>pigletandtigger11871</c:v>
                </c:pt>
                <c:pt idx="7576">
                  <c:v>piggylexicookiemonster</c:v>
                </c:pt>
                <c:pt idx="7577">
                  <c:v>piggyandchocolatebutt</c:v>
                </c:pt>
                <c:pt idx="7578">
                  <c:v>pierson_hood_mob_bitch</c:v>
                </c:pt>
                <c:pt idx="7579">
                  <c:v>piercedfromwithinband</c:v>
                </c:pt>
                <c:pt idx="7580">
                  <c:v>pierceddrummerfreak</c:v>
                </c:pt>
                <c:pt idx="7581">
                  <c:v>picturesareeverything</c:v>
                </c:pt>
                <c:pt idx="7582">
                  <c:v>picture_perfect_party_gur</c:v>
                </c:pt>
                <c:pt idx="7583">
                  <c:v>picture_perfect_modeling</c:v>
                </c:pt>
                <c:pt idx="7584">
                  <c:v>pictureperfecthannah</c:v>
                </c:pt>
                <c:pt idx="7585">
                  <c:v>pictureimperfecttheband</c:v>
                </c:pt>
                <c:pt idx="7586">
                  <c:v>picadillycircusclown</c:v>
                </c:pt>
                <c:pt idx="7587">
                  <c:v>pianofeedbackdistortion</c:v>
                </c:pt>
                <c:pt idx="7588">
                  <c:v>physicaltherapydoctor</c:v>
                </c:pt>
                <c:pt idx="7589">
                  <c:v>phototyphoonphotography</c:v>
                </c:pt>
                <c:pt idx="7590">
                  <c:v>phoenixrisingfromtheashes</c:v>
                </c:pt>
                <c:pt idx="7591">
                  <c:v>phoenix_reborn_again</c:v>
                </c:pt>
                <c:pt idx="7592">
                  <c:v>phoenixministerevangelist</c:v>
                </c:pt>
                <c:pt idx="7593">
                  <c:v>phoenixkatherineflame</c:v>
                </c:pt>
                <c:pt idx="7594">
                  <c:v>phoenix_deadly_romance</c:v>
                </c:pt>
                <c:pt idx="7595">
                  <c:v>phoenixcarcleaningservice</c:v>
                </c:pt>
                <c:pt idx="7596">
                  <c:v>phoenix_and_the_harlot</c:v>
                </c:pt>
                <c:pt idx="7597">
                  <c:v>phisigbridgewaterstate</c:v>
                </c:pt>
                <c:pt idx="7598">
                  <c:v>phillyclublivefromtha215</c:v>
                </c:pt>
                <c:pt idx="7599">
                  <c:v>phillycheesesteak_5</c:v>
                </c:pt>
                <c:pt idx="7600">
                  <c:v>phillycheesesteak1992</c:v>
                </c:pt>
                <c:pt idx="7601">
                  <c:v>phillycheeseandjessica</c:v>
                </c:pt>
                <c:pt idx="7602">
                  <c:v>phillis_the_gay_lord</c:v>
                </c:pt>
                <c:pt idx="7603">
                  <c:v>philipinthemetalguitarist</c:v>
                </c:pt>
                <c:pt idx="7604">
                  <c:v>phil_from_the_future</c:v>
                </c:pt>
                <c:pt idx="7605">
                  <c:v>philboydandthehiddentwin</c:v>
                </c:pt>
                <c:pt idx="7606">
                  <c:v>philbentleystreetteam</c:v>
                </c:pt>
                <c:pt idx="7607">
                  <c:v>philandkristyforever</c:v>
                </c:pt>
                <c:pt idx="7608">
                  <c:v>philadelphiasoulfansite</c:v>
                </c:pt>
                <c:pt idx="7609">
                  <c:v>philadelphiamusicreview</c:v>
                </c:pt>
                <c:pt idx="7610">
                  <c:v>philadelphiamainline</c:v>
                </c:pt>
                <c:pt idx="7611">
                  <c:v>philadelphiajerseygirl</c:v>
                </c:pt>
                <c:pt idx="7612">
                  <c:v>phenomenonyouthgroup</c:v>
                </c:pt>
                <c:pt idx="7613">
                  <c:v>phase_2_the_original</c:v>
                </c:pt>
                <c:pt idx="7614">
                  <c:v>phantom_thief_network</c:v>
                </c:pt>
                <c:pt idx="7615">
                  <c:v>peytonmanningfanpage</c:v>
                </c:pt>
                <c:pt idx="7616">
                  <c:v>peytonhappywithlucas</c:v>
                </c:pt>
                <c:pt idx="7617">
                  <c:v>peyton_elizabeth_sawyer0</c:v>
                </c:pt>
                <c:pt idx="7618">
                  <c:v>petethesnowboarder8</c:v>
                </c:pt>
                <c:pt idx="7619">
                  <c:v>peter_the_guitar_dude</c:v>
                </c:pt>
                <c:pt idx="7620">
                  <c:v>peterthegreatandguitar</c:v>
                </c:pt>
                <c:pt idx="7621">
                  <c:v>petersen_stephanie09</c:v>
                </c:pt>
                <c:pt idx="7622">
                  <c:v>peter_parker_spiderman</c:v>
                </c:pt>
                <c:pt idx="7623">
                  <c:v>peterparkerandspiderman</c:v>
                </c:pt>
                <c:pt idx="7624">
                  <c:v>peterparker2spiderman</c:v>
                </c:pt>
                <c:pt idx="7625">
                  <c:v>PETERPANNEVERLAND1234578910</c:v>
                </c:pt>
                <c:pt idx="7626">
                  <c:v>petergriffinforpresident</c:v>
                </c:pt>
                <c:pt idx="7627">
                  <c:v>peter_griffin_4_president</c:v>
                </c:pt>
                <c:pt idx="7628">
                  <c:v>peterfischerguitarplayer</c:v>
                </c:pt>
                <c:pt idx="7629">
                  <c:v>peterferguson_baseball</c:v>
                </c:pt>
                <c:pt idx="7630">
                  <c:v>peter_family_guy_griffin</c:v>
                </c:pt>
                <c:pt idx="7631">
                  <c:v>peterdigitalorchestra</c:v>
                </c:pt>
                <c:pt idx="7632">
                  <c:v>petercrouchrobotdancesong</c:v>
                </c:pt>
                <c:pt idx="7633">
                  <c:v>peterbuiltwreckingmachine</c:v>
                </c:pt>
                <c:pt idx="7634">
                  <c:v>peterandpauline4ever</c:v>
                </c:pt>
                <c:pt idx="7635">
                  <c:v>peterandjacquiecampbell</c:v>
                </c:pt>
                <c:pt idx="7636">
                  <c:v>petelindstrom_photography</c:v>
                </c:pt>
                <c:pt idx="7637">
                  <c:v>petefromdownthestreet</c:v>
                </c:pt>
                <c:pt idx="7638">
                  <c:v>peteandchuckextravaganza</c:v>
                </c:pt>
                <c:pt idx="7639">
                  <c:v>pesky_the_flying_pig</c:v>
                </c:pt>
                <c:pt idx="7640">
                  <c:v>pervertedtwistedfreak</c:v>
                </c:pt>
                <c:pt idx="7641">
                  <c:v>perverseskullcrusher</c:v>
                </c:pt>
                <c:pt idx="7642">
                  <c:v>perversecorpsedeformingapparatus</c:v>
                </c:pt>
                <c:pt idx="7643">
                  <c:v>personalwellnesscoach</c:v>
                </c:pt>
                <c:pt idx="7644">
                  <c:v>personaltouchphotography</c:v>
                </c:pt>
                <c:pt idx="7645">
                  <c:v>personallyyourscollection</c:v>
                </c:pt>
                <c:pt idx="7646">
                  <c:v>personallayouttester</c:v>
                </c:pt>
                <c:pt idx="7647">
                  <c:v>personalitycrisisdeaddoll</c:v>
                </c:pt>
                <c:pt idx="7648">
                  <c:v>personalfocusmarketing</c:v>
                </c:pt>
                <c:pt idx="7649">
                  <c:v>personalchefmichelle</c:v>
                </c:pt>
                <c:pt idx="7650">
                  <c:v>personabletrainwreck</c:v>
                </c:pt>
                <c:pt idx="7651">
                  <c:v>persephone_wolf_goddess</c:v>
                </c:pt>
                <c:pt idx="7652">
                  <c:v>perpetualunderachiever</c:v>
                </c:pt>
                <c:pt idx="7653">
                  <c:v>perpetuallyundulatingman</c:v>
                </c:pt>
                <c:pt idx="7654">
                  <c:v>perpetualdamagemachine</c:v>
                </c:pt>
                <c:pt idx="7655">
                  <c:v>perpetual_black_second</c:v>
                </c:pt>
                <c:pt idx="7656">
                  <c:v>peroxidegirlphotography</c:v>
                </c:pt>
                <c:pt idx="7657">
                  <c:v>permanentcoastholiday</c:v>
                </c:pt>
                <c:pt idx="7658">
                  <c:v>perimeterandfortress</c:v>
                </c:pt>
                <c:pt idx="7659">
                  <c:v>peridianconstruction</c:v>
                </c:pt>
                <c:pt idx="7660">
                  <c:v>perfumeheartseverywhere</c:v>
                </c:pt>
                <c:pt idx="7661">
                  <c:v>performinnovateengineer</c:v>
                </c:pt>
                <c:pt idx="7662">
                  <c:v>performanceplussoftball</c:v>
                </c:pt>
                <c:pt idx="7663">
                  <c:v>perfect_snow_white_world</c:v>
                </c:pt>
                <c:pt idx="7664">
                  <c:v>perfectshotknoxville</c:v>
                </c:pt>
                <c:pt idx="7665">
                  <c:v>perfect_princess_sarah22</c:v>
                </c:pt>
                <c:pt idx="7666">
                  <c:v>perfect_princess_sarah</c:v>
                </c:pt>
                <c:pt idx="7667">
                  <c:v>perfect_playmate_harmony</c:v>
                </c:pt>
                <c:pt idx="7668">
                  <c:v>perfectly_organized_mess</c:v>
                </c:pt>
                <c:pt idx="7669">
                  <c:v>perfectlyjessieangel</c:v>
                </c:pt>
                <c:pt idx="7670">
                  <c:v>perfectly_imperfect4god</c:v>
                </c:pt>
                <c:pt idx="7671">
                  <c:v>perfectly_flawed_princess</c:v>
                </c:pt>
                <c:pt idx="7672">
                  <c:v>perfectlychaoticforlife</c:v>
                </c:pt>
                <c:pt idx="7673">
                  <c:v>perfect_little_angel_99</c:v>
                </c:pt>
                <c:pt idx="7674">
                  <c:v>perfectionwasjustadream</c:v>
                </c:pt>
                <c:pt idx="7675">
                  <c:v>PerfectionThroughSilence</c:v>
                </c:pt>
                <c:pt idx="7676">
                  <c:v>perfectionthroughloudness</c:v>
                </c:pt>
                <c:pt idx="7677">
                  <c:v>perfection_does_exist</c:v>
                </c:pt>
                <c:pt idx="7678">
                  <c:v>perfection_aint_easy</c:v>
                </c:pt>
                <c:pt idx="7679">
                  <c:v>perfectedchaos_renee</c:v>
                </c:pt>
                <c:pt idx="7680">
                  <c:v>perfectdarkskateteam</c:v>
                </c:pt>
                <c:pt idx="7681">
                  <c:v>perfect_angel_gone_bad89</c:v>
                </c:pt>
                <c:pt idx="7682">
                  <c:v>_perfect_and_poisonous_</c:v>
                </c:pt>
                <c:pt idx="7683">
                  <c:v>perennialsareforever</c:v>
                </c:pt>
                <c:pt idx="7684">
                  <c:v>peppyandthefiringsquad</c:v>
                </c:pt>
                <c:pt idx="7685">
                  <c:v>pepperoni_with_cheese</c:v>
                </c:pt>
                <c:pt idx="7686">
                  <c:v>peppermintstickicecream</c:v>
                </c:pt>
                <c:pt idx="7687">
                  <c:v>peppermintcontacttables</c:v>
                </c:pt>
                <c:pt idx="7688">
                  <c:v>peppergreen_contingent</c:v>
                </c:pt>
                <c:pt idx="7689">
                  <c:v>pepperdinehomecoming200</c:v>
                </c:pt>
                <c:pt idx="7690">
                  <c:v>peoplewhowearblacksuck</c:v>
                </c:pt>
                <c:pt idx="7691">
                  <c:v>peoplewhorockchristina</c:v>
                </c:pt>
                <c:pt idx="7692">
                  <c:v>peopleunifiedforflavor</c:v>
                </c:pt>
                <c:pt idx="7693">
                  <c:v>peoplefuckingthrower</c:v>
                </c:pt>
                <c:pt idx="7694">
                  <c:v>peopledonteatcatfood</c:v>
                </c:pt>
                <c:pt idx="7695">
                  <c:v>peoplealwaysleave_1</c:v>
                </c:pt>
                <c:pt idx="7696">
                  <c:v>peopleagainstpoverty</c:v>
                </c:pt>
                <c:pt idx="7697">
                  <c:v>peopleagainstlizmilligan</c:v>
                </c:pt>
                <c:pt idx="7698">
                  <c:v>pensilsharpener_bandit</c:v>
                </c:pt>
                <c:pt idx="7699">
                  <c:v>pennywise_will_eat_you</c:v>
                </c:pt>
                <c:pt idx="7700">
                  <c:v>pennywisepoundfoolish</c:v>
                </c:pt>
                <c:pt idx="7701">
                  <c:v>pennystocksinvesting</c:v>
                </c:pt>
                <c:pt idx="7702">
                  <c:v>pennylanealmostfamous</c:v>
                </c:pt>
                <c:pt idx="7703">
                  <c:v>pennybrightandfamily</c:v>
                </c:pt>
                <c:pt idx="7704">
                  <c:v>penislaserenlargement</c:v>
                </c:pt>
                <c:pt idx="7705">
                  <c:v>peniscockdickfacemother</c:v>
                </c:pt>
                <c:pt idx="7706">
                  <c:v>penisbreathcocksucker</c:v>
                </c:pt>
                <c:pt idx="7707">
                  <c:v>penguinsareprettycool</c:v>
                </c:pt>
                <c:pt idx="7708">
                  <c:v>penguinsareattacking</c:v>
                </c:pt>
                <c:pt idx="7709">
                  <c:v>penguin_lord_forever</c:v>
                </c:pt>
                <c:pt idx="7710">
                  <c:v>pendletondrumfestival</c:v>
                </c:pt>
                <c:pt idx="7711">
                  <c:v>pencilshavingsandstickers</c:v>
                </c:pt>
                <c:pt idx="7712">
                  <c:v>pencilsharpenermonster</c:v>
                </c:pt>
                <c:pt idx="7713">
                  <c:v>pencilfuckingsharpener</c:v>
                </c:pt>
                <c:pt idx="7714">
                  <c:v>pelon_and_dora_forever</c:v>
                </c:pt>
                <c:pt idx="7715">
                  <c:v>pelicanbeaverlip_itch</c:v>
                </c:pt>
                <c:pt idx="7716">
                  <c:v>peggysuedospuntocero</c:v>
                </c:pt>
                <c:pt idx="7717">
                  <c:v>peeweerustyandjessie</c:v>
                </c:pt>
                <c:pt idx="7718">
                  <c:v>peel_out_the_watchword</c:v>
                </c:pt>
                <c:pt idx="7719">
                  <c:v>peek_around_the_corner</c:v>
                </c:pt>
                <c:pt idx="7720">
                  <c:v>peekaboo_ashleyrae_22</c:v>
                </c:pt>
                <c:pt idx="7721">
                  <c:v>pedrovianainvitation</c:v>
                </c:pt>
                <c:pt idx="7722">
                  <c:v>pedroandthechocolatefactory</c:v>
                </c:pt>
                <c:pt idx="7723">
                  <c:v>pedroandrachael4ever</c:v>
                </c:pt>
                <c:pt idx="7724">
                  <c:v>pedestrianyouthgroup</c:v>
                </c:pt>
                <c:pt idx="7725">
                  <c:v>pedalsteeltransmission</c:v>
                </c:pt>
                <c:pt idx="7726">
                  <c:v>pecanchocolatedeluxe</c:v>
                </c:pt>
                <c:pt idx="7727">
                  <c:v>peanutbuttersandwichincorporated</c:v>
                </c:pt>
                <c:pt idx="7728">
                  <c:v>peanutbutterrevolution</c:v>
                </c:pt>
                <c:pt idx="7729">
                  <c:v>peanut_butter_orgasm</c:v>
                </c:pt>
                <c:pt idx="7730">
                  <c:v>peanutbutteronaspoon00</c:v>
                </c:pt>
                <c:pt idx="7731">
                  <c:v>peanutbutterjustworks</c:v>
                </c:pt>
                <c:pt idx="7732">
                  <c:v>peanutbutter_jellytime92</c:v>
                </c:pt>
                <c:pt idx="7733">
                  <c:v>peanut_butter_jelly_time5</c:v>
                </c:pt>
                <c:pt idx="7734">
                  <c:v>peanutbutterjellytime420</c:v>
                </c:pt>
                <c:pt idx="7735">
                  <c:v>peanutbutterjelly_time23</c:v>
                </c:pt>
                <c:pt idx="7736">
                  <c:v>peanutbutterjellytime09</c:v>
                </c:pt>
                <c:pt idx="7737">
                  <c:v>peanutbutterjellytime0</c:v>
                </c:pt>
                <c:pt idx="7738">
                  <c:v>peanutbutterjellyhelp</c:v>
                </c:pt>
                <c:pt idx="7739">
                  <c:v>peanut_butter_jelly_girl</c:v>
                </c:pt>
                <c:pt idx="7740">
                  <c:v>peanutbutter_jelly_dancer</c:v>
                </c:pt>
                <c:pt idx="7741">
                  <c:v>peanutbutterjellybean213</c:v>
                </c:pt>
                <c:pt idx="7742">
                  <c:v>peanutbutterjellybean0809</c:v>
                </c:pt>
                <c:pt idx="7743">
                  <c:v>peanut_butter_jelly_200</c:v>
                </c:pt>
                <c:pt idx="7744">
                  <c:v>peanut_butter_jelly_1</c:v>
                </c:pt>
                <c:pt idx="7745">
                  <c:v>peanut_butterjelly00</c:v>
                </c:pt>
                <c:pt idx="7746">
                  <c:v>peanutbutterholocaust</c:v>
                </c:pt>
                <c:pt idx="7747">
                  <c:v>peanutbutterforpresident2</c:v>
                </c:pt>
                <c:pt idx="7748">
                  <c:v>peanutbutter_delight07</c:v>
                </c:pt>
                <c:pt idx="7749">
                  <c:v>peanutbutter_brownie</c:v>
                </c:pt>
                <c:pt idx="7750">
                  <c:v>peanut_butter_bandit</c:v>
                </c:pt>
                <c:pt idx="7751">
                  <c:v>peanutbutterandkelly</c:v>
                </c:pt>
                <c:pt idx="7752">
                  <c:v>peanutbutterandjelly4life</c:v>
                </c:pt>
                <c:pt idx="7753">
                  <c:v>peanutbutterandjelly413</c:v>
                </c:pt>
                <c:pt idx="7754">
                  <c:v>peanutbutter0jelly0time</c:v>
                </c:pt>
                <c:pt idx="7755">
                  <c:v>peacockpaintingcontractor</c:v>
                </c:pt>
                <c:pt idx="7756">
                  <c:v>peachykeen_jellybean4</c:v>
                </c:pt>
                <c:pt idx="7757">
                  <c:v>peachykeen_hiker_girl</c:v>
                </c:pt>
                <c:pt idx="7758">
                  <c:v>peachyfuzzyotterbabypolar</c:v>
                </c:pt>
                <c:pt idx="7759">
                  <c:v>peachbottomrecruitment</c:v>
                </c:pt>
                <c:pt idx="7760">
                  <c:v>peace_pipe_princess420</c:v>
                </c:pt>
                <c:pt idx="7761">
                  <c:v>peacepandasandpropaganda</c:v>
                </c:pt>
                <c:pt idx="7762">
                  <c:v>_peace_out_gurl_scout_</c:v>
                </c:pt>
                <c:pt idx="7763">
                  <c:v>peace_love_unity_art</c:v>
                </c:pt>
                <c:pt idx="7764">
                  <c:v>peace_love_softball17</c:v>
                </c:pt>
                <c:pt idx="7765">
                  <c:v>peaceloveprayer_kerry</c:v>
                </c:pt>
                <c:pt idx="7766">
                  <c:v>peacelovemusicmaking</c:v>
                </c:pt>
                <c:pt idx="7767">
                  <c:v>peacelovemarinecorps07</c:v>
                </c:pt>
                <c:pt idx="7768">
                  <c:v>peace.love.happyness3</c:v>
                </c:pt>
                <c:pt idx="7769">
                  <c:v>peacelovehappinessman</c:v>
                </c:pt>
                <c:pt idx="7770">
                  <c:v>peacelovehappiness9441</c:v>
                </c:pt>
                <c:pt idx="7771">
                  <c:v>peacelovehappiness93</c:v>
                </c:pt>
                <c:pt idx="7772">
                  <c:v>peace_love_happiness90</c:v>
                </c:pt>
                <c:pt idx="7773">
                  <c:v>peace_love_everything_els</c:v>
                </c:pt>
                <c:pt idx="7774">
                  <c:v>peace_love_and_prosperity</c:v>
                </c:pt>
                <c:pt idx="7775">
                  <c:v>peaceloveandnormajean</c:v>
                </c:pt>
                <c:pt idx="7776">
                  <c:v>peace_loveandhappiness</c:v>
                </c:pt>
                <c:pt idx="7777">
                  <c:v>peaceloveandhappieness</c:v>
                </c:pt>
                <c:pt idx="7778">
                  <c:v>peace_love_and_hairgrease</c:v>
                </c:pt>
                <c:pt idx="7779">
                  <c:v>peace_love_and_erika</c:v>
                </c:pt>
                <c:pt idx="7780">
                  <c:v>peaceloveandchelsea3</c:v>
                </c:pt>
                <c:pt idx="7781">
                  <c:v>peace_love_and_casualty</c:v>
                </c:pt>
                <c:pt idx="7782">
                  <c:v>peace_justice_and_glory</c:v>
                </c:pt>
                <c:pt idx="7783">
                  <c:v>peacefulwarriormovie</c:v>
                </c:pt>
                <c:pt idx="7784">
                  <c:v>peacefulandpassionate</c:v>
                </c:pt>
                <c:pt idx="7785">
                  <c:v>paybackproductionsteam</c:v>
                </c:pt>
                <c:pt idx="7786">
                  <c:v>paxtonpullmanskywalker</c:v>
                </c:pt>
                <c:pt idx="7787">
                  <c:v>paulypocket_the_thrasher</c:v>
                </c:pt>
                <c:pt idx="7788">
                  <c:v>paulineakabingobrat2</c:v>
                </c:pt>
                <c:pt idx="7789">
                  <c:v>paulina_the_last_day</c:v>
                </c:pt>
                <c:pt idx="7790">
                  <c:v>paulinasexylatinaforever</c:v>
                </c:pt>
                <c:pt idx="7791">
                  <c:v>paulaandhappybunnyrox</c:v>
                </c:pt>
                <c:pt idx="7792">
                  <c:v>patwalkerlandscaping</c:v>
                </c:pt>
                <c:pt idx="7793">
                  <c:v>pattymayonnaisemusic</c:v>
                </c:pt>
                <c:pt idx="7794">
                  <c:v>patty_beautiful_nice</c:v>
                </c:pt>
                <c:pt idx="7795">
                  <c:v>patsybroughtsexyback</c:v>
                </c:pt>
                <c:pt idx="7796">
                  <c:v>patrioticplaya_core330</c:v>
                </c:pt>
                <c:pt idx="7797">
                  <c:v>patriciaperryfoundation</c:v>
                </c:pt>
                <c:pt idx="7798">
                  <c:v>patricia_heart_broken</c:v>
                </c:pt>
                <c:pt idx="7799">
                  <c:v>patricia_campos_loos</c:v>
                </c:pt>
                <c:pt idx="7800">
                  <c:v>patientlywaiting4love</c:v>
                </c:pt>
                <c:pt idx="7801">
                  <c:v>patiently_waiting4him</c:v>
                </c:pt>
                <c:pt idx="7802">
                  <c:v>patchworkchaos_christy</c:v>
                </c:pt>
                <c:pt idx="7803">
                  <c:v>pastthebreakingpoint</c:v>
                </c:pt>
                <c:pt idx="7804">
                  <c:v>pastortroyforpresident</c:v>
                </c:pt>
                <c:pt idx="7805">
                  <c:v>past_life_regression</c:v>
                </c:pt>
                <c:pt idx="7806">
                  <c:v>passthatthisdirection</c:v>
                </c:pt>
                <c:pt idx="7807">
                  <c:v>passion_works_bodyshop</c:v>
                </c:pt>
                <c:pt idx="7808">
                  <c:v>passion_with_the_wind</c:v>
                </c:pt>
                <c:pt idx="7809">
                  <c:v>passionfruitprincess</c:v>
                </c:pt>
                <c:pt idx="7810">
                  <c:v>passionfruitmagazine</c:v>
                </c:pt>
                <c:pt idx="7811">
                  <c:v>passion_for_fashion21</c:v>
                </c:pt>
                <c:pt idx="7812">
                  <c:v>passionfordanceproject</c:v>
                </c:pt>
                <c:pt idx="7813">
                  <c:v>passion_for_confusion</c:v>
                </c:pt>
                <c:pt idx="7814">
                  <c:v>passionforcompassion</c:v>
                </c:pt>
                <c:pt idx="7815">
                  <c:v>passionate_married_male</c:v>
                </c:pt>
                <c:pt idx="7816">
                  <c:v>passionatelyhatinglife</c:v>
                </c:pt>
                <c:pt idx="7817">
                  <c:v>passionatedivadanielle</c:v>
                </c:pt>
                <c:pt idx="7818">
                  <c:v>passionateaboutmusic</c:v>
                </c:pt>
                <c:pt idx="7819">
                  <c:v>pass_christian_jackie</c:v>
                </c:pt>
                <c:pt idx="7820">
                  <c:v>partywithoutthepeople</c:v>
                </c:pt>
                <c:pt idx="7821">
                  <c:v>partystarterentertainment</c:v>
                </c:pt>
                <c:pt idx="7822">
                  <c:v>partypoopers_getstuck</c:v>
                </c:pt>
                <c:pt idx="7823">
                  <c:v>partynowpuketomorrow</c:v>
                </c:pt>
                <c:pt idx="7824">
                  <c:v>partyman_all_night_long</c:v>
                </c:pt>
                <c:pt idx="7825">
                  <c:v>partylikerockstar555</c:v>
                </c:pt>
                <c:pt idx="7826">
                  <c:v>Partylikearockstar8</c:v>
                </c:pt>
                <c:pt idx="7827">
                  <c:v>partylikearockstar24</c:v>
                </c:pt>
                <c:pt idx="7828">
                  <c:v>partylikearockstar12</c:v>
                </c:pt>
                <c:pt idx="7829">
                  <c:v>partylikearockstar_09</c:v>
                </c:pt>
                <c:pt idx="7830">
                  <c:v>party_liason_officer</c:v>
                </c:pt>
                <c:pt idx="7831">
                  <c:v>partyitupallnighteveryday</c:v>
                </c:pt>
                <c:pt idx="7832">
                  <c:v>partying_hockey_player22</c:v>
                </c:pt>
                <c:pt idx="7833">
                  <c:v>party_hardy_girl_200</c:v>
                </c:pt>
                <c:pt idx="7834">
                  <c:v>party_hard_and_never_stop</c:v>
                </c:pt>
                <c:pt idx="7835">
                  <c:v>party_girl_brooke_davis</c:v>
                </c:pt>
                <c:pt idx="7836">
                  <c:v>party_girl_and_single</c:v>
                </c:pt>
                <c:pt idx="7837">
                  <c:v>partycrasherextremist</c:v>
                </c:pt>
                <c:pt idx="7838">
                  <c:v>partybreaker_rockstar</c:v>
                </c:pt>
                <c:pt idx="7839">
                  <c:v>partyboyforpresident</c:v>
                </c:pt>
                <c:pt idx="7840">
                  <c:v>party__all___the__time</c:v>
                </c:pt>
                <c:pt idx="7841">
                  <c:v>partyallthefuckingtime</c:v>
                </c:pt>
                <c:pt idx="7842">
                  <c:v>partnersincrimesociety</c:v>
                </c:pt>
                <c:pt idx="7843">
                  <c:v>partnersincrimemusic</c:v>
                </c:pt>
                <c:pt idx="7844">
                  <c:v>partly_confused_most_time</c:v>
                </c:pt>
                <c:pt idx="7845">
                  <c:v>partlycloudygraphics</c:v>
                </c:pt>
                <c:pt idx="7846">
                  <c:v>parsleysagerosemarynutmeg</c:v>
                </c:pt>
                <c:pt idx="7847">
                  <c:v>parklandhighschool98</c:v>
                </c:pt>
                <c:pt idx="7848">
                  <c:v>parkerthefunkymonkey</c:v>
                </c:pt>
                <c:pt idx="7849">
                  <c:v>parkchester_baby_718</c:v>
                </c:pt>
                <c:pt idx="7850">
                  <c:v>paris_and_nikki_rock</c:v>
                </c:pt>
                <c:pt idx="7851">
                  <c:v>parisandnicolereplacement</c:v>
                </c:pt>
                <c:pt idx="7852">
                  <c:v>paraplegiczombiepizzamen</c:v>
                </c:pt>
                <c:pt idx="7853">
                  <c:v>paranormalchickengeek</c:v>
                </c:pt>
                <c:pt idx="7854">
                  <c:v>paranoiaccriticalstudy</c:v>
                </c:pt>
                <c:pt idx="7855">
                  <c:v>paralegaladviceforum</c:v>
                </c:pt>
                <c:pt idx="7856">
                  <c:v>paragonsaxophonequartet</c:v>
                </c:pt>
                <c:pt idx="7857">
                  <c:v>paradoxoppositeattraction</c:v>
                </c:pt>
                <c:pt idx="7858">
                  <c:v>paradisescreenprinting</c:v>
                </c:pt>
                <c:pt idx="7859">
                  <c:v>paperstreetwebdesign</c:v>
                </c:pt>
                <c:pt idx="7860">
                  <c:v>paperscissorsstone82</c:v>
                </c:pt>
                <c:pt idx="7861">
                  <c:v>paperplatebeanshakers</c:v>
                </c:pt>
                <c:pt idx="7862">
                  <c:v>paperbagprincessband</c:v>
                </c:pt>
                <c:pt idx="7863">
                  <c:v>paperbagbanditswilleatyou</c:v>
                </c:pt>
                <c:pt idx="7864">
                  <c:v>paperbackwritertheband</c:v>
                </c:pt>
                <c:pt idx="7865">
                  <c:v>paperandpencilswithlove</c:v>
                </c:pt>
                <c:pt idx="7866">
                  <c:v>papa_thermos_tha_druglord</c:v>
                </c:pt>
                <c:pt idx="7867">
                  <c:v>pantherladypaulamichelle</c:v>
                </c:pt>
                <c:pt idx="7868">
                  <c:v>pantherfootballplaya</c:v>
                </c:pt>
                <c:pt idx="7869">
                  <c:v>panther_cheerdarliin2011</c:v>
                </c:pt>
                <c:pt idx="7870">
                  <c:v>panic_yourfuckinglame</c:v>
                </c:pt>
                <c:pt idx="7871">
                  <c:v>panicstrickenpapacyband</c:v>
                </c:pt>
                <c:pt idx="7872">
                  <c:v>panic_burn_piano_island</c:v>
                </c:pt>
                <c:pt idx="7873">
                  <c:v>pangalactic_gargleblaster</c:v>
                </c:pt>
                <c:pt idx="7874">
                  <c:v>pandoraandhissillybox</c:v>
                </c:pt>
                <c:pt idx="7875">
                  <c:v>pandora_aka_pandy_bear</c:v>
                </c:pt>
                <c:pt idx="7876">
                  <c:v>pandagroomingcompany</c:v>
                </c:pt>
                <c:pt idx="7877">
                  <c:v>pancreaticcancerfighter</c:v>
                </c:pt>
                <c:pt idx="7878">
                  <c:v>pamperedprincessblondie</c:v>
                </c:pt>
                <c:pt idx="7879">
                  <c:v>pamela_denise_anderson</c:v>
                </c:pt>
                <c:pt idx="7880">
                  <c:v>pamela_anderson_girly</c:v>
                </c:pt>
                <c:pt idx="7881">
                  <c:v>palmspringsyachtclub</c:v>
                </c:pt>
                <c:pt idx="7882">
                  <c:v>palmettoprincessmusic</c:v>
                </c:pt>
                <c:pt idx="7883">
                  <c:v>palmermitchellphotography</c:v>
                </c:pt>
                <c:pt idx="7884">
                  <c:v>palmbeachcountyhotboy</c:v>
                </c:pt>
                <c:pt idx="7885">
                  <c:v>pallmallschwaandcompany</c:v>
                </c:pt>
                <c:pt idx="7886">
                  <c:v>paleslaughteringmachine</c:v>
                </c:pt>
                <c:pt idx="7887">
                  <c:v>paisleyskycountrymusic</c:v>
                </c:pt>
                <c:pt idx="7888">
                  <c:v>paintyourwagonwithblood</c:v>
                </c:pt>
                <c:pt idx="7889">
                  <c:v>paintthecolorspretty</c:v>
                </c:pt>
                <c:pt idx="7890">
                  <c:v>paintpastelprincess3</c:v>
                </c:pt>
                <c:pt idx="7891">
                  <c:v>paintpastelprincess101</c:v>
                </c:pt>
                <c:pt idx="7892">
                  <c:v>paintlessdentremoval</c:v>
                </c:pt>
                <c:pt idx="7893">
                  <c:v>paintingwhilerunning</c:v>
                </c:pt>
                <c:pt idx="7894">
                  <c:v>painting_apathetic_truce</c:v>
                </c:pt>
                <c:pt idx="7895">
                  <c:v>painteverythingblack</c:v>
                </c:pt>
                <c:pt idx="7896">
                  <c:v>paintballmonkeyman15</c:v>
                </c:pt>
                <c:pt idx="7897">
                  <c:v>paintballfanaticforever</c:v>
                </c:pt>
                <c:pt idx="7898">
                  <c:v>paintballfanatic1993</c:v>
                </c:pt>
                <c:pt idx="7899">
                  <c:v>paintball4life2007sucker</c:v>
                </c:pt>
                <c:pt idx="7900">
                  <c:v>paine_kingdom_hearts</c:v>
                </c:pt>
                <c:pt idx="7901">
                  <c:v>pain_doesnt_hurt_alot</c:v>
                </c:pt>
                <c:pt idx="7902">
                  <c:v>paige_underscore_alex</c:v>
                </c:pt>
                <c:pt idx="7903">
                  <c:v>paige_the_heartbreaker</c:v>
                </c:pt>
                <c:pt idx="7904">
                  <c:v>paige_single_looking</c:v>
                </c:pt>
                <c:pt idx="7905">
                  <c:v>paigesillygirlstarlet</c:v>
                </c:pt>
                <c:pt idx="7906">
                  <c:v>pagan_whisper_goddess</c:v>
                </c:pt>
                <c:pt idx="7907">
                  <c:v>paddyandmarmaladerock</c:v>
                </c:pt>
                <c:pt idx="7908">
                  <c:v>pactrick_stump_chick</c:v>
                </c:pt>
                <c:pt idx="7909">
                  <c:v>pacific_soul_surfing</c:v>
                </c:pt>
                <c:pt idx="7910">
                  <c:v>pacificnorthwest_guy</c:v>
                </c:pt>
                <c:pt idx="7911">
                  <c:v>pacificnorthwestartist</c:v>
                </c:pt>
                <c:pt idx="7912">
                  <c:v>pacific_coast_academy</c:v>
                </c:pt>
                <c:pt idx="7913">
                  <c:v>pacificchambermanagementgroup</c:v>
                </c:pt>
                <c:pt idx="7914">
                  <c:v>pacificballroomdance</c:v>
                </c:pt>
                <c:pt idx="7915">
                  <c:v>pacificavenueofficial</c:v>
                </c:pt>
                <c:pt idx="7916">
                  <c:v>ozarkcheerleaderbabe</c:v>
                </c:pt>
                <c:pt idx="7917">
                  <c:v>oxfordlanguagecenter</c:v>
                </c:pt>
                <c:pt idx="7918">
                  <c:v>owningeveryonewithwinged</c:v>
                </c:pt>
                <c:pt idx="7919">
                  <c:v>overundergroundcompilation</c:v>
                </c:pt>
                <c:pt idx="7920">
                  <c:v>oversteppedauthority</c:v>
                </c:pt>
                <c:pt idx="7921">
                  <c:v>oversizedghettobubblebutt</c:v>
                </c:pt>
                <c:pt idx="7922">
                  <c:v>overgrownspunkbubble</c:v>
                </c:pt>
                <c:pt idx="7923">
                  <c:v>over40_fitness_expert</c:v>
                </c:pt>
                <c:pt idx="7924">
                  <c:v>outwardboundcostarica</c:v>
                </c:pt>
                <c:pt idx="7925">
                  <c:v>outtherepaperchasin1029</c:v>
                </c:pt>
                <c:pt idx="7926">
                  <c:v>outstandingtinkerbell</c:v>
                </c:pt>
                <c:pt idx="7927">
                  <c:v>outstandingpraisegospel</c:v>
                </c:pt>
                <c:pt idx="7928">
                  <c:v>outrageouslyloveable</c:v>
                </c:pt>
                <c:pt idx="7929">
                  <c:v>outrageoushypnosisshow</c:v>
                </c:pt>
                <c:pt idx="7930">
                  <c:v>outlawfromthedirtysouth</c:v>
                </c:pt>
                <c:pt idx="7931">
                  <c:v>outlandishfecalmatter</c:v>
                </c:pt>
                <c:pt idx="7932">
                  <c:v>outforfuckingrevenge</c:v>
                </c:pt>
                <c:pt idx="7933">
                  <c:v>outdoorsloverwisconsin</c:v>
                </c:pt>
                <c:pt idx="7934">
                  <c:v>outcomingsingingroup</c:v>
                </c:pt>
                <c:pt idx="7935">
                  <c:v>outbreakyouthfellowship</c:v>
                </c:pt>
                <c:pt idx="7936">
                  <c:v>oursuicideprocession</c:v>
                </c:pt>
                <c:pt idx="7937">
                  <c:v>oursilentprocessiontheband</c:v>
                </c:pt>
                <c:pt idx="7938">
                  <c:v>our_love_will_never_die_</c:v>
                </c:pt>
                <c:pt idx="7939">
                  <c:v>ourlovewilllastforever89</c:v>
                </c:pt>
                <c:pt idx="7940">
                  <c:v>ourlovewilllastforever</c:v>
                </c:pt>
                <c:pt idx="7941">
                  <c:v>ourlovespacedanderin</c:v>
                </c:pt>
                <c:pt idx="7942">
                  <c:v>ourloveremainsrestless</c:v>
                </c:pt>
                <c:pt idx="7943">
                  <c:v>our_little_secret_hideout</c:v>
                </c:pt>
                <c:pt idx="7944">
                  <c:v>ourhopefullygoodband</c:v>
                </c:pt>
                <c:pt idx="7945">
                  <c:v>OurHeavensmissingangel</c:v>
                </c:pt>
                <c:pt idx="7946">
                  <c:v>ourgovernmentneedshelp</c:v>
                </c:pt>
                <c:pt idx="7947">
                  <c:v>our_diabolical_rapture</c:v>
                </c:pt>
                <c:pt idx="7948">
                  <c:v>our_beautiful_baby512</c:v>
                </c:pt>
                <c:pt idx="7949">
                  <c:v>ouch_that_does_tickle</c:v>
                </c:pt>
                <c:pt idx="7950">
                  <c:v>otto_wetworks_division</c:v>
                </c:pt>
                <c:pt idx="7951">
                  <c:v>otherwisemusiccanada1</c:v>
                </c:pt>
                <c:pt idx="7952">
                  <c:v>otherwisemusiccanada</c:v>
                </c:pt>
                <c:pt idx="7953">
                  <c:v>otherthefarleftmovement</c:v>
                </c:pt>
                <c:pt idx="7954">
                  <c:v>osaka_the_space_cadet</c:v>
                </c:pt>
                <c:pt idx="7955">
                  <c:v>orlandopunkrockgirlie</c:v>
                </c:pt>
                <c:pt idx="7956">
                  <c:v>orlandopinkprincess21</c:v>
                </c:pt>
                <c:pt idx="7957">
                  <c:v>orlandopenasakabigboy101</c:v>
                </c:pt>
                <c:pt idx="7958">
                  <c:v>orlandokittenscarlet</c:v>
                </c:pt>
                <c:pt idx="7959">
                  <c:v>orlandobloomfansonly</c:v>
                </c:pt>
                <c:pt idx="7960">
                  <c:v>oriontoofeaturingcaitlin</c:v>
                </c:pt>
                <c:pt idx="7961">
                  <c:v>originalunknowndreamer</c:v>
                </c:pt>
                <c:pt idx="7962">
                  <c:v>original_unique_sexy</c:v>
                </c:pt>
                <c:pt idx="7963">
                  <c:v>original_taylor_high_scho</c:v>
                </c:pt>
                <c:pt idx="7964">
                  <c:v>originalstudclothing</c:v>
                </c:pt>
                <c:pt idx="7965">
                  <c:v>original_smooth_ass_bitch</c:v>
                </c:pt>
                <c:pt idx="7966">
                  <c:v>original_sin_drummer</c:v>
                </c:pt>
                <c:pt idx="7967">
                  <c:v>originalschoolgurl9</c:v>
                </c:pt>
                <c:pt idx="7968">
                  <c:v>original.scarlett.satine</c:v>
                </c:pt>
                <c:pt idx="7969">
                  <c:v>originalreefermadnesscast</c:v>
                </c:pt>
                <c:pt idx="7970">
                  <c:v>originalredhotchilipepper</c:v>
                </c:pt>
                <c:pt idx="7971">
                  <c:v>_original_pirate_material</c:v>
                </c:pt>
                <c:pt idx="7972">
                  <c:v>originalmeaganofficial</c:v>
                </c:pt>
                <c:pt idx="7973">
                  <c:v>original_king_eclipse</c:v>
                </c:pt>
                <c:pt idx="7974">
                  <c:v>originaliceprincess22</c:v>
                </c:pt>
                <c:pt idx="7975">
                  <c:v>originalhumanmaterial1</c:v>
                </c:pt>
                <c:pt idx="7976">
                  <c:v>originalhookerstabber</c:v>
                </c:pt>
                <c:pt idx="7977">
                  <c:v>originalgangsterangel</c:v>
                </c:pt>
                <c:pt idx="7978">
                  <c:v>originalfruitskittles</c:v>
                </c:pt>
                <c:pt idx="7979">
                  <c:v>originaldiamondprincess</c:v>
                </c:pt>
                <c:pt idx="7980">
                  <c:v>original_cowgirl_mud_deep</c:v>
                </c:pt>
                <c:pt idx="7981">
                  <c:v>original_cookie_monster</c:v>
                </c:pt>
                <c:pt idx="7982">
                  <c:v>original.baby.hostility</c:v>
                </c:pt>
                <c:pt idx="7983">
                  <c:v>original100percentcowgirl</c:v>
                </c:pt>
                <c:pt idx="7984">
                  <c:v>organizedtrainedsoulgaz</c:v>
                </c:pt>
                <c:pt idx="7985">
                  <c:v>organicpureandnatural</c:v>
                </c:pt>
                <c:pt idx="7986">
                  <c:v>organic_food_for_everyone</c:v>
                </c:pt>
                <c:pt idx="7987">
                  <c:v>oregonstateuniversity</c:v>
                </c:pt>
                <c:pt idx="7988">
                  <c:v>oregonrealestatebroker</c:v>
                </c:pt>
                <c:pt idx="7989">
                  <c:v>oregonparanormalsociety</c:v>
                </c:pt>
                <c:pt idx="7990">
                  <c:v>orderlychaosincorporated</c:v>
                </c:pt>
                <c:pt idx="7991">
                  <c:v>ordered_chaotic_mess</c:v>
                </c:pt>
                <c:pt idx="7992">
                  <c:v>orderedchaosfinalhour</c:v>
                </c:pt>
                <c:pt idx="7993">
                  <c:v>orchidfreakfeelunique</c:v>
                </c:pt>
                <c:pt idx="7994">
                  <c:v>orchardhillchurchband</c:v>
                </c:pt>
                <c:pt idx="7995">
                  <c:v>orange_with_dancing_man_</c:v>
                </c:pt>
                <c:pt idx="7996">
                  <c:v>orangetyedyeflamingo</c:v>
                </c:pt>
                <c:pt idx="7997">
                  <c:v>orange_tangy_tinkerbell</c:v>
                </c:pt>
                <c:pt idx="7998">
                  <c:v>orangetableentertainment</c:v>
                </c:pt>
                <c:pt idx="7999">
                  <c:v>orange_sunshine_girl</c:v>
                </c:pt>
                <c:pt idx="8000">
                  <c:v>orange_sunset_layout</c:v>
                </c:pt>
                <c:pt idx="8001">
                  <c:v>orange_root_vegetable</c:v>
                </c:pt>
                <c:pt idx="8002">
                  <c:v>orange_peanut_butter</c:v>
                </c:pt>
                <c:pt idx="8003">
                  <c:v>orangemochafrappicino93</c:v>
                </c:pt>
                <c:pt idx="8004">
                  <c:v>orangemochafrapbrand</c:v>
                </c:pt>
                <c:pt idx="8005">
                  <c:v>orange_meet_lemon1155</c:v>
                </c:pt>
                <c:pt idx="8006">
                  <c:v>orangejuiceandpotatoes</c:v>
                </c:pt>
                <c:pt idx="8007">
                  <c:v>orangedeliciousdodge</c:v>
                </c:pt>
                <c:pt idx="8008">
                  <c:v>orangecounty_santana</c:v>
                </c:pt>
                <c:pt idx="8009">
                  <c:v>orangecountypunkrock</c:v>
                </c:pt>
                <c:pt idx="8010">
                  <c:v>orangecountyhappyhour</c:v>
                </c:pt>
                <c:pt idx="8011">
                  <c:v>orange_cello_ranger_growl</c:v>
                </c:pt>
                <c:pt idx="8012">
                  <c:v>orangeblossom_bramble</c:v>
                </c:pt>
                <c:pt idx="8013">
                  <c:v>orange_banana_cherry</c:v>
                </c:pt>
                <c:pt idx="8014">
                  <c:v>optionalwordcoalition</c:v>
                </c:pt>
                <c:pt idx="8015">
                  <c:v>optimusprimewillsavedaday</c:v>
                </c:pt>
                <c:pt idx="8016">
                  <c:v>optimusentertainment</c:v>
                </c:pt>
                <c:pt idx="8017">
                  <c:v>optimumwindowcleaning</c:v>
                </c:pt>
                <c:pt idx="8018">
                  <c:v>optimumcapitalmanagement</c:v>
                </c:pt>
                <c:pt idx="8019">
                  <c:v>operation_worldhammer</c:v>
                </c:pt>
                <c:pt idx="8020">
                  <c:v>operationthunderchild</c:v>
                </c:pt>
                <c:pt idx="8021">
                  <c:v>operationsoundsystem</c:v>
                </c:pt>
                <c:pt idx="8022">
                  <c:v>operationfirstresponse</c:v>
                </c:pt>
                <c:pt idx="8023">
                  <c:v>operationfetusconsumption</c:v>
                </c:pt>
                <c:pt idx="8024">
                  <c:v>operation_desert_fox</c:v>
                </c:pt>
                <c:pt idx="8025">
                  <c:v>operationcatchtherabbit</c:v>
                </c:pt>
                <c:pt idx="8026">
                  <c:v>operationalbioticman1</c:v>
                </c:pt>
                <c:pt idx="8027">
                  <c:v>open_view_music_magazine</c:v>
                </c:pt>
                <c:pt idx="8028">
                  <c:v>opensourcetechadvice</c:v>
                </c:pt>
                <c:pt idx="8029">
                  <c:v>openmindfordifferentview</c:v>
                </c:pt>
                <c:pt idx="8030">
                  <c:v>onwardsoldiertheband</c:v>
                </c:pt>
                <c:pt idx="8031">
                  <c:v>ontariowrestlingrecap</c:v>
                </c:pt>
                <c:pt idx="8032">
                  <c:v>ontarioinsurancebroker</c:v>
                </c:pt>
                <c:pt idx="8033">
                  <c:v>onlywayoutentertainment</c:v>
                </c:pt>
                <c:pt idx="8034">
                  <c:v>only_the_strong_survive84</c:v>
                </c:pt>
                <c:pt idx="8035">
                  <c:v>onlythestrongsurvive_7</c:v>
                </c:pt>
                <c:pt idx="8036">
                  <c:v>onlythestrongsurvive13</c:v>
                </c:pt>
                <c:pt idx="8037">
                  <c:v>only_the_first_layer</c:v>
                </c:pt>
                <c:pt idx="8038">
                  <c:v>onlyspacedoutsometimes</c:v>
                </c:pt>
                <c:pt idx="8039">
                  <c:v>onlylovecanbringyouback</c:v>
                </c:pt>
                <c:pt idx="8040">
                  <c:v>_only_left_with_one_heart</c:v>
                </c:pt>
                <c:pt idx="8041">
                  <c:v>onlygodcanjudgekelly</c:v>
                </c:pt>
                <c:pt idx="8042">
                  <c:v>onlyexpecttheunexpected</c:v>
                </c:pt>
                <c:pt idx="8043">
                  <c:v>onlybrunettesarecrazy</c:v>
                </c:pt>
                <c:pt idx="8044">
                  <c:v>onlyanarchistsarepretty__</c:v>
                </c:pt>
                <c:pt idx="8045">
                  <c:v>only4thosewithtruegrit</c:v>
                </c:pt>
                <c:pt idx="8046">
                  <c:v>only_1_will_ever_know</c:v>
                </c:pt>
                <c:pt idx="8047">
                  <c:v>onewiththepuppydogface</c:v>
                </c:pt>
                <c:pt idx="8048">
                  <c:v>onewiththebulletmusic</c:v>
                </c:pt>
                <c:pt idx="8049">
                  <c:v>one_winged_swordsman</c:v>
                </c:pt>
                <c:pt idx="8050">
                  <c:v>onewingedangel_forever</c:v>
                </c:pt>
                <c:pt idx="8051">
                  <c:v>onewheelforlife_ridehard</c:v>
                </c:pt>
                <c:pt idx="8052">
                  <c:v>one_upon_the_journey</c:v>
                </c:pt>
                <c:pt idx="8053">
                  <c:v>onetruedelicateangel</c:v>
                </c:pt>
                <c:pt idx="8054">
                  <c:v>one_true_advice_king</c:v>
                </c:pt>
                <c:pt idx="8055">
                  <c:v>onetreehilllover11253</c:v>
                </c:pt>
                <c:pt idx="8056">
                  <c:v>one_track_mind_music</c:v>
                </c:pt>
                <c:pt idx="8057">
                  <c:v>onetrackmindmagazine</c:v>
                </c:pt>
                <c:pt idx="8058">
                  <c:v>onethousandtwohundred</c:v>
                </c:pt>
                <c:pt idx="8059">
                  <c:v>onethirtyeightphotography</c:v>
                </c:pt>
                <c:pt idx="8060">
                  <c:v>one_sweet_strawberry</c:v>
                </c:pt>
                <c:pt idx="8061">
                  <c:v>onesweetcountrychick</c:v>
                </c:pt>
                <c:pt idx="8062">
                  <c:v>one_stop_entertainment</c:v>
                </c:pt>
                <c:pt idx="8063">
                  <c:v>onesophisticatedchick</c:v>
                </c:pt>
                <c:pt idx="8064">
                  <c:v>onesnapbearphotography</c:v>
                </c:pt>
                <c:pt idx="8065">
                  <c:v>onesilvertongueddevil</c:v>
                </c:pt>
                <c:pt idx="8066">
                  <c:v>oneshorthappybunny87</c:v>
                </c:pt>
                <c:pt idx="8067">
                  <c:v>onesexymothertrucker</c:v>
                </c:pt>
                <c:pt idx="8068">
                  <c:v>one_pound_fifty_for_that</c:v>
                </c:pt>
                <c:pt idx="8069">
                  <c:v>oneparticularharbor7</c:v>
                </c:pt>
                <c:pt idx="8070">
                  <c:v>onenightafteryourdeath</c:v>
                </c:pt>
                <c:pt idx="8071">
                  <c:v>onenessbestkeptsecret</c:v>
                </c:pt>
                <c:pt idx="8072">
                  <c:v>onemissdadecounty305</c:v>
                </c:pt>
                <c:pt idx="8073">
                  <c:v>oneluckybitchsittinpretty</c:v>
                </c:pt>
                <c:pt idx="8074">
                  <c:v>oneloveinternational</c:v>
                </c:pt>
                <c:pt idx="8075">
                  <c:v>one_love_forever017</c:v>
                </c:pt>
                <c:pt idx="8076">
                  <c:v>onelove_aer_princess10</c:v>
                </c:pt>
                <c:pt idx="8077">
                  <c:v>OneLove2AllTheLiving</c:v>
                </c:pt>
                <c:pt idx="8078">
                  <c:v>onejokerafteranother</c:v>
                </c:pt>
                <c:pt idx="8079">
                  <c:v>onehundredpercentpure</c:v>
                </c:pt>
                <c:pt idx="8080">
                  <c:v>onehundredpercentprep</c:v>
                </c:pt>
                <c:pt idx="8081">
                  <c:v>onehundredpercentflirt</c:v>
                </c:pt>
                <c:pt idx="8082">
                  <c:v>onehundredandthirtyseven</c:v>
                </c:pt>
                <c:pt idx="8083">
                  <c:v>one_hot_and_sexy_bitch</c:v>
                </c:pt>
                <c:pt idx="8084">
                  <c:v>one_glorious_harmony</c:v>
                </c:pt>
                <c:pt idx="8085">
                  <c:v>oneglobaluniversemusic</c:v>
                </c:pt>
                <c:pt idx="8086">
                  <c:v>onefuckingcrazybitch</c:v>
                </c:pt>
                <c:pt idx="8087">
                  <c:v>onefingersnotshot1940</c:v>
                </c:pt>
                <c:pt idx="8088">
                  <c:v>onefierce_beercoaster</c:v>
                </c:pt>
                <c:pt idx="8089">
                  <c:v>_one_fierce_beer_coaster_</c:v>
                </c:pt>
                <c:pt idx="8090">
                  <c:v>onefelloutthechestnuttree</c:v>
                </c:pt>
                <c:pt idx="8091">
                  <c:v>oneelevenarcheravenue</c:v>
                </c:pt>
                <c:pt idx="8092">
                  <c:v>onedegreebelownormal</c:v>
                </c:pt>
                <c:pt idx="8093">
                  <c:v>one_crazy_ass_southern9</c:v>
                </c:pt>
                <c:pt idx="8094">
                  <c:v>onebreathremainsband</c:v>
                </c:pt>
                <c:pt idx="8095">
                  <c:v>one_blue_eyed_destiny</c:v>
                </c:pt>
                <c:pt idx="8096">
                  <c:v>oneblonde_bananahead</c:v>
                </c:pt>
                <c:pt idx="8097">
                  <c:v>one_black_winged_angel</c:v>
                </c:pt>
                <c:pt idx="8098">
                  <c:v>onebigwellingtonboot</c:v>
                </c:pt>
                <c:pt idx="8099">
                  <c:v>onebeautifulrose_0311</c:v>
                </c:pt>
                <c:pt idx="8100">
                  <c:v>one_badass_firefighter</c:v>
                </c:pt>
                <c:pt idx="8101">
                  <c:v>one_and_only_yours_truly</c:v>
                </c:pt>
                <c:pt idx="8102">
                  <c:v>oneandonlywhiteboy79</c:v>
                </c:pt>
                <c:pt idx="8103">
                  <c:v>one_and_only_toaster</c:v>
                </c:pt>
                <c:pt idx="8104">
                  <c:v>oneandonlyprincesskelly</c:v>
                </c:pt>
                <c:pt idx="8105">
                  <c:v>oneandonlyprincesscrystal</c:v>
                </c:pt>
                <c:pt idx="8106">
                  <c:v>oneandonlypoisongurl</c:v>
                </c:pt>
                <c:pt idx="8107">
                  <c:v>one_and_only_never_lonely</c:v>
                </c:pt>
                <c:pt idx="8108">
                  <c:v>oneandonlylovelytaylor</c:v>
                </c:pt>
                <c:pt idx="8109">
                  <c:v>oneandonlykelseymarie</c:v>
                </c:pt>
                <c:pt idx="8110">
                  <c:v>oneandonlyhotredhead</c:v>
                </c:pt>
                <c:pt idx="8111">
                  <c:v>one_and_only_ghetto_bitch</c:v>
                </c:pt>
                <c:pt idx="8112">
                  <c:v>one_and_only_farrock_star</c:v>
                </c:pt>
                <c:pt idx="8113">
                  <c:v>oneandonlyentertainment</c:v>
                </c:pt>
                <c:pt idx="8114">
                  <c:v>oneandonly_chrisbrown</c:v>
                </c:pt>
                <c:pt idx="8115">
                  <c:v>one_and_only_babygurl</c:v>
                </c:pt>
                <c:pt idx="8116">
                  <c:v>oneandfourentertainment</c:v>
                </c:pt>
                <c:pt idx="8117">
                  <c:v>one9westentertainment</c:v>
                </c:pt>
                <c:pt idx="8118">
                  <c:v>oncesexygoingdownhill</c:v>
                </c:pt>
                <c:pt idx="8119">
                  <c:v>oncemore_withfeeling</c:v>
                </c:pt>
                <c:pt idx="8120">
                  <c:v>oncearoundthesun355</c:v>
                </c:pt>
                <c:pt idx="8121">
                  <c:v>once_again_heartbroken</c:v>
                </c:pt>
                <c:pt idx="8122">
                  <c:v>omegaexpresstrinidad</c:v>
                </c:pt>
                <c:pt idx="8123">
                  <c:v>ollie_the_cheerleader</c:v>
                </c:pt>
                <c:pt idx="8124">
                  <c:v>oliviathebabygirlpup</c:v>
                </c:pt>
                <c:pt idx="8125">
                  <c:v>olivia_halliwell_again</c:v>
                </c:pt>
                <c:pt idx="8126">
                  <c:v>olive_juice_for_life</c:v>
                </c:pt>
                <c:pt idx="8127">
                  <c:v>olive_green_crayon91</c:v>
                </c:pt>
                <c:pt idx="8128">
                  <c:v>olga_vladimirova1988</c:v>
                </c:pt>
                <c:pt idx="8129">
                  <c:v>olgatatianamarieanastasia</c:v>
                </c:pt>
                <c:pt idx="8130">
                  <c:v>oldsouthalabamahippie</c:v>
                </c:pt>
                <c:pt idx="8131">
                  <c:v>oldschoolspeedskater</c:v>
                </c:pt>
                <c:pt idx="8132">
                  <c:v>oldschoolskatersonline</c:v>
                </c:pt>
                <c:pt idx="8133">
                  <c:v>oldschool_revolution</c:v>
                </c:pt>
                <c:pt idx="8134">
                  <c:v>oldschoolmintcondition</c:v>
                </c:pt>
                <c:pt idx="8135">
                  <c:v>oldschoolhollywood41</c:v>
                </c:pt>
                <c:pt idx="8136">
                  <c:v>oldschoolhiphop4ever</c:v>
                </c:pt>
                <c:pt idx="8137">
                  <c:v>oldschoolchocolate392</c:v>
                </c:pt>
                <c:pt idx="8138">
                  <c:v>oldpeoplehavegoodpot</c:v>
                </c:pt>
                <c:pt idx="8139">
                  <c:v>oldmixedtapesmarch14200</c:v>
                </c:pt>
                <c:pt idx="8140">
                  <c:v>oldgrumpymarkshotsauce</c:v>
                </c:pt>
                <c:pt idx="8141">
                  <c:v>oldgreendaylayoutred</c:v>
                </c:pt>
                <c:pt idx="8142">
                  <c:v>oldcrotchetystickjock</c:v>
                </c:pt>
                <c:pt idx="8143">
                  <c:v>oldbaldguyphotofreak</c:v>
                </c:pt>
                <c:pt idx="8144">
                  <c:v>oilfieldtrashwithhonor</c:v>
                </c:pt>
                <c:pt idx="8145">
                  <c:v>ohmloadtheexperience</c:v>
                </c:pt>
                <c:pt idx="8146">
                  <c:v>offthablockproduction</c:v>
                </c:pt>
                <c:pt idx="8147">
                  <c:v>offshorepowerboatracing</c:v>
                </c:pt>
                <c:pt idx="8148">
                  <c:v>offkiltersemiofficial</c:v>
                </c:pt>
                <c:pt idx="8149">
                  <c:v>officialworldwithout</c:v>
                </c:pt>
                <c:pt idx="8150">
                  <c:v>officialwhiteroseband</c:v>
                </c:pt>
                <c:pt idx="8151">
                  <c:v>officialwhiskermusic</c:v>
                </c:pt>
                <c:pt idx="8152">
                  <c:v>officialvisiondivine</c:v>
                </c:pt>
                <c:pt idx="8153">
                  <c:v>official_vincentvalentine</c:v>
                </c:pt>
                <c:pt idx="8154">
                  <c:v>officialtrustnobodymusic</c:v>
                </c:pt>
                <c:pt idx="8155">
                  <c:v>officialteamcatfacepage</c:v>
                </c:pt>
                <c:pt idx="8156">
                  <c:v>officialsweetinsanity</c:v>
                </c:pt>
                <c:pt idx="8157">
                  <c:v>officialstarvationarmy</c:v>
                </c:pt>
                <c:pt idx="8158">
                  <c:v>officialspiritualwar</c:v>
                </c:pt>
                <c:pt idx="8159">
                  <c:v>officialsilentshadow</c:v>
                </c:pt>
                <c:pt idx="8160">
                  <c:v>officialshadowgallery</c:v>
                </c:pt>
                <c:pt idx="8161">
                  <c:v>official_robby_gordon</c:v>
                </c:pt>
                <c:pt idx="8162">
                  <c:v>official_rick_springfield</c:v>
                </c:pt>
                <c:pt idx="8163">
                  <c:v>officialredneckyachtclub</c:v>
                </c:pt>
                <c:pt idx="8164">
                  <c:v>officialpurplepistol</c:v>
                </c:pt>
                <c:pt idx="8165">
                  <c:v>officialprojectsnowbeast</c:v>
                </c:pt>
                <c:pt idx="8166">
                  <c:v>official_pirate_hookers</c:v>
                </c:pt>
                <c:pt idx="8167">
                  <c:v>officialnightcrawler</c:v>
                </c:pt>
                <c:pt idx="8168">
                  <c:v>officialmiamiflorida</c:v>
                </c:pt>
                <c:pt idx="8169">
                  <c:v>officiallywickedcrew</c:v>
                </c:pt>
                <c:pt idx="8170">
                  <c:v>officially_supergirl_</c:v>
                </c:pt>
                <c:pt idx="8171">
                  <c:v>official_lucid_fan_club</c:v>
                </c:pt>
                <c:pt idx="8172">
                  <c:v>officiallowerclassbrass</c:v>
                </c:pt>
                <c:pt idx="8173">
                  <c:v>official_lil_luke_page</c:v>
                </c:pt>
                <c:pt idx="8174">
                  <c:v>officialkrystalsteal</c:v>
                </c:pt>
                <c:pt idx="8175">
                  <c:v>officialkassiedepaiva</c:v>
                </c:pt>
                <c:pt idx="8176">
                  <c:v>officialheavenshallburn</c:v>
                </c:pt>
                <c:pt idx="8177">
                  <c:v>official_ghostbuster3</c:v>
                </c:pt>
                <c:pt idx="8178">
                  <c:v>official_franzee_profile</c:v>
                </c:pt>
                <c:pt idx="8179">
                  <c:v>officialfourhorsemen</c:v>
                </c:pt>
                <c:pt idx="8180">
                  <c:v>officialfitnessmadesimple</c:v>
                </c:pt>
                <c:pt idx="8181">
                  <c:v>officialfeedbacksite</c:v>
                </c:pt>
                <c:pt idx="8182">
                  <c:v>officialdodgeviperpage</c:v>
                </c:pt>
                <c:pt idx="8183">
                  <c:v>officialdimepiece_101</c:v>
                </c:pt>
                <c:pt idx="8184">
                  <c:v>officialcrimsonmoonlight</c:v>
                </c:pt>
                <c:pt idx="8185">
                  <c:v>officialcomedycentral</c:v>
                </c:pt>
                <c:pt idx="8186">
                  <c:v>officialchrisbeckman</c:v>
                </c:pt>
                <c:pt idx="8187">
                  <c:v>official_blue_pokemon</c:v>
                </c:pt>
                <c:pt idx="8188">
                  <c:v>officialblacksheep_1997</c:v>
                </c:pt>
                <c:pt idx="8189">
                  <c:v>officialblackmarkethero</c:v>
                </c:pt>
                <c:pt idx="8190">
                  <c:v>officerfriendlymusic</c:v>
                </c:pt>
                <c:pt idx="8191">
                  <c:v>oceangirl_animalcrazed</c:v>
                </c:pt>
                <c:pt idx="8192">
                  <c:v>oceanfrontrealestate4sell</c:v>
                </c:pt>
                <c:pt idx="8193">
                  <c:v>ocean_avenue_babe1233</c:v>
                </c:pt>
                <c:pt idx="8194">
                  <c:v>obsessivemadwrestlingfan</c:v>
                </c:pt>
                <c:pt idx="8195">
                  <c:v>obsessivecompulsiveswine</c:v>
                </c:pt>
                <c:pt idx="8196">
                  <c:v>obsessivecompulsive4you</c:v>
                </c:pt>
                <c:pt idx="8197">
                  <c:v>obsessionwithperfection</c:v>
                </c:pt>
                <c:pt idx="8198">
                  <c:v>obscure_vanity_unknown</c:v>
                </c:pt>
                <c:pt idx="8199">
                  <c:v>obscureness_cute_girl</c:v>
                </c:pt>
                <c:pt idx="8200">
                  <c:v>obscene_hideous_dirty</c:v>
                </c:pt>
                <c:pt idx="8201">
                  <c:v>obnoxiouslycutetitle</c:v>
                </c:pt>
                <c:pt idx="8202">
                  <c:v>obliviousthepantomime</c:v>
                </c:pt>
                <c:pt idx="8203">
                  <c:v>objection_your_honor</c:v>
                </c:pt>
                <c:pt idx="8204">
                  <c:v>obesebuffetbeatsprod</c:v>
                </c:pt>
                <c:pt idx="8205">
                  <c:v>obelisk_thetormentor</c:v>
                </c:pt>
                <c:pt idx="8206">
                  <c:v>oath_simulcast_vocalist</c:v>
                </c:pt>
                <c:pt idx="8207">
                  <c:v>oathkeeper_oblivion170</c:v>
                </c:pt>
                <c:pt idx="8208">
                  <c:v>oakridgeentertainment</c:v>
                </c:pt>
                <c:pt idx="8209">
                  <c:v>oakley_mad_scientist</c:v>
                </c:pt>
                <c:pt idx="8210">
                  <c:v>oaklandvertskatepark</c:v>
                </c:pt>
                <c:pt idx="8211">
                  <c:v>oaklandraiderman192</c:v>
                </c:pt>
                <c:pt idx="8212">
                  <c:v>oakland_raider_4_life</c:v>
                </c:pt>
                <c:pt idx="8213">
                  <c:v>oakland_ice_princess23</c:v>
                </c:pt>
                <c:pt idx="8214">
                  <c:v>oakland_bound_4_life</c:v>
                </c:pt>
                <c:pt idx="8215">
                  <c:v>oaklandathleticsteam</c:v>
                </c:pt>
                <c:pt idx="8216">
                  <c:v>oaklandathleticsbaby15</c:v>
                </c:pt>
                <c:pt idx="8217">
                  <c:v>nurtureyourinnerwellbeing</c:v>
                </c:pt>
                <c:pt idx="8218">
                  <c:v>numberthirteenpreview</c:v>
                </c:pt>
                <c:pt idx="8219">
                  <c:v>numbersandlettersonly</c:v>
                </c:pt>
                <c:pt idx="8220">
                  <c:v>numberoneuniquebitch</c:v>
                </c:pt>
                <c:pt idx="8221">
                  <c:v>number_one_stunner_4_life</c:v>
                </c:pt>
                <c:pt idx="8222">
                  <c:v>NUMBERONESTUNNER232</c:v>
                </c:pt>
                <c:pt idx="8223">
                  <c:v>number_one_redneck_bitch</c:v>
                </c:pt>
                <c:pt idx="8224">
                  <c:v>numberoneplantmanager</c:v>
                </c:pt>
                <c:pt idx="8225">
                  <c:v>number_one_piss_head</c:v>
                </c:pt>
                <c:pt idx="8226">
                  <c:v>number_one_mommy2007</c:v>
                </c:pt>
                <c:pt idx="8227">
                  <c:v>numberonehottieplace</c:v>
                </c:pt>
                <c:pt idx="8228">
                  <c:v>numberonehottieforever</c:v>
                </c:pt>
                <c:pt idx="8229">
                  <c:v>numberonehitsongwriter</c:v>
                </c:pt>
                <c:pt idx="8230">
                  <c:v>numberonegreendayfan</c:v>
                </c:pt>
                <c:pt idx="8231">
                  <c:v>numberonecheesecakequeen</c:v>
                </c:pt>
                <c:pt idx="8232">
                  <c:v>number_one_charlotte</c:v>
                </c:pt>
                <c:pt idx="8233">
                  <c:v>number_one_bronco_fan</c:v>
                </c:pt>
                <c:pt idx="8234">
                  <c:v>numberoneaceyoungfan28</c:v>
                </c:pt>
                <c:pt idx="8235">
                  <c:v>number_1_wildcat_fan</c:v>
                </c:pt>
                <c:pt idx="8236">
                  <c:v>number_1_white_chocolate</c:v>
                </c:pt>
                <c:pt idx="8237">
                  <c:v>number_1_toon_supporter</c:v>
                </c:pt>
                <c:pt idx="8238">
                  <c:v>number1studentteacher</c:v>
                </c:pt>
                <c:pt idx="8239">
                  <c:v>number1_soldierlover</c:v>
                </c:pt>
                <c:pt idx="8240">
                  <c:v>number1softballplayer</c:v>
                </c:pt>
                <c:pt idx="8241">
                  <c:v>number1_princess_star</c:v>
                </c:pt>
                <c:pt idx="8242">
                  <c:v>number1party_champion</c:v>
                </c:pt>
                <c:pt idx="8243">
                  <c:v>number1franklinbeast</c:v>
                </c:pt>
                <c:pt idx="8244">
                  <c:v>number_1_evil_princess</c:v>
                </c:pt>
                <c:pt idx="8245">
                  <c:v>number_1cheer_leader</c:v>
                </c:pt>
                <c:pt idx="8246">
                  <c:v>number1badgurl4life9</c:v>
                </c:pt>
                <c:pt idx="8247">
                  <c:v>number_1_baby_girl513</c:v>
                </c:pt>
                <c:pt idx="8248">
                  <c:v>number_1_ashley_fansite</c:v>
                </c:pt>
                <c:pt idx="8249">
                  <c:v>number15southernchampion</c:v>
                </c:pt>
                <c:pt idx="8250">
                  <c:v>nowyouvegot2kill2believe</c:v>
                </c:pt>
                <c:pt idx="8251">
                  <c:v>now_then_stacey_leigh</c:v>
                </c:pt>
                <c:pt idx="8252">
                  <c:v>nowthatsratherfruity</c:v>
                </c:pt>
                <c:pt idx="8253">
                  <c:v>now_its_time_for_justice</c:v>
                </c:pt>
                <c:pt idx="8254">
                  <c:v>nowherenearredemption</c:v>
                </c:pt>
                <c:pt idx="8255">
                  <c:v>nowenteringneverlandranch</c:v>
                </c:pt>
                <c:pt idx="8256">
                  <c:v>novelistparexcellence</c:v>
                </c:pt>
                <c:pt idx="8257">
                  <c:v>novaprospectjamhouse</c:v>
                </c:pt>
                <c:pt idx="8258">
                  <c:v>notyourordinarygirl21</c:v>
                </c:pt>
                <c:pt idx="8259">
                  <c:v>notyourbestestfriend</c:v>
                </c:pt>
                <c:pt idx="8260">
                  <c:v>notyouraverageteenageslut</c:v>
                </c:pt>
                <c:pt idx="8261">
                  <c:v>not_your_average_pussy</c:v>
                </c:pt>
                <c:pt idx="8262">
                  <c:v>not_your_average_princess</c:v>
                </c:pt>
                <c:pt idx="8263">
                  <c:v>notyouraveragepancake</c:v>
                </c:pt>
                <c:pt idx="8264">
                  <c:v>not_your_average_mona</c:v>
                </c:pt>
                <c:pt idx="8265">
                  <c:v>notyouraveragegirl411</c:v>
                </c:pt>
                <c:pt idx="8266">
                  <c:v>notyouraveragegirl2</c:v>
                </c:pt>
                <c:pt idx="8267">
                  <c:v>not_your_average_girl001</c:v>
                </c:pt>
                <c:pt idx="8268">
                  <c:v>notyouraveragebreakdown</c:v>
                </c:pt>
                <c:pt idx="8269">
                  <c:v>notyouraveragebanjoplayer</c:v>
                </c:pt>
                <c:pt idx="8270">
                  <c:v>notworthyourfuckingtime</c:v>
                </c:pt>
                <c:pt idx="8271">
                  <c:v>not_wetback_scratchback_</c:v>
                </c:pt>
                <c:pt idx="8272">
                  <c:v>not_weird_just_random</c:v>
                </c:pt>
                <c:pt idx="8273">
                  <c:v>notvirginiacoalition</c:v>
                </c:pt>
                <c:pt idx="8274">
                  <c:v>not_the_one_two_three</c:v>
                </c:pt>
                <c:pt idx="8275">
                  <c:v>notthemermaidarielle</c:v>
                </c:pt>
                <c:pt idx="8276">
                  <c:v>notspoiled__justblessed</c:v>
                </c:pt>
                <c:pt idx="8277">
                  <c:v>notspecailjustdifferent</c:v>
                </c:pt>
                <c:pt idx="8278">
                  <c:v>not_small_space_efficient</c:v>
                </c:pt>
                <c:pt idx="8279">
                  <c:v>notsew_cool_after_all</c:v>
                </c:pt>
                <c:pt idx="8280">
                  <c:v>not_really_there_yet</c:v>
                </c:pt>
                <c:pt idx="8281">
                  <c:v>not_quite_famous_yet</c:v>
                </c:pt>
                <c:pt idx="8282">
                  <c:v>not_particularly_amusing</c:v>
                </c:pt>
                <c:pt idx="8283">
                  <c:v>notoriousoutlawsound</c:v>
                </c:pt>
                <c:pt idx="8284">
                  <c:v>notoriouslybigpickle</c:v>
                </c:pt>
                <c:pt idx="8285">
                  <c:v>notoriousdiamondqueen</c:v>
                </c:pt>
                <c:pt idx="8286">
                  <c:v>notoriousbeautyqueen</c:v>
                </c:pt>
                <c:pt idx="8287">
                  <c:v>notorious_87_trapstar</c:v>
                </c:pt>
                <c:pt idx="8288">
                  <c:v>notmuchbetterthanyou</c:v>
                </c:pt>
                <c:pt idx="8289">
                  <c:v>not_just_the_ginger_guy</c:v>
                </c:pt>
                <c:pt idx="8290">
                  <c:v>notjustblondebutperfect</c:v>
                </c:pt>
                <c:pt idx="8291">
                  <c:v>notjustanotherteentragedy</c:v>
                </c:pt>
                <c:pt idx="8292">
                  <c:v>not_justanotherprettyface</c:v>
                </c:pt>
                <c:pt idx="8293">
                  <c:v>nothingwhatsoeverband</c:v>
                </c:pt>
                <c:pt idx="8294">
                  <c:v>nothing_wait_everything</c:v>
                </c:pt>
                <c:pt idx="8295">
                  <c:v>nothingstaysthe_same</c:v>
                </c:pt>
                <c:pt idx="8296">
                  <c:v>nothing_stays_for_ever</c:v>
                </c:pt>
                <c:pt idx="8297">
                  <c:v>nothingshortforlauren</c:v>
                </c:pt>
                <c:pt idx="8298">
                  <c:v>nothingrhymeswithmusic</c:v>
                </c:pt>
                <c:pt idx="8299">
                  <c:v>nothinghigherthantruth</c:v>
                </c:pt>
                <c:pt idx="8300">
                  <c:v>nothing_from_nowhere_</c:v>
                </c:pt>
                <c:pt idx="8301">
                  <c:v>nothingforfreemelopunkfrom59</c:v>
                </c:pt>
                <c:pt idx="8302">
                  <c:v>nothingbuteverything101</c:v>
                </c:pt>
                <c:pt idx="8303">
                  <c:v>nothingbuteverything</c:v>
                </c:pt>
                <c:pt idx="8304">
                  <c:v>nothingbutcowboyboots</c:v>
                </c:pt>
                <c:pt idx="8305">
                  <c:v>nothingbutalaureltree</c:v>
                </c:pt>
                <c:pt idx="8306">
                  <c:v>nothing_big_just_piracy</c:v>
                </c:pt>
                <c:pt idx="8307">
                  <c:v>nothingbetterthanthis</c:v>
                </c:pt>
                <c:pt idx="8308">
                  <c:v>nothingandeverything</c:v>
                </c:pt>
                <c:pt idx="8309">
                  <c:v>notguiltyforbeingwhite</c:v>
                </c:pt>
                <c:pt idx="8310">
                  <c:v>not_good_enough_4_you</c:v>
                </c:pt>
                <c:pt idx="8311">
                  <c:v>notgoinganywerestudio</c:v>
                </c:pt>
                <c:pt idx="8312">
                  <c:v>notforhumanconsumption</c:v>
                </c:pt>
                <c:pt idx="8313">
                  <c:v>noteworthychristianmusic</c:v>
                </c:pt>
                <c:pt idx="8314">
                  <c:v>notentirelyperfectagain</c:v>
                </c:pt>
                <c:pt idx="8315">
                  <c:v>notenoughtstarsinthesky</c:v>
                </c:pt>
                <c:pt idx="8316">
                  <c:v>not_easy_being_green</c:v>
                </c:pt>
                <c:pt idx="8317">
                  <c:v>notdistinctlyaverage</c:v>
                </c:pt>
                <c:pt idx="8318">
                  <c:v>not_completely_useless</c:v>
                </c:pt>
                <c:pt idx="8319">
                  <c:v>notanotherprettyface</c:v>
                </c:pt>
                <c:pt idx="8320">
                  <c:v>not_another_plain_jane</c:v>
                </c:pt>
                <c:pt idx="8321">
                  <c:v>notanotherdixiechick</c:v>
                </c:pt>
                <c:pt idx="8322">
                  <c:v>not_another_chinaman</c:v>
                </c:pt>
                <c:pt idx="8323">
                  <c:v>not_another_broken_heart</c:v>
                </c:pt>
                <c:pt idx="8324">
                  <c:v>not_another_ashley_clone</c:v>
                </c:pt>
                <c:pt idx="8325">
                  <c:v>notan_average_whitgirl</c:v>
                </c:pt>
                <c:pt idx="8326">
                  <c:v>notanadvertformyself</c:v>
                </c:pt>
                <c:pt idx="8327">
                  <c:v>not_aloud_above_ground</c:v>
                </c:pt>
                <c:pt idx="8328">
                  <c:v>not_alone_and_lonely</c:v>
                </c:pt>
                <c:pt idx="8329">
                  <c:v>norwichparanormalsociety</c:v>
                </c:pt>
                <c:pt idx="8330">
                  <c:v>norwalkexplorerpost1085</c:v>
                </c:pt>
                <c:pt idx="8331">
                  <c:v>northwatchtowerguardian</c:v>
                </c:pt>
                <c:pt idx="8332">
                  <c:v>northvalleyplastering</c:v>
                </c:pt>
                <c:pt idx="8333">
                  <c:v>northstarshiningbright</c:v>
                </c:pt>
                <c:pt idx="8334">
                  <c:v>northstarphotography</c:v>
                </c:pt>
                <c:pt idx="8335">
                  <c:v>northstarentertainment</c:v>
                </c:pt>
                <c:pt idx="8336">
                  <c:v>northsouthinterstate</c:v>
                </c:pt>
                <c:pt idx="8337">
                  <c:v>northsoundsundaysession</c:v>
                </c:pt>
                <c:pt idx="8338">
                  <c:v>northsidenaughtygirl</c:v>
                </c:pt>
                <c:pt idx="8339">
                  <c:v>northside_knockoutqueen</c:v>
                </c:pt>
                <c:pt idx="8340">
                  <c:v>northside_hustler281</c:v>
                </c:pt>
                <c:pt idx="8341">
                  <c:v>northsideentertainment</c:v>
                </c:pt>
                <c:pt idx="8342">
                  <c:v>north_river_youth_leader</c:v>
                </c:pt>
                <c:pt idx="8343">
                  <c:v>northporthighschooltourchoir</c:v>
                </c:pt>
                <c:pt idx="8344">
                  <c:v>northphillyfreakgurl</c:v>
                </c:pt>
                <c:pt idx="8345">
                  <c:v>northlandyouthministry</c:v>
                </c:pt>
                <c:pt idx="8346">
                  <c:v>northgatehockeyleague</c:v>
                </c:pt>
                <c:pt idx="8347">
                  <c:v>northfloridasongcontest</c:v>
                </c:pt>
                <c:pt idx="8348">
                  <c:v>northeugenecampuslife</c:v>
                </c:pt>
                <c:pt idx="8349">
                  <c:v>northernstarspacedout</c:v>
                </c:pt>
                <c:pt idx="8350">
                  <c:v>northernstarcoffeehouse</c:v>
                </c:pt>
                <c:pt idx="8351">
                  <c:v>northernsouthernbell</c:v>
                </c:pt>
                <c:pt idx="8352">
                  <c:v>northernmonkeycheese</c:v>
                </c:pt>
                <c:pt idx="8353">
                  <c:v>northernhivemindritual</c:v>
                </c:pt>
                <c:pt idx="8354">
                  <c:v>northerngitbassplayer</c:v>
                </c:pt>
                <c:pt idx="8355">
                  <c:v>northernchicsouthernbelle</c:v>
                </c:pt>
                <c:pt idx="8356">
                  <c:v>northernbeachescapoeira</c:v>
                </c:pt>
                <c:pt idx="8357">
                  <c:v>northern_arapaho_angel</c:v>
                </c:pt>
                <c:pt idx="8358">
                  <c:v>north_east_street_tuff</c:v>
                </c:pt>
                <c:pt idx="8359">
                  <c:v>north_durham_bad_boy</c:v>
                </c:pt>
                <c:pt idx="8360">
                  <c:v>north_central_soldier</c:v>
                </c:pt>
                <c:pt idx="8361">
                  <c:v>northcarolinastate_lover</c:v>
                </c:pt>
                <c:pt idx="8362">
                  <c:v>northcarolinanetwork</c:v>
                </c:pt>
                <c:pt idx="8363">
                  <c:v>northcarolinafirefighter</c:v>
                </c:pt>
                <c:pt idx="8364">
                  <c:v>northcarolinaelectroacousticandexperimental</c:v>
                </c:pt>
                <c:pt idx="8365">
                  <c:v>northbroadwayentertainment</c:v>
                </c:pt>
                <c:pt idx="8366">
                  <c:v>northattleborowrestling</c:v>
                </c:pt>
                <c:pt idx="8367">
                  <c:v>northarlingtonskateteam</c:v>
                </c:pt>
                <c:pt idx="8368">
                  <c:v>northamptonstatehospital</c:v>
                </c:pt>
                <c:pt idx="8369">
                  <c:v>normanmisterwestport</c:v>
                </c:pt>
                <c:pt idx="8370">
                  <c:v>normalpeopledownthehall</c:v>
                </c:pt>
                <c:pt idx="8371">
                  <c:v>norma_jeane_mortenson</c:v>
                </c:pt>
                <c:pt idx="8372">
                  <c:v>nori_poet_12_02_1995_till</c:v>
                </c:pt>
                <c:pt idx="8373">
                  <c:v>norfolkthrillseakers</c:v>
                </c:pt>
                <c:pt idx="8374">
                  <c:v>norfolkrestaurantequip</c:v>
                </c:pt>
                <c:pt idx="8375">
                  <c:v>norfolkburritoproject</c:v>
                </c:pt>
                <c:pt idx="8376">
                  <c:v>norcal_noni_distributor</c:v>
                </c:pt>
                <c:pt idx="8377">
                  <c:v>norahluckyliketheceral</c:v>
                </c:pt>
                <c:pt idx="8378">
                  <c:v>nookionthebeach4life</c:v>
                </c:pt>
                <c:pt idx="8379">
                  <c:v>noodlethesoccerplaya10</c:v>
                </c:pt>
                <c:pt idx="8380">
                  <c:v>noodleeatingguitarplayer</c:v>
                </c:pt>
                <c:pt idx="8381">
                  <c:v>non_varsity_cheerleader</c:v>
                </c:pt>
                <c:pt idx="8382">
                  <c:v>nolliekickflip2bluntslide</c:v>
                </c:pt>
                <c:pt idx="8383">
                  <c:v>nolafairyprincess420</c:v>
                </c:pt>
                <c:pt idx="8384">
                  <c:v>nokiaconnectingpeople</c:v>
                </c:pt>
                <c:pt idx="8385">
                  <c:v>noiselesspatientspider</c:v>
                </c:pt>
                <c:pt idx="8386">
                  <c:v>noiseabatementprocedure</c:v>
                </c:pt>
                <c:pt idx="8387">
                  <c:v>noel_adrian_martinez</c:v>
                </c:pt>
                <c:pt idx="8388">
                  <c:v>nocturnalstreetracing</c:v>
                </c:pt>
                <c:pt idx="8389">
                  <c:v>nocturnalrampagemusic</c:v>
                </c:pt>
                <c:pt idx="8390">
                  <c:v>nocturnalmucusenvelope</c:v>
                </c:pt>
                <c:pt idx="8391">
                  <c:v>nobodyherebythatname</c:v>
                </c:pt>
                <c:pt idx="8392">
                  <c:v>nobodyeverybodymusic</c:v>
                </c:pt>
                <c:pt idx="8393">
                  <c:v>nittygrittycleveland</c:v>
                </c:pt>
                <c:pt idx="8394">
                  <c:v>nitro_nymph_pit_bitch</c:v>
                </c:pt>
                <c:pt idx="8395">
                  <c:v>nita_chrisbrown_baby</c:v>
                </c:pt>
                <c:pt idx="8396">
                  <c:v>nirvanawillrockforever</c:v>
                </c:pt>
                <c:pt idx="8397">
                  <c:v>nipplepiercingsarehot</c:v>
                </c:pt>
                <c:pt idx="8398">
                  <c:v>ninthfloorentertainment</c:v>
                </c:pt>
                <c:pt idx="8399">
                  <c:v>nineyearsandcounting</c:v>
                </c:pt>
                <c:pt idx="8400">
                  <c:v>ninetrampsandanunderpass</c:v>
                </c:pt>
                <c:pt idx="8401">
                  <c:v>nineteenthfighterpilot</c:v>
                </c:pt>
                <c:pt idx="8402">
                  <c:v>nina_thebondageworker</c:v>
                </c:pt>
                <c:pt idx="8403">
                  <c:v>nimjustthegirlnextdoor</c:v>
                </c:pt>
                <c:pt idx="8404">
                  <c:v>nikki_wit_the_ghetto_butt</c:v>
                </c:pt>
                <c:pt idx="8405">
                  <c:v>nikki_westerly_roleplayer</c:v>
                </c:pt>
                <c:pt idx="8406">
                  <c:v>nikkiturnertheauthor</c:v>
                </c:pt>
                <c:pt idx="8407">
                  <c:v>nikki_the_fortune_cookie</c:v>
                </c:pt>
                <c:pt idx="8408">
                  <c:v>nikkigiovannijackson</c:v>
                </c:pt>
                <c:pt idx="8409">
                  <c:v>nikkie_nightmarebaby</c:v>
                </c:pt>
                <c:pt idx="8410">
                  <c:v>nikkicreatesomething</c:v>
                </c:pt>
                <c:pt idx="8411">
                  <c:v>nikkicee4gettingthepast</c:v>
                </c:pt>
                <c:pt idx="8412">
                  <c:v>nikkibutterflyprincess</c:v>
                </c:pt>
                <c:pt idx="8413">
                  <c:v>nikiforova_dasha1994_2011</c:v>
                </c:pt>
                <c:pt idx="8414">
                  <c:v>nihilisticaxegrinder</c:v>
                </c:pt>
                <c:pt idx="8415">
                  <c:v>nighttimejoyrideband</c:v>
                </c:pt>
                <c:pt idx="8416">
                  <c:v>nightswatcorporation</c:v>
                </c:pt>
                <c:pt idx="8417">
                  <c:v>nightslocksmithservice</c:v>
                </c:pt>
                <c:pt idx="8418">
                  <c:v>nightslayerdragon123</c:v>
                </c:pt>
                <c:pt idx="8419">
                  <c:v>night_side_beautiful</c:v>
                </c:pt>
                <c:pt idx="8420">
                  <c:v>nightriderentertainment</c:v>
                </c:pt>
                <c:pt idx="8421">
                  <c:v>nightpassquiltseries</c:v>
                </c:pt>
                <c:pt idx="8422">
                  <c:v>night_owl_party_finder</c:v>
                </c:pt>
                <c:pt idx="8423">
                  <c:v>nightmarescreenprinting</c:v>
                </c:pt>
                <c:pt idx="8424">
                  <c:v>nightmare_nightangel</c:v>
                </c:pt>
                <c:pt idx="8425">
                  <c:v>NightmareHauntingyour</c:v>
                </c:pt>
                <c:pt idx="8426">
                  <c:v>nightmarefactoryaustin</c:v>
                </c:pt>
                <c:pt idx="8427">
                  <c:v>nightmarebeforethesleep</c:v>
                </c:pt>
                <c:pt idx="8428">
                  <c:v>nightmare_before_easter</c:v>
                </c:pt>
                <c:pt idx="8429">
                  <c:v>nightlightreflection</c:v>
                </c:pt>
                <c:pt idx="8430">
                  <c:v>nightlifeemeraldcoast</c:v>
                </c:pt>
                <c:pt idx="8431">
                  <c:v>nightfireentertainment</c:v>
                </c:pt>
                <c:pt idx="8432">
                  <c:v>nightfallwintershield</c:v>
                </c:pt>
                <c:pt idx="8433">
                  <c:v>niftynickfordtruckman</c:v>
                </c:pt>
                <c:pt idx="8434">
                  <c:v>niftylayout_samplepage005</c:v>
                </c:pt>
                <c:pt idx="8435">
                  <c:v>nicollebellefontaine</c:v>
                </c:pt>
                <c:pt idx="8436">
                  <c:v>nicolette_worthington</c:v>
                </c:pt>
                <c:pt idx="8437">
                  <c:v>nicolethomasacoustic</c:v>
                </c:pt>
                <c:pt idx="8438">
                  <c:v>nicolesoftballplayer34</c:v>
                </c:pt>
                <c:pt idx="8439">
                  <c:v>nicolemichellekim143</c:v>
                </c:pt>
                <c:pt idx="8440">
                  <c:v>nicolemariephotography</c:v>
                </c:pt>
                <c:pt idx="8441">
                  <c:v>nicole_leona_mae_babe</c:v>
                </c:pt>
                <c:pt idx="8442">
                  <c:v>nicolehutchcraft_foster</c:v>
                </c:pt>
                <c:pt idx="8443">
                  <c:v>nicolefrostphotography</c:v>
                </c:pt>
                <c:pt idx="8444">
                  <c:v>nicole_elizabeth_bolton</c:v>
                </c:pt>
                <c:pt idx="8445">
                  <c:v>nicolechristinamartinez</c:v>
                </c:pt>
                <c:pt idx="8446">
                  <c:v>nicolecampbellphotography</c:v>
                </c:pt>
                <c:pt idx="8447">
                  <c:v>nicolebradleyashleymartinkaren</c:v>
                </c:pt>
                <c:pt idx="8448">
                  <c:v>nicole_and_andy_forever</c:v>
                </c:pt>
                <c:pt idx="8449">
                  <c:v>nicky_the_super_bitch</c:v>
                </c:pt>
                <c:pt idx="8450">
                  <c:v>nicky_the_demented_teen</c:v>
                </c:pt>
                <c:pt idx="8451">
                  <c:v>nickyandfrankieforever</c:v>
                </c:pt>
                <c:pt idx="8452">
                  <c:v>nickthegeorgetownguy</c:v>
                </c:pt>
                <c:pt idx="8453">
                  <c:v>nick_prince_charming</c:v>
                </c:pt>
                <c:pt idx="8454">
                  <c:v>nickplayswithhisself</c:v>
                </c:pt>
                <c:pt idx="8455">
                  <c:v>nicklovesledzeppelin</c:v>
                </c:pt>
                <c:pt idx="8456">
                  <c:v>nickhouseentertainment</c:v>
                </c:pt>
                <c:pt idx="8457">
                  <c:v>nick_from_the_darkside</c:v>
                </c:pt>
                <c:pt idx="8458">
                  <c:v>nick_football_star_norcal</c:v>
                </c:pt>
                <c:pt idx="8459">
                  <c:v>nickelplatedcandyman</c:v>
                </c:pt>
                <c:pt idx="8460">
                  <c:v>nickelback_fan_forever</c:v>
                </c:pt>
                <c:pt idx="8461">
                  <c:v>nickeatsyourchocolate</c:v>
                </c:pt>
                <c:pt idx="8462">
                  <c:v>nick_carter_fan_site</c:v>
                </c:pt>
                <c:pt idx="8463">
                  <c:v>nickcarterfanforlife</c:v>
                </c:pt>
                <c:pt idx="8464">
                  <c:v>nickarnold4president</c:v>
                </c:pt>
                <c:pt idx="8465">
                  <c:v>nickandsabpopnatbrittbree</c:v>
                </c:pt>
                <c:pt idx="8466">
                  <c:v>nichole_northsidegirl</c:v>
                </c:pt>
                <c:pt idx="8467">
                  <c:v>nicholefrommissoulasuper</c:v>
                </c:pt>
                <c:pt idx="8468">
                  <c:v>nichole_cheerbabe_101</c:v>
                </c:pt>
                <c:pt idx="8469">
                  <c:v>nicesweetandprettygirl</c:v>
                </c:pt>
                <c:pt idx="8470">
                  <c:v>nice_lil_colorful_gurl14</c:v>
                </c:pt>
                <c:pt idx="8471">
                  <c:v>nice_guy_finish_last</c:v>
                </c:pt>
                <c:pt idx="8472">
                  <c:v>nicedifferentandunusual</c:v>
                </c:pt>
                <c:pt idx="8473">
                  <c:v>nicebutcouldactnasty</c:v>
                </c:pt>
                <c:pt idx="8474">
                  <c:v>nice_and_twisted_2004</c:v>
                </c:pt>
                <c:pt idx="8475">
                  <c:v>next_top_hairstylist</c:v>
                </c:pt>
                <c:pt idx="8476">
                  <c:v>next_stop_cedarville</c:v>
                </c:pt>
                <c:pt idx="8477">
                  <c:v>nextprofessionalstreaker</c:v>
                </c:pt>
                <c:pt idx="8478">
                  <c:v>nextgenerationguitar</c:v>
                </c:pt>
                <c:pt idx="8479">
                  <c:v>next_generation_alice</c:v>
                </c:pt>
                <c:pt idx="8480">
                  <c:v>next_duke_superstar_10</c:v>
                </c:pt>
                <c:pt idx="8481">
                  <c:v>nextdoorjazzfestival</c:v>
                </c:pt>
                <c:pt idx="8482">
                  <c:v>nextchapterentertainment</c:v>
                </c:pt>
                <c:pt idx="8483">
                  <c:v>next_champ_undertaker</c:v>
                </c:pt>
                <c:pt idx="8484">
                  <c:v>newyorkmusicconnection</c:v>
                </c:pt>
                <c:pt idx="8485">
                  <c:v>newyorkcity2shanghai</c:v>
                </c:pt>
                <c:pt idx="8486">
                  <c:v>new_york_chick_1047</c:v>
                </c:pt>
                <c:pt idx="8487">
                  <c:v>newyorkandcompany123</c:v>
                </c:pt>
                <c:pt idx="8488">
                  <c:v>newyorkalcoholicanxietyattack</c:v>
                </c:pt>
                <c:pt idx="8489">
                  <c:v>newwriter_virginiablanche</c:v>
                </c:pt>
                <c:pt idx="8490">
                  <c:v>newworldresourcecenter</c:v>
                </c:pt>
                <c:pt idx="8491">
                  <c:v>new_world_order_4life</c:v>
                </c:pt>
                <c:pt idx="8492">
                  <c:v>newwave_vintage_clothing</c:v>
                </c:pt>
                <c:pt idx="8493">
                  <c:v>newtonsouthhighschooljazz</c:v>
                </c:pt>
                <c:pt idx="8494">
                  <c:v>newtechnologydivision</c:v>
                </c:pt>
                <c:pt idx="8495">
                  <c:v>newspapperwinslottery</c:v>
                </c:pt>
                <c:pt idx="8496">
                  <c:v>newspaperdeafoldfriend</c:v>
                </c:pt>
                <c:pt idx="8497">
                  <c:v>news_and_destruction</c:v>
                </c:pt>
                <c:pt idx="8498">
                  <c:v>newsalemwitchhunters</c:v>
                </c:pt>
                <c:pt idx="8499">
                  <c:v>newportlivemusicsociety</c:v>
                </c:pt>
                <c:pt idx="8500">
                  <c:v>newporthottiemarissa</c:v>
                </c:pt>
                <c:pt idx="8501">
                  <c:v>newparadigmlogistics</c:v>
                </c:pt>
                <c:pt idx="8502">
                  <c:v>neworleansuptownruler</c:v>
                </c:pt>
                <c:pt idx="8503">
                  <c:v>neworleansshawtie504</c:v>
                </c:pt>
                <c:pt idx="8504">
                  <c:v>neworleansrebirthjazz</c:v>
                </c:pt>
                <c:pt idx="8505">
                  <c:v>neworleans_princess_504</c:v>
                </c:pt>
                <c:pt idx="8506">
                  <c:v>neworleansprincess200</c:v>
                </c:pt>
                <c:pt idx="8507">
                  <c:v>new_orleanshotgurl_4life</c:v>
                </c:pt>
                <c:pt idx="8508">
                  <c:v>neworleansbabygurl1</c:v>
                </c:pt>
                <c:pt idx="8509">
                  <c:v>neworleans504aftermath</c:v>
                </c:pt>
                <c:pt idx="8510">
                  <c:v>neworiginalsonicsound</c:v>
                </c:pt>
                <c:pt idx="8511">
                  <c:v>newly_discovered_space</c:v>
                </c:pt>
                <c:pt idx="8512">
                  <c:v>newlineentertainment</c:v>
                </c:pt>
                <c:pt idx="8513">
                  <c:v>newlifecommunitychurch2</c:v>
                </c:pt>
                <c:pt idx="8514">
                  <c:v>newjerseydimepiece1123</c:v>
                </c:pt>
                <c:pt idx="8515">
                  <c:v>newjerseydeathbrigade</c:v>
                </c:pt>
                <c:pt idx="8516">
                  <c:v>newimagepaintanddesign</c:v>
                </c:pt>
                <c:pt idx="8517">
                  <c:v>new_image_art_gallery</c:v>
                </c:pt>
                <c:pt idx="8518">
                  <c:v>newgroundsaudioportal1</c:v>
                </c:pt>
                <c:pt idx="8519">
                  <c:v>newgenerationentertainment</c:v>
                </c:pt>
                <c:pt idx="8520">
                  <c:v>newfoundglory_fan_2005</c:v>
                </c:pt>
                <c:pt idx="8521">
                  <c:v>newformatimprovisation</c:v>
                </c:pt>
                <c:pt idx="8522">
                  <c:v>newconceptphotography</c:v>
                </c:pt>
                <c:pt idx="8523">
                  <c:v>new_castle_brown_ale</c:v>
                </c:pt>
                <c:pt idx="8524">
                  <c:v>newburystreetadventure</c:v>
                </c:pt>
                <c:pt idx="8525">
                  <c:v>newbridgeposseeffect</c:v>
                </c:pt>
                <c:pt idx="8526">
                  <c:v>newbreedentertainment419</c:v>
                </c:pt>
                <c:pt idx="8527">
                  <c:v>newbreedentertainment1981</c:v>
                </c:pt>
                <c:pt idx="8528">
                  <c:v>newborndeltamike71_455</c:v>
                </c:pt>
                <c:pt idx="8529">
                  <c:v>new_blood_stalker_clan</c:v>
                </c:pt>
                <c:pt idx="8530">
                  <c:v>newberlinjazzguerrilla</c:v>
                </c:pt>
                <c:pt idx="8531">
                  <c:v>neverwasacornflakegirlie</c:v>
                </c:pt>
                <c:pt idx="8532">
                  <c:v>never_use_while_sleeping</c:v>
                </c:pt>
                <c:pt idx="8533">
                  <c:v>neverstopsshopping1992</c:v>
                </c:pt>
                <c:pt idx="8534">
                  <c:v>never_regret_anything</c:v>
                </c:pt>
                <c:pt idx="8535">
                  <c:v>never_really_knowing</c:v>
                </c:pt>
                <c:pt idx="8536">
                  <c:v>neverlovethesamefooltwice</c:v>
                </c:pt>
                <c:pt idx="8537">
                  <c:v>neverlimitdoingjoebeth</c:v>
                </c:pt>
                <c:pt idx="8538">
                  <c:v>neverletthemseeyousweat</c:v>
                </c:pt>
                <c:pt idx="8539">
                  <c:v>neverletgoofthatdream</c:v>
                </c:pt>
                <c:pt idx="8540">
                  <c:v>neverleftnorforsaken</c:v>
                </c:pt>
                <c:pt idx="8541">
                  <c:v>never_leave_this_space</c:v>
                </c:pt>
                <c:pt idx="8542">
                  <c:v>neverleavelonelyalone</c:v>
                </c:pt>
                <c:pt idx="8543">
                  <c:v>neverlandmusicproduction</c:v>
                </c:pt>
                <c:pt idx="8544">
                  <c:v>never_forgotten_randy</c:v>
                </c:pt>
                <c:pt idx="8545">
                  <c:v>neverforgetthatisland</c:v>
                </c:pt>
                <c:pt idx="8546">
                  <c:v>neverforgetgunpowderplot</c:v>
                </c:pt>
                <c:pt idx="8547">
                  <c:v>neverforgetglitterplane</c:v>
                </c:pt>
                <c:pt idx="8548">
                  <c:v>never_ever_forgotten</c:v>
                </c:pt>
                <c:pt idx="8549">
                  <c:v>neverendingvendingmachine</c:v>
                </c:pt>
                <c:pt idx="8550">
                  <c:v>never_ending_struggle</c:v>
                </c:pt>
                <c:pt idx="8551">
                  <c:v>never_ending_sausage</c:v>
                </c:pt>
                <c:pt idx="8552">
                  <c:v>neverendingnightmare101</c:v>
                </c:pt>
                <c:pt idx="8553">
                  <c:v>neverendinglove010109</c:v>
                </c:pt>
                <c:pt idx="8554">
                  <c:v>neverending_fairytale</c:v>
                </c:pt>
                <c:pt idx="8555">
                  <c:v>never_eat_sour_watermelon</c:v>
                </c:pt>
                <c:pt idx="8556">
                  <c:v>never_down_and_out182</c:v>
                </c:pt>
                <c:pt idx="8557">
                  <c:v>neverdiscounttheunderdog</c:v>
                </c:pt>
                <c:pt idx="8558">
                  <c:v>neverdiealwaysliving</c:v>
                </c:pt>
                <c:pt idx="8559">
                  <c:v>never_come_back_down_7</c:v>
                </c:pt>
                <c:pt idx="8560">
                  <c:v>neverbrokeagainentertainment</c:v>
                </c:pt>
                <c:pt idx="8561">
                  <c:v>neverbeenthegirlnextdoor</c:v>
                </c:pt>
                <c:pt idx="8562">
                  <c:v>neverbeenhappier8374</c:v>
                </c:pt>
                <c:pt idx="8563">
                  <c:v>never_been_better214</c:v>
                </c:pt>
                <c:pt idx="8564">
                  <c:v>neveragainwilliloseout</c:v>
                </c:pt>
                <c:pt idx="8565">
                  <c:v>never_4getting_jordan</c:v>
                </c:pt>
                <c:pt idx="8566">
                  <c:v>never4getalwaysremember</c:v>
                </c:pt>
                <c:pt idx="8567">
                  <c:v>neuroticsoundfoundation</c:v>
                </c:pt>
                <c:pt idx="8568">
                  <c:v>neurosisintopsychosis</c:v>
                </c:pt>
                <c:pt idx="8569">
                  <c:v>networkengineeringguy</c:v>
                </c:pt>
                <c:pt idx="8570">
                  <c:v>networkadministrator4hire</c:v>
                </c:pt>
                <c:pt idx="8571">
                  <c:v>nettletonhighschoolband</c:v>
                </c:pt>
                <c:pt idx="8572">
                  <c:v>nessatobydestruction</c:v>
                </c:pt>
                <c:pt idx="8573">
                  <c:v>nessa_tha_caramel_diva</c:v>
                </c:pt>
                <c:pt idx="8574">
                  <c:v>nessa_anne_hudgens_babe</c:v>
                </c:pt>
                <c:pt idx="8575">
                  <c:v>neoteric_always_single</c:v>
                </c:pt>
                <c:pt idx="8576">
                  <c:v>neonportraitphotography</c:v>
                </c:pt>
                <c:pt idx="8577">
                  <c:v>neon_genesis_anderson</c:v>
                </c:pt>
                <c:pt idx="8578">
                  <c:v>nelsonthesupercowboy</c:v>
                </c:pt>
                <c:pt idx="8579">
                  <c:v>nelly_not_the_rapper</c:v>
                </c:pt>
                <c:pt idx="8580">
                  <c:v>nell_finally_got_one</c:v>
                </c:pt>
                <c:pt idx="8581">
                  <c:v>neighborscornerstore</c:v>
                </c:pt>
                <c:pt idx="8582">
                  <c:v>neighborhoodsmokeman</c:v>
                </c:pt>
                <c:pt idx="8583">
                  <c:v>neighborhooddopedealer</c:v>
                </c:pt>
                <c:pt idx="8584">
                  <c:v>neighborhoodcreeprock</c:v>
                </c:pt>
                <c:pt idx="8585">
                  <c:v>neighborhoodbarrelspinner</c:v>
                </c:pt>
                <c:pt idx="8586">
                  <c:v>neighboorhod_trapstar</c:v>
                </c:pt>
                <c:pt idx="8587">
                  <c:v>negativefeedbackbios</c:v>
                </c:pt>
                <c:pt idx="8588">
                  <c:v>nefariousphilosophate</c:v>
                </c:pt>
                <c:pt idx="8589">
                  <c:v>needspecialcomforting</c:v>
                </c:pt>
                <c:pt idx="8590">
                  <c:v>needleandthreadclothes</c:v>
                </c:pt>
                <c:pt idx="8591">
                  <c:v>needleandthepainreaction</c:v>
                </c:pt>
                <c:pt idx="8592">
                  <c:v>needforspeedprostreet</c:v>
                </c:pt>
                <c:pt idx="8593">
                  <c:v>navyofficerrecruiter</c:v>
                </c:pt>
                <c:pt idx="8594">
                  <c:v>nauturalsouhernbeauty</c:v>
                </c:pt>
                <c:pt idx="8595">
                  <c:v>nauticalpearldrummer</c:v>
                </c:pt>
                <c:pt idx="8596">
                  <c:v>naughty_tinkerbell420</c:v>
                </c:pt>
                <c:pt idx="8597">
                  <c:v>naughtysouthernbelle</c:v>
                </c:pt>
                <c:pt idx="8598">
                  <c:v>naughtypolskaprincess913</c:v>
                </c:pt>
                <c:pt idx="8599">
                  <c:v>naughtyplayboypoohbear</c:v>
                </c:pt>
                <c:pt idx="8600">
                  <c:v>naughtyoneentertainment</c:v>
                </c:pt>
                <c:pt idx="8601">
                  <c:v>naughty_nurse_chic_5</c:v>
                </c:pt>
                <c:pt idx="8602">
                  <c:v>naughtynightfuzzymorning</c:v>
                </c:pt>
                <c:pt idx="8603">
                  <c:v>naughtylittleredhead</c:v>
                </c:pt>
                <c:pt idx="8604">
                  <c:v>naughtylilcountrygirl</c:v>
                </c:pt>
                <c:pt idx="8605">
                  <c:v>naughty_lil_angelic_one</c:v>
                </c:pt>
                <c:pt idx="8606">
                  <c:v>naughty_butt_nice_21</c:v>
                </c:pt>
                <c:pt idx="8607">
                  <c:v>naughtybutnicemartin</c:v>
                </c:pt>
                <c:pt idx="8608">
                  <c:v>naughty_but_nice_327</c:v>
                </c:pt>
                <c:pt idx="8609">
                  <c:v>naughtyboystreetclothing</c:v>
                </c:pt>
                <c:pt idx="8610">
                  <c:v>naughty_angel_girl2003</c:v>
                </c:pt>
                <c:pt idx="8611">
                  <c:v>naughtyandnicegirl0214</c:v>
                </c:pt>
                <c:pt idx="8612">
                  <c:v>naturial_born_killer</c:v>
                </c:pt>
                <c:pt idx="8613">
                  <c:v>naturalstory_thefaceshop</c:v>
                </c:pt>
                <c:pt idx="8614">
                  <c:v>naturalimagephotography</c:v>
                </c:pt>
                <c:pt idx="8615">
                  <c:v>naturalhealthandnutrition</c:v>
                </c:pt>
                <c:pt idx="8616">
                  <c:v>naturalessenceskincare</c:v>
                </c:pt>
                <c:pt idx="8617">
                  <c:v>natural_born_winner07</c:v>
                </c:pt>
                <c:pt idx="8618">
                  <c:v>Natural_Born_Sinner13</c:v>
                </c:pt>
                <c:pt idx="8619">
                  <c:v>naturalbornprincess83</c:v>
                </c:pt>
                <c:pt idx="8620">
                  <c:v>naturalbornguitarrist</c:v>
                </c:pt>
                <c:pt idx="8621">
                  <c:v>naturalbornbudsmoker</c:v>
                </c:pt>
                <c:pt idx="8622">
                  <c:v>naturalandmanmadedisaster</c:v>
                </c:pt>
                <c:pt idx="8623">
                  <c:v>nativenewyorker4ever</c:v>
                </c:pt>
                <c:pt idx="8624">
                  <c:v>nativegreenbutterfly</c:v>
                </c:pt>
                <c:pt idx="8625">
                  <c:v>nativeforlifeantuman</c:v>
                </c:pt>
                <c:pt idx="8626">
                  <c:v>native_animal_spirit</c:v>
                </c:pt>
                <c:pt idx="8627">
                  <c:v>nationalunderclassmen</c:v>
                </c:pt>
                <c:pt idx="8628">
                  <c:v>nationalstudentpride</c:v>
                </c:pt>
                <c:pt idx="8629">
                  <c:v>nationalsocialistmovement</c:v>
                </c:pt>
                <c:pt idx="8630">
                  <c:v>nationalpubpokerleague</c:v>
                </c:pt>
                <c:pt idx="8631">
                  <c:v>nationalproductiongroup</c:v>
                </c:pt>
                <c:pt idx="8632">
                  <c:v>nationalprettyboysociety</c:v>
                </c:pt>
                <c:pt idx="8633">
                  <c:v>nationallampooncollege</c:v>
                </c:pt>
                <c:pt idx="8634">
                  <c:v>national_guard_soldier</c:v>
                </c:pt>
                <c:pt idx="8635">
                  <c:v>nationaldisasterrock</c:v>
                </c:pt>
                <c:pt idx="8636">
                  <c:v>nationalcomedycompany</c:v>
                </c:pt>
                <c:pt idx="8637">
                  <c:v>nationalbodychallenge</c:v>
                </c:pt>
                <c:pt idx="8638">
                  <c:v>nationalbeerpongleague</c:v>
                </c:pt>
                <c:pt idx="8639">
                  <c:v>nationalarthonorsociety</c:v>
                </c:pt>
                <c:pt idx="8640">
                  <c:v>nathalienicholemonster</c:v>
                </c:pt>
                <c:pt idx="8641">
                  <c:v>natesyourhuckleberry</c:v>
                </c:pt>
                <c:pt idx="8642">
                  <c:v>nates_softball_gurl_93</c:v>
                </c:pt>
                <c:pt idx="8643">
                  <c:v>natashasciencefitness</c:v>
                </c:pt>
                <c:pt idx="8644">
                  <c:v>natashaonehundredpercent</c:v>
                </c:pt>
                <c:pt idx="8645">
                  <c:v>natasha_fencingmaster</c:v>
                </c:pt>
                <c:pt idx="8646">
                  <c:v>natasha_bedingfield_</c:v>
                </c:pt>
                <c:pt idx="8647">
                  <c:v>natashabananakingston</c:v>
                </c:pt>
                <c:pt idx="8648">
                  <c:v>natalya_gabriella_walker</c:v>
                </c:pt>
                <c:pt idx="8649">
                  <c:v>natalietheworldtraveler</c:v>
                </c:pt>
                <c:pt idx="8650">
                  <c:v>natalierebeccasinger</c:v>
                </c:pt>
                <c:pt idx="8651">
                  <c:v>natalie_rachel_marie</c:v>
                </c:pt>
                <c:pt idx="8652">
                  <c:v>natalierachelanderson</c:v>
                </c:pt>
                <c:pt idx="8653">
                  <c:v>natalie_miller_cocoapuff</c:v>
                </c:pt>
                <c:pt idx="8654">
                  <c:v>natalielaurensaunders</c:v>
                </c:pt>
                <c:pt idx="8655">
                  <c:v>natalie_jordan_lover</c:v>
                </c:pt>
                <c:pt idx="8656">
                  <c:v>nataliejadelouisegibson</c:v>
                </c:pt>
                <c:pt idx="8657">
                  <c:v>nataliedouglashazlewood</c:v>
                </c:pt>
                <c:pt idx="8658">
                  <c:v>nataliechristineward</c:v>
                </c:pt>
                <c:pt idx="8659">
                  <c:v>nataliecatanianelson</c:v>
                </c:pt>
                <c:pt idx="8660">
                  <c:v>nataliecarolinegrace</c:v>
                </c:pt>
                <c:pt idx="8661">
                  <c:v>natalee_thepokemon_master</c:v>
                </c:pt>
                <c:pt idx="8662">
                  <c:v>nasty_strawberry_gurl9</c:v>
                </c:pt>
                <c:pt idx="8663">
                  <c:v>nasty_sivaeva2010_1991</c:v>
                </c:pt>
                <c:pt idx="8664">
                  <c:v>nasty_nates_wicked_jungle</c:v>
                </c:pt>
                <c:pt idx="8665">
                  <c:v>nastyapanova21101997</c:v>
                </c:pt>
                <c:pt idx="8666">
                  <c:v>NashvilleSoccerLeague</c:v>
                </c:pt>
                <c:pt idx="8667">
                  <c:v>nashville_citysearch</c:v>
                </c:pt>
                <c:pt idx="8668">
                  <c:v>narutoakaninetailedfox</c:v>
                </c:pt>
                <c:pt idx="8669">
                  <c:v>naruto21119955991paha</c:v>
                </c:pt>
                <c:pt idx="8670">
                  <c:v>narcoticthrustofficial</c:v>
                </c:pt>
                <c:pt idx="8671">
                  <c:v>narcissitic_plastic_boy</c:v>
                </c:pt>
                <c:pt idx="8672">
                  <c:v>narcassisticdramaqueen</c:v>
                </c:pt>
                <c:pt idx="8673">
                  <c:v>naptownentertainment</c:v>
                </c:pt>
                <c:pt idx="8674">
                  <c:v>napoleon_across_globe</c:v>
                </c:pt>
                <c:pt idx="8675">
                  <c:v>naomicheriephotography</c:v>
                </c:pt>
                <c:pt idx="8676">
                  <c:v>nancymichellegreenberg</c:v>
                </c:pt>
                <c:pt idx="8677">
                  <c:v>nancy_drew_girl_detective</c:v>
                </c:pt>
                <c:pt idx="8678">
                  <c:v>nancy_always_smiling</c:v>
                </c:pt>
                <c:pt idx="8679">
                  <c:v>nana_ultra_absorbante</c:v>
                </c:pt>
                <c:pt idx="8680">
                  <c:v>nameunavailabletoobad</c:v>
                </c:pt>
                <c:pt idx="8681">
                  <c:v>name_that_was_not_picked</c:v>
                </c:pt>
                <c:pt idx="8682">
                  <c:v>nakedweapondarkangel</c:v>
                </c:pt>
                <c:pt idx="8683">
                  <c:v>nailbiterfromseaside</c:v>
                </c:pt>
                <c:pt idx="8684">
                  <c:v>mystifierforthblasphemy</c:v>
                </c:pt>
                <c:pt idx="8685">
                  <c:v>mysticgardennutrition</c:v>
                </c:pt>
                <c:pt idx="8686">
                  <c:v>mystic_force_red_ranger</c:v>
                </c:pt>
                <c:pt idx="8687">
                  <c:v>mystic_fire_entertainment</c:v>
                </c:pt>
                <c:pt idx="8688">
                  <c:v>mysticalsandfilledpit</c:v>
                </c:pt>
                <c:pt idx="8689">
                  <c:v>mysticalmagicalvienna</c:v>
                </c:pt>
                <c:pt idx="8690">
                  <c:v>mystical_flying_pixie91</c:v>
                </c:pt>
                <c:pt idx="8691">
                  <c:v>mysticalfashionscene</c:v>
                </c:pt>
                <c:pt idx="8692">
                  <c:v>mystical_dragon_druid</c:v>
                </c:pt>
                <c:pt idx="8693">
                  <c:v>mysticaldragonbreath</c:v>
                </c:pt>
                <c:pt idx="8694">
                  <c:v>mysticaldarkradiance</c:v>
                </c:pt>
                <c:pt idx="8695">
                  <c:v>mysteryskateboarder1</c:v>
                </c:pt>
                <c:pt idx="8696">
                  <c:v>mysterysciencetheater3000music</c:v>
                </c:pt>
                <c:pt idx="8697">
                  <c:v>mysterydinnerplayhouse</c:v>
                </c:pt>
                <c:pt idx="8698">
                  <c:v>mysterious_monkey_man</c:v>
                </c:pt>
                <c:pt idx="8699">
                  <c:v>mysteriousgranitesphere</c:v>
                </c:pt>
                <c:pt idx="8700">
                  <c:v>mysteriousfivepublishing</c:v>
                </c:pt>
                <c:pt idx="8701">
                  <c:v>mysteriousfallenangel</c:v>
                </c:pt>
                <c:pt idx="8702">
                  <c:v>mysteriousbassoonistgirl</c:v>
                </c:pt>
                <c:pt idx="8703">
                  <c:v>myselfandotherpeople</c:v>
                </c:pt>
                <c:pt idx="8704">
                  <c:v>myrtlethethunderturtle</c:v>
                </c:pt>
                <c:pt idx="8705">
                  <c:v>myriamakamachadolover</c:v>
                </c:pt>
                <c:pt idx="8706">
                  <c:v>mynameisnotavailable5</c:v>
                </c:pt>
                <c:pt idx="8707">
                  <c:v>muteblondiemomospringbaby</c:v>
                </c:pt>
                <c:pt idx="8708">
                  <c:v>mustmakewetforfulleffect</c:v>
                </c:pt>
                <c:pt idx="8709">
                  <c:v>mustlivethecomicallife</c:v>
                </c:pt>
                <c:pt idx="8710">
                  <c:v>mustkilllois100times</c:v>
                </c:pt>
                <c:pt idx="8711">
                  <c:v>muskokaexposurefestival</c:v>
                </c:pt>
                <c:pt idx="8712">
                  <c:v>musicyouwontfindanywhereelse</c:v>
                </c:pt>
                <c:pt idx="8713">
                  <c:v>music__wontletyou__down</c:v>
                </c:pt>
                <c:pt idx="8714">
                  <c:v>music_will_equal_life</c:v>
                </c:pt>
                <c:pt idx="8715">
                  <c:v>musicstephaniethinksisawesome</c:v>
                </c:pt>
                <c:pt idx="8716">
                  <c:v>musicstar_norderstedt</c:v>
                </c:pt>
                <c:pt idx="8717">
                  <c:v>musicstagetheatreislove</c:v>
                </c:pt>
                <c:pt idx="8718">
                  <c:v>musicskateboardinglife</c:v>
                </c:pt>
                <c:pt idx="8719">
                  <c:v>musicmonsterchick19</c:v>
                </c:pt>
                <c:pt idx="8720">
                  <c:v>musicmankaraoke_official</c:v>
                </c:pt>
                <c:pt idx="8721">
                  <c:v>musicmanagerkimberly</c:v>
                </c:pt>
                <c:pt idx="8722">
                  <c:v>musicmanagementunlimited</c:v>
                </c:pt>
                <c:pt idx="8723">
                  <c:v>music_lover_4_life_929</c:v>
                </c:pt>
                <c:pt idx="8724">
                  <c:v>music_love_live_life</c:v>
                </c:pt>
                <c:pt idx="8725">
                  <c:v>music_life_confusion</c:v>
                </c:pt>
                <c:pt idx="8726">
                  <c:v>musicindustryassociation</c:v>
                </c:pt>
                <c:pt idx="8727">
                  <c:v>musician_crazysongwriter</c:v>
                </c:pt>
                <c:pt idx="8728">
                  <c:v>musicforyourentertainment</c:v>
                </c:pt>
                <c:pt idx="8729">
                  <c:v>musicforyourbellybutton</c:v>
                </c:pt>
                <c:pt idx="8730">
                  <c:v>music_for_the_hearted</c:v>
                </c:pt>
                <c:pt idx="8731">
                  <c:v>musicforlifefestival</c:v>
                </c:pt>
                <c:pt idx="8732">
                  <c:v>musicfordaveandwhatnot</c:v>
                </c:pt>
                <c:pt idx="8733">
                  <c:v>musicfootballfanatic</c:v>
                </c:pt>
                <c:pt idx="8734">
                  <c:v>music_dealing_vampire</c:v>
                </c:pt>
                <c:pt idx="8735">
                  <c:v>musicconsultantservice</c:v>
                </c:pt>
                <c:pt idx="8736">
                  <c:v>musicbusinessoverdose</c:v>
                </c:pt>
                <c:pt idx="8737">
                  <c:v>musicbusiness101book</c:v>
                </c:pt>
                <c:pt idx="8738">
                  <c:v>musicandspeedfuelemotion</c:v>
                </c:pt>
                <c:pt idx="8739">
                  <c:v>musicandsongsandstuff</c:v>
                </c:pt>
                <c:pt idx="8740">
                  <c:v>music_always_forever</c:v>
                </c:pt>
                <c:pt idx="8741">
                  <c:v>musicalspiritualtraveler</c:v>
                </c:pt>
                <c:pt idx="8742">
                  <c:v>musicallyandlyrically</c:v>
                </c:pt>
                <c:pt idx="8743">
                  <c:v>musicaldrummer_lightspeed</c:v>
                </c:pt>
                <c:pt idx="8744">
                  <c:v>musicalartistmanagement</c:v>
                </c:pt>
                <c:pt idx="8745">
                  <c:v>musicalangelundercover</c:v>
                </c:pt>
                <c:pt idx="8746">
                  <c:v>music_addict_forever</c:v>
                </c:pt>
                <c:pt idx="8747">
                  <c:v>musicaddictedsassy1989</c:v>
                </c:pt>
                <c:pt idx="8748">
                  <c:v>musclemanjessesavage</c:v>
                </c:pt>
                <c:pt idx="8749">
                  <c:v>musclecarassociation</c:v>
                </c:pt>
                <c:pt idx="8750">
                  <c:v>murrayjuniorhighrockband</c:v>
                </c:pt>
                <c:pt idx="8751">
                  <c:v>murdersuicidemeteorslave</c:v>
                </c:pt>
                <c:pt idx="8752">
                  <c:v>murderousfiligreerox</c:v>
                </c:pt>
                <c:pt idx="8753">
                  <c:v>murderonasundaymorning</c:v>
                </c:pt>
                <c:pt idx="8754">
                  <c:v>murdercaseluxembourg</c:v>
                </c:pt>
                <c:pt idx="8755">
                  <c:v>murderblastingprocess</c:v>
                </c:pt>
                <c:pt idx="8756">
                  <c:v>munster_football_jake</c:v>
                </c:pt>
                <c:pt idx="8757">
                  <c:v>multiplepersonalitydisorder</c:v>
                </c:pt>
                <c:pt idx="8758">
                  <c:v>multimilliondollarrealtor</c:v>
                </c:pt>
                <c:pt idx="8759">
                  <c:v>multimilliondollarman</c:v>
                </c:pt>
                <c:pt idx="8760">
                  <c:v>mugshottentertainment</c:v>
                </c:pt>
                <c:pt idx="8761">
                  <c:v>muffy_the_vampire_slayer</c:v>
                </c:pt>
                <c:pt idx="8762">
                  <c:v>muffinsandthebreakfast</c:v>
                </c:pt>
                <c:pt idx="8763">
                  <c:v>muffin_man_from_hell</c:v>
                </c:pt>
                <c:pt idx="8764">
                  <c:v>muffenssmelllikenoodles</c:v>
                </c:pt>
                <c:pt idx="8765">
                  <c:v>muchbiggahproduction</c:v>
                </c:pt>
                <c:pt idx="8766">
                  <c:v>much_ado_about_nothing_</c:v>
                </c:pt>
                <c:pt idx="8767">
                  <c:v>moviesidefilmfestival</c:v>
                </c:pt>
                <c:pt idx="8768">
                  <c:v>__moviescriptending__</c:v>
                </c:pt>
                <c:pt idx="8769">
                  <c:v>move_out_the_way_bitch</c:v>
                </c:pt>
                <c:pt idx="8770">
                  <c:v>movementwesterndivision</c:v>
                </c:pt>
                <c:pt idx="8771">
                  <c:v>moveforwardneverlookback</c:v>
                </c:pt>
                <c:pt idx="8772">
                  <c:v>mouseturtlecheesecake</c:v>
                </c:pt>
                <c:pt idx="8773">
                  <c:v>mourningstar_clothing</c:v>
                </c:pt>
                <c:pt idx="8774">
                  <c:v>mountpleasantwrestler</c:v>
                </c:pt>
                <c:pt idx="8775">
                  <c:v>mountainstatewireless</c:v>
                </c:pt>
                <c:pt idx="8776">
                  <c:v>mountainshippiestarterkit</c:v>
                </c:pt>
                <c:pt idx="8777">
                  <c:v>mountainranchsamurai</c:v>
                </c:pt>
                <c:pt idx="8778">
                  <c:v>mountainheartofficial</c:v>
                </c:pt>
                <c:pt idx="8779">
                  <c:v>mountaineersportslounge</c:v>
                </c:pt>
                <c:pt idx="8780">
                  <c:v>mountaineerfromabove</c:v>
                </c:pt>
                <c:pt idx="8781">
                  <c:v>mountaineerfanmemphis</c:v>
                </c:pt>
                <c:pt idx="8782">
                  <c:v>mountainboardhireandride</c:v>
                </c:pt>
                <c:pt idx="8783">
                  <c:v>motorcrossracingbabe21</c:v>
                </c:pt>
                <c:pt idx="8784">
                  <c:v>motorcross_chick_135</c:v>
                </c:pt>
                <c:pt idx="8785">
                  <c:v>motivationandfrustration</c:v>
                </c:pt>
                <c:pt idx="8786">
                  <c:v>motionsicknessbeyond</c:v>
                </c:pt>
                <c:pt idx="8787">
                  <c:v>motionpublishingandfilm</c:v>
                </c:pt>
                <c:pt idx="8788">
                  <c:v>motionpicturesoundtrack3</c:v>
                </c:pt>
                <c:pt idx="8789">
                  <c:v>motioncitysoundtrack15</c:v>
                </c:pt>
                <c:pt idx="8790">
                  <c:v>motherwifesisterdaughter</c:v>
                </c:pt>
                <c:pt idx="8791">
                  <c:v>mothertruckerforlife</c:v>
                </c:pt>
                <c:pt idx="8792">
                  <c:v>motherfuckingrockstar</c:v>
                </c:pt>
                <c:pt idx="8793">
                  <c:v>motherfuckingprincess89</c:v>
                </c:pt>
                <c:pt idx="8794">
                  <c:v>motherfuckingprincess123</c:v>
                </c:pt>
                <c:pt idx="8795">
                  <c:v>motherfuckingniggerchrome</c:v>
                </c:pt>
                <c:pt idx="8796">
                  <c:v>motherfuckingcomputer</c:v>
                </c:pt>
                <c:pt idx="8797">
                  <c:v>motherfathersisterbrother</c:v>
                </c:pt>
                <c:pt idx="8798">
                  <c:v>mother_and_nurse1028</c:v>
                </c:pt>
                <c:pt idx="8799">
                  <c:v>motelroom_grandpiano</c:v>
                </c:pt>
                <c:pt idx="8800">
                  <c:v>most_wonderful_feeling</c:v>
                </c:pt>
                <c:pt idx="8801">
                  <c:v>mostvaluablewrestler</c:v>
                </c:pt>
                <c:pt idx="8802">
                  <c:v>most_valuable_princess_09</c:v>
                </c:pt>
                <c:pt idx="8803">
                  <c:v>mostvaluablemagician</c:v>
                </c:pt>
                <c:pt idx="8804">
                  <c:v>most_valuable_latina</c:v>
                </c:pt>
                <c:pt idx="8805">
                  <c:v>most_unique_man_ever</c:v>
                </c:pt>
                <c:pt idx="8806">
                  <c:v>mostmiserablemanindeed</c:v>
                </c:pt>
                <c:pt idx="8807">
                  <c:v>most_metal_since_iron_age</c:v>
                </c:pt>
                <c:pt idx="8808">
                  <c:v>mostknownunknown3000</c:v>
                </c:pt>
                <c:pt idx="8809">
                  <c:v>mostextraordinarymachine</c:v>
                </c:pt>
                <c:pt idx="8810">
                  <c:v>mostexaltedpotentate</c:v>
                </c:pt>
                <c:pt idx="8811">
                  <c:v>mosteligiblebachelor</c:v>
                </c:pt>
                <c:pt idx="8812">
                  <c:v>mostdisturbingprettymuch</c:v>
                </c:pt>
                <c:pt idx="8813">
                  <c:v>mostblueeyedblondeever</c:v>
                </c:pt>
                <c:pt idx="8814">
                  <c:v>mostbeautifulredhead</c:v>
                </c:pt>
                <c:pt idx="8815">
                  <c:v>mostbeautifulletdown</c:v>
                </c:pt>
                <c:pt idx="8816">
                  <c:v>MostBeautifullestThing</c:v>
                </c:pt>
                <c:pt idx="8817">
                  <c:v>mossy_oak_countryboy</c:v>
                </c:pt>
                <c:pt idx="8818">
                  <c:v>moscowdriftteamsuper</c:v>
                </c:pt>
                <c:pt idx="8819">
                  <c:v>mortuaryhackingsession</c:v>
                </c:pt>
                <c:pt idx="8820">
                  <c:v>mortgagecitycorporation</c:v>
                </c:pt>
                <c:pt idx="8821">
                  <c:v>mortalityfadingmusic</c:v>
                </c:pt>
                <c:pt idx="8822">
                  <c:v>morrislovesmashpotato</c:v>
                </c:pt>
                <c:pt idx="8823">
                  <c:v>morphosisenteractive</c:v>
                </c:pt>
                <c:pt idx="8824">
                  <c:v>morphineandchocolate</c:v>
                </c:pt>
                <c:pt idx="8825">
                  <c:v>moroccanprincess4eva</c:v>
                </c:pt>
                <c:pt idx="8826">
                  <c:v>morningstar_photography</c:v>
                </c:pt>
                <c:pt idx="8827">
                  <c:v>morninggloryyeahright</c:v>
                </c:pt>
                <c:pt idx="8828">
                  <c:v>morganthemagnificent</c:v>
                </c:pt>
                <c:pt idx="8829">
                  <c:v>morganreneeentertainment</c:v>
                </c:pt>
                <c:pt idx="8830">
                  <c:v>morganmichellefuller</c:v>
                </c:pt>
                <c:pt idx="8831">
                  <c:v>morganlax_player_2205</c:v>
                </c:pt>
                <c:pt idx="8832">
                  <c:v>morgan_its_all_inside</c:v>
                </c:pt>
                <c:pt idx="8833">
                  <c:v>morgan_elizabeth_compton</c:v>
                </c:pt>
                <c:pt idx="8834">
                  <c:v>morganelizabethbenson</c:v>
                </c:pt>
                <c:pt idx="8835">
                  <c:v>morgancoxphotography</c:v>
                </c:pt>
                <c:pt idx="8836">
                  <c:v>morgan1softballplayer</c:v>
                </c:pt>
                <c:pt idx="8837">
                  <c:v>moretroublethanitsworth</c:v>
                </c:pt>
                <c:pt idx="8838">
                  <c:v>more_than_whats_real</c:v>
                </c:pt>
                <c:pt idx="8839">
                  <c:v>more__than__useless__</c:v>
                </c:pt>
                <c:pt idx="8840">
                  <c:v>more_than_loneliness</c:v>
                </c:pt>
                <c:pt idx="8841">
                  <c:v>morescenethansonnymoore</c:v>
                </c:pt>
                <c:pt idx="8842">
                  <c:v>more_red_wine_please</c:v>
                </c:pt>
                <c:pt idx="8843">
                  <c:v>moreno_salvadorean_guy</c:v>
                </c:pt>
                <c:pt idx="8844">
                  <c:v>moreincrediblethanher</c:v>
                </c:pt>
                <c:pt idx="8845">
                  <c:v>morefairtomethanaprilrain</c:v>
                </c:pt>
                <c:pt idx="8846">
                  <c:v>morbidmollyholyholly</c:v>
                </c:pt>
                <c:pt idx="8847">
                  <c:v>morbid_depressionist</c:v>
                </c:pt>
                <c:pt idx="8848">
                  <c:v>moo_the_galloping_cat</c:v>
                </c:pt>
                <c:pt idx="8849">
                  <c:v>mooregirlcatastrophe</c:v>
                </c:pt>
                <c:pt idx="8850">
                  <c:v>moonwolfformallymindthegap</c:v>
                </c:pt>
                <c:pt idx="8851">
                  <c:v>moon_willow_cherokee</c:v>
                </c:pt>
                <c:pt idx="8852">
                  <c:v>moonshinyhappypeople</c:v>
                </c:pt>
                <c:pt idx="8853">
                  <c:v>MoonshineandHomeGrown</c:v>
                </c:pt>
                <c:pt idx="8854">
                  <c:v>moonscreamlovelyparade</c:v>
                </c:pt>
                <c:pt idx="8855">
                  <c:v>moonprincessprotector</c:v>
                </c:pt>
                <c:pt idx="8856">
                  <c:v>moonlightwalkerwoman</c:v>
                </c:pt>
                <c:pt idx="8857">
                  <c:v>moon_light_slaughter</c:v>
                </c:pt>
                <c:pt idx="8858">
                  <c:v>moonlight_knight_child</c:v>
                </c:pt>
                <c:pt idx="8859">
                  <c:v>moonlightgrahamgreer</c:v>
                </c:pt>
                <c:pt idx="8860">
                  <c:v>moonlightandparadise</c:v>
                </c:pt>
                <c:pt idx="8861">
                  <c:v>__moonlight_aka_luna__</c:v>
                </c:pt>
                <c:pt idx="8862">
                  <c:v>moonchild_blackhippie</c:v>
                </c:pt>
                <c:pt idx="8863">
                  <c:v>monster_under_the_bed</c:v>
                </c:pt>
                <c:pt idx="8864">
                  <c:v>monstertruckextravaganza</c:v>
                </c:pt>
                <c:pt idx="8865">
                  <c:v>monsterfromtheparasol</c:v>
                </c:pt>
                <c:pt idx="8866">
                  <c:v>monroehornetchic1313</c:v>
                </c:pt>
                <c:pt idx="8867">
                  <c:v>monochromeeyespectrum</c:v>
                </c:pt>
                <c:pt idx="8868">
                  <c:v>monkey__yes_the_real_one</c:v>
                </c:pt>
                <c:pt idx="8869">
                  <c:v>monkeywilldanceforfood</c:v>
                </c:pt>
                <c:pt idx="8870">
                  <c:v>monkeythebeautiful92</c:v>
                </c:pt>
                <c:pt idx="8871">
                  <c:v>monkeyquesteither1113</c:v>
                </c:pt>
                <c:pt idx="8872">
                  <c:v>monkeypuzzletreejanine</c:v>
                </c:pt>
                <c:pt idx="8873">
                  <c:v>monkeygoatdonkeychicken</c:v>
                </c:pt>
                <c:pt idx="8874">
                  <c:v>monkeycatchingpopstar</c:v>
                </c:pt>
                <c:pt idx="8875">
                  <c:v>monkeybusinessinstitute</c:v>
                </c:pt>
                <c:pt idx="8876">
                  <c:v>monkeybusiness9stuart</c:v>
                </c:pt>
                <c:pt idx="8877">
                  <c:v>monistaryentertainment</c:v>
                </c:pt>
                <c:pt idx="8878">
                  <c:v>moniquebuchanan_momo</c:v>
                </c:pt>
                <c:pt idx="8879">
                  <c:v>monica_was_here_12_18_0</c:v>
                </c:pt>
                <c:pt idx="8880">
                  <c:v>monicaraye_croballer_12</c:v>
                </c:pt>
                <c:pt idx="8881">
                  <c:v>monica_monique_martinez</c:v>
                </c:pt>
                <c:pt idx="8882">
                  <c:v>monica_merlin_aka_chola</c:v>
                </c:pt>
                <c:pt idx="8883">
                  <c:v>monicamarydivinemercy</c:v>
                </c:pt>
                <c:pt idx="8884">
                  <c:v>monicaforpresident2008</c:v>
                </c:pt>
                <c:pt idx="8885">
                  <c:v>monicafayepicklesmith</c:v>
                </c:pt>
                <c:pt idx="8886">
                  <c:v>mongooserideratheart</c:v>
                </c:pt>
                <c:pt idx="8887">
                  <c:v>mongolia_white_castle</c:v>
                </c:pt>
                <c:pt idx="8888">
                  <c:v>mongolianpopcornbutter</c:v>
                </c:pt>
                <c:pt idx="8889">
                  <c:v>moneytalksitdontspeak</c:v>
                </c:pt>
                <c:pt idx="8890">
                  <c:v>moneytalksandianswer</c:v>
                </c:pt>
                <c:pt idx="8891">
                  <c:v>moneyovereverything30</c:v>
                </c:pt>
                <c:pt idx="8892">
                  <c:v>moneyovereverything323</c:v>
                </c:pt>
                <c:pt idx="8893">
                  <c:v>moneyovereverything0</c:v>
                </c:pt>
                <c:pt idx="8894">
                  <c:v>money_over_everything</c:v>
                </c:pt>
                <c:pt idx="8895">
                  <c:v>moneyovamatterrecordsent</c:v>
                </c:pt>
                <c:pt idx="8896">
                  <c:v>moneymanentertainment</c:v>
                </c:pt>
                <c:pt idx="8897">
                  <c:v>money_maker_for_life</c:v>
                </c:pt>
                <c:pt idx="8898">
                  <c:v>moneymakerandgirltaker</c:v>
                </c:pt>
                <c:pt idx="8899">
                  <c:v>moneymaker4ever213444</c:v>
                </c:pt>
                <c:pt idx="8900">
                  <c:v>moneymachinedontplay</c:v>
                </c:pt>
                <c:pt idx="8901">
                  <c:v>MONEYGOESWITEVERYTHING</c:v>
                </c:pt>
                <c:pt idx="8902">
                  <c:v>moneydoesbuyhappiness</c:v>
                </c:pt>
                <c:pt idx="8903">
                  <c:v>moneyclipsproduction</c:v>
                </c:pt>
                <c:pt idx="8904">
                  <c:v>moneyandmuscleoutlaw</c:v>
                </c:pt>
                <c:pt idx="8905">
                  <c:v>money9power9respect9</c:v>
                </c:pt>
                <c:pt idx="8906">
                  <c:v>monavie_international</c:v>
                </c:pt>
                <c:pt idx="8907">
                  <c:v>monarchsoftballplaya</c:v>
                </c:pt>
                <c:pt idx="8908">
                  <c:v>monarchrevenuemanagement</c:v>
                </c:pt>
                <c:pt idx="8909">
                  <c:v>mona_lisa_photography</c:v>
                </c:pt>
                <c:pt idx="8910">
                  <c:v>mommytoeliandannacate</c:v>
                </c:pt>
                <c:pt idx="8911">
                  <c:v>mommylovesherprincess</c:v>
                </c:pt>
                <c:pt idx="8912">
                  <c:v>mommy_baseball_fan33</c:v>
                </c:pt>
                <c:pt idx="8913">
                  <c:v>mommy2rileyandmadison</c:v>
                </c:pt>
                <c:pt idx="8914">
                  <c:v>mommy2princesstaylor</c:v>
                </c:pt>
                <c:pt idx="8915">
                  <c:v>mommy2brandonandbradley</c:v>
                </c:pt>
                <c:pt idx="8916">
                  <c:v>molly_the_photographer</c:v>
                </c:pt>
                <c:pt idx="8917">
                  <c:v>molly_motorboat_penis</c:v>
                </c:pt>
                <c:pt idx="8918">
                  <c:v>mollydolly_melancholy</c:v>
                </c:pt>
                <c:pt idx="8919">
                  <c:v>mollybloomandherappetite</c:v>
                </c:pt>
                <c:pt idx="8920">
                  <c:v>molesterman99_killer99</c:v>
                </c:pt>
                <c:pt idx="8921">
                  <c:v>moe_money_ova_everything</c:v>
                </c:pt>
                <c:pt idx="8922">
                  <c:v>modestmousesadsappysucker</c:v>
                </c:pt>
                <c:pt idx="8923">
                  <c:v>modernyouthorchestra</c:v>
                </c:pt>
                <c:pt idx="8924">
                  <c:v>modernworldcollection</c:v>
                </c:pt>
                <c:pt idx="8925">
                  <c:v>modernrecordingtechnique</c:v>
                </c:pt>
                <c:pt idx="8926">
                  <c:v>modernrecordingcompany</c:v>
                </c:pt>
                <c:pt idx="8927">
                  <c:v>moderndayknight91290</c:v>
                </c:pt>
                <c:pt idx="8928">
                  <c:v>modernday_cinderella</c:v>
                </c:pt>
                <c:pt idx="8929">
                  <c:v>moderatesituationaleuphoria</c:v>
                </c:pt>
                <c:pt idx="8930">
                  <c:v>model_rockstar_actress</c:v>
                </c:pt>
                <c:pt idx="8931">
                  <c:v>model_jessica_nicole</c:v>
                </c:pt>
                <c:pt idx="8932">
                  <c:v>model_citizen_clothing</c:v>
                </c:pt>
                <c:pt idx="8933">
                  <c:v>modelcitizenclothing</c:v>
                </c:pt>
                <c:pt idx="8934">
                  <c:v>model_christina_hall</c:v>
                </c:pt>
                <c:pt idx="8935">
                  <c:v>mobile_addict_forever</c:v>
                </c:pt>
                <c:pt idx="8936">
                  <c:v>mixtapemeltdownsyracuse</c:v>
                </c:pt>
                <c:pt idx="8937">
                  <c:v>mixmastercolonelsanders</c:v>
                </c:pt>
                <c:pt idx="8938">
                  <c:v>mixed_with_spicy_honey</c:v>
                </c:pt>
                <c:pt idx="8939">
                  <c:v>mixedguyfromblackplanet</c:v>
                </c:pt>
                <c:pt idx="8940">
                  <c:v>mixagainstxenophobia</c:v>
                </c:pt>
                <c:pt idx="8941">
                  <c:v>mitzi.self-hazelwood</c:v>
                </c:pt>
                <c:pt idx="8942">
                  <c:v>mitchell_thomas_bird</c:v>
                </c:pt>
                <c:pt idx="8943">
                  <c:v>_mitchell_the_great_</c:v>
                </c:pt>
                <c:pt idx="8944">
                  <c:v>misunderstood_gurlshelly</c:v>
                </c:pt>
                <c:pt idx="8945">
                  <c:v>misty_madison_gilbert</c:v>
                </c:pt>
                <c:pt idx="8946">
                  <c:v>mistressvictorianorth</c:v>
                </c:pt>
                <c:pt idx="8947">
                  <c:v>mistressrobynleather</c:v>
                </c:pt>
                <c:pt idx="8948">
                  <c:v>mistresslesliesavage</c:v>
                </c:pt>
                <c:pt idx="8949">
                  <c:v>mistressbluespainslut</c:v>
                </c:pt>
                <c:pt idx="8950">
                  <c:v>mister_too_damn_good</c:v>
                </c:pt>
                <c:pt idx="8951">
                  <c:v>misterrustyshackleford</c:v>
                </c:pt>
                <c:pt idx="8952">
                  <c:v>misterinvisiblehiphop</c:v>
                </c:pt>
                <c:pt idx="8953">
                  <c:v>mister_good_from_the_hood</c:v>
                </c:pt>
                <c:pt idx="8954">
                  <c:v>misterconleyversion12</c:v>
                </c:pt>
                <c:pt idx="8955">
                  <c:v>misteradvancedplacement</c:v>
                </c:pt>
                <c:pt idx="8956">
                  <c:v>mist_and_midnight_skies</c:v>
                </c:pt>
                <c:pt idx="8957">
                  <c:v>missythecorpsefactory</c:v>
                </c:pt>
                <c:pt idx="8958">
                  <c:v>missy_imogen_princess</c:v>
                </c:pt>
                <c:pt idx="8959">
                  <c:v>missy_hearts_you_4ever</c:v>
                </c:pt>
                <c:pt idx="8960">
                  <c:v>misswhitegirlattitude</c:v>
                </c:pt>
                <c:pt idx="8961">
                  <c:v>misswestvirginia_2005</c:v>
                </c:pt>
                <c:pt idx="8962">
                  <c:v>miss_victoria_rogers</c:v>
                </c:pt>
                <c:pt idx="8963">
                  <c:v>missunderstoodvintage</c:v>
                </c:pt>
                <c:pt idx="8964">
                  <c:v>missunderstoodgurl11</c:v>
                </c:pt>
                <c:pt idx="8965">
                  <c:v>MissUnderstood_Bitch</c:v>
                </c:pt>
                <c:pt idx="8966">
                  <c:v>misstiffanymaryclaire_</c:v>
                </c:pt>
                <c:pt idx="8967">
                  <c:v>miss_tiffany_breakfast</c:v>
                </c:pt>
                <c:pt idx="8968">
                  <c:v>miss_sweet_angel_4ever</c:v>
                </c:pt>
                <c:pt idx="8969">
                  <c:v>miss_sweet_and_sassy</c:v>
                </c:pt>
                <c:pt idx="8970">
                  <c:v>miss_sexy_brianna_lynn</c:v>
                </c:pt>
                <c:pt idx="8971">
                  <c:v>missseductivezoechick</c:v>
                </c:pt>
                <c:pt idx="8972">
                  <c:v>miss_scandalous_bitch</c:v>
                </c:pt>
                <c:pt idx="8973">
                  <c:v>misssarah_thegothicshoppe</c:v>
                </c:pt>
                <c:pt idx="8974">
                  <c:v>miss_rock_trivia_200</c:v>
                </c:pt>
                <c:pt idx="8975">
                  <c:v>miss_republican_bowhead</c:v>
                </c:pt>
                <c:pt idx="8976">
                  <c:v>missreneefoxydivastyle</c:v>
                </c:pt>
                <c:pt idx="8977">
                  <c:v>miss_razorblade_romance</c:v>
                </c:pt>
                <c:pt idx="8978">
                  <c:v>missquanteriaalexandria</c:v>
                </c:pt>
                <c:pt idx="8979">
                  <c:v>miss_punk_rock_princess</c:v>
                </c:pt>
                <c:pt idx="8980">
                  <c:v>misspriss_maleficent</c:v>
                </c:pt>
                <c:pt idx="8981">
                  <c:v>missprincessjennifer</c:v>
                </c:pt>
                <c:pt idx="8982">
                  <c:v>missprincesscharming</c:v>
                </c:pt>
                <c:pt idx="8983">
                  <c:v>miss_princess_bonnie_</c:v>
                </c:pt>
                <c:pt idx="8984">
                  <c:v>miss_penny_lane_1980</c:v>
                </c:pt>
                <c:pt idx="8985">
                  <c:v>misspeanutbutterlover</c:v>
                </c:pt>
                <c:pt idx="8986">
                  <c:v>miss_peanutbuttercup</c:v>
                </c:pt>
                <c:pt idx="8987">
                  <c:v>missnortheastentertainer</c:v>
                </c:pt>
                <c:pt idx="8988">
                  <c:v>missneworleanscalliope3</c:v>
                </c:pt>
                <c:pt idx="8989">
                  <c:v>miss_new_latina_booty</c:v>
                </c:pt>
                <c:pt idx="8990">
                  <c:v>miss_new_booty_amanda</c:v>
                </c:pt>
                <c:pt idx="8991">
                  <c:v>miss.natalyaromanova</c:v>
                </c:pt>
                <c:pt idx="8992">
                  <c:v>miss_miranda_michelle</c:v>
                </c:pt>
                <c:pt idx="8993">
                  <c:v>missmichaelachatterbox</c:v>
                </c:pt>
                <c:pt idx="8994">
                  <c:v>miss_melissa_matthews</c:v>
                </c:pt>
                <c:pt idx="8995">
                  <c:v>missluckytinaforlife</c:v>
                </c:pt>
                <c:pt idx="8996">
                  <c:v>miss_loaded_god_complex</c:v>
                </c:pt>
                <c:pt idx="8997">
                  <c:v>misslindsaylouwilson</c:v>
                </c:pt>
                <c:pt idx="8998">
                  <c:v>miss_lily_evans_potter</c:v>
                </c:pt>
                <c:pt idx="8999">
                  <c:v>miss_kitty_fantastico_19</c:v>
                </c:pt>
                <c:pt idx="9000">
                  <c:v>misskittenandthehacker</c:v>
                </c:pt>
                <c:pt idx="9001">
                  <c:v>misskelseylovesheather</c:v>
                </c:pt>
                <c:pt idx="9002">
                  <c:v>missjennifromtheblock</c:v>
                </c:pt>
                <c:pt idx="9003">
                  <c:v>miss__jennifer__marie</c:v>
                </c:pt>
                <c:pt idx="9004">
                  <c:v>missjamaicaakadebbie</c:v>
                </c:pt>
                <c:pt idx="9005">
                  <c:v>miss_jacquelyn_michelle</c:v>
                </c:pt>
                <c:pt idx="9006">
                  <c:v>mississippist_basketball</c:v>
                </c:pt>
                <c:pt idx="9007">
                  <c:v>missionsemiimpossible</c:v>
                </c:pt>
                <c:pt idx="9008">
                  <c:v>missionimpossibleand1</c:v>
                </c:pt>
                <c:pt idx="9009">
                  <c:v>missinvisiblepenguin</c:v>
                </c:pt>
                <c:pt idx="9010">
                  <c:v>missinnocentprincess17</c:v>
                </c:pt>
                <c:pt idx="9011">
                  <c:v>missingthejerseyshore</c:v>
                </c:pt>
                <c:pt idx="9012">
                  <c:v>missingthefloridalife</c:v>
                </c:pt>
                <c:pt idx="9013">
                  <c:v>missinginactiontheband1</c:v>
                </c:pt>
                <c:pt idx="9014">
                  <c:v>missinginactionmusic</c:v>
                </c:pt>
                <c:pt idx="9015">
                  <c:v>missing_from_bethlehem</c:v>
                </c:pt>
                <c:pt idx="9016">
                  <c:v>missing_but_not_lost</c:v>
                </c:pt>
                <c:pt idx="9017">
                  <c:v>missingthe9beginning</c:v>
                </c:pt>
                <c:pt idx="9018">
                  <c:v>miss_hot_spicy_cherry</c:v>
                </c:pt>
                <c:pt idx="9019">
                  <c:v>miss_honey_christina18</c:v>
                </c:pt>
                <c:pt idx="9020">
                  <c:v>misshermionejanegranger</c:v>
                </c:pt>
                <c:pt idx="9021">
                  <c:v>missghettocunningham09</c:v>
                </c:pt>
                <c:pt idx="9022">
                  <c:v>miss_genevieve_marie</c:v>
                </c:pt>
                <c:pt idx="9023">
                  <c:v>missfuckingmurder</c:v>
                </c:pt>
                <c:pt idx="9024">
                  <c:v>miss_fortuneburlesque</c:v>
                </c:pt>
                <c:pt idx="9025">
                  <c:v>missflorencepecanfestival</c:v>
                </c:pt>
                <c:pt idx="9026">
                  <c:v>missfirebirdhottie74</c:v>
                </c:pt>
                <c:pt idx="9027">
                  <c:v>miss_fashion_queenie</c:v>
                </c:pt>
                <c:pt idx="9028">
                  <c:v>missfairytaledreamer</c:v>
                </c:pt>
                <c:pt idx="9029">
                  <c:v>missdiamondakaspoiledbaby</c:v>
                </c:pt>
                <c:pt idx="9030">
                  <c:v>miss_crystal_and_julia</c:v>
                </c:pt>
                <c:pt idx="9031">
                  <c:v>miss_conceited_booty</c:v>
                </c:pt>
                <c:pt idx="9032">
                  <c:v>missconceitedandspoiled</c:v>
                </c:pt>
                <c:pt idx="9033">
                  <c:v>missconceitedakamissy</c:v>
                </c:pt>
                <c:pt idx="9034">
                  <c:v>miss_cinnamon_spider</c:v>
                </c:pt>
                <c:pt idx="9035">
                  <c:v>misschocolategirl11</c:v>
                </c:pt>
                <c:pt idx="9036">
                  <c:v>miss_chocolate_delight07</c:v>
                </c:pt>
                <c:pt idx="9037">
                  <c:v>miss_chocolatedelight</c:v>
                </c:pt>
                <c:pt idx="9038">
                  <c:v>miss_chocolate_beauty</c:v>
                </c:pt>
                <c:pt idx="9039">
                  <c:v>misscheerleaderchick</c:v>
                </c:pt>
                <c:pt idx="9040">
                  <c:v>miss_cassandra_nicole</c:v>
                </c:pt>
                <c:pt idx="9041">
                  <c:v>misscarameldelight2000</c:v>
                </c:pt>
                <c:pt idx="9042">
                  <c:v>miss__brittany__lynn__21</c:v>
                </c:pt>
                <c:pt idx="9043">
                  <c:v>miss_bonita_del_barrio</c:v>
                </c:pt>
                <c:pt idx="9044">
                  <c:v>missblueberrymuffin0</c:v>
                </c:pt>
                <c:pt idx="9045">
                  <c:v>miss_blondie_thumper</c:v>
                </c:pt>
                <c:pt idx="9046">
                  <c:v>miss_beautiful_princess</c:v>
                </c:pt>
                <c:pt idx="9047">
                  <c:v>miss_beautiful_blonde</c:v>
                </c:pt>
                <c:pt idx="9048">
                  <c:v>miss_attitude_problem</c:v>
                </c:pt>
                <c:pt idx="9049">
                  <c:v>miss_ashley_michelle</c:v>
                </c:pt>
                <c:pt idx="9050">
                  <c:v>miss_ashley_ladybulldog09</c:v>
                </c:pt>
                <c:pt idx="9051">
                  <c:v>miss_ash_ley_danielle</c:v>
                </c:pt>
                <c:pt idx="9052">
                  <c:v>missashleychrisbrown</c:v>
                </c:pt>
                <c:pt idx="9053">
                  <c:v>miss_applebottom_kitty</c:v>
                </c:pt>
                <c:pt idx="9054">
                  <c:v>missangelinaballerina</c:v>
                </c:pt>
                <c:pt idx="9055">
                  <c:v>missamber_aka_bigbooty</c:v>
                </c:pt>
                <c:pt idx="9056">
                  <c:v>miss_aggie_ladynonya</c:v>
                </c:pt>
                <c:pt idx="9057">
                  <c:v>miss_adrianne_aka_nikki</c:v>
                </c:pt>
                <c:pt idx="9058">
                  <c:v>mishmash_the_almighty</c:v>
                </c:pt>
                <c:pt idx="9059">
                  <c:v>misfit_psychwardcrew</c:v>
                </c:pt>
                <c:pt idx="9060">
                  <c:v>misfitgurl_003_alejandra</c:v>
                </c:pt>
                <c:pt idx="9061">
                  <c:v>misery_needs_company</c:v>
                </c:pt>
                <c:pt idx="9062">
                  <c:v>miserymade_beautiful</c:v>
                </c:pt>
                <c:pt idx="9063">
                  <c:v>miseryandgingraphics</c:v>
                </c:pt>
                <c:pt idx="9064">
                  <c:v>mischievouslittleelf</c:v>
                </c:pt>
                <c:pt idx="9065">
                  <c:v>mischievous_lil_faery</c:v>
                </c:pt>
                <c:pt idx="9066">
                  <c:v>mischiefmayhemandsoap</c:v>
                </c:pt>
                <c:pt idx="9067">
                  <c:v>miscellaneousmusicgroup</c:v>
                </c:pt>
                <c:pt idx="9068">
                  <c:v>mirrorsonlytelloneside</c:v>
                </c:pt>
                <c:pt idx="9069">
                  <c:v>mirkwood_middle_earth</c:v>
                </c:pt>
                <c:pt idx="9070">
                  <c:v>mirkwoodforest_carin</c:v>
                </c:pt>
                <c:pt idx="9071">
                  <c:v>miriam_liltroublemaker</c:v>
                </c:pt>
                <c:pt idx="9072">
                  <c:v>miriam_fansite_and_backup</c:v>
                </c:pt>
                <c:pt idx="9073">
                  <c:v>mirandadeidreadriannebird</c:v>
                </c:pt>
                <c:pt idx="9074">
                  <c:v>miranda_and_peter_forever</c:v>
                </c:pt>
                <c:pt idx="9075">
                  <c:v>miraclesarehappening</c:v>
                </c:pt>
                <c:pt idx="9076">
                  <c:v>miracleandthesoulinterpreter</c:v>
                </c:pt>
                <c:pt idx="9077">
                  <c:v>minutemenbringingthepain</c:v>
                </c:pt>
                <c:pt idx="9078">
                  <c:v>minute_maid_lemonade</c:v>
                </c:pt>
                <c:pt idx="9079">
                  <c:v>mint_licorice_candydoll</c:v>
                </c:pt>
                <c:pt idx="9080">
                  <c:v>minsineyaratam5034250342</c:v>
                </c:pt>
                <c:pt idx="9081">
                  <c:v>minoritythebandmusic</c:v>
                </c:pt>
                <c:pt idx="9082">
                  <c:v>minorityclothinghome</c:v>
                </c:pt>
                <c:pt idx="9083">
                  <c:v>minnie_mouse__tinkerbell</c:v>
                </c:pt>
                <c:pt idx="9084">
                  <c:v>minneapolismessaround</c:v>
                </c:pt>
                <c:pt idx="9085">
                  <c:v>minium_wage_prostitute</c:v>
                </c:pt>
                <c:pt idx="9086">
                  <c:v>ministerwithoutportfolio</c:v>
                </c:pt>
                <c:pt idx="9087">
                  <c:v>mineralanimalvegetable</c:v>
                </c:pt>
                <c:pt idx="9088">
                  <c:v>minecraftstyle20031999</c:v>
                </c:pt>
                <c:pt idx="9089">
                  <c:v>mindwithfearatremble</c:v>
                </c:pt>
                <c:pt idx="9090">
                  <c:v>mindwalkrecordinglabel</c:v>
                </c:pt>
                <c:pt idx="9091">
                  <c:v>mindtripperdancesister</c:v>
                </c:pt>
                <c:pt idx="9092">
                  <c:v>mindstatethecerebralarchitect</c:v>
                </c:pt>
                <c:pt idx="9093">
                  <c:v>mindlessselfindulgence9</c:v>
                </c:pt>
                <c:pt idx="9094">
                  <c:v>mindlessgenocideband</c:v>
                </c:pt>
                <c:pt idx="9095">
                  <c:v>mindframeentertainment</c:v>
                </c:pt>
                <c:pt idx="9096">
                  <c:v>mindbodyspirit_musicman</c:v>
                </c:pt>
                <c:pt idx="9097">
                  <c:v>mindbendentertainment</c:v>
                </c:pt>
                <c:pt idx="9098">
                  <c:v>mimrahman0192115783</c:v>
                </c:pt>
                <c:pt idx="9099">
                  <c:v>mimi_made_allys_space</c:v>
                </c:pt>
                <c:pt idx="9100">
                  <c:v>mimi_aka_tha_princess</c:v>
                </c:pt>
                <c:pt idx="9101">
                  <c:v>milwaukeetoolsnotbeer</c:v>
                </c:pt>
                <c:pt idx="9102">
                  <c:v>milwaukeepunkrockmovie</c:v>
                </c:pt>
                <c:pt idx="9103">
                  <c:v>milwaukeepanfishclub</c:v>
                </c:pt>
                <c:pt idx="9104">
                  <c:v>milwaukee_brewer_girl</c:v>
                </c:pt>
                <c:pt idx="9105">
                  <c:v>miltown_representative</c:v>
                </c:pt>
                <c:pt idx="9106">
                  <c:v>mil_town_latina_gurl</c:v>
                </c:pt>
                <c:pt idx="9107">
                  <c:v>miltownhottestsinger</c:v>
                </c:pt>
                <c:pt idx="9108">
                  <c:v>milotheprojectionist</c:v>
                </c:pt>
                <c:pt idx="9109">
                  <c:v>milo3pointspecialist</c:v>
                </c:pt>
                <c:pt idx="9110">
                  <c:v>million_midget_march</c:v>
                </c:pt>
                <c:pt idx="9111">
                  <c:v>million_dollar_showgirl</c:v>
                </c:pt>
                <c:pt idx="9112">
                  <c:v>milliondollarmovieproject</c:v>
                </c:pt>
                <c:pt idx="9113">
                  <c:v>milliondollarmarijuana</c:v>
                </c:pt>
                <c:pt idx="9114">
                  <c:v>milliondollarman700</c:v>
                </c:pt>
                <c:pt idx="9115">
                  <c:v>milliondollarhappiness</c:v>
                </c:pt>
                <c:pt idx="9116">
                  <c:v>milliondollardrummer</c:v>
                </c:pt>
                <c:pt idx="9117">
                  <c:v>milliondollarcorporation</c:v>
                </c:pt>
                <c:pt idx="9118">
                  <c:v>milliondollarbaby54321</c:v>
                </c:pt>
                <c:pt idx="9119">
                  <c:v>milliondollarbaby_23</c:v>
                </c:pt>
                <c:pt idx="9120">
                  <c:v>million_dollar_baby21</c:v>
                </c:pt>
                <c:pt idx="9121">
                  <c:v>millionboyentertainment</c:v>
                </c:pt>
                <c:pt idx="9122">
                  <c:v>millionairess_lifestyle</c:v>
                </c:pt>
                <c:pt idx="9123">
                  <c:v>millionairemurdertrial</c:v>
                </c:pt>
                <c:pt idx="9124">
                  <c:v>milliethemightymouse</c:v>
                </c:pt>
                <c:pt idx="9125">
                  <c:v>milliethemagnificent</c:v>
                </c:pt>
                <c:pt idx="9126">
                  <c:v>millersixpack_2010hotmail</c:v>
                </c:pt>
                <c:pt idx="9127">
                  <c:v>millerlitelongisland</c:v>
                </c:pt>
                <c:pt idx="9128">
                  <c:v>millerlitecowgirl_02</c:v>
                </c:pt>
                <c:pt idx="9129">
                  <c:v>miller_genuine_draught</c:v>
                </c:pt>
                <c:pt idx="9130">
                  <c:v>millergenuindraftgirl</c:v>
                </c:pt>
                <c:pt idx="9131">
                  <c:v>millenniumrealtygroup</c:v>
                </c:pt>
                <c:pt idx="9132">
                  <c:v>millenniummusiccenter</c:v>
                </c:pt>
                <c:pt idx="9133">
                  <c:v>millenniummiddleschool</c:v>
                </c:pt>
                <c:pt idx="9134">
                  <c:v>millathebloodspiller</c:v>
                </c:pt>
                <c:pt idx="9135">
                  <c:v>milkthecowfeatjefflawrence</c:v>
                </c:pt>
                <c:pt idx="9136">
                  <c:v>milkshakebournemouth</c:v>
                </c:pt>
                <c:pt idx="9137">
                  <c:v>milkdoesabodygood_belle</c:v>
                </c:pt>
                <c:pt idx="9138">
                  <c:v>milkchocolate_crackbaby</c:v>
                </c:pt>
                <c:pt idx="9139">
                  <c:v>milkchocolatecandygirl</c:v>
                </c:pt>
                <c:pt idx="9140">
                  <c:v>milk_and_cookie_captain</c:v>
                </c:pt>
                <c:pt idx="9141">
                  <c:v>militarywifeandmommy</c:v>
                </c:pt>
                <c:pt idx="9142">
                  <c:v>militarygerlintraining</c:v>
                </c:pt>
                <c:pt idx="9143">
                  <c:v>militarycastrofamily</c:v>
                </c:pt>
                <c:pt idx="9144">
                  <c:v>milfordhighschooldrumline</c:v>
                </c:pt>
                <c:pt idx="9145">
                  <c:v>mikeyiscoolerthanyou</c:v>
                </c:pt>
                <c:pt idx="9146">
                  <c:v>mike_the_shadowdancer</c:v>
                </c:pt>
                <c:pt idx="9147">
                  <c:v>mike_the_magnificent</c:v>
                </c:pt>
                <c:pt idx="9148">
                  <c:v>mikethegoodlookingbrother</c:v>
                </c:pt>
                <c:pt idx="9149">
                  <c:v>mikethefatcocksucker</c:v>
                </c:pt>
                <c:pt idx="9150">
                  <c:v>mikesweetwiththemustang</c:v>
                </c:pt>
                <c:pt idx="9151">
                  <c:v>_mike_shela_burnside</c:v>
                </c:pt>
                <c:pt idx="9152">
                  <c:v>mikepleaseacceptthisname</c:v>
                </c:pt>
                <c:pt idx="9153">
                  <c:v>mike_metalforbreakfast</c:v>
                </c:pt>
                <c:pt idx="9154">
                  <c:v>mikemendozatalksport</c:v>
                </c:pt>
                <c:pt idx="9155">
                  <c:v>mikeloveakayoungdutch</c:v>
                </c:pt>
                <c:pt idx="9156">
                  <c:v>mike_king_football_playa</c:v>
                </c:pt>
                <c:pt idx="9157">
                  <c:v>mikejoechrissamapathy</c:v>
                </c:pt>
                <c:pt idx="9158">
                  <c:v>mikehelicoptertech2189</c:v>
                </c:pt>
                <c:pt idx="9159">
                  <c:v>mikefromsuperfreshanddope</c:v>
                </c:pt>
                <c:pt idx="9160">
                  <c:v>mike_collins_superstar</c:v>
                </c:pt>
                <c:pt idx="9161">
                  <c:v>mikecarrolllottolout</c:v>
                </c:pt>
                <c:pt idx="9162">
                  <c:v>mikeblackandemiliewhite</c:v>
                </c:pt>
                <c:pt idx="9163">
                  <c:v>mike_bearingtheblame</c:v>
                </c:pt>
                <c:pt idx="9164">
                  <c:v>mike_and_sarah_4ever</c:v>
                </c:pt>
                <c:pt idx="9165">
                  <c:v>mikeandmichellerobinson</c:v>
                </c:pt>
                <c:pt idx="9166">
                  <c:v>mikeandallisonforever</c:v>
                </c:pt>
                <c:pt idx="9167">
                  <c:v>mike31_the_unforgiven</c:v>
                </c:pt>
                <c:pt idx="9168">
                  <c:v>miharu_the_lone_wolf</c:v>
                </c:pt>
                <c:pt idx="9169">
                  <c:v>mightyjoeyoungsoundtrack</c:v>
                </c:pt>
                <c:pt idx="9170">
                  <c:v>mightyangel_for_life</c:v>
                </c:pt>
                <c:pt idx="9171">
                  <c:v>mightcauseacoldfront</c:v>
                </c:pt>
                <c:pt idx="9172">
                  <c:v>miffanychurbobblecobble</c:v>
                </c:pt>
                <c:pt idx="9173">
                  <c:v>midwestparanormalsociety</c:v>
                </c:pt>
                <c:pt idx="9174">
                  <c:v>midwestmustangassociation</c:v>
                </c:pt>
                <c:pt idx="9175">
                  <c:v>mid_west_entertainment</c:v>
                </c:pt>
                <c:pt idx="9176">
                  <c:v>midtermbreakstreetteam</c:v>
                </c:pt>
                <c:pt idx="9177">
                  <c:v>midtempointernational</c:v>
                </c:pt>
                <c:pt idx="9178">
                  <c:v>midsummersnowsideproject</c:v>
                </c:pt>
                <c:pt idx="9179">
                  <c:v>midnighttemptressamy</c:v>
                </c:pt>
                <c:pt idx="9180">
                  <c:v>midnightsun_lightningrain</c:v>
                </c:pt>
                <c:pt idx="9181">
                  <c:v>midnightsolareclipse</c:v>
                </c:pt>
                <c:pt idx="9182">
                  <c:v>midnightsocietycrashandburn</c:v>
                </c:pt>
                <c:pt idx="9183">
                  <c:v>midnight_snackattacksarah</c:v>
                </c:pt>
                <c:pt idx="9184">
                  <c:v>midnight_motion_band</c:v>
                </c:pt>
                <c:pt idx="9185">
                  <c:v>midnight_moon_mistress</c:v>
                </c:pt>
                <c:pt idx="9186">
                  <c:v>midnightmantheivorydream</c:v>
                </c:pt>
                <c:pt idx="9187">
                  <c:v>midnightloveensemble</c:v>
                </c:pt>
                <c:pt idx="9188">
                  <c:v>midnightillusionmusic</c:v>
                </c:pt>
                <c:pt idx="9189">
                  <c:v>midnight_hour_photography</c:v>
                </c:pt>
                <c:pt idx="9190">
                  <c:v>midnightgenesismetal</c:v>
                </c:pt>
                <c:pt idx="9191">
                  <c:v>midnightempresskingdom</c:v>
                </c:pt>
                <c:pt idx="9192">
                  <c:v>midmonroeanimalhospital</c:v>
                </c:pt>
                <c:pt idx="9193">
                  <c:v>midlifecrisisrockband</c:v>
                </c:pt>
                <c:pt idx="9194">
                  <c:v>midlifecrisisorlando</c:v>
                </c:pt>
                <c:pt idx="9195">
                  <c:v>midknightgamblerscarclub</c:v>
                </c:pt>
                <c:pt idx="9196">
                  <c:v>midgetsmugglerisland</c:v>
                </c:pt>
                <c:pt idx="9197">
                  <c:v>midget_munchkin_teacher</c:v>
                </c:pt>
                <c:pt idx="9198">
                  <c:v>middleschoolworshipteam</c:v>
                </c:pt>
                <c:pt idx="9199">
                  <c:v>middlematadorblocker</c:v>
                </c:pt>
                <c:pt idx="9200">
                  <c:v>middlegeorgiabaseball</c:v>
                </c:pt>
                <c:pt idx="9201">
                  <c:v>middlefingerguitarist</c:v>
                </c:pt>
                <c:pt idx="9202">
                  <c:v>middleeastpeaceorchestra</c:v>
                </c:pt>
                <c:pt idx="9203">
                  <c:v>middleeasternterrorist</c:v>
                </c:pt>
                <c:pt idx="9204">
                  <c:v>middleeasternliterature</c:v>
                </c:pt>
                <c:pt idx="9205">
                  <c:v>middle_eastern_holiday</c:v>
                </c:pt>
                <c:pt idx="9206">
                  <c:v>midbaseball2909blake</c:v>
                </c:pt>
                <c:pt idx="9207">
                  <c:v>midatlanticfilmfestival</c:v>
                </c:pt>
                <c:pt idx="9208">
                  <c:v>midaircollisionofficial</c:v>
                </c:pt>
                <c:pt idx="9209">
                  <c:v>mickymouseashenfelter</c:v>
                </c:pt>
                <c:pt idx="9210">
                  <c:v>micky_and_claire_4ever</c:v>
                </c:pt>
                <c:pt idx="9211">
                  <c:v>mick_master_mike200</c:v>
                </c:pt>
                <c:pt idx="9212">
                  <c:v>michigansportsfan1975</c:v>
                </c:pt>
                <c:pt idx="9213">
                  <c:v>michiganfootballfreak</c:v>
                </c:pt>
                <c:pt idx="9214">
                  <c:v>michiganfootballfan4ever</c:v>
                </c:pt>
                <c:pt idx="9215">
                  <c:v>michigandopedealer420</c:v>
                </c:pt>
                <c:pt idx="9216">
                  <c:v>michellethehappymommy</c:v>
                </c:pt>
                <c:pt idx="9217">
                  <c:v>michellethebombshell</c:v>
                </c:pt>
                <c:pt idx="9218">
                  <c:v>michelletaffyhearts21</c:v>
                </c:pt>
                <c:pt idx="9219">
                  <c:v>michellesoutherncharm</c:v>
                </c:pt>
                <c:pt idx="9220">
                  <c:v>michelle_singsongwriter</c:v>
                </c:pt>
                <c:pt idx="9221">
                  <c:v>michellesingersongwriter</c:v>
                </c:pt>
                <c:pt idx="9222">
                  <c:v>michelleshortandsweet</c:v>
                </c:pt>
                <c:pt idx="9223">
                  <c:v>michelleseckinger01204</c:v>
                </c:pt>
                <c:pt idx="9224">
                  <c:v>michelle_noel_sanders</c:v>
                </c:pt>
                <c:pt idx="9225">
                  <c:v>michelle_nicole_simpson</c:v>
                </c:pt>
                <c:pt idx="9226">
                  <c:v>michellemoralesvincent</c:v>
                </c:pt>
                <c:pt idx="9227">
                  <c:v>michelle_milstead2003</c:v>
                </c:pt>
                <c:pt idx="9228">
                  <c:v>michelle_messing_around</c:v>
                </c:pt>
                <c:pt idx="9229">
                  <c:v>michellemariefreeman</c:v>
                </c:pt>
                <c:pt idx="9230">
                  <c:v>michellelynncampbell</c:v>
                </c:pt>
                <c:pt idx="9231">
                  <c:v>michellelillycrowder</c:v>
                </c:pt>
                <c:pt idx="9232">
                  <c:v>michellelawrencemusic</c:v>
                </c:pt>
                <c:pt idx="9233">
                  <c:v>michelle_jayne_louise</c:v>
                </c:pt>
                <c:pt idx="9234">
                  <c:v>michellehudsontucker</c:v>
                </c:pt>
                <c:pt idx="9235">
                  <c:v>michellehotchocolate</c:v>
                </c:pt>
                <c:pt idx="9236">
                  <c:v>michelle_from_foolhouse</c:v>
                </c:pt>
                <c:pt idx="9237">
                  <c:v>michellefishheadpants</c:v>
                </c:pt>
                <c:pt idx="9238">
                  <c:v>michelle_crazy_like_whoa</c:v>
                </c:pt>
                <c:pt idx="9239">
                  <c:v>michelle_cheerleader4life</c:v>
                </c:pt>
                <c:pt idx="9240">
                  <c:v>michellebuchananmusic</c:v>
                </c:pt>
                <c:pt idx="9241">
                  <c:v>michellebranchhillaryclinton</c:v>
                </c:pt>
                <c:pt idx="9242">
                  <c:v>michellebonillamusic</c:v>
                </c:pt>
                <c:pt idx="9243">
                  <c:v>michelleblueicedtiger</c:v>
                </c:pt>
                <c:pt idx="9244">
                  <c:v>michelle_babygirl805</c:v>
                </c:pt>
                <c:pt idx="9245">
                  <c:v>michellebaby_forever</c:v>
                </c:pt>
                <c:pt idx="9246">
                  <c:v>michelleashleynicole</c:v>
                </c:pt>
                <c:pt idx="9247">
                  <c:v>michelleangelicamartinez</c:v>
                </c:pt>
                <c:pt idx="9248">
                  <c:v>michelleandylanforever</c:v>
                </c:pt>
                <c:pt idx="9249">
                  <c:v>michelleandlindsayfoo</c:v>
                </c:pt>
                <c:pt idx="9250">
                  <c:v>michelle_and_kari_kent</c:v>
                </c:pt>
                <c:pt idx="9251">
                  <c:v>michelle_and_joe_1998</c:v>
                </c:pt>
                <c:pt idx="9252">
                  <c:v>michelle_and_alexandra919</c:v>
                </c:pt>
                <c:pt idx="9253">
                  <c:v>michelle_aka_sunshine</c:v>
                </c:pt>
                <c:pt idx="9254">
                  <c:v>michele_the_sexy_beastie</c:v>
                </c:pt>
                <c:pt idx="9255">
                  <c:v>michele_prettypoison</c:v>
                </c:pt>
                <c:pt idx="9256">
                  <c:v>michelecoxphotography</c:v>
                </c:pt>
                <c:pt idx="9257">
                  <c:v>michaelalancarpenter</c:v>
                </c:pt>
                <c:pt idx="9258">
                  <c:v>michaela_and_maria_rock</c:v>
                </c:pt>
                <c:pt idx="9259">
                  <c:v>miasexysouthernbelle</c:v>
                </c:pt>
                <c:pt idx="9260">
                  <c:v>MiaNterry2gether4eva</c:v>
                </c:pt>
                <c:pt idx="9261">
                  <c:v>miamipolicepatrolsouthend</c:v>
                </c:pt>
                <c:pt idx="9262">
                  <c:v>miamimusicconference</c:v>
                </c:pt>
                <c:pt idx="9263">
                  <c:v>miamigurlindabuilding</c:v>
                </c:pt>
                <c:pt idx="9264">
                  <c:v>miamibeachrecordingstudio</c:v>
                </c:pt>
                <c:pt idx="9265">
                  <c:v>miamibeachrealestate</c:v>
                </c:pt>
                <c:pt idx="9266">
                  <c:v>mia_hearts_the_pepper</c:v>
                </c:pt>
                <c:pt idx="9267">
                  <c:v>mia_got_shot_like_yeah</c:v>
                </c:pt>
                <c:pt idx="9268">
                  <c:v>miabellaprincessmisty</c:v>
                </c:pt>
                <c:pt idx="9269">
                  <c:v>metropolitanmurderweapon</c:v>
                </c:pt>
                <c:pt idx="9270">
                  <c:v>meteorologistnickjohnston</c:v>
                </c:pt>
                <c:pt idx="9271">
                  <c:v>metaphysicalstreetteam</c:v>
                </c:pt>
                <c:pt idx="9272">
                  <c:v>metaphysicalrabbithole</c:v>
                </c:pt>
                <c:pt idx="9273">
                  <c:v>metal_thrashing_madman</c:v>
                </c:pt>
                <c:pt idx="9274">
                  <c:v>metalstormentertainment</c:v>
                </c:pt>
                <c:pt idx="9275">
                  <c:v>metalrockpunkmixtape</c:v>
                </c:pt>
                <c:pt idx="9276">
                  <c:v>metalpeekaboostranger</c:v>
                </c:pt>
                <c:pt idx="9277">
                  <c:v>metal_monster_maniac</c:v>
                </c:pt>
                <c:pt idx="9278">
                  <c:v>metal_head_freak_4_life_</c:v>
                </c:pt>
                <c:pt idx="9279">
                  <c:v>metalheadedguitarfreak</c:v>
                </c:pt>
                <c:pt idx="9280">
                  <c:v>metalbitchphotography</c:v>
                </c:pt>
                <c:pt idx="9281">
                  <c:v>metalandrockarewicked</c:v>
                </c:pt>
                <c:pt idx="9282">
                  <c:v>metalandhardcorefever</c:v>
                </c:pt>
                <c:pt idx="9283">
                  <c:v>messin_with_the_great</c:v>
                </c:pt>
                <c:pt idx="9284">
                  <c:v>messheadclothingtest</c:v>
                </c:pt>
                <c:pt idx="9285">
                  <c:v>messagefromthebeyond</c:v>
                </c:pt>
                <c:pt idx="9286">
                  <c:v>message_beneath_contempt</c:v>
                </c:pt>
                <c:pt idx="9287">
                  <c:v>mesquiteseniorprank0</c:v>
                </c:pt>
                <c:pt idx="9288">
                  <c:v>merrylittlemetalhead</c:v>
                </c:pt>
                <c:pt idx="9289">
                  <c:v>meredithloverforever</c:v>
                </c:pt>
                <c:pt idx="9290">
                  <c:v>meredithcorsonbaldwin</c:v>
                </c:pt>
                <c:pt idx="9291">
                  <c:v>mercynightclubregular</c:v>
                </c:pt>
                <c:pt idx="9292">
                  <c:v>mercyjusticehumilitylove</c:v>
                </c:pt>
                <c:pt idx="9293">
                  <c:v>mercilessmobsopranoboy</c:v>
                </c:pt>
                <c:pt idx="9294">
                  <c:v>mercedespinkiceprincess</c:v>
                </c:pt>
                <c:pt idx="9295">
                  <c:v>mercedes_lynn_conway</c:v>
                </c:pt>
                <c:pt idx="9296">
                  <c:v>mercedesdaniellesmith</c:v>
                </c:pt>
                <c:pt idx="9297">
                  <c:v>mercedesceceliasteelman</c:v>
                </c:pt>
                <c:pt idx="9298">
                  <c:v>mentorsonlyrealhiphop</c:v>
                </c:pt>
                <c:pt idx="9299">
                  <c:v>mentallyunstablegoalie</c:v>
                </c:pt>
                <c:pt idx="9300">
                  <c:v>mentallydisturbedguy</c:v>
                </c:pt>
                <c:pt idx="9301">
                  <c:v>menshouldnotfearpink</c:v>
                </c:pt>
                <c:pt idx="9302">
                  <c:v>mendontprotectyouanymore</c:v>
                </c:pt>
                <c:pt idx="9303">
                  <c:v>memphis_tiger_4_life</c:v>
                </c:pt>
                <c:pt idx="9304">
                  <c:v>memphis_blood_nigger</c:v>
                </c:pt>
                <c:pt idx="9305">
                  <c:v>memoryplayshideandseek</c:v>
                </c:pt>
                <c:pt idx="9306">
                  <c:v>memorial_hall_library</c:v>
                </c:pt>
                <c:pt idx="9307">
                  <c:v>memorialdayweekend4ever</c:v>
                </c:pt>
                <c:pt idx="9308">
                  <c:v>meloncholic_desperation</c:v>
                </c:pt>
                <c:pt idx="9309">
                  <c:v>melodystyleapartment</c:v>
                </c:pt>
                <c:pt idx="9310">
                  <c:v>melody_chapman_tucker</c:v>
                </c:pt>
                <c:pt idx="9311">
                  <c:v>melodicenergycommission</c:v>
                </c:pt>
                <c:pt idx="9312">
                  <c:v>melodicdeathmetalmike</c:v>
                </c:pt>
                <c:pt idx="9313">
                  <c:v>melodicabortionorchestra</c:v>
                </c:pt>
                <c:pt idx="9314">
                  <c:v>mellyloveskelly21385</c:v>
                </c:pt>
                <c:pt idx="9315">
                  <c:v>mellow_yellow_fellow</c:v>
                </c:pt>
                <c:pt idx="9316">
                  <c:v>MellonCollieButterfly</c:v>
                </c:pt>
                <c:pt idx="9317">
                  <c:v>melissatonyaustinevan</c:v>
                </c:pt>
                <c:pt idx="9318">
                  <c:v>melissatheweddingplanner</c:v>
                </c:pt>
                <c:pt idx="9319">
                  <c:v>melissa_the_notorious</c:v>
                </c:pt>
                <c:pt idx="9320">
                  <c:v>melissastinkerbellpage</c:v>
                </c:pt>
                <c:pt idx="9321">
                  <c:v>melissasteinphotography</c:v>
                </c:pt>
                <c:pt idx="9322">
                  <c:v>melissa_soccerbabe09</c:v>
                </c:pt>
                <c:pt idx="9323">
                  <c:v>melissa_sexyblonde_18</c:v>
                </c:pt>
                <c:pt idx="9324">
                  <c:v>melissa_sexy_baby_101</c:v>
                </c:pt>
                <c:pt idx="9325">
                  <c:v>melissa_rock_life_hard</c:v>
                </c:pt>
                <c:pt idx="9326">
                  <c:v>melissareneefranklin</c:v>
                </c:pt>
                <c:pt idx="9327">
                  <c:v>Melissa_Petersen1229</c:v>
                </c:pt>
                <c:pt idx="9328">
                  <c:v>melissa_missy_whatever</c:v>
                </c:pt>
                <c:pt idx="9329">
                  <c:v>melissamichellesmith0128</c:v>
                </c:pt>
                <c:pt idx="9330">
                  <c:v>melissamichellemitchell</c:v>
                </c:pt>
                <c:pt idx="9331">
                  <c:v>melissa_marie_walker</c:v>
                </c:pt>
                <c:pt idx="9332">
                  <c:v>melissamariemartinez</c:v>
                </c:pt>
                <c:pt idx="9333">
                  <c:v>melissa_marie_collins</c:v>
                </c:pt>
                <c:pt idx="9334">
                  <c:v>melissamadethisforme</c:v>
                </c:pt>
                <c:pt idx="9335">
                  <c:v>melissa_little_bastard</c:v>
                </c:pt>
                <c:pt idx="9336">
                  <c:v>melissa_joan_hart_fan</c:v>
                </c:pt>
                <c:pt idx="9337">
                  <c:v>melissa_exotic_piercer</c:v>
                </c:pt>
                <c:pt idx="9338">
                  <c:v>melissachrisanddanny</c:v>
                </c:pt>
                <c:pt idx="9339">
                  <c:v>melissa_aka_the_best</c:v>
                </c:pt>
                <c:pt idx="9340">
                  <c:v>melindawarrenhalliwell</c:v>
                </c:pt>
                <c:pt idx="9341">
                  <c:v>melinda_linda_whiteout</c:v>
                </c:pt>
                <c:pt idx="9342">
                  <c:v>melindajoshandalison</c:v>
                </c:pt>
                <c:pt idx="9343">
                  <c:v>mel_dirtycountrygirl</c:v>
                </c:pt>
                <c:pt idx="9344">
                  <c:v>melaniechapmanalways</c:v>
                </c:pt>
                <c:pt idx="9345">
                  <c:v>melanie__arellano100</c:v>
                </c:pt>
                <c:pt idx="9346">
                  <c:v>melancholymetalchick</c:v>
                </c:pt>
                <c:pt idx="9347">
                  <c:v>melancholicresidualdamage</c:v>
                </c:pt>
                <c:pt idx="9348">
                  <c:v>meitrixstudio54_chris</c:v>
                </c:pt>
                <c:pt idx="9349">
                  <c:v>meinernameristgunter</c:v>
                </c:pt>
                <c:pt idx="9350">
                  <c:v>meharchaingangsoldier54</c:v>
                </c:pt>
                <c:pt idx="9351">
                  <c:v>meghanfrigginelizabeth</c:v>
                </c:pt>
                <c:pt idx="9352">
                  <c:v>meghan7greenmountain</c:v>
                </c:pt>
                <c:pt idx="9353">
                  <c:v>megan_taylor_donahue</c:v>
                </c:pt>
                <c:pt idx="9354">
                  <c:v>meganparker_roleplayer</c:v>
                </c:pt>
                <c:pt idx="9355">
                  <c:v>meganpalmerspikedriver</c:v>
                </c:pt>
                <c:pt idx="9356">
                  <c:v>megan_middlename_gorman</c:v>
                </c:pt>
                <c:pt idx="9357">
                  <c:v>megan_gilbert_spicer</c:v>
                </c:pt>
                <c:pt idx="9358">
                  <c:v>meganelizabethparker</c:v>
                </c:pt>
                <c:pt idx="9359">
                  <c:v>megan_elizabeth_manning</c:v>
                </c:pt>
                <c:pt idx="9360">
                  <c:v>_megan_beautiful_kiss</c:v>
                </c:pt>
                <c:pt idx="9361">
                  <c:v>megan_babygurl_redbone</c:v>
                </c:pt>
                <c:pt idx="9362">
                  <c:v>meganandveetelevision</c:v>
                </c:pt>
                <c:pt idx="9363">
                  <c:v>meganandcarl4fourlife</c:v>
                </c:pt>
                <c:pt idx="9364">
                  <c:v>meganandbrandon4ever</c:v>
                </c:pt>
                <c:pt idx="9365">
                  <c:v>meetthaloverandthefighter</c:v>
                </c:pt>
                <c:pt idx="9366">
                  <c:v>meetandgreet_podcast</c:v>
                </c:pt>
                <c:pt idx="9367">
                  <c:v>medical_injury_lawyer</c:v>
                </c:pt>
                <c:pt idx="9368">
                  <c:v>medford_him_street_team</c:v>
                </c:pt>
                <c:pt idx="9369">
                  <c:v>mechanicaldeathwhore</c:v>
                </c:pt>
                <c:pt idx="9370">
                  <c:v>meatwadmoonmaster1</c:v>
                </c:pt>
                <c:pt idx="9371">
                  <c:v>meangreenturtlemachine</c:v>
                </c:pt>
                <c:pt idx="9372">
                  <c:v>meangreensloppyjoemachine</c:v>
                </c:pt>
                <c:pt idx="9373">
                  <c:v>meanfaceentertainment</c:v>
                </c:pt>
                <c:pt idx="9374">
                  <c:v>meaghan_rachel_ashley</c:v>
                </c:pt>
                <c:pt idx="9375">
                  <c:v>meagan_1andonly_beautiful</c:v>
                </c:pt>
                <c:pt idx="9376">
                  <c:v>meadowbrooknightlife</c:v>
                </c:pt>
                <c:pt idx="9377">
                  <c:v>mayraisprincess4ever</c:v>
                </c:pt>
                <c:pt idx="9378">
                  <c:v>maygoodprevailoverevil</c:v>
                </c:pt>
                <c:pt idx="9379">
                  <c:v>maygodblessourmilitary</c:v>
                </c:pt>
                <c:pt idx="9380">
                  <c:v>mayexperienceturbulence</c:v>
                </c:pt>
                <c:pt idx="9381">
                  <c:v>maycauseinternalbleeding</c:v>
                </c:pt>
                <c:pt idx="9382">
                  <c:v>maybridgerealitygroup</c:v>
                </c:pt>
                <c:pt idx="9383">
                  <c:v>may11981causticalone</c:v>
                </c:pt>
                <c:pt idx="9384">
                  <c:v>maxtownnotgrapestreet</c:v>
                </c:pt>
                <c:pt idx="9385">
                  <c:v>maxine_and_gwendolyn</c:v>
                </c:pt>
                <c:pt idx="9386">
                  <c:v>maximustheinvincible</c:v>
                </c:pt>
                <c:pt idx="9387">
                  <c:v>maximuslapteff472022934</c:v>
                </c:pt>
                <c:pt idx="9388">
                  <c:v>maximumarticulatingthing</c:v>
                </c:pt>
                <c:pt idx="9389">
                  <c:v>maximizeyourenjoyment</c:v>
                </c:pt>
                <c:pt idx="9390">
                  <c:v>maximillionvalentine</c:v>
                </c:pt>
                <c:pt idx="9391">
                  <c:v>maxhiding_questionmark</c:v>
                </c:pt>
                <c:pt idx="9392">
                  <c:v>max89042511499odapob48</c:v>
                </c:pt>
                <c:pt idx="9393">
                  <c:v>mavisbeaconteachestyping</c:v>
                </c:pt>
                <c:pt idx="9394">
                  <c:v>maverickallstarcheer</c:v>
                </c:pt>
                <c:pt idx="9395">
                  <c:v>mattison_basketball25</c:v>
                </c:pt>
                <c:pt idx="9396">
                  <c:v>mattisnotmusicallytalented</c:v>
                </c:pt>
                <c:pt idx="9397">
                  <c:v>mattie_depressed_single</c:v>
                </c:pt>
                <c:pt idx="9398">
                  <c:v>matthewutteruniversity</c:v>
                </c:pt>
                <c:pt idx="9399">
                  <c:v>matthewtravisperry802</c:v>
                </c:pt>
                <c:pt idx="9400">
                  <c:v>matthewthomasmartinez</c:v>
                </c:pt>
                <c:pt idx="9401">
                  <c:v>matthewspervertedorgan</c:v>
                </c:pt>
                <c:pt idx="9402">
                  <c:v>matthewsmusicandworld</c:v>
                </c:pt>
                <c:pt idx="9403">
                  <c:v>matthewpinballwizard</c:v>
                </c:pt>
                <c:pt idx="9404">
                  <c:v>matthewpattersonlancaster</c:v>
                </c:pt>
                <c:pt idx="9405">
                  <c:v>matthewharperphotography</c:v>
                </c:pt>
                <c:pt idx="9406">
                  <c:v>matthewgoodnightrock</c:v>
                </c:pt>
                <c:pt idx="9407">
                  <c:v>matthew_can_kick_ass</c:v>
                </c:pt>
                <c:pt idx="9408">
                  <c:v>matthewbrowncreative</c:v>
                </c:pt>
                <c:pt idx="9409">
                  <c:v>matthewbenjamincompton</c:v>
                </c:pt>
                <c:pt idx="9410">
                  <c:v>matthewandaprilevans</c:v>
                </c:pt>
                <c:pt idx="9411">
                  <c:v>matthewallenanderson</c:v>
                </c:pt>
                <c:pt idx="9412">
                  <c:v>matthew_aka_hollywud</c:v>
                </c:pt>
                <c:pt idx="9413">
                  <c:v>matthecreepycheerleader</c:v>
                </c:pt>
                <c:pt idx="9414">
                  <c:v>matlaevasvetlana1143</c:v>
                </c:pt>
                <c:pt idx="9415">
                  <c:v>mathsuccessunlimited</c:v>
                </c:pt>
                <c:pt idx="9416">
                  <c:v>mathfeaturingbritthuff</c:v>
                </c:pt>
                <c:pt idx="9417">
                  <c:v>matfromthesimpsonworld</c:v>
                </c:pt>
                <c:pt idx="9418">
                  <c:v>materialchickgonefamous</c:v>
                </c:pt>
                <c:pt idx="9419">
                  <c:v>mater_academy_lion_band</c:v>
                </c:pt>
                <c:pt idx="9420">
                  <c:v>matefeedkillrepeat90</c:v>
                </c:pt>
                <c:pt idx="9421">
                  <c:v>masturbateswithtoothbrush</c:v>
                </c:pt>
                <c:pt idx="9422">
                  <c:v>masterwayneakabatman</c:v>
                </c:pt>
                <c:pt idx="9423">
                  <c:v>masterstoneandthecobrakai</c:v>
                </c:pt>
                <c:pt idx="9424">
                  <c:v>mastersplinter_lopez</c:v>
                </c:pt>
                <c:pt idx="9425">
                  <c:v>master_splinter_band</c:v>
                </c:pt>
                <c:pt idx="9426">
                  <c:v>master_shake_the_drizzle</c:v>
                </c:pt>
                <c:pt idx="9427">
                  <c:v>masterplanmanagement</c:v>
                </c:pt>
                <c:pt idx="9428">
                  <c:v>masterpimpplayer200</c:v>
                </c:pt>
                <c:pt idx="9429">
                  <c:v>MasterMassageTherapist</c:v>
                </c:pt>
                <c:pt idx="9430">
                  <c:v>mastergeorgewashington</c:v>
                </c:pt>
                <c:pt idx="9431">
                  <c:v>masterfreckpettyofficer</c:v>
                </c:pt>
                <c:pt idx="9432">
                  <c:v>masterflydavisdazzle</c:v>
                </c:pt>
                <c:pt idx="9433">
                  <c:v>masterdarknessfallen</c:v>
                </c:pt>
                <c:pt idx="9434">
                  <c:v>master_chief_head_shot</c:v>
                </c:pt>
                <c:pt idx="9435">
                  <c:v>masterbedroomtheband</c:v>
                </c:pt>
                <c:pt idx="9436">
                  <c:v>masterandhisslavemarissa</c:v>
                </c:pt>
                <c:pt idx="9437">
                  <c:v>massundergroundtunnel</c:v>
                </c:pt>
                <c:pt idx="9438">
                  <c:v>massoud_atef_represent</c:v>
                </c:pt>
                <c:pt idx="9439">
                  <c:v>massive_paranoia_attack</c:v>
                </c:pt>
                <c:pt idx="9440">
                  <c:v>massiveattackorlando</c:v>
                </c:pt>
                <c:pt idx="9441">
                  <c:v>massage_west_chicago</c:v>
                </c:pt>
                <c:pt idx="9442">
                  <c:v>massagetherapybusiness</c:v>
                </c:pt>
                <c:pt idx="9443">
                  <c:v>massagetherapistmegan</c:v>
                </c:pt>
                <c:pt idx="9444">
                  <c:v>massagetherapistkendra</c:v>
                </c:pt>
                <c:pt idx="9445">
                  <c:v>masonwillruletheworld</c:v>
                </c:pt>
                <c:pt idx="9446">
                  <c:v>masochisticdeathcannibal</c:v>
                </c:pt>
                <c:pt idx="9447">
                  <c:v>maryvilleredneckgirl</c:v>
                </c:pt>
                <c:pt idx="9448">
                  <c:v>marytheresacolapinto</c:v>
                </c:pt>
                <c:pt idx="9449">
                  <c:v>marythehighlandmoocow</c:v>
                </c:pt>
                <c:pt idx="9450">
                  <c:v>mary_tha_brunette_chick</c:v>
                </c:pt>
                <c:pt idx="9451">
                  <c:v>marysflowersuperhead</c:v>
                </c:pt>
                <c:pt idx="9452">
                  <c:v>marypoppinsdeathumbrella</c:v>
                </c:pt>
                <c:pt idx="9453">
                  <c:v>marymargaretunderwood</c:v>
                </c:pt>
                <c:pt idx="9454">
                  <c:v>marylandstateboychoir</c:v>
                </c:pt>
                <c:pt idx="9455">
                  <c:v>mary.kristine.stanley</c:v>
                </c:pt>
                <c:pt idx="9456">
                  <c:v>marykathrynpatterson</c:v>
                </c:pt>
                <c:pt idx="9457">
                  <c:v>marykatherinesuperstar</c:v>
                </c:pt>
                <c:pt idx="9458">
                  <c:v>mary_kate_the_real_thing</c:v>
                </c:pt>
                <c:pt idx="9459">
                  <c:v>marykatelyndespelder</c:v>
                </c:pt>
                <c:pt idx="9460">
                  <c:v>MaryKateandAshleybestsis</c:v>
                </c:pt>
                <c:pt idx="9461">
                  <c:v>marykateandashley111</c:v>
                </c:pt>
                <c:pt idx="9462">
                  <c:v>mary_kate_and_ash_fan2212</c:v>
                </c:pt>
                <c:pt idx="9463">
                  <c:v>mary_ellen_christensen</c:v>
                </c:pt>
                <c:pt idx="9464">
                  <c:v>maryelizabethharkness</c:v>
                </c:pt>
                <c:pt idx="9465">
                  <c:v>maryclosemassagetherapy</c:v>
                </c:pt>
                <c:pt idx="9466">
                  <c:v>mary_catherine_gallager</c:v>
                </c:pt>
                <c:pt idx="9467">
                  <c:v>maryathedancingqueen</c:v>
                </c:pt>
                <c:pt idx="9468">
                  <c:v>maryallisonphotography</c:v>
                </c:pt>
                <c:pt idx="9469">
                  <c:v>marvelous_motion_moon</c:v>
                </c:pt>
                <c:pt idx="9470">
                  <c:v>martonicentertainment</c:v>
                </c:pt>
                <c:pt idx="9471">
                  <c:v>martinguyjazzdrummer</c:v>
                </c:pt>
                <c:pt idx="9472">
                  <c:v>martinezthebeatsmith</c:v>
                </c:pt>
                <c:pt idx="9473">
                  <c:v>martians_from_outerspace</c:v>
                </c:pt>
                <c:pt idx="9474">
                  <c:v>martialartistforlife</c:v>
                </c:pt>
                <c:pt idx="9475">
                  <c:v>marthaelizabethhocking</c:v>
                </c:pt>
                <c:pt idx="9476">
                  <c:v>marshymarshmellowlover</c:v>
                </c:pt>
                <c:pt idx="9477">
                  <c:v>marshmellow_madness51007</c:v>
                </c:pt>
                <c:pt idx="9478">
                  <c:v>marshmancomedyportland</c:v>
                </c:pt>
                <c:pt idx="9479">
                  <c:v>marshmallowsareyummy</c:v>
                </c:pt>
                <c:pt idx="9480">
                  <c:v>married_northwest_guy</c:v>
                </c:pt>
                <c:pt idx="9481">
                  <c:v>marriedmanlooking1973</c:v>
                </c:pt>
                <c:pt idx="9482">
                  <c:v>marriedandstillsingle</c:v>
                </c:pt>
                <c:pt idx="9483">
                  <c:v>marquita_thatbitch_miller</c:v>
                </c:pt>
                <c:pt idx="9484">
                  <c:v>maroon5shewillbeloved</c:v>
                </c:pt>
                <c:pt idx="9485">
                  <c:v>marni_elizabeth_anne</c:v>
                </c:pt>
                <c:pt idx="9486">
                  <c:v>marmitecheesecracker</c:v>
                </c:pt>
                <c:pt idx="9487">
                  <c:v>marmalade_chainsaw9</c:v>
                </c:pt>
                <c:pt idx="9488">
                  <c:v>marlitherainbowmaker</c:v>
                </c:pt>
                <c:pt idx="9489">
                  <c:v>marlinmonroewillifordtenor</c:v>
                </c:pt>
                <c:pt idx="9490">
                  <c:v>marlinmonroewilliford</c:v>
                </c:pt>
                <c:pt idx="9491">
                  <c:v>marleyjuniorthedragon</c:v>
                </c:pt>
                <c:pt idx="9492">
                  <c:v>markwatsonthecomedian</c:v>
                </c:pt>
                <c:pt idx="9493">
                  <c:v>mark_versus_the_world</c:v>
                </c:pt>
                <c:pt idx="9494">
                  <c:v>markthebaseballplayer</c:v>
                </c:pt>
                <c:pt idx="9495">
                  <c:v>mark_tha_cold_chilla</c:v>
                </c:pt>
                <c:pt idx="9496">
                  <c:v>MarksBrownEyedBabyGirl</c:v>
                </c:pt>
                <c:pt idx="9497">
                  <c:v>marks_better_than_blake</c:v>
                </c:pt>
                <c:pt idx="9498">
                  <c:v>marksandmantributepage</c:v>
                </c:pt>
                <c:pt idx="9499">
                  <c:v>marksandmanandmorphine</c:v>
                </c:pt>
                <c:pt idx="9500">
                  <c:v>mark_robinson_4_life</c:v>
                </c:pt>
                <c:pt idx="9501">
                  <c:v>markoneentertainment</c:v>
                </c:pt>
                <c:pt idx="9502">
                  <c:v>marknewtonphotography</c:v>
                </c:pt>
                <c:pt idx="9503">
                  <c:v>mark_hamilton_sloth4ever</c:v>
                </c:pt>
                <c:pt idx="9504">
                  <c:v>markgreenwoodexperience</c:v>
                </c:pt>
                <c:pt idx="9505">
                  <c:v>markgarthwaiteofficial</c:v>
                </c:pt>
                <c:pt idx="9506">
                  <c:v>marker_the_ass_clown</c:v>
                </c:pt>
                <c:pt idx="9507">
                  <c:v>markedhandlewithcare</c:v>
                </c:pt>
                <c:pt idx="9508">
                  <c:v>markdesigner_wisconsin</c:v>
                </c:pt>
                <c:pt idx="9509">
                  <c:v>mark_and_kristina_forever</c:v>
                </c:pt>
                <c:pt idx="9510">
                  <c:v>mark_anderson_fansite</c:v>
                </c:pt>
                <c:pt idx="9511">
                  <c:v>mark_and_brooke_200</c:v>
                </c:pt>
                <c:pt idx="9512">
                  <c:v>mark_aka_the_sax_master</c:v>
                </c:pt>
                <c:pt idx="9513">
                  <c:v>marissawoo_missfairy87</c:v>
                </c:pt>
                <c:pt idx="9514">
                  <c:v>marissatheprincess1234</c:v>
                </c:pt>
                <c:pt idx="9515">
                  <c:v>marissajunevandaveer</c:v>
                </c:pt>
                <c:pt idx="9516">
                  <c:v>marissa_fairchild420</c:v>
                </c:pt>
                <c:pt idx="9517">
                  <c:v>marissaandmanny4ever</c:v>
                </c:pt>
                <c:pt idx="9518">
                  <c:v>marisollachivadecorazon</c:v>
                </c:pt>
                <c:pt idx="9519">
                  <c:v>marisasoftballballer11</c:v>
                </c:pt>
                <c:pt idx="9520">
                  <c:v>marinegirliesecretsis</c:v>
                </c:pt>
                <c:pt idx="9521">
                  <c:v>marine_corp_madness20</c:v>
                </c:pt>
                <c:pt idx="9522">
                  <c:v>marina_miriam_michal</c:v>
                </c:pt>
                <c:pt idx="9523">
                  <c:v>marilynhotchkissmovie</c:v>
                </c:pt>
                <c:pt idx="9524">
                  <c:v>marie_zombie_hearts_you</c:v>
                </c:pt>
                <c:pt idx="9525">
                  <c:v>mariethesocialworker</c:v>
                </c:pt>
                <c:pt idx="9526">
                  <c:v>marieheleneberthelot</c:v>
                </c:pt>
                <c:pt idx="9527">
                  <c:v>marieandcheyenne4ever</c:v>
                </c:pt>
                <c:pt idx="9528">
                  <c:v>maricopacountyprisonband</c:v>
                </c:pt>
                <c:pt idx="9529">
                  <c:v>maribeladrianbrianna</c:v>
                </c:pt>
                <c:pt idx="9530">
                  <c:v>maria_sponge_bob_lover</c:v>
                </c:pt>
                <c:pt idx="9531">
                  <c:v>marianna_thegirlnextdoor</c:v>
                </c:pt>
                <c:pt idx="9532">
                  <c:v>marianaandterraarehot</c:v>
                </c:pt>
                <c:pt idx="9533">
                  <c:v>marialouisarodriguez</c:v>
                </c:pt>
                <c:pt idx="9534">
                  <c:v>mariaelizabethtucker</c:v>
                </c:pt>
                <c:pt idx="9535">
                  <c:v>mariadelcarmenmorales</c:v>
                </c:pt>
                <c:pt idx="9536">
                  <c:v>mariachristinanumber1</c:v>
                </c:pt>
                <c:pt idx="9537">
                  <c:v>mariachifromotherspace</c:v>
                </c:pt>
                <c:pt idx="9538">
                  <c:v>mari9alldayeveryday</c:v>
                </c:pt>
                <c:pt idx="9539">
                  <c:v>margomeganmindymommy</c:v>
                </c:pt>
                <c:pt idx="9540">
                  <c:v>margaritaivanova1990</c:v>
                </c:pt>
                <c:pt idx="9541">
                  <c:v>margaret_thatcher_naked</c:v>
                </c:pt>
                <c:pt idx="9542">
                  <c:v>margaret_spence_moon</c:v>
                </c:pt>
                <c:pt idx="9543">
                  <c:v>margaretrosecollection</c:v>
                </c:pt>
                <c:pt idx="9544">
                  <c:v>mardigrasdivaforever</c:v>
                </c:pt>
                <c:pt idx="9545">
                  <c:v>marcopolocanberraband</c:v>
                </c:pt>
                <c:pt idx="9546">
                  <c:v>marcie_the_killer_ant</c:v>
                </c:pt>
                <c:pt idx="9547">
                  <c:v>marching_band_reject</c:v>
                </c:pt>
                <c:pt idx="9548">
                  <c:v>marchingbandconductor</c:v>
                </c:pt>
                <c:pt idx="9549">
                  <c:v>marcella_thomas_4ever</c:v>
                </c:pt>
                <c:pt idx="9550">
                  <c:v>marcel_black_panther</c:v>
                </c:pt>
                <c:pt idx="9551">
                  <c:v>marbletulipjuicytree3</c:v>
                </c:pt>
                <c:pt idx="9552">
                  <c:v>marbletulipjuicytree</c:v>
                </c:pt>
                <c:pt idx="9553">
                  <c:v>man_your_battlestation</c:v>
                </c:pt>
                <c:pt idx="9554">
                  <c:v>man_with_the_plan_89</c:v>
                </c:pt>
                <c:pt idx="9555">
                  <c:v>man_with_the_golden_gun</c:v>
                </c:pt>
                <c:pt idx="9556">
                  <c:v>manwiththebeautifulface</c:v>
                </c:pt>
                <c:pt idx="9557">
                  <c:v>man_that_you_fear_199</c:v>
                </c:pt>
                <c:pt idx="9558">
                  <c:v>mantarayvocationalschool</c:v>
                </c:pt>
                <c:pt idx="9559">
                  <c:v>manly_eagle_cheerleader</c:v>
                </c:pt>
                <c:pt idx="9560">
                  <c:v>manisauselesspassion</c:v>
                </c:pt>
                <c:pt idx="9561">
                  <c:v>manipulateandeducate</c:v>
                </c:pt>
                <c:pt idx="9562">
                  <c:v>manifestationtheband</c:v>
                </c:pt>
                <c:pt idx="9563">
                  <c:v>manhattansideproject</c:v>
                </c:pt>
                <c:pt idx="9564">
                  <c:v>manhattanprojectgroup</c:v>
                </c:pt>
                <c:pt idx="9565">
                  <c:v>manhandsonmiserytoman</c:v>
                </c:pt>
                <c:pt idx="9566">
                  <c:v>man_eating_village_idiot</c:v>
                </c:pt>
                <c:pt idx="9567">
                  <c:v>Mandythesoutherngurl</c:v>
                </c:pt>
                <c:pt idx="9568">
                  <c:v>mandythapenguinfreak</c:v>
                </c:pt>
                <c:pt idx="9569">
                  <c:v>mandy_phoebe_stephane</c:v>
                </c:pt>
                <c:pt idx="9570">
                  <c:v>mandy_pandy_pooh_bear</c:v>
                </c:pt>
                <c:pt idx="9571">
                  <c:v>mandatorydeathsentence</c:v>
                </c:pt>
                <c:pt idx="9572">
                  <c:v>mandathepolkadotpanda</c:v>
                </c:pt>
                <c:pt idx="9573">
                  <c:v>mandamichellemabelle</c:v>
                </c:pt>
                <c:pt idx="9574">
                  <c:v>mandamanda_girlfriend</c:v>
                </c:pt>
                <c:pt idx="9575">
                  <c:v>manchild_the_original</c:v>
                </c:pt>
                <c:pt idx="9576">
                  <c:v>manchesterunited_lox</c:v>
                </c:pt>
                <c:pt idx="9577">
                  <c:v>Manchester_United_Freak</c:v>
                </c:pt>
                <c:pt idx="9578">
                  <c:v>manchesterunitedfan200</c:v>
                </c:pt>
                <c:pt idx="9579">
                  <c:v>manchesterunitedalex</c:v>
                </c:pt>
                <c:pt idx="9580">
                  <c:v>manchesterstreetdance</c:v>
                </c:pt>
                <c:pt idx="9581">
                  <c:v>manchestermusicsovietunion</c:v>
                </c:pt>
                <c:pt idx="9582">
                  <c:v>manchester_mooseworks</c:v>
                </c:pt>
                <c:pt idx="9583">
                  <c:v>mamma2carlee_courtnee</c:v>
                </c:pt>
                <c:pt idx="9584">
                  <c:v>mallrabbitmelancholic</c:v>
                </c:pt>
                <c:pt idx="9585">
                  <c:v>mallory_the_great_02</c:v>
                </c:pt>
                <c:pt idx="9586">
                  <c:v>mallorylaurencarroll</c:v>
                </c:pt>
                <c:pt idx="9587">
                  <c:v>malikchocolateboywonder</c:v>
                </c:pt>
                <c:pt idx="9588">
                  <c:v>maliciousdomesticgoblin</c:v>
                </c:pt>
                <c:pt idx="9589">
                  <c:v>malewithcamforfemale</c:v>
                </c:pt>
                <c:pt idx="9590">
                  <c:v>malakaientertainment</c:v>
                </c:pt>
                <c:pt idx="9591">
                  <c:v>maladaptiveperfectionism</c:v>
                </c:pt>
                <c:pt idx="9592">
                  <c:v>malachi_the_preacher</c:v>
                </c:pt>
                <c:pt idx="9593">
                  <c:v>makingyourselfbetter</c:v>
                </c:pt>
                <c:pt idx="9594">
                  <c:v>makingpeacewithdistance</c:v>
                </c:pt>
                <c:pt idx="9595">
                  <c:v>makingniggazcheatallova</c:v>
                </c:pt>
                <c:pt idx="9596">
                  <c:v>makeyourselfpittable</c:v>
                </c:pt>
                <c:pt idx="9597">
                  <c:v>makeyourownmoneytoday</c:v>
                </c:pt>
                <c:pt idx="9598">
                  <c:v>makevirginityhistory</c:v>
                </c:pt>
                <c:pt idx="9599">
                  <c:v>makethenightlast4ever</c:v>
                </c:pt>
                <c:pt idx="9600">
                  <c:v>maketheinnocentbleed</c:v>
                </c:pt>
                <c:pt idx="9601">
                  <c:v>makethegoodtimeslast</c:v>
                </c:pt>
                <c:pt idx="9602">
                  <c:v>makesweetslashlovetome</c:v>
                </c:pt>
                <c:pt idx="9603">
                  <c:v>makeskateboardinglegal</c:v>
                </c:pt>
                <c:pt idx="9604">
                  <c:v>make_room_for_the_tuna</c:v>
                </c:pt>
                <c:pt idx="9605">
                  <c:v>make_room_for_the_kim</c:v>
                </c:pt>
                <c:pt idx="9606">
                  <c:v>make_peace_all_around</c:v>
                </c:pt>
                <c:pt idx="9607">
                  <c:v>make_money_get_pussy</c:v>
                </c:pt>
                <c:pt idx="9608">
                  <c:v>make_love_not_war198</c:v>
                </c:pt>
                <c:pt idx="9609">
                  <c:v>makeheartsbeatfaster</c:v>
                </c:pt>
                <c:pt idx="9610">
                  <c:v>make_each_moment_count</c:v>
                </c:pt>
                <c:pt idx="9611">
                  <c:v>makedamnsureyoucantleave</c:v>
                </c:pt>
                <c:pt idx="9612">
                  <c:v>majo_the_dark_princess</c:v>
                </c:pt>
                <c:pt idx="9613">
                  <c:v>majormoneyentertainment200</c:v>
                </c:pt>
                <c:pt idx="9614">
                  <c:v>majormoneyentertainment</c:v>
                </c:pt>
                <c:pt idx="9615">
                  <c:v>majorleagueproduction</c:v>
                </c:pt>
                <c:pt idx="9616">
                  <c:v>majorjetthespacepilot</c:v>
                </c:pt>
                <c:pt idx="9617">
                  <c:v>majestysouthernprince</c:v>
                </c:pt>
                <c:pt idx="9618">
                  <c:v>maisiecrazyjaneinsane</c:v>
                </c:pt>
                <c:pt idx="9619">
                  <c:v>mainsqueezeorchestra</c:v>
                </c:pt>
                <c:pt idx="9620">
                  <c:v>maineventwrestlingfed</c:v>
                </c:pt>
                <c:pt idx="9621">
                  <c:v>magtheotherwhitemeat</c:v>
                </c:pt>
                <c:pt idx="9622">
                  <c:v>magpie_magazine_gallery</c:v>
                </c:pt>
                <c:pt idx="9623">
                  <c:v>magnificentflyingotter</c:v>
                </c:pt>
                <c:pt idx="9624">
                  <c:v>magnettheadvicegiver</c:v>
                </c:pt>
                <c:pt idx="9625">
                  <c:v>magnetfordestruction</c:v>
                </c:pt>
                <c:pt idx="9626">
                  <c:v>magic_tickle_sean_large</c:v>
                </c:pt>
                <c:pt idx="9627">
                  <c:v>magicsoftballplaya14</c:v>
                </c:pt>
                <c:pt idx="9628">
                  <c:v>magicnumberingarchestra</c:v>
                </c:pt>
                <c:pt idx="9629">
                  <c:v>magic_monkey_mushroom_man</c:v>
                </c:pt>
                <c:pt idx="9630">
                  <c:v>magicfairyglitterwand</c:v>
                </c:pt>
                <c:pt idx="9631">
                  <c:v>magicalunicorndancing</c:v>
                </c:pt>
                <c:pt idx="9632">
                  <c:v>magicalmysticalunicorn</c:v>
                </c:pt>
                <c:pt idx="9633">
                  <c:v>magicalbluemushroomtour7</c:v>
                </c:pt>
                <c:pt idx="9634">
                  <c:v>_maggot_illripyouapart</c:v>
                </c:pt>
                <c:pt idx="9635">
                  <c:v>maggothellspawn515</c:v>
                </c:pt>
                <c:pt idx="9636">
                  <c:v>maggiemooandjasminetoo</c:v>
                </c:pt>
                <c:pt idx="9637">
                  <c:v>madwomanfromtheattic</c:v>
                </c:pt>
                <c:pt idx="9638">
                  <c:v>madtown_waterpolo_1</c:v>
                </c:pt>
                <c:pt idx="9639">
                  <c:v>mad_snake_footy_head</c:v>
                </c:pt>
                <c:pt idx="9640">
                  <c:v>mad_scientist_professor</c:v>
                </c:pt>
                <c:pt idx="9641">
                  <c:v>MADmikeTHEshowSTOPPER</c:v>
                </c:pt>
                <c:pt idx="9642">
                  <c:v>madmartiganfromwillow</c:v>
                </c:pt>
                <c:pt idx="9643">
                  <c:v>madisonbellswimfan85</c:v>
                </c:pt>
                <c:pt idx="9644">
                  <c:v>madisonbasementpingpong</c:v>
                </c:pt>
                <c:pt idx="9645">
                  <c:v>mad_hatter_nursery_rhyme</c:v>
                </c:pt>
                <c:pt idx="9646">
                  <c:v>madhatterentertainment</c:v>
                </c:pt>
                <c:pt idx="9647">
                  <c:v>madewithpureoliveoil</c:v>
                </c:pt>
                <c:pt idx="9648">
                  <c:v>madekingentertainment</c:v>
                </c:pt>
                <c:pt idx="9649">
                  <c:v>madeinheavenlondonjeans</c:v>
                </c:pt>
                <c:pt idx="9650">
                  <c:v>made4war_youthministry</c:v>
                </c:pt>
                <c:pt idx="9651">
                  <c:v>maddy_bear_needs_love_</c:v>
                </c:pt>
                <c:pt idx="9652">
                  <c:v>maddie_will_rock_you</c:v>
                </c:pt>
                <c:pt idx="9653">
                  <c:v>maddie_thecandiegurl</c:v>
                </c:pt>
                <c:pt idx="9654">
                  <c:v>maddie_candy_countergirl</c:v>
                </c:pt>
                <c:pt idx="9655">
                  <c:v>maddie_ashley_candy_girl</c:v>
                </c:pt>
                <c:pt idx="9656">
                  <c:v>maddennationmixtapevol1</c:v>
                </c:pt>
                <c:pt idx="9657">
                  <c:v>madchichollistergirl</c:v>
                </c:pt>
                <c:pt idx="9658">
                  <c:v>madamesnoopy_firstlady</c:v>
                </c:pt>
                <c:pt idx="9659">
                  <c:v>madame_princess_jennifer</c:v>
                </c:pt>
                <c:pt idx="9660">
                  <c:v>madame_jojo_and_fluffy</c:v>
                </c:pt>
                <c:pt idx="9661">
                  <c:v>madadrenalinescientist</c:v>
                </c:pt>
                <c:pt idx="9662">
                  <c:v>mad_about_you_4_life</c:v>
                </c:pt>
                <c:pt idx="9663">
                  <c:v>mackwearclothingcompany</c:v>
                </c:pt>
                <c:pt idx="9664">
                  <c:v>macktheyouthminister</c:v>
                </c:pt>
                <c:pt idx="9665">
                  <c:v>mackdaddymiddleton89</c:v>
                </c:pt>
                <c:pt idx="9666">
                  <c:v>machinist_mate_watson</c:v>
                </c:pt>
                <c:pt idx="9667">
                  <c:v>lyssaashleyescalante</c:v>
                </c:pt>
                <c:pt idx="9668">
                  <c:v>lysanne_wrestlingfan</c:v>
                </c:pt>
                <c:pt idx="9669">
                  <c:v>lyricalwhitechocolate</c:v>
                </c:pt>
                <c:pt idx="9670">
                  <c:v>lyrical_stronghearts</c:v>
                </c:pt>
                <c:pt idx="9671">
                  <c:v>lyricalprincess4life</c:v>
                </c:pt>
                <c:pt idx="9672">
                  <c:v>lyrical_poetic_angel</c:v>
                </c:pt>
                <c:pt idx="9673">
                  <c:v>lyricallytherhymesaya</c:v>
                </c:pt>
                <c:pt idx="9674">
                  <c:v>lyntondenisetogether4eva</c:v>
                </c:pt>
                <c:pt idx="9675">
                  <c:v>lynnetteblakephotography</c:v>
                </c:pt>
                <c:pt idx="9676">
                  <c:v>lynnepattalockbarker</c:v>
                </c:pt>
                <c:pt idx="9677">
                  <c:v>lyndseyhattawaymusic</c:v>
                </c:pt>
                <c:pt idx="9678">
                  <c:v>lyingthroughyourteeth</c:v>
                </c:pt>
                <c:pt idx="9679">
                  <c:v>Lusty_love_goddess27</c:v>
                </c:pt>
                <c:pt idx="9680">
                  <c:v>luscious_very_talented</c:v>
                </c:pt>
                <c:pt idx="9681">
                  <c:v>lusciouslittlelauren</c:v>
                </c:pt>
                <c:pt idx="9682">
                  <c:v>luscious_little_babe</c:v>
                </c:pt>
                <c:pt idx="9683">
                  <c:v>lusciouscaramelbeauty</c:v>
                </c:pt>
                <c:pt idx="9684">
                  <c:v>lure_tattoo_and_piercing</c:v>
                </c:pt>
                <c:pt idx="9685">
                  <c:v>lunartacticsofficialpage</c:v>
                </c:pt>
                <c:pt idx="9686">
                  <c:v>lunarstar_mooncelestial</c:v>
                </c:pt>
                <c:pt idx="9687">
                  <c:v>lunamusicinternational</c:v>
                </c:pt>
                <c:pt idx="9688">
                  <c:v>luna_for_the_quibbler</c:v>
                </c:pt>
                <c:pt idx="9689">
                  <c:v>lumenslightandliving</c:v>
                </c:pt>
                <c:pt idx="9690">
                  <c:v>lukewhitephotographer</c:v>
                </c:pt>
                <c:pt idx="9691">
                  <c:v>luke_the_slightlyconfused</c:v>
                </c:pt>
                <c:pt idx="9692">
                  <c:v>luke_joe_awesomeness</c:v>
                </c:pt>
                <c:pt idx="9693">
                  <c:v>lukechosethisforjade</c:v>
                </c:pt>
                <c:pt idx="9694">
                  <c:v>luckythegreatandterrible</c:v>
                </c:pt>
                <c:pt idx="9695">
                  <c:v>luckystrikelouisville</c:v>
                </c:pt>
                <c:pt idx="9696">
                  <c:v>lucky_rich_white_bitch</c:v>
                </c:pt>
                <c:pt idx="9697">
                  <c:v>luckylittle13michelle</c:v>
                </c:pt>
                <c:pt idx="9698">
                  <c:v>lucky_leperchun_hippie</c:v>
                </c:pt>
                <c:pt idx="9699">
                  <c:v>luckycharmentertainment</c:v>
                </c:pt>
                <c:pt idx="9700">
                  <c:v>lucky_7_roses_are_red</c:v>
                </c:pt>
                <c:pt idx="9701">
                  <c:v>lucky13tattoosandpiercing</c:v>
                </c:pt>
                <c:pt idx="9702">
                  <c:v>luckchancefatedestiny</c:v>
                </c:pt>
                <c:pt idx="9703">
                  <c:v>lucindamarieelizabethrose</c:v>
                </c:pt>
                <c:pt idx="9704">
                  <c:v>lucidnightmareband01</c:v>
                </c:pt>
                <c:pt idx="9705">
                  <c:v>lucasandtheitchsensation</c:v>
                </c:pt>
                <c:pt idx="9706">
                  <c:v>loyalty_fidelity_truth</c:v>
                </c:pt>
                <c:pt idx="9707">
                  <c:v>loyalist_revolution_party</c:v>
                </c:pt>
                <c:pt idx="9708">
                  <c:v>lowsoftshoulderproject</c:v>
                </c:pt>
                <c:pt idx="9709">
                  <c:v>low_life_boogiewoogie</c:v>
                </c:pt>
                <c:pt idx="9710">
                  <c:v>lowflyingpanicattack</c:v>
                </c:pt>
                <c:pt idx="9711">
                  <c:v>lowerwoodlandskatepark</c:v>
                </c:pt>
                <c:pt idx="9712">
                  <c:v>lower_east_side_chick18</c:v>
                </c:pt>
                <c:pt idx="9713">
                  <c:v>lowcostmerchantaccount</c:v>
                </c:pt>
                <c:pt idx="9714">
                  <c:v>loving_you_forever0</c:v>
                </c:pt>
                <c:pt idx="9715">
                  <c:v>loving_you_4ever_421</c:v>
                </c:pt>
                <c:pt idx="9716">
                  <c:v>lovingwifeandmother4real</c:v>
                </c:pt>
                <c:pt idx="9717">
                  <c:v>lovingvanessahudgens</c:v>
                </c:pt>
                <c:pt idx="9718">
                  <c:v>lovingsis2_aka_maxine_law</c:v>
                </c:pt>
                <c:pt idx="9719">
                  <c:v>loving_leah_heartschi2</c:v>
                </c:pt>
                <c:pt idx="9720">
                  <c:v>lovingjessicaforever</c:v>
                </c:pt>
                <c:pt idx="9721">
                  <c:v>loving_jesse_forever</c:v>
                </c:pt>
                <c:pt idx="9722">
                  <c:v>lovinghiphopforever1212</c:v>
                </c:pt>
                <c:pt idx="9723">
                  <c:v>loving_hating_living</c:v>
                </c:pt>
                <c:pt idx="9724">
                  <c:v>lovingcaringgentleman</c:v>
                </c:pt>
                <c:pt idx="9725">
                  <c:v>lovingandlivinglife123</c:v>
                </c:pt>
                <c:pt idx="9726">
                  <c:v>love_your_sexy_kitten</c:v>
                </c:pt>
                <c:pt idx="9727">
                  <c:v>love_you_lots_brunette</c:v>
                </c:pt>
                <c:pt idx="9728">
                  <c:v>lovewithouthypocrisy</c:v>
                </c:pt>
                <c:pt idx="9729">
                  <c:v>lovewisdomunderstanding</c:v>
                </c:pt>
                <c:pt idx="9730">
                  <c:v>love_will_tear_you_apart</c:v>
                </c:pt>
                <c:pt idx="9731">
                  <c:v>lovewhatawonderfulword</c:v>
                </c:pt>
                <c:pt idx="9732">
                  <c:v>lovetravelsatillegalspeed</c:v>
                </c:pt>
                <c:pt idx="9733">
                  <c:v>lovetheworldregardless</c:v>
                </c:pt>
                <c:pt idx="9734">
                  <c:v>love_the_rain_likesilence</c:v>
                </c:pt>
                <c:pt idx="9735">
                  <c:v>lovetheplayboygirlalways</c:v>
                </c:pt>
                <c:pt idx="9736">
                  <c:v>lovethepersonyouarefirst</c:v>
                </c:pt>
                <c:pt idx="9737">
                  <c:v>love_the_lovely_laura</c:v>
                </c:pt>
                <c:pt idx="9738">
                  <c:v>lovethegame_vanessa21</c:v>
                </c:pt>
                <c:pt idx="9739">
                  <c:v>love_thats_different</c:v>
                </c:pt>
                <c:pt idx="9740">
                  <c:v>lovestruckpointblank</c:v>
                </c:pt>
                <c:pt idx="9741">
                  <c:v>love_struck_for_him_00</c:v>
                </c:pt>
                <c:pt idx="9742">
                  <c:v>lovesnotonlyblindbutdeaf</c:v>
                </c:pt>
                <c:pt idx="9743">
                  <c:v>lovesharkandthestonerfunkorchestra</c:v>
                </c:pt>
                <c:pt idx="9744">
                  <c:v>lover_under_the_cover</c:v>
                </c:pt>
                <c:pt idx="9745">
                  <c:v>loverly_beautiful_becca</c:v>
                </c:pt>
                <c:pt idx="9746">
                  <c:v>loverhymeswithkristen</c:v>
                </c:pt>
                <c:pt idx="9747">
                  <c:v>loverejoicesinthetruth</c:v>
                </c:pt>
                <c:pt idx="9748">
                  <c:v>loverboy1919hockey19</c:v>
                </c:pt>
                <c:pt idx="9749">
                  <c:v>lover_2_harry_potter</c:v>
                </c:pt>
                <c:pt idx="9750">
                  <c:v>love_pride_and_prejudice</c:v>
                </c:pt>
                <c:pt idx="9751">
                  <c:v>love_peace_joycoolness23</c:v>
                </c:pt>
                <c:pt idx="9752">
                  <c:v>lovepeacehippiegrease</c:v>
                </c:pt>
                <c:pt idx="9753">
                  <c:v>lovepeaceandtranquility</c:v>
                </c:pt>
                <c:pt idx="9754">
                  <c:v>love_peace_and_jackie</c:v>
                </c:pt>
                <c:pt idx="9755">
                  <c:v>lovepeaceandhappiness1</c:v>
                </c:pt>
                <c:pt idx="9756">
                  <c:v>lovepeaceandbacongrease</c:v>
                </c:pt>
                <c:pt idx="9757">
                  <c:v>love_over_everything</c:v>
                </c:pt>
                <c:pt idx="9758">
                  <c:v>love_oneyoualwayslike</c:v>
                </c:pt>
                <c:pt idx="9759">
                  <c:v>lovemysterious_chemistry</c:v>
                </c:pt>
                <c:pt idx="9760">
                  <c:v>lovemustfollowyouaround</c:v>
                </c:pt>
                <c:pt idx="9761">
                  <c:v>lovemusicangelbaby1234</c:v>
                </c:pt>
                <c:pt idx="9762">
                  <c:v>lovemeinthepouringrain</c:v>
                </c:pt>
                <c:pt idx="9763">
                  <c:v>love_marissa_allways</c:v>
                </c:pt>
                <c:pt idx="9764">
                  <c:v>lovelywhitechocolate510</c:v>
                </c:pt>
                <c:pt idx="9765">
                  <c:v>LovelySweetFantastic</c:v>
                </c:pt>
                <c:pt idx="9766">
                  <c:v>lovely_samantha_benson</c:v>
                </c:pt>
                <c:pt idx="9767">
                  <c:v>lovelyritametermaid5</c:v>
                </c:pt>
                <c:pt idx="9768">
                  <c:v>lovely_pink_princess</c:v>
                </c:pt>
                <c:pt idx="9769">
                  <c:v>lovelypalmspringshouse</c:v>
                </c:pt>
                <c:pt idx="9770">
                  <c:v>lovely_nessa_hudgens</c:v>
                </c:pt>
                <c:pt idx="9771">
                  <c:v>lovely_miss_elizabeth</c:v>
                </c:pt>
                <c:pt idx="9772">
                  <c:v>lovely_miss_christina</c:v>
                </c:pt>
                <c:pt idx="9773">
                  <c:v>lovelyloyalnettleton</c:v>
                </c:pt>
                <c:pt idx="9774">
                  <c:v>lovely_little_chelsea</c:v>
                </c:pt>
                <c:pt idx="9775">
                  <c:v>lovely_little_blonde</c:v>
                </c:pt>
                <c:pt idx="9776">
                  <c:v>lovelylayoutsandmore</c:v>
                </c:pt>
                <c:pt idx="9777">
                  <c:v>lovelygurlshavemorefun</c:v>
                </c:pt>
                <c:pt idx="9778">
                  <c:v>lovely_diva_princess</c:v>
                </c:pt>
                <c:pt idx="9779">
                  <c:v>lovely_but_dangerous</c:v>
                </c:pt>
                <c:pt idx="9780">
                  <c:v>lovelybrokenvampirekiss</c:v>
                </c:pt>
                <c:pt idx="9781">
                  <c:v>lovelyblackandsexy21</c:v>
                </c:pt>
                <c:pt idx="9782">
                  <c:v>lovelybabygurlprincess</c:v>
                </c:pt>
                <c:pt idx="9783">
                  <c:v>lovelyana_crazygirl_1</c:v>
                </c:pt>
                <c:pt idx="9784">
                  <c:v>love_live_laugh_party</c:v>
                </c:pt>
                <c:pt idx="9785">
                  <c:v>lovelikeelectrocution1111</c:v>
                </c:pt>
                <c:pt idx="9786">
                  <c:v>love_life_surf_smiling</c:v>
                </c:pt>
                <c:pt idx="9787">
                  <c:v>love_life_photography</c:v>
                </c:pt>
                <c:pt idx="9788">
                  <c:v>lovelie_mustangchick</c:v>
                </c:pt>
                <c:pt idx="9789">
                  <c:v>loveless_rocker_4ever</c:v>
                </c:pt>
                <c:pt idx="9790">
                  <c:v>love_laugh_live_party</c:v>
                </c:pt>
                <c:pt idx="9791">
                  <c:v>lovelaughlivelifealways</c:v>
                </c:pt>
                <c:pt idx="9792">
                  <c:v>lovelaughbelievesoar</c:v>
                </c:pt>
                <c:pt idx="9793">
                  <c:v>love_laugh_and_smile</c:v>
                </c:pt>
                <c:pt idx="9794">
                  <c:v>love_laugh_and_dream</c:v>
                </c:pt>
                <c:pt idx="9795">
                  <c:v>love_hope_beauty_death</c:v>
                </c:pt>
                <c:pt idx="9796">
                  <c:v>lovehimalwaysandforever</c:v>
                </c:pt>
                <c:pt idx="9797">
                  <c:v>loveherforever_natalie</c:v>
                </c:pt>
                <c:pt idx="9798">
                  <c:v>loveheartsandglitter</c:v>
                </c:pt>
                <c:pt idx="9799">
                  <c:v>love_hate_everything</c:v>
                </c:pt>
                <c:pt idx="9800">
                  <c:v>lovehatebodypiercing</c:v>
                </c:pt>
                <c:pt idx="9801">
                  <c:v>Love_hate_and_heartbreak</c:v>
                </c:pt>
                <c:pt idx="9802">
                  <c:v>lovefuryenergypassion_101</c:v>
                </c:pt>
                <c:pt idx="9803">
                  <c:v>loveforhighschoolmusical</c:v>
                </c:pt>
                <c:pt idx="9804">
                  <c:v>love_faith_happiness</c:v>
                </c:pt>
                <c:pt idx="9805">
                  <c:v>love_envy_admire_honor</c:v>
                </c:pt>
                <c:pt idx="9806">
                  <c:v>loveelizaweta11092000</c:v>
                </c:pt>
                <c:pt idx="9807">
                  <c:v>lovedrippingwithblood</c:v>
                </c:pt>
                <c:pt idx="9808">
                  <c:v>love_dont_last_4_ever</c:v>
                </c:pt>
                <c:pt idx="9809">
                  <c:v>lovedontcostathing2002</c:v>
                </c:pt>
                <c:pt idx="9810">
                  <c:v>lovedoesntworkthatway</c:v>
                </c:pt>
                <c:pt idx="9811">
                  <c:v>love_doesnt_last_4ever</c:v>
                </c:pt>
                <c:pt idx="9812">
                  <c:v>lovedoesntalwayshurt</c:v>
                </c:pt>
                <c:pt idx="9813">
                  <c:v>love_devotion_surrender</c:v>
                </c:pt>
                <c:pt idx="9814">
                  <c:v>lovecutieangelbeauty</c:v>
                </c:pt>
                <c:pt idx="9815">
                  <c:v>love_comes_softly909</c:v>
                </c:pt>
                <c:pt idx="9816">
                  <c:v>love_can_kill_your_heart</c:v>
                </c:pt>
                <c:pt idx="9817">
                  <c:v>lovebucketofficial05</c:v>
                </c:pt>
                <c:pt idx="9818">
                  <c:v>love_blink_182_forever</c:v>
                </c:pt>
                <c:pt idx="9819">
                  <c:v>love_big_hard_dick_24_7</c:v>
                </c:pt>
                <c:pt idx="9820">
                  <c:v>lovebeautyandphotography</c:v>
                </c:pt>
                <c:pt idx="9821">
                  <c:v>love_angle_music_baby_</c:v>
                </c:pt>
                <c:pt idx="9822">
                  <c:v>loveangelmusichayley</c:v>
                </c:pt>
                <c:pt idx="9823">
                  <c:v>loveangelmusicbabygirl</c:v>
                </c:pt>
                <c:pt idx="9824">
                  <c:v>love_angel_music_baby_</c:v>
                </c:pt>
                <c:pt idx="9825">
                  <c:v>love_angel_music_baby102</c:v>
                </c:pt>
                <c:pt idx="9826">
                  <c:v>love_angel_music_baby01</c:v>
                </c:pt>
                <c:pt idx="9827">
                  <c:v>love_and_pain_are_equal</c:v>
                </c:pt>
                <c:pt idx="9828">
                  <c:v>love_and_hate_collide</c:v>
                </c:pt>
                <c:pt idx="9829">
                  <c:v>loveandhappinessmusic</c:v>
                </c:pt>
                <c:pt idx="9830">
                  <c:v>loveandbasketball_jaybear</c:v>
                </c:pt>
                <c:pt idx="9831">
                  <c:v>Love_and_Basketball11</c:v>
                </c:pt>
                <c:pt idx="9832">
                  <c:v>loveandbasketball_10</c:v>
                </c:pt>
                <c:pt idx="9833">
                  <c:v>lovealways_liveforever</c:v>
                </c:pt>
                <c:pt idx="9834">
                  <c:v>love_always_laugh_often</c:v>
                </c:pt>
                <c:pt idx="9835">
                  <c:v>lovealwaysfailswithhim</c:v>
                </c:pt>
                <c:pt idx="9836">
                  <c:v>lovealwayscomesback_99</c:v>
                </c:pt>
                <c:pt idx="9837">
                  <c:v>lovealltrustfewwrongnone</c:v>
                </c:pt>
                <c:pt idx="9838">
                  <c:v>_love_all_trust_few_</c:v>
                </c:pt>
                <c:pt idx="9839">
                  <c:v>loveaffair_camera_whore</c:v>
                </c:pt>
                <c:pt idx="9840">
                  <c:v>loveactuallyprincess</c:v>
                </c:pt>
                <c:pt idx="9841">
                  <c:v>loveable_til_the_end</c:v>
                </c:pt>
                <c:pt idx="9842">
                  <c:v>loveablesweetdorkymamii</c:v>
                </c:pt>
                <c:pt idx="9843">
                  <c:v>loveable_kissable_nae</c:v>
                </c:pt>
                <c:pt idx="9844">
                  <c:v>loveable_harley_goddess</c:v>
                </c:pt>
                <c:pt idx="9845">
                  <c:v>loveablebrowneyedgurly</c:v>
                </c:pt>
                <c:pt idx="9846">
                  <c:v>loveablebrowneyedbaby</c:v>
                </c:pt>
                <c:pt idx="9847">
                  <c:v>love2lickthepussyyeah</c:v>
                </c:pt>
                <c:pt idx="9848">
                  <c:v>lovablesmalltowngirl</c:v>
                </c:pt>
                <c:pt idx="9849">
                  <c:v>lovable_kissable_woman</c:v>
                </c:pt>
                <c:pt idx="9850">
                  <c:v>lovablebadgirlgoneworse</c:v>
                </c:pt>
                <c:pt idx="9851">
                  <c:v>louisedreamphotography</c:v>
                </c:pt>
                <c:pt idx="9852">
                  <c:v>lost_without_progress</c:v>
                </c:pt>
                <c:pt idx="9853">
                  <c:v>lost_tribe_revolution</c:v>
                </c:pt>
                <c:pt idx="9854">
                  <c:v>lostsoultheotherteam</c:v>
                </c:pt>
                <c:pt idx="9855">
                  <c:v>lostscienceclubhouse</c:v>
                </c:pt>
                <c:pt idx="9856">
                  <c:v>lostmechanicalanimal</c:v>
                </c:pt>
                <c:pt idx="9857">
                  <c:v>lost_lonely_heartbroken</c:v>
                </c:pt>
                <c:pt idx="9858">
                  <c:v>lost_hopeless_romantic</c:v>
                </c:pt>
                <c:pt idx="9859">
                  <c:v>lostforeverandneverfound</c:v>
                </c:pt>
                <c:pt idx="9860">
                  <c:v>lostchildrennetlabel</c:v>
                </c:pt>
                <c:pt idx="9861">
                  <c:v>lostcausetilltuesday</c:v>
                </c:pt>
                <c:pt idx="9862">
                  <c:v>lost_but_not_forsaken</c:v>
                </c:pt>
                <c:pt idx="9863">
                  <c:v>lostbrokenandconfused</c:v>
                </c:pt>
                <c:pt idx="9864">
                  <c:v>lost_boy_incorporation2</c:v>
                </c:pt>
                <c:pt idx="9865">
                  <c:v>lostbodyinnerselfdestroy</c:v>
                </c:pt>
                <c:pt idx="9866">
                  <c:v>lostbetweenheavenandhell</c:v>
                </c:pt>
                <c:pt idx="9867">
                  <c:v>lost_and_lonely_angel</c:v>
                </c:pt>
                <c:pt idx="9868">
                  <c:v>lost_and_lonely_4ever</c:v>
                </c:pt>
                <c:pt idx="9869">
                  <c:v>lost_and_forgotten_love</c:v>
                </c:pt>
                <c:pt idx="9870">
                  <c:v>lost_and_forgotten_3</c:v>
                </c:pt>
                <c:pt idx="9871">
                  <c:v>loser_rockstar92002</c:v>
                </c:pt>
                <c:pt idx="9872">
                  <c:v>loserpaintcontractor</c:v>
                </c:pt>
                <c:pt idx="9873">
                  <c:v>loser_down_the_street</c:v>
                </c:pt>
                <c:pt idx="9874">
                  <c:v>losealmosteverything</c:v>
                </c:pt>
                <c:pt idx="9875">
                  <c:v>lorraineandgravytrainrock</c:v>
                </c:pt>
                <c:pt idx="9876">
                  <c:v>loreal_miss_volleyball_</c:v>
                </c:pt>
                <c:pt idx="9877">
                  <c:v>lordnelsonwhinchester</c:v>
                </c:pt>
                <c:pt idx="9878">
                  <c:v>lordmarshalchristian</c:v>
                </c:pt>
                <c:pt idx="9879">
                  <c:v>lordloverocket5times</c:v>
                </c:pt>
                <c:pt idx="9880">
                  <c:v>lordhighwhatshisname</c:v>
                </c:pt>
                <c:pt idx="9881">
                  <c:v>lordhavehisgrilledcheese</c:v>
                </c:pt>
                <c:pt idx="9882">
                  <c:v>lord_gold_throneroom</c:v>
                </c:pt>
                <c:pt idx="9883">
                  <c:v>lordfreddievalentine</c:v>
                </c:pt>
                <c:pt idx="9884">
                  <c:v>lord_balrog_and_ambrosia</c:v>
                </c:pt>
                <c:pt idx="9885">
                  <c:v>lorainerossphotography</c:v>
                </c:pt>
                <c:pt idx="9886">
                  <c:v>lopez_man_that_turret</c:v>
                </c:pt>
                <c:pt idx="9887">
                  <c:v>lopez_gurl_the_original_1</c:v>
                </c:pt>
                <c:pt idx="9888">
                  <c:v>loosespiritphotography</c:v>
                </c:pt>
                <c:pt idx="9889">
                  <c:v>looseoffthegreygoose</c:v>
                </c:pt>
                <c:pt idx="9890">
                  <c:v>loosecontrolwithlove</c:v>
                </c:pt>
                <c:pt idx="9891">
                  <c:v>looneytoonfromthehood</c:v>
                </c:pt>
                <c:pt idx="9892">
                  <c:v>lookwhatyouvedonetome</c:v>
                </c:pt>
                <c:pt idx="9893">
                  <c:v>look_poor_think_rich</c:v>
                </c:pt>
                <c:pt idx="9894">
                  <c:v>look_outside_tha_box</c:v>
                </c:pt>
                <c:pt idx="9895">
                  <c:v>look_its_savannah_35</c:v>
                </c:pt>
                <c:pt idx="9896">
                  <c:v>look_its_london_tipton</c:v>
                </c:pt>
                <c:pt idx="9897">
                  <c:v>lookinsideyourself21</c:v>
                </c:pt>
                <c:pt idx="9898">
                  <c:v>lookingthroughyourwindow</c:v>
                </c:pt>
                <c:pt idx="9899">
                  <c:v>lookingjustdiscovered</c:v>
                </c:pt>
                <c:pt idx="9900">
                  <c:v>lookingforward2weekend</c:v>
                </c:pt>
                <c:pt idx="9901">
                  <c:v>lookingforprincecharming2</c:v>
                </c:pt>
                <c:pt idx="9902">
                  <c:v>looking_for_paradise</c:v>
                </c:pt>
                <c:pt idx="9903">
                  <c:v>lookingformargaritaville</c:v>
                </c:pt>
                <c:pt idx="9904">
                  <c:v>looking_for_lucky_break</c:v>
                </c:pt>
                <c:pt idx="9905">
                  <c:v>lookingforintegrity2</c:v>
                </c:pt>
                <c:pt idx="9906">
                  <c:v>lookingforfemalesinger</c:v>
                </c:pt>
                <c:pt idx="9907">
                  <c:v>lookingforfemalebassist</c:v>
                </c:pt>
                <c:pt idx="9908">
                  <c:v>lookingforbeautyqueen</c:v>
                </c:pt>
                <c:pt idx="9909">
                  <c:v>lookingforaspecialgirl</c:v>
                </c:pt>
                <c:pt idx="9910">
                  <c:v>lookingforarelationship</c:v>
                </c:pt>
                <c:pt idx="9911">
                  <c:v>lookingforapurplerose</c:v>
                </c:pt>
                <c:pt idx="9912">
                  <c:v>lookingforaphotographer</c:v>
                </c:pt>
                <c:pt idx="9913">
                  <c:v>lookingbutnotwaiting</c:v>
                </c:pt>
                <c:pt idx="9914">
                  <c:v>lookingbeyondtomorrow</c:v>
                </c:pt>
                <c:pt idx="9915">
                  <c:v>lookfromlondonhosiery</c:v>
                </c:pt>
                <c:pt idx="9916">
                  <c:v>look_deep_into_the_parker</c:v>
                </c:pt>
                <c:pt idx="9917">
                  <c:v>lookbutdonttouch8800</c:v>
                </c:pt>
                <c:pt idx="9918">
                  <c:v>look_but_dont_touch07</c:v>
                </c:pt>
                <c:pt idx="9919">
                  <c:v>look_beyond_the_mask</c:v>
                </c:pt>
                <c:pt idx="9920">
                  <c:v>lookbetternakedparty</c:v>
                </c:pt>
                <c:pt idx="9921">
                  <c:v>lookbeforeyouleapkeep</c:v>
                </c:pt>
                <c:pt idx="9922">
                  <c:v>lonnie_followyourheart</c:v>
                </c:pt>
                <c:pt idx="9923">
                  <c:v>lonniefisherforpresident</c:v>
                </c:pt>
                <c:pt idx="9924">
                  <c:v>longwalksonthebeach9</c:v>
                </c:pt>
                <c:pt idx="9925">
                  <c:v>long_term_memory_loss</c:v>
                </c:pt>
                <c:pt idx="9926">
                  <c:v>longroadforashortcut0</c:v>
                </c:pt>
                <c:pt idx="9927">
                  <c:v>longmoneyheavyweight</c:v>
                </c:pt>
                <c:pt idx="9928">
                  <c:v>longlivethelivingend</c:v>
                </c:pt>
                <c:pt idx="9929">
                  <c:v>long_live_donnie_the_pimp</c:v>
                </c:pt>
                <c:pt idx="9930">
                  <c:v>longlastingconfusion</c:v>
                </c:pt>
                <c:pt idx="9931">
                  <c:v>longitudeandlatitude</c:v>
                </c:pt>
                <c:pt idx="9932">
                  <c:v>longislandverbalassaultsquad</c:v>
                </c:pt>
                <c:pt idx="9933">
                  <c:v>longislandphotography</c:v>
                </c:pt>
                <c:pt idx="9934">
                  <c:v>longislandblueswarehouse</c:v>
                </c:pt>
                <c:pt idx="9935">
                  <c:v>longing_for_your_touch</c:v>
                </c:pt>
                <c:pt idx="9936">
                  <c:v>longingforahappyheart</c:v>
                </c:pt>
                <c:pt idx="9937">
                  <c:v>longhornsareannoying</c:v>
                </c:pt>
                <c:pt idx="9938">
                  <c:v>longhorn_freak_4_life</c:v>
                </c:pt>
                <c:pt idx="9939">
                  <c:v>longhornfootballplaya10</c:v>
                </c:pt>
                <c:pt idx="9940">
                  <c:v>longhorn_fan_for_life</c:v>
                </c:pt>
                <c:pt idx="9941">
                  <c:v>longhorn_cutie_4ever</c:v>
                </c:pt>
                <c:pt idx="9942">
                  <c:v>longhair_countryboy3</c:v>
                </c:pt>
                <c:pt idx="9943">
                  <c:v>longcoolwomanblackdress</c:v>
                </c:pt>
                <c:pt idx="9944">
                  <c:v>longboyentertainment</c:v>
                </c:pt>
                <c:pt idx="9945">
                  <c:v>longboardingchristian89</c:v>
                </c:pt>
                <c:pt idx="9946">
                  <c:v>longbeachindoorpercussion</c:v>
                </c:pt>
                <c:pt idx="9947">
                  <c:v>long_beach_huntington</c:v>
                </c:pt>
                <c:pt idx="9948">
                  <c:v>longbeachhighschoolband</c:v>
                </c:pt>
                <c:pt idx="9949">
                  <c:v>longbeachdrinkingclub</c:v>
                </c:pt>
                <c:pt idx="9950">
                  <c:v>lonewolfbobbyoriginal</c:v>
                </c:pt>
                <c:pt idx="9951">
                  <c:v>lonesometravelerbluegrassband</c:v>
                </c:pt>
                <c:pt idx="9952">
                  <c:v>lonesomestandardtime</c:v>
                </c:pt>
                <c:pt idx="9953">
                  <c:v>lone_pine_landscaping</c:v>
                </c:pt>
                <c:pt idx="9954">
                  <c:v>lonely_suicidal_gurl</c:v>
                </c:pt>
                <c:pt idx="9955">
                  <c:v>lonelymalesocialworker</c:v>
                </c:pt>
                <c:pt idx="9956">
                  <c:v>lonely_lady_joker93</c:v>
                </c:pt>
                <c:pt idx="9957">
                  <c:v>lonely_heart_calling</c:v>
                </c:pt>
                <c:pt idx="9958">
                  <c:v>lonelydaycheerfulnight</c:v>
                </c:pt>
                <c:pt idx="9959">
                  <c:v>lonelybitchdamnright</c:v>
                </c:pt>
                <c:pt idx="9960">
                  <c:v>lonely_and_invisible</c:v>
                </c:pt>
                <c:pt idx="9961">
                  <c:v>lonely_and_heartbroken</c:v>
                </c:pt>
                <c:pt idx="9962">
                  <c:v>lonely_and_empty_inside</c:v>
                </c:pt>
                <c:pt idx="9963">
                  <c:v>londonphilharmonicchoir</c:v>
                </c:pt>
                <c:pt idx="9964">
                  <c:v>londonmusicphotography</c:v>
                </c:pt>
                <c:pt idx="9965">
                  <c:v>london.mentaldisorder</c:v>
                </c:pt>
                <c:pt idx="9966">
                  <c:v>lolly_lollipop_laura</c:v>
                </c:pt>
                <c:pt idx="9967">
                  <c:v>lolly_aka_lildreamer</c:v>
                </c:pt>
                <c:pt idx="9968">
                  <c:v>lollipopandpeppermint</c:v>
                </c:pt>
                <c:pt idx="9969">
                  <c:v>lolita_slut_ass_bitch</c:v>
                </c:pt>
                <c:pt idx="9970">
                  <c:v>lola_the_attack_parrot</c:v>
                </c:pt>
                <c:pt idx="9971">
                  <c:v>lolababe_personalaccount</c:v>
                </c:pt>
                <c:pt idx="9972">
                  <c:v>lois_shall_die_painfully</c:v>
                </c:pt>
                <c:pt idx="9973">
                  <c:v>logicandtheilluminati</c:v>
                </c:pt>
                <c:pt idx="9974">
                  <c:v>Logan_the_bone_mangler</c:v>
                </c:pt>
                <c:pt idx="9975">
                  <c:v>loganrogersvilledrumline</c:v>
                </c:pt>
                <c:pt idx="9976">
                  <c:v>loganknightphotography</c:v>
                </c:pt>
                <c:pt idx="9977">
                  <c:v>logandoesgainesville</c:v>
                </c:pt>
                <c:pt idx="9978">
                  <c:v>locophotophotography</c:v>
                </c:pt>
                <c:pt idx="9979">
                  <c:v>lockstockfascination</c:v>
                </c:pt>
                <c:pt idx="9980">
                  <c:v>lockhartstadiumjune25</c:v>
                </c:pt>
                <c:pt idx="9981">
                  <c:v>lockandloadpresident</c:v>
                </c:pt>
                <c:pt idx="9982">
                  <c:v>lochnessiethemonster</c:v>
                </c:pt>
                <c:pt idx="9983">
                  <c:v>localundergroundbeat</c:v>
                </c:pt>
                <c:pt idx="9984">
                  <c:v>localskatingandcoolstuff</c:v>
                </c:pt>
                <c:pt idx="9985">
                  <c:v>_local_music_support_</c:v>
                </c:pt>
                <c:pt idx="9986">
                  <c:v>locallybonedandbangerated</c:v>
                </c:pt>
                <c:pt idx="9987">
                  <c:v>local_islandgirl_808</c:v>
                </c:pt>
                <c:pt idx="9988">
                  <c:v>localcontractorsearch</c:v>
                </c:pt>
                <c:pt idx="9989">
                  <c:v>localcolorartistnetwork</c:v>
                </c:pt>
                <c:pt idx="9990">
                  <c:v>local313andpanicnightlife</c:v>
                </c:pt>
                <c:pt idx="9991">
                  <c:v>lobsterkittybiteshard</c:v>
                </c:pt>
                <c:pt idx="9992">
                  <c:v>loading123pleasewait</c:v>
                </c:pt>
                <c:pt idx="9993">
                  <c:v>loadedgoatsacramento</c:v>
                </c:pt>
                <c:pt idx="9994">
                  <c:v>loadedchamberorchestra</c:v>
                </c:pt>
                <c:pt idx="9995">
                  <c:v>llamaworlddomination</c:v>
                </c:pt>
                <c:pt idx="9996">
                  <c:v>lizwiththepurplehair</c:v>
                </c:pt>
                <c:pt idx="9997">
                  <c:v>lizsolomonimaginarygirl</c:v>
                </c:pt>
                <c:pt idx="9998">
                  <c:v>lizloveswill_1-18-2008</c:v>
                </c:pt>
              </c:strCache>
            </c:strRef>
          </c:cat>
          <c:val>
            <c:numRef>
              <c:f>Sheet1!$B$2:$B$10000</c:f>
              <c:numCache>
                <c:formatCode>General</c:formatCode>
                <c:ptCount val="9999"/>
                <c:pt idx="0">
                  <c:v>258.0</c:v>
                </c:pt>
                <c:pt idx="1">
                  <c:v>87.0</c:v>
                </c:pt>
                <c:pt idx="2">
                  <c:v>85.0</c:v>
                </c:pt>
                <c:pt idx="3">
                  <c:v>82.0</c:v>
                </c:pt>
                <c:pt idx="4">
                  <c:v>69.0</c:v>
                </c:pt>
                <c:pt idx="5">
                  <c:v>63.0</c:v>
                </c:pt>
                <c:pt idx="6">
                  <c:v>59.0</c:v>
                </c:pt>
                <c:pt idx="7">
                  <c:v>58.0</c:v>
                </c:pt>
                <c:pt idx="8">
                  <c:v>52.0</c:v>
                </c:pt>
                <c:pt idx="9">
                  <c:v>51.0</c:v>
                </c:pt>
                <c:pt idx="10">
                  <c:v>51.0</c:v>
                </c:pt>
                <c:pt idx="11">
                  <c:v>49.0</c:v>
                </c:pt>
                <c:pt idx="12">
                  <c:v>48.0</c:v>
                </c:pt>
                <c:pt idx="13">
                  <c:v>44.0</c:v>
                </c:pt>
                <c:pt idx="14">
                  <c:v>44.0</c:v>
                </c:pt>
                <c:pt idx="15">
                  <c:v>44.0</c:v>
                </c:pt>
                <c:pt idx="16">
                  <c:v>38.0</c:v>
                </c:pt>
                <c:pt idx="17">
                  <c:v>37.0</c:v>
                </c:pt>
                <c:pt idx="18">
                  <c:v>33.0</c:v>
                </c:pt>
                <c:pt idx="19">
                  <c:v>33.0</c:v>
                </c:pt>
                <c:pt idx="20">
                  <c:v>32.0</c:v>
                </c:pt>
                <c:pt idx="21">
                  <c:v>29.0</c:v>
                </c:pt>
                <c:pt idx="22">
                  <c:v>29.0</c:v>
                </c:pt>
                <c:pt idx="23">
                  <c:v>27.0</c:v>
                </c:pt>
                <c:pt idx="24">
                  <c:v>24.0</c:v>
                </c:pt>
                <c:pt idx="25">
                  <c:v>23.0</c:v>
                </c:pt>
                <c:pt idx="26">
                  <c:v>21.0</c:v>
                </c:pt>
                <c:pt idx="27">
                  <c:v>20.0</c:v>
                </c:pt>
                <c:pt idx="28">
                  <c:v>20.0</c:v>
                </c:pt>
                <c:pt idx="29">
                  <c:v>20.0</c:v>
                </c:pt>
                <c:pt idx="30">
                  <c:v>20.0</c:v>
                </c:pt>
                <c:pt idx="31">
                  <c:v>19.0</c:v>
                </c:pt>
                <c:pt idx="32">
                  <c:v>19.0</c:v>
                </c:pt>
                <c:pt idx="33">
                  <c:v>19.0</c:v>
                </c:pt>
                <c:pt idx="34">
                  <c:v>17.0</c:v>
                </c:pt>
                <c:pt idx="35">
                  <c:v>17.0</c:v>
                </c:pt>
                <c:pt idx="36">
                  <c:v>17.0</c:v>
                </c:pt>
                <c:pt idx="37">
                  <c:v>17.0</c:v>
                </c:pt>
                <c:pt idx="38">
                  <c:v>16.0</c:v>
                </c:pt>
                <c:pt idx="39">
                  <c:v>16.0</c:v>
                </c:pt>
                <c:pt idx="40">
                  <c:v>16.0</c:v>
                </c:pt>
                <c:pt idx="41">
                  <c:v>16.0</c:v>
                </c:pt>
                <c:pt idx="42">
                  <c:v>16.0</c:v>
                </c:pt>
                <c:pt idx="43">
                  <c:v>15.0</c:v>
                </c:pt>
                <c:pt idx="44">
                  <c:v>15.0</c:v>
                </c:pt>
                <c:pt idx="45">
                  <c:v>14.0</c:v>
                </c:pt>
                <c:pt idx="46">
                  <c:v>14.0</c:v>
                </c:pt>
                <c:pt idx="47">
                  <c:v>14.0</c:v>
                </c:pt>
                <c:pt idx="48">
                  <c:v>14.0</c:v>
                </c:pt>
                <c:pt idx="49">
                  <c:v>14.0</c:v>
                </c:pt>
                <c:pt idx="50">
                  <c:v>14.0</c:v>
                </c:pt>
                <c:pt idx="51">
                  <c:v>13.0</c:v>
                </c:pt>
                <c:pt idx="52">
                  <c:v>13.0</c:v>
                </c:pt>
                <c:pt idx="53">
                  <c:v>13.0</c:v>
                </c:pt>
                <c:pt idx="54">
                  <c:v>13.0</c:v>
                </c:pt>
                <c:pt idx="55">
                  <c:v>13.0</c:v>
                </c:pt>
                <c:pt idx="56">
                  <c:v>13.0</c:v>
                </c:pt>
                <c:pt idx="57">
                  <c:v>13.0</c:v>
                </c:pt>
                <c:pt idx="58">
                  <c:v>13.0</c:v>
                </c:pt>
                <c:pt idx="59">
                  <c:v>13.0</c:v>
                </c:pt>
                <c:pt idx="60">
                  <c:v>13.0</c:v>
                </c:pt>
                <c:pt idx="61">
                  <c:v>12.0</c:v>
                </c:pt>
                <c:pt idx="62">
                  <c:v>12.0</c:v>
                </c:pt>
                <c:pt idx="63">
                  <c:v>12.0</c:v>
                </c:pt>
                <c:pt idx="64">
                  <c:v>12.0</c:v>
                </c:pt>
                <c:pt idx="65">
                  <c:v>12.0</c:v>
                </c:pt>
                <c:pt idx="66">
                  <c:v>12.0</c:v>
                </c:pt>
                <c:pt idx="67">
                  <c:v>12.0</c:v>
                </c:pt>
                <c:pt idx="68">
                  <c:v>12.0</c:v>
                </c:pt>
                <c:pt idx="69">
                  <c:v>12.0</c:v>
                </c:pt>
                <c:pt idx="70">
                  <c:v>12.0</c:v>
                </c:pt>
                <c:pt idx="71">
                  <c:v>11.0</c:v>
                </c:pt>
                <c:pt idx="72">
                  <c:v>11.0</c:v>
                </c:pt>
                <c:pt idx="73">
                  <c:v>11.0</c:v>
                </c:pt>
                <c:pt idx="74">
                  <c:v>11.0</c:v>
                </c:pt>
                <c:pt idx="75">
                  <c:v>11.0</c:v>
                </c:pt>
                <c:pt idx="76">
                  <c:v>11.0</c:v>
                </c:pt>
                <c:pt idx="77">
                  <c:v>11.0</c:v>
                </c:pt>
                <c:pt idx="78">
                  <c:v>11.0</c:v>
                </c:pt>
                <c:pt idx="79">
                  <c:v>11.0</c:v>
                </c:pt>
                <c:pt idx="80">
                  <c:v>10.0</c:v>
                </c:pt>
                <c:pt idx="81">
                  <c:v>10.0</c:v>
                </c:pt>
                <c:pt idx="82">
                  <c:v>10.0</c:v>
                </c:pt>
                <c:pt idx="83">
                  <c:v>10.0</c:v>
                </c:pt>
                <c:pt idx="84">
                  <c:v>10.0</c:v>
                </c:pt>
                <c:pt idx="85">
                  <c:v>10.0</c:v>
                </c:pt>
                <c:pt idx="86">
                  <c:v>10.0</c:v>
                </c:pt>
                <c:pt idx="87">
                  <c:v>10.0</c:v>
                </c:pt>
                <c:pt idx="88">
                  <c:v>10.0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9.0</c:v>
                </c:pt>
                <c:pt idx="126">
                  <c:v>9.0</c:v>
                </c:pt>
                <c:pt idx="127">
                  <c:v>9.0</c:v>
                </c:pt>
                <c:pt idx="128">
                  <c:v>9.0</c:v>
                </c:pt>
                <c:pt idx="129">
                  <c:v>9.0</c:v>
                </c:pt>
                <c:pt idx="130">
                  <c:v>8.0</c:v>
                </c:pt>
                <c:pt idx="131">
                  <c:v>8.0</c:v>
                </c:pt>
                <c:pt idx="132">
                  <c:v>8.0</c:v>
                </c:pt>
                <c:pt idx="133">
                  <c:v>8.0</c:v>
                </c:pt>
                <c:pt idx="134">
                  <c:v>8.0</c:v>
                </c:pt>
                <c:pt idx="135">
                  <c:v>8.0</c:v>
                </c:pt>
                <c:pt idx="136">
                  <c:v>8.0</c:v>
                </c:pt>
                <c:pt idx="137">
                  <c:v>8.0</c:v>
                </c:pt>
                <c:pt idx="138">
                  <c:v>8.0</c:v>
                </c:pt>
                <c:pt idx="139">
                  <c:v>8.0</c:v>
                </c:pt>
                <c:pt idx="140">
                  <c:v>8.0</c:v>
                </c:pt>
                <c:pt idx="141">
                  <c:v>8.0</c:v>
                </c:pt>
                <c:pt idx="142">
                  <c:v>8.0</c:v>
                </c:pt>
                <c:pt idx="143">
                  <c:v>8.0</c:v>
                </c:pt>
                <c:pt idx="144">
                  <c:v>8.0</c:v>
                </c:pt>
                <c:pt idx="145">
                  <c:v>8.0</c:v>
                </c:pt>
                <c:pt idx="146">
                  <c:v>8.0</c:v>
                </c:pt>
                <c:pt idx="147">
                  <c:v>8.0</c:v>
                </c:pt>
                <c:pt idx="148">
                  <c:v>8.0</c:v>
                </c:pt>
                <c:pt idx="149">
                  <c:v>8.0</c:v>
                </c:pt>
                <c:pt idx="150">
                  <c:v>8.0</c:v>
                </c:pt>
                <c:pt idx="151">
                  <c:v>8.0</c:v>
                </c:pt>
                <c:pt idx="152">
                  <c:v>8.0</c:v>
                </c:pt>
                <c:pt idx="153">
                  <c:v>8.0</c:v>
                </c:pt>
                <c:pt idx="154">
                  <c:v>8.0</c:v>
                </c:pt>
                <c:pt idx="155">
                  <c:v>8.0</c:v>
                </c:pt>
                <c:pt idx="156">
                  <c:v>8.0</c:v>
                </c:pt>
                <c:pt idx="157">
                  <c:v>8.0</c:v>
                </c:pt>
                <c:pt idx="158">
                  <c:v>8.0</c:v>
                </c:pt>
                <c:pt idx="159">
                  <c:v>8.0</c:v>
                </c:pt>
                <c:pt idx="160">
                  <c:v>8.0</c:v>
                </c:pt>
                <c:pt idx="161">
                  <c:v>8.0</c:v>
                </c:pt>
                <c:pt idx="162">
                  <c:v>8.0</c:v>
                </c:pt>
                <c:pt idx="163">
                  <c:v>8.0</c:v>
                </c:pt>
                <c:pt idx="164">
                  <c:v>8.0</c:v>
                </c:pt>
                <c:pt idx="165">
                  <c:v>8.0</c:v>
                </c:pt>
                <c:pt idx="166">
                  <c:v>8.0</c:v>
                </c:pt>
                <c:pt idx="167">
                  <c:v>8.0</c:v>
                </c:pt>
                <c:pt idx="168">
                  <c:v>8.0</c:v>
                </c:pt>
                <c:pt idx="169">
                  <c:v>8.0</c:v>
                </c:pt>
                <c:pt idx="170">
                  <c:v>8.0</c:v>
                </c:pt>
                <c:pt idx="171">
                  <c:v>8.0</c:v>
                </c:pt>
                <c:pt idx="172">
                  <c:v>8.0</c:v>
                </c:pt>
                <c:pt idx="173">
                  <c:v>8.0</c:v>
                </c:pt>
                <c:pt idx="174">
                  <c:v>8.0</c:v>
                </c:pt>
                <c:pt idx="175">
                  <c:v>8.0</c:v>
                </c:pt>
                <c:pt idx="176">
                  <c:v>8.0</c:v>
                </c:pt>
                <c:pt idx="177">
                  <c:v>8.0</c:v>
                </c:pt>
                <c:pt idx="178">
                  <c:v>8.0</c:v>
                </c:pt>
                <c:pt idx="179">
                  <c:v>8.0</c:v>
                </c:pt>
                <c:pt idx="180">
                  <c:v>8.0</c:v>
                </c:pt>
                <c:pt idx="181">
                  <c:v>8.0</c:v>
                </c:pt>
                <c:pt idx="182">
                  <c:v>8.0</c:v>
                </c:pt>
                <c:pt idx="183">
                  <c:v>8.0</c:v>
                </c:pt>
                <c:pt idx="184">
                  <c:v>8.0</c:v>
                </c:pt>
                <c:pt idx="185">
                  <c:v>8.0</c:v>
                </c:pt>
                <c:pt idx="186">
                  <c:v>8.0</c:v>
                </c:pt>
                <c:pt idx="187">
                  <c:v>8.0</c:v>
                </c:pt>
                <c:pt idx="188">
                  <c:v>8.0</c:v>
                </c:pt>
                <c:pt idx="189">
                  <c:v>8.0</c:v>
                </c:pt>
                <c:pt idx="190">
                  <c:v>8.0</c:v>
                </c:pt>
                <c:pt idx="191">
                  <c:v>8.0</c:v>
                </c:pt>
                <c:pt idx="192">
                  <c:v>8.0</c:v>
                </c:pt>
                <c:pt idx="193">
                  <c:v>8.0</c:v>
                </c:pt>
                <c:pt idx="194">
                  <c:v>8.0</c:v>
                </c:pt>
                <c:pt idx="195">
                  <c:v>8.0</c:v>
                </c:pt>
                <c:pt idx="196">
                  <c:v>8.0</c:v>
                </c:pt>
                <c:pt idx="197">
                  <c:v>8.0</c:v>
                </c:pt>
                <c:pt idx="198">
                  <c:v>8.0</c:v>
                </c:pt>
                <c:pt idx="199">
                  <c:v>8.0</c:v>
                </c:pt>
                <c:pt idx="200">
                  <c:v>8.0</c:v>
                </c:pt>
                <c:pt idx="201">
                  <c:v>8.0</c:v>
                </c:pt>
                <c:pt idx="202">
                  <c:v>8.0</c:v>
                </c:pt>
                <c:pt idx="203">
                  <c:v>8.0</c:v>
                </c:pt>
                <c:pt idx="204">
                  <c:v>8.0</c:v>
                </c:pt>
                <c:pt idx="205">
                  <c:v>8.0</c:v>
                </c:pt>
                <c:pt idx="206">
                  <c:v>8.0</c:v>
                </c:pt>
                <c:pt idx="207">
                  <c:v>8.0</c:v>
                </c:pt>
                <c:pt idx="208">
                  <c:v>8.0</c:v>
                </c:pt>
                <c:pt idx="209">
                  <c:v>8.0</c:v>
                </c:pt>
                <c:pt idx="210">
                  <c:v>8.0</c:v>
                </c:pt>
                <c:pt idx="211">
                  <c:v>8.0</c:v>
                </c:pt>
                <c:pt idx="212">
                  <c:v>8.0</c:v>
                </c:pt>
                <c:pt idx="213">
                  <c:v>8.0</c:v>
                </c:pt>
                <c:pt idx="214">
                  <c:v>8.0</c:v>
                </c:pt>
                <c:pt idx="215">
                  <c:v>8.0</c:v>
                </c:pt>
                <c:pt idx="216">
                  <c:v>8.0</c:v>
                </c:pt>
                <c:pt idx="217">
                  <c:v>7.0</c:v>
                </c:pt>
                <c:pt idx="218">
                  <c:v>7.0</c:v>
                </c:pt>
                <c:pt idx="219">
                  <c:v>7.0</c:v>
                </c:pt>
                <c:pt idx="220">
                  <c:v>7.0</c:v>
                </c:pt>
                <c:pt idx="221">
                  <c:v>7.0</c:v>
                </c:pt>
                <c:pt idx="222">
                  <c:v>7.0</c:v>
                </c:pt>
                <c:pt idx="223">
                  <c:v>7.0</c:v>
                </c:pt>
                <c:pt idx="224">
                  <c:v>7.0</c:v>
                </c:pt>
                <c:pt idx="225">
                  <c:v>7.0</c:v>
                </c:pt>
                <c:pt idx="226">
                  <c:v>7.0</c:v>
                </c:pt>
                <c:pt idx="227">
                  <c:v>7.0</c:v>
                </c:pt>
                <c:pt idx="228">
                  <c:v>7.0</c:v>
                </c:pt>
                <c:pt idx="229">
                  <c:v>7.0</c:v>
                </c:pt>
                <c:pt idx="230">
                  <c:v>7.0</c:v>
                </c:pt>
                <c:pt idx="231">
                  <c:v>7.0</c:v>
                </c:pt>
                <c:pt idx="232">
                  <c:v>7.0</c:v>
                </c:pt>
                <c:pt idx="233">
                  <c:v>7.0</c:v>
                </c:pt>
                <c:pt idx="234">
                  <c:v>7.0</c:v>
                </c:pt>
                <c:pt idx="235">
                  <c:v>7.0</c:v>
                </c:pt>
                <c:pt idx="236">
                  <c:v>7.0</c:v>
                </c:pt>
                <c:pt idx="237">
                  <c:v>7.0</c:v>
                </c:pt>
                <c:pt idx="238">
                  <c:v>7.0</c:v>
                </c:pt>
                <c:pt idx="239">
                  <c:v>7.0</c:v>
                </c:pt>
                <c:pt idx="240">
                  <c:v>7.0</c:v>
                </c:pt>
                <c:pt idx="241">
                  <c:v>7.0</c:v>
                </c:pt>
                <c:pt idx="242">
                  <c:v>7.0</c:v>
                </c:pt>
                <c:pt idx="243">
                  <c:v>7.0</c:v>
                </c:pt>
                <c:pt idx="244">
                  <c:v>7.0</c:v>
                </c:pt>
                <c:pt idx="245">
                  <c:v>7.0</c:v>
                </c:pt>
                <c:pt idx="246">
                  <c:v>7.0</c:v>
                </c:pt>
                <c:pt idx="247">
                  <c:v>7.0</c:v>
                </c:pt>
                <c:pt idx="248">
                  <c:v>7.0</c:v>
                </c:pt>
                <c:pt idx="249">
                  <c:v>7.0</c:v>
                </c:pt>
                <c:pt idx="250">
                  <c:v>7.0</c:v>
                </c:pt>
                <c:pt idx="251">
                  <c:v>7.0</c:v>
                </c:pt>
                <c:pt idx="252">
                  <c:v>7.0</c:v>
                </c:pt>
                <c:pt idx="253">
                  <c:v>7.0</c:v>
                </c:pt>
                <c:pt idx="254">
                  <c:v>7.0</c:v>
                </c:pt>
                <c:pt idx="255">
                  <c:v>7.0</c:v>
                </c:pt>
                <c:pt idx="256">
                  <c:v>7.0</c:v>
                </c:pt>
                <c:pt idx="257">
                  <c:v>7.0</c:v>
                </c:pt>
                <c:pt idx="258">
                  <c:v>7.0</c:v>
                </c:pt>
                <c:pt idx="259">
                  <c:v>7.0</c:v>
                </c:pt>
                <c:pt idx="260">
                  <c:v>7.0</c:v>
                </c:pt>
                <c:pt idx="261">
                  <c:v>7.0</c:v>
                </c:pt>
                <c:pt idx="262">
                  <c:v>7.0</c:v>
                </c:pt>
                <c:pt idx="263">
                  <c:v>7.0</c:v>
                </c:pt>
                <c:pt idx="264">
                  <c:v>7.0</c:v>
                </c:pt>
                <c:pt idx="265">
                  <c:v>7.0</c:v>
                </c:pt>
                <c:pt idx="266">
                  <c:v>7.0</c:v>
                </c:pt>
                <c:pt idx="267">
                  <c:v>7.0</c:v>
                </c:pt>
                <c:pt idx="268">
                  <c:v>7.0</c:v>
                </c:pt>
                <c:pt idx="269">
                  <c:v>7.0</c:v>
                </c:pt>
                <c:pt idx="270">
                  <c:v>7.0</c:v>
                </c:pt>
                <c:pt idx="271">
                  <c:v>7.0</c:v>
                </c:pt>
                <c:pt idx="272">
                  <c:v>7.0</c:v>
                </c:pt>
                <c:pt idx="273">
                  <c:v>7.0</c:v>
                </c:pt>
                <c:pt idx="274">
                  <c:v>7.0</c:v>
                </c:pt>
                <c:pt idx="275">
                  <c:v>7.0</c:v>
                </c:pt>
                <c:pt idx="276">
                  <c:v>7.0</c:v>
                </c:pt>
                <c:pt idx="277">
                  <c:v>7.0</c:v>
                </c:pt>
                <c:pt idx="278">
                  <c:v>7.0</c:v>
                </c:pt>
                <c:pt idx="279">
                  <c:v>7.0</c:v>
                </c:pt>
                <c:pt idx="280">
                  <c:v>7.0</c:v>
                </c:pt>
                <c:pt idx="281">
                  <c:v>7.0</c:v>
                </c:pt>
                <c:pt idx="282">
                  <c:v>7.0</c:v>
                </c:pt>
                <c:pt idx="283">
                  <c:v>7.0</c:v>
                </c:pt>
                <c:pt idx="284">
                  <c:v>7.0</c:v>
                </c:pt>
                <c:pt idx="285">
                  <c:v>7.0</c:v>
                </c:pt>
                <c:pt idx="286">
                  <c:v>7.0</c:v>
                </c:pt>
                <c:pt idx="287">
                  <c:v>7.0</c:v>
                </c:pt>
                <c:pt idx="288">
                  <c:v>7.0</c:v>
                </c:pt>
                <c:pt idx="289">
                  <c:v>7.0</c:v>
                </c:pt>
                <c:pt idx="290">
                  <c:v>7.0</c:v>
                </c:pt>
                <c:pt idx="291">
                  <c:v>7.0</c:v>
                </c:pt>
                <c:pt idx="292">
                  <c:v>7.0</c:v>
                </c:pt>
                <c:pt idx="293">
                  <c:v>7.0</c:v>
                </c:pt>
                <c:pt idx="294">
                  <c:v>7.0</c:v>
                </c:pt>
                <c:pt idx="295">
                  <c:v>7.0</c:v>
                </c:pt>
                <c:pt idx="296">
                  <c:v>7.0</c:v>
                </c:pt>
                <c:pt idx="297">
                  <c:v>7.0</c:v>
                </c:pt>
                <c:pt idx="298">
                  <c:v>7.0</c:v>
                </c:pt>
                <c:pt idx="299">
                  <c:v>7.0</c:v>
                </c:pt>
                <c:pt idx="300">
                  <c:v>7.0</c:v>
                </c:pt>
                <c:pt idx="301">
                  <c:v>7.0</c:v>
                </c:pt>
                <c:pt idx="302">
                  <c:v>7.0</c:v>
                </c:pt>
                <c:pt idx="303">
                  <c:v>7.0</c:v>
                </c:pt>
                <c:pt idx="304">
                  <c:v>7.0</c:v>
                </c:pt>
                <c:pt idx="305">
                  <c:v>7.0</c:v>
                </c:pt>
                <c:pt idx="306">
                  <c:v>7.0</c:v>
                </c:pt>
                <c:pt idx="307">
                  <c:v>7.0</c:v>
                </c:pt>
                <c:pt idx="308">
                  <c:v>7.0</c:v>
                </c:pt>
                <c:pt idx="309">
                  <c:v>7.0</c:v>
                </c:pt>
                <c:pt idx="310">
                  <c:v>7.0</c:v>
                </c:pt>
                <c:pt idx="311">
                  <c:v>7.0</c:v>
                </c:pt>
                <c:pt idx="312">
                  <c:v>7.0</c:v>
                </c:pt>
                <c:pt idx="313">
                  <c:v>7.0</c:v>
                </c:pt>
                <c:pt idx="314">
                  <c:v>7.0</c:v>
                </c:pt>
                <c:pt idx="315">
                  <c:v>7.0</c:v>
                </c:pt>
                <c:pt idx="316">
                  <c:v>7.0</c:v>
                </c:pt>
                <c:pt idx="317">
                  <c:v>7.0</c:v>
                </c:pt>
                <c:pt idx="318">
                  <c:v>7.0</c:v>
                </c:pt>
                <c:pt idx="319">
                  <c:v>7.0</c:v>
                </c:pt>
                <c:pt idx="320">
                  <c:v>7.0</c:v>
                </c:pt>
                <c:pt idx="321">
                  <c:v>7.0</c:v>
                </c:pt>
                <c:pt idx="322">
                  <c:v>7.0</c:v>
                </c:pt>
                <c:pt idx="323">
                  <c:v>7.0</c:v>
                </c:pt>
                <c:pt idx="324">
                  <c:v>7.0</c:v>
                </c:pt>
                <c:pt idx="325">
                  <c:v>7.0</c:v>
                </c:pt>
                <c:pt idx="326">
                  <c:v>7.0</c:v>
                </c:pt>
                <c:pt idx="327">
                  <c:v>7.0</c:v>
                </c:pt>
                <c:pt idx="328">
                  <c:v>7.0</c:v>
                </c:pt>
                <c:pt idx="329">
                  <c:v>7.0</c:v>
                </c:pt>
                <c:pt idx="330">
                  <c:v>7.0</c:v>
                </c:pt>
                <c:pt idx="331">
                  <c:v>7.0</c:v>
                </c:pt>
                <c:pt idx="332">
                  <c:v>7.0</c:v>
                </c:pt>
                <c:pt idx="333">
                  <c:v>7.0</c:v>
                </c:pt>
                <c:pt idx="334">
                  <c:v>7.0</c:v>
                </c:pt>
                <c:pt idx="335">
                  <c:v>7.0</c:v>
                </c:pt>
                <c:pt idx="336">
                  <c:v>7.0</c:v>
                </c:pt>
                <c:pt idx="337">
                  <c:v>7.0</c:v>
                </c:pt>
                <c:pt idx="338">
                  <c:v>7.0</c:v>
                </c:pt>
                <c:pt idx="339">
                  <c:v>7.0</c:v>
                </c:pt>
                <c:pt idx="340">
                  <c:v>7.0</c:v>
                </c:pt>
                <c:pt idx="341">
                  <c:v>7.0</c:v>
                </c:pt>
                <c:pt idx="342">
                  <c:v>7.0</c:v>
                </c:pt>
                <c:pt idx="343">
                  <c:v>7.0</c:v>
                </c:pt>
                <c:pt idx="344">
                  <c:v>7.0</c:v>
                </c:pt>
                <c:pt idx="345">
                  <c:v>7.0</c:v>
                </c:pt>
                <c:pt idx="346">
                  <c:v>7.0</c:v>
                </c:pt>
                <c:pt idx="347">
                  <c:v>7.0</c:v>
                </c:pt>
                <c:pt idx="348">
                  <c:v>7.0</c:v>
                </c:pt>
                <c:pt idx="349">
                  <c:v>7.0</c:v>
                </c:pt>
                <c:pt idx="350">
                  <c:v>7.0</c:v>
                </c:pt>
                <c:pt idx="351">
                  <c:v>7.0</c:v>
                </c:pt>
                <c:pt idx="352">
                  <c:v>7.0</c:v>
                </c:pt>
                <c:pt idx="353">
                  <c:v>7.0</c:v>
                </c:pt>
                <c:pt idx="354">
                  <c:v>7.0</c:v>
                </c:pt>
                <c:pt idx="355">
                  <c:v>7.0</c:v>
                </c:pt>
                <c:pt idx="356">
                  <c:v>7.0</c:v>
                </c:pt>
                <c:pt idx="357">
                  <c:v>7.0</c:v>
                </c:pt>
                <c:pt idx="358">
                  <c:v>7.0</c:v>
                </c:pt>
                <c:pt idx="359">
                  <c:v>7.0</c:v>
                </c:pt>
                <c:pt idx="360">
                  <c:v>7.0</c:v>
                </c:pt>
                <c:pt idx="361">
                  <c:v>7.0</c:v>
                </c:pt>
                <c:pt idx="362">
                  <c:v>7.0</c:v>
                </c:pt>
                <c:pt idx="363">
                  <c:v>7.0</c:v>
                </c:pt>
                <c:pt idx="364">
                  <c:v>7.0</c:v>
                </c:pt>
                <c:pt idx="365">
                  <c:v>7.0</c:v>
                </c:pt>
                <c:pt idx="366">
                  <c:v>7.0</c:v>
                </c:pt>
                <c:pt idx="367">
                  <c:v>7.0</c:v>
                </c:pt>
                <c:pt idx="368">
                  <c:v>7.0</c:v>
                </c:pt>
                <c:pt idx="369">
                  <c:v>7.0</c:v>
                </c:pt>
                <c:pt idx="370">
                  <c:v>7.0</c:v>
                </c:pt>
                <c:pt idx="371">
                  <c:v>7.0</c:v>
                </c:pt>
                <c:pt idx="372">
                  <c:v>7.0</c:v>
                </c:pt>
                <c:pt idx="373">
                  <c:v>7.0</c:v>
                </c:pt>
                <c:pt idx="374">
                  <c:v>7.0</c:v>
                </c:pt>
                <c:pt idx="375">
                  <c:v>7.0</c:v>
                </c:pt>
                <c:pt idx="376">
                  <c:v>7.0</c:v>
                </c:pt>
                <c:pt idx="377">
                  <c:v>7.0</c:v>
                </c:pt>
                <c:pt idx="378">
                  <c:v>7.0</c:v>
                </c:pt>
                <c:pt idx="379">
                  <c:v>7.0</c:v>
                </c:pt>
                <c:pt idx="380">
                  <c:v>7.0</c:v>
                </c:pt>
                <c:pt idx="381">
                  <c:v>7.0</c:v>
                </c:pt>
                <c:pt idx="382">
                  <c:v>7.0</c:v>
                </c:pt>
                <c:pt idx="383">
                  <c:v>7.0</c:v>
                </c:pt>
                <c:pt idx="384">
                  <c:v>7.0</c:v>
                </c:pt>
                <c:pt idx="385">
                  <c:v>7.0</c:v>
                </c:pt>
                <c:pt idx="386">
                  <c:v>7.0</c:v>
                </c:pt>
                <c:pt idx="387">
                  <c:v>6.0</c:v>
                </c:pt>
                <c:pt idx="388">
                  <c:v>6.0</c:v>
                </c:pt>
                <c:pt idx="389">
                  <c:v>6.0</c:v>
                </c:pt>
                <c:pt idx="390">
                  <c:v>6.0</c:v>
                </c:pt>
                <c:pt idx="391">
                  <c:v>6.0</c:v>
                </c:pt>
                <c:pt idx="392">
                  <c:v>6.0</c:v>
                </c:pt>
                <c:pt idx="393">
                  <c:v>6.0</c:v>
                </c:pt>
                <c:pt idx="394">
                  <c:v>6.0</c:v>
                </c:pt>
                <c:pt idx="395">
                  <c:v>6.0</c:v>
                </c:pt>
                <c:pt idx="396">
                  <c:v>6.0</c:v>
                </c:pt>
                <c:pt idx="397">
                  <c:v>6.0</c:v>
                </c:pt>
                <c:pt idx="398">
                  <c:v>6.0</c:v>
                </c:pt>
                <c:pt idx="399">
                  <c:v>6.0</c:v>
                </c:pt>
                <c:pt idx="400">
                  <c:v>6.0</c:v>
                </c:pt>
                <c:pt idx="401">
                  <c:v>6.0</c:v>
                </c:pt>
                <c:pt idx="402">
                  <c:v>6.0</c:v>
                </c:pt>
                <c:pt idx="403">
                  <c:v>6.0</c:v>
                </c:pt>
                <c:pt idx="404">
                  <c:v>6.0</c:v>
                </c:pt>
                <c:pt idx="405">
                  <c:v>6.0</c:v>
                </c:pt>
                <c:pt idx="406">
                  <c:v>6.0</c:v>
                </c:pt>
                <c:pt idx="407">
                  <c:v>6.0</c:v>
                </c:pt>
                <c:pt idx="408">
                  <c:v>6.0</c:v>
                </c:pt>
                <c:pt idx="409">
                  <c:v>6.0</c:v>
                </c:pt>
                <c:pt idx="410">
                  <c:v>6.0</c:v>
                </c:pt>
                <c:pt idx="411">
                  <c:v>6.0</c:v>
                </c:pt>
                <c:pt idx="412">
                  <c:v>6.0</c:v>
                </c:pt>
                <c:pt idx="413">
                  <c:v>6.0</c:v>
                </c:pt>
                <c:pt idx="414">
                  <c:v>6.0</c:v>
                </c:pt>
                <c:pt idx="415">
                  <c:v>6.0</c:v>
                </c:pt>
                <c:pt idx="416">
                  <c:v>6.0</c:v>
                </c:pt>
                <c:pt idx="417">
                  <c:v>6.0</c:v>
                </c:pt>
                <c:pt idx="418">
                  <c:v>6.0</c:v>
                </c:pt>
                <c:pt idx="419">
                  <c:v>6.0</c:v>
                </c:pt>
                <c:pt idx="420">
                  <c:v>6.0</c:v>
                </c:pt>
                <c:pt idx="421">
                  <c:v>6.0</c:v>
                </c:pt>
                <c:pt idx="422">
                  <c:v>6.0</c:v>
                </c:pt>
                <c:pt idx="423">
                  <c:v>6.0</c:v>
                </c:pt>
                <c:pt idx="424">
                  <c:v>6.0</c:v>
                </c:pt>
                <c:pt idx="425">
                  <c:v>6.0</c:v>
                </c:pt>
                <c:pt idx="426">
                  <c:v>6.0</c:v>
                </c:pt>
                <c:pt idx="427">
                  <c:v>6.0</c:v>
                </c:pt>
                <c:pt idx="428">
                  <c:v>6.0</c:v>
                </c:pt>
                <c:pt idx="429">
                  <c:v>6.0</c:v>
                </c:pt>
                <c:pt idx="430">
                  <c:v>6.0</c:v>
                </c:pt>
                <c:pt idx="431">
                  <c:v>6.0</c:v>
                </c:pt>
                <c:pt idx="432">
                  <c:v>6.0</c:v>
                </c:pt>
                <c:pt idx="433">
                  <c:v>6.0</c:v>
                </c:pt>
                <c:pt idx="434">
                  <c:v>6.0</c:v>
                </c:pt>
                <c:pt idx="435">
                  <c:v>6.0</c:v>
                </c:pt>
                <c:pt idx="436">
                  <c:v>6.0</c:v>
                </c:pt>
                <c:pt idx="437">
                  <c:v>6.0</c:v>
                </c:pt>
                <c:pt idx="438">
                  <c:v>6.0</c:v>
                </c:pt>
                <c:pt idx="439">
                  <c:v>6.0</c:v>
                </c:pt>
                <c:pt idx="440">
                  <c:v>6.0</c:v>
                </c:pt>
                <c:pt idx="441">
                  <c:v>6.0</c:v>
                </c:pt>
                <c:pt idx="442">
                  <c:v>6.0</c:v>
                </c:pt>
                <c:pt idx="443">
                  <c:v>6.0</c:v>
                </c:pt>
                <c:pt idx="444">
                  <c:v>6.0</c:v>
                </c:pt>
                <c:pt idx="445">
                  <c:v>6.0</c:v>
                </c:pt>
                <c:pt idx="446">
                  <c:v>6.0</c:v>
                </c:pt>
                <c:pt idx="447">
                  <c:v>6.0</c:v>
                </c:pt>
                <c:pt idx="448">
                  <c:v>6.0</c:v>
                </c:pt>
                <c:pt idx="449">
                  <c:v>6.0</c:v>
                </c:pt>
                <c:pt idx="450">
                  <c:v>6.0</c:v>
                </c:pt>
                <c:pt idx="451">
                  <c:v>6.0</c:v>
                </c:pt>
                <c:pt idx="452">
                  <c:v>6.0</c:v>
                </c:pt>
                <c:pt idx="453">
                  <c:v>6.0</c:v>
                </c:pt>
                <c:pt idx="454">
                  <c:v>6.0</c:v>
                </c:pt>
                <c:pt idx="455">
                  <c:v>6.0</c:v>
                </c:pt>
                <c:pt idx="456">
                  <c:v>6.0</c:v>
                </c:pt>
                <c:pt idx="457">
                  <c:v>6.0</c:v>
                </c:pt>
                <c:pt idx="458">
                  <c:v>6.0</c:v>
                </c:pt>
                <c:pt idx="459">
                  <c:v>6.0</c:v>
                </c:pt>
                <c:pt idx="460">
                  <c:v>6.0</c:v>
                </c:pt>
                <c:pt idx="461">
                  <c:v>6.0</c:v>
                </c:pt>
                <c:pt idx="462">
                  <c:v>6.0</c:v>
                </c:pt>
                <c:pt idx="463">
                  <c:v>6.0</c:v>
                </c:pt>
                <c:pt idx="464">
                  <c:v>6.0</c:v>
                </c:pt>
                <c:pt idx="465">
                  <c:v>6.0</c:v>
                </c:pt>
                <c:pt idx="466">
                  <c:v>6.0</c:v>
                </c:pt>
                <c:pt idx="467">
                  <c:v>6.0</c:v>
                </c:pt>
                <c:pt idx="468">
                  <c:v>6.0</c:v>
                </c:pt>
                <c:pt idx="469">
                  <c:v>6.0</c:v>
                </c:pt>
                <c:pt idx="470">
                  <c:v>6.0</c:v>
                </c:pt>
                <c:pt idx="471">
                  <c:v>6.0</c:v>
                </c:pt>
                <c:pt idx="472">
                  <c:v>6.0</c:v>
                </c:pt>
                <c:pt idx="473">
                  <c:v>6.0</c:v>
                </c:pt>
                <c:pt idx="474">
                  <c:v>6.0</c:v>
                </c:pt>
                <c:pt idx="475">
                  <c:v>6.0</c:v>
                </c:pt>
                <c:pt idx="476">
                  <c:v>6.0</c:v>
                </c:pt>
                <c:pt idx="477">
                  <c:v>6.0</c:v>
                </c:pt>
                <c:pt idx="478">
                  <c:v>6.0</c:v>
                </c:pt>
                <c:pt idx="479">
                  <c:v>6.0</c:v>
                </c:pt>
                <c:pt idx="480">
                  <c:v>6.0</c:v>
                </c:pt>
                <c:pt idx="481">
                  <c:v>6.0</c:v>
                </c:pt>
                <c:pt idx="482">
                  <c:v>6.0</c:v>
                </c:pt>
                <c:pt idx="483">
                  <c:v>6.0</c:v>
                </c:pt>
                <c:pt idx="484">
                  <c:v>6.0</c:v>
                </c:pt>
                <c:pt idx="485">
                  <c:v>6.0</c:v>
                </c:pt>
                <c:pt idx="486">
                  <c:v>6.0</c:v>
                </c:pt>
                <c:pt idx="487">
                  <c:v>6.0</c:v>
                </c:pt>
                <c:pt idx="488">
                  <c:v>6.0</c:v>
                </c:pt>
                <c:pt idx="489">
                  <c:v>6.0</c:v>
                </c:pt>
                <c:pt idx="490">
                  <c:v>6.0</c:v>
                </c:pt>
                <c:pt idx="491">
                  <c:v>6.0</c:v>
                </c:pt>
                <c:pt idx="492">
                  <c:v>6.0</c:v>
                </c:pt>
                <c:pt idx="493">
                  <c:v>6.0</c:v>
                </c:pt>
                <c:pt idx="494">
                  <c:v>6.0</c:v>
                </c:pt>
                <c:pt idx="495">
                  <c:v>6.0</c:v>
                </c:pt>
                <c:pt idx="496">
                  <c:v>6.0</c:v>
                </c:pt>
                <c:pt idx="497">
                  <c:v>6.0</c:v>
                </c:pt>
                <c:pt idx="498">
                  <c:v>6.0</c:v>
                </c:pt>
                <c:pt idx="499">
                  <c:v>6.0</c:v>
                </c:pt>
                <c:pt idx="500">
                  <c:v>6.0</c:v>
                </c:pt>
                <c:pt idx="501">
                  <c:v>6.0</c:v>
                </c:pt>
                <c:pt idx="502">
                  <c:v>6.0</c:v>
                </c:pt>
                <c:pt idx="503">
                  <c:v>6.0</c:v>
                </c:pt>
                <c:pt idx="504">
                  <c:v>6.0</c:v>
                </c:pt>
                <c:pt idx="505">
                  <c:v>6.0</c:v>
                </c:pt>
                <c:pt idx="506">
                  <c:v>6.0</c:v>
                </c:pt>
                <c:pt idx="507">
                  <c:v>6.0</c:v>
                </c:pt>
                <c:pt idx="508">
                  <c:v>6.0</c:v>
                </c:pt>
                <c:pt idx="509">
                  <c:v>6.0</c:v>
                </c:pt>
                <c:pt idx="510">
                  <c:v>6.0</c:v>
                </c:pt>
                <c:pt idx="511">
                  <c:v>6.0</c:v>
                </c:pt>
                <c:pt idx="512">
                  <c:v>6.0</c:v>
                </c:pt>
                <c:pt idx="513">
                  <c:v>6.0</c:v>
                </c:pt>
                <c:pt idx="514">
                  <c:v>6.0</c:v>
                </c:pt>
                <c:pt idx="515">
                  <c:v>6.0</c:v>
                </c:pt>
                <c:pt idx="516">
                  <c:v>6.0</c:v>
                </c:pt>
                <c:pt idx="517">
                  <c:v>6.0</c:v>
                </c:pt>
                <c:pt idx="518">
                  <c:v>6.0</c:v>
                </c:pt>
                <c:pt idx="519">
                  <c:v>6.0</c:v>
                </c:pt>
                <c:pt idx="520">
                  <c:v>6.0</c:v>
                </c:pt>
                <c:pt idx="521">
                  <c:v>6.0</c:v>
                </c:pt>
                <c:pt idx="522">
                  <c:v>6.0</c:v>
                </c:pt>
                <c:pt idx="523">
                  <c:v>6.0</c:v>
                </c:pt>
                <c:pt idx="524">
                  <c:v>6.0</c:v>
                </c:pt>
                <c:pt idx="525">
                  <c:v>6.0</c:v>
                </c:pt>
                <c:pt idx="526">
                  <c:v>6.0</c:v>
                </c:pt>
                <c:pt idx="527">
                  <c:v>6.0</c:v>
                </c:pt>
                <c:pt idx="528">
                  <c:v>6.0</c:v>
                </c:pt>
                <c:pt idx="529">
                  <c:v>6.0</c:v>
                </c:pt>
                <c:pt idx="530">
                  <c:v>6.0</c:v>
                </c:pt>
                <c:pt idx="531">
                  <c:v>6.0</c:v>
                </c:pt>
                <c:pt idx="532">
                  <c:v>6.0</c:v>
                </c:pt>
                <c:pt idx="533">
                  <c:v>6.0</c:v>
                </c:pt>
                <c:pt idx="534">
                  <c:v>6.0</c:v>
                </c:pt>
                <c:pt idx="535">
                  <c:v>6.0</c:v>
                </c:pt>
                <c:pt idx="536">
                  <c:v>6.0</c:v>
                </c:pt>
                <c:pt idx="537">
                  <c:v>6.0</c:v>
                </c:pt>
                <c:pt idx="538">
                  <c:v>6.0</c:v>
                </c:pt>
                <c:pt idx="539">
                  <c:v>6.0</c:v>
                </c:pt>
                <c:pt idx="540">
                  <c:v>6.0</c:v>
                </c:pt>
                <c:pt idx="541">
                  <c:v>6.0</c:v>
                </c:pt>
                <c:pt idx="542">
                  <c:v>6.0</c:v>
                </c:pt>
                <c:pt idx="543">
                  <c:v>6.0</c:v>
                </c:pt>
                <c:pt idx="544">
                  <c:v>6.0</c:v>
                </c:pt>
                <c:pt idx="545">
                  <c:v>6.0</c:v>
                </c:pt>
                <c:pt idx="546">
                  <c:v>6.0</c:v>
                </c:pt>
                <c:pt idx="547">
                  <c:v>6.0</c:v>
                </c:pt>
                <c:pt idx="548">
                  <c:v>6.0</c:v>
                </c:pt>
                <c:pt idx="549">
                  <c:v>6.0</c:v>
                </c:pt>
                <c:pt idx="550">
                  <c:v>6.0</c:v>
                </c:pt>
                <c:pt idx="551">
                  <c:v>6.0</c:v>
                </c:pt>
                <c:pt idx="552">
                  <c:v>6.0</c:v>
                </c:pt>
                <c:pt idx="553">
                  <c:v>6.0</c:v>
                </c:pt>
                <c:pt idx="554">
                  <c:v>6.0</c:v>
                </c:pt>
                <c:pt idx="555">
                  <c:v>6.0</c:v>
                </c:pt>
                <c:pt idx="556">
                  <c:v>6.0</c:v>
                </c:pt>
                <c:pt idx="557">
                  <c:v>6.0</c:v>
                </c:pt>
                <c:pt idx="558">
                  <c:v>6.0</c:v>
                </c:pt>
                <c:pt idx="559">
                  <c:v>6.0</c:v>
                </c:pt>
                <c:pt idx="560">
                  <c:v>6.0</c:v>
                </c:pt>
                <c:pt idx="561">
                  <c:v>6.0</c:v>
                </c:pt>
                <c:pt idx="562">
                  <c:v>6.0</c:v>
                </c:pt>
                <c:pt idx="563">
                  <c:v>6.0</c:v>
                </c:pt>
                <c:pt idx="564">
                  <c:v>6.0</c:v>
                </c:pt>
                <c:pt idx="565">
                  <c:v>6.0</c:v>
                </c:pt>
                <c:pt idx="566">
                  <c:v>6.0</c:v>
                </c:pt>
                <c:pt idx="567">
                  <c:v>6.0</c:v>
                </c:pt>
                <c:pt idx="568">
                  <c:v>6.0</c:v>
                </c:pt>
                <c:pt idx="569">
                  <c:v>6.0</c:v>
                </c:pt>
                <c:pt idx="570">
                  <c:v>6.0</c:v>
                </c:pt>
                <c:pt idx="571">
                  <c:v>6.0</c:v>
                </c:pt>
                <c:pt idx="572">
                  <c:v>6.0</c:v>
                </c:pt>
                <c:pt idx="573">
                  <c:v>6.0</c:v>
                </c:pt>
                <c:pt idx="574">
                  <c:v>6.0</c:v>
                </c:pt>
                <c:pt idx="575">
                  <c:v>6.0</c:v>
                </c:pt>
                <c:pt idx="576">
                  <c:v>6.0</c:v>
                </c:pt>
                <c:pt idx="577">
                  <c:v>6.0</c:v>
                </c:pt>
                <c:pt idx="578">
                  <c:v>6.0</c:v>
                </c:pt>
                <c:pt idx="579">
                  <c:v>6.0</c:v>
                </c:pt>
                <c:pt idx="580">
                  <c:v>6.0</c:v>
                </c:pt>
                <c:pt idx="581">
                  <c:v>6.0</c:v>
                </c:pt>
                <c:pt idx="582">
                  <c:v>6.0</c:v>
                </c:pt>
                <c:pt idx="583">
                  <c:v>6.0</c:v>
                </c:pt>
                <c:pt idx="584">
                  <c:v>6.0</c:v>
                </c:pt>
                <c:pt idx="585">
                  <c:v>6.0</c:v>
                </c:pt>
                <c:pt idx="586">
                  <c:v>6.0</c:v>
                </c:pt>
                <c:pt idx="587">
                  <c:v>6.0</c:v>
                </c:pt>
                <c:pt idx="588">
                  <c:v>6.0</c:v>
                </c:pt>
                <c:pt idx="589">
                  <c:v>6.0</c:v>
                </c:pt>
                <c:pt idx="590">
                  <c:v>6.0</c:v>
                </c:pt>
                <c:pt idx="591">
                  <c:v>6.0</c:v>
                </c:pt>
                <c:pt idx="592">
                  <c:v>6.0</c:v>
                </c:pt>
                <c:pt idx="593">
                  <c:v>6.0</c:v>
                </c:pt>
                <c:pt idx="594">
                  <c:v>6.0</c:v>
                </c:pt>
                <c:pt idx="595">
                  <c:v>6.0</c:v>
                </c:pt>
                <c:pt idx="596">
                  <c:v>6.0</c:v>
                </c:pt>
                <c:pt idx="597">
                  <c:v>6.0</c:v>
                </c:pt>
                <c:pt idx="598">
                  <c:v>6.0</c:v>
                </c:pt>
                <c:pt idx="599">
                  <c:v>6.0</c:v>
                </c:pt>
                <c:pt idx="600">
                  <c:v>6.0</c:v>
                </c:pt>
                <c:pt idx="601">
                  <c:v>6.0</c:v>
                </c:pt>
                <c:pt idx="602">
                  <c:v>6.0</c:v>
                </c:pt>
                <c:pt idx="603">
                  <c:v>6.0</c:v>
                </c:pt>
                <c:pt idx="604">
                  <c:v>6.0</c:v>
                </c:pt>
                <c:pt idx="605">
                  <c:v>6.0</c:v>
                </c:pt>
                <c:pt idx="606">
                  <c:v>6.0</c:v>
                </c:pt>
                <c:pt idx="607">
                  <c:v>6.0</c:v>
                </c:pt>
                <c:pt idx="608">
                  <c:v>6.0</c:v>
                </c:pt>
                <c:pt idx="609">
                  <c:v>6.0</c:v>
                </c:pt>
                <c:pt idx="610">
                  <c:v>6.0</c:v>
                </c:pt>
                <c:pt idx="611">
                  <c:v>6.0</c:v>
                </c:pt>
                <c:pt idx="612">
                  <c:v>6.0</c:v>
                </c:pt>
                <c:pt idx="613">
                  <c:v>6.0</c:v>
                </c:pt>
                <c:pt idx="614">
                  <c:v>6.0</c:v>
                </c:pt>
                <c:pt idx="615">
                  <c:v>6.0</c:v>
                </c:pt>
                <c:pt idx="616">
                  <c:v>6.0</c:v>
                </c:pt>
                <c:pt idx="617">
                  <c:v>6.0</c:v>
                </c:pt>
                <c:pt idx="618">
                  <c:v>6.0</c:v>
                </c:pt>
                <c:pt idx="619">
                  <c:v>6.0</c:v>
                </c:pt>
                <c:pt idx="620">
                  <c:v>6.0</c:v>
                </c:pt>
                <c:pt idx="621">
                  <c:v>6.0</c:v>
                </c:pt>
                <c:pt idx="622">
                  <c:v>6.0</c:v>
                </c:pt>
                <c:pt idx="623">
                  <c:v>6.0</c:v>
                </c:pt>
                <c:pt idx="624">
                  <c:v>6.0</c:v>
                </c:pt>
                <c:pt idx="625">
                  <c:v>6.0</c:v>
                </c:pt>
                <c:pt idx="626">
                  <c:v>6.0</c:v>
                </c:pt>
                <c:pt idx="627">
                  <c:v>6.0</c:v>
                </c:pt>
                <c:pt idx="628">
                  <c:v>6.0</c:v>
                </c:pt>
                <c:pt idx="629">
                  <c:v>6.0</c:v>
                </c:pt>
                <c:pt idx="630">
                  <c:v>6.0</c:v>
                </c:pt>
                <c:pt idx="631">
                  <c:v>6.0</c:v>
                </c:pt>
                <c:pt idx="632">
                  <c:v>6.0</c:v>
                </c:pt>
                <c:pt idx="633">
                  <c:v>6.0</c:v>
                </c:pt>
                <c:pt idx="634">
                  <c:v>6.0</c:v>
                </c:pt>
                <c:pt idx="635">
                  <c:v>6.0</c:v>
                </c:pt>
                <c:pt idx="636">
                  <c:v>6.0</c:v>
                </c:pt>
                <c:pt idx="637">
                  <c:v>6.0</c:v>
                </c:pt>
                <c:pt idx="638">
                  <c:v>6.0</c:v>
                </c:pt>
                <c:pt idx="639">
                  <c:v>6.0</c:v>
                </c:pt>
                <c:pt idx="640">
                  <c:v>6.0</c:v>
                </c:pt>
                <c:pt idx="641">
                  <c:v>6.0</c:v>
                </c:pt>
                <c:pt idx="642">
                  <c:v>6.0</c:v>
                </c:pt>
                <c:pt idx="643">
                  <c:v>6.0</c:v>
                </c:pt>
                <c:pt idx="644">
                  <c:v>6.0</c:v>
                </c:pt>
                <c:pt idx="645">
                  <c:v>6.0</c:v>
                </c:pt>
                <c:pt idx="646">
                  <c:v>6.0</c:v>
                </c:pt>
                <c:pt idx="647">
                  <c:v>6.0</c:v>
                </c:pt>
                <c:pt idx="648">
                  <c:v>6.0</c:v>
                </c:pt>
                <c:pt idx="649">
                  <c:v>6.0</c:v>
                </c:pt>
                <c:pt idx="650">
                  <c:v>6.0</c:v>
                </c:pt>
                <c:pt idx="651">
                  <c:v>6.0</c:v>
                </c:pt>
                <c:pt idx="652">
                  <c:v>6.0</c:v>
                </c:pt>
                <c:pt idx="653">
                  <c:v>6.0</c:v>
                </c:pt>
                <c:pt idx="654">
                  <c:v>6.0</c:v>
                </c:pt>
                <c:pt idx="655">
                  <c:v>6.0</c:v>
                </c:pt>
                <c:pt idx="656">
                  <c:v>6.0</c:v>
                </c:pt>
                <c:pt idx="657">
                  <c:v>6.0</c:v>
                </c:pt>
                <c:pt idx="658">
                  <c:v>6.0</c:v>
                </c:pt>
                <c:pt idx="659">
                  <c:v>6.0</c:v>
                </c:pt>
                <c:pt idx="660">
                  <c:v>6.0</c:v>
                </c:pt>
                <c:pt idx="661">
                  <c:v>6.0</c:v>
                </c:pt>
                <c:pt idx="662">
                  <c:v>6.0</c:v>
                </c:pt>
                <c:pt idx="663">
                  <c:v>6.0</c:v>
                </c:pt>
                <c:pt idx="664">
                  <c:v>6.0</c:v>
                </c:pt>
                <c:pt idx="665">
                  <c:v>6.0</c:v>
                </c:pt>
                <c:pt idx="666">
                  <c:v>6.0</c:v>
                </c:pt>
                <c:pt idx="667">
                  <c:v>6.0</c:v>
                </c:pt>
                <c:pt idx="668">
                  <c:v>6.0</c:v>
                </c:pt>
                <c:pt idx="669">
                  <c:v>6.0</c:v>
                </c:pt>
                <c:pt idx="670">
                  <c:v>6.0</c:v>
                </c:pt>
                <c:pt idx="671">
                  <c:v>6.0</c:v>
                </c:pt>
                <c:pt idx="672">
                  <c:v>6.0</c:v>
                </c:pt>
                <c:pt idx="673">
                  <c:v>6.0</c:v>
                </c:pt>
                <c:pt idx="674">
                  <c:v>6.0</c:v>
                </c:pt>
                <c:pt idx="675">
                  <c:v>6.0</c:v>
                </c:pt>
                <c:pt idx="676">
                  <c:v>6.0</c:v>
                </c:pt>
                <c:pt idx="677">
                  <c:v>6.0</c:v>
                </c:pt>
                <c:pt idx="678">
                  <c:v>6.0</c:v>
                </c:pt>
                <c:pt idx="679">
                  <c:v>6.0</c:v>
                </c:pt>
                <c:pt idx="680">
                  <c:v>6.0</c:v>
                </c:pt>
                <c:pt idx="681">
                  <c:v>6.0</c:v>
                </c:pt>
                <c:pt idx="682">
                  <c:v>6.0</c:v>
                </c:pt>
                <c:pt idx="683">
                  <c:v>6.0</c:v>
                </c:pt>
                <c:pt idx="684">
                  <c:v>6.0</c:v>
                </c:pt>
                <c:pt idx="685">
                  <c:v>6.0</c:v>
                </c:pt>
                <c:pt idx="686">
                  <c:v>6.0</c:v>
                </c:pt>
                <c:pt idx="687">
                  <c:v>6.0</c:v>
                </c:pt>
                <c:pt idx="688">
                  <c:v>6.0</c:v>
                </c:pt>
                <c:pt idx="689">
                  <c:v>6.0</c:v>
                </c:pt>
                <c:pt idx="690">
                  <c:v>6.0</c:v>
                </c:pt>
                <c:pt idx="691">
                  <c:v>6.0</c:v>
                </c:pt>
                <c:pt idx="692">
                  <c:v>6.0</c:v>
                </c:pt>
                <c:pt idx="693">
                  <c:v>6.0</c:v>
                </c:pt>
                <c:pt idx="694">
                  <c:v>6.0</c:v>
                </c:pt>
                <c:pt idx="695">
                  <c:v>6.0</c:v>
                </c:pt>
                <c:pt idx="696">
                  <c:v>6.0</c:v>
                </c:pt>
                <c:pt idx="697">
                  <c:v>6.0</c:v>
                </c:pt>
                <c:pt idx="698">
                  <c:v>6.0</c:v>
                </c:pt>
                <c:pt idx="699">
                  <c:v>6.0</c:v>
                </c:pt>
                <c:pt idx="700">
                  <c:v>6.0</c:v>
                </c:pt>
                <c:pt idx="701">
                  <c:v>6.0</c:v>
                </c:pt>
                <c:pt idx="702">
                  <c:v>6.0</c:v>
                </c:pt>
                <c:pt idx="703">
                  <c:v>6.0</c:v>
                </c:pt>
                <c:pt idx="704">
                  <c:v>6.0</c:v>
                </c:pt>
                <c:pt idx="705">
                  <c:v>6.0</c:v>
                </c:pt>
                <c:pt idx="706">
                  <c:v>6.0</c:v>
                </c:pt>
                <c:pt idx="707">
                  <c:v>6.0</c:v>
                </c:pt>
                <c:pt idx="708">
                  <c:v>6.0</c:v>
                </c:pt>
                <c:pt idx="709">
                  <c:v>6.0</c:v>
                </c:pt>
                <c:pt idx="710">
                  <c:v>6.0</c:v>
                </c:pt>
                <c:pt idx="711">
                  <c:v>6.0</c:v>
                </c:pt>
                <c:pt idx="712">
                  <c:v>6.0</c:v>
                </c:pt>
                <c:pt idx="713">
                  <c:v>6.0</c:v>
                </c:pt>
                <c:pt idx="714">
                  <c:v>6.0</c:v>
                </c:pt>
                <c:pt idx="715">
                  <c:v>6.0</c:v>
                </c:pt>
                <c:pt idx="716">
                  <c:v>6.0</c:v>
                </c:pt>
                <c:pt idx="717">
                  <c:v>6.0</c:v>
                </c:pt>
                <c:pt idx="718">
                  <c:v>6.0</c:v>
                </c:pt>
                <c:pt idx="719">
                  <c:v>6.0</c:v>
                </c:pt>
                <c:pt idx="720">
                  <c:v>6.0</c:v>
                </c:pt>
                <c:pt idx="721">
                  <c:v>6.0</c:v>
                </c:pt>
                <c:pt idx="722">
                  <c:v>6.0</c:v>
                </c:pt>
                <c:pt idx="723">
                  <c:v>6.0</c:v>
                </c:pt>
                <c:pt idx="724">
                  <c:v>6.0</c:v>
                </c:pt>
                <c:pt idx="725">
                  <c:v>6.0</c:v>
                </c:pt>
                <c:pt idx="726">
                  <c:v>6.0</c:v>
                </c:pt>
                <c:pt idx="727">
                  <c:v>6.0</c:v>
                </c:pt>
                <c:pt idx="728">
                  <c:v>6.0</c:v>
                </c:pt>
                <c:pt idx="729">
                  <c:v>6.0</c:v>
                </c:pt>
                <c:pt idx="730">
                  <c:v>6.0</c:v>
                </c:pt>
                <c:pt idx="731">
                  <c:v>6.0</c:v>
                </c:pt>
                <c:pt idx="732">
                  <c:v>6.0</c:v>
                </c:pt>
                <c:pt idx="733">
                  <c:v>6.0</c:v>
                </c:pt>
                <c:pt idx="734">
                  <c:v>6.0</c:v>
                </c:pt>
                <c:pt idx="735">
                  <c:v>6.0</c:v>
                </c:pt>
                <c:pt idx="736">
                  <c:v>6.0</c:v>
                </c:pt>
                <c:pt idx="737">
                  <c:v>6.0</c:v>
                </c:pt>
                <c:pt idx="738">
                  <c:v>6.0</c:v>
                </c:pt>
                <c:pt idx="739">
                  <c:v>6.0</c:v>
                </c:pt>
                <c:pt idx="740">
                  <c:v>6.0</c:v>
                </c:pt>
                <c:pt idx="741">
                  <c:v>6.0</c:v>
                </c:pt>
                <c:pt idx="742">
                  <c:v>6.0</c:v>
                </c:pt>
                <c:pt idx="743">
                  <c:v>6.0</c:v>
                </c:pt>
                <c:pt idx="744">
                  <c:v>6.0</c:v>
                </c:pt>
                <c:pt idx="745">
                  <c:v>6.0</c:v>
                </c:pt>
                <c:pt idx="746">
                  <c:v>6.0</c:v>
                </c:pt>
                <c:pt idx="747">
                  <c:v>6.0</c:v>
                </c:pt>
                <c:pt idx="748">
                  <c:v>6.0</c:v>
                </c:pt>
                <c:pt idx="749">
                  <c:v>6.0</c:v>
                </c:pt>
                <c:pt idx="750">
                  <c:v>6.0</c:v>
                </c:pt>
                <c:pt idx="751">
                  <c:v>6.0</c:v>
                </c:pt>
                <c:pt idx="752">
                  <c:v>6.0</c:v>
                </c:pt>
                <c:pt idx="753">
                  <c:v>6.0</c:v>
                </c:pt>
                <c:pt idx="754">
                  <c:v>6.0</c:v>
                </c:pt>
                <c:pt idx="755">
                  <c:v>6.0</c:v>
                </c:pt>
                <c:pt idx="756">
                  <c:v>6.0</c:v>
                </c:pt>
                <c:pt idx="757">
                  <c:v>6.0</c:v>
                </c:pt>
                <c:pt idx="758">
                  <c:v>6.0</c:v>
                </c:pt>
                <c:pt idx="759">
                  <c:v>6.0</c:v>
                </c:pt>
                <c:pt idx="760">
                  <c:v>6.0</c:v>
                </c:pt>
                <c:pt idx="761">
                  <c:v>6.0</c:v>
                </c:pt>
                <c:pt idx="762">
                  <c:v>6.0</c:v>
                </c:pt>
                <c:pt idx="763">
                  <c:v>6.0</c:v>
                </c:pt>
                <c:pt idx="764">
                  <c:v>6.0</c:v>
                </c:pt>
                <c:pt idx="765">
                  <c:v>6.0</c:v>
                </c:pt>
                <c:pt idx="766">
                  <c:v>6.0</c:v>
                </c:pt>
                <c:pt idx="767">
                  <c:v>6.0</c:v>
                </c:pt>
                <c:pt idx="768">
                  <c:v>6.0</c:v>
                </c:pt>
                <c:pt idx="769">
                  <c:v>6.0</c:v>
                </c:pt>
                <c:pt idx="770">
                  <c:v>6.0</c:v>
                </c:pt>
                <c:pt idx="771">
                  <c:v>6.0</c:v>
                </c:pt>
                <c:pt idx="772">
                  <c:v>6.0</c:v>
                </c:pt>
                <c:pt idx="773">
                  <c:v>6.0</c:v>
                </c:pt>
                <c:pt idx="774">
                  <c:v>6.0</c:v>
                </c:pt>
                <c:pt idx="775">
                  <c:v>6.0</c:v>
                </c:pt>
                <c:pt idx="776">
                  <c:v>6.0</c:v>
                </c:pt>
                <c:pt idx="777">
                  <c:v>6.0</c:v>
                </c:pt>
                <c:pt idx="778">
                  <c:v>6.0</c:v>
                </c:pt>
                <c:pt idx="779">
                  <c:v>6.0</c:v>
                </c:pt>
                <c:pt idx="780">
                  <c:v>6.0</c:v>
                </c:pt>
                <c:pt idx="781">
                  <c:v>6.0</c:v>
                </c:pt>
                <c:pt idx="782">
                  <c:v>6.0</c:v>
                </c:pt>
                <c:pt idx="783">
                  <c:v>6.0</c:v>
                </c:pt>
                <c:pt idx="784">
                  <c:v>6.0</c:v>
                </c:pt>
                <c:pt idx="785">
                  <c:v>6.0</c:v>
                </c:pt>
                <c:pt idx="786">
                  <c:v>6.0</c:v>
                </c:pt>
                <c:pt idx="787">
                  <c:v>6.0</c:v>
                </c:pt>
                <c:pt idx="788">
                  <c:v>6.0</c:v>
                </c:pt>
                <c:pt idx="789">
                  <c:v>6.0</c:v>
                </c:pt>
                <c:pt idx="790">
                  <c:v>6.0</c:v>
                </c:pt>
                <c:pt idx="791">
                  <c:v>6.0</c:v>
                </c:pt>
                <c:pt idx="792">
                  <c:v>6.0</c:v>
                </c:pt>
                <c:pt idx="793">
                  <c:v>6.0</c:v>
                </c:pt>
                <c:pt idx="794">
                  <c:v>6.0</c:v>
                </c:pt>
                <c:pt idx="795">
                  <c:v>6.0</c:v>
                </c:pt>
                <c:pt idx="796">
                  <c:v>6.0</c:v>
                </c:pt>
                <c:pt idx="797">
                  <c:v>6.0</c:v>
                </c:pt>
                <c:pt idx="798">
                  <c:v>6.0</c:v>
                </c:pt>
                <c:pt idx="799">
                  <c:v>6.0</c:v>
                </c:pt>
                <c:pt idx="800">
                  <c:v>6.0</c:v>
                </c:pt>
                <c:pt idx="801">
                  <c:v>6.0</c:v>
                </c:pt>
                <c:pt idx="802">
                  <c:v>6.0</c:v>
                </c:pt>
                <c:pt idx="803">
                  <c:v>6.0</c:v>
                </c:pt>
                <c:pt idx="804">
                  <c:v>6.0</c:v>
                </c:pt>
                <c:pt idx="805">
                  <c:v>6.0</c:v>
                </c:pt>
                <c:pt idx="806">
                  <c:v>6.0</c:v>
                </c:pt>
                <c:pt idx="807">
                  <c:v>6.0</c:v>
                </c:pt>
                <c:pt idx="808">
                  <c:v>6.0</c:v>
                </c:pt>
                <c:pt idx="809">
                  <c:v>6.0</c:v>
                </c:pt>
                <c:pt idx="810">
                  <c:v>6.0</c:v>
                </c:pt>
                <c:pt idx="811">
                  <c:v>6.0</c:v>
                </c:pt>
                <c:pt idx="812">
                  <c:v>6.0</c:v>
                </c:pt>
                <c:pt idx="813">
                  <c:v>6.0</c:v>
                </c:pt>
                <c:pt idx="814">
                  <c:v>6.0</c:v>
                </c:pt>
                <c:pt idx="815">
                  <c:v>6.0</c:v>
                </c:pt>
                <c:pt idx="816">
                  <c:v>6.0</c:v>
                </c:pt>
                <c:pt idx="817">
                  <c:v>6.0</c:v>
                </c:pt>
                <c:pt idx="818">
                  <c:v>6.0</c:v>
                </c:pt>
                <c:pt idx="819">
                  <c:v>6.0</c:v>
                </c:pt>
                <c:pt idx="820">
                  <c:v>6.0</c:v>
                </c:pt>
                <c:pt idx="821">
                  <c:v>6.0</c:v>
                </c:pt>
                <c:pt idx="822">
                  <c:v>6.0</c:v>
                </c:pt>
                <c:pt idx="823">
                  <c:v>6.0</c:v>
                </c:pt>
                <c:pt idx="824">
                  <c:v>6.0</c:v>
                </c:pt>
                <c:pt idx="825">
                  <c:v>6.0</c:v>
                </c:pt>
                <c:pt idx="826">
                  <c:v>6.0</c:v>
                </c:pt>
                <c:pt idx="827">
                  <c:v>6.0</c:v>
                </c:pt>
                <c:pt idx="828">
                  <c:v>6.0</c:v>
                </c:pt>
                <c:pt idx="829">
                  <c:v>6.0</c:v>
                </c:pt>
                <c:pt idx="830">
                  <c:v>6.0</c:v>
                </c:pt>
                <c:pt idx="831">
                  <c:v>6.0</c:v>
                </c:pt>
                <c:pt idx="832">
                  <c:v>6.0</c:v>
                </c:pt>
                <c:pt idx="833">
                  <c:v>6.0</c:v>
                </c:pt>
                <c:pt idx="834">
                  <c:v>6.0</c:v>
                </c:pt>
                <c:pt idx="835">
                  <c:v>6.0</c:v>
                </c:pt>
                <c:pt idx="836">
                  <c:v>6.0</c:v>
                </c:pt>
                <c:pt idx="837">
                  <c:v>6.0</c:v>
                </c:pt>
                <c:pt idx="838">
                  <c:v>6.0</c:v>
                </c:pt>
                <c:pt idx="839">
                  <c:v>6.0</c:v>
                </c:pt>
                <c:pt idx="840">
                  <c:v>6.0</c:v>
                </c:pt>
                <c:pt idx="841">
                  <c:v>6.0</c:v>
                </c:pt>
                <c:pt idx="842">
                  <c:v>6.0</c:v>
                </c:pt>
                <c:pt idx="843">
                  <c:v>6.0</c:v>
                </c:pt>
                <c:pt idx="844">
                  <c:v>6.0</c:v>
                </c:pt>
                <c:pt idx="845">
                  <c:v>6.0</c:v>
                </c:pt>
                <c:pt idx="846">
                  <c:v>6.0</c:v>
                </c:pt>
                <c:pt idx="847">
                  <c:v>6.0</c:v>
                </c:pt>
                <c:pt idx="848">
                  <c:v>6.0</c:v>
                </c:pt>
                <c:pt idx="849">
                  <c:v>6.0</c:v>
                </c:pt>
                <c:pt idx="850">
                  <c:v>6.0</c:v>
                </c:pt>
                <c:pt idx="851">
                  <c:v>6.0</c:v>
                </c:pt>
                <c:pt idx="852">
                  <c:v>6.0</c:v>
                </c:pt>
                <c:pt idx="853">
                  <c:v>6.0</c:v>
                </c:pt>
                <c:pt idx="854">
                  <c:v>6.0</c:v>
                </c:pt>
                <c:pt idx="855">
                  <c:v>6.0</c:v>
                </c:pt>
                <c:pt idx="856">
                  <c:v>6.0</c:v>
                </c:pt>
                <c:pt idx="857">
                  <c:v>6.0</c:v>
                </c:pt>
                <c:pt idx="858">
                  <c:v>6.0</c:v>
                </c:pt>
                <c:pt idx="859">
                  <c:v>6.0</c:v>
                </c:pt>
                <c:pt idx="860">
                  <c:v>6.0</c:v>
                </c:pt>
                <c:pt idx="861">
                  <c:v>6.0</c:v>
                </c:pt>
                <c:pt idx="862">
                  <c:v>6.0</c:v>
                </c:pt>
                <c:pt idx="863">
                  <c:v>6.0</c:v>
                </c:pt>
                <c:pt idx="864">
                  <c:v>6.0</c:v>
                </c:pt>
                <c:pt idx="865">
                  <c:v>6.0</c:v>
                </c:pt>
                <c:pt idx="866">
                  <c:v>6.0</c:v>
                </c:pt>
                <c:pt idx="867">
                  <c:v>6.0</c:v>
                </c:pt>
                <c:pt idx="868">
                  <c:v>6.0</c:v>
                </c:pt>
                <c:pt idx="869">
                  <c:v>6.0</c:v>
                </c:pt>
                <c:pt idx="870">
                  <c:v>6.0</c:v>
                </c:pt>
                <c:pt idx="871">
                  <c:v>6.0</c:v>
                </c:pt>
                <c:pt idx="872">
                  <c:v>6.0</c:v>
                </c:pt>
                <c:pt idx="873">
                  <c:v>6.0</c:v>
                </c:pt>
                <c:pt idx="874">
                  <c:v>6.0</c:v>
                </c:pt>
                <c:pt idx="875">
                  <c:v>6.0</c:v>
                </c:pt>
                <c:pt idx="876">
                  <c:v>6.0</c:v>
                </c:pt>
                <c:pt idx="877">
                  <c:v>6.0</c:v>
                </c:pt>
                <c:pt idx="878">
                  <c:v>6.0</c:v>
                </c:pt>
                <c:pt idx="879">
                  <c:v>6.0</c:v>
                </c:pt>
                <c:pt idx="880">
                  <c:v>6.0</c:v>
                </c:pt>
                <c:pt idx="881">
                  <c:v>6.0</c:v>
                </c:pt>
                <c:pt idx="882">
                  <c:v>6.0</c:v>
                </c:pt>
                <c:pt idx="883">
                  <c:v>6.0</c:v>
                </c:pt>
                <c:pt idx="884">
                  <c:v>6.0</c:v>
                </c:pt>
                <c:pt idx="885">
                  <c:v>6.0</c:v>
                </c:pt>
                <c:pt idx="886">
                  <c:v>6.0</c:v>
                </c:pt>
                <c:pt idx="887">
                  <c:v>6.0</c:v>
                </c:pt>
                <c:pt idx="888">
                  <c:v>6.0</c:v>
                </c:pt>
                <c:pt idx="889">
                  <c:v>6.0</c:v>
                </c:pt>
                <c:pt idx="890">
                  <c:v>6.0</c:v>
                </c:pt>
                <c:pt idx="891">
                  <c:v>6.0</c:v>
                </c:pt>
                <c:pt idx="892">
                  <c:v>6.0</c:v>
                </c:pt>
                <c:pt idx="893">
                  <c:v>6.0</c:v>
                </c:pt>
                <c:pt idx="894">
                  <c:v>6.0</c:v>
                </c:pt>
                <c:pt idx="895">
                  <c:v>6.0</c:v>
                </c:pt>
                <c:pt idx="896">
                  <c:v>6.0</c:v>
                </c:pt>
                <c:pt idx="897">
                  <c:v>6.0</c:v>
                </c:pt>
                <c:pt idx="898">
                  <c:v>6.0</c:v>
                </c:pt>
                <c:pt idx="899">
                  <c:v>6.0</c:v>
                </c:pt>
                <c:pt idx="900">
                  <c:v>6.0</c:v>
                </c:pt>
                <c:pt idx="901">
                  <c:v>6.0</c:v>
                </c:pt>
                <c:pt idx="902">
                  <c:v>6.0</c:v>
                </c:pt>
                <c:pt idx="903">
                  <c:v>6.0</c:v>
                </c:pt>
                <c:pt idx="904">
                  <c:v>6.0</c:v>
                </c:pt>
                <c:pt idx="905">
                  <c:v>6.0</c:v>
                </c:pt>
                <c:pt idx="906">
                  <c:v>6.0</c:v>
                </c:pt>
                <c:pt idx="907">
                  <c:v>6.0</c:v>
                </c:pt>
                <c:pt idx="908">
                  <c:v>6.0</c:v>
                </c:pt>
                <c:pt idx="909">
                  <c:v>6.0</c:v>
                </c:pt>
                <c:pt idx="910">
                  <c:v>6.0</c:v>
                </c:pt>
                <c:pt idx="911">
                  <c:v>6.0</c:v>
                </c:pt>
                <c:pt idx="912">
                  <c:v>6.0</c:v>
                </c:pt>
                <c:pt idx="913">
                  <c:v>6.0</c:v>
                </c:pt>
                <c:pt idx="914">
                  <c:v>6.0</c:v>
                </c:pt>
                <c:pt idx="915">
                  <c:v>6.0</c:v>
                </c:pt>
                <c:pt idx="916">
                  <c:v>6.0</c:v>
                </c:pt>
                <c:pt idx="917">
                  <c:v>6.0</c:v>
                </c:pt>
                <c:pt idx="918">
                  <c:v>6.0</c:v>
                </c:pt>
                <c:pt idx="919">
                  <c:v>6.0</c:v>
                </c:pt>
                <c:pt idx="920">
                  <c:v>6.0</c:v>
                </c:pt>
                <c:pt idx="921">
                  <c:v>6.0</c:v>
                </c:pt>
                <c:pt idx="922">
                  <c:v>6.0</c:v>
                </c:pt>
                <c:pt idx="923">
                  <c:v>6.0</c:v>
                </c:pt>
                <c:pt idx="924">
                  <c:v>6.0</c:v>
                </c:pt>
                <c:pt idx="925">
                  <c:v>6.0</c:v>
                </c:pt>
                <c:pt idx="926">
                  <c:v>6.0</c:v>
                </c:pt>
                <c:pt idx="927">
                  <c:v>6.0</c:v>
                </c:pt>
                <c:pt idx="928">
                  <c:v>6.0</c:v>
                </c:pt>
                <c:pt idx="929">
                  <c:v>6.0</c:v>
                </c:pt>
                <c:pt idx="930">
                  <c:v>6.0</c:v>
                </c:pt>
                <c:pt idx="931">
                  <c:v>6.0</c:v>
                </c:pt>
                <c:pt idx="932">
                  <c:v>6.0</c:v>
                </c:pt>
                <c:pt idx="933">
                  <c:v>6.0</c:v>
                </c:pt>
                <c:pt idx="934">
                  <c:v>6.0</c:v>
                </c:pt>
                <c:pt idx="935">
                  <c:v>6.0</c:v>
                </c:pt>
                <c:pt idx="936">
                  <c:v>6.0</c:v>
                </c:pt>
                <c:pt idx="937">
                  <c:v>6.0</c:v>
                </c:pt>
                <c:pt idx="938">
                  <c:v>6.0</c:v>
                </c:pt>
                <c:pt idx="939">
                  <c:v>6.0</c:v>
                </c:pt>
                <c:pt idx="940">
                  <c:v>6.0</c:v>
                </c:pt>
                <c:pt idx="941">
                  <c:v>6.0</c:v>
                </c:pt>
                <c:pt idx="942">
                  <c:v>6.0</c:v>
                </c:pt>
                <c:pt idx="943">
                  <c:v>6.0</c:v>
                </c:pt>
                <c:pt idx="944">
                  <c:v>6.0</c:v>
                </c:pt>
                <c:pt idx="945">
                  <c:v>6.0</c:v>
                </c:pt>
                <c:pt idx="946">
                  <c:v>6.0</c:v>
                </c:pt>
                <c:pt idx="947">
                  <c:v>6.0</c:v>
                </c:pt>
                <c:pt idx="948">
                  <c:v>6.0</c:v>
                </c:pt>
                <c:pt idx="949">
                  <c:v>6.0</c:v>
                </c:pt>
                <c:pt idx="950">
                  <c:v>6.0</c:v>
                </c:pt>
                <c:pt idx="951">
                  <c:v>6.0</c:v>
                </c:pt>
                <c:pt idx="952">
                  <c:v>6.0</c:v>
                </c:pt>
                <c:pt idx="953">
                  <c:v>6.0</c:v>
                </c:pt>
                <c:pt idx="954">
                  <c:v>6.0</c:v>
                </c:pt>
                <c:pt idx="955">
                  <c:v>6.0</c:v>
                </c:pt>
                <c:pt idx="956">
                  <c:v>6.0</c:v>
                </c:pt>
                <c:pt idx="957">
                  <c:v>6.0</c:v>
                </c:pt>
                <c:pt idx="958">
                  <c:v>6.0</c:v>
                </c:pt>
                <c:pt idx="959">
                  <c:v>6.0</c:v>
                </c:pt>
                <c:pt idx="960">
                  <c:v>6.0</c:v>
                </c:pt>
                <c:pt idx="961">
                  <c:v>6.0</c:v>
                </c:pt>
                <c:pt idx="962">
                  <c:v>6.0</c:v>
                </c:pt>
                <c:pt idx="963">
                  <c:v>6.0</c:v>
                </c:pt>
                <c:pt idx="964">
                  <c:v>6.0</c:v>
                </c:pt>
                <c:pt idx="965">
                  <c:v>6.0</c:v>
                </c:pt>
                <c:pt idx="966">
                  <c:v>6.0</c:v>
                </c:pt>
                <c:pt idx="967">
                  <c:v>6.0</c:v>
                </c:pt>
                <c:pt idx="968">
                  <c:v>6.0</c:v>
                </c:pt>
                <c:pt idx="969">
                  <c:v>6.0</c:v>
                </c:pt>
                <c:pt idx="970">
                  <c:v>6.0</c:v>
                </c:pt>
                <c:pt idx="971">
                  <c:v>6.0</c:v>
                </c:pt>
                <c:pt idx="972">
                  <c:v>6.0</c:v>
                </c:pt>
                <c:pt idx="973">
                  <c:v>6.0</c:v>
                </c:pt>
                <c:pt idx="974">
                  <c:v>6.0</c:v>
                </c:pt>
                <c:pt idx="975">
                  <c:v>6.0</c:v>
                </c:pt>
                <c:pt idx="976">
                  <c:v>6.0</c:v>
                </c:pt>
                <c:pt idx="977">
                  <c:v>6.0</c:v>
                </c:pt>
                <c:pt idx="978">
                  <c:v>6.0</c:v>
                </c:pt>
                <c:pt idx="979">
                  <c:v>6.0</c:v>
                </c:pt>
                <c:pt idx="980">
                  <c:v>6.0</c:v>
                </c:pt>
                <c:pt idx="981">
                  <c:v>6.0</c:v>
                </c:pt>
                <c:pt idx="982">
                  <c:v>6.0</c:v>
                </c:pt>
                <c:pt idx="983">
                  <c:v>6.0</c:v>
                </c:pt>
                <c:pt idx="984">
                  <c:v>6.0</c:v>
                </c:pt>
                <c:pt idx="985">
                  <c:v>6.0</c:v>
                </c:pt>
                <c:pt idx="986">
                  <c:v>6.0</c:v>
                </c:pt>
                <c:pt idx="987">
                  <c:v>6.0</c:v>
                </c:pt>
                <c:pt idx="988">
                  <c:v>6.0</c:v>
                </c:pt>
                <c:pt idx="989">
                  <c:v>6.0</c:v>
                </c:pt>
                <c:pt idx="990">
                  <c:v>6.0</c:v>
                </c:pt>
                <c:pt idx="991">
                  <c:v>6.0</c:v>
                </c:pt>
                <c:pt idx="992">
                  <c:v>6.0</c:v>
                </c:pt>
                <c:pt idx="993">
                  <c:v>6.0</c:v>
                </c:pt>
                <c:pt idx="994">
                  <c:v>6.0</c:v>
                </c:pt>
                <c:pt idx="995">
                  <c:v>6.0</c:v>
                </c:pt>
                <c:pt idx="996">
                  <c:v>6.0</c:v>
                </c:pt>
                <c:pt idx="997">
                  <c:v>6.0</c:v>
                </c:pt>
                <c:pt idx="998">
                  <c:v>6.0</c:v>
                </c:pt>
                <c:pt idx="999">
                  <c:v>6.0</c:v>
                </c:pt>
                <c:pt idx="1000">
                  <c:v>6.0</c:v>
                </c:pt>
                <c:pt idx="1001">
                  <c:v>6.0</c:v>
                </c:pt>
                <c:pt idx="1002">
                  <c:v>6.0</c:v>
                </c:pt>
                <c:pt idx="1003">
                  <c:v>6.0</c:v>
                </c:pt>
                <c:pt idx="1004">
                  <c:v>6.0</c:v>
                </c:pt>
                <c:pt idx="1005">
                  <c:v>6.0</c:v>
                </c:pt>
                <c:pt idx="1006">
                  <c:v>6.0</c:v>
                </c:pt>
                <c:pt idx="1007">
                  <c:v>6.0</c:v>
                </c:pt>
                <c:pt idx="1008">
                  <c:v>6.0</c:v>
                </c:pt>
                <c:pt idx="1009">
                  <c:v>6.0</c:v>
                </c:pt>
                <c:pt idx="1010">
                  <c:v>6.0</c:v>
                </c:pt>
                <c:pt idx="1011">
                  <c:v>6.0</c:v>
                </c:pt>
                <c:pt idx="1012">
                  <c:v>6.0</c:v>
                </c:pt>
                <c:pt idx="1013">
                  <c:v>6.0</c:v>
                </c:pt>
                <c:pt idx="1014">
                  <c:v>6.0</c:v>
                </c:pt>
                <c:pt idx="1015">
                  <c:v>6.0</c:v>
                </c:pt>
                <c:pt idx="1016">
                  <c:v>6.0</c:v>
                </c:pt>
                <c:pt idx="1017">
                  <c:v>6.0</c:v>
                </c:pt>
                <c:pt idx="1018">
                  <c:v>6.0</c:v>
                </c:pt>
                <c:pt idx="1019">
                  <c:v>6.0</c:v>
                </c:pt>
                <c:pt idx="1020">
                  <c:v>6.0</c:v>
                </c:pt>
                <c:pt idx="1021">
                  <c:v>6.0</c:v>
                </c:pt>
                <c:pt idx="1022">
                  <c:v>6.0</c:v>
                </c:pt>
                <c:pt idx="1023">
                  <c:v>6.0</c:v>
                </c:pt>
                <c:pt idx="1024">
                  <c:v>6.0</c:v>
                </c:pt>
                <c:pt idx="1025">
                  <c:v>6.0</c:v>
                </c:pt>
                <c:pt idx="1026">
                  <c:v>6.0</c:v>
                </c:pt>
                <c:pt idx="1027">
                  <c:v>6.0</c:v>
                </c:pt>
                <c:pt idx="1028">
                  <c:v>6.0</c:v>
                </c:pt>
                <c:pt idx="1029">
                  <c:v>6.0</c:v>
                </c:pt>
                <c:pt idx="1030">
                  <c:v>6.0</c:v>
                </c:pt>
                <c:pt idx="1031">
                  <c:v>6.0</c:v>
                </c:pt>
                <c:pt idx="1032">
                  <c:v>6.0</c:v>
                </c:pt>
                <c:pt idx="1033">
                  <c:v>6.0</c:v>
                </c:pt>
                <c:pt idx="1034">
                  <c:v>6.0</c:v>
                </c:pt>
                <c:pt idx="1035">
                  <c:v>6.0</c:v>
                </c:pt>
                <c:pt idx="1036">
                  <c:v>6.0</c:v>
                </c:pt>
                <c:pt idx="1037">
                  <c:v>6.0</c:v>
                </c:pt>
                <c:pt idx="1038">
                  <c:v>6.0</c:v>
                </c:pt>
                <c:pt idx="1039">
                  <c:v>6.0</c:v>
                </c:pt>
                <c:pt idx="1040">
                  <c:v>6.0</c:v>
                </c:pt>
                <c:pt idx="1041">
                  <c:v>6.0</c:v>
                </c:pt>
                <c:pt idx="1042">
                  <c:v>6.0</c:v>
                </c:pt>
                <c:pt idx="1043">
                  <c:v>6.0</c:v>
                </c:pt>
                <c:pt idx="1044">
                  <c:v>6.0</c:v>
                </c:pt>
                <c:pt idx="1045">
                  <c:v>6.0</c:v>
                </c:pt>
                <c:pt idx="1046">
                  <c:v>6.0</c:v>
                </c:pt>
                <c:pt idx="1047">
                  <c:v>6.0</c:v>
                </c:pt>
                <c:pt idx="1048">
                  <c:v>6.0</c:v>
                </c:pt>
                <c:pt idx="1049">
                  <c:v>6.0</c:v>
                </c:pt>
                <c:pt idx="1050">
                  <c:v>6.0</c:v>
                </c:pt>
                <c:pt idx="1051">
                  <c:v>6.0</c:v>
                </c:pt>
                <c:pt idx="1052">
                  <c:v>6.0</c:v>
                </c:pt>
                <c:pt idx="1053">
                  <c:v>6.0</c:v>
                </c:pt>
                <c:pt idx="1054">
                  <c:v>6.0</c:v>
                </c:pt>
                <c:pt idx="1055">
                  <c:v>6.0</c:v>
                </c:pt>
                <c:pt idx="1056">
                  <c:v>6.0</c:v>
                </c:pt>
                <c:pt idx="1057">
                  <c:v>6.0</c:v>
                </c:pt>
                <c:pt idx="1058">
                  <c:v>6.0</c:v>
                </c:pt>
                <c:pt idx="1059">
                  <c:v>6.0</c:v>
                </c:pt>
                <c:pt idx="1060">
                  <c:v>6.0</c:v>
                </c:pt>
                <c:pt idx="1061">
                  <c:v>6.0</c:v>
                </c:pt>
                <c:pt idx="1062">
                  <c:v>6.0</c:v>
                </c:pt>
                <c:pt idx="1063">
                  <c:v>6.0</c:v>
                </c:pt>
                <c:pt idx="1064">
                  <c:v>6.0</c:v>
                </c:pt>
                <c:pt idx="1065">
                  <c:v>6.0</c:v>
                </c:pt>
                <c:pt idx="1066">
                  <c:v>6.0</c:v>
                </c:pt>
                <c:pt idx="1067">
                  <c:v>6.0</c:v>
                </c:pt>
                <c:pt idx="1068">
                  <c:v>6.0</c:v>
                </c:pt>
                <c:pt idx="1069">
                  <c:v>6.0</c:v>
                </c:pt>
                <c:pt idx="1070">
                  <c:v>6.0</c:v>
                </c:pt>
                <c:pt idx="1071">
                  <c:v>6.0</c:v>
                </c:pt>
                <c:pt idx="1072">
                  <c:v>6.0</c:v>
                </c:pt>
                <c:pt idx="1073">
                  <c:v>6.0</c:v>
                </c:pt>
                <c:pt idx="1074">
                  <c:v>6.0</c:v>
                </c:pt>
                <c:pt idx="1075">
                  <c:v>6.0</c:v>
                </c:pt>
                <c:pt idx="1076">
                  <c:v>6.0</c:v>
                </c:pt>
                <c:pt idx="1077">
                  <c:v>6.0</c:v>
                </c:pt>
                <c:pt idx="1078">
                  <c:v>6.0</c:v>
                </c:pt>
                <c:pt idx="1079">
                  <c:v>6.0</c:v>
                </c:pt>
                <c:pt idx="1080">
                  <c:v>6.0</c:v>
                </c:pt>
                <c:pt idx="1081">
                  <c:v>6.0</c:v>
                </c:pt>
                <c:pt idx="1082">
                  <c:v>6.0</c:v>
                </c:pt>
                <c:pt idx="1083">
                  <c:v>6.0</c:v>
                </c:pt>
                <c:pt idx="1084">
                  <c:v>6.0</c:v>
                </c:pt>
                <c:pt idx="1085">
                  <c:v>6.0</c:v>
                </c:pt>
                <c:pt idx="1086">
                  <c:v>6.0</c:v>
                </c:pt>
                <c:pt idx="1087">
                  <c:v>6.0</c:v>
                </c:pt>
                <c:pt idx="1088">
                  <c:v>6.0</c:v>
                </c:pt>
                <c:pt idx="1089">
                  <c:v>6.0</c:v>
                </c:pt>
                <c:pt idx="1090">
                  <c:v>6.0</c:v>
                </c:pt>
                <c:pt idx="1091">
                  <c:v>6.0</c:v>
                </c:pt>
                <c:pt idx="1092">
                  <c:v>6.0</c:v>
                </c:pt>
                <c:pt idx="1093">
                  <c:v>6.0</c:v>
                </c:pt>
                <c:pt idx="1094">
                  <c:v>6.0</c:v>
                </c:pt>
                <c:pt idx="1095">
                  <c:v>6.0</c:v>
                </c:pt>
                <c:pt idx="1096">
                  <c:v>6.0</c:v>
                </c:pt>
                <c:pt idx="1097">
                  <c:v>6.0</c:v>
                </c:pt>
                <c:pt idx="1098">
                  <c:v>6.0</c:v>
                </c:pt>
                <c:pt idx="1099">
                  <c:v>6.0</c:v>
                </c:pt>
                <c:pt idx="1100">
                  <c:v>6.0</c:v>
                </c:pt>
                <c:pt idx="1101">
                  <c:v>6.0</c:v>
                </c:pt>
                <c:pt idx="1102">
                  <c:v>6.0</c:v>
                </c:pt>
                <c:pt idx="1103">
                  <c:v>6.0</c:v>
                </c:pt>
                <c:pt idx="1104">
                  <c:v>6.0</c:v>
                </c:pt>
                <c:pt idx="1105">
                  <c:v>6.0</c:v>
                </c:pt>
                <c:pt idx="1106">
                  <c:v>6.0</c:v>
                </c:pt>
                <c:pt idx="1107">
                  <c:v>6.0</c:v>
                </c:pt>
                <c:pt idx="1108">
                  <c:v>6.0</c:v>
                </c:pt>
                <c:pt idx="1109">
                  <c:v>6.0</c:v>
                </c:pt>
                <c:pt idx="1110">
                  <c:v>6.0</c:v>
                </c:pt>
                <c:pt idx="1111">
                  <c:v>6.0</c:v>
                </c:pt>
                <c:pt idx="1112">
                  <c:v>6.0</c:v>
                </c:pt>
                <c:pt idx="1113">
                  <c:v>6.0</c:v>
                </c:pt>
                <c:pt idx="1114">
                  <c:v>6.0</c:v>
                </c:pt>
                <c:pt idx="1115">
                  <c:v>6.0</c:v>
                </c:pt>
                <c:pt idx="1116">
                  <c:v>6.0</c:v>
                </c:pt>
                <c:pt idx="1117">
                  <c:v>6.0</c:v>
                </c:pt>
                <c:pt idx="1118">
                  <c:v>6.0</c:v>
                </c:pt>
                <c:pt idx="1119">
                  <c:v>6.0</c:v>
                </c:pt>
                <c:pt idx="1120">
                  <c:v>6.0</c:v>
                </c:pt>
                <c:pt idx="1121">
                  <c:v>6.0</c:v>
                </c:pt>
                <c:pt idx="1122">
                  <c:v>6.0</c:v>
                </c:pt>
                <c:pt idx="1123">
                  <c:v>6.0</c:v>
                </c:pt>
                <c:pt idx="1124">
                  <c:v>6.0</c:v>
                </c:pt>
                <c:pt idx="1125">
                  <c:v>6.0</c:v>
                </c:pt>
                <c:pt idx="1126">
                  <c:v>6.0</c:v>
                </c:pt>
                <c:pt idx="1127">
                  <c:v>6.0</c:v>
                </c:pt>
                <c:pt idx="1128">
                  <c:v>6.0</c:v>
                </c:pt>
                <c:pt idx="1129">
                  <c:v>6.0</c:v>
                </c:pt>
                <c:pt idx="1130">
                  <c:v>6.0</c:v>
                </c:pt>
                <c:pt idx="1131">
                  <c:v>6.0</c:v>
                </c:pt>
                <c:pt idx="1132">
                  <c:v>6.0</c:v>
                </c:pt>
                <c:pt idx="1133">
                  <c:v>6.0</c:v>
                </c:pt>
                <c:pt idx="1134">
                  <c:v>6.0</c:v>
                </c:pt>
                <c:pt idx="1135">
                  <c:v>6.0</c:v>
                </c:pt>
                <c:pt idx="1136">
                  <c:v>6.0</c:v>
                </c:pt>
                <c:pt idx="1137">
                  <c:v>6.0</c:v>
                </c:pt>
                <c:pt idx="1138">
                  <c:v>6.0</c:v>
                </c:pt>
                <c:pt idx="1139">
                  <c:v>6.0</c:v>
                </c:pt>
                <c:pt idx="1140">
                  <c:v>6.0</c:v>
                </c:pt>
                <c:pt idx="1141">
                  <c:v>6.0</c:v>
                </c:pt>
                <c:pt idx="1142">
                  <c:v>6.0</c:v>
                </c:pt>
                <c:pt idx="1143">
                  <c:v>6.0</c:v>
                </c:pt>
                <c:pt idx="1144">
                  <c:v>6.0</c:v>
                </c:pt>
                <c:pt idx="1145">
                  <c:v>6.0</c:v>
                </c:pt>
                <c:pt idx="1146">
                  <c:v>6.0</c:v>
                </c:pt>
                <c:pt idx="1147">
                  <c:v>6.0</c:v>
                </c:pt>
                <c:pt idx="1148">
                  <c:v>6.0</c:v>
                </c:pt>
                <c:pt idx="1149">
                  <c:v>6.0</c:v>
                </c:pt>
                <c:pt idx="1150">
                  <c:v>6.0</c:v>
                </c:pt>
                <c:pt idx="1151">
                  <c:v>6.0</c:v>
                </c:pt>
                <c:pt idx="1152">
                  <c:v>6.0</c:v>
                </c:pt>
                <c:pt idx="1153">
                  <c:v>6.0</c:v>
                </c:pt>
                <c:pt idx="1154">
                  <c:v>6.0</c:v>
                </c:pt>
                <c:pt idx="1155">
                  <c:v>6.0</c:v>
                </c:pt>
                <c:pt idx="1156">
                  <c:v>6.0</c:v>
                </c:pt>
                <c:pt idx="1157">
                  <c:v>6.0</c:v>
                </c:pt>
                <c:pt idx="1158">
                  <c:v>6.0</c:v>
                </c:pt>
                <c:pt idx="1159">
                  <c:v>6.0</c:v>
                </c:pt>
                <c:pt idx="1160">
                  <c:v>6.0</c:v>
                </c:pt>
                <c:pt idx="1161">
                  <c:v>6.0</c:v>
                </c:pt>
                <c:pt idx="1162">
                  <c:v>6.0</c:v>
                </c:pt>
                <c:pt idx="1163">
                  <c:v>6.0</c:v>
                </c:pt>
                <c:pt idx="1164">
                  <c:v>6.0</c:v>
                </c:pt>
                <c:pt idx="1165">
                  <c:v>6.0</c:v>
                </c:pt>
                <c:pt idx="1166">
                  <c:v>6.0</c:v>
                </c:pt>
                <c:pt idx="1167">
                  <c:v>6.0</c:v>
                </c:pt>
                <c:pt idx="1168">
                  <c:v>6.0</c:v>
                </c:pt>
                <c:pt idx="1169">
                  <c:v>6.0</c:v>
                </c:pt>
                <c:pt idx="1170">
                  <c:v>6.0</c:v>
                </c:pt>
                <c:pt idx="1171">
                  <c:v>6.0</c:v>
                </c:pt>
                <c:pt idx="1172">
                  <c:v>6.0</c:v>
                </c:pt>
                <c:pt idx="1173">
                  <c:v>6.0</c:v>
                </c:pt>
                <c:pt idx="1174">
                  <c:v>6.0</c:v>
                </c:pt>
                <c:pt idx="1175">
                  <c:v>6.0</c:v>
                </c:pt>
                <c:pt idx="1176">
                  <c:v>6.0</c:v>
                </c:pt>
                <c:pt idx="1177">
                  <c:v>6.0</c:v>
                </c:pt>
                <c:pt idx="1178">
                  <c:v>6.0</c:v>
                </c:pt>
                <c:pt idx="1179">
                  <c:v>6.0</c:v>
                </c:pt>
                <c:pt idx="1180">
                  <c:v>6.0</c:v>
                </c:pt>
                <c:pt idx="1181">
                  <c:v>6.0</c:v>
                </c:pt>
                <c:pt idx="1182">
                  <c:v>6.0</c:v>
                </c:pt>
                <c:pt idx="1183">
                  <c:v>6.0</c:v>
                </c:pt>
                <c:pt idx="1184">
                  <c:v>6.0</c:v>
                </c:pt>
                <c:pt idx="1185">
                  <c:v>6.0</c:v>
                </c:pt>
                <c:pt idx="1186">
                  <c:v>6.0</c:v>
                </c:pt>
                <c:pt idx="1187">
                  <c:v>6.0</c:v>
                </c:pt>
                <c:pt idx="1188">
                  <c:v>6.0</c:v>
                </c:pt>
                <c:pt idx="1189">
                  <c:v>6.0</c:v>
                </c:pt>
                <c:pt idx="1190">
                  <c:v>6.0</c:v>
                </c:pt>
                <c:pt idx="1191">
                  <c:v>6.0</c:v>
                </c:pt>
                <c:pt idx="1192">
                  <c:v>6.0</c:v>
                </c:pt>
                <c:pt idx="1193">
                  <c:v>6.0</c:v>
                </c:pt>
                <c:pt idx="1194">
                  <c:v>6.0</c:v>
                </c:pt>
                <c:pt idx="1195">
                  <c:v>6.0</c:v>
                </c:pt>
                <c:pt idx="1196">
                  <c:v>6.0</c:v>
                </c:pt>
                <c:pt idx="1197">
                  <c:v>6.0</c:v>
                </c:pt>
                <c:pt idx="1198">
                  <c:v>6.0</c:v>
                </c:pt>
                <c:pt idx="1199">
                  <c:v>6.0</c:v>
                </c:pt>
                <c:pt idx="1200">
                  <c:v>6.0</c:v>
                </c:pt>
                <c:pt idx="1201">
                  <c:v>6.0</c:v>
                </c:pt>
                <c:pt idx="1202">
                  <c:v>6.0</c:v>
                </c:pt>
                <c:pt idx="1203">
                  <c:v>6.0</c:v>
                </c:pt>
                <c:pt idx="1204">
                  <c:v>6.0</c:v>
                </c:pt>
                <c:pt idx="1205">
                  <c:v>6.0</c:v>
                </c:pt>
                <c:pt idx="1206">
                  <c:v>6.0</c:v>
                </c:pt>
                <c:pt idx="1207">
                  <c:v>6.0</c:v>
                </c:pt>
                <c:pt idx="1208">
                  <c:v>6.0</c:v>
                </c:pt>
                <c:pt idx="1209">
                  <c:v>6.0</c:v>
                </c:pt>
                <c:pt idx="1210">
                  <c:v>6.0</c:v>
                </c:pt>
                <c:pt idx="1211">
                  <c:v>6.0</c:v>
                </c:pt>
                <c:pt idx="1212">
                  <c:v>6.0</c:v>
                </c:pt>
                <c:pt idx="1213">
                  <c:v>6.0</c:v>
                </c:pt>
                <c:pt idx="1214">
                  <c:v>6.0</c:v>
                </c:pt>
                <c:pt idx="1215">
                  <c:v>6.0</c:v>
                </c:pt>
                <c:pt idx="1216">
                  <c:v>6.0</c:v>
                </c:pt>
                <c:pt idx="1217">
                  <c:v>6.0</c:v>
                </c:pt>
                <c:pt idx="1218">
                  <c:v>6.0</c:v>
                </c:pt>
                <c:pt idx="1219">
                  <c:v>6.0</c:v>
                </c:pt>
                <c:pt idx="1220">
                  <c:v>6.0</c:v>
                </c:pt>
                <c:pt idx="1221">
                  <c:v>6.0</c:v>
                </c:pt>
                <c:pt idx="1222">
                  <c:v>6.0</c:v>
                </c:pt>
                <c:pt idx="1223">
                  <c:v>6.0</c:v>
                </c:pt>
                <c:pt idx="1224">
                  <c:v>6.0</c:v>
                </c:pt>
                <c:pt idx="1225">
                  <c:v>6.0</c:v>
                </c:pt>
                <c:pt idx="1226">
                  <c:v>6.0</c:v>
                </c:pt>
                <c:pt idx="1227">
                  <c:v>6.0</c:v>
                </c:pt>
                <c:pt idx="1228">
                  <c:v>6.0</c:v>
                </c:pt>
                <c:pt idx="1229">
                  <c:v>6.0</c:v>
                </c:pt>
                <c:pt idx="1230">
                  <c:v>6.0</c:v>
                </c:pt>
                <c:pt idx="1231">
                  <c:v>6.0</c:v>
                </c:pt>
                <c:pt idx="1232">
                  <c:v>6.0</c:v>
                </c:pt>
                <c:pt idx="1233">
                  <c:v>6.0</c:v>
                </c:pt>
                <c:pt idx="1234">
                  <c:v>6.0</c:v>
                </c:pt>
                <c:pt idx="1235">
                  <c:v>6.0</c:v>
                </c:pt>
                <c:pt idx="1236">
                  <c:v>6.0</c:v>
                </c:pt>
                <c:pt idx="1237">
                  <c:v>6.0</c:v>
                </c:pt>
                <c:pt idx="1238">
                  <c:v>6.0</c:v>
                </c:pt>
                <c:pt idx="1239">
                  <c:v>6.0</c:v>
                </c:pt>
                <c:pt idx="1240">
                  <c:v>6.0</c:v>
                </c:pt>
                <c:pt idx="1241">
                  <c:v>6.0</c:v>
                </c:pt>
                <c:pt idx="1242">
                  <c:v>6.0</c:v>
                </c:pt>
                <c:pt idx="1243">
                  <c:v>6.0</c:v>
                </c:pt>
                <c:pt idx="1244">
                  <c:v>6.0</c:v>
                </c:pt>
                <c:pt idx="1245">
                  <c:v>6.0</c:v>
                </c:pt>
                <c:pt idx="1246">
                  <c:v>6.0</c:v>
                </c:pt>
                <c:pt idx="1247">
                  <c:v>6.0</c:v>
                </c:pt>
                <c:pt idx="1248">
                  <c:v>6.0</c:v>
                </c:pt>
                <c:pt idx="1249">
                  <c:v>6.0</c:v>
                </c:pt>
                <c:pt idx="1250">
                  <c:v>6.0</c:v>
                </c:pt>
                <c:pt idx="1251">
                  <c:v>6.0</c:v>
                </c:pt>
                <c:pt idx="1252">
                  <c:v>6.0</c:v>
                </c:pt>
                <c:pt idx="1253">
                  <c:v>6.0</c:v>
                </c:pt>
                <c:pt idx="1254">
                  <c:v>6.0</c:v>
                </c:pt>
                <c:pt idx="1255">
                  <c:v>6.0</c:v>
                </c:pt>
                <c:pt idx="1256">
                  <c:v>6.0</c:v>
                </c:pt>
                <c:pt idx="1257">
                  <c:v>6.0</c:v>
                </c:pt>
                <c:pt idx="1258">
                  <c:v>6.0</c:v>
                </c:pt>
                <c:pt idx="1259">
                  <c:v>6.0</c:v>
                </c:pt>
                <c:pt idx="1260">
                  <c:v>6.0</c:v>
                </c:pt>
                <c:pt idx="1261">
                  <c:v>6.0</c:v>
                </c:pt>
                <c:pt idx="1262">
                  <c:v>6.0</c:v>
                </c:pt>
                <c:pt idx="1263">
                  <c:v>6.0</c:v>
                </c:pt>
                <c:pt idx="1264">
                  <c:v>6.0</c:v>
                </c:pt>
                <c:pt idx="1265">
                  <c:v>6.0</c:v>
                </c:pt>
                <c:pt idx="1266">
                  <c:v>6.0</c:v>
                </c:pt>
                <c:pt idx="1267">
                  <c:v>6.0</c:v>
                </c:pt>
                <c:pt idx="1268">
                  <c:v>6.0</c:v>
                </c:pt>
                <c:pt idx="1269">
                  <c:v>6.0</c:v>
                </c:pt>
                <c:pt idx="1270">
                  <c:v>6.0</c:v>
                </c:pt>
                <c:pt idx="1271">
                  <c:v>6.0</c:v>
                </c:pt>
                <c:pt idx="1272">
                  <c:v>6.0</c:v>
                </c:pt>
                <c:pt idx="1273">
                  <c:v>6.0</c:v>
                </c:pt>
                <c:pt idx="1274">
                  <c:v>6.0</c:v>
                </c:pt>
                <c:pt idx="1275">
                  <c:v>6.0</c:v>
                </c:pt>
                <c:pt idx="1276">
                  <c:v>6.0</c:v>
                </c:pt>
                <c:pt idx="1277">
                  <c:v>6.0</c:v>
                </c:pt>
                <c:pt idx="1278">
                  <c:v>6.0</c:v>
                </c:pt>
                <c:pt idx="1279">
                  <c:v>6.0</c:v>
                </c:pt>
                <c:pt idx="1280">
                  <c:v>6.0</c:v>
                </c:pt>
                <c:pt idx="1281">
                  <c:v>6.0</c:v>
                </c:pt>
                <c:pt idx="1282">
                  <c:v>6.0</c:v>
                </c:pt>
                <c:pt idx="1283">
                  <c:v>6.0</c:v>
                </c:pt>
                <c:pt idx="1284">
                  <c:v>6.0</c:v>
                </c:pt>
                <c:pt idx="1285">
                  <c:v>6.0</c:v>
                </c:pt>
                <c:pt idx="1286">
                  <c:v>6.0</c:v>
                </c:pt>
                <c:pt idx="1287">
                  <c:v>6.0</c:v>
                </c:pt>
                <c:pt idx="1288">
                  <c:v>6.0</c:v>
                </c:pt>
                <c:pt idx="1289">
                  <c:v>6.0</c:v>
                </c:pt>
                <c:pt idx="1290">
                  <c:v>6.0</c:v>
                </c:pt>
                <c:pt idx="1291">
                  <c:v>6.0</c:v>
                </c:pt>
                <c:pt idx="1292">
                  <c:v>6.0</c:v>
                </c:pt>
                <c:pt idx="1293">
                  <c:v>6.0</c:v>
                </c:pt>
                <c:pt idx="1294">
                  <c:v>6.0</c:v>
                </c:pt>
                <c:pt idx="1295">
                  <c:v>6.0</c:v>
                </c:pt>
                <c:pt idx="1296">
                  <c:v>6.0</c:v>
                </c:pt>
                <c:pt idx="1297">
                  <c:v>6.0</c:v>
                </c:pt>
                <c:pt idx="1298">
                  <c:v>6.0</c:v>
                </c:pt>
                <c:pt idx="1299">
                  <c:v>6.0</c:v>
                </c:pt>
                <c:pt idx="1300">
                  <c:v>6.0</c:v>
                </c:pt>
                <c:pt idx="1301">
                  <c:v>6.0</c:v>
                </c:pt>
                <c:pt idx="1302">
                  <c:v>6.0</c:v>
                </c:pt>
                <c:pt idx="1303">
                  <c:v>6.0</c:v>
                </c:pt>
                <c:pt idx="1304">
                  <c:v>6.0</c:v>
                </c:pt>
                <c:pt idx="1305">
                  <c:v>6.0</c:v>
                </c:pt>
                <c:pt idx="1306">
                  <c:v>6.0</c:v>
                </c:pt>
                <c:pt idx="1307">
                  <c:v>6.0</c:v>
                </c:pt>
                <c:pt idx="1308">
                  <c:v>6.0</c:v>
                </c:pt>
                <c:pt idx="1309">
                  <c:v>6.0</c:v>
                </c:pt>
                <c:pt idx="1310">
                  <c:v>6.0</c:v>
                </c:pt>
                <c:pt idx="1311">
                  <c:v>6.0</c:v>
                </c:pt>
                <c:pt idx="1312">
                  <c:v>6.0</c:v>
                </c:pt>
                <c:pt idx="1313">
                  <c:v>6.0</c:v>
                </c:pt>
                <c:pt idx="1314">
                  <c:v>6.0</c:v>
                </c:pt>
                <c:pt idx="1315">
                  <c:v>6.0</c:v>
                </c:pt>
                <c:pt idx="1316">
                  <c:v>6.0</c:v>
                </c:pt>
                <c:pt idx="1317">
                  <c:v>6.0</c:v>
                </c:pt>
                <c:pt idx="1318">
                  <c:v>6.0</c:v>
                </c:pt>
                <c:pt idx="1319">
                  <c:v>6.0</c:v>
                </c:pt>
                <c:pt idx="1320">
                  <c:v>6.0</c:v>
                </c:pt>
                <c:pt idx="1321">
                  <c:v>6.0</c:v>
                </c:pt>
                <c:pt idx="1322">
                  <c:v>6.0</c:v>
                </c:pt>
                <c:pt idx="1323">
                  <c:v>6.0</c:v>
                </c:pt>
                <c:pt idx="1324">
                  <c:v>6.0</c:v>
                </c:pt>
                <c:pt idx="1325">
                  <c:v>6.0</c:v>
                </c:pt>
                <c:pt idx="1326">
                  <c:v>6.0</c:v>
                </c:pt>
                <c:pt idx="1327">
                  <c:v>6.0</c:v>
                </c:pt>
                <c:pt idx="1328">
                  <c:v>6.0</c:v>
                </c:pt>
                <c:pt idx="1329">
                  <c:v>6.0</c:v>
                </c:pt>
                <c:pt idx="1330">
                  <c:v>6.0</c:v>
                </c:pt>
                <c:pt idx="1331">
                  <c:v>6.0</c:v>
                </c:pt>
                <c:pt idx="1332">
                  <c:v>6.0</c:v>
                </c:pt>
                <c:pt idx="1333">
                  <c:v>6.0</c:v>
                </c:pt>
                <c:pt idx="1334">
                  <c:v>6.0</c:v>
                </c:pt>
                <c:pt idx="1335">
                  <c:v>6.0</c:v>
                </c:pt>
                <c:pt idx="1336">
                  <c:v>6.0</c:v>
                </c:pt>
                <c:pt idx="1337">
                  <c:v>6.0</c:v>
                </c:pt>
                <c:pt idx="1338">
                  <c:v>6.0</c:v>
                </c:pt>
                <c:pt idx="1339">
                  <c:v>6.0</c:v>
                </c:pt>
                <c:pt idx="1340">
                  <c:v>6.0</c:v>
                </c:pt>
                <c:pt idx="1341">
                  <c:v>6.0</c:v>
                </c:pt>
                <c:pt idx="1342">
                  <c:v>6.0</c:v>
                </c:pt>
                <c:pt idx="1343">
                  <c:v>6.0</c:v>
                </c:pt>
                <c:pt idx="1344">
                  <c:v>6.0</c:v>
                </c:pt>
                <c:pt idx="1345">
                  <c:v>6.0</c:v>
                </c:pt>
                <c:pt idx="1346">
                  <c:v>6.0</c:v>
                </c:pt>
                <c:pt idx="1347">
                  <c:v>6.0</c:v>
                </c:pt>
                <c:pt idx="1348">
                  <c:v>6.0</c:v>
                </c:pt>
                <c:pt idx="1349">
                  <c:v>6.0</c:v>
                </c:pt>
                <c:pt idx="1350">
                  <c:v>6.0</c:v>
                </c:pt>
                <c:pt idx="1351">
                  <c:v>6.0</c:v>
                </c:pt>
                <c:pt idx="1352">
                  <c:v>6.0</c:v>
                </c:pt>
                <c:pt idx="1353">
                  <c:v>6.0</c:v>
                </c:pt>
                <c:pt idx="1354">
                  <c:v>6.0</c:v>
                </c:pt>
                <c:pt idx="1355">
                  <c:v>6.0</c:v>
                </c:pt>
                <c:pt idx="1356">
                  <c:v>6.0</c:v>
                </c:pt>
                <c:pt idx="1357">
                  <c:v>6.0</c:v>
                </c:pt>
                <c:pt idx="1358">
                  <c:v>6.0</c:v>
                </c:pt>
                <c:pt idx="1359">
                  <c:v>6.0</c:v>
                </c:pt>
                <c:pt idx="1360">
                  <c:v>6.0</c:v>
                </c:pt>
                <c:pt idx="1361">
                  <c:v>6.0</c:v>
                </c:pt>
                <c:pt idx="1362">
                  <c:v>6.0</c:v>
                </c:pt>
                <c:pt idx="1363">
                  <c:v>6.0</c:v>
                </c:pt>
                <c:pt idx="1364">
                  <c:v>6.0</c:v>
                </c:pt>
                <c:pt idx="1365">
                  <c:v>6.0</c:v>
                </c:pt>
                <c:pt idx="1366">
                  <c:v>6.0</c:v>
                </c:pt>
                <c:pt idx="1367">
                  <c:v>6.0</c:v>
                </c:pt>
                <c:pt idx="1368">
                  <c:v>6.0</c:v>
                </c:pt>
                <c:pt idx="1369">
                  <c:v>6.0</c:v>
                </c:pt>
                <c:pt idx="1370">
                  <c:v>6.0</c:v>
                </c:pt>
                <c:pt idx="1371">
                  <c:v>6.0</c:v>
                </c:pt>
                <c:pt idx="1372">
                  <c:v>6.0</c:v>
                </c:pt>
                <c:pt idx="1373">
                  <c:v>6.0</c:v>
                </c:pt>
                <c:pt idx="1374">
                  <c:v>6.0</c:v>
                </c:pt>
                <c:pt idx="1375">
                  <c:v>6.0</c:v>
                </c:pt>
                <c:pt idx="1376">
                  <c:v>6.0</c:v>
                </c:pt>
                <c:pt idx="1377">
                  <c:v>6.0</c:v>
                </c:pt>
                <c:pt idx="1378">
                  <c:v>6.0</c:v>
                </c:pt>
                <c:pt idx="1379">
                  <c:v>6.0</c:v>
                </c:pt>
                <c:pt idx="1380">
                  <c:v>6.0</c:v>
                </c:pt>
                <c:pt idx="1381">
                  <c:v>6.0</c:v>
                </c:pt>
                <c:pt idx="1382">
                  <c:v>6.0</c:v>
                </c:pt>
                <c:pt idx="1383">
                  <c:v>6.0</c:v>
                </c:pt>
                <c:pt idx="1384">
                  <c:v>6.0</c:v>
                </c:pt>
                <c:pt idx="1385">
                  <c:v>6.0</c:v>
                </c:pt>
                <c:pt idx="1386">
                  <c:v>6.0</c:v>
                </c:pt>
                <c:pt idx="1387">
                  <c:v>6.0</c:v>
                </c:pt>
                <c:pt idx="1388">
                  <c:v>6.0</c:v>
                </c:pt>
                <c:pt idx="1389">
                  <c:v>6.0</c:v>
                </c:pt>
                <c:pt idx="1390">
                  <c:v>6.0</c:v>
                </c:pt>
                <c:pt idx="1391">
                  <c:v>6.0</c:v>
                </c:pt>
                <c:pt idx="1392">
                  <c:v>6.0</c:v>
                </c:pt>
                <c:pt idx="1393">
                  <c:v>6.0</c:v>
                </c:pt>
                <c:pt idx="1394">
                  <c:v>6.0</c:v>
                </c:pt>
                <c:pt idx="1395">
                  <c:v>6.0</c:v>
                </c:pt>
                <c:pt idx="1396">
                  <c:v>6.0</c:v>
                </c:pt>
                <c:pt idx="1397">
                  <c:v>6.0</c:v>
                </c:pt>
                <c:pt idx="1398">
                  <c:v>6.0</c:v>
                </c:pt>
                <c:pt idx="1399">
                  <c:v>6.0</c:v>
                </c:pt>
                <c:pt idx="1400">
                  <c:v>6.0</c:v>
                </c:pt>
                <c:pt idx="1401">
                  <c:v>6.0</c:v>
                </c:pt>
                <c:pt idx="1402">
                  <c:v>6.0</c:v>
                </c:pt>
                <c:pt idx="1403">
                  <c:v>6.0</c:v>
                </c:pt>
                <c:pt idx="1404">
                  <c:v>6.0</c:v>
                </c:pt>
                <c:pt idx="1405">
                  <c:v>6.0</c:v>
                </c:pt>
                <c:pt idx="1406">
                  <c:v>6.0</c:v>
                </c:pt>
                <c:pt idx="1407">
                  <c:v>6.0</c:v>
                </c:pt>
                <c:pt idx="1408">
                  <c:v>6.0</c:v>
                </c:pt>
                <c:pt idx="1409">
                  <c:v>6.0</c:v>
                </c:pt>
                <c:pt idx="1410">
                  <c:v>6.0</c:v>
                </c:pt>
                <c:pt idx="1411">
                  <c:v>6.0</c:v>
                </c:pt>
                <c:pt idx="1412">
                  <c:v>6.0</c:v>
                </c:pt>
                <c:pt idx="1413">
                  <c:v>6.0</c:v>
                </c:pt>
                <c:pt idx="1414">
                  <c:v>6.0</c:v>
                </c:pt>
                <c:pt idx="1415">
                  <c:v>6.0</c:v>
                </c:pt>
                <c:pt idx="1416">
                  <c:v>6.0</c:v>
                </c:pt>
                <c:pt idx="1417">
                  <c:v>6.0</c:v>
                </c:pt>
                <c:pt idx="1418">
                  <c:v>6.0</c:v>
                </c:pt>
                <c:pt idx="1419">
                  <c:v>6.0</c:v>
                </c:pt>
                <c:pt idx="1420">
                  <c:v>6.0</c:v>
                </c:pt>
                <c:pt idx="1421">
                  <c:v>6.0</c:v>
                </c:pt>
                <c:pt idx="1422">
                  <c:v>6.0</c:v>
                </c:pt>
                <c:pt idx="1423">
                  <c:v>6.0</c:v>
                </c:pt>
                <c:pt idx="1424">
                  <c:v>6.0</c:v>
                </c:pt>
                <c:pt idx="1425">
                  <c:v>6.0</c:v>
                </c:pt>
                <c:pt idx="1426">
                  <c:v>6.0</c:v>
                </c:pt>
                <c:pt idx="1427">
                  <c:v>6.0</c:v>
                </c:pt>
                <c:pt idx="1428">
                  <c:v>6.0</c:v>
                </c:pt>
                <c:pt idx="1429">
                  <c:v>6.0</c:v>
                </c:pt>
                <c:pt idx="1430">
                  <c:v>6.0</c:v>
                </c:pt>
                <c:pt idx="1431">
                  <c:v>6.0</c:v>
                </c:pt>
                <c:pt idx="1432">
                  <c:v>6.0</c:v>
                </c:pt>
                <c:pt idx="1433">
                  <c:v>6.0</c:v>
                </c:pt>
                <c:pt idx="1434">
                  <c:v>6.0</c:v>
                </c:pt>
                <c:pt idx="1435">
                  <c:v>6.0</c:v>
                </c:pt>
                <c:pt idx="1436">
                  <c:v>6.0</c:v>
                </c:pt>
                <c:pt idx="1437">
                  <c:v>6.0</c:v>
                </c:pt>
                <c:pt idx="1438">
                  <c:v>6.0</c:v>
                </c:pt>
                <c:pt idx="1439">
                  <c:v>6.0</c:v>
                </c:pt>
                <c:pt idx="1440">
                  <c:v>6.0</c:v>
                </c:pt>
                <c:pt idx="1441">
                  <c:v>6.0</c:v>
                </c:pt>
                <c:pt idx="1442">
                  <c:v>6.0</c:v>
                </c:pt>
                <c:pt idx="1443">
                  <c:v>6.0</c:v>
                </c:pt>
                <c:pt idx="1444">
                  <c:v>6.0</c:v>
                </c:pt>
                <c:pt idx="1445">
                  <c:v>6.0</c:v>
                </c:pt>
                <c:pt idx="1446">
                  <c:v>6.0</c:v>
                </c:pt>
                <c:pt idx="1447">
                  <c:v>6.0</c:v>
                </c:pt>
                <c:pt idx="1448">
                  <c:v>6.0</c:v>
                </c:pt>
                <c:pt idx="1449">
                  <c:v>6.0</c:v>
                </c:pt>
                <c:pt idx="1450">
                  <c:v>6.0</c:v>
                </c:pt>
                <c:pt idx="1451">
                  <c:v>6.0</c:v>
                </c:pt>
                <c:pt idx="1452">
                  <c:v>6.0</c:v>
                </c:pt>
                <c:pt idx="1453">
                  <c:v>6.0</c:v>
                </c:pt>
                <c:pt idx="1454">
                  <c:v>6.0</c:v>
                </c:pt>
                <c:pt idx="1455">
                  <c:v>6.0</c:v>
                </c:pt>
                <c:pt idx="1456">
                  <c:v>6.0</c:v>
                </c:pt>
                <c:pt idx="1457">
                  <c:v>6.0</c:v>
                </c:pt>
                <c:pt idx="1458">
                  <c:v>6.0</c:v>
                </c:pt>
                <c:pt idx="1459">
                  <c:v>6.0</c:v>
                </c:pt>
                <c:pt idx="1460">
                  <c:v>6.0</c:v>
                </c:pt>
                <c:pt idx="1461">
                  <c:v>6.0</c:v>
                </c:pt>
                <c:pt idx="1462">
                  <c:v>6.0</c:v>
                </c:pt>
                <c:pt idx="1463">
                  <c:v>6.0</c:v>
                </c:pt>
                <c:pt idx="1464">
                  <c:v>6.0</c:v>
                </c:pt>
                <c:pt idx="1465">
                  <c:v>6.0</c:v>
                </c:pt>
                <c:pt idx="1466">
                  <c:v>6.0</c:v>
                </c:pt>
                <c:pt idx="1467">
                  <c:v>6.0</c:v>
                </c:pt>
                <c:pt idx="1468">
                  <c:v>6.0</c:v>
                </c:pt>
                <c:pt idx="1469">
                  <c:v>6.0</c:v>
                </c:pt>
                <c:pt idx="1470">
                  <c:v>6.0</c:v>
                </c:pt>
                <c:pt idx="1471">
                  <c:v>6.0</c:v>
                </c:pt>
                <c:pt idx="1472">
                  <c:v>6.0</c:v>
                </c:pt>
                <c:pt idx="1473">
                  <c:v>6.0</c:v>
                </c:pt>
                <c:pt idx="1474">
                  <c:v>6.0</c:v>
                </c:pt>
                <c:pt idx="1475">
                  <c:v>6.0</c:v>
                </c:pt>
                <c:pt idx="1476">
                  <c:v>6.0</c:v>
                </c:pt>
                <c:pt idx="1477">
                  <c:v>6.0</c:v>
                </c:pt>
                <c:pt idx="1478">
                  <c:v>6.0</c:v>
                </c:pt>
                <c:pt idx="1479">
                  <c:v>6.0</c:v>
                </c:pt>
                <c:pt idx="1480">
                  <c:v>6.0</c:v>
                </c:pt>
                <c:pt idx="1481">
                  <c:v>6.0</c:v>
                </c:pt>
                <c:pt idx="1482">
                  <c:v>6.0</c:v>
                </c:pt>
                <c:pt idx="1483">
                  <c:v>6.0</c:v>
                </c:pt>
                <c:pt idx="1484">
                  <c:v>6.0</c:v>
                </c:pt>
                <c:pt idx="1485">
                  <c:v>6.0</c:v>
                </c:pt>
                <c:pt idx="1486">
                  <c:v>6.0</c:v>
                </c:pt>
                <c:pt idx="1487">
                  <c:v>6.0</c:v>
                </c:pt>
                <c:pt idx="1488">
                  <c:v>6.0</c:v>
                </c:pt>
                <c:pt idx="1489">
                  <c:v>6.0</c:v>
                </c:pt>
                <c:pt idx="1490">
                  <c:v>6.0</c:v>
                </c:pt>
                <c:pt idx="1491">
                  <c:v>6.0</c:v>
                </c:pt>
                <c:pt idx="1492">
                  <c:v>6.0</c:v>
                </c:pt>
                <c:pt idx="1493">
                  <c:v>6.0</c:v>
                </c:pt>
                <c:pt idx="1494">
                  <c:v>6.0</c:v>
                </c:pt>
                <c:pt idx="1495">
                  <c:v>6.0</c:v>
                </c:pt>
                <c:pt idx="1496">
                  <c:v>6.0</c:v>
                </c:pt>
                <c:pt idx="1497">
                  <c:v>6.0</c:v>
                </c:pt>
                <c:pt idx="1498">
                  <c:v>6.0</c:v>
                </c:pt>
                <c:pt idx="1499">
                  <c:v>6.0</c:v>
                </c:pt>
                <c:pt idx="1500">
                  <c:v>6.0</c:v>
                </c:pt>
                <c:pt idx="1501">
                  <c:v>6.0</c:v>
                </c:pt>
                <c:pt idx="1502">
                  <c:v>6.0</c:v>
                </c:pt>
                <c:pt idx="1503">
                  <c:v>6.0</c:v>
                </c:pt>
                <c:pt idx="1504">
                  <c:v>6.0</c:v>
                </c:pt>
                <c:pt idx="1505">
                  <c:v>6.0</c:v>
                </c:pt>
                <c:pt idx="1506">
                  <c:v>6.0</c:v>
                </c:pt>
                <c:pt idx="1507">
                  <c:v>6.0</c:v>
                </c:pt>
                <c:pt idx="1508">
                  <c:v>6.0</c:v>
                </c:pt>
                <c:pt idx="1509">
                  <c:v>6.0</c:v>
                </c:pt>
                <c:pt idx="1510">
                  <c:v>6.0</c:v>
                </c:pt>
                <c:pt idx="1511">
                  <c:v>6.0</c:v>
                </c:pt>
                <c:pt idx="1512">
                  <c:v>6.0</c:v>
                </c:pt>
                <c:pt idx="1513">
                  <c:v>6.0</c:v>
                </c:pt>
                <c:pt idx="1514">
                  <c:v>6.0</c:v>
                </c:pt>
                <c:pt idx="1515">
                  <c:v>6.0</c:v>
                </c:pt>
                <c:pt idx="1516">
                  <c:v>6.0</c:v>
                </c:pt>
                <c:pt idx="1517">
                  <c:v>6.0</c:v>
                </c:pt>
                <c:pt idx="1518">
                  <c:v>6.0</c:v>
                </c:pt>
                <c:pt idx="1519">
                  <c:v>6.0</c:v>
                </c:pt>
                <c:pt idx="1520">
                  <c:v>6.0</c:v>
                </c:pt>
                <c:pt idx="1521">
                  <c:v>6.0</c:v>
                </c:pt>
                <c:pt idx="1522">
                  <c:v>6.0</c:v>
                </c:pt>
                <c:pt idx="1523">
                  <c:v>6.0</c:v>
                </c:pt>
                <c:pt idx="1524">
                  <c:v>6.0</c:v>
                </c:pt>
                <c:pt idx="1525">
                  <c:v>6.0</c:v>
                </c:pt>
                <c:pt idx="1526">
                  <c:v>6.0</c:v>
                </c:pt>
                <c:pt idx="1527">
                  <c:v>6.0</c:v>
                </c:pt>
                <c:pt idx="1528">
                  <c:v>6.0</c:v>
                </c:pt>
                <c:pt idx="1529">
                  <c:v>6.0</c:v>
                </c:pt>
                <c:pt idx="1530">
                  <c:v>6.0</c:v>
                </c:pt>
                <c:pt idx="1531">
                  <c:v>6.0</c:v>
                </c:pt>
                <c:pt idx="1532">
                  <c:v>6.0</c:v>
                </c:pt>
                <c:pt idx="1533">
                  <c:v>6.0</c:v>
                </c:pt>
                <c:pt idx="1534">
                  <c:v>6.0</c:v>
                </c:pt>
                <c:pt idx="1535">
                  <c:v>6.0</c:v>
                </c:pt>
                <c:pt idx="1536">
                  <c:v>6.0</c:v>
                </c:pt>
                <c:pt idx="1537">
                  <c:v>6.0</c:v>
                </c:pt>
                <c:pt idx="1538">
                  <c:v>6.0</c:v>
                </c:pt>
                <c:pt idx="1539">
                  <c:v>6.0</c:v>
                </c:pt>
                <c:pt idx="1540">
                  <c:v>6.0</c:v>
                </c:pt>
                <c:pt idx="1541">
                  <c:v>6.0</c:v>
                </c:pt>
                <c:pt idx="1542">
                  <c:v>6.0</c:v>
                </c:pt>
                <c:pt idx="1543">
                  <c:v>6.0</c:v>
                </c:pt>
                <c:pt idx="1544">
                  <c:v>6.0</c:v>
                </c:pt>
                <c:pt idx="1545">
                  <c:v>6.0</c:v>
                </c:pt>
                <c:pt idx="1546">
                  <c:v>6.0</c:v>
                </c:pt>
                <c:pt idx="1547">
                  <c:v>6.0</c:v>
                </c:pt>
                <c:pt idx="1548">
                  <c:v>6.0</c:v>
                </c:pt>
                <c:pt idx="1549">
                  <c:v>6.0</c:v>
                </c:pt>
                <c:pt idx="1550">
                  <c:v>6.0</c:v>
                </c:pt>
                <c:pt idx="1551">
                  <c:v>6.0</c:v>
                </c:pt>
                <c:pt idx="1552">
                  <c:v>6.0</c:v>
                </c:pt>
                <c:pt idx="1553">
                  <c:v>6.0</c:v>
                </c:pt>
                <c:pt idx="1554">
                  <c:v>6.0</c:v>
                </c:pt>
                <c:pt idx="1555">
                  <c:v>6.0</c:v>
                </c:pt>
                <c:pt idx="1556">
                  <c:v>6.0</c:v>
                </c:pt>
                <c:pt idx="1557">
                  <c:v>6.0</c:v>
                </c:pt>
                <c:pt idx="1558">
                  <c:v>6.0</c:v>
                </c:pt>
                <c:pt idx="1559">
                  <c:v>6.0</c:v>
                </c:pt>
                <c:pt idx="1560">
                  <c:v>6.0</c:v>
                </c:pt>
                <c:pt idx="1561">
                  <c:v>6.0</c:v>
                </c:pt>
                <c:pt idx="1562">
                  <c:v>6.0</c:v>
                </c:pt>
                <c:pt idx="1563">
                  <c:v>6.0</c:v>
                </c:pt>
                <c:pt idx="1564">
                  <c:v>6.0</c:v>
                </c:pt>
                <c:pt idx="1565">
                  <c:v>6.0</c:v>
                </c:pt>
                <c:pt idx="1566">
                  <c:v>6.0</c:v>
                </c:pt>
                <c:pt idx="1567">
                  <c:v>6.0</c:v>
                </c:pt>
                <c:pt idx="1568">
                  <c:v>6.0</c:v>
                </c:pt>
                <c:pt idx="1569">
                  <c:v>6.0</c:v>
                </c:pt>
                <c:pt idx="1570">
                  <c:v>6.0</c:v>
                </c:pt>
                <c:pt idx="1571">
                  <c:v>6.0</c:v>
                </c:pt>
                <c:pt idx="1572">
                  <c:v>6.0</c:v>
                </c:pt>
                <c:pt idx="1573">
                  <c:v>6.0</c:v>
                </c:pt>
                <c:pt idx="1574">
                  <c:v>6.0</c:v>
                </c:pt>
                <c:pt idx="1575">
                  <c:v>6.0</c:v>
                </c:pt>
                <c:pt idx="1576">
                  <c:v>6.0</c:v>
                </c:pt>
                <c:pt idx="1577">
                  <c:v>6.0</c:v>
                </c:pt>
                <c:pt idx="1578">
                  <c:v>6.0</c:v>
                </c:pt>
                <c:pt idx="1579">
                  <c:v>6.0</c:v>
                </c:pt>
                <c:pt idx="1580">
                  <c:v>6.0</c:v>
                </c:pt>
                <c:pt idx="1581">
                  <c:v>6.0</c:v>
                </c:pt>
                <c:pt idx="1582">
                  <c:v>6.0</c:v>
                </c:pt>
                <c:pt idx="1583">
                  <c:v>6.0</c:v>
                </c:pt>
                <c:pt idx="1584">
                  <c:v>6.0</c:v>
                </c:pt>
                <c:pt idx="1585">
                  <c:v>6.0</c:v>
                </c:pt>
                <c:pt idx="1586">
                  <c:v>6.0</c:v>
                </c:pt>
                <c:pt idx="1587">
                  <c:v>6.0</c:v>
                </c:pt>
                <c:pt idx="1588">
                  <c:v>6.0</c:v>
                </c:pt>
                <c:pt idx="1589">
                  <c:v>6.0</c:v>
                </c:pt>
                <c:pt idx="1590">
                  <c:v>6.0</c:v>
                </c:pt>
                <c:pt idx="1591">
                  <c:v>6.0</c:v>
                </c:pt>
                <c:pt idx="1592">
                  <c:v>6.0</c:v>
                </c:pt>
                <c:pt idx="1593">
                  <c:v>6.0</c:v>
                </c:pt>
                <c:pt idx="1594">
                  <c:v>6.0</c:v>
                </c:pt>
                <c:pt idx="1595">
                  <c:v>6.0</c:v>
                </c:pt>
                <c:pt idx="1596">
                  <c:v>6.0</c:v>
                </c:pt>
                <c:pt idx="1597">
                  <c:v>6.0</c:v>
                </c:pt>
                <c:pt idx="1598">
                  <c:v>6.0</c:v>
                </c:pt>
                <c:pt idx="1599">
                  <c:v>6.0</c:v>
                </c:pt>
                <c:pt idx="1600">
                  <c:v>6.0</c:v>
                </c:pt>
                <c:pt idx="1601">
                  <c:v>6.0</c:v>
                </c:pt>
                <c:pt idx="1602">
                  <c:v>6.0</c:v>
                </c:pt>
                <c:pt idx="1603">
                  <c:v>6.0</c:v>
                </c:pt>
                <c:pt idx="1604">
                  <c:v>6.0</c:v>
                </c:pt>
                <c:pt idx="1605">
                  <c:v>6.0</c:v>
                </c:pt>
                <c:pt idx="1606">
                  <c:v>6.0</c:v>
                </c:pt>
                <c:pt idx="1607">
                  <c:v>6.0</c:v>
                </c:pt>
                <c:pt idx="1608">
                  <c:v>6.0</c:v>
                </c:pt>
                <c:pt idx="1609">
                  <c:v>6.0</c:v>
                </c:pt>
                <c:pt idx="1610">
                  <c:v>6.0</c:v>
                </c:pt>
                <c:pt idx="1611">
                  <c:v>6.0</c:v>
                </c:pt>
                <c:pt idx="1612">
                  <c:v>6.0</c:v>
                </c:pt>
                <c:pt idx="1613">
                  <c:v>6.0</c:v>
                </c:pt>
                <c:pt idx="1614">
                  <c:v>6.0</c:v>
                </c:pt>
                <c:pt idx="1615">
                  <c:v>6.0</c:v>
                </c:pt>
                <c:pt idx="1616">
                  <c:v>6.0</c:v>
                </c:pt>
                <c:pt idx="1617">
                  <c:v>6.0</c:v>
                </c:pt>
                <c:pt idx="1618">
                  <c:v>6.0</c:v>
                </c:pt>
                <c:pt idx="1619">
                  <c:v>6.0</c:v>
                </c:pt>
                <c:pt idx="1620">
                  <c:v>6.0</c:v>
                </c:pt>
                <c:pt idx="1621">
                  <c:v>6.0</c:v>
                </c:pt>
                <c:pt idx="1622">
                  <c:v>6.0</c:v>
                </c:pt>
                <c:pt idx="1623">
                  <c:v>6.0</c:v>
                </c:pt>
                <c:pt idx="1624">
                  <c:v>6.0</c:v>
                </c:pt>
                <c:pt idx="1625">
                  <c:v>6.0</c:v>
                </c:pt>
                <c:pt idx="1626">
                  <c:v>6.0</c:v>
                </c:pt>
                <c:pt idx="1627">
                  <c:v>6.0</c:v>
                </c:pt>
                <c:pt idx="1628">
                  <c:v>6.0</c:v>
                </c:pt>
                <c:pt idx="1629">
                  <c:v>6.0</c:v>
                </c:pt>
                <c:pt idx="1630">
                  <c:v>6.0</c:v>
                </c:pt>
                <c:pt idx="1631">
                  <c:v>6.0</c:v>
                </c:pt>
                <c:pt idx="1632">
                  <c:v>6.0</c:v>
                </c:pt>
                <c:pt idx="1633">
                  <c:v>6.0</c:v>
                </c:pt>
                <c:pt idx="1634">
                  <c:v>6.0</c:v>
                </c:pt>
                <c:pt idx="1635">
                  <c:v>6.0</c:v>
                </c:pt>
                <c:pt idx="1636">
                  <c:v>6.0</c:v>
                </c:pt>
                <c:pt idx="1637">
                  <c:v>6.0</c:v>
                </c:pt>
                <c:pt idx="1638">
                  <c:v>6.0</c:v>
                </c:pt>
                <c:pt idx="1639">
                  <c:v>6.0</c:v>
                </c:pt>
                <c:pt idx="1640">
                  <c:v>6.0</c:v>
                </c:pt>
                <c:pt idx="1641">
                  <c:v>6.0</c:v>
                </c:pt>
                <c:pt idx="1642">
                  <c:v>6.0</c:v>
                </c:pt>
                <c:pt idx="1643">
                  <c:v>6.0</c:v>
                </c:pt>
                <c:pt idx="1644">
                  <c:v>6.0</c:v>
                </c:pt>
                <c:pt idx="1645">
                  <c:v>6.0</c:v>
                </c:pt>
                <c:pt idx="1646">
                  <c:v>6.0</c:v>
                </c:pt>
                <c:pt idx="1647">
                  <c:v>6.0</c:v>
                </c:pt>
                <c:pt idx="1648">
                  <c:v>6.0</c:v>
                </c:pt>
                <c:pt idx="1649">
                  <c:v>6.0</c:v>
                </c:pt>
                <c:pt idx="1650">
                  <c:v>6.0</c:v>
                </c:pt>
                <c:pt idx="1651">
                  <c:v>6.0</c:v>
                </c:pt>
                <c:pt idx="1652">
                  <c:v>6.0</c:v>
                </c:pt>
                <c:pt idx="1653">
                  <c:v>6.0</c:v>
                </c:pt>
                <c:pt idx="1654">
                  <c:v>6.0</c:v>
                </c:pt>
                <c:pt idx="1655">
                  <c:v>6.0</c:v>
                </c:pt>
                <c:pt idx="1656">
                  <c:v>6.0</c:v>
                </c:pt>
                <c:pt idx="1657">
                  <c:v>6.0</c:v>
                </c:pt>
                <c:pt idx="1658">
                  <c:v>6.0</c:v>
                </c:pt>
                <c:pt idx="1659">
                  <c:v>6.0</c:v>
                </c:pt>
                <c:pt idx="1660">
                  <c:v>6.0</c:v>
                </c:pt>
                <c:pt idx="1661">
                  <c:v>6.0</c:v>
                </c:pt>
                <c:pt idx="1662">
                  <c:v>6.0</c:v>
                </c:pt>
                <c:pt idx="1663">
                  <c:v>6.0</c:v>
                </c:pt>
                <c:pt idx="1664">
                  <c:v>6.0</c:v>
                </c:pt>
                <c:pt idx="1665">
                  <c:v>6.0</c:v>
                </c:pt>
                <c:pt idx="1666">
                  <c:v>6.0</c:v>
                </c:pt>
                <c:pt idx="1667">
                  <c:v>6.0</c:v>
                </c:pt>
                <c:pt idx="1668">
                  <c:v>6.0</c:v>
                </c:pt>
                <c:pt idx="1669">
                  <c:v>6.0</c:v>
                </c:pt>
                <c:pt idx="1670">
                  <c:v>6.0</c:v>
                </c:pt>
                <c:pt idx="1671">
                  <c:v>6.0</c:v>
                </c:pt>
                <c:pt idx="1672">
                  <c:v>6.0</c:v>
                </c:pt>
                <c:pt idx="1673">
                  <c:v>6.0</c:v>
                </c:pt>
                <c:pt idx="1674">
                  <c:v>6.0</c:v>
                </c:pt>
                <c:pt idx="1675">
                  <c:v>6.0</c:v>
                </c:pt>
                <c:pt idx="1676">
                  <c:v>6.0</c:v>
                </c:pt>
                <c:pt idx="1677">
                  <c:v>6.0</c:v>
                </c:pt>
                <c:pt idx="1678">
                  <c:v>6.0</c:v>
                </c:pt>
                <c:pt idx="1679">
                  <c:v>6.0</c:v>
                </c:pt>
                <c:pt idx="1680">
                  <c:v>6.0</c:v>
                </c:pt>
                <c:pt idx="1681">
                  <c:v>6.0</c:v>
                </c:pt>
                <c:pt idx="1682">
                  <c:v>6.0</c:v>
                </c:pt>
                <c:pt idx="1683">
                  <c:v>6.0</c:v>
                </c:pt>
                <c:pt idx="1684">
                  <c:v>6.0</c:v>
                </c:pt>
                <c:pt idx="1685">
                  <c:v>6.0</c:v>
                </c:pt>
                <c:pt idx="1686">
                  <c:v>6.0</c:v>
                </c:pt>
                <c:pt idx="1687">
                  <c:v>6.0</c:v>
                </c:pt>
                <c:pt idx="1688">
                  <c:v>6.0</c:v>
                </c:pt>
                <c:pt idx="1689">
                  <c:v>6.0</c:v>
                </c:pt>
                <c:pt idx="1690">
                  <c:v>6.0</c:v>
                </c:pt>
                <c:pt idx="1691">
                  <c:v>6.0</c:v>
                </c:pt>
                <c:pt idx="1692">
                  <c:v>6.0</c:v>
                </c:pt>
                <c:pt idx="1693">
                  <c:v>6.0</c:v>
                </c:pt>
                <c:pt idx="1694">
                  <c:v>6.0</c:v>
                </c:pt>
                <c:pt idx="1695">
                  <c:v>6.0</c:v>
                </c:pt>
                <c:pt idx="1696">
                  <c:v>6.0</c:v>
                </c:pt>
                <c:pt idx="1697">
                  <c:v>6.0</c:v>
                </c:pt>
                <c:pt idx="1698">
                  <c:v>6.0</c:v>
                </c:pt>
                <c:pt idx="1699">
                  <c:v>6.0</c:v>
                </c:pt>
                <c:pt idx="1700">
                  <c:v>6.0</c:v>
                </c:pt>
                <c:pt idx="1701">
                  <c:v>6.0</c:v>
                </c:pt>
                <c:pt idx="1702">
                  <c:v>6.0</c:v>
                </c:pt>
                <c:pt idx="1703">
                  <c:v>6.0</c:v>
                </c:pt>
                <c:pt idx="1704">
                  <c:v>6.0</c:v>
                </c:pt>
                <c:pt idx="1705">
                  <c:v>6.0</c:v>
                </c:pt>
                <c:pt idx="1706">
                  <c:v>6.0</c:v>
                </c:pt>
                <c:pt idx="1707">
                  <c:v>6.0</c:v>
                </c:pt>
                <c:pt idx="1708">
                  <c:v>6.0</c:v>
                </c:pt>
                <c:pt idx="1709">
                  <c:v>6.0</c:v>
                </c:pt>
                <c:pt idx="1710">
                  <c:v>6.0</c:v>
                </c:pt>
                <c:pt idx="1711">
                  <c:v>6.0</c:v>
                </c:pt>
                <c:pt idx="1712">
                  <c:v>6.0</c:v>
                </c:pt>
                <c:pt idx="1713">
                  <c:v>6.0</c:v>
                </c:pt>
                <c:pt idx="1714">
                  <c:v>6.0</c:v>
                </c:pt>
                <c:pt idx="1715">
                  <c:v>6.0</c:v>
                </c:pt>
                <c:pt idx="1716">
                  <c:v>6.0</c:v>
                </c:pt>
                <c:pt idx="1717">
                  <c:v>6.0</c:v>
                </c:pt>
                <c:pt idx="1718">
                  <c:v>6.0</c:v>
                </c:pt>
                <c:pt idx="1719">
                  <c:v>6.0</c:v>
                </c:pt>
                <c:pt idx="1720">
                  <c:v>6.0</c:v>
                </c:pt>
                <c:pt idx="1721">
                  <c:v>6.0</c:v>
                </c:pt>
                <c:pt idx="1722">
                  <c:v>6.0</c:v>
                </c:pt>
                <c:pt idx="1723">
                  <c:v>6.0</c:v>
                </c:pt>
                <c:pt idx="1724">
                  <c:v>6.0</c:v>
                </c:pt>
                <c:pt idx="1725">
                  <c:v>6.0</c:v>
                </c:pt>
                <c:pt idx="1726">
                  <c:v>6.0</c:v>
                </c:pt>
                <c:pt idx="1727">
                  <c:v>6.0</c:v>
                </c:pt>
                <c:pt idx="1728">
                  <c:v>6.0</c:v>
                </c:pt>
                <c:pt idx="1729">
                  <c:v>6.0</c:v>
                </c:pt>
                <c:pt idx="1730">
                  <c:v>6.0</c:v>
                </c:pt>
                <c:pt idx="1731">
                  <c:v>6.0</c:v>
                </c:pt>
                <c:pt idx="1732">
                  <c:v>6.0</c:v>
                </c:pt>
                <c:pt idx="1733">
                  <c:v>6.0</c:v>
                </c:pt>
                <c:pt idx="1734">
                  <c:v>6.0</c:v>
                </c:pt>
                <c:pt idx="1735">
                  <c:v>6.0</c:v>
                </c:pt>
                <c:pt idx="1736">
                  <c:v>6.0</c:v>
                </c:pt>
                <c:pt idx="1737">
                  <c:v>6.0</c:v>
                </c:pt>
                <c:pt idx="1738">
                  <c:v>6.0</c:v>
                </c:pt>
                <c:pt idx="1739">
                  <c:v>6.0</c:v>
                </c:pt>
                <c:pt idx="1740">
                  <c:v>6.0</c:v>
                </c:pt>
                <c:pt idx="1741">
                  <c:v>6.0</c:v>
                </c:pt>
                <c:pt idx="1742">
                  <c:v>6.0</c:v>
                </c:pt>
                <c:pt idx="1743">
                  <c:v>6.0</c:v>
                </c:pt>
                <c:pt idx="1744">
                  <c:v>6.0</c:v>
                </c:pt>
                <c:pt idx="1745">
                  <c:v>6.0</c:v>
                </c:pt>
                <c:pt idx="1746">
                  <c:v>6.0</c:v>
                </c:pt>
                <c:pt idx="1747">
                  <c:v>6.0</c:v>
                </c:pt>
                <c:pt idx="1748">
                  <c:v>6.0</c:v>
                </c:pt>
                <c:pt idx="1749">
                  <c:v>6.0</c:v>
                </c:pt>
                <c:pt idx="1750">
                  <c:v>6.0</c:v>
                </c:pt>
                <c:pt idx="1751">
                  <c:v>6.0</c:v>
                </c:pt>
                <c:pt idx="1752">
                  <c:v>6.0</c:v>
                </c:pt>
                <c:pt idx="1753">
                  <c:v>6.0</c:v>
                </c:pt>
                <c:pt idx="1754">
                  <c:v>6.0</c:v>
                </c:pt>
                <c:pt idx="1755">
                  <c:v>6.0</c:v>
                </c:pt>
                <c:pt idx="1756">
                  <c:v>6.0</c:v>
                </c:pt>
                <c:pt idx="1757">
                  <c:v>6.0</c:v>
                </c:pt>
                <c:pt idx="1758">
                  <c:v>6.0</c:v>
                </c:pt>
                <c:pt idx="1759">
                  <c:v>6.0</c:v>
                </c:pt>
                <c:pt idx="1760">
                  <c:v>6.0</c:v>
                </c:pt>
                <c:pt idx="1761">
                  <c:v>6.0</c:v>
                </c:pt>
                <c:pt idx="1762">
                  <c:v>6.0</c:v>
                </c:pt>
                <c:pt idx="1763">
                  <c:v>6.0</c:v>
                </c:pt>
                <c:pt idx="1764">
                  <c:v>6.0</c:v>
                </c:pt>
                <c:pt idx="1765">
                  <c:v>6.0</c:v>
                </c:pt>
                <c:pt idx="1766">
                  <c:v>6.0</c:v>
                </c:pt>
                <c:pt idx="1767">
                  <c:v>6.0</c:v>
                </c:pt>
                <c:pt idx="1768">
                  <c:v>6.0</c:v>
                </c:pt>
                <c:pt idx="1769">
                  <c:v>6.0</c:v>
                </c:pt>
                <c:pt idx="1770">
                  <c:v>6.0</c:v>
                </c:pt>
                <c:pt idx="1771">
                  <c:v>6.0</c:v>
                </c:pt>
                <c:pt idx="1772">
                  <c:v>6.0</c:v>
                </c:pt>
                <c:pt idx="1773">
                  <c:v>6.0</c:v>
                </c:pt>
                <c:pt idx="1774">
                  <c:v>6.0</c:v>
                </c:pt>
                <c:pt idx="1775">
                  <c:v>6.0</c:v>
                </c:pt>
                <c:pt idx="1776">
                  <c:v>6.0</c:v>
                </c:pt>
                <c:pt idx="1777">
                  <c:v>6.0</c:v>
                </c:pt>
                <c:pt idx="1778">
                  <c:v>6.0</c:v>
                </c:pt>
                <c:pt idx="1779">
                  <c:v>6.0</c:v>
                </c:pt>
                <c:pt idx="1780">
                  <c:v>6.0</c:v>
                </c:pt>
                <c:pt idx="1781">
                  <c:v>6.0</c:v>
                </c:pt>
                <c:pt idx="1782">
                  <c:v>6.0</c:v>
                </c:pt>
                <c:pt idx="1783">
                  <c:v>6.0</c:v>
                </c:pt>
                <c:pt idx="1784">
                  <c:v>6.0</c:v>
                </c:pt>
                <c:pt idx="1785">
                  <c:v>6.0</c:v>
                </c:pt>
                <c:pt idx="1786">
                  <c:v>6.0</c:v>
                </c:pt>
                <c:pt idx="1787">
                  <c:v>6.0</c:v>
                </c:pt>
                <c:pt idx="1788">
                  <c:v>6.0</c:v>
                </c:pt>
                <c:pt idx="1789">
                  <c:v>6.0</c:v>
                </c:pt>
                <c:pt idx="1790">
                  <c:v>6.0</c:v>
                </c:pt>
                <c:pt idx="1791">
                  <c:v>6.0</c:v>
                </c:pt>
                <c:pt idx="1792">
                  <c:v>6.0</c:v>
                </c:pt>
                <c:pt idx="1793">
                  <c:v>6.0</c:v>
                </c:pt>
                <c:pt idx="1794">
                  <c:v>6.0</c:v>
                </c:pt>
                <c:pt idx="1795">
                  <c:v>6.0</c:v>
                </c:pt>
                <c:pt idx="1796">
                  <c:v>6.0</c:v>
                </c:pt>
                <c:pt idx="1797">
                  <c:v>6.0</c:v>
                </c:pt>
                <c:pt idx="1798">
                  <c:v>6.0</c:v>
                </c:pt>
                <c:pt idx="1799">
                  <c:v>6.0</c:v>
                </c:pt>
                <c:pt idx="1800">
                  <c:v>6.0</c:v>
                </c:pt>
                <c:pt idx="1801">
                  <c:v>6.0</c:v>
                </c:pt>
                <c:pt idx="1802">
                  <c:v>6.0</c:v>
                </c:pt>
                <c:pt idx="1803">
                  <c:v>6.0</c:v>
                </c:pt>
                <c:pt idx="1804">
                  <c:v>6.0</c:v>
                </c:pt>
                <c:pt idx="1805">
                  <c:v>6.0</c:v>
                </c:pt>
                <c:pt idx="1806">
                  <c:v>6.0</c:v>
                </c:pt>
                <c:pt idx="1807">
                  <c:v>6.0</c:v>
                </c:pt>
                <c:pt idx="1808">
                  <c:v>6.0</c:v>
                </c:pt>
                <c:pt idx="1809">
                  <c:v>6.0</c:v>
                </c:pt>
                <c:pt idx="1810">
                  <c:v>6.0</c:v>
                </c:pt>
                <c:pt idx="1811">
                  <c:v>6.0</c:v>
                </c:pt>
                <c:pt idx="1812">
                  <c:v>6.0</c:v>
                </c:pt>
                <c:pt idx="1813">
                  <c:v>6.0</c:v>
                </c:pt>
                <c:pt idx="1814">
                  <c:v>6.0</c:v>
                </c:pt>
                <c:pt idx="1815">
                  <c:v>6.0</c:v>
                </c:pt>
                <c:pt idx="1816">
                  <c:v>6.0</c:v>
                </c:pt>
                <c:pt idx="1817">
                  <c:v>6.0</c:v>
                </c:pt>
                <c:pt idx="1818">
                  <c:v>6.0</c:v>
                </c:pt>
                <c:pt idx="1819">
                  <c:v>6.0</c:v>
                </c:pt>
                <c:pt idx="1820">
                  <c:v>6.0</c:v>
                </c:pt>
                <c:pt idx="1821">
                  <c:v>6.0</c:v>
                </c:pt>
                <c:pt idx="1822">
                  <c:v>6.0</c:v>
                </c:pt>
                <c:pt idx="1823">
                  <c:v>6.0</c:v>
                </c:pt>
                <c:pt idx="1824">
                  <c:v>6.0</c:v>
                </c:pt>
                <c:pt idx="1825">
                  <c:v>6.0</c:v>
                </c:pt>
                <c:pt idx="1826">
                  <c:v>6.0</c:v>
                </c:pt>
                <c:pt idx="1827">
                  <c:v>6.0</c:v>
                </c:pt>
                <c:pt idx="1828">
                  <c:v>6.0</c:v>
                </c:pt>
                <c:pt idx="1829">
                  <c:v>6.0</c:v>
                </c:pt>
                <c:pt idx="1830">
                  <c:v>6.0</c:v>
                </c:pt>
                <c:pt idx="1831">
                  <c:v>6.0</c:v>
                </c:pt>
                <c:pt idx="1832">
                  <c:v>6.0</c:v>
                </c:pt>
                <c:pt idx="1833">
                  <c:v>6.0</c:v>
                </c:pt>
                <c:pt idx="1834">
                  <c:v>6.0</c:v>
                </c:pt>
                <c:pt idx="1835">
                  <c:v>6.0</c:v>
                </c:pt>
                <c:pt idx="1836">
                  <c:v>6.0</c:v>
                </c:pt>
                <c:pt idx="1837">
                  <c:v>6.0</c:v>
                </c:pt>
                <c:pt idx="1838">
                  <c:v>6.0</c:v>
                </c:pt>
                <c:pt idx="1839">
                  <c:v>6.0</c:v>
                </c:pt>
                <c:pt idx="1840">
                  <c:v>6.0</c:v>
                </c:pt>
                <c:pt idx="1841">
                  <c:v>6.0</c:v>
                </c:pt>
                <c:pt idx="1842">
                  <c:v>6.0</c:v>
                </c:pt>
                <c:pt idx="1843">
                  <c:v>6.0</c:v>
                </c:pt>
                <c:pt idx="1844">
                  <c:v>6.0</c:v>
                </c:pt>
                <c:pt idx="1845">
                  <c:v>6.0</c:v>
                </c:pt>
                <c:pt idx="1846">
                  <c:v>6.0</c:v>
                </c:pt>
                <c:pt idx="1847">
                  <c:v>6.0</c:v>
                </c:pt>
                <c:pt idx="1848">
                  <c:v>6.0</c:v>
                </c:pt>
                <c:pt idx="1849">
                  <c:v>6.0</c:v>
                </c:pt>
                <c:pt idx="1850">
                  <c:v>6.0</c:v>
                </c:pt>
                <c:pt idx="1851">
                  <c:v>6.0</c:v>
                </c:pt>
                <c:pt idx="1852">
                  <c:v>6.0</c:v>
                </c:pt>
                <c:pt idx="1853">
                  <c:v>6.0</c:v>
                </c:pt>
                <c:pt idx="1854">
                  <c:v>6.0</c:v>
                </c:pt>
                <c:pt idx="1855">
                  <c:v>6.0</c:v>
                </c:pt>
                <c:pt idx="1856">
                  <c:v>6.0</c:v>
                </c:pt>
                <c:pt idx="1857">
                  <c:v>6.0</c:v>
                </c:pt>
                <c:pt idx="1858">
                  <c:v>6.0</c:v>
                </c:pt>
                <c:pt idx="1859">
                  <c:v>6.0</c:v>
                </c:pt>
                <c:pt idx="1860">
                  <c:v>6.0</c:v>
                </c:pt>
                <c:pt idx="1861">
                  <c:v>6.0</c:v>
                </c:pt>
                <c:pt idx="1862">
                  <c:v>6.0</c:v>
                </c:pt>
                <c:pt idx="1863">
                  <c:v>6.0</c:v>
                </c:pt>
                <c:pt idx="1864">
                  <c:v>6.0</c:v>
                </c:pt>
                <c:pt idx="1865">
                  <c:v>6.0</c:v>
                </c:pt>
                <c:pt idx="1866">
                  <c:v>6.0</c:v>
                </c:pt>
                <c:pt idx="1867">
                  <c:v>6.0</c:v>
                </c:pt>
                <c:pt idx="1868">
                  <c:v>6.0</c:v>
                </c:pt>
                <c:pt idx="1869">
                  <c:v>6.0</c:v>
                </c:pt>
                <c:pt idx="1870">
                  <c:v>6.0</c:v>
                </c:pt>
                <c:pt idx="1871">
                  <c:v>6.0</c:v>
                </c:pt>
                <c:pt idx="1872">
                  <c:v>6.0</c:v>
                </c:pt>
                <c:pt idx="1873">
                  <c:v>6.0</c:v>
                </c:pt>
                <c:pt idx="1874">
                  <c:v>6.0</c:v>
                </c:pt>
                <c:pt idx="1875">
                  <c:v>6.0</c:v>
                </c:pt>
                <c:pt idx="1876">
                  <c:v>6.0</c:v>
                </c:pt>
                <c:pt idx="1877">
                  <c:v>6.0</c:v>
                </c:pt>
                <c:pt idx="1878">
                  <c:v>6.0</c:v>
                </c:pt>
                <c:pt idx="1879">
                  <c:v>6.0</c:v>
                </c:pt>
                <c:pt idx="1880">
                  <c:v>6.0</c:v>
                </c:pt>
                <c:pt idx="1881">
                  <c:v>6.0</c:v>
                </c:pt>
                <c:pt idx="1882">
                  <c:v>6.0</c:v>
                </c:pt>
                <c:pt idx="1883">
                  <c:v>6.0</c:v>
                </c:pt>
                <c:pt idx="1884">
                  <c:v>6.0</c:v>
                </c:pt>
                <c:pt idx="1885">
                  <c:v>6.0</c:v>
                </c:pt>
                <c:pt idx="1886">
                  <c:v>6.0</c:v>
                </c:pt>
                <c:pt idx="1887">
                  <c:v>6.0</c:v>
                </c:pt>
                <c:pt idx="1888">
                  <c:v>6.0</c:v>
                </c:pt>
                <c:pt idx="1889">
                  <c:v>6.0</c:v>
                </c:pt>
                <c:pt idx="1890">
                  <c:v>6.0</c:v>
                </c:pt>
                <c:pt idx="1891">
                  <c:v>6.0</c:v>
                </c:pt>
                <c:pt idx="1892">
                  <c:v>6.0</c:v>
                </c:pt>
                <c:pt idx="1893">
                  <c:v>6.0</c:v>
                </c:pt>
                <c:pt idx="1894">
                  <c:v>6.0</c:v>
                </c:pt>
                <c:pt idx="1895">
                  <c:v>6.0</c:v>
                </c:pt>
                <c:pt idx="1896">
                  <c:v>6.0</c:v>
                </c:pt>
                <c:pt idx="1897">
                  <c:v>6.0</c:v>
                </c:pt>
                <c:pt idx="1898">
                  <c:v>6.0</c:v>
                </c:pt>
                <c:pt idx="1899">
                  <c:v>6.0</c:v>
                </c:pt>
                <c:pt idx="1900">
                  <c:v>6.0</c:v>
                </c:pt>
                <c:pt idx="1901">
                  <c:v>6.0</c:v>
                </c:pt>
                <c:pt idx="1902">
                  <c:v>6.0</c:v>
                </c:pt>
                <c:pt idx="1903">
                  <c:v>6.0</c:v>
                </c:pt>
                <c:pt idx="1904">
                  <c:v>6.0</c:v>
                </c:pt>
                <c:pt idx="1905">
                  <c:v>6.0</c:v>
                </c:pt>
                <c:pt idx="1906">
                  <c:v>6.0</c:v>
                </c:pt>
                <c:pt idx="1907">
                  <c:v>6.0</c:v>
                </c:pt>
                <c:pt idx="1908">
                  <c:v>6.0</c:v>
                </c:pt>
                <c:pt idx="1909">
                  <c:v>6.0</c:v>
                </c:pt>
                <c:pt idx="1910">
                  <c:v>6.0</c:v>
                </c:pt>
                <c:pt idx="1911">
                  <c:v>6.0</c:v>
                </c:pt>
                <c:pt idx="1912">
                  <c:v>6.0</c:v>
                </c:pt>
                <c:pt idx="1913">
                  <c:v>6.0</c:v>
                </c:pt>
                <c:pt idx="1914">
                  <c:v>6.0</c:v>
                </c:pt>
                <c:pt idx="1915">
                  <c:v>6.0</c:v>
                </c:pt>
                <c:pt idx="1916">
                  <c:v>6.0</c:v>
                </c:pt>
                <c:pt idx="1917">
                  <c:v>6.0</c:v>
                </c:pt>
                <c:pt idx="1918">
                  <c:v>6.0</c:v>
                </c:pt>
                <c:pt idx="1919">
                  <c:v>6.0</c:v>
                </c:pt>
                <c:pt idx="1920">
                  <c:v>6.0</c:v>
                </c:pt>
                <c:pt idx="1921">
                  <c:v>6.0</c:v>
                </c:pt>
                <c:pt idx="1922">
                  <c:v>6.0</c:v>
                </c:pt>
                <c:pt idx="1923">
                  <c:v>6.0</c:v>
                </c:pt>
                <c:pt idx="1924">
                  <c:v>6.0</c:v>
                </c:pt>
                <c:pt idx="1925">
                  <c:v>6.0</c:v>
                </c:pt>
                <c:pt idx="1926">
                  <c:v>6.0</c:v>
                </c:pt>
                <c:pt idx="1927">
                  <c:v>6.0</c:v>
                </c:pt>
                <c:pt idx="1928">
                  <c:v>6.0</c:v>
                </c:pt>
                <c:pt idx="1929">
                  <c:v>6.0</c:v>
                </c:pt>
                <c:pt idx="1930">
                  <c:v>6.0</c:v>
                </c:pt>
                <c:pt idx="1931">
                  <c:v>6.0</c:v>
                </c:pt>
                <c:pt idx="1932">
                  <c:v>6.0</c:v>
                </c:pt>
                <c:pt idx="1933">
                  <c:v>6.0</c:v>
                </c:pt>
                <c:pt idx="1934">
                  <c:v>6.0</c:v>
                </c:pt>
                <c:pt idx="1935">
                  <c:v>6.0</c:v>
                </c:pt>
                <c:pt idx="1936">
                  <c:v>6.0</c:v>
                </c:pt>
                <c:pt idx="1937">
                  <c:v>6.0</c:v>
                </c:pt>
                <c:pt idx="1938">
                  <c:v>6.0</c:v>
                </c:pt>
                <c:pt idx="1939">
                  <c:v>6.0</c:v>
                </c:pt>
                <c:pt idx="1940">
                  <c:v>6.0</c:v>
                </c:pt>
                <c:pt idx="1941">
                  <c:v>6.0</c:v>
                </c:pt>
                <c:pt idx="1942">
                  <c:v>6.0</c:v>
                </c:pt>
                <c:pt idx="1943">
                  <c:v>6.0</c:v>
                </c:pt>
                <c:pt idx="1944">
                  <c:v>6.0</c:v>
                </c:pt>
                <c:pt idx="1945">
                  <c:v>6.0</c:v>
                </c:pt>
                <c:pt idx="1946">
                  <c:v>6.0</c:v>
                </c:pt>
                <c:pt idx="1947">
                  <c:v>6.0</c:v>
                </c:pt>
                <c:pt idx="1948">
                  <c:v>6.0</c:v>
                </c:pt>
                <c:pt idx="1949">
                  <c:v>6.0</c:v>
                </c:pt>
                <c:pt idx="1950">
                  <c:v>6.0</c:v>
                </c:pt>
                <c:pt idx="1951">
                  <c:v>6.0</c:v>
                </c:pt>
                <c:pt idx="1952">
                  <c:v>6.0</c:v>
                </c:pt>
                <c:pt idx="1953">
                  <c:v>6.0</c:v>
                </c:pt>
                <c:pt idx="1954">
                  <c:v>6.0</c:v>
                </c:pt>
                <c:pt idx="1955">
                  <c:v>6.0</c:v>
                </c:pt>
                <c:pt idx="1956">
                  <c:v>6.0</c:v>
                </c:pt>
                <c:pt idx="1957">
                  <c:v>6.0</c:v>
                </c:pt>
                <c:pt idx="1958">
                  <c:v>6.0</c:v>
                </c:pt>
                <c:pt idx="1959">
                  <c:v>6.0</c:v>
                </c:pt>
                <c:pt idx="1960">
                  <c:v>6.0</c:v>
                </c:pt>
                <c:pt idx="1961">
                  <c:v>6.0</c:v>
                </c:pt>
                <c:pt idx="1962">
                  <c:v>6.0</c:v>
                </c:pt>
                <c:pt idx="1963">
                  <c:v>6.0</c:v>
                </c:pt>
                <c:pt idx="1964">
                  <c:v>6.0</c:v>
                </c:pt>
                <c:pt idx="1965">
                  <c:v>6.0</c:v>
                </c:pt>
                <c:pt idx="1966">
                  <c:v>6.0</c:v>
                </c:pt>
                <c:pt idx="1967">
                  <c:v>6.0</c:v>
                </c:pt>
                <c:pt idx="1968">
                  <c:v>6.0</c:v>
                </c:pt>
                <c:pt idx="1969">
                  <c:v>6.0</c:v>
                </c:pt>
                <c:pt idx="1970">
                  <c:v>6.0</c:v>
                </c:pt>
                <c:pt idx="1971">
                  <c:v>6.0</c:v>
                </c:pt>
                <c:pt idx="1972">
                  <c:v>6.0</c:v>
                </c:pt>
                <c:pt idx="1973">
                  <c:v>6.0</c:v>
                </c:pt>
                <c:pt idx="1974">
                  <c:v>6.0</c:v>
                </c:pt>
                <c:pt idx="1975">
                  <c:v>6.0</c:v>
                </c:pt>
                <c:pt idx="1976">
                  <c:v>6.0</c:v>
                </c:pt>
                <c:pt idx="1977">
                  <c:v>6.0</c:v>
                </c:pt>
                <c:pt idx="1978">
                  <c:v>6.0</c:v>
                </c:pt>
                <c:pt idx="1979">
                  <c:v>6.0</c:v>
                </c:pt>
                <c:pt idx="1980">
                  <c:v>6.0</c:v>
                </c:pt>
                <c:pt idx="1981">
                  <c:v>6.0</c:v>
                </c:pt>
                <c:pt idx="1982">
                  <c:v>6.0</c:v>
                </c:pt>
                <c:pt idx="1983">
                  <c:v>6.0</c:v>
                </c:pt>
                <c:pt idx="1984">
                  <c:v>6.0</c:v>
                </c:pt>
                <c:pt idx="1985">
                  <c:v>6.0</c:v>
                </c:pt>
                <c:pt idx="1986">
                  <c:v>6.0</c:v>
                </c:pt>
                <c:pt idx="1987">
                  <c:v>6.0</c:v>
                </c:pt>
                <c:pt idx="1988">
                  <c:v>6.0</c:v>
                </c:pt>
                <c:pt idx="1989">
                  <c:v>6.0</c:v>
                </c:pt>
                <c:pt idx="1990">
                  <c:v>6.0</c:v>
                </c:pt>
                <c:pt idx="1991">
                  <c:v>6.0</c:v>
                </c:pt>
                <c:pt idx="1992">
                  <c:v>6.0</c:v>
                </c:pt>
                <c:pt idx="1993">
                  <c:v>6.0</c:v>
                </c:pt>
                <c:pt idx="1994">
                  <c:v>6.0</c:v>
                </c:pt>
                <c:pt idx="1995">
                  <c:v>6.0</c:v>
                </c:pt>
                <c:pt idx="1996">
                  <c:v>6.0</c:v>
                </c:pt>
                <c:pt idx="1997">
                  <c:v>6.0</c:v>
                </c:pt>
                <c:pt idx="1998">
                  <c:v>6.0</c:v>
                </c:pt>
                <c:pt idx="1999">
                  <c:v>6.0</c:v>
                </c:pt>
                <c:pt idx="2000">
                  <c:v>6.0</c:v>
                </c:pt>
                <c:pt idx="2001">
                  <c:v>6.0</c:v>
                </c:pt>
                <c:pt idx="2002">
                  <c:v>6.0</c:v>
                </c:pt>
                <c:pt idx="2003">
                  <c:v>6.0</c:v>
                </c:pt>
                <c:pt idx="2004">
                  <c:v>6.0</c:v>
                </c:pt>
                <c:pt idx="2005">
                  <c:v>6.0</c:v>
                </c:pt>
                <c:pt idx="2006">
                  <c:v>6.0</c:v>
                </c:pt>
                <c:pt idx="2007">
                  <c:v>6.0</c:v>
                </c:pt>
                <c:pt idx="2008">
                  <c:v>6.0</c:v>
                </c:pt>
                <c:pt idx="2009">
                  <c:v>6.0</c:v>
                </c:pt>
                <c:pt idx="2010">
                  <c:v>6.0</c:v>
                </c:pt>
                <c:pt idx="2011">
                  <c:v>6.0</c:v>
                </c:pt>
                <c:pt idx="2012">
                  <c:v>6.0</c:v>
                </c:pt>
                <c:pt idx="2013">
                  <c:v>6.0</c:v>
                </c:pt>
                <c:pt idx="2014">
                  <c:v>6.0</c:v>
                </c:pt>
                <c:pt idx="2015">
                  <c:v>6.0</c:v>
                </c:pt>
                <c:pt idx="2016">
                  <c:v>6.0</c:v>
                </c:pt>
                <c:pt idx="2017">
                  <c:v>6.0</c:v>
                </c:pt>
                <c:pt idx="2018">
                  <c:v>6.0</c:v>
                </c:pt>
                <c:pt idx="2019">
                  <c:v>6.0</c:v>
                </c:pt>
                <c:pt idx="2020">
                  <c:v>6.0</c:v>
                </c:pt>
                <c:pt idx="2021">
                  <c:v>6.0</c:v>
                </c:pt>
                <c:pt idx="2022">
                  <c:v>6.0</c:v>
                </c:pt>
                <c:pt idx="2023">
                  <c:v>6.0</c:v>
                </c:pt>
                <c:pt idx="2024">
                  <c:v>6.0</c:v>
                </c:pt>
                <c:pt idx="2025">
                  <c:v>6.0</c:v>
                </c:pt>
                <c:pt idx="2026">
                  <c:v>6.0</c:v>
                </c:pt>
                <c:pt idx="2027">
                  <c:v>6.0</c:v>
                </c:pt>
                <c:pt idx="2028">
                  <c:v>6.0</c:v>
                </c:pt>
                <c:pt idx="2029">
                  <c:v>6.0</c:v>
                </c:pt>
                <c:pt idx="2030">
                  <c:v>6.0</c:v>
                </c:pt>
                <c:pt idx="2031">
                  <c:v>6.0</c:v>
                </c:pt>
                <c:pt idx="2032">
                  <c:v>6.0</c:v>
                </c:pt>
                <c:pt idx="2033">
                  <c:v>6.0</c:v>
                </c:pt>
                <c:pt idx="2034">
                  <c:v>6.0</c:v>
                </c:pt>
                <c:pt idx="2035">
                  <c:v>6.0</c:v>
                </c:pt>
                <c:pt idx="2036">
                  <c:v>6.0</c:v>
                </c:pt>
                <c:pt idx="2037">
                  <c:v>6.0</c:v>
                </c:pt>
                <c:pt idx="2038">
                  <c:v>6.0</c:v>
                </c:pt>
                <c:pt idx="2039">
                  <c:v>6.0</c:v>
                </c:pt>
                <c:pt idx="2040">
                  <c:v>6.0</c:v>
                </c:pt>
                <c:pt idx="2041">
                  <c:v>6.0</c:v>
                </c:pt>
                <c:pt idx="2042">
                  <c:v>6.0</c:v>
                </c:pt>
                <c:pt idx="2043">
                  <c:v>6.0</c:v>
                </c:pt>
                <c:pt idx="2044">
                  <c:v>6.0</c:v>
                </c:pt>
                <c:pt idx="2045">
                  <c:v>6.0</c:v>
                </c:pt>
                <c:pt idx="2046">
                  <c:v>6.0</c:v>
                </c:pt>
                <c:pt idx="2047">
                  <c:v>6.0</c:v>
                </c:pt>
                <c:pt idx="2048">
                  <c:v>6.0</c:v>
                </c:pt>
                <c:pt idx="2049">
                  <c:v>6.0</c:v>
                </c:pt>
                <c:pt idx="2050">
                  <c:v>6.0</c:v>
                </c:pt>
                <c:pt idx="2051">
                  <c:v>6.0</c:v>
                </c:pt>
                <c:pt idx="2052">
                  <c:v>6.0</c:v>
                </c:pt>
                <c:pt idx="2053">
                  <c:v>6.0</c:v>
                </c:pt>
                <c:pt idx="2054">
                  <c:v>6.0</c:v>
                </c:pt>
                <c:pt idx="2055">
                  <c:v>6.0</c:v>
                </c:pt>
                <c:pt idx="2056">
                  <c:v>6.0</c:v>
                </c:pt>
                <c:pt idx="2057">
                  <c:v>6.0</c:v>
                </c:pt>
                <c:pt idx="2058">
                  <c:v>6.0</c:v>
                </c:pt>
                <c:pt idx="2059">
                  <c:v>6.0</c:v>
                </c:pt>
                <c:pt idx="2060">
                  <c:v>6.0</c:v>
                </c:pt>
                <c:pt idx="2061">
                  <c:v>6.0</c:v>
                </c:pt>
                <c:pt idx="2062">
                  <c:v>6.0</c:v>
                </c:pt>
                <c:pt idx="2063">
                  <c:v>6.0</c:v>
                </c:pt>
                <c:pt idx="2064">
                  <c:v>6.0</c:v>
                </c:pt>
                <c:pt idx="2065">
                  <c:v>6.0</c:v>
                </c:pt>
                <c:pt idx="2066">
                  <c:v>6.0</c:v>
                </c:pt>
                <c:pt idx="2067">
                  <c:v>6.0</c:v>
                </c:pt>
                <c:pt idx="2068">
                  <c:v>6.0</c:v>
                </c:pt>
                <c:pt idx="2069">
                  <c:v>6.0</c:v>
                </c:pt>
                <c:pt idx="2070">
                  <c:v>6.0</c:v>
                </c:pt>
                <c:pt idx="2071">
                  <c:v>6.0</c:v>
                </c:pt>
                <c:pt idx="2072">
                  <c:v>6.0</c:v>
                </c:pt>
                <c:pt idx="2073">
                  <c:v>6.0</c:v>
                </c:pt>
                <c:pt idx="2074">
                  <c:v>6.0</c:v>
                </c:pt>
                <c:pt idx="2075">
                  <c:v>6.0</c:v>
                </c:pt>
                <c:pt idx="2076">
                  <c:v>6.0</c:v>
                </c:pt>
                <c:pt idx="2077">
                  <c:v>6.0</c:v>
                </c:pt>
                <c:pt idx="2078">
                  <c:v>6.0</c:v>
                </c:pt>
                <c:pt idx="2079">
                  <c:v>6.0</c:v>
                </c:pt>
                <c:pt idx="2080">
                  <c:v>6.0</c:v>
                </c:pt>
                <c:pt idx="2081">
                  <c:v>6.0</c:v>
                </c:pt>
                <c:pt idx="2082">
                  <c:v>6.0</c:v>
                </c:pt>
                <c:pt idx="2083">
                  <c:v>6.0</c:v>
                </c:pt>
                <c:pt idx="2084">
                  <c:v>6.0</c:v>
                </c:pt>
                <c:pt idx="2085">
                  <c:v>6.0</c:v>
                </c:pt>
                <c:pt idx="2086">
                  <c:v>6.0</c:v>
                </c:pt>
                <c:pt idx="2087">
                  <c:v>6.0</c:v>
                </c:pt>
                <c:pt idx="2088">
                  <c:v>6.0</c:v>
                </c:pt>
                <c:pt idx="2089">
                  <c:v>6.0</c:v>
                </c:pt>
                <c:pt idx="2090">
                  <c:v>6.0</c:v>
                </c:pt>
                <c:pt idx="2091">
                  <c:v>6.0</c:v>
                </c:pt>
                <c:pt idx="2092">
                  <c:v>6.0</c:v>
                </c:pt>
                <c:pt idx="2093">
                  <c:v>6.0</c:v>
                </c:pt>
                <c:pt idx="2094">
                  <c:v>6.0</c:v>
                </c:pt>
                <c:pt idx="2095">
                  <c:v>6.0</c:v>
                </c:pt>
                <c:pt idx="2096">
                  <c:v>6.0</c:v>
                </c:pt>
                <c:pt idx="2097">
                  <c:v>6.0</c:v>
                </c:pt>
                <c:pt idx="2098">
                  <c:v>6.0</c:v>
                </c:pt>
                <c:pt idx="2099">
                  <c:v>6.0</c:v>
                </c:pt>
                <c:pt idx="2100">
                  <c:v>6.0</c:v>
                </c:pt>
                <c:pt idx="2101">
                  <c:v>6.0</c:v>
                </c:pt>
                <c:pt idx="2102">
                  <c:v>6.0</c:v>
                </c:pt>
                <c:pt idx="2103">
                  <c:v>6.0</c:v>
                </c:pt>
                <c:pt idx="2104">
                  <c:v>6.0</c:v>
                </c:pt>
                <c:pt idx="2105">
                  <c:v>6.0</c:v>
                </c:pt>
                <c:pt idx="2106">
                  <c:v>6.0</c:v>
                </c:pt>
                <c:pt idx="2107">
                  <c:v>6.0</c:v>
                </c:pt>
                <c:pt idx="2108">
                  <c:v>6.0</c:v>
                </c:pt>
                <c:pt idx="2109">
                  <c:v>6.0</c:v>
                </c:pt>
                <c:pt idx="2110">
                  <c:v>6.0</c:v>
                </c:pt>
                <c:pt idx="2111">
                  <c:v>6.0</c:v>
                </c:pt>
                <c:pt idx="2112">
                  <c:v>6.0</c:v>
                </c:pt>
                <c:pt idx="2113">
                  <c:v>6.0</c:v>
                </c:pt>
                <c:pt idx="2114">
                  <c:v>6.0</c:v>
                </c:pt>
                <c:pt idx="2115">
                  <c:v>6.0</c:v>
                </c:pt>
                <c:pt idx="2116">
                  <c:v>6.0</c:v>
                </c:pt>
                <c:pt idx="2117">
                  <c:v>6.0</c:v>
                </c:pt>
                <c:pt idx="2118">
                  <c:v>6.0</c:v>
                </c:pt>
                <c:pt idx="2119">
                  <c:v>6.0</c:v>
                </c:pt>
                <c:pt idx="2120">
                  <c:v>6.0</c:v>
                </c:pt>
                <c:pt idx="2121">
                  <c:v>6.0</c:v>
                </c:pt>
                <c:pt idx="2122">
                  <c:v>6.0</c:v>
                </c:pt>
                <c:pt idx="2123">
                  <c:v>6.0</c:v>
                </c:pt>
                <c:pt idx="2124">
                  <c:v>6.0</c:v>
                </c:pt>
                <c:pt idx="2125">
                  <c:v>6.0</c:v>
                </c:pt>
                <c:pt idx="2126">
                  <c:v>6.0</c:v>
                </c:pt>
                <c:pt idx="2127">
                  <c:v>6.0</c:v>
                </c:pt>
                <c:pt idx="2128">
                  <c:v>6.0</c:v>
                </c:pt>
                <c:pt idx="2129">
                  <c:v>6.0</c:v>
                </c:pt>
                <c:pt idx="2130">
                  <c:v>6.0</c:v>
                </c:pt>
                <c:pt idx="2131">
                  <c:v>6.0</c:v>
                </c:pt>
                <c:pt idx="2132">
                  <c:v>6.0</c:v>
                </c:pt>
                <c:pt idx="2133">
                  <c:v>6.0</c:v>
                </c:pt>
                <c:pt idx="2134">
                  <c:v>6.0</c:v>
                </c:pt>
                <c:pt idx="2135">
                  <c:v>6.0</c:v>
                </c:pt>
                <c:pt idx="2136">
                  <c:v>6.0</c:v>
                </c:pt>
                <c:pt idx="2137">
                  <c:v>6.0</c:v>
                </c:pt>
                <c:pt idx="2138">
                  <c:v>6.0</c:v>
                </c:pt>
                <c:pt idx="2139">
                  <c:v>6.0</c:v>
                </c:pt>
                <c:pt idx="2140">
                  <c:v>6.0</c:v>
                </c:pt>
                <c:pt idx="2141">
                  <c:v>6.0</c:v>
                </c:pt>
                <c:pt idx="2142">
                  <c:v>6.0</c:v>
                </c:pt>
                <c:pt idx="2143">
                  <c:v>6.0</c:v>
                </c:pt>
                <c:pt idx="2144">
                  <c:v>6.0</c:v>
                </c:pt>
                <c:pt idx="2145">
                  <c:v>6.0</c:v>
                </c:pt>
                <c:pt idx="2146">
                  <c:v>6.0</c:v>
                </c:pt>
                <c:pt idx="2147">
                  <c:v>6.0</c:v>
                </c:pt>
                <c:pt idx="2148">
                  <c:v>6.0</c:v>
                </c:pt>
                <c:pt idx="2149">
                  <c:v>6.0</c:v>
                </c:pt>
                <c:pt idx="2150">
                  <c:v>6.0</c:v>
                </c:pt>
                <c:pt idx="2151">
                  <c:v>6.0</c:v>
                </c:pt>
                <c:pt idx="2152">
                  <c:v>6.0</c:v>
                </c:pt>
                <c:pt idx="2153">
                  <c:v>6.0</c:v>
                </c:pt>
                <c:pt idx="2154">
                  <c:v>6.0</c:v>
                </c:pt>
                <c:pt idx="2155">
                  <c:v>6.0</c:v>
                </c:pt>
                <c:pt idx="2156">
                  <c:v>6.0</c:v>
                </c:pt>
                <c:pt idx="2157">
                  <c:v>6.0</c:v>
                </c:pt>
                <c:pt idx="2158">
                  <c:v>6.0</c:v>
                </c:pt>
                <c:pt idx="2159">
                  <c:v>6.0</c:v>
                </c:pt>
                <c:pt idx="2160">
                  <c:v>6.0</c:v>
                </c:pt>
                <c:pt idx="2161">
                  <c:v>6.0</c:v>
                </c:pt>
                <c:pt idx="2162">
                  <c:v>6.0</c:v>
                </c:pt>
                <c:pt idx="2163">
                  <c:v>6.0</c:v>
                </c:pt>
                <c:pt idx="2164">
                  <c:v>6.0</c:v>
                </c:pt>
                <c:pt idx="2165">
                  <c:v>6.0</c:v>
                </c:pt>
                <c:pt idx="2166">
                  <c:v>6.0</c:v>
                </c:pt>
                <c:pt idx="2167">
                  <c:v>6.0</c:v>
                </c:pt>
                <c:pt idx="2168">
                  <c:v>6.0</c:v>
                </c:pt>
                <c:pt idx="2169">
                  <c:v>6.0</c:v>
                </c:pt>
                <c:pt idx="2170">
                  <c:v>6.0</c:v>
                </c:pt>
                <c:pt idx="2171">
                  <c:v>6.0</c:v>
                </c:pt>
                <c:pt idx="2172">
                  <c:v>6.0</c:v>
                </c:pt>
                <c:pt idx="2173">
                  <c:v>6.0</c:v>
                </c:pt>
                <c:pt idx="2174">
                  <c:v>6.0</c:v>
                </c:pt>
                <c:pt idx="2175">
                  <c:v>6.0</c:v>
                </c:pt>
                <c:pt idx="2176">
                  <c:v>6.0</c:v>
                </c:pt>
                <c:pt idx="2177">
                  <c:v>6.0</c:v>
                </c:pt>
                <c:pt idx="2178">
                  <c:v>6.0</c:v>
                </c:pt>
                <c:pt idx="2179">
                  <c:v>6.0</c:v>
                </c:pt>
                <c:pt idx="2180">
                  <c:v>6.0</c:v>
                </c:pt>
                <c:pt idx="2181">
                  <c:v>6.0</c:v>
                </c:pt>
                <c:pt idx="2182">
                  <c:v>6.0</c:v>
                </c:pt>
                <c:pt idx="2183">
                  <c:v>6.0</c:v>
                </c:pt>
                <c:pt idx="2184">
                  <c:v>6.0</c:v>
                </c:pt>
                <c:pt idx="2185">
                  <c:v>6.0</c:v>
                </c:pt>
                <c:pt idx="2186">
                  <c:v>6.0</c:v>
                </c:pt>
                <c:pt idx="2187">
                  <c:v>6.0</c:v>
                </c:pt>
                <c:pt idx="2188">
                  <c:v>6.0</c:v>
                </c:pt>
                <c:pt idx="2189">
                  <c:v>6.0</c:v>
                </c:pt>
                <c:pt idx="2190">
                  <c:v>6.0</c:v>
                </c:pt>
                <c:pt idx="2191">
                  <c:v>6.0</c:v>
                </c:pt>
                <c:pt idx="2192">
                  <c:v>6.0</c:v>
                </c:pt>
                <c:pt idx="2193">
                  <c:v>6.0</c:v>
                </c:pt>
                <c:pt idx="2194">
                  <c:v>6.0</c:v>
                </c:pt>
                <c:pt idx="2195">
                  <c:v>6.0</c:v>
                </c:pt>
                <c:pt idx="2196">
                  <c:v>6.0</c:v>
                </c:pt>
                <c:pt idx="2197">
                  <c:v>6.0</c:v>
                </c:pt>
                <c:pt idx="2198">
                  <c:v>6.0</c:v>
                </c:pt>
                <c:pt idx="2199">
                  <c:v>6.0</c:v>
                </c:pt>
                <c:pt idx="2200">
                  <c:v>6.0</c:v>
                </c:pt>
                <c:pt idx="2201">
                  <c:v>6.0</c:v>
                </c:pt>
                <c:pt idx="2202">
                  <c:v>6.0</c:v>
                </c:pt>
                <c:pt idx="2203">
                  <c:v>6.0</c:v>
                </c:pt>
                <c:pt idx="2204">
                  <c:v>6.0</c:v>
                </c:pt>
                <c:pt idx="2205">
                  <c:v>6.0</c:v>
                </c:pt>
                <c:pt idx="2206">
                  <c:v>6.0</c:v>
                </c:pt>
                <c:pt idx="2207">
                  <c:v>6.0</c:v>
                </c:pt>
                <c:pt idx="2208">
                  <c:v>6.0</c:v>
                </c:pt>
                <c:pt idx="2209">
                  <c:v>6.0</c:v>
                </c:pt>
                <c:pt idx="2210">
                  <c:v>6.0</c:v>
                </c:pt>
                <c:pt idx="2211">
                  <c:v>6.0</c:v>
                </c:pt>
                <c:pt idx="2212">
                  <c:v>6.0</c:v>
                </c:pt>
                <c:pt idx="2213">
                  <c:v>6.0</c:v>
                </c:pt>
                <c:pt idx="2214">
                  <c:v>6.0</c:v>
                </c:pt>
                <c:pt idx="2215">
                  <c:v>6.0</c:v>
                </c:pt>
                <c:pt idx="2216">
                  <c:v>6.0</c:v>
                </c:pt>
                <c:pt idx="2217">
                  <c:v>6.0</c:v>
                </c:pt>
                <c:pt idx="2218">
                  <c:v>6.0</c:v>
                </c:pt>
                <c:pt idx="2219">
                  <c:v>6.0</c:v>
                </c:pt>
                <c:pt idx="2220">
                  <c:v>6.0</c:v>
                </c:pt>
                <c:pt idx="2221">
                  <c:v>6.0</c:v>
                </c:pt>
                <c:pt idx="2222">
                  <c:v>6.0</c:v>
                </c:pt>
                <c:pt idx="2223">
                  <c:v>6.0</c:v>
                </c:pt>
                <c:pt idx="2224">
                  <c:v>6.0</c:v>
                </c:pt>
                <c:pt idx="2225">
                  <c:v>6.0</c:v>
                </c:pt>
                <c:pt idx="2226">
                  <c:v>6.0</c:v>
                </c:pt>
                <c:pt idx="2227">
                  <c:v>6.0</c:v>
                </c:pt>
                <c:pt idx="2228">
                  <c:v>6.0</c:v>
                </c:pt>
                <c:pt idx="2229">
                  <c:v>6.0</c:v>
                </c:pt>
                <c:pt idx="2230">
                  <c:v>6.0</c:v>
                </c:pt>
                <c:pt idx="2231">
                  <c:v>6.0</c:v>
                </c:pt>
                <c:pt idx="2232">
                  <c:v>6.0</c:v>
                </c:pt>
                <c:pt idx="2233">
                  <c:v>6.0</c:v>
                </c:pt>
                <c:pt idx="2234">
                  <c:v>6.0</c:v>
                </c:pt>
                <c:pt idx="2235">
                  <c:v>6.0</c:v>
                </c:pt>
                <c:pt idx="2236">
                  <c:v>6.0</c:v>
                </c:pt>
                <c:pt idx="2237">
                  <c:v>6.0</c:v>
                </c:pt>
                <c:pt idx="2238">
                  <c:v>6.0</c:v>
                </c:pt>
                <c:pt idx="2239">
                  <c:v>6.0</c:v>
                </c:pt>
                <c:pt idx="2240">
                  <c:v>6.0</c:v>
                </c:pt>
                <c:pt idx="2241">
                  <c:v>6.0</c:v>
                </c:pt>
                <c:pt idx="2242">
                  <c:v>6.0</c:v>
                </c:pt>
                <c:pt idx="2243">
                  <c:v>6.0</c:v>
                </c:pt>
                <c:pt idx="2244">
                  <c:v>6.0</c:v>
                </c:pt>
                <c:pt idx="2245">
                  <c:v>6.0</c:v>
                </c:pt>
                <c:pt idx="2246">
                  <c:v>6.0</c:v>
                </c:pt>
                <c:pt idx="2247">
                  <c:v>6.0</c:v>
                </c:pt>
                <c:pt idx="2248">
                  <c:v>6.0</c:v>
                </c:pt>
                <c:pt idx="2249">
                  <c:v>6.0</c:v>
                </c:pt>
                <c:pt idx="2250">
                  <c:v>6.0</c:v>
                </c:pt>
                <c:pt idx="2251">
                  <c:v>6.0</c:v>
                </c:pt>
                <c:pt idx="2252">
                  <c:v>6.0</c:v>
                </c:pt>
                <c:pt idx="2253">
                  <c:v>6.0</c:v>
                </c:pt>
                <c:pt idx="2254">
                  <c:v>6.0</c:v>
                </c:pt>
                <c:pt idx="2255">
                  <c:v>6.0</c:v>
                </c:pt>
                <c:pt idx="2256">
                  <c:v>6.0</c:v>
                </c:pt>
                <c:pt idx="2257">
                  <c:v>6.0</c:v>
                </c:pt>
                <c:pt idx="2258">
                  <c:v>6.0</c:v>
                </c:pt>
                <c:pt idx="2259">
                  <c:v>6.0</c:v>
                </c:pt>
                <c:pt idx="2260">
                  <c:v>6.0</c:v>
                </c:pt>
                <c:pt idx="2261">
                  <c:v>6.0</c:v>
                </c:pt>
                <c:pt idx="2262">
                  <c:v>6.0</c:v>
                </c:pt>
                <c:pt idx="2263">
                  <c:v>6.0</c:v>
                </c:pt>
                <c:pt idx="2264">
                  <c:v>6.0</c:v>
                </c:pt>
                <c:pt idx="2265">
                  <c:v>6.0</c:v>
                </c:pt>
                <c:pt idx="2266">
                  <c:v>6.0</c:v>
                </c:pt>
                <c:pt idx="2267">
                  <c:v>6.0</c:v>
                </c:pt>
                <c:pt idx="2268">
                  <c:v>6.0</c:v>
                </c:pt>
                <c:pt idx="2269">
                  <c:v>6.0</c:v>
                </c:pt>
                <c:pt idx="2270">
                  <c:v>6.0</c:v>
                </c:pt>
                <c:pt idx="2271">
                  <c:v>6.0</c:v>
                </c:pt>
                <c:pt idx="2272">
                  <c:v>6.0</c:v>
                </c:pt>
                <c:pt idx="2273">
                  <c:v>6.0</c:v>
                </c:pt>
                <c:pt idx="2274">
                  <c:v>6.0</c:v>
                </c:pt>
                <c:pt idx="2275">
                  <c:v>6.0</c:v>
                </c:pt>
                <c:pt idx="2276">
                  <c:v>6.0</c:v>
                </c:pt>
                <c:pt idx="2277">
                  <c:v>6.0</c:v>
                </c:pt>
                <c:pt idx="2278">
                  <c:v>6.0</c:v>
                </c:pt>
                <c:pt idx="2279">
                  <c:v>6.0</c:v>
                </c:pt>
                <c:pt idx="2280">
                  <c:v>6.0</c:v>
                </c:pt>
                <c:pt idx="2281">
                  <c:v>6.0</c:v>
                </c:pt>
                <c:pt idx="2282">
                  <c:v>6.0</c:v>
                </c:pt>
                <c:pt idx="2283">
                  <c:v>6.0</c:v>
                </c:pt>
                <c:pt idx="2284">
                  <c:v>6.0</c:v>
                </c:pt>
                <c:pt idx="2285">
                  <c:v>6.0</c:v>
                </c:pt>
                <c:pt idx="2286">
                  <c:v>6.0</c:v>
                </c:pt>
                <c:pt idx="2287">
                  <c:v>6.0</c:v>
                </c:pt>
                <c:pt idx="2288">
                  <c:v>6.0</c:v>
                </c:pt>
                <c:pt idx="2289">
                  <c:v>6.0</c:v>
                </c:pt>
                <c:pt idx="2290">
                  <c:v>6.0</c:v>
                </c:pt>
                <c:pt idx="2291">
                  <c:v>6.0</c:v>
                </c:pt>
                <c:pt idx="2292">
                  <c:v>6.0</c:v>
                </c:pt>
                <c:pt idx="2293">
                  <c:v>6.0</c:v>
                </c:pt>
                <c:pt idx="2294">
                  <c:v>6.0</c:v>
                </c:pt>
                <c:pt idx="2295">
                  <c:v>6.0</c:v>
                </c:pt>
                <c:pt idx="2296">
                  <c:v>6.0</c:v>
                </c:pt>
                <c:pt idx="2297">
                  <c:v>6.0</c:v>
                </c:pt>
                <c:pt idx="2298">
                  <c:v>6.0</c:v>
                </c:pt>
                <c:pt idx="2299">
                  <c:v>6.0</c:v>
                </c:pt>
                <c:pt idx="2300">
                  <c:v>6.0</c:v>
                </c:pt>
                <c:pt idx="2301">
                  <c:v>6.0</c:v>
                </c:pt>
                <c:pt idx="2302">
                  <c:v>6.0</c:v>
                </c:pt>
                <c:pt idx="2303">
                  <c:v>6.0</c:v>
                </c:pt>
                <c:pt idx="2304">
                  <c:v>6.0</c:v>
                </c:pt>
                <c:pt idx="2305">
                  <c:v>6.0</c:v>
                </c:pt>
                <c:pt idx="2306">
                  <c:v>6.0</c:v>
                </c:pt>
                <c:pt idx="2307">
                  <c:v>6.0</c:v>
                </c:pt>
                <c:pt idx="2308">
                  <c:v>6.0</c:v>
                </c:pt>
                <c:pt idx="2309">
                  <c:v>6.0</c:v>
                </c:pt>
                <c:pt idx="2310">
                  <c:v>6.0</c:v>
                </c:pt>
                <c:pt idx="2311">
                  <c:v>6.0</c:v>
                </c:pt>
                <c:pt idx="2312">
                  <c:v>6.0</c:v>
                </c:pt>
                <c:pt idx="2313">
                  <c:v>6.0</c:v>
                </c:pt>
                <c:pt idx="2314">
                  <c:v>6.0</c:v>
                </c:pt>
                <c:pt idx="2315">
                  <c:v>6.0</c:v>
                </c:pt>
                <c:pt idx="2316">
                  <c:v>6.0</c:v>
                </c:pt>
                <c:pt idx="2317">
                  <c:v>6.0</c:v>
                </c:pt>
                <c:pt idx="2318">
                  <c:v>6.0</c:v>
                </c:pt>
                <c:pt idx="2319">
                  <c:v>6.0</c:v>
                </c:pt>
                <c:pt idx="2320">
                  <c:v>6.0</c:v>
                </c:pt>
                <c:pt idx="2321">
                  <c:v>6.0</c:v>
                </c:pt>
                <c:pt idx="2322">
                  <c:v>6.0</c:v>
                </c:pt>
                <c:pt idx="2323">
                  <c:v>6.0</c:v>
                </c:pt>
                <c:pt idx="2324">
                  <c:v>6.0</c:v>
                </c:pt>
                <c:pt idx="2325">
                  <c:v>6.0</c:v>
                </c:pt>
                <c:pt idx="2326">
                  <c:v>6.0</c:v>
                </c:pt>
                <c:pt idx="2327">
                  <c:v>6.0</c:v>
                </c:pt>
                <c:pt idx="2328">
                  <c:v>6.0</c:v>
                </c:pt>
                <c:pt idx="2329">
                  <c:v>6.0</c:v>
                </c:pt>
                <c:pt idx="2330">
                  <c:v>6.0</c:v>
                </c:pt>
                <c:pt idx="2331">
                  <c:v>6.0</c:v>
                </c:pt>
                <c:pt idx="2332">
                  <c:v>6.0</c:v>
                </c:pt>
                <c:pt idx="2333">
                  <c:v>6.0</c:v>
                </c:pt>
                <c:pt idx="2334">
                  <c:v>6.0</c:v>
                </c:pt>
                <c:pt idx="2335">
                  <c:v>6.0</c:v>
                </c:pt>
                <c:pt idx="2336">
                  <c:v>6.0</c:v>
                </c:pt>
                <c:pt idx="2337">
                  <c:v>6.0</c:v>
                </c:pt>
                <c:pt idx="2338">
                  <c:v>6.0</c:v>
                </c:pt>
                <c:pt idx="2339">
                  <c:v>6.0</c:v>
                </c:pt>
                <c:pt idx="2340">
                  <c:v>6.0</c:v>
                </c:pt>
                <c:pt idx="2341">
                  <c:v>6.0</c:v>
                </c:pt>
                <c:pt idx="2342">
                  <c:v>6.0</c:v>
                </c:pt>
                <c:pt idx="2343">
                  <c:v>6.0</c:v>
                </c:pt>
                <c:pt idx="2344">
                  <c:v>6.0</c:v>
                </c:pt>
                <c:pt idx="2345">
                  <c:v>6.0</c:v>
                </c:pt>
                <c:pt idx="2346">
                  <c:v>6.0</c:v>
                </c:pt>
                <c:pt idx="2347">
                  <c:v>6.0</c:v>
                </c:pt>
                <c:pt idx="2348">
                  <c:v>6.0</c:v>
                </c:pt>
                <c:pt idx="2349">
                  <c:v>6.0</c:v>
                </c:pt>
                <c:pt idx="2350">
                  <c:v>6.0</c:v>
                </c:pt>
                <c:pt idx="2351">
                  <c:v>6.0</c:v>
                </c:pt>
                <c:pt idx="2352">
                  <c:v>6.0</c:v>
                </c:pt>
                <c:pt idx="2353">
                  <c:v>6.0</c:v>
                </c:pt>
                <c:pt idx="2354">
                  <c:v>6.0</c:v>
                </c:pt>
                <c:pt idx="2355">
                  <c:v>6.0</c:v>
                </c:pt>
                <c:pt idx="2356">
                  <c:v>6.0</c:v>
                </c:pt>
                <c:pt idx="2357">
                  <c:v>6.0</c:v>
                </c:pt>
                <c:pt idx="2358">
                  <c:v>6.0</c:v>
                </c:pt>
                <c:pt idx="2359">
                  <c:v>6.0</c:v>
                </c:pt>
                <c:pt idx="2360">
                  <c:v>6.0</c:v>
                </c:pt>
                <c:pt idx="2361">
                  <c:v>6.0</c:v>
                </c:pt>
                <c:pt idx="2362">
                  <c:v>6.0</c:v>
                </c:pt>
                <c:pt idx="2363">
                  <c:v>6.0</c:v>
                </c:pt>
                <c:pt idx="2364">
                  <c:v>6.0</c:v>
                </c:pt>
                <c:pt idx="2365">
                  <c:v>6.0</c:v>
                </c:pt>
                <c:pt idx="2366">
                  <c:v>6.0</c:v>
                </c:pt>
                <c:pt idx="2367">
                  <c:v>6.0</c:v>
                </c:pt>
                <c:pt idx="2368">
                  <c:v>6.0</c:v>
                </c:pt>
                <c:pt idx="2369">
                  <c:v>6.0</c:v>
                </c:pt>
                <c:pt idx="2370">
                  <c:v>6.0</c:v>
                </c:pt>
                <c:pt idx="2371">
                  <c:v>6.0</c:v>
                </c:pt>
                <c:pt idx="2372">
                  <c:v>6.0</c:v>
                </c:pt>
                <c:pt idx="2373">
                  <c:v>6.0</c:v>
                </c:pt>
                <c:pt idx="2374">
                  <c:v>6.0</c:v>
                </c:pt>
                <c:pt idx="2375">
                  <c:v>6.0</c:v>
                </c:pt>
                <c:pt idx="2376">
                  <c:v>6.0</c:v>
                </c:pt>
                <c:pt idx="2377">
                  <c:v>6.0</c:v>
                </c:pt>
                <c:pt idx="2378">
                  <c:v>6.0</c:v>
                </c:pt>
                <c:pt idx="2379">
                  <c:v>6.0</c:v>
                </c:pt>
                <c:pt idx="2380">
                  <c:v>6.0</c:v>
                </c:pt>
                <c:pt idx="2381">
                  <c:v>6.0</c:v>
                </c:pt>
                <c:pt idx="2382">
                  <c:v>6.0</c:v>
                </c:pt>
                <c:pt idx="2383">
                  <c:v>6.0</c:v>
                </c:pt>
                <c:pt idx="2384">
                  <c:v>6.0</c:v>
                </c:pt>
                <c:pt idx="2385">
                  <c:v>6.0</c:v>
                </c:pt>
                <c:pt idx="2386">
                  <c:v>6.0</c:v>
                </c:pt>
                <c:pt idx="2387">
                  <c:v>6.0</c:v>
                </c:pt>
                <c:pt idx="2388">
                  <c:v>6.0</c:v>
                </c:pt>
                <c:pt idx="2389">
                  <c:v>6.0</c:v>
                </c:pt>
                <c:pt idx="2390">
                  <c:v>6.0</c:v>
                </c:pt>
                <c:pt idx="2391">
                  <c:v>6.0</c:v>
                </c:pt>
                <c:pt idx="2392">
                  <c:v>6.0</c:v>
                </c:pt>
                <c:pt idx="2393">
                  <c:v>6.0</c:v>
                </c:pt>
                <c:pt idx="2394">
                  <c:v>6.0</c:v>
                </c:pt>
                <c:pt idx="2395">
                  <c:v>6.0</c:v>
                </c:pt>
                <c:pt idx="2396">
                  <c:v>6.0</c:v>
                </c:pt>
                <c:pt idx="2397">
                  <c:v>6.0</c:v>
                </c:pt>
                <c:pt idx="2398">
                  <c:v>6.0</c:v>
                </c:pt>
                <c:pt idx="2399">
                  <c:v>6.0</c:v>
                </c:pt>
                <c:pt idx="2400">
                  <c:v>6.0</c:v>
                </c:pt>
                <c:pt idx="2401">
                  <c:v>6.0</c:v>
                </c:pt>
                <c:pt idx="2402">
                  <c:v>6.0</c:v>
                </c:pt>
                <c:pt idx="2403">
                  <c:v>6.0</c:v>
                </c:pt>
                <c:pt idx="2404">
                  <c:v>6.0</c:v>
                </c:pt>
                <c:pt idx="2405">
                  <c:v>6.0</c:v>
                </c:pt>
                <c:pt idx="2406">
                  <c:v>6.0</c:v>
                </c:pt>
                <c:pt idx="2407">
                  <c:v>6.0</c:v>
                </c:pt>
                <c:pt idx="2408">
                  <c:v>6.0</c:v>
                </c:pt>
                <c:pt idx="2409">
                  <c:v>6.0</c:v>
                </c:pt>
                <c:pt idx="2410">
                  <c:v>6.0</c:v>
                </c:pt>
                <c:pt idx="2411">
                  <c:v>6.0</c:v>
                </c:pt>
                <c:pt idx="2412">
                  <c:v>6.0</c:v>
                </c:pt>
                <c:pt idx="2413">
                  <c:v>6.0</c:v>
                </c:pt>
                <c:pt idx="2414">
                  <c:v>6.0</c:v>
                </c:pt>
                <c:pt idx="2415">
                  <c:v>6.0</c:v>
                </c:pt>
                <c:pt idx="2416">
                  <c:v>6.0</c:v>
                </c:pt>
                <c:pt idx="2417">
                  <c:v>6.0</c:v>
                </c:pt>
                <c:pt idx="2418">
                  <c:v>6.0</c:v>
                </c:pt>
                <c:pt idx="2419">
                  <c:v>6.0</c:v>
                </c:pt>
                <c:pt idx="2420">
                  <c:v>6.0</c:v>
                </c:pt>
                <c:pt idx="2421">
                  <c:v>6.0</c:v>
                </c:pt>
                <c:pt idx="2422">
                  <c:v>6.0</c:v>
                </c:pt>
                <c:pt idx="2423">
                  <c:v>6.0</c:v>
                </c:pt>
                <c:pt idx="2424">
                  <c:v>6.0</c:v>
                </c:pt>
                <c:pt idx="2425">
                  <c:v>6.0</c:v>
                </c:pt>
                <c:pt idx="2426">
                  <c:v>6.0</c:v>
                </c:pt>
                <c:pt idx="2427">
                  <c:v>6.0</c:v>
                </c:pt>
                <c:pt idx="2428">
                  <c:v>6.0</c:v>
                </c:pt>
                <c:pt idx="2429">
                  <c:v>6.0</c:v>
                </c:pt>
                <c:pt idx="2430">
                  <c:v>6.0</c:v>
                </c:pt>
                <c:pt idx="2431">
                  <c:v>6.0</c:v>
                </c:pt>
                <c:pt idx="2432">
                  <c:v>6.0</c:v>
                </c:pt>
                <c:pt idx="2433">
                  <c:v>6.0</c:v>
                </c:pt>
                <c:pt idx="2434">
                  <c:v>6.0</c:v>
                </c:pt>
                <c:pt idx="2435">
                  <c:v>6.0</c:v>
                </c:pt>
                <c:pt idx="2436">
                  <c:v>6.0</c:v>
                </c:pt>
                <c:pt idx="2437">
                  <c:v>6.0</c:v>
                </c:pt>
                <c:pt idx="2438">
                  <c:v>6.0</c:v>
                </c:pt>
                <c:pt idx="2439">
                  <c:v>6.0</c:v>
                </c:pt>
                <c:pt idx="2440">
                  <c:v>6.0</c:v>
                </c:pt>
                <c:pt idx="2441">
                  <c:v>6.0</c:v>
                </c:pt>
                <c:pt idx="2442">
                  <c:v>6.0</c:v>
                </c:pt>
                <c:pt idx="2443">
                  <c:v>6.0</c:v>
                </c:pt>
                <c:pt idx="2444">
                  <c:v>6.0</c:v>
                </c:pt>
                <c:pt idx="2445">
                  <c:v>6.0</c:v>
                </c:pt>
                <c:pt idx="2446">
                  <c:v>6.0</c:v>
                </c:pt>
                <c:pt idx="2447">
                  <c:v>6.0</c:v>
                </c:pt>
                <c:pt idx="2448">
                  <c:v>6.0</c:v>
                </c:pt>
                <c:pt idx="2449">
                  <c:v>6.0</c:v>
                </c:pt>
                <c:pt idx="2450">
                  <c:v>6.0</c:v>
                </c:pt>
                <c:pt idx="2451">
                  <c:v>6.0</c:v>
                </c:pt>
                <c:pt idx="2452">
                  <c:v>6.0</c:v>
                </c:pt>
                <c:pt idx="2453">
                  <c:v>6.0</c:v>
                </c:pt>
                <c:pt idx="2454">
                  <c:v>6.0</c:v>
                </c:pt>
                <c:pt idx="2455">
                  <c:v>6.0</c:v>
                </c:pt>
                <c:pt idx="2456">
                  <c:v>6.0</c:v>
                </c:pt>
                <c:pt idx="2457">
                  <c:v>6.0</c:v>
                </c:pt>
                <c:pt idx="2458">
                  <c:v>6.0</c:v>
                </c:pt>
                <c:pt idx="2459">
                  <c:v>6.0</c:v>
                </c:pt>
                <c:pt idx="2460">
                  <c:v>6.0</c:v>
                </c:pt>
                <c:pt idx="2461">
                  <c:v>6.0</c:v>
                </c:pt>
                <c:pt idx="2462">
                  <c:v>6.0</c:v>
                </c:pt>
                <c:pt idx="2463">
                  <c:v>6.0</c:v>
                </c:pt>
                <c:pt idx="2464">
                  <c:v>6.0</c:v>
                </c:pt>
                <c:pt idx="2465">
                  <c:v>6.0</c:v>
                </c:pt>
                <c:pt idx="2466">
                  <c:v>6.0</c:v>
                </c:pt>
                <c:pt idx="2467">
                  <c:v>6.0</c:v>
                </c:pt>
                <c:pt idx="2468">
                  <c:v>6.0</c:v>
                </c:pt>
                <c:pt idx="2469">
                  <c:v>6.0</c:v>
                </c:pt>
                <c:pt idx="2470">
                  <c:v>6.0</c:v>
                </c:pt>
                <c:pt idx="2471">
                  <c:v>6.0</c:v>
                </c:pt>
                <c:pt idx="2472">
                  <c:v>6.0</c:v>
                </c:pt>
                <c:pt idx="2473">
                  <c:v>6.0</c:v>
                </c:pt>
                <c:pt idx="2474">
                  <c:v>6.0</c:v>
                </c:pt>
                <c:pt idx="2475">
                  <c:v>6.0</c:v>
                </c:pt>
                <c:pt idx="2476">
                  <c:v>6.0</c:v>
                </c:pt>
                <c:pt idx="2477">
                  <c:v>6.0</c:v>
                </c:pt>
                <c:pt idx="2478">
                  <c:v>6.0</c:v>
                </c:pt>
                <c:pt idx="2479">
                  <c:v>6.0</c:v>
                </c:pt>
                <c:pt idx="2480">
                  <c:v>6.0</c:v>
                </c:pt>
                <c:pt idx="2481">
                  <c:v>6.0</c:v>
                </c:pt>
                <c:pt idx="2482">
                  <c:v>6.0</c:v>
                </c:pt>
                <c:pt idx="2483">
                  <c:v>6.0</c:v>
                </c:pt>
                <c:pt idx="2484">
                  <c:v>6.0</c:v>
                </c:pt>
                <c:pt idx="2485">
                  <c:v>6.0</c:v>
                </c:pt>
                <c:pt idx="2486">
                  <c:v>6.0</c:v>
                </c:pt>
                <c:pt idx="2487">
                  <c:v>6.0</c:v>
                </c:pt>
                <c:pt idx="2488">
                  <c:v>6.0</c:v>
                </c:pt>
                <c:pt idx="2489">
                  <c:v>6.0</c:v>
                </c:pt>
                <c:pt idx="2490">
                  <c:v>6.0</c:v>
                </c:pt>
                <c:pt idx="2491">
                  <c:v>6.0</c:v>
                </c:pt>
                <c:pt idx="2492">
                  <c:v>6.0</c:v>
                </c:pt>
                <c:pt idx="2493">
                  <c:v>6.0</c:v>
                </c:pt>
                <c:pt idx="2494">
                  <c:v>6.0</c:v>
                </c:pt>
                <c:pt idx="2495">
                  <c:v>6.0</c:v>
                </c:pt>
                <c:pt idx="2496">
                  <c:v>6.0</c:v>
                </c:pt>
                <c:pt idx="2497">
                  <c:v>6.0</c:v>
                </c:pt>
                <c:pt idx="2498">
                  <c:v>6.0</c:v>
                </c:pt>
                <c:pt idx="2499">
                  <c:v>6.0</c:v>
                </c:pt>
                <c:pt idx="2500">
                  <c:v>6.0</c:v>
                </c:pt>
                <c:pt idx="2501">
                  <c:v>6.0</c:v>
                </c:pt>
                <c:pt idx="2502">
                  <c:v>6.0</c:v>
                </c:pt>
                <c:pt idx="2503">
                  <c:v>6.0</c:v>
                </c:pt>
                <c:pt idx="2504">
                  <c:v>6.0</c:v>
                </c:pt>
                <c:pt idx="2505">
                  <c:v>6.0</c:v>
                </c:pt>
                <c:pt idx="2506">
                  <c:v>6.0</c:v>
                </c:pt>
                <c:pt idx="2507">
                  <c:v>6.0</c:v>
                </c:pt>
                <c:pt idx="2508">
                  <c:v>6.0</c:v>
                </c:pt>
                <c:pt idx="2509">
                  <c:v>6.0</c:v>
                </c:pt>
                <c:pt idx="2510">
                  <c:v>6.0</c:v>
                </c:pt>
                <c:pt idx="2511">
                  <c:v>6.0</c:v>
                </c:pt>
                <c:pt idx="2512">
                  <c:v>6.0</c:v>
                </c:pt>
                <c:pt idx="2513">
                  <c:v>6.0</c:v>
                </c:pt>
                <c:pt idx="2514">
                  <c:v>6.0</c:v>
                </c:pt>
                <c:pt idx="2515">
                  <c:v>6.0</c:v>
                </c:pt>
                <c:pt idx="2516">
                  <c:v>6.0</c:v>
                </c:pt>
                <c:pt idx="2517">
                  <c:v>6.0</c:v>
                </c:pt>
                <c:pt idx="2518">
                  <c:v>6.0</c:v>
                </c:pt>
                <c:pt idx="2519">
                  <c:v>6.0</c:v>
                </c:pt>
                <c:pt idx="2520">
                  <c:v>6.0</c:v>
                </c:pt>
                <c:pt idx="2521">
                  <c:v>6.0</c:v>
                </c:pt>
                <c:pt idx="2522">
                  <c:v>6.0</c:v>
                </c:pt>
                <c:pt idx="2523">
                  <c:v>6.0</c:v>
                </c:pt>
                <c:pt idx="2524">
                  <c:v>6.0</c:v>
                </c:pt>
                <c:pt idx="2525">
                  <c:v>6.0</c:v>
                </c:pt>
                <c:pt idx="2526">
                  <c:v>6.0</c:v>
                </c:pt>
                <c:pt idx="2527">
                  <c:v>6.0</c:v>
                </c:pt>
                <c:pt idx="2528">
                  <c:v>6.0</c:v>
                </c:pt>
                <c:pt idx="2529">
                  <c:v>6.0</c:v>
                </c:pt>
                <c:pt idx="2530">
                  <c:v>6.0</c:v>
                </c:pt>
                <c:pt idx="2531">
                  <c:v>6.0</c:v>
                </c:pt>
                <c:pt idx="2532">
                  <c:v>6.0</c:v>
                </c:pt>
                <c:pt idx="2533">
                  <c:v>6.0</c:v>
                </c:pt>
                <c:pt idx="2534">
                  <c:v>6.0</c:v>
                </c:pt>
                <c:pt idx="2535">
                  <c:v>6.0</c:v>
                </c:pt>
                <c:pt idx="2536">
                  <c:v>6.0</c:v>
                </c:pt>
                <c:pt idx="2537">
                  <c:v>6.0</c:v>
                </c:pt>
                <c:pt idx="2538">
                  <c:v>6.0</c:v>
                </c:pt>
                <c:pt idx="2539">
                  <c:v>6.0</c:v>
                </c:pt>
                <c:pt idx="2540">
                  <c:v>6.0</c:v>
                </c:pt>
                <c:pt idx="2541">
                  <c:v>6.0</c:v>
                </c:pt>
                <c:pt idx="2542">
                  <c:v>6.0</c:v>
                </c:pt>
                <c:pt idx="2543">
                  <c:v>6.0</c:v>
                </c:pt>
                <c:pt idx="2544">
                  <c:v>6.0</c:v>
                </c:pt>
                <c:pt idx="2545">
                  <c:v>6.0</c:v>
                </c:pt>
                <c:pt idx="2546">
                  <c:v>6.0</c:v>
                </c:pt>
                <c:pt idx="2547">
                  <c:v>6.0</c:v>
                </c:pt>
                <c:pt idx="2548">
                  <c:v>6.0</c:v>
                </c:pt>
                <c:pt idx="2549">
                  <c:v>6.0</c:v>
                </c:pt>
                <c:pt idx="2550">
                  <c:v>6.0</c:v>
                </c:pt>
                <c:pt idx="2551">
                  <c:v>6.0</c:v>
                </c:pt>
                <c:pt idx="2552">
                  <c:v>6.0</c:v>
                </c:pt>
                <c:pt idx="2553">
                  <c:v>6.0</c:v>
                </c:pt>
                <c:pt idx="2554">
                  <c:v>6.0</c:v>
                </c:pt>
                <c:pt idx="2555">
                  <c:v>6.0</c:v>
                </c:pt>
                <c:pt idx="2556">
                  <c:v>6.0</c:v>
                </c:pt>
                <c:pt idx="2557">
                  <c:v>6.0</c:v>
                </c:pt>
                <c:pt idx="2558">
                  <c:v>6.0</c:v>
                </c:pt>
                <c:pt idx="2559">
                  <c:v>6.0</c:v>
                </c:pt>
                <c:pt idx="2560">
                  <c:v>6.0</c:v>
                </c:pt>
                <c:pt idx="2561">
                  <c:v>6.0</c:v>
                </c:pt>
                <c:pt idx="2562">
                  <c:v>6.0</c:v>
                </c:pt>
                <c:pt idx="2563">
                  <c:v>6.0</c:v>
                </c:pt>
                <c:pt idx="2564">
                  <c:v>6.0</c:v>
                </c:pt>
                <c:pt idx="2565">
                  <c:v>6.0</c:v>
                </c:pt>
                <c:pt idx="2566">
                  <c:v>6.0</c:v>
                </c:pt>
                <c:pt idx="2567">
                  <c:v>6.0</c:v>
                </c:pt>
                <c:pt idx="2568">
                  <c:v>6.0</c:v>
                </c:pt>
                <c:pt idx="2569">
                  <c:v>6.0</c:v>
                </c:pt>
                <c:pt idx="2570">
                  <c:v>6.0</c:v>
                </c:pt>
                <c:pt idx="2571">
                  <c:v>6.0</c:v>
                </c:pt>
                <c:pt idx="2572">
                  <c:v>6.0</c:v>
                </c:pt>
                <c:pt idx="2573">
                  <c:v>6.0</c:v>
                </c:pt>
                <c:pt idx="2574">
                  <c:v>6.0</c:v>
                </c:pt>
                <c:pt idx="2575">
                  <c:v>6.0</c:v>
                </c:pt>
                <c:pt idx="2576">
                  <c:v>6.0</c:v>
                </c:pt>
                <c:pt idx="2577">
                  <c:v>6.0</c:v>
                </c:pt>
                <c:pt idx="2578">
                  <c:v>6.0</c:v>
                </c:pt>
                <c:pt idx="2579">
                  <c:v>6.0</c:v>
                </c:pt>
                <c:pt idx="2580">
                  <c:v>6.0</c:v>
                </c:pt>
                <c:pt idx="2581">
                  <c:v>6.0</c:v>
                </c:pt>
                <c:pt idx="2582">
                  <c:v>6.0</c:v>
                </c:pt>
                <c:pt idx="2583">
                  <c:v>6.0</c:v>
                </c:pt>
                <c:pt idx="2584">
                  <c:v>6.0</c:v>
                </c:pt>
                <c:pt idx="2585">
                  <c:v>6.0</c:v>
                </c:pt>
                <c:pt idx="2586">
                  <c:v>6.0</c:v>
                </c:pt>
                <c:pt idx="2587">
                  <c:v>6.0</c:v>
                </c:pt>
                <c:pt idx="2588">
                  <c:v>6.0</c:v>
                </c:pt>
                <c:pt idx="2589">
                  <c:v>6.0</c:v>
                </c:pt>
                <c:pt idx="2590">
                  <c:v>6.0</c:v>
                </c:pt>
                <c:pt idx="2591">
                  <c:v>6.0</c:v>
                </c:pt>
                <c:pt idx="2592">
                  <c:v>6.0</c:v>
                </c:pt>
                <c:pt idx="2593">
                  <c:v>6.0</c:v>
                </c:pt>
                <c:pt idx="2594">
                  <c:v>6.0</c:v>
                </c:pt>
                <c:pt idx="2595">
                  <c:v>6.0</c:v>
                </c:pt>
                <c:pt idx="2596">
                  <c:v>6.0</c:v>
                </c:pt>
                <c:pt idx="2597">
                  <c:v>6.0</c:v>
                </c:pt>
                <c:pt idx="2598">
                  <c:v>6.0</c:v>
                </c:pt>
                <c:pt idx="2599">
                  <c:v>6.0</c:v>
                </c:pt>
                <c:pt idx="2600">
                  <c:v>6.0</c:v>
                </c:pt>
                <c:pt idx="2601">
                  <c:v>6.0</c:v>
                </c:pt>
                <c:pt idx="2602">
                  <c:v>6.0</c:v>
                </c:pt>
                <c:pt idx="2603">
                  <c:v>6.0</c:v>
                </c:pt>
                <c:pt idx="2604">
                  <c:v>6.0</c:v>
                </c:pt>
                <c:pt idx="2605">
                  <c:v>6.0</c:v>
                </c:pt>
                <c:pt idx="2606">
                  <c:v>6.0</c:v>
                </c:pt>
                <c:pt idx="2607">
                  <c:v>6.0</c:v>
                </c:pt>
                <c:pt idx="2608">
                  <c:v>6.0</c:v>
                </c:pt>
                <c:pt idx="2609">
                  <c:v>6.0</c:v>
                </c:pt>
                <c:pt idx="2610">
                  <c:v>6.0</c:v>
                </c:pt>
                <c:pt idx="2611">
                  <c:v>6.0</c:v>
                </c:pt>
                <c:pt idx="2612">
                  <c:v>6.0</c:v>
                </c:pt>
                <c:pt idx="2613">
                  <c:v>6.0</c:v>
                </c:pt>
                <c:pt idx="2614">
                  <c:v>6.0</c:v>
                </c:pt>
                <c:pt idx="2615">
                  <c:v>6.0</c:v>
                </c:pt>
                <c:pt idx="2616">
                  <c:v>6.0</c:v>
                </c:pt>
                <c:pt idx="2617">
                  <c:v>6.0</c:v>
                </c:pt>
                <c:pt idx="2618">
                  <c:v>6.0</c:v>
                </c:pt>
                <c:pt idx="2619">
                  <c:v>6.0</c:v>
                </c:pt>
                <c:pt idx="2620">
                  <c:v>6.0</c:v>
                </c:pt>
                <c:pt idx="2621">
                  <c:v>6.0</c:v>
                </c:pt>
                <c:pt idx="2622">
                  <c:v>6.0</c:v>
                </c:pt>
                <c:pt idx="2623">
                  <c:v>6.0</c:v>
                </c:pt>
                <c:pt idx="2624">
                  <c:v>6.0</c:v>
                </c:pt>
                <c:pt idx="2625">
                  <c:v>6.0</c:v>
                </c:pt>
                <c:pt idx="2626">
                  <c:v>6.0</c:v>
                </c:pt>
                <c:pt idx="2627">
                  <c:v>6.0</c:v>
                </c:pt>
                <c:pt idx="2628">
                  <c:v>6.0</c:v>
                </c:pt>
                <c:pt idx="2629">
                  <c:v>6.0</c:v>
                </c:pt>
                <c:pt idx="2630">
                  <c:v>6.0</c:v>
                </c:pt>
                <c:pt idx="2631">
                  <c:v>6.0</c:v>
                </c:pt>
                <c:pt idx="2632">
                  <c:v>6.0</c:v>
                </c:pt>
                <c:pt idx="2633">
                  <c:v>6.0</c:v>
                </c:pt>
                <c:pt idx="2634">
                  <c:v>6.0</c:v>
                </c:pt>
                <c:pt idx="2635">
                  <c:v>6.0</c:v>
                </c:pt>
                <c:pt idx="2636">
                  <c:v>6.0</c:v>
                </c:pt>
                <c:pt idx="2637">
                  <c:v>6.0</c:v>
                </c:pt>
                <c:pt idx="2638">
                  <c:v>6.0</c:v>
                </c:pt>
                <c:pt idx="2639">
                  <c:v>6.0</c:v>
                </c:pt>
                <c:pt idx="2640">
                  <c:v>6.0</c:v>
                </c:pt>
                <c:pt idx="2641">
                  <c:v>6.0</c:v>
                </c:pt>
                <c:pt idx="2642">
                  <c:v>6.0</c:v>
                </c:pt>
                <c:pt idx="2643">
                  <c:v>6.0</c:v>
                </c:pt>
                <c:pt idx="2644">
                  <c:v>6.0</c:v>
                </c:pt>
                <c:pt idx="2645">
                  <c:v>6.0</c:v>
                </c:pt>
                <c:pt idx="2646">
                  <c:v>6.0</c:v>
                </c:pt>
                <c:pt idx="2647">
                  <c:v>6.0</c:v>
                </c:pt>
                <c:pt idx="2648">
                  <c:v>6.0</c:v>
                </c:pt>
                <c:pt idx="2649">
                  <c:v>6.0</c:v>
                </c:pt>
                <c:pt idx="2650">
                  <c:v>6.0</c:v>
                </c:pt>
                <c:pt idx="2651">
                  <c:v>6.0</c:v>
                </c:pt>
                <c:pt idx="2652">
                  <c:v>6.0</c:v>
                </c:pt>
                <c:pt idx="2653">
                  <c:v>6.0</c:v>
                </c:pt>
                <c:pt idx="2654">
                  <c:v>6.0</c:v>
                </c:pt>
                <c:pt idx="2655">
                  <c:v>6.0</c:v>
                </c:pt>
                <c:pt idx="2656">
                  <c:v>6.0</c:v>
                </c:pt>
                <c:pt idx="2657">
                  <c:v>6.0</c:v>
                </c:pt>
                <c:pt idx="2658">
                  <c:v>6.0</c:v>
                </c:pt>
                <c:pt idx="2659">
                  <c:v>6.0</c:v>
                </c:pt>
                <c:pt idx="2660">
                  <c:v>6.0</c:v>
                </c:pt>
                <c:pt idx="2661">
                  <c:v>6.0</c:v>
                </c:pt>
                <c:pt idx="2662">
                  <c:v>6.0</c:v>
                </c:pt>
                <c:pt idx="2663">
                  <c:v>6.0</c:v>
                </c:pt>
                <c:pt idx="2664">
                  <c:v>6.0</c:v>
                </c:pt>
                <c:pt idx="2665">
                  <c:v>6.0</c:v>
                </c:pt>
                <c:pt idx="2666">
                  <c:v>6.0</c:v>
                </c:pt>
                <c:pt idx="2667">
                  <c:v>6.0</c:v>
                </c:pt>
                <c:pt idx="2668">
                  <c:v>6.0</c:v>
                </c:pt>
                <c:pt idx="2669">
                  <c:v>6.0</c:v>
                </c:pt>
                <c:pt idx="2670">
                  <c:v>6.0</c:v>
                </c:pt>
                <c:pt idx="2671">
                  <c:v>6.0</c:v>
                </c:pt>
                <c:pt idx="2672">
                  <c:v>6.0</c:v>
                </c:pt>
                <c:pt idx="2673">
                  <c:v>6.0</c:v>
                </c:pt>
                <c:pt idx="2674">
                  <c:v>6.0</c:v>
                </c:pt>
                <c:pt idx="2675">
                  <c:v>6.0</c:v>
                </c:pt>
                <c:pt idx="2676">
                  <c:v>6.0</c:v>
                </c:pt>
                <c:pt idx="2677">
                  <c:v>6.0</c:v>
                </c:pt>
                <c:pt idx="2678">
                  <c:v>6.0</c:v>
                </c:pt>
                <c:pt idx="2679">
                  <c:v>6.0</c:v>
                </c:pt>
                <c:pt idx="2680">
                  <c:v>6.0</c:v>
                </c:pt>
                <c:pt idx="2681">
                  <c:v>6.0</c:v>
                </c:pt>
                <c:pt idx="2682">
                  <c:v>6.0</c:v>
                </c:pt>
                <c:pt idx="2683">
                  <c:v>6.0</c:v>
                </c:pt>
                <c:pt idx="2684">
                  <c:v>6.0</c:v>
                </c:pt>
                <c:pt idx="2685">
                  <c:v>6.0</c:v>
                </c:pt>
                <c:pt idx="2686">
                  <c:v>6.0</c:v>
                </c:pt>
                <c:pt idx="2687">
                  <c:v>6.0</c:v>
                </c:pt>
                <c:pt idx="2688">
                  <c:v>6.0</c:v>
                </c:pt>
                <c:pt idx="2689">
                  <c:v>6.0</c:v>
                </c:pt>
                <c:pt idx="2690">
                  <c:v>6.0</c:v>
                </c:pt>
                <c:pt idx="2691">
                  <c:v>6.0</c:v>
                </c:pt>
                <c:pt idx="2692">
                  <c:v>6.0</c:v>
                </c:pt>
                <c:pt idx="2693">
                  <c:v>6.0</c:v>
                </c:pt>
                <c:pt idx="2694">
                  <c:v>6.0</c:v>
                </c:pt>
                <c:pt idx="2695">
                  <c:v>6.0</c:v>
                </c:pt>
                <c:pt idx="2696">
                  <c:v>6.0</c:v>
                </c:pt>
                <c:pt idx="2697">
                  <c:v>6.0</c:v>
                </c:pt>
                <c:pt idx="2698">
                  <c:v>6.0</c:v>
                </c:pt>
                <c:pt idx="2699">
                  <c:v>6.0</c:v>
                </c:pt>
                <c:pt idx="2700">
                  <c:v>6.0</c:v>
                </c:pt>
                <c:pt idx="2701">
                  <c:v>6.0</c:v>
                </c:pt>
                <c:pt idx="2702">
                  <c:v>6.0</c:v>
                </c:pt>
                <c:pt idx="2703">
                  <c:v>6.0</c:v>
                </c:pt>
                <c:pt idx="2704">
                  <c:v>6.0</c:v>
                </c:pt>
                <c:pt idx="2705">
                  <c:v>6.0</c:v>
                </c:pt>
                <c:pt idx="2706">
                  <c:v>6.0</c:v>
                </c:pt>
                <c:pt idx="2707">
                  <c:v>6.0</c:v>
                </c:pt>
                <c:pt idx="2708">
                  <c:v>6.0</c:v>
                </c:pt>
                <c:pt idx="2709">
                  <c:v>6.0</c:v>
                </c:pt>
                <c:pt idx="2710">
                  <c:v>6.0</c:v>
                </c:pt>
                <c:pt idx="2711">
                  <c:v>6.0</c:v>
                </c:pt>
                <c:pt idx="2712">
                  <c:v>6.0</c:v>
                </c:pt>
                <c:pt idx="2713">
                  <c:v>6.0</c:v>
                </c:pt>
                <c:pt idx="2714">
                  <c:v>6.0</c:v>
                </c:pt>
                <c:pt idx="2715">
                  <c:v>6.0</c:v>
                </c:pt>
                <c:pt idx="2716">
                  <c:v>6.0</c:v>
                </c:pt>
                <c:pt idx="2717">
                  <c:v>6.0</c:v>
                </c:pt>
                <c:pt idx="2718">
                  <c:v>6.0</c:v>
                </c:pt>
                <c:pt idx="2719">
                  <c:v>6.0</c:v>
                </c:pt>
                <c:pt idx="2720">
                  <c:v>6.0</c:v>
                </c:pt>
                <c:pt idx="2721">
                  <c:v>6.0</c:v>
                </c:pt>
                <c:pt idx="2722">
                  <c:v>6.0</c:v>
                </c:pt>
                <c:pt idx="2723">
                  <c:v>6.0</c:v>
                </c:pt>
                <c:pt idx="2724">
                  <c:v>6.0</c:v>
                </c:pt>
                <c:pt idx="2725">
                  <c:v>6.0</c:v>
                </c:pt>
                <c:pt idx="2726">
                  <c:v>6.0</c:v>
                </c:pt>
                <c:pt idx="2727">
                  <c:v>6.0</c:v>
                </c:pt>
                <c:pt idx="2728">
                  <c:v>6.0</c:v>
                </c:pt>
                <c:pt idx="2729">
                  <c:v>6.0</c:v>
                </c:pt>
                <c:pt idx="2730">
                  <c:v>6.0</c:v>
                </c:pt>
                <c:pt idx="2731">
                  <c:v>6.0</c:v>
                </c:pt>
                <c:pt idx="2732">
                  <c:v>6.0</c:v>
                </c:pt>
                <c:pt idx="2733">
                  <c:v>6.0</c:v>
                </c:pt>
                <c:pt idx="2734">
                  <c:v>6.0</c:v>
                </c:pt>
                <c:pt idx="2735">
                  <c:v>6.0</c:v>
                </c:pt>
                <c:pt idx="2736">
                  <c:v>6.0</c:v>
                </c:pt>
                <c:pt idx="2737">
                  <c:v>6.0</c:v>
                </c:pt>
                <c:pt idx="2738">
                  <c:v>6.0</c:v>
                </c:pt>
                <c:pt idx="2739">
                  <c:v>6.0</c:v>
                </c:pt>
                <c:pt idx="2740">
                  <c:v>6.0</c:v>
                </c:pt>
                <c:pt idx="2741">
                  <c:v>6.0</c:v>
                </c:pt>
                <c:pt idx="2742">
                  <c:v>6.0</c:v>
                </c:pt>
                <c:pt idx="2743">
                  <c:v>6.0</c:v>
                </c:pt>
                <c:pt idx="2744">
                  <c:v>6.0</c:v>
                </c:pt>
                <c:pt idx="2745">
                  <c:v>6.0</c:v>
                </c:pt>
                <c:pt idx="2746">
                  <c:v>6.0</c:v>
                </c:pt>
                <c:pt idx="2747">
                  <c:v>6.0</c:v>
                </c:pt>
                <c:pt idx="2748">
                  <c:v>6.0</c:v>
                </c:pt>
                <c:pt idx="2749">
                  <c:v>6.0</c:v>
                </c:pt>
                <c:pt idx="2750">
                  <c:v>6.0</c:v>
                </c:pt>
                <c:pt idx="2751">
                  <c:v>6.0</c:v>
                </c:pt>
                <c:pt idx="2752">
                  <c:v>6.0</c:v>
                </c:pt>
                <c:pt idx="2753">
                  <c:v>6.0</c:v>
                </c:pt>
                <c:pt idx="2754">
                  <c:v>6.0</c:v>
                </c:pt>
                <c:pt idx="2755">
                  <c:v>6.0</c:v>
                </c:pt>
                <c:pt idx="2756">
                  <c:v>6.0</c:v>
                </c:pt>
                <c:pt idx="2757">
                  <c:v>6.0</c:v>
                </c:pt>
                <c:pt idx="2758">
                  <c:v>6.0</c:v>
                </c:pt>
                <c:pt idx="2759">
                  <c:v>6.0</c:v>
                </c:pt>
                <c:pt idx="2760">
                  <c:v>6.0</c:v>
                </c:pt>
                <c:pt idx="2761">
                  <c:v>6.0</c:v>
                </c:pt>
                <c:pt idx="2762">
                  <c:v>6.0</c:v>
                </c:pt>
                <c:pt idx="2763">
                  <c:v>6.0</c:v>
                </c:pt>
                <c:pt idx="2764">
                  <c:v>6.0</c:v>
                </c:pt>
                <c:pt idx="2765">
                  <c:v>6.0</c:v>
                </c:pt>
                <c:pt idx="2766">
                  <c:v>6.0</c:v>
                </c:pt>
                <c:pt idx="2767">
                  <c:v>6.0</c:v>
                </c:pt>
                <c:pt idx="2768">
                  <c:v>6.0</c:v>
                </c:pt>
                <c:pt idx="2769">
                  <c:v>6.0</c:v>
                </c:pt>
                <c:pt idx="2770">
                  <c:v>6.0</c:v>
                </c:pt>
                <c:pt idx="2771">
                  <c:v>6.0</c:v>
                </c:pt>
                <c:pt idx="2772">
                  <c:v>6.0</c:v>
                </c:pt>
                <c:pt idx="2773">
                  <c:v>6.0</c:v>
                </c:pt>
                <c:pt idx="2774">
                  <c:v>6.0</c:v>
                </c:pt>
                <c:pt idx="2775">
                  <c:v>6.0</c:v>
                </c:pt>
                <c:pt idx="2776">
                  <c:v>6.0</c:v>
                </c:pt>
                <c:pt idx="2777">
                  <c:v>6.0</c:v>
                </c:pt>
                <c:pt idx="2778">
                  <c:v>6.0</c:v>
                </c:pt>
                <c:pt idx="2779">
                  <c:v>6.0</c:v>
                </c:pt>
                <c:pt idx="2780">
                  <c:v>6.0</c:v>
                </c:pt>
                <c:pt idx="2781">
                  <c:v>6.0</c:v>
                </c:pt>
                <c:pt idx="2782">
                  <c:v>6.0</c:v>
                </c:pt>
                <c:pt idx="2783">
                  <c:v>6.0</c:v>
                </c:pt>
                <c:pt idx="2784">
                  <c:v>6.0</c:v>
                </c:pt>
                <c:pt idx="2785">
                  <c:v>6.0</c:v>
                </c:pt>
                <c:pt idx="2786">
                  <c:v>6.0</c:v>
                </c:pt>
                <c:pt idx="2787">
                  <c:v>6.0</c:v>
                </c:pt>
                <c:pt idx="2788">
                  <c:v>6.0</c:v>
                </c:pt>
                <c:pt idx="2789">
                  <c:v>6.0</c:v>
                </c:pt>
                <c:pt idx="2790">
                  <c:v>6.0</c:v>
                </c:pt>
                <c:pt idx="2791">
                  <c:v>6.0</c:v>
                </c:pt>
                <c:pt idx="2792">
                  <c:v>6.0</c:v>
                </c:pt>
                <c:pt idx="2793">
                  <c:v>6.0</c:v>
                </c:pt>
                <c:pt idx="2794">
                  <c:v>6.0</c:v>
                </c:pt>
                <c:pt idx="2795">
                  <c:v>6.0</c:v>
                </c:pt>
                <c:pt idx="2796">
                  <c:v>6.0</c:v>
                </c:pt>
                <c:pt idx="2797">
                  <c:v>6.0</c:v>
                </c:pt>
                <c:pt idx="2798">
                  <c:v>6.0</c:v>
                </c:pt>
                <c:pt idx="2799">
                  <c:v>6.0</c:v>
                </c:pt>
                <c:pt idx="2800">
                  <c:v>6.0</c:v>
                </c:pt>
                <c:pt idx="2801">
                  <c:v>6.0</c:v>
                </c:pt>
                <c:pt idx="2802">
                  <c:v>6.0</c:v>
                </c:pt>
                <c:pt idx="2803">
                  <c:v>6.0</c:v>
                </c:pt>
                <c:pt idx="2804">
                  <c:v>6.0</c:v>
                </c:pt>
                <c:pt idx="2805">
                  <c:v>6.0</c:v>
                </c:pt>
                <c:pt idx="2806">
                  <c:v>6.0</c:v>
                </c:pt>
                <c:pt idx="2807">
                  <c:v>6.0</c:v>
                </c:pt>
                <c:pt idx="2808">
                  <c:v>6.0</c:v>
                </c:pt>
                <c:pt idx="2809">
                  <c:v>6.0</c:v>
                </c:pt>
                <c:pt idx="2810">
                  <c:v>6.0</c:v>
                </c:pt>
                <c:pt idx="2811">
                  <c:v>6.0</c:v>
                </c:pt>
                <c:pt idx="2812">
                  <c:v>6.0</c:v>
                </c:pt>
                <c:pt idx="2813">
                  <c:v>6.0</c:v>
                </c:pt>
                <c:pt idx="2814">
                  <c:v>6.0</c:v>
                </c:pt>
                <c:pt idx="2815">
                  <c:v>6.0</c:v>
                </c:pt>
                <c:pt idx="2816">
                  <c:v>6.0</c:v>
                </c:pt>
                <c:pt idx="2817">
                  <c:v>6.0</c:v>
                </c:pt>
                <c:pt idx="2818">
                  <c:v>6.0</c:v>
                </c:pt>
                <c:pt idx="2819">
                  <c:v>6.0</c:v>
                </c:pt>
                <c:pt idx="2820">
                  <c:v>6.0</c:v>
                </c:pt>
                <c:pt idx="2821">
                  <c:v>6.0</c:v>
                </c:pt>
                <c:pt idx="2822">
                  <c:v>6.0</c:v>
                </c:pt>
                <c:pt idx="2823">
                  <c:v>6.0</c:v>
                </c:pt>
                <c:pt idx="2824">
                  <c:v>6.0</c:v>
                </c:pt>
                <c:pt idx="2825">
                  <c:v>6.0</c:v>
                </c:pt>
                <c:pt idx="2826">
                  <c:v>6.0</c:v>
                </c:pt>
                <c:pt idx="2827">
                  <c:v>6.0</c:v>
                </c:pt>
                <c:pt idx="2828">
                  <c:v>6.0</c:v>
                </c:pt>
                <c:pt idx="2829">
                  <c:v>6.0</c:v>
                </c:pt>
                <c:pt idx="2830">
                  <c:v>6.0</c:v>
                </c:pt>
                <c:pt idx="2831">
                  <c:v>6.0</c:v>
                </c:pt>
                <c:pt idx="2832">
                  <c:v>6.0</c:v>
                </c:pt>
                <c:pt idx="2833">
                  <c:v>6.0</c:v>
                </c:pt>
                <c:pt idx="2834">
                  <c:v>6.0</c:v>
                </c:pt>
                <c:pt idx="2835">
                  <c:v>6.0</c:v>
                </c:pt>
                <c:pt idx="2836">
                  <c:v>6.0</c:v>
                </c:pt>
                <c:pt idx="2837">
                  <c:v>6.0</c:v>
                </c:pt>
                <c:pt idx="2838">
                  <c:v>6.0</c:v>
                </c:pt>
                <c:pt idx="2839">
                  <c:v>6.0</c:v>
                </c:pt>
                <c:pt idx="2840">
                  <c:v>6.0</c:v>
                </c:pt>
                <c:pt idx="2841">
                  <c:v>6.0</c:v>
                </c:pt>
                <c:pt idx="2842">
                  <c:v>6.0</c:v>
                </c:pt>
                <c:pt idx="2843">
                  <c:v>6.0</c:v>
                </c:pt>
                <c:pt idx="2844">
                  <c:v>6.0</c:v>
                </c:pt>
                <c:pt idx="2845">
                  <c:v>6.0</c:v>
                </c:pt>
                <c:pt idx="2846">
                  <c:v>6.0</c:v>
                </c:pt>
                <c:pt idx="2847">
                  <c:v>6.0</c:v>
                </c:pt>
                <c:pt idx="2848">
                  <c:v>6.0</c:v>
                </c:pt>
                <c:pt idx="2849">
                  <c:v>6.0</c:v>
                </c:pt>
                <c:pt idx="2850">
                  <c:v>6.0</c:v>
                </c:pt>
                <c:pt idx="2851">
                  <c:v>6.0</c:v>
                </c:pt>
                <c:pt idx="2852">
                  <c:v>6.0</c:v>
                </c:pt>
                <c:pt idx="2853">
                  <c:v>6.0</c:v>
                </c:pt>
                <c:pt idx="2854">
                  <c:v>6.0</c:v>
                </c:pt>
                <c:pt idx="2855">
                  <c:v>6.0</c:v>
                </c:pt>
                <c:pt idx="2856">
                  <c:v>6.0</c:v>
                </c:pt>
                <c:pt idx="2857">
                  <c:v>6.0</c:v>
                </c:pt>
                <c:pt idx="2858">
                  <c:v>6.0</c:v>
                </c:pt>
                <c:pt idx="2859">
                  <c:v>6.0</c:v>
                </c:pt>
                <c:pt idx="2860">
                  <c:v>6.0</c:v>
                </c:pt>
                <c:pt idx="2861">
                  <c:v>6.0</c:v>
                </c:pt>
                <c:pt idx="2862">
                  <c:v>6.0</c:v>
                </c:pt>
                <c:pt idx="2863">
                  <c:v>6.0</c:v>
                </c:pt>
                <c:pt idx="2864">
                  <c:v>6.0</c:v>
                </c:pt>
                <c:pt idx="2865">
                  <c:v>6.0</c:v>
                </c:pt>
                <c:pt idx="2866">
                  <c:v>6.0</c:v>
                </c:pt>
                <c:pt idx="2867">
                  <c:v>6.0</c:v>
                </c:pt>
                <c:pt idx="2868">
                  <c:v>6.0</c:v>
                </c:pt>
                <c:pt idx="2869">
                  <c:v>6.0</c:v>
                </c:pt>
                <c:pt idx="2870">
                  <c:v>6.0</c:v>
                </c:pt>
                <c:pt idx="2871">
                  <c:v>6.0</c:v>
                </c:pt>
                <c:pt idx="2872">
                  <c:v>6.0</c:v>
                </c:pt>
                <c:pt idx="2873">
                  <c:v>6.0</c:v>
                </c:pt>
                <c:pt idx="2874">
                  <c:v>6.0</c:v>
                </c:pt>
                <c:pt idx="2875">
                  <c:v>6.0</c:v>
                </c:pt>
                <c:pt idx="2876">
                  <c:v>6.0</c:v>
                </c:pt>
                <c:pt idx="2877">
                  <c:v>6.0</c:v>
                </c:pt>
                <c:pt idx="2878">
                  <c:v>6.0</c:v>
                </c:pt>
                <c:pt idx="2879">
                  <c:v>6.0</c:v>
                </c:pt>
                <c:pt idx="2880">
                  <c:v>6.0</c:v>
                </c:pt>
                <c:pt idx="2881">
                  <c:v>6.0</c:v>
                </c:pt>
                <c:pt idx="2882">
                  <c:v>6.0</c:v>
                </c:pt>
                <c:pt idx="2883">
                  <c:v>6.0</c:v>
                </c:pt>
                <c:pt idx="2884">
                  <c:v>6.0</c:v>
                </c:pt>
                <c:pt idx="2885">
                  <c:v>6.0</c:v>
                </c:pt>
                <c:pt idx="2886">
                  <c:v>6.0</c:v>
                </c:pt>
                <c:pt idx="2887">
                  <c:v>6.0</c:v>
                </c:pt>
                <c:pt idx="2888">
                  <c:v>6.0</c:v>
                </c:pt>
                <c:pt idx="2889">
                  <c:v>6.0</c:v>
                </c:pt>
                <c:pt idx="2890">
                  <c:v>6.0</c:v>
                </c:pt>
                <c:pt idx="2891">
                  <c:v>6.0</c:v>
                </c:pt>
                <c:pt idx="2892">
                  <c:v>6.0</c:v>
                </c:pt>
                <c:pt idx="2893">
                  <c:v>6.0</c:v>
                </c:pt>
                <c:pt idx="2894">
                  <c:v>6.0</c:v>
                </c:pt>
                <c:pt idx="2895">
                  <c:v>6.0</c:v>
                </c:pt>
                <c:pt idx="2896">
                  <c:v>6.0</c:v>
                </c:pt>
                <c:pt idx="2897">
                  <c:v>6.0</c:v>
                </c:pt>
                <c:pt idx="2898">
                  <c:v>6.0</c:v>
                </c:pt>
                <c:pt idx="2899">
                  <c:v>6.0</c:v>
                </c:pt>
                <c:pt idx="2900">
                  <c:v>6.0</c:v>
                </c:pt>
                <c:pt idx="2901">
                  <c:v>6.0</c:v>
                </c:pt>
                <c:pt idx="2902">
                  <c:v>6.0</c:v>
                </c:pt>
                <c:pt idx="2903">
                  <c:v>6.0</c:v>
                </c:pt>
                <c:pt idx="2904">
                  <c:v>6.0</c:v>
                </c:pt>
                <c:pt idx="2905">
                  <c:v>6.0</c:v>
                </c:pt>
                <c:pt idx="2906">
                  <c:v>6.0</c:v>
                </c:pt>
                <c:pt idx="2907">
                  <c:v>6.0</c:v>
                </c:pt>
                <c:pt idx="2908">
                  <c:v>6.0</c:v>
                </c:pt>
                <c:pt idx="2909">
                  <c:v>6.0</c:v>
                </c:pt>
                <c:pt idx="2910">
                  <c:v>6.0</c:v>
                </c:pt>
                <c:pt idx="2911">
                  <c:v>6.0</c:v>
                </c:pt>
                <c:pt idx="2912">
                  <c:v>6.0</c:v>
                </c:pt>
                <c:pt idx="2913">
                  <c:v>6.0</c:v>
                </c:pt>
                <c:pt idx="2914">
                  <c:v>6.0</c:v>
                </c:pt>
                <c:pt idx="2915">
                  <c:v>6.0</c:v>
                </c:pt>
                <c:pt idx="2916">
                  <c:v>6.0</c:v>
                </c:pt>
                <c:pt idx="2917">
                  <c:v>6.0</c:v>
                </c:pt>
                <c:pt idx="2918">
                  <c:v>6.0</c:v>
                </c:pt>
                <c:pt idx="2919">
                  <c:v>6.0</c:v>
                </c:pt>
                <c:pt idx="2920">
                  <c:v>6.0</c:v>
                </c:pt>
                <c:pt idx="2921">
                  <c:v>6.0</c:v>
                </c:pt>
                <c:pt idx="2922">
                  <c:v>6.0</c:v>
                </c:pt>
                <c:pt idx="2923">
                  <c:v>6.0</c:v>
                </c:pt>
                <c:pt idx="2924">
                  <c:v>6.0</c:v>
                </c:pt>
                <c:pt idx="2925">
                  <c:v>6.0</c:v>
                </c:pt>
                <c:pt idx="2926">
                  <c:v>6.0</c:v>
                </c:pt>
                <c:pt idx="2927">
                  <c:v>6.0</c:v>
                </c:pt>
                <c:pt idx="2928">
                  <c:v>6.0</c:v>
                </c:pt>
                <c:pt idx="2929">
                  <c:v>6.0</c:v>
                </c:pt>
                <c:pt idx="2930">
                  <c:v>6.0</c:v>
                </c:pt>
                <c:pt idx="2931">
                  <c:v>6.0</c:v>
                </c:pt>
                <c:pt idx="2932">
                  <c:v>6.0</c:v>
                </c:pt>
                <c:pt idx="2933">
                  <c:v>6.0</c:v>
                </c:pt>
                <c:pt idx="2934">
                  <c:v>6.0</c:v>
                </c:pt>
                <c:pt idx="2935">
                  <c:v>6.0</c:v>
                </c:pt>
                <c:pt idx="2936">
                  <c:v>6.0</c:v>
                </c:pt>
                <c:pt idx="2937">
                  <c:v>6.0</c:v>
                </c:pt>
                <c:pt idx="2938">
                  <c:v>6.0</c:v>
                </c:pt>
                <c:pt idx="2939">
                  <c:v>6.0</c:v>
                </c:pt>
                <c:pt idx="2940">
                  <c:v>6.0</c:v>
                </c:pt>
                <c:pt idx="2941">
                  <c:v>6.0</c:v>
                </c:pt>
                <c:pt idx="2942">
                  <c:v>6.0</c:v>
                </c:pt>
                <c:pt idx="2943">
                  <c:v>6.0</c:v>
                </c:pt>
                <c:pt idx="2944">
                  <c:v>6.0</c:v>
                </c:pt>
                <c:pt idx="2945">
                  <c:v>6.0</c:v>
                </c:pt>
                <c:pt idx="2946">
                  <c:v>6.0</c:v>
                </c:pt>
                <c:pt idx="2947">
                  <c:v>6.0</c:v>
                </c:pt>
                <c:pt idx="2948">
                  <c:v>6.0</c:v>
                </c:pt>
                <c:pt idx="2949">
                  <c:v>6.0</c:v>
                </c:pt>
                <c:pt idx="2950">
                  <c:v>6.0</c:v>
                </c:pt>
                <c:pt idx="2951">
                  <c:v>6.0</c:v>
                </c:pt>
                <c:pt idx="2952">
                  <c:v>6.0</c:v>
                </c:pt>
                <c:pt idx="2953">
                  <c:v>6.0</c:v>
                </c:pt>
                <c:pt idx="2954">
                  <c:v>6.0</c:v>
                </c:pt>
                <c:pt idx="2955">
                  <c:v>6.0</c:v>
                </c:pt>
                <c:pt idx="2956">
                  <c:v>6.0</c:v>
                </c:pt>
                <c:pt idx="2957">
                  <c:v>6.0</c:v>
                </c:pt>
                <c:pt idx="2958">
                  <c:v>6.0</c:v>
                </c:pt>
                <c:pt idx="2959">
                  <c:v>6.0</c:v>
                </c:pt>
                <c:pt idx="2960">
                  <c:v>6.0</c:v>
                </c:pt>
                <c:pt idx="2961">
                  <c:v>6.0</c:v>
                </c:pt>
                <c:pt idx="2962">
                  <c:v>6.0</c:v>
                </c:pt>
                <c:pt idx="2963">
                  <c:v>6.0</c:v>
                </c:pt>
                <c:pt idx="2964">
                  <c:v>6.0</c:v>
                </c:pt>
                <c:pt idx="2965">
                  <c:v>6.0</c:v>
                </c:pt>
                <c:pt idx="2966">
                  <c:v>6.0</c:v>
                </c:pt>
                <c:pt idx="2967">
                  <c:v>6.0</c:v>
                </c:pt>
                <c:pt idx="2968">
                  <c:v>6.0</c:v>
                </c:pt>
                <c:pt idx="2969">
                  <c:v>6.0</c:v>
                </c:pt>
                <c:pt idx="2970">
                  <c:v>6.0</c:v>
                </c:pt>
                <c:pt idx="2971">
                  <c:v>6.0</c:v>
                </c:pt>
                <c:pt idx="2972">
                  <c:v>6.0</c:v>
                </c:pt>
                <c:pt idx="2973">
                  <c:v>6.0</c:v>
                </c:pt>
                <c:pt idx="2974">
                  <c:v>6.0</c:v>
                </c:pt>
                <c:pt idx="2975">
                  <c:v>6.0</c:v>
                </c:pt>
                <c:pt idx="2976">
                  <c:v>6.0</c:v>
                </c:pt>
                <c:pt idx="2977">
                  <c:v>6.0</c:v>
                </c:pt>
                <c:pt idx="2978">
                  <c:v>6.0</c:v>
                </c:pt>
                <c:pt idx="2979">
                  <c:v>6.0</c:v>
                </c:pt>
                <c:pt idx="2980">
                  <c:v>6.0</c:v>
                </c:pt>
                <c:pt idx="2981">
                  <c:v>6.0</c:v>
                </c:pt>
                <c:pt idx="2982">
                  <c:v>6.0</c:v>
                </c:pt>
                <c:pt idx="2983">
                  <c:v>6.0</c:v>
                </c:pt>
                <c:pt idx="2984">
                  <c:v>6.0</c:v>
                </c:pt>
                <c:pt idx="2985">
                  <c:v>6.0</c:v>
                </c:pt>
                <c:pt idx="2986">
                  <c:v>6.0</c:v>
                </c:pt>
                <c:pt idx="2987">
                  <c:v>6.0</c:v>
                </c:pt>
                <c:pt idx="2988">
                  <c:v>6.0</c:v>
                </c:pt>
                <c:pt idx="2989">
                  <c:v>6.0</c:v>
                </c:pt>
                <c:pt idx="2990">
                  <c:v>6.0</c:v>
                </c:pt>
                <c:pt idx="2991">
                  <c:v>6.0</c:v>
                </c:pt>
                <c:pt idx="2992">
                  <c:v>6.0</c:v>
                </c:pt>
                <c:pt idx="2993">
                  <c:v>6.0</c:v>
                </c:pt>
                <c:pt idx="2994">
                  <c:v>6.0</c:v>
                </c:pt>
                <c:pt idx="2995">
                  <c:v>6.0</c:v>
                </c:pt>
                <c:pt idx="2996">
                  <c:v>6.0</c:v>
                </c:pt>
                <c:pt idx="2997">
                  <c:v>6.0</c:v>
                </c:pt>
                <c:pt idx="2998">
                  <c:v>6.0</c:v>
                </c:pt>
                <c:pt idx="2999">
                  <c:v>6.0</c:v>
                </c:pt>
                <c:pt idx="3000">
                  <c:v>6.0</c:v>
                </c:pt>
                <c:pt idx="3001">
                  <c:v>6.0</c:v>
                </c:pt>
                <c:pt idx="3002">
                  <c:v>6.0</c:v>
                </c:pt>
                <c:pt idx="3003">
                  <c:v>6.0</c:v>
                </c:pt>
                <c:pt idx="3004">
                  <c:v>6.0</c:v>
                </c:pt>
                <c:pt idx="3005">
                  <c:v>6.0</c:v>
                </c:pt>
                <c:pt idx="3006">
                  <c:v>6.0</c:v>
                </c:pt>
                <c:pt idx="3007">
                  <c:v>6.0</c:v>
                </c:pt>
                <c:pt idx="3008">
                  <c:v>6.0</c:v>
                </c:pt>
                <c:pt idx="3009">
                  <c:v>6.0</c:v>
                </c:pt>
                <c:pt idx="3010">
                  <c:v>6.0</c:v>
                </c:pt>
                <c:pt idx="3011">
                  <c:v>6.0</c:v>
                </c:pt>
                <c:pt idx="3012">
                  <c:v>6.0</c:v>
                </c:pt>
                <c:pt idx="3013">
                  <c:v>6.0</c:v>
                </c:pt>
                <c:pt idx="3014">
                  <c:v>6.0</c:v>
                </c:pt>
                <c:pt idx="3015">
                  <c:v>6.0</c:v>
                </c:pt>
                <c:pt idx="3016">
                  <c:v>6.0</c:v>
                </c:pt>
                <c:pt idx="3017">
                  <c:v>6.0</c:v>
                </c:pt>
                <c:pt idx="3018">
                  <c:v>6.0</c:v>
                </c:pt>
                <c:pt idx="3019">
                  <c:v>6.0</c:v>
                </c:pt>
                <c:pt idx="3020">
                  <c:v>6.0</c:v>
                </c:pt>
                <c:pt idx="3021">
                  <c:v>6.0</c:v>
                </c:pt>
                <c:pt idx="3022">
                  <c:v>6.0</c:v>
                </c:pt>
                <c:pt idx="3023">
                  <c:v>6.0</c:v>
                </c:pt>
                <c:pt idx="3024">
                  <c:v>6.0</c:v>
                </c:pt>
                <c:pt idx="3025">
                  <c:v>6.0</c:v>
                </c:pt>
                <c:pt idx="3026">
                  <c:v>6.0</c:v>
                </c:pt>
                <c:pt idx="3027">
                  <c:v>6.0</c:v>
                </c:pt>
                <c:pt idx="3028">
                  <c:v>6.0</c:v>
                </c:pt>
                <c:pt idx="3029">
                  <c:v>6.0</c:v>
                </c:pt>
                <c:pt idx="3030">
                  <c:v>6.0</c:v>
                </c:pt>
                <c:pt idx="3031">
                  <c:v>6.0</c:v>
                </c:pt>
                <c:pt idx="3032">
                  <c:v>6.0</c:v>
                </c:pt>
                <c:pt idx="3033">
                  <c:v>6.0</c:v>
                </c:pt>
                <c:pt idx="3034">
                  <c:v>6.0</c:v>
                </c:pt>
                <c:pt idx="3035">
                  <c:v>6.0</c:v>
                </c:pt>
                <c:pt idx="3036">
                  <c:v>6.0</c:v>
                </c:pt>
                <c:pt idx="3037">
                  <c:v>6.0</c:v>
                </c:pt>
                <c:pt idx="3038">
                  <c:v>6.0</c:v>
                </c:pt>
                <c:pt idx="3039">
                  <c:v>6.0</c:v>
                </c:pt>
                <c:pt idx="3040">
                  <c:v>6.0</c:v>
                </c:pt>
                <c:pt idx="3041">
                  <c:v>6.0</c:v>
                </c:pt>
                <c:pt idx="3042">
                  <c:v>6.0</c:v>
                </c:pt>
                <c:pt idx="3043">
                  <c:v>6.0</c:v>
                </c:pt>
                <c:pt idx="3044">
                  <c:v>6.0</c:v>
                </c:pt>
                <c:pt idx="3045">
                  <c:v>6.0</c:v>
                </c:pt>
                <c:pt idx="3046">
                  <c:v>6.0</c:v>
                </c:pt>
                <c:pt idx="3047">
                  <c:v>6.0</c:v>
                </c:pt>
                <c:pt idx="3048">
                  <c:v>6.0</c:v>
                </c:pt>
                <c:pt idx="3049">
                  <c:v>6.0</c:v>
                </c:pt>
                <c:pt idx="3050">
                  <c:v>6.0</c:v>
                </c:pt>
                <c:pt idx="3051">
                  <c:v>6.0</c:v>
                </c:pt>
                <c:pt idx="3052">
                  <c:v>6.0</c:v>
                </c:pt>
                <c:pt idx="3053">
                  <c:v>6.0</c:v>
                </c:pt>
                <c:pt idx="3054">
                  <c:v>6.0</c:v>
                </c:pt>
                <c:pt idx="3055">
                  <c:v>6.0</c:v>
                </c:pt>
                <c:pt idx="3056">
                  <c:v>6.0</c:v>
                </c:pt>
                <c:pt idx="3057">
                  <c:v>6.0</c:v>
                </c:pt>
                <c:pt idx="3058">
                  <c:v>6.0</c:v>
                </c:pt>
                <c:pt idx="3059">
                  <c:v>6.0</c:v>
                </c:pt>
                <c:pt idx="3060">
                  <c:v>6.0</c:v>
                </c:pt>
                <c:pt idx="3061">
                  <c:v>6.0</c:v>
                </c:pt>
                <c:pt idx="3062">
                  <c:v>6.0</c:v>
                </c:pt>
                <c:pt idx="3063">
                  <c:v>6.0</c:v>
                </c:pt>
                <c:pt idx="3064">
                  <c:v>6.0</c:v>
                </c:pt>
                <c:pt idx="3065">
                  <c:v>6.0</c:v>
                </c:pt>
                <c:pt idx="3066">
                  <c:v>6.0</c:v>
                </c:pt>
                <c:pt idx="3067">
                  <c:v>6.0</c:v>
                </c:pt>
                <c:pt idx="3068">
                  <c:v>6.0</c:v>
                </c:pt>
                <c:pt idx="3069">
                  <c:v>6.0</c:v>
                </c:pt>
                <c:pt idx="3070">
                  <c:v>6.0</c:v>
                </c:pt>
                <c:pt idx="3071">
                  <c:v>6.0</c:v>
                </c:pt>
                <c:pt idx="3072">
                  <c:v>6.0</c:v>
                </c:pt>
                <c:pt idx="3073">
                  <c:v>6.0</c:v>
                </c:pt>
                <c:pt idx="3074">
                  <c:v>6.0</c:v>
                </c:pt>
                <c:pt idx="3075">
                  <c:v>6.0</c:v>
                </c:pt>
                <c:pt idx="3076">
                  <c:v>6.0</c:v>
                </c:pt>
                <c:pt idx="3077">
                  <c:v>6.0</c:v>
                </c:pt>
                <c:pt idx="3078">
                  <c:v>6.0</c:v>
                </c:pt>
                <c:pt idx="3079">
                  <c:v>6.0</c:v>
                </c:pt>
                <c:pt idx="3080">
                  <c:v>6.0</c:v>
                </c:pt>
                <c:pt idx="3081">
                  <c:v>6.0</c:v>
                </c:pt>
                <c:pt idx="3082">
                  <c:v>6.0</c:v>
                </c:pt>
                <c:pt idx="3083">
                  <c:v>6.0</c:v>
                </c:pt>
                <c:pt idx="3084">
                  <c:v>6.0</c:v>
                </c:pt>
                <c:pt idx="3085">
                  <c:v>6.0</c:v>
                </c:pt>
                <c:pt idx="3086">
                  <c:v>6.0</c:v>
                </c:pt>
                <c:pt idx="3087">
                  <c:v>6.0</c:v>
                </c:pt>
                <c:pt idx="3088">
                  <c:v>6.0</c:v>
                </c:pt>
                <c:pt idx="3089">
                  <c:v>6.0</c:v>
                </c:pt>
                <c:pt idx="3090">
                  <c:v>6.0</c:v>
                </c:pt>
                <c:pt idx="3091">
                  <c:v>6.0</c:v>
                </c:pt>
                <c:pt idx="3092">
                  <c:v>6.0</c:v>
                </c:pt>
                <c:pt idx="3093">
                  <c:v>6.0</c:v>
                </c:pt>
                <c:pt idx="3094">
                  <c:v>6.0</c:v>
                </c:pt>
                <c:pt idx="3095">
                  <c:v>6.0</c:v>
                </c:pt>
                <c:pt idx="3096">
                  <c:v>6.0</c:v>
                </c:pt>
                <c:pt idx="3097">
                  <c:v>6.0</c:v>
                </c:pt>
                <c:pt idx="3098">
                  <c:v>6.0</c:v>
                </c:pt>
                <c:pt idx="3099">
                  <c:v>6.0</c:v>
                </c:pt>
                <c:pt idx="3100">
                  <c:v>6.0</c:v>
                </c:pt>
                <c:pt idx="3101">
                  <c:v>6.0</c:v>
                </c:pt>
                <c:pt idx="3102">
                  <c:v>6.0</c:v>
                </c:pt>
                <c:pt idx="3103">
                  <c:v>6.0</c:v>
                </c:pt>
                <c:pt idx="3104">
                  <c:v>6.0</c:v>
                </c:pt>
                <c:pt idx="3105">
                  <c:v>6.0</c:v>
                </c:pt>
                <c:pt idx="3106">
                  <c:v>6.0</c:v>
                </c:pt>
                <c:pt idx="3107">
                  <c:v>6.0</c:v>
                </c:pt>
                <c:pt idx="3108">
                  <c:v>6.0</c:v>
                </c:pt>
                <c:pt idx="3109">
                  <c:v>6.0</c:v>
                </c:pt>
                <c:pt idx="3110">
                  <c:v>6.0</c:v>
                </c:pt>
                <c:pt idx="3111">
                  <c:v>6.0</c:v>
                </c:pt>
                <c:pt idx="3112">
                  <c:v>6.0</c:v>
                </c:pt>
                <c:pt idx="3113">
                  <c:v>6.0</c:v>
                </c:pt>
                <c:pt idx="3114">
                  <c:v>6.0</c:v>
                </c:pt>
                <c:pt idx="3115">
                  <c:v>6.0</c:v>
                </c:pt>
                <c:pt idx="3116">
                  <c:v>6.0</c:v>
                </c:pt>
                <c:pt idx="3117">
                  <c:v>6.0</c:v>
                </c:pt>
                <c:pt idx="3118">
                  <c:v>6.0</c:v>
                </c:pt>
                <c:pt idx="3119">
                  <c:v>6.0</c:v>
                </c:pt>
                <c:pt idx="3120">
                  <c:v>6.0</c:v>
                </c:pt>
                <c:pt idx="3121">
                  <c:v>6.0</c:v>
                </c:pt>
                <c:pt idx="3122">
                  <c:v>6.0</c:v>
                </c:pt>
                <c:pt idx="3123">
                  <c:v>6.0</c:v>
                </c:pt>
                <c:pt idx="3124">
                  <c:v>6.0</c:v>
                </c:pt>
                <c:pt idx="3125">
                  <c:v>6.0</c:v>
                </c:pt>
                <c:pt idx="3126">
                  <c:v>6.0</c:v>
                </c:pt>
                <c:pt idx="3127">
                  <c:v>6.0</c:v>
                </c:pt>
                <c:pt idx="3128">
                  <c:v>6.0</c:v>
                </c:pt>
                <c:pt idx="3129">
                  <c:v>6.0</c:v>
                </c:pt>
                <c:pt idx="3130">
                  <c:v>6.0</c:v>
                </c:pt>
                <c:pt idx="3131">
                  <c:v>6.0</c:v>
                </c:pt>
                <c:pt idx="3132">
                  <c:v>6.0</c:v>
                </c:pt>
                <c:pt idx="3133">
                  <c:v>6.0</c:v>
                </c:pt>
                <c:pt idx="3134">
                  <c:v>6.0</c:v>
                </c:pt>
                <c:pt idx="3135">
                  <c:v>6.0</c:v>
                </c:pt>
                <c:pt idx="3136">
                  <c:v>6.0</c:v>
                </c:pt>
                <c:pt idx="3137">
                  <c:v>6.0</c:v>
                </c:pt>
                <c:pt idx="3138">
                  <c:v>6.0</c:v>
                </c:pt>
                <c:pt idx="3139">
                  <c:v>6.0</c:v>
                </c:pt>
                <c:pt idx="3140">
                  <c:v>6.0</c:v>
                </c:pt>
                <c:pt idx="3141">
                  <c:v>6.0</c:v>
                </c:pt>
                <c:pt idx="3142">
                  <c:v>6.0</c:v>
                </c:pt>
                <c:pt idx="3143">
                  <c:v>6.0</c:v>
                </c:pt>
                <c:pt idx="3144">
                  <c:v>6.0</c:v>
                </c:pt>
                <c:pt idx="3145">
                  <c:v>6.0</c:v>
                </c:pt>
                <c:pt idx="3146">
                  <c:v>6.0</c:v>
                </c:pt>
                <c:pt idx="3147">
                  <c:v>6.0</c:v>
                </c:pt>
                <c:pt idx="3148">
                  <c:v>6.0</c:v>
                </c:pt>
                <c:pt idx="3149">
                  <c:v>6.0</c:v>
                </c:pt>
                <c:pt idx="3150">
                  <c:v>6.0</c:v>
                </c:pt>
                <c:pt idx="3151">
                  <c:v>6.0</c:v>
                </c:pt>
                <c:pt idx="3152">
                  <c:v>6.0</c:v>
                </c:pt>
                <c:pt idx="3153">
                  <c:v>6.0</c:v>
                </c:pt>
                <c:pt idx="3154">
                  <c:v>6.0</c:v>
                </c:pt>
                <c:pt idx="3155">
                  <c:v>6.0</c:v>
                </c:pt>
                <c:pt idx="3156">
                  <c:v>6.0</c:v>
                </c:pt>
                <c:pt idx="3157">
                  <c:v>6.0</c:v>
                </c:pt>
                <c:pt idx="3158">
                  <c:v>6.0</c:v>
                </c:pt>
                <c:pt idx="3159">
                  <c:v>6.0</c:v>
                </c:pt>
                <c:pt idx="3160">
                  <c:v>6.0</c:v>
                </c:pt>
                <c:pt idx="3161">
                  <c:v>6.0</c:v>
                </c:pt>
                <c:pt idx="3162">
                  <c:v>6.0</c:v>
                </c:pt>
                <c:pt idx="3163">
                  <c:v>6.0</c:v>
                </c:pt>
                <c:pt idx="3164">
                  <c:v>6.0</c:v>
                </c:pt>
                <c:pt idx="3165">
                  <c:v>6.0</c:v>
                </c:pt>
                <c:pt idx="3166">
                  <c:v>6.0</c:v>
                </c:pt>
                <c:pt idx="3167">
                  <c:v>6.0</c:v>
                </c:pt>
                <c:pt idx="3168">
                  <c:v>6.0</c:v>
                </c:pt>
                <c:pt idx="3169">
                  <c:v>6.0</c:v>
                </c:pt>
                <c:pt idx="3170">
                  <c:v>6.0</c:v>
                </c:pt>
                <c:pt idx="3171">
                  <c:v>6.0</c:v>
                </c:pt>
                <c:pt idx="3172">
                  <c:v>6.0</c:v>
                </c:pt>
                <c:pt idx="3173">
                  <c:v>6.0</c:v>
                </c:pt>
                <c:pt idx="3174">
                  <c:v>6.0</c:v>
                </c:pt>
                <c:pt idx="3175">
                  <c:v>6.0</c:v>
                </c:pt>
                <c:pt idx="3176">
                  <c:v>6.0</c:v>
                </c:pt>
                <c:pt idx="3177">
                  <c:v>6.0</c:v>
                </c:pt>
                <c:pt idx="3178">
                  <c:v>6.0</c:v>
                </c:pt>
                <c:pt idx="3179">
                  <c:v>6.0</c:v>
                </c:pt>
                <c:pt idx="3180">
                  <c:v>6.0</c:v>
                </c:pt>
                <c:pt idx="3181">
                  <c:v>6.0</c:v>
                </c:pt>
                <c:pt idx="3182">
                  <c:v>6.0</c:v>
                </c:pt>
                <c:pt idx="3183">
                  <c:v>6.0</c:v>
                </c:pt>
                <c:pt idx="3184">
                  <c:v>6.0</c:v>
                </c:pt>
                <c:pt idx="3185">
                  <c:v>6.0</c:v>
                </c:pt>
                <c:pt idx="3186">
                  <c:v>6.0</c:v>
                </c:pt>
                <c:pt idx="3187">
                  <c:v>6.0</c:v>
                </c:pt>
                <c:pt idx="3188">
                  <c:v>6.0</c:v>
                </c:pt>
                <c:pt idx="3189">
                  <c:v>6.0</c:v>
                </c:pt>
                <c:pt idx="3190">
                  <c:v>6.0</c:v>
                </c:pt>
                <c:pt idx="3191">
                  <c:v>6.0</c:v>
                </c:pt>
                <c:pt idx="3192">
                  <c:v>6.0</c:v>
                </c:pt>
                <c:pt idx="3193">
                  <c:v>6.0</c:v>
                </c:pt>
                <c:pt idx="3194">
                  <c:v>6.0</c:v>
                </c:pt>
                <c:pt idx="3195">
                  <c:v>6.0</c:v>
                </c:pt>
                <c:pt idx="3196">
                  <c:v>6.0</c:v>
                </c:pt>
                <c:pt idx="3197">
                  <c:v>6.0</c:v>
                </c:pt>
                <c:pt idx="3198">
                  <c:v>6.0</c:v>
                </c:pt>
                <c:pt idx="3199">
                  <c:v>6.0</c:v>
                </c:pt>
                <c:pt idx="3200">
                  <c:v>6.0</c:v>
                </c:pt>
                <c:pt idx="3201">
                  <c:v>6.0</c:v>
                </c:pt>
                <c:pt idx="3202">
                  <c:v>6.0</c:v>
                </c:pt>
                <c:pt idx="3203">
                  <c:v>6.0</c:v>
                </c:pt>
                <c:pt idx="3204">
                  <c:v>6.0</c:v>
                </c:pt>
                <c:pt idx="3205">
                  <c:v>6.0</c:v>
                </c:pt>
                <c:pt idx="3206">
                  <c:v>6.0</c:v>
                </c:pt>
                <c:pt idx="3207">
                  <c:v>6.0</c:v>
                </c:pt>
                <c:pt idx="3208">
                  <c:v>6.0</c:v>
                </c:pt>
                <c:pt idx="3209">
                  <c:v>6.0</c:v>
                </c:pt>
                <c:pt idx="3210">
                  <c:v>6.0</c:v>
                </c:pt>
                <c:pt idx="3211">
                  <c:v>6.0</c:v>
                </c:pt>
                <c:pt idx="3212">
                  <c:v>6.0</c:v>
                </c:pt>
                <c:pt idx="3213">
                  <c:v>6.0</c:v>
                </c:pt>
                <c:pt idx="3214">
                  <c:v>6.0</c:v>
                </c:pt>
                <c:pt idx="3215">
                  <c:v>6.0</c:v>
                </c:pt>
                <c:pt idx="3216">
                  <c:v>6.0</c:v>
                </c:pt>
                <c:pt idx="3217">
                  <c:v>6.0</c:v>
                </c:pt>
                <c:pt idx="3218">
                  <c:v>6.0</c:v>
                </c:pt>
                <c:pt idx="3219">
                  <c:v>6.0</c:v>
                </c:pt>
                <c:pt idx="3220">
                  <c:v>6.0</c:v>
                </c:pt>
                <c:pt idx="3221">
                  <c:v>6.0</c:v>
                </c:pt>
                <c:pt idx="3222">
                  <c:v>6.0</c:v>
                </c:pt>
                <c:pt idx="3223">
                  <c:v>6.0</c:v>
                </c:pt>
                <c:pt idx="3224">
                  <c:v>6.0</c:v>
                </c:pt>
                <c:pt idx="3225">
                  <c:v>6.0</c:v>
                </c:pt>
                <c:pt idx="3226">
                  <c:v>6.0</c:v>
                </c:pt>
                <c:pt idx="3227">
                  <c:v>6.0</c:v>
                </c:pt>
                <c:pt idx="3228">
                  <c:v>6.0</c:v>
                </c:pt>
                <c:pt idx="3229">
                  <c:v>6.0</c:v>
                </c:pt>
                <c:pt idx="3230">
                  <c:v>6.0</c:v>
                </c:pt>
                <c:pt idx="3231">
                  <c:v>6.0</c:v>
                </c:pt>
                <c:pt idx="3232">
                  <c:v>6.0</c:v>
                </c:pt>
                <c:pt idx="3233">
                  <c:v>6.0</c:v>
                </c:pt>
                <c:pt idx="3234">
                  <c:v>6.0</c:v>
                </c:pt>
                <c:pt idx="3235">
                  <c:v>6.0</c:v>
                </c:pt>
                <c:pt idx="3236">
                  <c:v>6.0</c:v>
                </c:pt>
                <c:pt idx="3237">
                  <c:v>6.0</c:v>
                </c:pt>
                <c:pt idx="3238">
                  <c:v>6.0</c:v>
                </c:pt>
                <c:pt idx="3239">
                  <c:v>6.0</c:v>
                </c:pt>
                <c:pt idx="3240">
                  <c:v>6.0</c:v>
                </c:pt>
                <c:pt idx="3241">
                  <c:v>6.0</c:v>
                </c:pt>
                <c:pt idx="3242">
                  <c:v>6.0</c:v>
                </c:pt>
                <c:pt idx="3243">
                  <c:v>6.0</c:v>
                </c:pt>
                <c:pt idx="3244">
                  <c:v>6.0</c:v>
                </c:pt>
                <c:pt idx="3245">
                  <c:v>6.0</c:v>
                </c:pt>
                <c:pt idx="3246">
                  <c:v>6.0</c:v>
                </c:pt>
                <c:pt idx="3247">
                  <c:v>6.0</c:v>
                </c:pt>
                <c:pt idx="3248">
                  <c:v>6.0</c:v>
                </c:pt>
                <c:pt idx="3249">
                  <c:v>6.0</c:v>
                </c:pt>
                <c:pt idx="3250">
                  <c:v>6.0</c:v>
                </c:pt>
                <c:pt idx="3251">
                  <c:v>6.0</c:v>
                </c:pt>
                <c:pt idx="3252">
                  <c:v>6.0</c:v>
                </c:pt>
                <c:pt idx="3253">
                  <c:v>6.0</c:v>
                </c:pt>
                <c:pt idx="3254">
                  <c:v>6.0</c:v>
                </c:pt>
                <c:pt idx="3255">
                  <c:v>6.0</c:v>
                </c:pt>
                <c:pt idx="3256">
                  <c:v>6.0</c:v>
                </c:pt>
                <c:pt idx="3257">
                  <c:v>6.0</c:v>
                </c:pt>
                <c:pt idx="3258">
                  <c:v>6.0</c:v>
                </c:pt>
                <c:pt idx="3259">
                  <c:v>6.0</c:v>
                </c:pt>
                <c:pt idx="3260">
                  <c:v>6.0</c:v>
                </c:pt>
                <c:pt idx="3261">
                  <c:v>6.0</c:v>
                </c:pt>
                <c:pt idx="3262">
                  <c:v>6.0</c:v>
                </c:pt>
                <c:pt idx="3263">
                  <c:v>6.0</c:v>
                </c:pt>
                <c:pt idx="3264">
                  <c:v>6.0</c:v>
                </c:pt>
                <c:pt idx="3265">
                  <c:v>6.0</c:v>
                </c:pt>
                <c:pt idx="3266">
                  <c:v>6.0</c:v>
                </c:pt>
                <c:pt idx="3267">
                  <c:v>6.0</c:v>
                </c:pt>
                <c:pt idx="3268">
                  <c:v>6.0</c:v>
                </c:pt>
                <c:pt idx="3269">
                  <c:v>6.0</c:v>
                </c:pt>
                <c:pt idx="3270">
                  <c:v>6.0</c:v>
                </c:pt>
                <c:pt idx="3271">
                  <c:v>6.0</c:v>
                </c:pt>
                <c:pt idx="3272">
                  <c:v>6.0</c:v>
                </c:pt>
                <c:pt idx="3273">
                  <c:v>6.0</c:v>
                </c:pt>
                <c:pt idx="3274">
                  <c:v>6.0</c:v>
                </c:pt>
                <c:pt idx="3275">
                  <c:v>6.0</c:v>
                </c:pt>
                <c:pt idx="3276">
                  <c:v>6.0</c:v>
                </c:pt>
                <c:pt idx="3277">
                  <c:v>6.0</c:v>
                </c:pt>
                <c:pt idx="3278">
                  <c:v>6.0</c:v>
                </c:pt>
                <c:pt idx="3279">
                  <c:v>6.0</c:v>
                </c:pt>
                <c:pt idx="3280">
                  <c:v>6.0</c:v>
                </c:pt>
                <c:pt idx="3281">
                  <c:v>6.0</c:v>
                </c:pt>
                <c:pt idx="3282">
                  <c:v>6.0</c:v>
                </c:pt>
                <c:pt idx="3283">
                  <c:v>6.0</c:v>
                </c:pt>
                <c:pt idx="3284">
                  <c:v>6.0</c:v>
                </c:pt>
                <c:pt idx="3285">
                  <c:v>6.0</c:v>
                </c:pt>
                <c:pt idx="3286">
                  <c:v>6.0</c:v>
                </c:pt>
                <c:pt idx="3287">
                  <c:v>6.0</c:v>
                </c:pt>
                <c:pt idx="3288">
                  <c:v>6.0</c:v>
                </c:pt>
                <c:pt idx="3289">
                  <c:v>6.0</c:v>
                </c:pt>
                <c:pt idx="3290">
                  <c:v>6.0</c:v>
                </c:pt>
                <c:pt idx="3291">
                  <c:v>6.0</c:v>
                </c:pt>
                <c:pt idx="3292">
                  <c:v>6.0</c:v>
                </c:pt>
                <c:pt idx="3293">
                  <c:v>6.0</c:v>
                </c:pt>
                <c:pt idx="3294">
                  <c:v>6.0</c:v>
                </c:pt>
                <c:pt idx="3295">
                  <c:v>6.0</c:v>
                </c:pt>
                <c:pt idx="3296">
                  <c:v>6.0</c:v>
                </c:pt>
                <c:pt idx="3297">
                  <c:v>6.0</c:v>
                </c:pt>
                <c:pt idx="3298">
                  <c:v>6.0</c:v>
                </c:pt>
                <c:pt idx="3299">
                  <c:v>6.0</c:v>
                </c:pt>
                <c:pt idx="3300">
                  <c:v>6.0</c:v>
                </c:pt>
                <c:pt idx="3301">
                  <c:v>6.0</c:v>
                </c:pt>
                <c:pt idx="3302">
                  <c:v>6.0</c:v>
                </c:pt>
                <c:pt idx="3303">
                  <c:v>6.0</c:v>
                </c:pt>
                <c:pt idx="3304">
                  <c:v>6.0</c:v>
                </c:pt>
                <c:pt idx="3305">
                  <c:v>6.0</c:v>
                </c:pt>
                <c:pt idx="3306">
                  <c:v>6.0</c:v>
                </c:pt>
                <c:pt idx="3307">
                  <c:v>6.0</c:v>
                </c:pt>
                <c:pt idx="3308">
                  <c:v>6.0</c:v>
                </c:pt>
                <c:pt idx="3309">
                  <c:v>6.0</c:v>
                </c:pt>
                <c:pt idx="3310">
                  <c:v>6.0</c:v>
                </c:pt>
                <c:pt idx="3311">
                  <c:v>6.0</c:v>
                </c:pt>
                <c:pt idx="3312">
                  <c:v>6.0</c:v>
                </c:pt>
                <c:pt idx="3313">
                  <c:v>6.0</c:v>
                </c:pt>
                <c:pt idx="3314">
                  <c:v>6.0</c:v>
                </c:pt>
                <c:pt idx="3315">
                  <c:v>6.0</c:v>
                </c:pt>
                <c:pt idx="3316">
                  <c:v>6.0</c:v>
                </c:pt>
                <c:pt idx="3317">
                  <c:v>6.0</c:v>
                </c:pt>
                <c:pt idx="3318">
                  <c:v>6.0</c:v>
                </c:pt>
                <c:pt idx="3319">
                  <c:v>6.0</c:v>
                </c:pt>
                <c:pt idx="3320">
                  <c:v>6.0</c:v>
                </c:pt>
                <c:pt idx="3321">
                  <c:v>6.0</c:v>
                </c:pt>
                <c:pt idx="3322">
                  <c:v>6.0</c:v>
                </c:pt>
                <c:pt idx="3323">
                  <c:v>6.0</c:v>
                </c:pt>
                <c:pt idx="3324">
                  <c:v>6.0</c:v>
                </c:pt>
                <c:pt idx="3325">
                  <c:v>6.0</c:v>
                </c:pt>
                <c:pt idx="3326">
                  <c:v>6.0</c:v>
                </c:pt>
                <c:pt idx="3327">
                  <c:v>6.0</c:v>
                </c:pt>
                <c:pt idx="3328">
                  <c:v>6.0</c:v>
                </c:pt>
                <c:pt idx="3329">
                  <c:v>6.0</c:v>
                </c:pt>
                <c:pt idx="3330">
                  <c:v>6.0</c:v>
                </c:pt>
                <c:pt idx="3331">
                  <c:v>6.0</c:v>
                </c:pt>
                <c:pt idx="3332">
                  <c:v>6.0</c:v>
                </c:pt>
                <c:pt idx="3333">
                  <c:v>6.0</c:v>
                </c:pt>
                <c:pt idx="3334">
                  <c:v>6.0</c:v>
                </c:pt>
                <c:pt idx="3335">
                  <c:v>6.0</c:v>
                </c:pt>
                <c:pt idx="3336">
                  <c:v>6.0</c:v>
                </c:pt>
                <c:pt idx="3337">
                  <c:v>6.0</c:v>
                </c:pt>
                <c:pt idx="3338">
                  <c:v>6.0</c:v>
                </c:pt>
                <c:pt idx="3339">
                  <c:v>6.0</c:v>
                </c:pt>
                <c:pt idx="3340">
                  <c:v>6.0</c:v>
                </c:pt>
                <c:pt idx="3341">
                  <c:v>6.0</c:v>
                </c:pt>
                <c:pt idx="3342">
                  <c:v>6.0</c:v>
                </c:pt>
                <c:pt idx="3343">
                  <c:v>6.0</c:v>
                </c:pt>
                <c:pt idx="3344">
                  <c:v>6.0</c:v>
                </c:pt>
                <c:pt idx="3345">
                  <c:v>6.0</c:v>
                </c:pt>
                <c:pt idx="3346">
                  <c:v>6.0</c:v>
                </c:pt>
                <c:pt idx="3347">
                  <c:v>6.0</c:v>
                </c:pt>
                <c:pt idx="3348">
                  <c:v>6.0</c:v>
                </c:pt>
                <c:pt idx="3349">
                  <c:v>6.0</c:v>
                </c:pt>
                <c:pt idx="3350">
                  <c:v>6.0</c:v>
                </c:pt>
                <c:pt idx="3351">
                  <c:v>6.0</c:v>
                </c:pt>
                <c:pt idx="3352">
                  <c:v>6.0</c:v>
                </c:pt>
                <c:pt idx="3353">
                  <c:v>6.0</c:v>
                </c:pt>
                <c:pt idx="3354">
                  <c:v>6.0</c:v>
                </c:pt>
                <c:pt idx="3355">
                  <c:v>6.0</c:v>
                </c:pt>
                <c:pt idx="3356">
                  <c:v>6.0</c:v>
                </c:pt>
                <c:pt idx="3357">
                  <c:v>6.0</c:v>
                </c:pt>
                <c:pt idx="3358">
                  <c:v>6.0</c:v>
                </c:pt>
                <c:pt idx="3359">
                  <c:v>6.0</c:v>
                </c:pt>
                <c:pt idx="3360">
                  <c:v>6.0</c:v>
                </c:pt>
                <c:pt idx="3361">
                  <c:v>6.0</c:v>
                </c:pt>
                <c:pt idx="3362">
                  <c:v>6.0</c:v>
                </c:pt>
                <c:pt idx="3363">
                  <c:v>6.0</c:v>
                </c:pt>
                <c:pt idx="3364">
                  <c:v>6.0</c:v>
                </c:pt>
                <c:pt idx="3365">
                  <c:v>6.0</c:v>
                </c:pt>
                <c:pt idx="3366">
                  <c:v>6.0</c:v>
                </c:pt>
                <c:pt idx="3367">
                  <c:v>6.0</c:v>
                </c:pt>
                <c:pt idx="3368">
                  <c:v>6.0</c:v>
                </c:pt>
                <c:pt idx="3369">
                  <c:v>6.0</c:v>
                </c:pt>
                <c:pt idx="3370">
                  <c:v>6.0</c:v>
                </c:pt>
                <c:pt idx="3371">
                  <c:v>6.0</c:v>
                </c:pt>
                <c:pt idx="3372">
                  <c:v>6.0</c:v>
                </c:pt>
                <c:pt idx="3373">
                  <c:v>6.0</c:v>
                </c:pt>
                <c:pt idx="3374">
                  <c:v>6.0</c:v>
                </c:pt>
                <c:pt idx="3375">
                  <c:v>6.0</c:v>
                </c:pt>
                <c:pt idx="3376">
                  <c:v>6.0</c:v>
                </c:pt>
                <c:pt idx="3377">
                  <c:v>6.0</c:v>
                </c:pt>
                <c:pt idx="3378">
                  <c:v>6.0</c:v>
                </c:pt>
                <c:pt idx="3379">
                  <c:v>6.0</c:v>
                </c:pt>
                <c:pt idx="3380">
                  <c:v>6.0</c:v>
                </c:pt>
                <c:pt idx="3381">
                  <c:v>6.0</c:v>
                </c:pt>
                <c:pt idx="3382">
                  <c:v>6.0</c:v>
                </c:pt>
                <c:pt idx="3383">
                  <c:v>6.0</c:v>
                </c:pt>
                <c:pt idx="3384">
                  <c:v>6.0</c:v>
                </c:pt>
                <c:pt idx="3385">
                  <c:v>6.0</c:v>
                </c:pt>
                <c:pt idx="3386">
                  <c:v>6.0</c:v>
                </c:pt>
                <c:pt idx="3387">
                  <c:v>6.0</c:v>
                </c:pt>
                <c:pt idx="3388">
                  <c:v>6.0</c:v>
                </c:pt>
                <c:pt idx="3389">
                  <c:v>6.0</c:v>
                </c:pt>
                <c:pt idx="3390">
                  <c:v>6.0</c:v>
                </c:pt>
                <c:pt idx="3391">
                  <c:v>6.0</c:v>
                </c:pt>
                <c:pt idx="3392">
                  <c:v>6.0</c:v>
                </c:pt>
                <c:pt idx="3393">
                  <c:v>6.0</c:v>
                </c:pt>
                <c:pt idx="3394">
                  <c:v>6.0</c:v>
                </c:pt>
                <c:pt idx="3395">
                  <c:v>6.0</c:v>
                </c:pt>
                <c:pt idx="3396">
                  <c:v>6.0</c:v>
                </c:pt>
                <c:pt idx="3397">
                  <c:v>6.0</c:v>
                </c:pt>
                <c:pt idx="3398">
                  <c:v>6.0</c:v>
                </c:pt>
                <c:pt idx="3399">
                  <c:v>6.0</c:v>
                </c:pt>
                <c:pt idx="3400">
                  <c:v>6.0</c:v>
                </c:pt>
                <c:pt idx="3401">
                  <c:v>6.0</c:v>
                </c:pt>
                <c:pt idx="3402">
                  <c:v>6.0</c:v>
                </c:pt>
                <c:pt idx="3403">
                  <c:v>6.0</c:v>
                </c:pt>
                <c:pt idx="3404">
                  <c:v>6.0</c:v>
                </c:pt>
                <c:pt idx="3405">
                  <c:v>6.0</c:v>
                </c:pt>
                <c:pt idx="3406">
                  <c:v>6.0</c:v>
                </c:pt>
                <c:pt idx="3407">
                  <c:v>6.0</c:v>
                </c:pt>
                <c:pt idx="3408">
                  <c:v>6.0</c:v>
                </c:pt>
                <c:pt idx="3409">
                  <c:v>6.0</c:v>
                </c:pt>
                <c:pt idx="3410">
                  <c:v>6.0</c:v>
                </c:pt>
                <c:pt idx="3411">
                  <c:v>6.0</c:v>
                </c:pt>
                <c:pt idx="3412">
                  <c:v>6.0</c:v>
                </c:pt>
                <c:pt idx="3413">
                  <c:v>6.0</c:v>
                </c:pt>
                <c:pt idx="3414">
                  <c:v>6.0</c:v>
                </c:pt>
                <c:pt idx="3415">
                  <c:v>6.0</c:v>
                </c:pt>
                <c:pt idx="3416">
                  <c:v>6.0</c:v>
                </c:pt>
                <c:pt idx="3417">
                  <c:v>6.0</c:v>
                </c:pt>
                <c:pt idx="3418">
                  <c:v>6.0</c:v>
                </c:pt>
                <c:pt idx="3419">
                  <c:v>6.0</c:v>
                </c:pt>
                <c:pt idx="3420">
                  <c:v>6.0</c:v>
                </c:pt>
                <c:pt idx="3421">
                  <c:v>6.0</c:v>
                </c:pt>
                <c:pt idx="3422">
                  <c:v>6.0</c:v>
                </c:pt>
                <c:pt idx="3423">
                  <c:v>6.0</c:v>
                </c:pt>
                <c:pt idx="3424">
                  <c:v>6.0</c:v>
                </c:pt>
                <c:pt idx="3425">
                  <c:v>6.0</c:v>
                </c:pt>
                <c:pt idx="3426">
                  <c:v>6.0</c:v>
                </c:pt>
                <c:pt idx="3427">
                  <c:v>6.0</c:v>
                </c:pt>
                <c:pt idx="3428">
                  <c:v>6.0</c:v>
                </c:pt>
                <c:pt idx="3429">
                  <c:v>6.0</c:v>
                </c:pt>
                <c:pt idx="3430">
                  <c:v>6.0</c:v>
                </c:pt>
                <c:pt idx="3431">
                  <c:v>6.0</c:v>
                </c:pt>
                <c:pt idx="3432">
                  <c:v>6.0</c:v>
                </c:pt>
                <c:pt idx="3433">
                  <c:v>6.0</c:v>
                </c:pt>
                <c:pt idx="3434">
                  <c:v>6.0</c:v>
                </c:pt>
                <c:pt idx="3435">
                  <c:v>6.0</c:v>
                </c:pt>
                <c:pt idx="3436">
                  <c:v>6.0</c:v>
                </c:pt>
                <c:pt idx="3437">
                  <c:v>6.0</c:v>
                </c:pt>
                <c:pt idx="3438">
                  <c:v>6.0</c:v>
                </c:pt>
                <c:pt idx="3439">
                  <c:v>6.0</c:v>
                </c:pt>
                <c:pt idx="3440">
                  <c:v>6.0</c:v>
                </c:pt>
                <c:pt idx="3441">
                  <c:v>6.0</c:v>
                </c:pt>
                <c:pt idx="3442">
                  <c:v>6.0</c:v>
                </c:pt>
                <c:pt idx="3443">
                  <c:v>6.0</c:v>
                </c:pt>
                <c:pt idx="3444">
                  <c:v>6.0</c:v>
                </c:pt>
                <c:pt idx="3445">
                  <c:v>6.0</c:v>
                </c:pt>
                <c:pt idx="3446">
                  <c:v>6.0</c:v>
                </c:pt>
                <c:pt idx="3447">
                  <c:v>6.0</c:v>
                </c:pt>
                <c:pt idx="3448">
                  <c:v>6.0</c:v>
                </c:pt>
                <c:pt idx="3449">
                  <c:v>6.0</c:v>
                </c:pt>
                <c:pt idx="3450">
                  <c:v>6.0</c:v>
                </c:pt>
                <c:pt idx="3451">
                  <c:v>6.0</c:v>
                </c:pt>
                <c:pt idx="3452">
                  <c:v>6.0</c:v>
                </c:pt>
                <c:pt idx="3453">
                  <c:v>6.0</c:v>
                </c:pt>
                <c:pt idx="3454">
                  <c:v>6.0</c:v>
                </c:pt>
                <c:pt idx="3455">
                  <c:v>6.0</c:v>
                </c:pt>
                <c:pt idx="3456">
                  <c:v>6.0</c:v>
                </c:pt>
                <c:pt idx="3457">
                  <c:v>6.0</c:v>
                </c:pt>
                <c:pt idx="3458">
                  <c:v>6.0</c:v>
                </c:pt>
                <c:pt idx="3459">
                  <c:v>6.0</c:v>
                </c:pt>
                <c:pt idx="3460">
                  <c:v>6.0</c:v>
                </c:pt>
                <c:pt idx="3461">
                  <c:v>6.0</c:v>
                </c:pt>
                <c:pt idx="3462">
                  <c:v>6.0</c:v>
                </c:pt>
                <c:pt idx="3463">
                  <c:v>6.0</c:v>
                </c:pt>
                <c:pt idx="3464">
                  <c:v>6.0</c:v>
                </c:pt>
                <c:pt idx="3465">
                  <c:v>6.0</c:v>
                </c:pt>
                <c:pt idx="3466">
                  <c:v>6.0</c:v>
                </c:pt>
                <c:pt idx="3467">
                  <c:v>6.0</c:v>
                </c:pt>
                <c:pt idx="3468">
                  <c:v>6.0</c:v>
                </c:pt>
                <c:pt idx="3469">
                  <c:v>6.0</c:v>
                </c:pt>
                <c:pt idx="3470">
                  <c:v>6.0</c:v>
                </c:pt>
                <c:pt idx="3471">
                  <c:v>6.0</c:v>
                </c:pt>
                <c:pt idx="3472">
                  <c:v>6.0</c:v>
                </c:pt>
                <c:pt idx="3473">
                  <c:v>6.0</c:v>
                </c:pt>
                <c:pt idx="3474">
                  <c:v>6.0</c:v>
                </c:pt>
                <c:pt idx="3475">
                  <c:v>6.0</c:v>
                </c:pt>
                <c:pt idx="3476">
                  <c:v>6.0</c:v>
                </c:pt>
                <c:pt idx="3477">
                  <c:v>6.0</c:v>
                </c:pt>
                <c:pt idx="3478">
                  <c:v>6.0</c:v>
                </c:pt>
                <c:pt idx="3479">
                  <c:v>6.0</c:v>
                </c:pt>
                <c:pt idx="3480">
                  <c:v>6.0</c:v>
                </c:pt>
                <c:pt idx="3481">
                  <c:v>6.0</c:v>
                </c:pt>
                <c:pt idx="3482">
                  <c:v>6.0</c:v>
                </c:pt>
                <c:pt idx="3483">
                  <c:v>6.0</c:v>
                </c:pt>
                <c:pt idx="3484">
                  <c:v>6.0</c:v>
                </c:pt>
                <c:pt idx="3485">
                  <c:v>6.0</c:v>
                </c:pt>
                <c:pt idx="3486">
                  <c:v>6.0</c:v>
                </c:pt>
                <c:pt idx="3487">
                  <c:v>6.0</c:v>
                </c:pt>
                <c:pt idx="3488">
                  <c:v>6.0</c:v>
                </c:pt>
                <c:pt idx="3489">
                  <c:v>6.0</c:v>
                </c:pt>
                <c:pt idx="3490">
                  <c:v>6.0</c:v>
                </c:pt>
                <c:pt idx="3491">
                  <c:v>6.0</c:v>
                </c:pt>
                <c:pt idx="3492">
                  <c:v>6.0</c:v>
                </c:pt>
                <c:pt idx="3493">
                  <c:v>6.0</c:v>
                </c:pt>
                <c:pt idx="3494">
                  <c:v>6.0</c:v>
                </c:pt>
                <c:pt idx="3495">
                  <c:v>6.0</c:v>
                </c:pt>
                <c:pt idx="3496">
                  <c:v>6.0</c:v>
                </c:pt>
                <c:pt idx="3497">
                  <c:v>6.0</c:v>
                </c:pt>
                <c:pt idx="3498">
                  <c:v>6.0</c:v>
                </c:pt>
                <c:pt idx="3499">
                  <c:v>6.0</c:v>
                </c:pt>
                <c:pt idx="3500">
                  <c:v>6.0</c:v>
                </c:pt>
                <c:pt idx="3501">
                  <c:v>6.0</c:v>
                </c:pt>
                <c:pt idx="3502">
                  <c:v>6.0</c:v>
                </c:pt>
                <c:pt idx="3503">
                  <c:v>6.0</c:v>
                </c:pt>
                <c:pt idx="3504">
                  <c:v>6.0</c:v>
                </c:pt>
                <c:pt idx="3505">
                  <c:v>6.0</c:v>
                </c:pt>
                <c:pt idx="3506">
                  <c:v>6.0</c:v>
                </c:pt>
                <c:pt idx="3507">
                  <c:v>6.0</c:v>
                </c:pt>
                <c:pt idx="3508">
                  <c:v>6.0</c:v>
                </c:pt>
                <c:pt idx="3509">
                  <c:v>6.0</c:v>
                </c:pt>
                <c:pt idx="3510">
                  <c:v>6.0</c:v>
                </c:pt>
                <c:pt idx="3511">
                  <c:v>6.0</c:v>
                </c:pt>
                <c:pt idx="3512">
                  <c:v>6.0</c:v>
                </c:pt>
                <c:pt idx="3513">
                  <c:v>6.0</c:v>
                </c:pt>
                <c:pt idx="3514">
                  <c:v>6.0</c:v>
                </c:pt>
                <c:pt idx="3515">
                  <c:v>6.0</c:v>
                </c:pt>
                <c:pt idx="3516">
                  <c:v>6.0</c:v>
                </c:pt>
                <c:pt idx="3517">
                  <c:v>6.0</c:v>
                </c:pt>
                <c:pt idx="3518">
                  <c:v>6.0</c:v>
                </c:pt>
                <c:pt idx="3519">
                  <c:v>6.0</c:v>
                </c:pt>
                <c:pt idx="3520">
                  <c:v>6.0</c:v>
                </c:pt>
                <c:pt idx="3521">
                  <c:v>6.0</c:v>
                </c:pt>
                <c:pt idx="3522">
                  <c:v>6.0</c:v>
                </c:pt>
                <c:pt idx="3523">
                  <c:v>6.0</c:v>
                </c:pt>
                <c:pt idx="3524">
                  <c:v>6.0</c:v>
                </c:pt>
                <c:pt idx="3525">
                  <c:v>6.0</c:v>
                </c:pt>
                <c:pt idx="3526">
                  <c:v>6.0</c:v>
                </c:pt>
                <c:pt idx="3527">
                  <c:v>6.0</c:v>
                </c:pt>
                <c:pt idx="3528">
                  <c:v>6.0</c:v>
                </c:pt>
                <c:pt idx="3529">
                  <c:v>6.0</c:v>
                </c:pt>
                <c:pt idx="3530">
                  <c:v>6.0</c:v>
                </c:pt>
                <c:pt idx="3531">
                  <c:v>6.0</c:v>
                </c:pt>
                <c:pt idx="3532">
                  <c:v>6.0</c:v>
                </c:pt>
                <c:pt idx="3533">
                  <c:v>6.0</c:v>
                </c:pt>
                <c:pt idx="3534">
                  <c:v>6.0</c:v>
                </c:pt>
                <c:pt idx="3535">
                  <c:v>6.0</c:v>
                </c:pt>
                <c:pt idx="3536">
                  <c:v>6.0</c:v>
                </c:pt>
                <c:pt idx="3537">
                  <c:v>6.0</c:v>
                </c:pt>
                <c:pt idx="3538">
                  <c:v>6.0</c:v>
                </c:pt>
                <c:pt idx="3539">
                  <c:v>6.0</c:v>
                </c:pt>
                <c:pt idx="3540">
                  <c:v>6.0</c:v>
                </c:pt>
                <c:pt idx="3541">
                  <c:v>6.0</c:v>
                </c:pt>
                <c:pt idx="3542">
                  <c:v>6.0</c:v>
                </c:pt>
                <c:pt idx="3543">
                  <c:v>6.0</c:v>
                </c:pt>
                <c:pt idx="3544">
                  <c:v>6.0</c:v>
                </c:pt>
                <c:pt idx="3545">
                  <c:v>6.0</c:v>
                </c:pt>
                <c:pt idx="3546">
                  <c:v>6.0</c:v>
                </c:pt>
                <c:pt idx="3547">
                  <c:v>6.0</c:v>
                </c:pt>
                <c:pt idx="3548">
                  <c:v>6.0</c:v>
                </c:pt>
                <c:pt idx="3549">
                  <c:v>6.0</c:v>
                </c:pt>
                <c:pt idx="3550">
                  <c:v>6.0</c:v>
                </c:pt>
                <c:pt idx="3551">
                  <c:v>6.0</c:v>
                </c:pt>
                <c:pt idx="3552">
                  <c:v>6.0</c:v>
                </c:pt>
                <c:pt idx="3553">
                  <c:v>6.0</c:v>
                </c:pt>
                <c:pt idx="3554">
                  <c:v>6.0</c:v>
                </c:pt>
                <c:pt idx="3555">
                  <c:v>6.0</c:v>
                </c:pt>
                <c:pt idx="3556">
                  <c:v>6.0</c:v>
                </c:pt>
                <c:pt idx="3557">
                  <c:v>6.0</c:v>
                </c:pt>
                <c:pt idx="3558">
                  <c:v>6.0</c:v>
                </c:pt>
                <c:pt idx="3559">
                  <c:v>6.0</c:v>
                </c:pt>
                <c:pt idx="3560">
                  <c:v>6.0</c:v>
                </c:pt>
                <c:pt idx="3561">
                  <c:v>6.0</c:v>
                </c:pt>
                <c:pt idx="3562">
                  <c:v>6.0</c:v>
                </c:pt>
                <c:pt idx="3563">
                  <c:v>6.0</c:v>
                </c:pt>
                <c:pt idx="3564">
                  <c:v>6.0</c:v>
                </c:pt>
                <c:pt idx="3565">
                  <c:v>6.0</c:v>
                </c:pt>
                <c:pt idx="3566">
                  <c:v>6.0</c:v>
                </c:pt>
                <c:pt idx="3567">
                  <c:v>6.0</c:v>
                </c:pt>
                <c:pt idx="3568">
                  <c:v>6.0</c:v>
                </c:pt>
                <c:pt idx="3569">
                  <c:v>6.0</c:v>
                </c:pt>
                <c:pt idx="3570">
                  <c:v>6.0</c:v>
                </c:pt>
                <c:pt idx="3571">
                  <c:v>6.0</c:v>
                </c:pt>
                <c:pt idx="3572">
                  <c:v>6.0</c:v>
                </c:pt>
                <c:pt idx="3573">
                  <c:v>6.0</c:v>
                </c:pt>
                <c:pt idx="3574">
                  <c:v>6.0</c:v>
                </c:pt>
                <c:pt idx="3575">
                  <c:v>6.0</c:v>
                </c:pt>
                <c:pt idx="3576">
                  <c:v>6.0</c:v>
                </c:pt>
                <c:pt idx="3577">
                  <c:v>6.0</c:v>
                </c:pt>
                <c:pt idx="3578">
                  <c:v>6.0</c:v>
                </c:pt>
                <c:pt idx="3579">
                  <c:v>6.0</c:v>
                </c:pt>
                <c:pt idx="3580">
                  <c:v>6.0</c:v>
                </c:pt>
                <c:pt idx="3581">
                  <c:v>6.0</c:v>
                </c:pt>
                <c:pt idx="3582">
                  <c:v>6.0</c:v>
                </c:pt>
                <c:pt idx="3583">
                  <c:v>6.0</c:v>
                </c:pt>
                <c:pt idx="3584">
                  <c:v>6.0</c:v>
                </c:pt>
                <c:pt idx="3585">
                  <c:v>6.0</c:v>
                </c:pt>
                <c:pt idx="3586">
                  <c:v>6.0</c:v>
                </c:pt>
                <c:pt idx="3587">
                  <c:v>6.0</c:v>
                </c:pt>
                <c:pt idx="3588">
                  <c:v>6.0</c:v>
                </c:pt>
                <c:pt idx="3589">
                  <c:v>6.0</c:v>
                </c:pt>
                <c:pt idx="3590">
                  <c:v>6.0</c:v>
                </c:pt>
                <c:pt idx="3591">
                  <c:v>6.0</c:v>
                </c:pt>
                <c:pt idx="3592">
                  <c:v>6.0</c:v>
                </c:pt>
                <c:pt idx="3593">
                  <c:v>6.0</c:v>
                </c:pt>
                <c:pt idx="3594">
                  <c:v>6.0</c:v>
                </c:pt>
                <c:pt idx="3595">
                  <c:v>6.0</c:v>
                </c:pt>
                <c:pt idx="3596">
                  <c:v>6.0</c:v>
                </c:pt>
                <c:pt idx="3597">
                  <c:v>6.0</c:v>
                </c:pt>
                <c:pt idx="3598">
                  <c:v>6.0</c:v>
                </c:pt>
                <c:pt idx="3599">
                  <c:v>6.0</c:v>
                </c:pt>
                <c:pt idx="3600">
                  <c:v>6.0</c:v>
                </c:pt>
                <c:pt idx="3601">
                  <c:v>6.0</c:v>
                </c:pt>
                <c:pt idx="3602">
                  <c:v>6.0</c:v>
                </c:pt>
                <c:pt idx="3603">
                  <c:v>6.0</c:v>
                </c:pt>
                <c:pt idx="3604">
                  <c:v>6.0</c:v>
                </c:pt>
                <c:pt idx="3605">
                  <c:v>6.0</c:v>
                </c:pt>
                <c:pt idx="3606">
                  <c:v>6.0</c:v>
                </c:pt>
                <c:pt idx="3607">
                  <c:v>6.0</c:v>
                </c:pt>
                <c:pt idx="3608">
                  <c:v>6.0</c:v>
                </c:pt>
                <c:pt idx="3609">
                  <c:v>6.0</c:v>
                </c:pt>
                <c:pt idx="3610">
                  <c:v>6.0</c:v>
                </c:pt>
                <c:pt idx="3611">
                  <c:v>6.0</c:v>
                </c:pt>
                <c:pt idx="3612">
                  <c:v>6.0</c:v>
                </c:pt>
                <c:pt idx="3613">
                  <c:v>6.0</c:v>
                </c:pt>
                <c:pt idx="3614">
                  <c:v>6.0</c:v>
                </c:pt>
                <c:pt idx="3615">
                  <c:v>6.0</c:v>
                </c:pt>
                <c:pt idx="3616">
                  <c:v>6.0</c:v>
                </c:pt>
                <c:pt idx="3617">
                  <c:v>6.0</c:v>
                </c:pt>
                <c:pt idx="3618">
                  <c:v>6.0</c:v>
                </c:pt>
                <c:pt idx="3619">
                  <c:v>6.0</c:v>
                </c:pt>
                <c:pt idx="3620">
                  <c:v>6.0</c:v>
                </c:pt>
                <c:pt idx="3621">
                  <c:v>6.0</c:v>
                </c:pt>
                <c:pt idx="3622">
                  <c:v>6.0</c:v>
                </c:pt>
                <c:pt idx="3623">
                  <c:v>6.0</c:v>
                </c:pt>
                <c:pt idx="3624">
                  <c:v>6.0</c:v>
                </c:pt>
                <c:pt idx="3625">
                  <c:v>6.0</c:v>
                </c:pt>
                <c:pt idx="3626">
                  <c:v>6.0</c:v>
                </c:pt>
                <c:pt idx="3627">
                  <c:v>6.0</c:v>
                </c:pt>
                <c:pt idx="3628">
                  <c:v>6.0</c:v>
                </c:pt>
                <c:pt idx="3629">
                  <c:v>6.0</c:v>
                </c:pt>
                <c:pt idx="3630">
                  <c:v>6.0</c:v>
                </c:pt>
                <c:pt idx="3631">
                  <c:v>6.0</c:v>
                </c:pt>
                <c:pt idx="3632">
                  <c:v>6.0</c:v>
                </c:pt>
                <c:pt idx="3633">
                  <c:v>6.0</c:v>
                </c:pt>
                <c:pt idx="3634">
                  <c:v>6.0</c:v>
                </c:pt>
                <c:pt idx="3635">
                  <c:v>6.0</c:v>
                </c:pt>
                <c:pt idx="3636">
                  <c:v>6.0</c:v>
                </c:pt>
                <c:pt idx="3637">
                  <c:v>6.0</c:v>
                </c:pt>
                <c:pt idx="3638">
                  <c:v>6.0</c:v>
                </c:pt>
                <c:pt idx="3639">
                  <c:v>6.0</c:v>
                </c:pt>
                <c:pt idx="3640">
                  <c:v>6.0</c:v>
                </c:pt>
                <c:pt idx="3641">
                  <c:v>6.0</c:v>
                </c:pt>
                <c:pt idx="3642">
                  <c:v>6.0</c:v>
                </c:pt>
                <c:pt idx="3643">
                  <c:v>6.0</c:v>
                </c:pt>
                <c:pt idx="3644">
                  <c:v>6.0</c:v>
                </c:pt>
                <c:pt idx="3645">
                  <c:v>6.0</c:v>
                </c:pt>
                <c:pt idx="3646">
                  <c:v>6.0</c:v>
                </c:pt>
                <c:pt idx="3647">
                  <c:v>6.0</c:v>
                </c:pt>
                <c:pt idx="3648">
                  <c:v>6.0</c:v>
                </c:pt>
                <c:pt idx="3649">
                  <c:v>6.0</c:v>
                </c:pt>
                <c:pt idx="3650">
                  <c:v>6.0</c:v>
                </c:pt>
                <c:pt idx="3651">
                  <c:v>6.0</c:v>
                </c:pt>
                <c:pt idx="3652">
                  <c:v>6.0</c:v>
                </c:pt>
                <c:pt idx="3653">
                  <c:v>6.0</c:v>
                </c:pt>
                <c:pt idx="3654">
                  <c:v>6.0</c:v>
                </c:pt>
                <c:pt idx="3655">
                  <c:v>6.0</c:v>
                </c:pt>
                <c:pt idx="3656">
                  <c:v>6.0</c:v>
                </c:pt>
                <c:pt idx="3657">
                  <c:v>6.0</c:v>
                </c:pt>
                <c:pt idx="3658">
                  <c:v>6.0</c:v>
                </c:pt>
                <c:pt idx="3659">
                  <c:v>6.0</c:v>
                </c:pt>
                <c:pt idx="3660">
                  <c:v>6.0</c:v>
                </c:pt>
                <c:pt idx="3661">
                  <c:v>6.0</c:v>
                </c:pt>
                <c:pt idx="3662">
                  <c:v>6.0</c:v>
                </c:pt>
                <c:pt idx="3663">
                  <c:v>6.0</c:v>
                </c:pt>
                <c:pt idx="3664">
                  <c:v>6.0</c:v>
                </c:pt>
                <c:pt idx="3665">
                  <c:v>6.0</c:v>
                </c:pt>
                <c:pt idx="3666">
                  <c:v>6.0</c:v>
                </c:pt>
                <c:pt idx="3667">
                  <c:v>6.0</c:v>
                </c:pt>
                <c:pt idx="3668">
                  <c:v>6.0</c:v>
                </c:pt>
                <c:pt idx="3669">
                  <c:v>6.0</c:v>
                </c:pt>
                <c:pt idx="3670">
                  <c:v>6.0</c:v>
                </c:pt>
                <c:pt idx="3671">
                  <c:v>6.0</c:v>
                </c:pt>
                <c:pt idx="3672">
                  <c:v>6.0</c:v>
                </c:pt>
                <c:pt idx="3673">
                  <c:v>6.0</c:v>
                </c:pt>
                <c:pt idx="3674">
                  <c:v>6.0</c:v>
                </c:pt>
                <c:pt idx="3675">
                  <c:v>6.0</c:v>
                </c:pt>
                <c:pt idx="3676">
                  <c:v>6.0</c:v>
                </c:pt>
                <c:pt idx="3677">
                  <c:v>6.0</c:v>
                </c:pt>
                <c:pt idx="3678">
                  <c:v>6.0</c:v>
                </c:pt>
                <c:pt idx="3679">
                  <c:v>6.0</c:v>
                </c:pt>
                <c:pt idx="3680">
                  <c:v>6.0</c:v>
                </c:pt>
                <c:pt idx="3681">
                  <c:v>6.0</c:v>
                </c:pt>
                <c:pt idx="3682">
                  <c:v>6.0</c:v>
                </c:pt>
                <c:pt idx="3683">
                  <c:v>6.0</c:v>
                </c:pt>
                <c:pt idx="3684">
                  <c:v>6.0</c:v>
                </c:pt>
                <c:pt idx="3685">
                  <c:v>6.0</c:v>
                </c:pt>
                <c:pt idx="3686">
                  <c:v>6.0</c:v>
                </c:pt>
                <c:pt idx="3687">
                  <c:v>6.0</c:v>
                </c:pt>
                <c:pt idx="3688">
                  <c:v>6.0</c:v>
                </c:pt>
                <c:pt idx="3689">
                  <c:v>6.0</c:v>
                </c:pt>
                <c:pt idx="3690">
                  <c:v>6.0</c:v>
                </c:pt>
                <c:pt idx="3691">
                  <c:v>6.0</c:v>
                </c:pt>
                <c:pt idx="3692">
                  <c:v>6.0</c:v>
                </c:pt>
                <c:pt idx="3693">
                  <c:v>6.0</c:v>
                </c:pt>
                <c:pt idx="3694">
                  <c:v>6.0</c:v>
                </c:pt>
                <c:pt idx="3695">
                  <c:v>6.0</c:v>
                </c:pt>
                <c:pt idx="3696">
                  <c:v>6.0</c:v>
                </c:pt>
                <c:pt idx="3697">
                  <c:v>6.0</c:v>
                </c:pt>
                <c:pt idx="3698">
                  <c:v>6.0</c:v>
                </c:pt>
                <c:pt idx="3699">
                  <c:v>6.0</c:v>
                </c:pt>
                <c:pt idx="3700">
                  <c:v>6.0</c:v>
                </c:pt>
                <c:pt idx="3701">
                  <c:v>6.0</c:v>
                </c:pt>
                <c:pt idx="3702">
                  <c:v>6.0</c:v>
                </c:pt>
                <c:pt idx="3703">
                  <c:v>6.0</c:v>
                </c:pt>
                <c:pt idx="3704">
                  <c:v>6.0</c:v>
                </c:pt>
                <c:pt idx="3705">
                  <c:v>6.0</c:v>
                </c:pt>
                <c:pt idx="3706">
                  <c:v>6.0</c:v>
                </c:pt>
                <c:pt idx="3707">
                  <c:v>6.0</c:v>
                </c:pt>
                <c:pt idx="3708">
                  <c:v>6.0</c:v>
                </c:pt>
                <c:pt idx="3709">
                  <c:v>6.0</c:v>
                </c:pt>
                <c:pt idx="3710">
                  <c:v>6.0</c:v>
                </c:pt>
                <c:pt idx="3711">
                  <c:v>6.0</c:v>
                </c:pt>
                <c:pt idx="3712">
                  <c:v>6.0</c:v>
                </c:pt>
                <c:pt idx="3713">
                  <c:v>6.0</c:v>
                </c:pt>
                <c:pt idx="3714">
                  <c:v>6.0</c:v>
                </c:pt>
                <c:pt idx="3715">
                  <c:v>6.0</c:v>
                </c:pt>
                <c:pt idx="3716">
                  <c:v>6.0</c:v>
                </c:pt>
                <c:pt idx="3717">
                  <c:v>6.0</c:v>
                </c:pt>
                <c:pt idx="3718">
                  <c:v>6.0</c:v>
                </c:pt>
                <c:pt idx="3719">
                  <c:v>6.0</c:v>
                </c:pt>
                <c:pt idx="3720">
                  <c:v>6.0</c:v>
                </c:pt>
                <c:pt idx="3721">
                  <c:v>6.0</c:v>
                </c:pt>
                <c:pt idx="3722">
                  <c:v>6.0</c:v>
                </c:pt>
                <c:pt idx="3723">
                  <c:v>6.0</c:v>
                </c:pt>
                <c:pt idx="3724">
                  <c:v>6.0</c:v>
                </c:pt>
                <c:pt idx="3725">
                  <c:v>6.0</c:v>
                </c:pt>
                <c:pt idx="3726">
                  <c:v>6.0</c:v>
                </c:pt>
                <c:pt idx="3727">
                  <c:v>6.0</c:v>
                </c:pt>
                <c:pt idx="3728">
                  <c:v>6.0</c:v>
                </c:pt>
                <c:pt idx="3729">
                  <c:v>6.0</c:v>
                </c:pt>
                <c:pt idx="3730">
                  <c:v>6.0</c:v>
                </c:pt>
                <c:pt idx="3731">
                  <c:v>6.0</c:v>
                </c:pt>
                <c:pt idx="3732">
                  <c:v>6.0</c:v>
                </c:pt>
                <c:pt idx="3733">
                  <c:v>6.0</c:v>
                </c:pt>
                <c:pt idx="3734">
                  <c:v>6.0</c:v>
                </c:pt>
                <c:pt idx="3735">
                  <c:v>6.0</c:v>
                </c:pt>
                <c:pt idx="3736">
                  <c:v>6.0</c:v>
                </c:pt>
                <c:pt idx="3737">
                  <c:v>6.0</c:v>
                </c:pt>
                <c:pt idx="3738">
                  <c:v>6.0</c:v>
                </c:pt>
                <c:pt idx="3739">
                  <c:v>6.0</c:v>
                </c:pt>
                <c:pt idx="3740">
                  <c:v>6.0</c:v>
                </c:pt>
                <c:pt idx="3741">
                  <c:v>6.0</c:v>
                </c:pt>
                <c:pt idx="3742">
                  <c:v>6.0</c:v>
                </c:pt>
                <c:pt idx="3743">
                  <c:v>6.0</c:v>
                </c:pt>
                <c:pt idx="3744">
                  <c:v>6.0</c:v>
                </c:pt>
                <c:pt idx="3745">
                  <c:v>6.0</c:v>
                </c:pt>
                <c:pt idx="3746">
                  <c:v>6.0</c:v>
                </c:pt>
                <c:pt idx="3747">
                  <c:v>6.0</c:v>
                </c:pt>
                <c:pt idx="3748">
                  <c:v>6.0</c:v>
                </c:pt>
                <c:pt idx="3749">
                  <c:v>6.0</c:v>
                </c:pt>
                <c:pt idx="3750">
                  <c:v>6.0</c:v>
                </c:pt>
                <c:pt idx="3751">
                  <c:v>6.0</c:v>
                </c:pt>
                <c:pt idx="3752">
                  <c:v>6.0</c:v>
                </c:pt>
                <c:pt idx="3753">
                  <c:v>6.0</c:v>
                </c:pt>
                <c:pt idx="3754">
                  <c:v>6.0</c:v>
                </c:pt>
                <c:pt idx="3755">
                  <c:v>6.0</c:v>
                </c:pt>
                <c:pt idx="3756">
                  <c:v>6.0</c:v>
                </c:pt>
                <c:pt idx="3757">
                  <c:v>6.0</c:v>
                </c:pt>
                <c:pt idx="3758">
                  <c:v>6.0</c:v>
                </c:pt>
                <c:pt idx="3759">
                  <c:v>6.0</c:v>
                </c:pt>
                <c:pt idx="3760">
                  <c:v>6.0</c:v>
                </c:pt>
                <c:pt idx="3761">
                  <c:v>6.0</c:v>
                </c:pt>
                <c:pt idx="3762">
                  <c:v>6.0</c:v>
                </c:pt>
                <c:pt idx="3763">
                  <c:v>6.0</c:v>
                </c:pt>
                <c:pt idx="3764">
                  <c:v>6.0</c:v>
                </c:pt>
                <c:pt idx="3765">
                  <c:v>6.0</c:v>
                </c:pt>
                <c:pt idx="3766">
                  <c:v>6.0</c:v>
                </c:pt>
                <c:pt idx="3767">
                  <c:v>6.0</c:v>
                </c:pt>
                <c:pt idx="3768">
                  <c:v>6.0</c:v>
                </c:pt>
                <c:pt idx="3769">
                  <c:v>6.0</c:v>
                </c:pt>
                <c:pt idx="3770">
                  <c:v>6.0</c:v>
                </c:pt>
                <c:pt idx="3771">
                  <c:v>6.0</c:v>
                </c:pt>
                <c:pt idx="3772">
                  <c:v>6.0</c:v>
                </c:pt>
                <c:pt idx="3773">
                  <c:v>6.0</c:v>
                </c:pt>
                <c:pt idx="3774">
                  <c:v>6.0</c:v>
                </c:pt>
                <c:pt idx="3775">
                  <c:v>6.0</c:v>
                </c:pt>
                <c:pt idx="3776">
                  <c:v>6.0</c:v>
                </c:pt>
                <c:pt idx="3777">
                  <c:v>6.0</c:v>
                </c:pt>
                <c:pt idx="3778">
                  <c:v>6.0</c:v>
                </c:pt>
                <c:pt idx="3779">
                  <c:v>6.0</c:v>
                </c:pt>
                <c:pt idx="3780">
                  <c:v>6.0</c:v>
                </c:pt>
                <c:pt idx="3781">
                  <c:v>6.0</c:v>
                </c:pt>
                <c:pt idx="3782">
                  <c:v>6.0</c:v>
                </c:pt>
                <c:pt idx="3783">
                  <c:v>6.0</c:v>
                </c:pt>
                <c:pt idx="3784">
                  <c:v>6.0</c:v>
                </c:pt>
                <c:pt idx="3785">
                  <c:v>6.0</c:v>
                </c:pt>
                <c:pt idx="3786">
                  <c:v>6.0</c:v>
                </c:pt>
                <c:pt idx="3787">
                  <c:v>6.0</c:v>
                </c:pt>
                <c:pt idx="3788">
                  <c:v>6.0</c:v>
                </c:pt>
                <c:pt idx="3789">
                  <c:v>6.0</c:v>
                </c:pt>
                <c:pt idx="3790">
                  <c:v>6.0</c:v>
                </c:pt>
                <c:pt idx="3791">
                  <c:v>6.0</c:v>
                </c:pt>
                <c:pt idx="3792">
                  <c:v>6.0</c:v>
                </c:pt>
                <c:pt idx="3793">
                  <c:v>6.0</c:v>
                </c:pt>
                <c:pt idx="3794">
                  <c:v>6.0</c:v>
                </c:pt>
                <c:pt idx="3795">
                  <c:v>6.0</c:v>
                </c:pt>
                <c:pt idx="3796">
                  <c:v>6.0</c:v>
                </c:pt>
                <c:pt idx="3797">
                  <c:v>6.0</c:v>
                </c:pt>
                <c:pt idx="3798">
                  <c:v>6.0</c:v>
                </c:pt>
                <c:pt idx="3799">
                  <c:v>6.0</c:v>
                </c:pt>
                <c:pt idx="3800">
                  <c:v>6.0</c:v>
                </c:pt>
                <c:pt idx="3801">
                  <c:v>6.0</c:v>
                </c:pt>
                <c:pt idx="3802">
                  <c:v>6.0</c:v>
                </c:pt>
                <c:pt idx="3803">
                  <c:v>6.0</c:v>
                </c:pt>
                <c:pt idx="3804">
                  <c:v>6.0</c:v>
                </c:pt>
                <c:pt idx="3805">
                  <c:v>6.0</c:v>
                </c:pt>
                <c:pt idx="3806">
                  <c:v>6.0</c:v>
                </c:pt>
                <c:pt idx="3807">
                  <c:v>6.0</c:v>
                </c:pt>
                <c:pt idx="3808">
                  <c:v>6.0</c:v>
                </c:pt>
                <c:pt idx="3809">
                  <c:v>6.0</c:v>
                </c:pt>
                <c:pt idx="3810">
                  <c:v>6.0</c:v>
                </c:pt>
                <c:pt idx="3811">
                  <c:v>6.0</c:v>
                </c:pt>
                <c:pt idx="3812">
                  <c:v>6.0</c:v>
                </c:pt>
                <c:pt idx="3813">
                  <c:v>6.0</c:v>
                </c:pt>
                <c:pt idx="3814">
                  <c:v>6.0</c:v>
                </c:pt>
                <c:pt idx="3815">
                  <c:v>6.0</c:v>
                </c:pt>
                <c:pt idx="3816">
                  <c:v>6.0</c:v>
                </c:pt>
                <c:pt idx="3817">
                  <c:v>6.0</c:v>
                </c:pt>
                <c:pt idx="3818">
                  <c:v>6.0</c:v>
                </c:pt>
                <c:pt idx="3819">
                  <c:v>6.0</c:v>
                </c:pt>
                <c:pt idx="3820">
                  <c:v>6.0</c:v>
                </c:pt>
                <c:pt idx="3821">
                  <c:v>6.0</c:v>
                </c:pt>
                <c:pt idx="3822">
                  <c:v>6.0</c:v>
                </c:pt>
                <c:pt idx="3823">
                  <c:v>6.0</c:v>
                </c:pt>
                <c:pt idx="3824">
                  <c:v>6.0</c:v>
                </c:pt>
                <c:pt idx="3825">
                  <c:v>6.0</c:v>
                </c:pt>
                <c:pt idx="3826">
                  <c:v>6.0</c:v>
                </c:pt>
                <c:pt idx="3827">
                  <c:v>6.0</c:v>
                </c:pt>
                <c:pt idx="3828">
                  <c:v>6.0</c:v>
                </c:pt>
                <c:pt idx="3829">
                  <c:v>6.0</c:v>
                </c:pt>
                <c:pt idx="3830">
                  <c:v>6.0</c:v>
                </c:pt>
                <c:pt idx="3831">
                  <c:v>6.0</c:v>
                </c:pt>
                <c:pt idx="3832">
                  <c:v>6.0</c:v>
                </c:pt>
                <c:pt idx="3833">
                  <c:v>6.0</c:v>
                </c:pt>
                <c:pt idx="3834">
                  <c:v>6.0</c:v>
                </c:pt>
                <c:pt idx="3835">
                  <c:v>6.0</c:v>
                </c:pt>
                <c:pt idx="3836">
                  <c:v>6.0</c:v>
                </c:pt>
                <c:pt idx="3837">
                  <c:v>6.0</c:v>
                </c:pt>
                <c:pt idx="3838">
                  <c:v>6.0</c:v>
                </c:pt>
                <c:pt idx="3839">
                  <c:v>6.0</c:v>
                </c:pt>
                <c:pt idx="3840">
                  <c:v>6.0</c:v>
                </c:pt>
                <c:pt idx="3841">
                  <c:v>6.0</c:v>
                </c:pt>
                <c:pt idx="3842">
                  <c:v>6.0</c:v>
                </c:pt>
                <c:pt idx="3843">
                  <c:v>6.0</c:v>
                </c:pt>
                <c:pt idx="3844">
                  <c:v>6.0</c:v>
                </c:pt>
                <c:pt idx="3845">
                  <c:v>6.0</c:v>
                </c:pt>
                <c:pt idx="3846">
                  <c:v>6.0</c:v>
                </c:pt>
                <c:pt idx="3847">
                  <c:v>6.0</c:v>
                </c:pt>
                <c:pt idx="3848">
                  <c:v>6.0</c:v>
                </c:pt>
                <c:pt idx="3849">
                  <c:v>6.0</c:v>
                </c:pt>
                <c:pt idx="3850">
                  <c:v>6.0</c:v>
                </c:pt>
                <c:pt idx="3851">
                  <c:v>6.0</c:v>
                </c:pt>
                <c:pt idx="3852">
                  <c:v>6.0</c:v>
                </c:pt>
                <c:pt idx="3853">
                  <c:v>6.0</c:v>
                </c:pt>
                <c:pt idx="3854">
                  <c:v>6.0</c:v>
                </c:pt>
                <c:pt idx="3855">
                  <c:v>6.0</c:v>
                </c:pt>
                <c:pt idx="3856">
                  <c:v>6.0</c:v>
                </c:pt>
                <c:pt idx="3857">
                  <c:v>6.0</c:v>
                </c:pt>
                <c:pt idx="3858">
                  <c:v>6.0</c:v>
                </c:pt>
                <c:pt idx="3859">
                  <c:v>6.0</c:v>
                </c:pt>
                <c:pt idx="3860">
                  <c:v>6.0</c:v>
                </c:pt>
                <c:pt idx="3861">
                  <c:v>6.0</c:v>
                </c:pt>
                <c:pt idx="3862">
                  <c:v>6.0</c:v>
                </c:pt>
                <c:pt idx="3863">
                  <c:v>6.0</c:v>
                </c:pt>
                <c:pt idx="3864">
                  <c:v>6.0</c:v>
                </c:pt>
                <c:pt idx="3865">
                  <c:v>6.0</c:v>
                </c:pt>
                <c:pt idx="3866">
                  <c:v>6.0</c:v>
                </c:pt>
                <c:pt idx="3867">
                  <c:v>6.0</c:v>
                </c:pt>
                <c:pt idx="3868">
                  <c:v>6.0</c:v>
                </c:pt>
                <c:pt idx="3869">
                  <c:v>6.0</c:v>
                </c:pt>
                <c:pt idx="3870">
                  <c:v>6.0</c:v>
                </c:pt>
                <c:pt idx="3871">
                  <c:v>6.0</c:v>
                </c:pt>
                <c:pt idx="3872">
                  <c:v>6.0</c:v>
                </c:pt>
                <c:pt idx="3873">
                  <c:v>6.0</c:v>
                </c:pt>
                <c:pt idx="3874">
                  <c:v>6.0</c:v>
                </c:pt>
                <c:pt idx="3875">
                  <c:v>6.0</c:v>
                </c:pt>
                <c:pt idx="3876">
                  <c:v>6.0</c:v>
                </c:pt>
                <c:pt idx="3877">
                  <c:v>6.0</c:v>
                </c:pt>
                <c:pt idx="3878">
                  <c:v>6.0</c:v>
                </c:pt>
                <c:pt idx="3879">
                  <c:v>6.0</c:v>
                </c:pt>
                <c:pt idx="3880">
                  <c:v>6.0</c:v>
                </c:pt>
                <c:pt idx="3881">
                  <c:v>6.0</c:v>
                </c:pt>
                <c:pt idx="3882">
                  <c:v>6.0</c:v>
                </c:pt>
                <c:pt idx="3883">
                  <c:v>6.0</c:v>
                </c:pt>
                <c:pt idx="3884">
                  <c:v>6.0</c:v>
                </c:pt>
                <c:pt idx="3885">
                  <c:v>6.0</c:v>
                </c:pt>
                <c:pt idx="3886">
                  <c:v>6.0</c:v>
                </c:pt>
                <c:pt idx="3887">
                  <c:v>6.0</c:v>
                </c:pt>
                <c:pt idx="3888">
                  <c:v>6.0</c:v>
                </c:pt>
                <c:pt idx="3889">
                  <c:v>6.0</c:v>
                </c:pt>
                <c:pt idx="3890">
                  <c:v>6.0</c:v>
                </c:pt>
                <c:pt idx="3891">
                  <c:v>6.0</c:v>
                </c:pt>
                <c:pt idx="3892">
                  <c:v>6.0</c:v>
                </c:pt>
                <c:pt idx="3893">
                  <c:v>6.0</c:v>
                </c:pt>
                <c:pt idx="3894">
                  <c:v>6.0</c:v>
                </c:pt>
                <c:pt idx="3895">
                  <c:v>6.0</c:v>
                </c:pt>
                <c:pt idx="3896">
                  <c:v>6.0</c:v>
                </c:pt>
                <c:pt idx="3897">
                  <c:v>6.0</c:v>
                </c:pt>
                <c:pt idx="3898">
                  <c:v>6.0</c:v>
                </c:pt>
                <c:pt idx="3899">
                  <c:v>6.0</c:v>
                </c:pt>
                <c:pt idx="3900">
                  <c:v>6.0</c:v>
                </c:pt>
                <c:pt idx="3901">
                  <c:v>6.0</c:v>
                </c:pt>
                <c:pt idx="3902">
                  <c:v>6.0</c:v>
                </c:pt>
                <c:pt idx="3903">
                  <c:v>6.0</c:v>
                </c:pt>
                <c:pt idx="3904">
                  <c:v>6.0</c:v>
                </c:pt>
                <c:pt idx="3905">
                  <c:v>6.0</c:v>
                </c:pt>
                <c:pt idx="3906">
                  <c:v>6.0</c:v>
                </c:pt>
                <c:pt idx="3907">
                  <c:v>6.0</c:v>
                </c:pt>
                <c:pt idx="3908">
                  <c:v>6.0</c:v>
                </c:pt>
                <c:pt idx="3909">
                  <c:v>6.0</c:v>
                </c:pt>
                <c:pt idx="3910">
                  <c:v>6.0</c:v>
                </c:pt>
                <c:pt idx="3911">
                  <c:v>6.0</c:v>
                </c:pt>
                <c:pt idx="3912">
                  <c:v>6.0</c:v>
                </c:pt>
                <c:pt idx="3913">
                  <c:v>6.0</c:v>
                </c:pt>
                <c:pt idx="3914">
                  <c:v>6.0</c:v>
                </c:pt>
                <c:pt idx="3915">
                  <c:v>6.0</c:v>
                </c:pt>
                <c:pt idx="3916">
                  <c:v>6.0</c:v>
                </c:pt>
                <c:pt idx="3917">
                  <c:v>6.0</c:v>
                </c:pt>
                <c:pt idx="3918">
                  <c:v>6.0</c:v>
                </c:pt>
                <c:pt idx="3919">
                  <c:v>6.0</c:v>
                </c:pt>
                <c:pt idx="3920">
                  <c:v>6.0</c:v>
                </c:pt>
                <c:pt idx="3921">
                  <c:v>6.0</c:v>
                </c:pt>
                <c:pt idx="3922">
                  <c:v>6.0</c:v>
                </c:pt>
                <c:pt idx="3923">
                  <c:v>6.0</c:v>
                </c:pt>
                <c:pt idx="3924">
                  <c:v>6.0</c:v>
                </c:pt>
                <c:pt idx="3925">
                  <c:v>6.0</c:v>
                </c:pt>
                <c:pt idx="3926">
                  <c:v>6.0</c:v>
                </c:pt>
                <c:pt idx="3927">
                  <c:v>6.0</c:v>
                </c:pt>
                <c:pt idx="3928">
                  <c:v>6.0</c:v>
                </c:pt>
                <c:pt idx="3929">
                  <c:v>6.0</c:v>
                </c:pt>
                <c:pt idx="3930">
                  <c:v>6.0</c:v>
                </c:pt>
                <c:pt idx="3931">
                  <c:v>6.0</c:v>
                </c:pt>
                <c:pt idx="3932">
                  <c:v>6.0</c:v>
                </c:pt>
                <c:pt idx="3933">
                  <c:v>6.0</c:v>
                </c:pt>
                <c:pt idx="3934">
                  <c:v>6.0</c:v>
                </c:pt>
                <c:pt idx="3935">
                  <c:v>6.0</c:v>
                </c:pt>
                <c:pt idx="3936">
                  <c:v>6.0</c:v>
                </c:pt>
                <c:pt idx="3937">
                  <c:v>6.0</c:v>
                </c:pt>
                <c:pt idx="3938">
                  <c:v>6.0</c:v>
                </c:pt>
                <c:pt idx="3939">
                  <c:v>6.0</c:v>
                </c:pt>
                <c:pt idx="3940">
                  <c:v>6.0</c:v>
                </c:pt>
                <c:pt idx="3941">
                  <c:v>6.0</c:v>
                </c:pt>
                <c:pt idx="3942">
                  <c:v>6.0</c:v>
                </c:pt>
                <c:pt idx="3943">
                  <c:v>6.0</c:v>
                </c:pt>
                <c:pt idx="3944">
                  <c:v>6.0</c:v>
                </c:pt>
                <c:pt idx="3945">
                  <c:v>6.0</c:v>
                </c:pt>
                <c:pt idx="3946">
                  <c:v>6.0</c:v>
                </c:pt>
                <c:pt idx="3947">
                  <c:v>6.0</c:v>
                </c:pt>
                <c:pt idx="3948">
                  <c:v>6.0</c:v>
                </c:pt>
                <c:pt idx="3949">
                  <c:v>6.0</c:v>
                </c:pt>
                <c:pt idx="3950">
                  <c:v>6.0</c:v>
                </c:pt>
                <c:pt idx="3951">
                  <c:v>6.0</c:v>
                </c:pt>
                <c:pt idx="3952">
                  <c:v>6.0</c:v>
                </c:pt>
                <c:pt idx="3953">
                  <c:v>6.0</c:v>
                </c:pt>
                <c:pt idx="3954">
                  <c:v>6.0</c:v>
                </c:pt>
                <c:pt idx="3955">
                  <c:v>6.0</c:v>
                </c:pt>
                <c:pt idx="3956">
                  <c:v>6.0</c:v>
                </c:pt>
                <c:pt idx="3957">
                  <c:v>6.0</c:v>
                </c:pt>
                <c:pt idx="3958">
                  <c:v>6.0</c:v>
                </c:pt>
                <c:pt idx="3959">
                  <c:v>6.0</c:v>
                </c:pt>
                <c:pt idx="3960">
                  <c:v>6.0</c:v>
                </c:pt>
                <c:pt idx="3961">
                  <c:v>6.0</c:v>
                </c:pt>
                <c:pt idx="3962">
                  <c:v>6.0</c:v>
                </c:pt>
                <c:pt idx="3963">
                  <c:v>6.0</c:v>
                </c:pt>
                <c:pt idx="3964">
                  <c:v>6.0</c:v>
                </c:pt>
                <c:pt idx="3965">
                  <c:v>6.0</c:v>
                </c:pt>
                <c:pt idx="3966">
                  <c:v>6.0</c:v>
                </c:pt>
                <c:pt idx="3967">
                  <c:v>6.0</c:v>
                </c:pt>
                <c:pt idx="3968">
                  <c:v>6.0</c:v>
                </c:pt>
                <c:pt idx="3969">
                  <c:v>6.0</c:v>
                </c:pt>
                <c:pt idx="3970">
                  <c:v>6.0</c:v>
                </c:pt>
                <c:pt idx="3971">
                  <c:v>6.0</c:v>
                </c:pt>
                <c:pt idx="3972">
                  <c:v>6.0</c:v>
                </c:pt>
                <c:pt idx="3973">
                  <c:v>6.0</c:v>
                </c:pt>
                <c:pt idx="3974">
                  <c:v>6.0</c:v>
                </c:pt>
                <c:pt idx="3975">
                  <c:v>6.0</c:v>
                </c:pt>
                <c:pt idx="3976">
                  <c:v>6.0</c:v>
                </c:pt>
                <c:pt idx="3977">
                  <c:v>6.0</c:v>
                </c:pt>
                <c:pt idx="3978">
                  <c:v>6.0</c:v>
                </c:pt>
                <c:pt idx="3979">
                  <c:v>6.0</c:v>
                </c:pt>
                <c:pt idx="3980">
                  <c:v>6.0</c:v>
                </c:pt>
                <c:pt idx="3981">
                  <c:v>6.0</c:v>
                </c:pt>
                <c:pt idx="3982">
                  <c:v>6.0</c:v>
                </c:pt>
                <c:pt idx="3983">
                  <c:v>6.0</c:v>
                </c:pt>
                <c:pt idx="3984">
                  <c:v>6.0</c:v>
                </c:pt>
                <c:pt idx="3985">
                  <c:v>6.0</c:v>
                </c:pt>
                <c:pt idx="3986">
                  <c:v>6.0</c:v>
                </c:pt>
                <c:pt idx="3987">
                  <c:v>6.0</c:v>
                </c:pt>
                <c:pt idx="3988">
                  <c:v>6.0</c:v>
                </c:pt>
                <c:pt idx="3989">
                  <c:v>6.0</c:v>
                </c:pt>
                <c:pt idx="3990">
                  <c:v>6.0</c:v>
                </c:pt>
                <c:pt idx="3991">
                  <c:v>6.0</c:v>
                </c:pt>
                <c:pt idx="3992">
                  <c:v>6.0</c:v>
                </c:pt>
                <c:pt idx="3993">
                  <c:v>6.0</c:v>
                </c:pt>
                <c:pt idx="3994">
                  <c:v>6.0</c:v>
                </c:pt>
                <c:pt idx="3995">
                  <c:v>6.0</c:v>
                </c:pt>
                <c:pt idx="3996">
                  <c:v>6.0</c:v>
                </c:pt>
                <c:pt idx="3997">
                  <c:v>6.0</c:v>
                </c:pt>
                <c:pt idx="3998">
                  <c:v>6.0</c:v>
                </c:pt>
                <c:pt idx="3999">
                  <c:v>6.0</c:v>
                </c:pt>
                <c:pt idx="4000">
                  <c:v>6.0</c:v>
                </c:pt>
                <c:pt idx="4001">
                  <c:v>6.0</c:v>
                </c:pt>
                <c:pt idx="4002">
                  <c:v>6.0</c:v>
                </c:pt>
                <c:pt idx="4003">
                  <c:v>6.0</c:v>
                </c:pt>
                <c:pt idx="4004">
                  <c:v>6.0</c:v>
                </c:pt>
                <c:pt idx="4005">
                  <c:v>6.0</c:v>
                </c:pt>
                <c:pt idx="4006">
                  <c:v>6.0</c:v>
                </c:pt>
                <c:pt idx="4007">
                  <c:v>6.0</c:v>
                </c:pt>
                <c:pt idx="4008">
                  <c:v>6.0</c:v>
                </c:pt>
                <c:pt idx="4009">
                  <c:v>6.0</c:v>
                </c:pt>
                <c:pt idx="4010">
                  <c:v>6.0</c:v>
                </c:pt>
                <c:pt idx="4011">
                  <c:v>6.0</c:v>
                </c:pt>
                <c:pt idx="4012">
                  <c:v>6.0</c:v>
                </c:pt>
                <c:pt idx="4013">
                  <c:v>6.0</c:v>
                </c:pt>
                <c:pt idx="4014">
                  <c:v>6.0</c:v>
                </c:pt>
                <c:pt idx="4015">
                  <c:v>6.0</c:v>
                </c:pt>
                <c:pt idx="4016">
                  <c:v>6.0</c:v>
                </c:pt>
                <c:pt idx="4017">
                  <c:v>6.0</c:v>
                </c:pt>
                <c:pt idx="4018">
                  <c:v>6.0</c:v>
                </c:pt>
                <c:pt idx="4019">
                  <c:v>6.0</c:v>
                </c:pt>
                <c:pt idx="4020">
                  <c:v>6.0</c:v>
                </c:pt>
                <c:pt idx="4021">
                  <c:v>6.0</c:v>
                </c:pt>
                <c:pt idx="4022">
                  <c:v>6.0</c:v>
                </c:pt>
                <c:pt idx="4023">
                  <c:v>6.0</c:v>
                </c:pt>
                <c:pt idx="4024">
                  <c:v>6.0</c:v>
                </c:pt>
                <c:pt idx="4025">
                  <c:v>6.0</c:v>
                </c:pt>
                <c:pt idx="4026">
                  <c:v>6.0</c:v>
                </c:pt>
                <c:pt idx="4027">
                  <c:v>6.0</c:v>
                </c:pt>
                <c:pt idx="4028">
                  <c:v>6.0</c:v>
                </c:pt>
                <c:pt idx="4029">
                  <c:v>6.0</c:v>
                </c:pt>
                <c:pt idx="4030">
                  <c:v>6.0</c:v>
                </c:pt>
                <c:pt idx="4031">
                  <c:v>6.0</c:v>
                </c:pt>
                <c:pt idx="4032">
                  <c:v>6.0</c:v>
                </c:pt>
                <c:pt idx="4033">
                  <c:v>6.0</c:v>
                </c:pt>
                <c:pt idx="4034">
                  <c:v>6.0</c:v>
                </c:pt>
                <c:pt idx="4035">
                  <c:v>6.0</c:v>
                </c:pt>
                <c:pt idx="4036">
                  <c:v>6.0</c:v>
                </c:pt>
                <c:pt idx="4037">
                  <c:v>6.0</c:v>
                </c:pt>
                <c:pt idx="4038">
                  <c:v>6.0</c:v>
                </c:pt>
                <c:pt idx="4039">
                  <c:v>6.0</c:v>
                </c:pt>
                <c:pt idx="4040">
                  <c:v>6.0</c:v>
                </c:pt>
                <c:pt idx="4041">
                  <c:v>6.0</c:v>
                </c:pt>
                <c:pt idx="4042">
                  <c:v>6.0</c:v>
                </c:pt>
                <c:pt idx="4043">
                  <c:v>6.0</c:v>
                </c:pt>
                <c:pt idx="4044">
                  <c:v>6.0</c:v>
                </c:pt>
                <c:pt idx="4045">
                  <c:v>6.0</c:v>
                </c:pt>
                <c:pt idx="4046">
                  <c:v>6.0</c:v>
                </c:pt>
                <c:pt idx="4047">
                  <c:v>6.0</c:v>
                </c:pt>
                <c:pt idx="4048">
                  <c:v>6.0</c:v>
                </c:pt>
                <c:pt idx="4049">
                  <c:v>6.0</c:v>
                </c:pt>
                <c:pt idx="4050">
                  <c:v>6.0</c:v>
                </c:pt>
                <c:pt idx="4051">
                  <c:v>6.0</c:v>
                </c:pt>
                <c:pt idx="4052">
                  <c:v>6.0</c:v>
                </c:pt>
                <c:pt idx="4053">
                  <c:v>6.0</c:v>
                </c:pt>
                <c:pt idx="4054">
                  <c:v>6.0</c:v>
                </c:pt>
                <c:pt idx="4055">
                  <c:v>6.0</c:v>
                </c:pt>
                <c:pt idx="4056">
                  <c:v>6.0</c:v>
                </c:pt>
                <c:pt idx="4057">
                  <c:v>6.0</c:v>
                </c:pt>
                <c:pt idx="4058">
                  <c:v>6.0</c:v>
                </c:pt>
                <c:pt idx="4059">
                  <c:v>6.0</c:v>
                </c:pt>
                <c:pt idx="4060">
                  <c:v>6.0</c:v>
                </c:pt>
                <c:pt idx="4061">
                  <c:v>6.0</c:v>
                </c:pt>
                <c:pt idx="4062">
                  <c:v>6.0</c:v>
                </c:pt>
                <c:pt idx="4063">
                  <c:v>6.0</c:v>
                </c:pt>
                <c:pt idx="4064">
                  <c:v>6.0</c:v>
                </c:pt>
                <c:pt idx="4065">
                  <c:v>6.0</c:v>
                </c:pt>
                <c:pt idx="4066">
                  <c:v>6.0</c:v>
                </c:pt>
                <c:pt idx="4067">
                  <c:v>6.0</c:v>
                </c:pt>
                <c:pt idx="4068">
                  <c:v>6.0</c:v>
                </c:pt>
                <c:pt idx="4069">
                  <c:v>6.0</c:v>
                </c:pt>
                <c:pt idx="4070">
                  <c:v>6.0</c:v>
                </c:pt>
                <c:pt idx="4071">
                  <c:v>6.0</c:v>
                </c:pt>
                <c:pt idx="4072">
                  <c:v>6.0</c:v>
                </c:pt>
                <c:pt idx="4073">
                  <c:v>6.0</c:v>
                </c:pt>
                <c:pt idx="4074">
                  <c:v>6.0</c:v>
                </c:pt>
                <c:pt idx="4075">
                  <c:v>6.0</c:v>
                </c:pt>
                <c:pt idx="4076">
                  <c:v>6.0</c:v>
                </c:pt>
                <c:pt idx="4077">
                  <c:v>6.0</c:v>
                </c:pt>
                <c:pt idx="4078">
                  <c:v>6.0</c:v>
                </c:pt>
                <c:pt idx="4079">
                  <c:v>6.0</c:v>
                </c:pt>
                <c:pt idx="4080">
                  <c:v>6.0</c:v>
                </c:pt>
                <c:pt idx="4081">
                  <c:v>6.0</c:v>
                </c:pt>
                <c:pt idx="4082">
                  <c:v>6.0</c:v>
                </c:pt>
                <c:pt idx="4083">
                  <c:v>6.0</c:v>
                </c:pt>
                <c:pt idx="4084">
                  <c:v>6.0</c:v>
                </c:pt>
                <c:pt idx="4085">
                  <c:v>6.0</c:v>
                </c:pt>
                <c:pt idx="4086">
                  <c:v>6.0</c:v>
                </c:pt>
                <c:pt idx="4087">
                  <c:v>6.0</c:v>
                </c:pt>
                <c:pt idx="4088">
                  <c:v>6.0</c:v>
                </c:pt>
                <c:pt idx="4089">
                  <c:v>6.0</c:v>
                </c:pt>
                <c:pt idx="4090">
                  <c:v>6.0</c:v>
                </c:pt>
                <c:pt idx="4091">
                  <c:v>6.0</c:v>
                </c:pt>
                <c:pt idx="4092">
                  <c:v>6.0</c:v>
                </c:pt>
                <c:pt idx="4093">
                  <c:v>6.0</c:v>
                </c:pt>
                <c:pt idx="4094">
                  <c:v>6.0</c:v>
                </c:pt>
                <c:pt idx="4095">
                  <c:v>6.0</c:v>
                </c:pt>
                <c:pt idx="4096">
                  <c:v>6.0</c:v>
                </c:pt>
                <c:pt idx="4097">
                  <c:v>6.0</c:v>
                </c:pt>
                <c:pt idx="4098">
                  <c:v>6.0</c:v>
                </c:pt>
                <c:pt idx="4099">
                  <c:v>6.0</c:v>
                </c:pt>
                <c:pt idx="4100">
                  <c:v>6.0</c:v>
                </c:pt>
                <c:pt idx="4101">
                  <c:v>6.0</c:v>
                </c:pt>
                <c:pt idx="4102">
                  <c:v>6.0</c:v>
                </c:pt>
                <c:pt idx="4103">
                  <c:v>6.0</c:v>
                </c:pt>
                <c:pt idx="4104">
                  <c:v>6.0</c:v>
                </c:pt>
                <c:pt idx="4105">
                  <c:v>6.0</c:v>
                </c:pt>
                <c:pt idx="4106">
                  <c:v>6.0</c:v>
                </c:pt>
                <c:pt idx="4107">
                  <c:v>6.0</c:v>
                </c:pt>
                <c:pt idx="4108">
                  <c:v>6.0</c:v>
                </c:pt>
                <c:pt idx="4109">
                  <c:v>6.0</c:v>
                </c:pt>
                <c:pt idx="4110">
                  <c:v>6.0</c:v>
                </c:pt>
                <c:pt idx="4111">
                  <c:v>6.0</c:v>
                </c:pt>
                <c:pt idx="4112">
                  <c:v>6.0</c:v>
                </c:pt>
                <c:pt idx="4113">
                  <c:v>6.0</c:v>
                </c:pt>
                <c:pt idx="4114">
                  <c:v>6.0</c:v>
                </c:pt>
                <c:pt idx="4115">
                  <c:v>6.0</c:v>
                </c:pt>
                <c:pt idx="4116">
                  <c:v>6.0</c:v>
                </c:pt>
                <c:pt idx="4117">
                  <c:v>6.0</c:v>
                </c:pt>
                <c:pt idx="4118">
                  <c:v>6.0</c:v>
                </c:pt>
                <c:pt idx="4119">
                  <c:v>6.0</c:v>
                </c:pt>
                <c:pt idx="4120">
                  <c:v>6.0</c:v>
                </c:pt>
                <c:pt idx="4121">
                  <c:v>6.0</c:v>
                </c:pt>
                <c:pt idx="4122">
                  <c:v>6.0</c:v>
                </c:pt>
                <c:pt idx="4123">
                  <c:v>6.0</c:v>
                </c:pt>
                <c:pt idx="4124">
                  <c:v>6.0</c:v>
                </c:pt>
                <c:pt idx="4125">
                  <c:v>6.0</c:v>
                </c:pt>
                <c:pt idx="4126">
                  <c:v>6.0</c:v>
                </c:pt>
                <c:pt idx="4127">
                  <c:v>6.0</c:v>
                </c:pt>
                <c:pt idx="4128">
                  <c:v>6.0</c:v>
                </c:pt>
                <c:pt idx="4129">
                  <c:v>6.0</c:v>
                </c:pt>
                <c:pt idx="4130">
                  <c:v>6.0</c:v>
                </c:pt>
                <c:pt idx="4131">
                  <c:v>6.0</c:v>
                </c:pt>
                <c:pt idx="4132">
                  <c:v>6.0</c:v>
                </c:pt>
                <c:pt idx="4133">
                  <c:v>6.0</c:v>
                </c:pt>
                <c:pt idx="4134">
                  <c:v>6.0</c:v>
                </c:pt>
                <c:pt idx="4135">
                  <c:v>6.0</c:v>
                </c:pt>
                <c:pt idx="4136">
                  <c:v>6.0</c:v>
                </c:pt>
                <c:pt idx="4137">
                  <c:v>6.0</c:v>
                </c:pt>
                <c:pt idx="4138">
                  <c:v>6.0</c:v>
                </c:pt>
                <c:pt idx="4139">
                  <c:v>6.0</c:v>
                </c:pt>
                <c:pt idx="4140">
                  <c:v>6.0</c:v>
                </c:pt>
                <c:pt idx="4141">
                  <c:v>6.0</c:v>
                </c:pt>
                <c:pt idx="4142">
                  <c:v>6.0</c:v>
                </c:pt>
                <c:pt idx="4143">
                  <c:v>6.0</c:v>
                </c:pt>
                <c:pt idx="4144">
                  <c:v>6.0</c:v>
                </c:pt>
                <c:pt idx="4145">
                  <c:v>6.0</c:v>
                </c:pt>
                <c:pt idx="4146">
                  <c:v>6.0</c:v>
                </c:pt>
                <c:pt idx="4147">
                  <c:v>6.0</c:v>
                </c:pt>
                <c:pt idx="4148">
                  <c:v>6.0</c:v>
                </c:pt>
                <c:pt idx="4149">
                  <c:v>6.0</c:v>
                </c:pt>
                <c:pt idx="4150">
                  <c:v>6.0</c:v>
                </c:pt>
                <c:pt idx="4151">
                  <c:v>6.0</c:v>
                </c:pt>
                <c:pt idx="4152">
                  <c:v>6.0</c:v>
                </c:pt>
                <c:pt idx="4153">
                  <c:v>6.0</c:v>
                </c:pt>
                <c:pt idx="4154">
                  <c:v>6.0</c:v>
                </c:pt>
                <c:pt idx="4155">
                  <c:v>6.0</c:v>
                </c:pt>
                <c:pt idx="4156">
                  <c:v>6.0</c:v>
                </c:pt>
                <c:pt idx="4157">
                  <c:v>6.0</c:v>
                </c:pt>
                <c:pt idx="4158">
                  <c:v>6.0</c:v>
                </c:pt>
                <c:pt idx="4159">
                  <c:v>6.0</c:v>
                </c:pt>
                <c:pt idx="4160">
                  <c:v>6.0</c:v>
                </c:pt>
                <c:pt idx="4161">
                  <c:v>6.0</c:v>
                </c:pt>
                <c:pt idx="4162">
                  <c:v>6.0</c:v>
                </c:pt>
                <c:pt idx="4163">
                  <c:v>6.0</c:v>
                </c:pt>
                <c:pt idx="4164">
                  <c:v>6.0</c:v>
                </c:pt>
                <c:pt idx="4165">
                  <c:v>6.0</c:v>
                </c:pt>
                <c:pt idx="4166">
                  <c:v>6.0</c:v>
                </c:pt>
                <c:pt idx="4167">
                  <c:v>6.0</c:v>
                </c:pt>
                <c:pt idx="4168">
                  <c:v>6.0</c:v>
                </c:pt>
                <c:pt idx="4169">
                  <c:v>6.0</c:v>
                </c:pt>
                <c:pt idx="4170">
                  <c:v>6.0</c:v>
                </c:pt>
                <c:pt idx="4171">
                  <c:v>6.0</c:v>
                </c:pt>
                <c:pt idx="4172">
                  <c:v>6.0</c:v>
                </c:pt>
                <c:pt idx="4173">
                  <c:v>6.0</c:v>
                </c:pt>
                <c:pt idx="4174">
                  <c:v>6.0</c:v>
                </c:pt>
                <c:pt idx="4175">
                  <c:v>6.0</c:v>
                </c:pt>
                <c:pt idx="4176">
                  <c:v>6.0</c:v>
                </c:pt>
                <c:pt idx="4177">
                  <c:v>6.0</c:v>
                </c:pt>
                <c:pt idx="4178">
                  <c:v>6.0</c:v>
                </c:pt>
                <c:pt idx="4179">
                  <c:v>6.0</c:v>
                </c:pt>
                <c:pt idx="4180">
                  <c:v>6.0</c:v>
                </c:pt>
                <c:pt idx="4181">
                  <c:v>6.0</c:v>
                </c:pt>
                <c:pt idx="4182">
                  <c:v>6.0</c:v>
                </c:pt>
                <c:pt idx="4183">
                  <c:v>6.0</c:v>
                </c:pt>
                <c:pt idx="4184">
                  <c:v>6.0</c:v>
                </c:pt>
                <c:pt idx="4185">
                  <c:v>6.0</c:v>
                </c:pt>
                <c:pt idx="4186">
                  <c:v>6.0</c:v>
                </c:pt>
                <c:pt idx="4187">
                  <c:v>6.0</c:v>
                </c:pt>
                <c:pt idx="4188">
                  <c:v>6.0</c:v>
                </c:pt>
                <c:pt idx="4189">
                  <c:v>6.0</c:v>
                </c:pt>
                <c:pt idx="4190">
                  <c:v>6.0</c:v>
                </c:pt>
                <c:pt idx="4191">
                  <c:v>6.0</c:v>
                </c:pt>
                <c:pt idx="4192">
                  <c:v>6.0</c:v>
                </c:pt>
                <c:pt idx="4193">
                  <c:v>6.0</c:v>
                </c:pt>
                <c:pt idx="4194">
                  <c:v>6.0</c:v>
                </c:pt>
                <c:pt idx="4195">
                  <c:v>6.0</c:v>
                </c:pt>
                <c:pt idx="4196">
                  <c:v>6.0</c:v>
                </c:pt>
                <c:pt idx="4197">
                  <c:v>6.0</c:v>
                </c:pt>
                <c:pt idx="4198">
                  <c:v>6.0</c:v>
                </c:pt>
                <c:pt idx="4199">
                  <c:v>6.0</c:v>
                </c:pt>
                <c:pt idx="4200">
                  <c:v>6.0</c:v>
                </c:pt>
                <c:pt idx="4201">
                  <c:v>6.0</c:v>
                </c:pt>
                <c:pt idx="4202">
                  <c:v>6.0</c:v>
                </c:pt>
                <c:pt idx="4203">
                  <c:v>6.0</c:v>
                </c:pt>
                <c:pt idx="4204">
                  <c:v>6.0</c:v>
                </c:pt>
                <c:pt idx="4205">
                  <c:v>6.0</c:v>
                </c:pt>
                <c:pt idx="4206">
                  <c:v>6.0</c:v>
                </c:pt>
                <c:pt idx="4207">
                  <c:v>6.0</c:v>
                </c:pt>
                <c:pt idx="4208">
                  <c:v>6.0</c:v>
                </c:pt>
                <c:pt idx="4209">
                  <c:v>6.0</c:v>
                </c:pt>
                <c:pt idx="4210">
                  <c:v>6.0</c:v>
                </c:pt>
                <c:pt idx="4211">
                  <c:v>6.0</c:v>
                </c:pt>
                <c:pt idx="4212">
                  <c:v>6.0</c:v>
                </c:pt>
                <c:pt idx="4213">
                  <c:v>6.0</c:v>
                </c:pt>
                <c:pt idx="4214">
                  <c:v>6.0</c:v>
                </c:pt>
                <c:pt idx="4215">
                  <c:v>6.0</c:v>
                </c:pt>
                <c:pt idx="4216">
                  <c:v>6.0</c:v>
                </c:pt>
                <c:pt idx="4217">
                  <c:v>6.0</c:v>
                </c:pt>
                <c:pt idx="4218">
                  <c:v>6.0</c:v>
                </c:pt>
                <c:pt idx="4219">
                  <c:v>6.0</c:v>
                </c:pt>
                <c:pt idx="4220">
                  <c:v>6.0</c:v>
                </c:pt>
                <c:pt idx="4221">
                  <c:v>6.0</c:v>
                </c:pt>
                <c:pt idx="4222">
                  <c:v>6.0</c:v>
                </c:pt>
                <c:pt idx="4223">
                  <c:v>6.0</c:v>
                </c:pt>
                <c:pt idx="4224">
                  <c:v>6.0</c:v>
                </c:pt>
                <c:pt idx="4225">
                  <c:v>6.0</c:v>
                </c:pt>
                <c:pt idx="4226">
                  <c:v>6.0</c:v>
                </c:pt>
                <c:pt idx="4227">
                  <c:v>6.0</c:v>
                </c:pt>
                <c:pt idx="4228">
                  <c:v>6.0</c:v>
                </c:pt>
                <c:pt idx="4229">
                  <c:v>6.0</c:v>
                </c:pt>
                <c:pt idx="4230">
                  <c:v>6.0</c:v>
                </c:pt>
                <c:pt idx="4231">
                  <c:v>6.0</c:v>
                </c:pt>
                <c:pt idx="4232">
                  <c:v>6.0</c:v>
                </c:pt>
                <c:pt idx="4233">
                  <c:v>6.0</c:v>
                </c:pt>
                <c:pt idx="4234">
                  <c:v>6.0</c:v>
                </c:pt>
                <c:pt idx="4235">
                  <c:v>6.0</c:v>
                </c:pt>
                <c:pt idx="4236">
                  <c:v>6.0</c:v>
                </c:pt>
                <c:pt idx="4237">
                  <c:v>6.0</c:v>
                </c:pt>
                <c:pt idx="4238">
                  <c:v>6.0</c:v>
                </c:pt>
                <c:pt idx="4239">
                  <c:v>6.0</c:v>
                </c:pt>
                <c:pt idx="4240">
                  <c:v>6.0</c:v>
                </c:pt>
                <c:pt idx="4241">
                  <c:v>6.0</c:v>
                </c:pt>
                <c:pt idx="4242">
                  <c:v>6.0</c:v>
                </c:pt>
                <c:pt idx="4243">
                  <c:v>6.0</c:v>
                </c:pt>
                <c:pt idx="4244">
                  <c:v>6.0</c:v>
                </c:pt>
                <c:pt idx="4245">
                  <c:v>6.0</c:v>
                </c:pt>
                <c:pt idx="4246">
                  <c:v>6.0</c:v>
                </c:pt>
                <c:pt idx="4247">
                  <c:v>6.0</c:v>
                </c:pt>
                <c:pt idx="4248">
                  <c:v>6.0</c:v>
                </c:pt>
                <c:pt idx="4249">
                  <c:v>6.0</c:v>
                </c:pt>
                <c:pt idx="4250">
                  <c:v>6.0</c:v>
                </c:pt>
                <c:pt idx="4251">
                  <c:v>6.0</c:v>
                </c:pt>
                <c:pt idx="4252">
                  <c:v>6.0</c:v>
                </c:pt>
                <c:pt idx="4253">
                  <c:v>6.0</c:v>
                </c:pt>
                <c:pt idx="4254">
                  <c:v>6.0</c:v>
                </c:pt>
                <c:pt idx="4255">
                  <c:v>6.0</c:v>
                </c:pt>
                <c:pt idx="4256">
                  <c:v>6.0</c:v>
                </c:pt>
                <c:pt idx="4257">
                  <c:v>6.0</c:v>
                </c:pt>
                <c:pt idx="4258">
                  <c:v>6.0</c:v>
                </c:pt>
                <c:pt idx="4259">
                  <c:v>6.0</c:v>
                </c:pt>
                <c:pt idx="4260">
                  <c:v>6.0</c:v>
                </c:pt>
                <c:pt idx="4261">
                  <c:v>6.0</c:v>
                </c:pt>
                <c:pt idx="4262">
                  <c:v>6.0</c:v>
                </c:pt>
                <c:pt idx="4263">
                  <c:v>6.0</c:v>
                </c:pt>
                <c:pt idx="4264">
                  <c:v>6.0</c:v>
                </c:pt>
                <c:pt idx="4265">
                  <c:v>6.0</c:v>
                </c:pt>
                <c:pt idx="4266">
                  <c:v>6.0</c:v>
                </c:pt>
                <c:pt idx="4267">
                  <c:v>6.0</c:v>
                </c:pt>
                <c:pt idx="4268">
                  <c:v>6.0</c:v>
                </c:pt>
                <c:pt idx="4269">
                  <c:v>6.0</c:v>
                </c:pt>
                <c:pt idx="4270">
                  <c:v>6.0</c:v>
                </c:pt>
                <c:pt idx="4271">
                  <c:v>6.0</c:v>
                </c:pt>
                <c:pt idx="4272">
                  <c:v>6.0</c:v>
                </c:pt>
                <c:pt idx="4273">
                  <c:v>6.0</c:v>
                </c:pt>
                <c:pt idx="4274">
                  <c:v>6.0</c:v>
                </c:pt>
                <c:pt idx="4275">
                  <c:v>6.0</c:v>
                </c:pt>
                <c:pt idx="4276">
                  <c:v>6.0</c:v>
                </c:pt>
                <c:pt idx="4277">
                  <c:v>6.0</c:v>
                </c:pt>
                <c:pt idx="4278">
                  <c:v>6.0</c:v>
                </c:pt>
                <c:pt idx="4279">
                  <c:v>6.0</c:v>
                </c:pt>
                <c:pt idx="4280">
                  <c:v>6.0</c:v>
                </c:pt>
                <c:pt idx="4281">
                  <c:v>6.0</c:v>
                </c:pt>
                <c:pt idx="4282">
                  <c:v>6.0</c:v>
                </c:pt>
                <c:pt idx="4283">
                  <c:v>6.0</c:v>
                </c:pt>
                <c:pt idx="4284">
                  <c:v>6.0</c:v>
                </c:pt>
                <c:pt idx="4285">
                  <c:v>6.0</c:v>
                </c:pt>
                <c:pt idx="4286">
                  <c:v>6.0</c:v>
                </c:pt>
                <c:pt idx="4287">
                  <c:v>6.0</c:v>
                </c:pt>
                <c:pt idx="4288">
                  <c:v>6.0</c:v>
                </c:pt>
                <c:pt idx="4289">
                  <c:v>6.0</c:v>
                </c:pt>
                <c:pt idx="4290">
                  <c:v>6.0</c:v>
                </c:pt>
                <c:pt idx="4291">
                  <c:v>6.0</c:v>
                </c:pt>
                <c:pt idx="4292">
                  <c:v>6.0</c:v>
                </c:pt>
                <c:pt idx="4293">
                  <c:v>6.0</c:v>
                </c:pt>
                <c:pt idx="4294">
                  <c:v>6.0</c:v>
                </c:pt>
                <c:pt idx="4295">
                  <c:v>6.0</c:v>
                </c:pt>
                <c:pt idx="4296">
                  <c:v>6.0</c:v>
                </c:pt>
                <c:pt idx="4297">
                  <c:v>6.0</c:v>
                </c:pt>
                <c:pt idx="4298">
                  <c:v>6.0</c:v>
                </c:pt>
                <c:pt idx="4299">
                  <c:v>6.0</c:v>
                </c:pt>
                <c:pt idx="4300">
                  <c:v>6.0</c:v>
                </c:pt>
                <c:pt idx="4301">
                  <c:v>6.0</c:v>
                </c:pt>
                <c:pt idx="4302">
                  <c:v>6.0</c:v>
                </c:pt>
                <c:pt idx="4303">
                  <c:v>6.0</c:v>
                </c:pt>
                <c:pt idx="4304">
                  <c:v>6.0</c:v>
                </c:pt>
                <c:pt idx="4305">
                  <c:v>6.0</c:v>
                </c:pt>
                <c:pt idx="4306">
                  <c:v>6.0</c:v>
                </c:pt>
                <c:pt idx="4307">
                  <c:v>6.0</c:v>
                </c:pt>
                <c:pt idx="4308">
                  <c:v>6.0</c:v>
                </c:pt>
                <c:pt idx="4309">
                  <c:v>6.0</c:v>
                </c:pt>
                <c:pt idx="4310">
                  <c:v>6.0</c:v>
                </c:pt>
                <c:pt idx="4311">
                  <c:v>6.0</c:v>
                </c:pt>
                <c:pt idx="4312">
                  <c:v>6.0</c:v>
                </c:pt>
                <c:pt idx="4313">
                  <c:v>6.0</c:v>
                </c:pt>
                <c:pt idx="4314">
                  <c:v>6.0</c:v>
                </c:pt>
                <c:pt idx="4315">
                  <c:v>6.0</c:v>
                </c:pt>
                <c:pt idx="4316">
                  <c:v>6.0</c:v>
                </c:pt>
                <c:pt idx="4317">
                  <c:v>6.0</c:v>
                </c:pt>
                <c:pt idx="4318">
                  <c:v>6.0</c:v>
                </c:pt>
                <c:pt idx="4319">
                  <c:v>6.0</c:v>
                </c:pt>
                <c:pt idx="4320">
                  <c:v>6.0</c:v>
                </c:pt>
                <c:pt idx="4321">
                  <c:v>6.0</c:v>
                </c:pt>
                <c:pt idx="4322">
                  <c:v>6.0</c:v>
                </c:pt>
                <c:pt idx="4323">
                  <c:v>6.0</c:v>
                </c:pt>
                <c:pt idx="4324">
                  <c:v>6.0</c:v>
                </c:pt>
                <c:pt idx="4325">
                  <c:v>6.0</c:v>
                </c:pt>
                <c:pt idx="4326">
                  <c:v>6.0</c:v>
                </c:pt>
                <c:pt idx="4327">
                  <c:v>6.0</c:v>
                </c:pt>
                <c:pt idx="4328">
                  <c:v>6.0</c:v>
                </c:pt>
                <c:pt idx="4329">
                  <c:v>6.0</c:v>
                </c:pt>
                <c:pt idx="4330">
                  <c:v>6.0</c:v>
                </c:pt>
                <c:pt idx="4331">
                  <c:v>6.0</c:v>
                </c:pt>
                <c:pt idx="4332">
                  <c:v>6.0</c:v>
                </c:pt>
                <c:pt idx="4333">
                  <c:v>6.0</c:v>
                </c:pt>
                <c:pt idx="4334">
                  <c:v>6.0</c:v>
                </c:pt>
                <c:pt idx="4335">
                  <c:v>6.0</c:v>
                </c:pt>
                <c:pt idx="4336">
                  <c:v>6.0</c:v>
                </c:pt>
                <c:pt idx="4337">
                  <c:v>6.0</c:v>
                </c:pt>
                <c:pt idx="4338">
                  <c:v>6.0</c:v>
                </c:pt>
                <c:pt idx="4339">
                  <c:v>6.0</c:v>
                </c:pt>
                <c:pt idx="4340">
                  <c:v>6.0</c:v>
                </c:pt>
                <c:pt idx="4341">
                  <c:v>6.0</c:v>
                </c:pt>
                <c:pt idx="4342">
                  <c:v>6.0</c:v>
                </c:pt>
                <c:pt idx="4343">
                  <c:v>6.0</c:v>
                </c:pt>
                <c:pt idx="4344">
                  <c:v>6.0</c:v>
                </c:pt>
                <c:pt idx="4345">
                  <c:v>6.0</c:v>
                </c:pt>
                <c:pt idx="4346">
                  <c:v>6.0</c:v>
                </c:pt>
                <c:pt idx="4347">
                  <c:v>6.0</c:v>
                </c:pt>
                <c:pt idx="4348">
                  <c:v>6.0</c:v>
                </c:pt>
                <c:pt idx="4349">
                  <c:v>6.0</c:v>
                </c:pt>
                <c:pt idx="4350">
                  <c:v>6.0</c:v>
                </c:pt>
                <c:pt idx="4351">
                  <c:v>6.0</c:v>
                </c:pt>
                <c:pt idx="4352">
                  <c:v>6.0</c:v>
                </c:pt>
                <c:pt idx="4353">
                  <c:v>6.0</c:v>
                </c:pt>
                <c:pt idx="4354">
                  <c:v>6.0</c:v>
                </c:pt>
                <c:pt idx="4355">
                  <c:v>6.0</c:v>
                </c:pt>
                <c:pt idx="4356">
                  <c:v>6.0</c:v>
                </c:pt>
                <c:pt idx="4357">
                  <c:v>6.0</c:v>
                </c:pt>
                <c:pt idx="4358">
                  <c:v>6.0</c:v>
                </c:pt>
                <c:pt idx="4359">
                  <c:v>6.0</c:v>
                </c:pt>
                <c:pt idx="4360">
                  <c:v>6.0</c:v>
                </c:pt>
                <c:pt idx="4361">
                  <c:v>6.0</c:v>
                </c:pt>
                <c:pt idx="4362">
                  <c:v>6.0</c:v>
                </c:pt>
                <c:pt idx="4363">
                  <c:v>6.0</c:v>
                </c:pt>
                <c:pt idx="4364">
                  <c:v>6.0</c:v>
                </c:pt>
                <c:pt idx="4365">
                  <c:v>6.0</c:v>
                </c:pt>
                <c:pt idx="4366">
                  <c:v>6.0</c:v>
                </c:pt>
                <c:pt idx="4367">
                  <c:v>6.0</c:v>
                </c:pt>
                <c:pt idx="4368">
                  <c:v>6.0</c:v>
                </c:pt>
                <c:pt idx="4369">
                  <c:v>6.0</c:v>
                </c:pt>
                <c:pt idx="4370">
                  <c:v>6.0</c:v>
                </c:pt>
                <c:pt idx="4371">
                  <c:v>6.0</c:v>
                </c:pt>
                <c:pt idx="4372">
                  <c:v>6.0</c:v>
                </c:pt>
                <c:pt idx="4373">
                  <c:v>6.0</c:v>
                </c:pt>
                <c:pt idx="4374">
                  <c:v>6.0</c:v>
                </c:pt>
                <c:pt idx="4375">
                  <c:v>6.0</c:v>
                </c:pt>
                <c:pt idx="4376">
                  <c:v>6.0</c:v>
                </c:pt>
                <c:pt idx="4377">
                  <c:v>6.0</c:v>
                </c:pt>
                <c:pt idx="4378">
                  <c:v>6.0</c:v>
                </c:pt>
                <c:pt idx="4379">
                  <c:v>6.0</c:v>
                </c:pt>
                <c:pt idx="4380">
                  <c:v>6.0</c:v>
                </c:pt>
                <c:pt idx="4381">
                  <c:v>6.0</c:v>
                </c:pt>
                <c:pt idx="4382">
                  <c:v>6.0</c:v>
                </c:pt>
                <c:pt idx="4383">
                  <c:v>6.0</c:v>
                </c:pt>
                <c:pt idx="4384">
                  <c:v>6.0</c:v>
                </c:pt>
                <c:pt idx="4385">
                  <c:v>6.0</c:v>
                </c:pt>
                <c:pt idx="4386">
                  <c:v>6.0</c:v>
                </c:pt>
                <c:pt idx="4387">
                  <c:v>6.0</c:v>
                </c:pt>
                <c:pt idx="4388">
                  <c:v>6.0</c:v>
                </c:pt>
                <c:pt idx="4389">
                  <c:v>6.0</c:v>
                </c:pt>
                <c:pt idx="4390">
                  <c:v>6.0</c:v>
                </c:pt>
                <c:pt idx="4391">
                  <c:v>6.0</c:v>
                </c:pt>
                <c:pt idx="4392">
                  <c:v>6.0</c:v>
                </c:pt>
                <c:pt idx="4393">
                  <c:v>6.0</c:v>
                </c:pt>
                <c:pt idx="4394">
                  <c:v>6.0</c:v>
                </c:pt>
                <c:pt idx="4395">
                  <c:v>6.0</c:v>
                </c:pt>
                <c:pt idx="4396">
                  <c:v>6.0</c:v>
                </c:pt>
                <c:pt idx="4397">
                  <c:v>6.0</c:v>
                </c:pt>
                <c:pt idx="4398">
                  <c:v>6.0</c:v>
                </c:pt>
                <c:pt idx="4399">
                  <c:v>6.0</c:v>
                </c:pt>
                <c:pt idx="4400">
                  <c:v>6.0</c:v>
                </c:pt>
                <c:pt idx="4401">
                  <c:v>6.0</c:v>
                </c:pt>
                <c:pt idx="4402">
                  <c:v>6.0</c:v>
                </c:pt>
                <c:pt idx="4403">
                  <c:v>6.0</c:v>
                </c:pt>
                <c:pt idx="4404">
                  <c:v>6.0</c:v>
                </c:pt>
                <c:pt idx="4405">
                  <c:v>6.0</c:v>
                </c:pt>
                <c:pt idx="4406">
                  <c:v>6.0</c:v>
                </c:pt>
                <c:pt idx="4407">
                  <c:v>6.0</c:v>
                </c:pt>
                <c:pt idx="4408">
                  <c:v>6.0</c:v>
                </c:pt>
                <c:pt idx="4409">
                  <c:v>6.0</c:v>
                </c:pt>
                <c:pt idx="4410">
                  <c:v>6.0</c:v>
                </c:pt>
                <c:pt idx="4411">
                  <c:v>6.0</c:v>
                </c:pt>
                <c:pt idx="4412">
                  <c:v>6.0</c:v>
                </c:pt>
                <c:pt idx="4413">
                  <c:v>6.0</c:v>
                </c:pt>
                <c:pt idx="4414">
                  <c:v>6.0</c:v>
                </c:pt>
                <c:pt idx="4415">
                  <c:v>6.0</c:v>
                </c:pt>
                <c:pt idx="4416">
                  <c:v>6.0</c:v>
                </c:pt>
                <c:pt idx="4417">
                  <c:v>6.0</c:v>
                </c:pt>
                <c:pt idx="4418">
                  <c:v>6.0</c:v>
                </c:pt>
                <c:pt idx="4419">
                  <c:v>6.0</c:v>
                </c:pt>
                <c:pt idx="4420">
                  <c:v>6.0</c:v>
                </c:pt>
                <c:pt idx="4421">
                  <c:v>6.0</c:v>
                </c:pt>
                <c:pt idx="4422">
                  <c:v>6.0</c:v>
                </c:pt>
                <c:pt idx="4423">
                  <c:v>6.0</c:v>
                </c:pt>
                <c:pt idx="4424">
                  <c:v>6.0</c:v>
                </c:pt>
                <c:pt idx="4425">
                  <c:v>6.0</c:v>
                </c:pt>
                <c:pt idx="4426">
                  <c:v>6.0</c:v>
                </c:pt>
                <c:pt idx="4427">
                  <c:v>6.0</c:v>
                </c:pt>
                <c:pt idx="4428">
                  <c:v>6.0</c:v>
                </c:pt>
                <c:pt idx="4429">
                  <c:v>6.0</c:v>
                </c:pt>
                <c:pt idx="4430">
                  <c:v>6.0</c:v>
                </c:pt>
                <c:pt idx="4431">
                  <c:v>6.0</c:v>
                </c:pt>
                <c:pt idx="4432">
                  <c:v>6.0</c:v>
                </c:pt>
                <c:pt idx="4433">
                  <c:v>6.0</c:v>
                </c:pt>
                <c:pt idx="4434">
                  <c:v>6.0</c:v>
                </c:pt>
                <c:pt idx="4435">
                  <c:v>6.0</c:v>
                </c:pt>
                <c:pt idx="4436">
                  <c:v>6.0</c:v>
                </c:pt>
                <c:pt idx="4437">
                  <c:v>6.0</c:v>
                </c:pt>
                <c:pt idx="4438">
                  <c:v>6.0</c:v>
                </c:pt>
                <c:pt idx="4439">
                  <c:v>6.0</c:v>
                </c:pt>
                <c:pt idx="4440">
                  <c:v>6.0</c:v>
                </c:pt>
                <c:pt idx="4441">
                  <c:v>6.0</c:v>
                </c:pt>
                <c:pt idx="4442">
                  <c:v>6.0</c:v>
                </c:pt>
                <c:pt idx="4443">
                  <c:v>6.0</c:v>
                </c:pt>
                <c:pt idx="4444">
                  <c:v>6.0</c:v>
                </c:pt>
                <c:pt idx="4445">
                  <c:v>6.0</c:v>
                </c:pt>
                <c:pt idx="4446">
                  <c:v>6.0</c:v>
                </c:pt>
                <c:pt idx="4447">
                  <c:v>6.0</c:v>
                </c:pt>
                <c:pt idx="4448">
                  <c:v>6.0</c:v>
                </c:pt>
                <c:pt idx="4449">
                  <c:v>6.0</c:v>
                </c:pt>
                <c:pt idx="4450">
                  <c:v>6.0</c:v>
                </c:pt>
                <c:pt idx="4451">
                  <c:v>6.0</c:v>
                </c:pt>
                <c:pt idx="4452">
                  <c:v>6.0</c:v>
                </c:pt>
                <c:pt idx="4453">
                  <c:v>6.0</c:v>
                </c:pt>
                <c:pt idx="4454">
                  <c:v>6.0</c:v>
                </c:pt>
                <c:pt idx="4455">
                  <c:v>6.0</c:v>
                </c:pt>
                <c:pt idx="4456">
                  <c:v>6.0</c:v>
                </c:pt>
                <c:pt idx="4457">
                  <c:v>6.0</c:v>
                </c:pt>
                <c:pt idx="4458">
                  <c:v>6.0</c:v>
                </c:pt>
                <c:pt idx="4459">
                  <c:v>6.0</c:v>
                </c:pt>
                <c:pt idx="4460">
                  <c:v>6.0</c:v>
                </c:pt>
                <c:pt idx="4461">
                  <c:v>6.0</c:v>
                </c:pt>
                <c:pt idx="4462">
                  <c:v>6.0</c:v>
                </c:pt>
                <c:pt idx="4463">
                  <c:v>6.0</c:v>
                </c:pt>
                <c:pt idx="4464">
                  <c:v>6.0</c:v>
                </c:pt>
                <c:pt idx="4465">
                  <c:v>6.0</c:v>
                </c:pt>
                <c:pt idx="4466">
                  <c:v>6.0</c:v>
                </c:pt>
                <c:pt idx="4467">
                  <c:v>6.0</c:v>
                </c:pt>
                <c:pt idx="4468">
                  <c:v>6.0</c:v>
                </c:pt>
                <c:pt idx="4469">
                  <c:v>6.0</c:v>
                </c:pt>
                <c:pt idx="4470">
                  <c:v>6.0</c:v>
                </c:pt>
                <c:pt idx="4471">
                  <c:v>6.0</c:v>
                </c:pt>
                <c:pt idx="4472">
                  <c:v>6.0</c:v>
                </c:pt>
                <c:pt idx="4473">
                  <c:v>6.0</c:v>
                </c:pt>
                <c:pt idx="4474">
                  <c:v>6.0</c:v>
                </c:pt>
                <c:pt idx="4475">
                  <c:v>6.0</c:v>
                </c:pt>
                <c:pt idx="4476">
                  <c:v>6.0</c:v>
                </c:pt>
                <c:pt idx="4477">
                  <c:v>6.0</c:v>
                </c:pt>
                <c:pt idx="4478">
                  <c:v>6.0</c:v>
                </c:pt>
                <c:pt idx="4479">
                  <c:v>6.0</c:v>
                </c:pt>
                <c:pt idx="4480">
                  <c:v>6.0</c:v>
                </c:pt>
                <c:pt idx="4481">
                  <c:v>6.0</c:v>
                </c:pt>
                <c:pt idx="4482">
                  <c:v>6.0</c:v>
                </c:pt>
                <c:pt idx="4483">
                  <c:v>6.0</c:v>
                </c:pt>
                <c:pt idx="4484">
                  <c:v>6.0</c:v>
                </c:pt>
                <c:pt idx="4485">
                  <c:v>6.0</c:v>
                </c:pt>
                <c:pt idx="4486">
                  <c:v>6.0</c:v>
                </c:pt>
                <c:pt idx="4487">
                  <c:v>6.0</c:v>
                </c:pt>
                <c:pt idx="4488">
                  <c:v>6.0</c:v>
                </c:pt>
                <c:pt idx="4489">
                  <c:v>6.0</c:v>
                </c:pt>
                <c:pt idx="4490">
                  <c:v>6.0</c:v>
                </c:pt>
                <c:pt idx="4491">
                  <c:v>6.0</c:v>
                </c:pt>
                <c:pt idx="4492">
                  <c:v>6.0</c:v>
                </c:pt>
                <c:pt idx="4493">
                  <c:v>6.0</c:v>
                </c:pt>
                <c:pt idx="4494">
                  <c:v>6.0</c:v>
                </c:pt>
                <c:pt idx="4495">
                  <c:v>6.0</c:v>
                </c:pt>
                <c:pt idx="4496">
                  <c:v>6.0</c:v>
                </c:pt>
                <c:pt idx="4497">
                  <c:v>6.0</c:v>
                </c:pt>
                <c:pt idx="4498">
                  <c:v>6.0</c:v>
                </c:pt>
                <c:pt idx="4499">
                  <c:v>6.0</c:v>
                </c:pt>
                <c:pt idx="4500">
                  <c:v>6.0</c:v>
                </c:pt>
                <c:pt idx="4501">
                  <c:v>6.0</c:v>
                </c:pt>
                <c:pt idx="4502">
                  <c:v>6.0</c:v>
                </c:pt>
                <c:pt idx="4503">
                  <c:v>6.0</c:v>
                </c:pt>
                <c:pt idx="4504">
                  <c:v>6.0</c:v>
                </c:pt>
                <c:pt idx="4505">
                  <c:v>6.0</c:v>
                </c:pt>
                <c:pt idx="4506">
                  <c:v>6.0</c:v>
                </c:pt>
                <c:pt idx="4507">
                  <c:v>6.0</c:v>
                </c:pt>
                <c:pt idx="4508">
                  <c:v>6.0</c:v>
                </c:pt>
                <c:pt idx="4509">
                  <c:v>6.0</c:v>
                </c:pt>
                <c:pt idx="4510">
                  <c:v>6.0</c:v>
                </c:pt>
                <c:pt idx="4511">
                  <c:v>6.0</c:v>
                </c:pt>
                <c:pt idx="4512">
                  <c:v>6.0</c:v>
                </c:pt>
                <c:pt idx="4513">
                  <c:v>6.0</c:v>
                </c:pt>
                <c:pt idx="4514">
                  <c:v>6.0</c:v>
                </c:pt>
                <c:pt idx="4515">
                  <c:v>6.0</c:v>
                </c:pt>
                <c:pt idx="4516">
                  <c:v>6.0</c:v>
                </c:pt>
                <c:pt idx="4517">
                  <c:v>6.0</c:v>
                </c:pt>
                <c:pt idx="4518">
                  <c:v>6.0</c:v>
                </c:pt>
                <c:pt idx="4519">
                  <c:v>6.0</c:v>
                </c:pt>
                <c:pt idx="4520">
                  <c:v>6.0</c:v>
                </c:pt>
                <c:pt idx="4521">
                  <c:v>6.0</c:v>
                </c:pt>
                <c:pt idx="4522">
                  <c:v>6.0</c:v>
                </c:pt>
                <c:pt idx="4523">
                  <c:v>6.0</c:v>
                </c:pt>
                <c:pt idx="4524">
                  <c:v>6.0</c:v>
                </c:pt>
                <c:pt idx="4525">
                  <c:v>6.0</c:v>
                </c:pt>
                <c:pt idx="4526">
                  <c:v>6.0</c:v>
                </c:pt>
                <c:pt idx="4527">
                  <c:v>6.0</c:v>
                </c:pt>
                <c:pt idx="4528">
                  <c:v>6.0</c:v>
                </c:pt>
                <c:pt idx="4529">
                  <c:v>6.0</c:v>
                </c:pt>
                <c:pt idx="4530">
                  <c:v>6.0</c:v>
                </c:pt>
                <c:pt idx="4531">
                  <c:v>6.0</c:v>
                </c:pt>
                <c:pt idx="4532">
                  <c:v>6.0</c:v>
                </c:pt>
                <c:pt idx="4533">
                  <c:v>6.0</c:v>
                </c:pt>
                <c:pt idx="4534">
                  <c:v>6.0</c:v>
                </c:pt>
                <c:pt idx="4535">
                  <c:v>6.0</c:v>
                </c:pt>
                <c:pt idx="4536">
                  <c:v>6.0</c:v>
                </c:pt>
                <c:pt idx="4537">
                  <c:v>6.0</c:v>
                </c:pt>
                <c:pt idx="4538">
                  <c:v>6.0</c:v>
                </c:pt>
                <c:pt idx="4539">
                  <c:v>6.0</c:v>
                </c:pt>
                <c:pt idx="4540">
                  <c:v>6.0</c:v>
                </c:pt>
                <c:pt idx="4541">
                  <c:v>6.0</c:v>
                </c:pt>
                <c:pt idx="4542">
                  <c:v>6.0</c:v>
                </c:pt>
                <c:pt idx="4543">
                  <c:v>6.0</c:v>
                </c:pt>
                <c:pt idx="4544">
                  <c:v>6.0</c:v>
                </c:pt>
                <c:pt idx="4545">
                  <c:v>6.0</c:v>
                </c:pt>
                <c:pt idx="4546">
                  <c:v>6.0</c:v>
                </c:pt>
                <c:pt idx="4547">
                  <c:v>6.0</c:v>
                </c:pt>
                <c:pt idx="4548">
                  <c:v>6.0</c:v>
                </c:pt>
                <c:pt idx="4549">
                  <c:v>6.0</c:v>
                </c:pt>
                <c:pt idx="4550">
                  <c:v>6.0</c:v>
                </c:pt>
                <c:pt idx="4551">
                  <c:v>6.0</c:v>
                </c:pt>
                <c:pt idx="4552">
                  <c:v>6.0</c:v>
                </c:pt>
                <c:pt idx="4553">
                  <c:v>6.0</c:v>
                </c:pt>
                <c:pt idx="4554">
                  <c:v>6.0</c:v>
                </c:pt>
                <c:pt idx="4555">
                  <c:v>6.0</c:v>
                </c:pt>
                <c:pt idx="4556">
                  <c:v>6.0</c:v>
                </c:pt>
                <c:pt idx="4557">
                  <c:v>6.0</c:v>
                </c:pt>
                <c:pt idx="4558">
                  <c:v>6.0</c:v>
                </c:pt>
                <c:pt idx="4559">
                  <c:v>6.0</c:v>
                </c:pt>
                <c:pt idx="4560">
                  <c:v>6.0</c:v>
                </c:pt>
                <c:pt idx="4561">
                  <c:v>6.0</c:v>
                </c:pt>
                <c:pt idx="4562">
                  <c:v>6.0</c:v>
                </c:pt>
                <c:pt idx="4563">
                  <c:v>6.0</c:v>
                </c:pt>
                <c:pt idx="4564">
                  <c:v>6.0</c:v>
                </c:pt>
                <c:pt idx="4565">
                  <c:v>6.0</c:v>
                </c:pt>
                <c:pt idx="4566">
                  <c:v>6.0</c:v>
                </c:pt>
                <c:pt idx="4567">
                  <c:v>6.0</c:v>
                </c:pt>
                <c:pt idx="4568">
                  <c:v>6.0</c:v>
                </c:pt>
                <c:pt idx="4569">
                  <c:v>6.0</c:v>
                </c:pt>
                <c:pt idx="4570">
                  <c:v>6.0</c:v>
                </c:pt>
                <c:pt idx="4571">
                  <c:v>6.0</c:v>
                </c:pt>
                <c:pt idx="4572">
                  <c:v>6.0</c:v>
                </c:pt>
                <c:pt idx="4573">
                  <c:v>6.0</c:v>
                </c:pt>
                <c:pt idx="4574">
                  <c:v>6.0</c:v>
                </c:pt>
                <c:pt idx="4575">
                  <c:v>6.0</c:v>
                </c:pt>
                <c:pt idx="4576">
                  <c:v>6.0</c:v>
                </c:pt>
                <c:pt idx="4577">
                  <c:v>6.0</c:v>
                </c:pt>
                <c:pt idx="4578">
                  <c:v>6.0</c:v>
                </c:pt>
                <c:pt idx="4579">
                  <c:v>6.0</c:v>
                </c:pt>
                <c:pt idx="4580">
                  <c:v>6.0</c:v>
                </c:pt>
                <c:pt idx="4581">
                  <c:v>6.0</c:v>
                </c:pt>
                <c:pt idx="4582">
                  <c:v>6.0</c:v>
                </c:pt>
                <c:pt idx="4583">
                  <c:v>6.0</c:v>
                </c:pt>
                <c:pt idx="4584">
                  <c:v>6.0</c:v>
                </c:pt>
                <c:pt idx="4585">
                  <c:v>6.0</c:v>
                </c:pt>
                <c:pt idx="4586">
                  <c:v>6.0</c:v>
                </c:pt>
                <c:pt idx="4587">
                  <c:v>6.0</c:v>
                </c:pt>
                <c:pt idx="4588">
                  <c:v>6.0</c:v>
                </c:pt>
                <c:pt idx="4589">
                  <c:v>6.0</c:v>
                </c:pt>
                <c:pt idx="4590">
                  <c:v>6.0</c:v>
                </c:pt>
                <c:pt idx="4591">
                  <c:v>6.0</c:v>
                </c:pt>
                <c:pt idx="4592">
                  <c:v>6.0</c:v>
                </c:pt>
                <c:pt idx="4593">
                  <c:v>6.0</c:v>
                </c:pt>
                <c:pt idx="4594">
                  <c:v>6.0</c:v>
                </c:pt>
                <c:pt idx="4595">
                  <c:v>6.0</c:v>
                </c:pt>
                <c:pt idx="4596">
                  <c:v>6.0</c:v>
                </c:pt>
                <c:pt idx="4597">
                  <c:v>6.0</c:v>
                </c:pt>
                <c:pt idx="4598">
                  <c:v>6.0</c:v>
                </c:pt>
                <c:pt idx="4599">
                  <c:v>6.0</c:v>
                </c:pt>
                <c:pt idx="4600">
                  <c:v>6.0</c:v>
                </c:pt>
                <c:pt idx="4601">
                  <c:v>6.0</c:v>
                </c:pt>
                <c:pt idx="4602">
                  <c:v>6.0</c:v>
                </c:pt>
                <c:pt idx="4603">
                  <c:v>6.0</c:v>
                </c:pt>
                <c:pt idx="4604">
                  <c:v>6.0</c:v>
                </c:pt>
                <c:pt idx="4605">
                  <c:v>6.0</c:v>
                </c:pt>
                <c:pt idx="4606">
                  <c:v>6.0</c:v>
                </c:pt>
                <c:pt idx="4607">
                  <c:v>6.0</c:v>
                </c:pt>
                <c:pt idx="4608">
                  <c:v>6.0</c:v>
                </c:pt>
                <c:pt idx="4609">
                  <c:v>6.0</c:v>
                </c:pt>
                <c:pt idx="4610">
                  <c:v>6.0</c:v>
                </c:pt>
                <c:pt idx="4611">
                  <c:v>6.0</c:v>
                </c:pt>
                <c:pt idx="4612">
                  <c:v>6.0</c:v>
                </c:pt>
                <c:pt idx="4613">
                  <c:v>6.0</c:v>
                </c:pt>
                <c:pt idx="4614">
                  <c:v>6.0</c:v>
                </c:pt>
                <c:pt idx="4615">
                  <c:v>6.0</c:v>
                </c:pt>
                <c:pt idx="4616">
                  <c:v>6.0</c:v>
                </c:pt>
                <c:pt idx="4617">
                  <c:v>6.0</c:v>
                </c:pt>
                <c:pt idx="4618">
                  <c:v>6.0</c:v>
                </c:pt>
                <c:pt idx="4619">
                  <c:v>6.0</c:v>
                </c:pt>
                <c:pt idx="4620">
                  <c:v>6.0</c:v>
                </c:pt>
                <c:pt idx="4621">
                  <c:v>6.0</c:v>
                </c:pt>
                <c:pt idx="4622">
                  <c:v>6.0</c:v>
                </c:pt>
                <c:pt idx="4623">
                  <c:v>6.0</c:v>
                </c:pt>
                <c:pt idx="4624">
                  <c:v>6.0</c:v>
                </c:pt>
                <c:pt idx="4625">
                  <c:v>6.0</c:v>
                </c:pt>
                <c:pt idx="4626">
                  <c:v>6.0</c:v>
                </c:pt>
                <c:pt idx="4627">
                  <c:v>6.0</c:v>
                </c:pt>
                <c:pt idx="4628">
                  <c:v>6.0</c:v>
                </c:pt>
                <c:pt idx="4629">
                  <c:v>6.0</c:v>
                </c:pt>
                <c:pt idx="4630">
                  <c:v>6.0</c:v>
                </c:pt>
                <c:pt idx="4631">
                  <c:v>6.0</c:v>
                </c:pt>
                <c:pt idx="4632">
                  <c:v>6.0</c:v>
                </c:pt>
                <c:pt idx="4633">
                  <c:v>6.0</c:v>
                </c:pt>
                <c:pt idx="4634">
                  <c:v>6.0</c:v>
                </c:pt>
                <c:pt idx="4635">
                  <c:v>6.0</c:v>
                </c:pt>
                <c:pt idx="4636">
                  <c:v>6.0</c:v>
                </c:pt>
                <c:pt idx="4637">
                  <c:v>6.0</c:v>
                </c:pt>
                <c:pt idx="4638">
                  <c:v>6.0</c:v>
                </c:pt>
                <c:pt idx="4639">
                  <c:v>6.0</c:v>
                </c:pt>
                <c:pt idx="4640">
                  <c:v>6.0</c:v>
                </c:pt>
                <c:pt idx="4641">
                  <c:v>6.0</c:v>
                </c:pt>
                <c:pt idx="4642">
                  <c:v>6.0</c:v>
                </c:pt>
                <c:pt idx="4643">
                  <c:v>6.0</c:v>
                </c:pt>
                <c:pt idx="4644">
                  <c:v>6.0</c:v>
                </c:pt>
                <c:pt idx="4645">
                  <c:v>6.0</c:v>
                </c:pt>
                <c:pt idx="4646">
                  <c:v>6.0</c:v>
                </c:pt>
                <c:pt idx="4647">
                  <c:v>6.0</c:v>
                </c:pt>
                <c:pt idx="4648">
                  <c:v>6.0</c:v>
                </c:pt>
                <c:pt idx="4649">
                  <c:v>6.0</c:v>
                </c:pt>
                <c:pt idx="4650">
                  <c:v>6.0</c:v>
                </c:pt>
                <c:pt idx="4651">
                  <c:v>6.0</c:v>
                </c:pt>
                <c:pt idx="4652">
                  <c:v>6.0</c:v>
                </c:pt>
                <c:pt idx="4653">
                  <c:v>6.0</c:v>
                </c:pt>
                <c:pt idx="4654">
                  <c:v>6.0</c:v>
                </c:pt>
                <c:pt idx="4655">
                  <c:v>6.0</c:v>
                </c:pt>
                <c:pt idx="4656">
                  <c:v>6.0</c:v>
                </c:pt>
                <c:pt idx="4657">
                  <c:v>6.0</c:v>
                </c:pt>
                <c:pt idx="4658">
                  <c:v>6.0</c:v>
                </c:pt>
                <c:pt idx="4659">
                  <c:v>6.0</c:v>
                </c:pt>
                <c:pt idx="4660">
                  <c:v>6.0</c:v>
                </c:pt>
                <c:pt idx="4661">
                  <c:v>6.0</c:v>
                </c:pt>
                <c:pt idx="4662">
                  <c:v>6.0</c:v>
                </c:pt>
                <c:pt idx="4663">
                  <c:v>6.0</c:v>
                </c:pt>
                <c:pt idx="4664">
                  <c:v>6.0</c:v>
                </c:pt>
                <c:pt idx="4665">
                  <c:v>6.0</c:v>
                </c:pt>
                <c:pt idx="4666">
                  <c:v>6.0</c:v>
                </c:pt>
                <c:pt idx="4667">
                  <c:v>6.0</c:v>
                </c:pt>
                <c:pt idx="4668">
                  <c:v>6.0</c:v>
                </c:pt>
                <c:pt idx="4669">
                  <c:v>6.0</c:v>
                </c:pt>
                <c:pt idx="4670">
                  <c:v>6.0</c:v>
                </c:pt>
                <c:pt idx="4671">
                  <c:v>6.0</c:v>
                </c:pt>
                <c:pt idx="4672">
                  <c:v>6.0</c:v>
                </c:pt>
                <c:pt idx="4673">
                  <c:v>6.0</c:v>
                </c:pt>
                <c:pt idx="4674">
                  <c:v>6.0</c:v>
                </c:pt>
                <c:pt idx="4675">
                  <c:v>6.0</c:v>
                </c:pt>
                <c:pt idx="4676">
                  <c:v>6.0</c:v>
                </c:pt>
                <c:pt idx="4677">
                  <c:v>6.0</c:v>
                </c:pt>
                <c:pt idx="4678">
                  <c:v>6.0</c:v>
                </c:pt>
                <c:pt idx="4679">
                  <c:v>6.0</c:v>
                </c:pt>
                <c:pt idx="4680">
                  <c:v>6.0</c:v>
                </c:pt>
                <c:pt idx="4681">
                  <c:v>6.0</c:v>
                </c:pt>
                <c:pt idx="4682">
                  <c:v>6.0</c:v>
                </c:pt>
                <c:pt idx="4683">
                  <c:v>6.0</c:v>
                </c:pt>
                <c:pt idx="4684">
                  <c:v>6.0</c:v>
                </c:pt>
                <c:pt idx="4685">
                  <c:v>6.0</c:v>
                </c:pt>
                <c:pt idx="4686">
                  <c:v>6.0</c:v>
                </c:pt>
                <c:pt idx="4687">
                  <c:v>6.0</c:v>
                </c:pt>
                <c:pt idx="4688">
                  <c:v>6.0</c:v>
                </c:pt>
                <c:pt idx="4689">
                  <c:v>6.0</c:v>
                </c:pt>
                <c:pt idx="4690">
                  <c:v>6.0</c:v>
                </c:pt>
                <c:pt idx="4691">
                  <c:v>6.0</c:v>
                </c:pt>
                <c:pt idx="4692">
                  <c:v>6.0</c:v>
                </c:pt>
                <c:pt idx="4693">
                  <c:v>6.0</c:v>
                </c:pt>
                <c:pt idx="4694">
                  <c:v>6.0</c:v>
                </c:pt>
                <c:pt idx="4695">
                  <c:v>6.0</c:v>
                </c:pt>
                <c:pt idx="4696">
                  <c:v>6.0</c:v>
                </c:pt>
                <c:pt idx="4697">
                  <c:v>6.0</c:v>
                </c:pt>
                <c:pt idx="4698">
                  <c:v>6.0</c:v>
                </c:pt>
                <c:pt idx="4699">
                  <c:v>6.0</c:v>
                </c:pt>
                <c:pt idx="4700">
                  <c:v>6.0</c:v>
                </c:pt>
                <c:pt idx="4701">
                  <c:v>6.0</c:v>
                </c:pt>
                <c:pt idx="4702">
                  <c:v>6.0</c:v>
                </c:pt>
                <c:pt idx="4703">
                  <c:v>6.0</c:v>
                </c:pt>
                <c:pt idx="4704">
                  <c:v>6.0</c:v>
                </c:pt>
                <c:pt idx="4705">
                  <c:v>6.0</c:v>
                </c:pt>
                <c:pt idx="4706">
                  <c:v>6.0</c:v>
                </c:pt>
                <c:pt idx="4707">
                  <c:v>6.0</c:v>
                </c:pt>
                <c:pt idx="4708">
                  <c:v>6.0</c:v>
                </c:pt>
                <c:pt idx="4709">
                  <c:v>6.0</c:v>
                </c:pt>
                <c:pt idx="4710">
                  <c:v>6.0</c:v>
                </c:pt>
                <c:pt idx="4711">
                  <c:v>6.0</c:v>
                </c:pt>
                <c:pt idx="4712">
                  <c:v>6.0</c:v>
                </c:pt>
                <c:pt idx="4713">
                  <c:v>6.0</c:v>
                </c:pt>
                <c:pt idx="4714">
                  <c:v>6.0</c:v>
                </c:pt>
                <c:pt idx="4715">
                  <c:v>6.0</c:v>
                </c:pt>
                <c:pt idx="4716">
                  <c:v>6.0</c:v>
                </c:pt>
                <c:pt idx="4717">
                  <c:v>6.0</c:v>
                </c:pt>
                <c:pt idx="4718">
                  <c:v>6.0</c:v>
                </c:pt>
                <c:pt idx="4719">
                  <c:v>6.0</c:v>
                </c:pt>
                <c:pt idx="4720">
                  <c:v>6.0</c:v>
                </c:pt>
                <c:pt idx="4721">
                  <c:v>6.0</c:v>
                </c:pt>
                <c:pt idx="4722">
                  <c:v>6.0</c:v>
                </c:pt>
                <c:pt idx="4723">
                  <c:v>6.0</c:v>
                </c:pt>
                <c:pt idx="4724">
                  <c:v>6.0</c:v>
                </c:pt>
                <c:pt idx="4725">
                  <c:v>6.0</c:v>
                </c:pt>
                <c:pt idx="4726">
                  <c:v>6.0</c:v>
                </c:pt>
                <c:pt idx="4727">
                  <c:v>6.0</c:v>
                </c:pt>
                <c:pt idx="4728">
                  <c:v>6.0</c:v>
                </c:pt>
                <c:pt idx="4729">
                  <c:v>6.0</c:v>
                </c:pt>
                <c:pt idx="4730">
                  <c:v>6.0</c:v>
                </c:pt>
                <c:pt idx="4731">
                  <c:v>6.0</c:v>
                </c:pt>
                <c:pt idx="4732">
                  <c:v>6.0</c:v>
                </c:pt>
                <c:pt idx="4733">
                  <c:v>6.0</c:v>
                </c:pt>
                <c:pt idx="4734">
                  <c:v>6.0</c:v>
                </c:pt>
                <c:pt idx="4735">
                  <c:v>6.0</c:v>
                </c:pt>
                <c:pt idx="4736">
                  <c:v>6.0</c:v>
                </c:pt>
                <c:pt idx="4737">
                  <c:v>6.0</c:v>
                </c:pt>
                <c:pt idx="4738">
                  <c:v>6.0</c:v>
                </c:pt>
                <c:pt idx="4739">
                  <c:v>6.0</c:v>
                </c:pt>
                <c:pt idx="4740">
                  <c:v>6.0</c:v>
                </c:pt>
                <c:pt idx="4741">
                  <c:v>6.0</c:v>
                </c:pt>
                <c:pt idx="4742">
                  <c:v>6.0</c:v>
                </c:pt>
                <c:pt idx="4743">
                  <c:v>6.0</c:v>
                </c:pt>
                <c:pt idx="4744">
                  <c:v>6.0</c:v>
                </c:pt>
                <c:pt idx="4745">
                  <c:v>6.0</c:v>
                </c:pt>
                <c:pt idx="4746">
                  <c:v>6.0</c:v>
                </c:pt>
                <c:pt idx="4747">
                  <c:v>6.0</c:v>
                </c:pt>
                <c:pt idx="4748">
                  <c:v>6.0</c:v>
                </c:pt>
                <c:pt idx="4749">
                  <c:v>6.0</c:v>
                </c:pt>
                <c:pt idx="4750">
                  <c:v>6.0</c:v>
                </c:pt>
                <c:pt idx="4751">
                  <c:v>6.0</c:v>
                </c:pt>
                <c:pt idx="4752">
                  <c:v>6.0</c:v>
                </c:pt>
                <c:pt idx="4753">
                  <c:v>6.0</c:v>
                </c:pt>
                <c:pt idx="4754">
                  <c:v>6.0</c:v>
                </c:pt>
                <c:pt idx="4755">
                  <c:v>6.0</c:v>
                </c:pt>
                <c:pt idx="4756">
                  <c:v>6.0</c:v>
                </c:pt>
                <c:pt idx="4757">
                  <c:v>6.0</c:v>
                </c:pt>
                <c:pt idx="4758">
                  <c:v>6.0</c:v>
                </c:pt>
                <c:pt idx="4759">
                  <c:v>6.0</c:v>
                </c:pt>
                <c:pt idx="4760">
                  <c:v>6.0</c:v>
                </c:pt>
                <c:pt idx="4761">
                  <c:v>6.0</c:v>
                </c:pt>
                <c:pt idx="4762">
                  <c:v>6.0</c:v>
                </c:pt>
                <c:pt idx="4763">
                  <c:v>6.0</c:v>
                </c:pt>
                <c:pt idx="4764">
                  <c:v>6.0</c:v>
                </c:pt>
                <c:pt idx="4765">
                  <c:v>6.0</c:v>
                </c:pt>
                <c:pt idx="4766">
                  <c:v>6.0</c:v>
                </c:pt>
                <c:pt idx="4767">
                  <c:v>6.0</c:v>
                </c:pt>
                <c:pt idx="4768">
                  <c:v>6.0</c:v>
                </c:pt>
                <c:pt idx="4769">
                  <c:v>6.0</c:v>
                </c:pt>
                <c:pt idx="4770">
                  <c:v>6.0</c:v>
                </c:pt>
                <c:pt idx="4771">
                  <c:v>6.0</c:v>
                </c:pt>
                <c:pt idx="4772">
                  <c:v>6.0</c:v>
                </c:pt>
                <c:pt idx="4773">
                  <c:v>6.0</c:v>
                </c:pt>
                <c:pt idx="4774">
                  <c:v>6.0</c:v>
                </c:pt>
                <c:pt idx="4775">
                  <c:v>6.0</c:v>
                </c:pt>
                <c:pt idx="4776">
                  <c:v>6.0</c:v>
                </c:pt>
                <c:pt idx="4777">
                  <c:v>6.0</c:v>
                </c:pt>
                <c:pt idx="4778">
                  <c:v>6.0</c:v>
                </c:pt>
                <c:pt idx="4779">
                  <c:v>6.0</c:v>
                </c:pt>
                <c:pt idx="4780">
                  <c:v>6.0</c:v>
                </c:pt>
                <c:pt idx="4781">
                  <c:v>6.0</c:v>
                </c:pt>
                <c:pt idx="4782">
                  <c:v>6.0</c:v>
                </c:pt>
                <c:pt idx="4783">
                  <c:v>6.0</c:v>
                </c:pt>
                <c:pt idx="4784">
                  <c:v>6.0</c:v>
                </c:pt>
                <c:pt idx="4785">
                  <c:v>6.0</c:v>
                </c:pt>
                <c:pt idx="4786">
                  <c:v>6.0</c:v>
                </c:pt>
                <c:pt idx="4787">
                  <c:v>6.0</c:v>
                </c:pt>
                <c:pt idx="4788">
                  <c:v>6.0</c:v>
                </c:pt>
                <c:pt idx="4789">
                  <c:v>6.0</c:v>
                </c:pt>
                <c:pt idx="4790">
                  <c:v>6.0</c:v>
                </c:pt>
                <c:pt idx="4791">
                  <c:v>6.0</c:v>
                </c:pt>
                <c:pt idx="4792">
                  <c:v>6.0</c:v>
                </c:pt>
                <c:pt idx="4793">
                  <c:v>6.0</c:v>
                </c:pt>
                <c:pt idx="4794">
                  <c:v>6.0</c:v>
                </c:pt>
                <c:pt idx="4795">
                  <c:v>6.0</c:v>
                </c:pt>
                <c:pt idx="4796">
                  <c:v>6.0</c:v>
                </c:pt>
                <c:pt idx="4797">
                  <c:v>6.0</c:v>
                </c:pt>
                <c:pt idx="4798">
                  <c:v>6.0</c:v>
                </c:pt>
                <c:pt idx="4799">
                  <c:v>6.0</c:v>
                </c:pt>
                <c:pt idx="4800">
                  <c:v>6.0</c:v>
                </c:pt>
                <c:pt idx="4801">
                  <c:v>6.0</c:v>
                </c:pt>
                <c:pt idx="4802">
                  <c:v>6.0</c:v>
                </c:pt>
                <c:pt idx="4803">
                  <c:v>6.0</c:v>
                </c:pt>
                <c:pt idx="4804">
                  <c:v>6.0</c:v>
                </c:pt>
                <c:pt idx="4805">
                  <c:v>6.0</c:v>
                </c:pt>
                <c:pt idx="4806">
                  <c:v>6.0</c:v>
                </c:pt>
                <c:pt idx="4807">
                  <c:v>6.0</c:v>
                </c:pt>
                <c:pt idx="4808">
                  <c:v>6.0</c:v>
                </c:pt>
                <c:pt idx="4809">
                  <c:v>6.0</c:v>
                </c:pt>
                <c:pt idx="4810">
                  <c:v>6.0</c:v>
                </c:pt>
                <c:pt idx="4811">
                  <c:v>6.0</c:v>
                </c:pt>
                <c:pt idx="4812">
                  <c:v>6.0</c:v>
                </c:pt>
                <c:pt idx="4813">
                  <c:v>6.0</c:v>
                </c:pt>
                <c:pt idx="4814">
                  <c:v>6.0</c:v>
                </c:pt>
                <c:pt idx="4815">
                  <c:v>6.0</c:v>
                </c:pt>
                <c:pt idx="4816">
                  <c:v>6.0</c:v>
                </c:pt>
                <c:pt idx="4817">
                  <c:v>6.0</c:v>
                </c:pt>
                <c:pt idx="4818">
                  <c:v>6.0</c:v>
                </c:pt>
                <c:pt idx="4819">
                  <c:v>6.0</c:v>
                </c:pt>
                <c:pt idx="4820">
                  <c:v>6.0</c:v>
                </c:pt>
                <c:pt idx="4821">
                  <c:v>6.0</c:v>
                </c:pt>
                <c:pt idx="4822">
                  <c:v>6.0</c:v>
                </c:pt>
                <c:pt idx="4823">
                  <c:v>6.0</c:v>
                </c:pt>
                <c:pt idx="4824">
                  <c:v>6.0</c:v>
                </c:pt>
                <c:pt idx="4825">
                  <c:v>6.0</c:v>
                </c:pt>
                <c:pt idx="4826">
                  <c:v>6.0</c:v>
                </c:pt>
                <c:pt idx="4827">
                  <c:v>6.0</c:v>
                </c:pt>
                <c:pt idx="4828">
                  <c:v>6.0</c:v>
                </c:pt>
                <c:pt idx="4829">
                  <c:v>6.0</c:v>
                </c:pt>
                <c:pt idx="4830">
                  <c:v>6.0</c:v>
                </c:pt>
                <c:pt idx="4831">
                  <c:v>6.0</c:v>
                </c:pt>
                <c:pt idx="4832">
                  <c:v>6.0</c:v>
                </c:pt>
                <c:pt idx="4833">
                  <c:v>6.0</c:v>
                </c:pt>
                <c:pt idx="4834">
                  <c:v>6.0</c:v>
                </c:pt>
                <c:pt idx="4835">
                  <c:v>6.0</c:v>
                </c:pt>
                <c:pt idx="4836">
                  <c:v>6.0</c:v>
                </c:pt>
                <c:pt idx="4837">
                  <c:v>6.0</c:v>
                </c:pt>
                <c:pt idx="4838">
                  <c:v>6.0</c:v>
                </c:pt>
                <c:pt idx="4839">
                  <c:v>6.0</c:v>
                </c:pt>
                <c:pt idx="4840">
                  <c:v>6.0</c:v>
                </c:pt>
                <c:pt idx="4841">
                  <c:v>6.0</c:v>
                </c:pt>
                <c:pt idx="4842">
                  <c:v>6.0</c:v>
                </c:pt>
                <c:pt idx="4843">
                  <c:v>6.0</c:v>
                </c:pt>
                <c:pt idx="4844">
                  <c:v>6.0</c:v>
                </c:pt>
                <c:pt idx="4845">
                  <c:v>6.0</c:v>
                </c:pt>
                <c:pt idx="4846">
                  <c:v>6.0</c:v>
                </c:pt>
                <c:pt idx="4847">
                  <c:v>6.0</c:v>
                </c:pt>
                <c:pt idx="4848">
                  <c:v>6.0</c:v>
                </c:pt>
                <c:pt idx="4849">
                  <c:v>6.0</c:v>
                </c:pt>
                <c:pt idx="4850">
                  <c:v>6.0</c:v>
                </c:pt>
                <c:pt idx="4851">
                  <c:v>6.0</c:v>
                </c:pt>
                <c:pt idx="4852">
                  <c:v>6.0</c:v>
                </c:pt>
                <c:pt idx="4853">
                  <c:v>6.0</c:v>
                </c:pt>
                <c:pt idx="4854">
                  <c:v>6.0</c:v>
                </c:pt>
                <c:pt idx="4855">
                  <c:v>6.0</c:v>
                </c:pt>
                <c:pt idx="4856">
                  <c:v>6.0</c:v>
                </c:pt>
                <c:pt idx="4857">
                  <c:v>6.0</c:v>
                </c:pt>
                <c:pt idx="4858">
                  <c:v>6.0</c:v>
                </c:pt>
                <c:pt idx="4859">
                  <c:v>6.0</c:v>
                </c:pt>
                <c:pt idx="4860">
                  <c:v>6.0</c:v>
                </c:pt>
                <c:pt idx="4861">
                  <c:v>6.0</c:v>
                </c:pt>
                <c:pt idx="4862">
                  <c:v>6.0</c:v>
                </c:pt>
                <c:pt idx="4863">
                  <c:v>6.0</c:v>
                </c:pt>
                <c:pt idx="4864">
                  <c:v>6.0</c:v>
                </c:pt>
                <c:pt idx="4865">
                  <c:v>6.0</c:v>
                </c:pt>
                <c:pt idx="4866">
                  <c:v>6.0</c:v>
                </c:pt>
                <c:pt idx="4867">
                  <c:v>6.0</c:v>
                </c:pt>
                <c:pt idx="4868">
                  <c:v>6.0</c:v>
                </c:pt>
                <c:pt idx="4869">
                  <c:v>6.0</c:v>
                </c:pt>
                <c:pt idx="4870">
                  <c:v>6.0</c:v>
                </c:pt>
                <c:pt idx="4871">
                  <c:v>6.0</c:v>
                </c:pt>
                <c:pt idx="4872">
                  <c:v>6.0</c:v>
                </c:pt>
                <c:pt idx="4873">
                  <c:v>6.0</c:v>
                </c:pt>
                <c:pt idx="4874">
                  <c:v>6.0</c:v>
                </c:pt>
                <c:pt idx="4875">
                  <c:v>6.0</c:v>
                </c:pt>
                <c:pt idx="4876">
                  <c:v>6.0</c:v>
                </c:pt>
                <c:pt idx="4877">
                  <c:v>6.0</c:v>
                </c:pt>
                <c:pt idx="4878">
                  <c:v>6.0</c:v>
                </c:pt>
                <c:pt idx="4879">
                  <c:v>6.0</c:v>
                </c:pt>
                <c:pt idx="4880">
                  <c:v>6.0</c:v>
                </c:pt>
                <c:pt idx="4881">
                  <c:v>6.0</c:v>
                </c:pt>
                <c:pt idx="4882">
                  <c:v>6.0</c:v>
                </c:pt>
                <c:pt idx="4883">
                  <c:v>6.0</c:v>
                </c:pt>
                <c:pt idx="4884">
                  <c:v>6.0</c:v>
                </c:pt>
                <c:pt idx="4885">
                  <c:v>6.0</c:v>
                </c:pt>
                <c:pt idx="4886">
                  <c:v>6.0</c:v>
                </c:pt>
                <c:pt idx="4887">
                  <c:v>6.0</c:v>
                </c:pt>
                <c:pt idx="4888">
                  <c:v>6.0</c:v>
                </c:pt>
                <c:pt idx="4889">
                  <c:v>6.0</c:v>
                </c:pt>
                <c:pt idx="4890">
                  <c:v>6.0</c:v>
                </c:pt>
                <c:pt idx="4891">
                  <c:v>6.0</c:v>
                </c:pt>
                <c:pt idx="4892">
                  <c:v>6.0</c:v>
                </c:pt>
                <c:pt idx="4893">
                  <c:v>6.0</c:v>
                </c:pt>
                <c:pt idx="4894">
                  <c:v>6.0</c:v>
                </c:pt>
                <c:pt idx="4895">
                  <c:v>6.0</c:v>
                </c:pt>
                <c:pt idx="4896">
                  <c:v>6.0</c:v>
                </c:pt>
                <c:pt idx="4897">
                  <c:v>6.0</c:v>
                </c:pt>
                <c:pt idx="4898">
                  <c:v>6.0</c:v>
                </c:pt>
                <c:pt idx="4899">
                  <c:v>6.0</c:v>
                </c:pt>
                <c:pt idx="4900">
                  <c:v>6.0</c:v>
                </c:pt>
                <c:pt idx="4901">
                  <c:v>6.0</c:v>
                </c:pt>
                <c:pt idx="4902">
                  <c:v>6.0</c:v>
                </c:pt>
                <c:pt idx="4903">
                  <c:v>6.0</c:v>
                </c:pt>
                <c:pt idx="4904">
                  <c:v>6.0</c:v>
                </c:pt>
                <c:pt idx="4905">
                  <c:v>6.0</c:v>
                </c:pt>
                <c:pt idx="4906">
                  <c:v>6.0</c:v>
                </c:pt>
                <c:pt idx="4907">
                  <c:v>6.0</c:v>
                </c:pt>
                <c:pt idx="4908">
                  <c:v>6.0</c:v>
                </c:pt>
                <c:pt idx="4909">
                  <c:v>6.0</c:v>
                </c:pt>
                <c:pt idx="4910">
                  <c:v>6.0</c:v>
                </c:pt>
                <c:pt idx="4911">
                  <c:v>6.0</c:v>
                </c:pt>
                <c:pt idx="4912">
                  <c:v>6.0</c:v>
                </c:pt>
                <c:pt idx="4913">
                  <c:v>6.0</c:v>
                </c:pt>
                <c:pt idx="4914">
                  <c:v>6.0</c:v>
                </c:pt>
                <c:pt idx="4915">
                  <c:v>6.0</c:v>
                </c:pt>
                <c:pt idx="4916">
                  <c:v>6.0</c:v>
                </c:pt>
                <c:pt idx="4917">
                  <c:v>6.0</c:v>
                </c:pt>
                <c:pt idx="4918">
                  <c:v>6.0</c:v>
                </c:pt>
                <c:pt idx="4919">
                  <c:v>6.0</c:v>
                </c:pt>
                <c:pt idx="4920">
                  <c:v>6.0</c:v>
                </c:pt>
                <c:pt idx="4921">
                  <c:v>6.0</c:v>
                </c:pt>
                <c:pt idx="4922">
                  <c:v>6.0</c:v>
                </c:pt>
                <c:pt idx="4923">
                  <c:v>6.0</c:v>
                </c:pt>
                <c:pt idx="4924">
                  <c:v>6.0</c:v>
                </c:pt>
                <c:pt idx="4925">
                  <c:v>6.0</c:v>
                </c:pt>
                <c:pt idx="4926">
                  <c:v>6.0</c:v>
                </c:pt>
                <c:pt idx="4927">
                  <c:v>6.0</c:v>
                </c:pt>
                <c:pt idx="4928">
                  <c:v>6.0</c:v>
                </c:pt>
                <c:pt idx="4929">
                  <c:v>6.0</c:v>
                </c:pt>
                <c:pt idx="4930">
                  <c:v>6.0</c:v>
                </c:pt>
                <c:pt idx="4931">
                  <c:v>6.0</c:v>
                </c:pt>
                <c:pt idx="4932">
                  <c:v>6.0</c:v>
                </c:pt>
                <c:pt idx="4933">
                  <c:v>6.0</c:v>
                </c:pt>
                <c:pt idx="4934">
                  <c:v>6.0</c:v>
                </c:pt>
                <c:pt idx="4935">
                  <c:v>6.0</c:v>
                </c:pt>
                <c:pt idx="4936">
                  <c:v>6.0</c:v>
                </c:pt>
                <c:pt idx="4937">
                  <c:v>6.0</c:v>
                </c:pt>
                <c:pt idx="4938">
                  <c:v>6.0</c:v>
                </c:pt>
                <c:pt idx="4939">
                  <c:v>6.0</c:v>
                </c:pt>
                <c:pt idx="4940">
                  <c:v>6.0</c:v>
                </c:pt>
                <c:pt idx="4941">
                  <c:v>6.0</c:v>
                </c:pt>
                <c:pt idx="4942">
                  <c:v>6.0</c:v>
                </c:pt>
                <c:pt idx="4943">
                  <c:v>6.0</c:v>
                </c:pt>
                <c:pt idx="4944">
                  <c:v>6.0</c:v>
                </c:pt>
                <c:pt idx="4945">
                  <c:v>6.0</c:v>
                </c:pt>
                <c:pt idx="4946">
                  <c:v>6.0</c:v>
                </c:pt>
                <c:pt idx="4947">
                  <c:v>6.0</c:v>
                </c:pt>
                <c:pt idx="4948">
                  <c:v>6.0</c:v>
                </c:pt>
                <c:pt idx="4949">
                  <c:v>6.0</c:v>
                </c:pt>
                <c:pt idx="4950">
                  <c:v>6.0</c:v>
                </c:pt>
                <c:pt idx="4951">
                  <c:v>6.0</c:v>
                </c:pt>
                <c:pt idx="4952">
                  <c:v>6.0</c:v>
                </c:pt>
                <c:pt idx="4953">
                  <c:v>6.0</c:v>
                </c:pt>
                <c:pt idx="4954">
                  <c:v>6.0</c:v>
                </c:pt>
                <c:pt idx="4955">
                  <c:v>6.0</c:v>
                </c:pt>
                <c:pt idx="4956">
                  <c:v>6.0</c:v>
                </c:pt>
                <c:pt idx="4957">
                  <c:v>6.0</c:v>
                </c:pt>
                <c:pt idx="4958">
                  <c:v>6.0</c:v>
                </c:pt>
                <c:pt idx="4959">
                  <c:v>6.0</c:v>
                </c:pt>
                <c:pt idx="4960">
                  <c:v>6.0</c:v>
                </c:pt>
                <c:pt idx="4961">
                  <c:v>6.0</c:v>
                </c:pt>
                <c:pt idx="4962">
                  <c:v>6.0</c:v>
                </c:pt>
                <c:pt idx="4963">
                  <c:v>6.0</c:v>
                </c:pt>
                <c:pt idx="4964">
                  <c:v>6.0</c:v>
                </c:pt>
                <c:pt idx="4965">
                  <c:v>6.0</c:v>
                </c:pt>
                <c:pt idx="4966">
                  <c:v>6.0</c:v>
                </c:pt>
                <c:pt idx="4967">
                  <c:v>6.0</c:v>
                </c:pt>
                <c:pt idx="4968">
                  <c:v>6.0</c:v>
                </c:pt>
                <c:pt idx="4969">
                  <c:v>6.0</c:v>
                </c:pt>
                <c:pt idx="4970">
                  <c:v>6.0</c:v>
                </c:pt>
                <c:pt idx="4971">
                  <c:v>6.0</c:v>
                </c:pt>
                <c:pt idx="4972">
                  <c:v>6.0</c:v>
                </c:pt>
                <c:pt idx="4973">
                  <c:v>6.0</c:v>
                </c:pt>
                <c:pt idx="4974">
                  <c:v>6.0</c:v>
                </c:pt>
                <c:pt idx="4975">
                  <c:v>6.0</c:v>
                </c:pt>
                <c:pt idx="4976">
                  <c:v>6.0</c:v>
                </c:pt>
                <c:pt idx="4977">
                  <c:v>6.0</c:v>
                </c:pt>
                <c:pt idx="4978">
                  <c:v>6.0</c:v>
                </c:pt>
                <c:pt idx="4979">
                  <c:v>6.0</c:v>
                </c:pt>
                <c:pt idx="4980">
                  <c:v>6.0</c:v>
                </c:pt>
                <c:pt idx="4981">
                  <c:v>6.0</c:v>
                </c:pt>
                <c:pt idx="4982">
                  <c:v>6.0</c:v>
                </c:pt>
                <c:pt idx="4983">
                  <c:v>6.0</c:v>
                </c:pt>
                <c:pt idx="4984">
                  <c:v>6.0</c:v>
                </c:pt>
                <c:pt idx="4985">
                  <c:v>6.0</c:v>
                </c:pt>
                <c:pt idx="4986">
                  <c:v>6.0</c:v>
                </c:pt>
                <c:pt idx="4987">
                  <c:v>6.0</c:v>
                </c:pt>
                <c:pt idx="4988">
                  <c:v>6.0</c:v>
                </c:pt>
                <c:pt idx="4989">
                  <c:v>6.0</c:v>
                </c:pt>
                <c:pt idx="4990">
                  <c:v>6.0</c:v>
                </c:pt>
                <c:pt idx="4991">
                  <c:v>6.0</c:v>
                </c:pt>
                <c:pt idx="4992">
                  <c:v>6.0</c:v>
                </c:pt>
                <c:pt idx="4993">
                  <c:v>6.0</c:v>
                </c:pt>
                <c:pt idx="4994">
                  <c:v>6.0</c:v>
                </c:pt>
                <c:pt idx="4995">
                  <c:v>6.0</c:v>
                </c:pt>
                <c:pt idx="4996">
                  <c:v>6.0</c:v>
                </c:pt>
                <c:pt idx="4997">
                  <c:v>6.0</c:v>
                </c:pt>
                <c:pt idx="4998">
                  <c:v>6.0</c:v>
                </c:pt>
                <c:pt idx="4999">
                  <c:v>6.0</c:v>
                </c:pt>
                <c:pt idx="5000">
                  <c:v>6.0</c:v>
                </c:pt>
                <c:pt idx="5001">
                  <c:v>6.0</c:v>
                </c:pt>
                <c:pt idx="5002">
                  <c:v>6.0</c:v>
                </c:pt>
                <c:pt idx="5003">
                  <c:v>6.0</c:v>
                </c:pt>
                <c:pt idx="5004">
                  <c:v>6.0</c:v>
                </c:pt>
                <c:pt idx="5005">
                  <c:v>6.0</c:v>
                </c:pt>
                <c:pt idx="5006">
                  <c:v>6.0</c:v>
                </c:pt>
                <c:pt idx="5007">
                  <c:v>6.0</c:v>
                </c:pt>
                <c:pt idx="5008">
                  <c:v>6.0</c:v>
                </c:pt>
                <c:pt idx="5009">
                  <c:v>6.0</c:v>
                </c:pt>
                <c:pt idx="5010">
                  <c:v>6.0</c:v>
                </c:pt>
                <c:pt idx="5011">
                  <c:v>6.0</c:v>
                </c:pt>
                <c:pt idx="5012">
                  <c:v>6.0</c:v>
                </c:pt>
                <c:pt idx="5013">
                  <c:v>6.0</c:v>
                </c:pt>
                <c:pt idx="5014">
                  <c:v>6.0</c:v>
                </c:pt>
                <c:pt idx="5015">
                  <c:v>6.0</c:v>
                </c:pt>
                <c:pt idx="5016">
                  <c:v>6.0</c:v>
                </c:pt>
                <c:pt idx="5017">
                  <c:v>6.0</c:v>
                </c:pt>
                <c:pt idx="5018">
                  <c:v>6.0</c:v>
                </c:pt>
                <c:pt idx="5019">
                  <c:v>6.0</c:v>
                </c:pt>
                <c:pt idx="5020">
                  <c:v>6.0</c:v>
                </c:pt>
                <c:pt idx="5021">
                  <c:v>6.0</c:v>
                </c:pt>
                <c:pt idx="5022">
                  <c:v>6.0</c:v>
                </c:pt>
                <c:pt idx="5023">
                  <c:v>6.0</c:v>
                </c:pt>
                <c:pt idx="5024">
                  <c:v>6.0</c:v>
                </c:pt>
                <c:pt idx="5025">
                  <c:v>6.0</c:v>
                </c:pt>
                <c:pt idx="5026">
                  <c:v>6.0</c:v>
                </c:pt>
                <c:pt idx="5027">
                  <c:v>6.0</c:v>
                </c:pt>
                <c:pt idx="5028">
                  <c:v>6.0</c:v>
                </c:pt>
                <c:pt idx="5029">
                  <c:v>6.0</c:v>
                </c:pt>
                <c:pt idx="5030">
                  <c:v>6.0</c:v>
                </c:pt>
                <c:pt idx="5031">
                  <c:v>6.0</c:v>
                </c:pt>
                <c:pt idx="5032">
                  <c:v>6.0</c:v>
                </c:pt>
                <c:pt idx="5033">
                  <c:v>6.0</c:v>
                </c:pt>
                <c:pt idx="5034">
                  <c:v>6.0</c:v>
                </c:pt>
                <c:pt idx="5035">
                  <c:v>6.0</c:v>
                </c:pt>
                <c:pt idx="5036">
                  <c:v>6.0</c:v>
                </c:pt>
                <c:pt idx="5037">
                  <c:v>6.0</c:v>
                </c:pt>
                <c:pt idx="5038">
                  <c:v>6.0</c:v>
                </c:pt>
                <c:pt idx="5039">
                  <c:v>6.0</c:v>
                </c:pt>
                <c:pt idx="5040">
                  <c:v>6.0</c:v>
                </c:pt>
                <c:pt idx="5041">
                  <c:v>6.0</c:v>
                </c:pt>
                <c:pt idx="5042">
                  <c:v>6.0</c:v>
                </c:pt>
                <c:pt idx="5043">
                  <c:v>6.0</c:v>
                </c:pt>
                <c:pt idx="5044">
                  <c:v>6.0</c:v>
                </c:pt>
                <c:pt idx="5045">
                  <c:v>6.0</c:v>
                </c:pt>
                <c:pt idx="5046">
                  <c:v>6.0</c:v>
                </c:pt>
                <c:pt idx="5047">
                  <c:v>6.0</c:v>
                </c:pt>
                <c:pt idx="5048">
                  <c:v>6.0</c:v>
                </c:pt>
                <c:pt idx="5049">
                  <c:v>6.0</c:v>
                </c:pt>
                <c:pt idx="5050">
                  <c:v>6.0</c:v>
                </c:pt>
                <c:pt idx="5051">
                  <c:v>6.0</c:v>
                </c:pt>
                <c:pt idx="5052">
                  <c:v>6.0</c:v>
                </c:pt>
                <c:pt idx="5053">
                  <c:v>6.0</c:v>
                </c:pt>
                <c:pt idx="5054">
                  <c:v>6.0</c:v>
                </c:pt>
                <c:pt idx="5055">
                  <c:v>6.0</c:v>
                </c:pt>
                <c:pt idx="5056">
                  <c:v>6.0</c:v>
                </c:pt>
                <c:pt idx="5057">
                  <c:v>6.0</c:v>
                </c:pt>
                <c:pt idx="5058">
                  <c:v>6.0</c:v>
                </c:pt>
                <c:pt idx="5059">
                  <c:v>6.0</c:v>
                </c:pt>
                <c:pt idx="5060">
                  <c:v>6.0</c:v>
                </c:pt>
                <c:pt idx="5061">
                  <c:v>6.0</c:v>
                </c:pt>
                <c:pt idx="5062">
                  <c:v>6.0</c:v>
                </c:pt>
                <c:pt idx="5063">
                  <c:v>6.0</c:v>
                </c:pt>
                <c:pt idx="5064">
                  <c:v>6.0</c:v>
                </c:pt>
                <c:pt idx="5065">
                  <c:v>6.0</c:v>
                </c:pt>
                <c:pt idx="5066">
                  <c:v>6.0</c:v>
                </c:pt>
                <c:pt idx="5067">
                  <c:v>6.0</c:v>
                </c:pt>
                <c:pt idx="5068">
                  <c:v>6.0</c:v>
                </c:pt>
                <c:pt idx="5069">
                  <c:v>6.0</c:v>
                </c:pt>
                <c:pt idx="5070">
                  <c:v>6.0</c:v>
                </c:pt>
                <c:pt idx="5071">
                  <c:v>6.0</c:v>
                </c:pt>
                <c:pt idx="5072">
                  <c:v>6.0</c:v>
                </c:pt>
                <c:pt idx="5073">
                  <c:v>6.0</c:v>
                </c:pt>
                <c:pt idx="5074">
                  <c:v>6.0</c:v>
                </c:pt>
                <c:pt idx="5075">
                  <c:v>6.0</c:v>
                </c:pt>
                <c:pt idx="5076">
                  <c:v>6.0</c:v>
                </c:pt>
                <c:pt idx="5077">
                  <c:v>6.0</c:v>
                </c:pt>
                <c:pt idx="5078">
                  <c:v>6.0</c:v>
                </c:pt>
                <c:pt idx="5079">
                  <c:v>6.0</c:v>
                </c:pt>
                <c:pt idx="5080">
                  <c:v>6.0</c:v>
                </c:pt>
                <c:pt idx="5081">
                  <c:v>6.0</c:v>
                </c:pt>
                <c:pt idx="5082">
                  <c:v>6.0</c:v>
                </c:pt>
                <c:pt idx="5083">
                  <c:v>6.0</c:v>
                </c:pt>
                <c:pt idx="5084">
                  <c:v>6.0</c:v>
                </c:pt>
                <c:pt idx="5085">
                  <c:v>6.0</c:v>
                </c:pt>
                <c:pt idx="5086">
                  <c:v>6.0</c:v>
                </c:pt>
                <c:pt idx="5087">
                  <c:v>6.0</c:v>
                </c:pt>
                <c:pt idx="5088">
                  <c:v>6.0</c:v>
                </c:pt>
                <c:pt idx="5089">
                  <c:v>6.0</c:v>
                </c:pt>
                <c:pt idx="5090">
                  <c:v>6.0</c:v>
                </c:pt>
                <c:pt idx="5091">
                  <c:v>6.0</c:v>
                </c:pt>
                <c:pt idx="5092">
                  <c:v>6.0</c:v>
                </c:pt>
                <c:pt idx="5093">
                  <c:v>6.0</c:v>
                </c:pt>
                <c:pt idx="5094">
                  <c:v>6.0</c:v>
                </c:pt>
                <c:pt idx="5095">
                  <c:v>6.0</c:v>
                </c:pt>
                <c:pt idx="5096">
                  <c:v>6.0</c:v>
                </c:pt>
                <c:pt idx="5097">
                  <c:v>6.0</c:v>
                </c:pt>
                <c:pt idx="5098">
                  <c:v>6.0</c:v>
                </c:pt>
                <c:pt idx="5099">
                  <c:v>6.0</c:v>
                </c:pt>
                <c:pt idx="5100">
                  <c:v>6.0</c:v>
                </c:pt>
                <c:pt idx="5101">
                  <c:v>6.0</c:v>
                </c:pt>
                <c:pt idx="5102">
                  <c:v>6.0</c:v>
                </c:pt>
                <c:pt idx="5103">
                  <c:v>6.0</c:v>
                </c:pt>
                <c:pt idx="5104">
                  <c:v>6.0</c:v>
                </c:pt>
                <c:pt idx="5105">
                  <c:v>6.0</c:v>
                </c:pt>
                <c:pt idx="5106">
                  <c:v>6.0</c:v>
                </c:pt>
                <c:pt idx="5107">
                  <c:v>6.0</c:v>
                </c:pt>
                <c:pt idx="5108">
                  <c:v>6.0</c:v>
                </c:pt>
                <c:pt idx="5109">
                  <c:v>6.0</c:v>
                </c:pt>
                <c:pt idx="5110">
                  <c:v>6.0</c:v>
                </c:pt>
                <c:pt idx="5111">
                  <c:v>6.0</c:v>
                </c:pt>
                <c:pt idx="5112">
                  <c:v>6.0</c:v>
                </c:pt>
                <c:pt idx="5113">
                  <c:v>6.0</c:v>
                </c:pt>
                <c:pt idx="5114">
                  <c:v>6.0</c:v>
                </c:pt>
                <c:pt idx="5115">
                  <c:v>6.0</c:v>
                </c:pt>
                <c:pt idx="5116">
                  <c:v>6.0</c:v>
                </c:pt>
                <c:pt idx="5117">
                  <c:v>6.0</c:v>
                </c:pt>
                <c:pt idx="5118">
                  <c:v>6.0</c:v>
                </c:pt>
                <c:pt idx="5119">
                  <c:v>6.0</c:v>
                </c:pt>
                <c:pt idx="5120">
                  <c:v>6.0</c:v>
                </c:pt>
                <c:pt idx="5121">
                  <c:v>6.0</c:v>
                </c:pt>
                <c:pt idx="5122">
                  <c:v>6.0</c:v>
                </c:pt>
                <c:pt idx="5123">
                  <c:v>6.0</c:v>
                </c:pt>
                <c:pt idx="5124">
                  <c:v>6.0</c:v>
                </c:pt>
                <c:pt idx="5125">
                  <c:v>6.0</c:v>
                </c:pt>
                <c:pt idx="5126">
                  <c:v>6.0</c:v>
                </c:pt>
                <c:pt idx="5127">
                  <c:v>6.0</c:v>
                </c:pt>
                <c:pt idx="5128">
                  <c:v>6.0</c:v>
                </c:pt>
                <c:pt idx="5129">
                  <c:v>6.0</c:v>
                </c:pt>
                <c:pt idx="5130">
                  <c:v>6.0</c:v>
                </c:pt>
                <c:pt idx="5131">
                  <c:v>6.0</c:v>
                </c:pt>
                <c:pt idx="5132">
                  <c:v>6.0</c:v>
                </c:pt>
                <c:pt idx="5133">
                  <c:v>6.0</c:v>
                </c:pt>
                <c:pt idx="5134">
                  <c:v>6.0</c:v>
                </c:pt>
                <c:pt idx="5135">
                  <c:v>6.0</c:v>
                </c:pt>
                <c:pt idx="5136">
                  <c:v>6.0</c:v>
                </c:pt>
                <c:pt idx="5137">
                  <c:v>6.0</c:v>
                </c:pt>
                <c:pt idx="5138">
                  <c:v>6.0</c:v>
                </c:pt>
                <c:pt idx="5139">
                  <c:v>6.0</c:v>
                </c:pt>
                <c:pt idx="5140">
                  <c:v>6.0</c:v>
                </c:pt>
                <c:pt idx="5141">
                  <c:v>6.0</c:v>
                </c:pt>
                <c:pt idx="5142">
                  <c:v>6.0</c:v>
                </c:pt>
                <c:pt idx="5143">
                  <c:v>6.0</c:v>
                </c:pt>
                <c:pt idx="5144">
                  <c:v>6.0</c:v>
                </c:pt>
                <c:pt idx="5145">
                  <c:v>6.0</c:v>
                </c:pt>
                <c:pt idx="5146">
                  <c:v>6.0</c:v>
                </c:pt>
                <c:pt idx="5147">
                  <c:v>6.0</c:v>
                </c:pt>
                <c:pt idx="5148">
                  <c:v>6.0</c:v>
                </c:pt>
                <c:pt idx="5149">
                  <c:v>6.0</c:v>
                </c:pt>
                <c:pt idx="5150">
                  <c:v>6.0</c:v>
                </c:pt>
                <c:pt idx="5151">
                  <c:v>6.0</c:v>
                </c:pt>
                <c:pt idx="5152">
                  <c:v>6.0</c:v>
                </c:pt>
                <c:pt idx="5153">
                  <c:v>6.0</c:v>
                </c:pt>
                <c:pt idx="5154">
                  <c:v>6.0</c:v>
                </c:pt>
                <c:pt idx="5155">
                  <c:v>6.0</c:v>
                </c:pt>
                <c:pt idx="5156">
                  <c:v>6.0</c:v>
                </c:pt>
                <c:pt idx="5157">
                  <c:v>6.0</c:v>
                </c:pt>
                <c:pt idx="5158">
                  <c:v>6.0</c:v>
                </c:pt>
                <c:pt idx="5159">
                  <c:v>6.0</c:v>
                </c:pt>
                <c:pt idx="5160">
                  <c:v>6.0</c:v>
                </c:pt>
                <c:pt idx="5161">
                  <c:v>6.0</c:v>
                </c:pt>
                <c:pt idx="5162">
                  <c:v>6.0</c:v>
                </c:pt>
                <c:pt idx="5163">
                  <c:v>6.0</c:v>
                </c:pt>
                <c:pt idx="5164">
                  <c:v>6.0</c:v>
                </c:pt>
                <c:pt idx="5165">
                  <c:v>6.0</c:v>
                </c:pt>
                <c:pt idx="5166">
                  <c:v>6.0</c:v>
                </c:pt>
                <c:pt idx="5167">
                  <c:v>6.0</c:v>
                </c:pt>
                <c:pt idx="5168">
                  <c:v>6.0</c:v>
                </c:pt>
                <c:pt idx="5169">
                  <c:v>6.0</c:v>
                </c:pt>
                <c:pt idx="5170">
                  <c:v>6.0</c:v>
                </c:pt>
                <c:pt idx="5171">
                  <c:v>6.0</c:v>
                </c:pt>
                <c:pt idx="5172">
                  <c:v>6.0</c:v>
                </c:pt>
                <c:pt idx="5173">
                  <c:v>6.0</c:v>
                </c:pt>
                <c:pt idx="5174">
                  <c:v>6.0</c:v>
                </c:pt>
                <c:pt idx="5175">
                  <c:v>6.0</c:v>
                </c:pt>
                <c:pt idx="5176">
                  <c:v>6.0</c:v>
                </c:pt>
                <c:pt idx="5177">
                  <c:v>6.0</c:v>
                </c:pt>
                <c:pt idx="5178">
                  <c:v>6.0</c:v>
                </c:pt>
                <c:pt idx="5179">
                  <c:v>6.0</c:v>
                </c:pt>
                <c:pt idx="5180">
                  <c:v>6.0</c:v>
                </c:pt>
                <c:pt idx="5181">
                  <c:v>6.0</c:v>
                </c:pt>
                <c:pt idx="5182">
                  <c:v>6.0</c:v>
                </c:pt>
                <c:pt idx="5183">
                  <c:v>6.0</c:v>
                </c:pt>
                <c:pt idx="5184">
                  <c:v>6.0</c:v>
                </c:pt>
                <c:pt idx="5185">
                  <c:v>6.0</c:v>
                </c:pt>
                <c:pt idx="5186">
                  <c:v>6.0</c:v>
                </c:pt>
                <c:pt idx="5187">
                  <c:v>6.0</c:v>
                </c:pt>
                <c:pt idx="5188">
                  <c:v>6.0</c:v>
                </c:pt>
                <c:pt idx="5189">
                  <c:v>6.0</c:v>
                </c:pt>
                <c:pt idx="5190">
                  <c:v>6.0</c:v>
                </c:pt>
                <c:pt idx="5191">
                  <c:v>6.0</c:v>
                </c:pt>
                <c:pt idx="5192">
                  <c:v>6.0</c:v>
                </c:pt>
                <c:pt idx="5193">
                  <c:v>6.0</c:v>
                </c:pt>
                <c:pt idx="5194">
                  <c:v>6.0</c:v>
                </c:pt>
                <c:pt idx="5195">
                  <c:v>6.0</c:v>
                </c:pt>
                <c:pt idx="5196">
                  <c:v>6.0</c:v>
                </c:pt>
                <c:pt idx="5197">
                  <c:v>6.0</c:v>
                </c:pt>
                <c:pt idx="5198">
                  <c:v>6.0</c:v>
                </c:pt>
                <c:pt idx="5199">
                  <c:v>6.0</c:v>
                </c:pt>
                <c:pt idx="5200">
                  <c:v>6.0</c:v>
                </c:pt>
                <c:pt idx="5201">
                  <c:v>6.0</c:v>
                </c:pt>
                <c:pt idx="5202">
                  <c:v>6.0</c:v>
                </c:pt>
                <c:pt idx="5203">
                  <c:v>6.0</c:v>
                </c:pt>
                <c:pt idx="5204">
                  <c:v>6.0</c:v>
                </c:pt>
                <c:pt idx="5205">
                  <c:v>6.0</c:v>
                </c:pt>
                <c:pt idx="5206">
                  <c:v>6.0</c:v>
                </c:pt>
                <c:pt idx="5207">
                  <c:v>6.0</c:v>
                </c:pt>
                <c:pt idx="5208">
                  <c:v>6.0</c:v>
                </c:pt>
                <c:pt idx="5209">
                  <c:v>6.0</c:v>
                </c:pt>
                <c:pt idx="5210">
                  <c:v>6.0</c:v>
                </c:pt>
                <c:pt idx="5211">
                  <c:v>6.0</c:v>
                </c:pt>
                <c:pt idx="5212">
                  <c:v>6.0</c:v>
                </c:pt>
                <c:pt idx="5213">
                  <c:v>6.0</c:v>
                </c:pt>
                <c:pt idx="5214">
                  <c:v>6.0</c:v>
                </c:pt>
                <c:pt idx="5215">
                  <c:v>6.0</c:v>
                </c:pt>
                <c:pt idx="5216">
                  <c:v>6.0</c:v>
                </c:pt>
                <c:pt idx="5217">
                  <c:v>6.0</c:v>
                </c:pt>
                <c:pt idx="5218">
                  <c:v>6.0</c:v>
                </c:pt>
                <c:pt idx="5219">
                  <c:v>6.0</c:v>
                </c:pt>
                <c:pt idx="5220">
                  <c:v>6.0</c:v>
                </c:pt>
                <c:pt idx="5221">
                  <c:v>6.0</c:v>
                </c:pt>
                <c:pt idx="5222">
                  <c:v>6.0</c:v>
                </c:pt>
                <c:pt idx="5223">
                  <c:v>6.0</c:v>
                </c:pt>
                <c:pt idx="5224">
                  <c:v>6.0</c:v>
                </c:pt>
                <c:pt idx="5225">
                  <c:v>6.0</c:v>
                </c:pt>
                <c:pt idx="5226">
                  <c:v>6.0</c:v>
                </c:pt>
                <c:pt idx="5227">
                  <c:v>6.0</c:v>
                </c:pt>
                <c:pt idx="5228">
                  <c:v>6.0</c:v>
                </c:pt>
                <c:pt idx="5229">
                  <c:v>6.0</c:v>
                </c:pt>
                <c:pt idx="5230">
                  <c:v>6.0</c:v>
                </c:pt>
                <c:pt idx="5231">
                  <c:v>6.0</c:v>
                </c:pt>
                <c:pt idx="5232">
                  <c:v>6.0</c:v>
                </c:pt>
                <c:pt idx="5233">
                  <c:v>6.0</c:v>
                </c:pt>
                <c:pt idx="5234">
                  <c:v>6.0</c:v>
                </c:pt>
                <c:pt idx="5235">
                  <c:v>6.0</c:v>
                </c:pt>
                <c:pt idx="5236">
                  <c:v>6.0</c:v>
                </c:pt>
                <c:pt idx="5237">
                  <c:v>6.0</c:v>
                </c:pt>
                <c:pt idx="5238">
                  <c:v>6.0</c:v>
                </c:pt>
                <c:pt idx="5239">
                  <c:v>6.0</c:v>
                </c:pt>
                <c:pt idx="5240">
                  <c:v>6.0</c:v>
                </c:pt>
                <c:pt idx="5241">
                  <c:v>6.0</c:v>
                </c:pt>
                <c:pt idx="5242">
                  <c:v>6.0</c:v>
                </c:pt>
                <c:pt idx="5243">
                  <c:v>6.0</c:v>
                </c:pt>
                <c:pt idx="5244">
                  <c:v>6.0</c:v>
                </c:pt>
                <c:pt idx="5245">
                  <c:v>6.0</c:v>
                </c:pt>
                <c:pt idx="5246">
                  <c:v>6.0</c:v>
                </c:pt>
                <c:pt idx="5247">
                  <c:v>6.0</c:v>
                </c:pt>
                <c:pt idx="5248">
                  <c:v>6.0</c:v>
                </c:pt>
                <c:pt idx="5249">
                  <c:v>6.0</c:v>
                </c:pt>
                <c:pt idx="5250">
                  <c:v>6.0</c:v>
                </c:pt>
                <c:pt idx="5251">
                  <c:v>6.0</c:v>
                </c:pt>
                <c:pt idx="5252">
                  <c:v>6.0</c:v>
                </c:pt>
                <c:pt idx="5253">
                  <c:v>6.0</c:v>
                </c:pt>
                <c:pt idx="5254">
                  <c:v>6.0</c:v>
                </c:pt>
                <c:pt idx="5255">
                  <c:v>6.0</c:v>
                </c:pt>
                <c:pt idx="5256">
                  <c:v>6.0</c:v>
                </c:pt>
                <c:pt idx="5257">
                  <c:v>6.0</c:v>
                </c:pt>
                <c:pt idx="5258">
                  <c:v>6.0</c:v>
                </c:pt>
                <c:pt idx="5259">
                  <c:v>6.0</c:v>
                </c:pt>
                <c:pt idx="5260">
                  <c:v>6.0</c:v>
                </c:pt>
                <c:pt idx="5261">
                  <c:v>6.0</c:v>
                </c:pt>
                <c:pt idx="5262">
                  <c:v>6.0</c:v>
                </c:pt>
                <c:pt idx="5263">
                  <c:v>6.0</c:v>
                </c:pt>
                <c:pt idx="5264">
                  <c:v>6.0</c:v>
                </c:pt>
                <c:pt idx="5265">
                  <c:v>6.0</c:v>
                </c:pt>
                <c:pt idx="5266">
                  <c:v>6.0</c:v>
                </c:pt>
                <c:pt idx="5267">
                  <c:v>6.0</c:v>
                </c:pt>
                <c:pt idx="5268">
                  <c:v>6.0</c:v>
                </c:pt>
                <c:pt idx="5269">
                  <c:v>6.0</c:v>
                </c:pt>
                <c:pt idx="5270">
                  <c:v>6.0</c:v>
                </c:pt>
                <c:pt idx="5271">
                  <c:v>6.0</c:v>
                </c:pt>
                <c:pt idx="5272">
                  <c:v>6.0</c:v>
                </c:pt>
                <c:pt idx="5273">
                  <c:v>6.0</c:v>
                </c:pt>
                <c:pt idx="5274">
                  <c:v>6.0</c:v>
                </c:pt>
                <c:pt idx="5275">
                  <c:v>6.0</c:v>
                </c:pt>
                <c:pt idx="5276">
                  <c:v>6.0</c:v>
                </c:pt>
                <c:pt idx="5277">
                  <c:v>6.0</c:v>
                </c:pt>
                <c:pt idx="5278">
                  <c:v>6.0</c:v>
                </c:pt>
                <c:pt idx="5279">
                  <c:v>6.0</c:v>
                </c:pt>
                <c:pt idx="5280">
                  <c:v>6.0</c:v>
                </c:pt>
                <c:pt idx="5281">
                  <c:v>6.0</c:v>
                </c:pt>
                <c:pt idx="5282">
                  <c:v>6.0</c:v>
                </c:pt>
                <c:pt idx="5283">
                  <c:v>6.0</c:v>
                </c:pt>
                <c:pt idx="5284">
                  <c:v>6.0</c:v>
                </c:pt>
                <c:pt idx="5285">
                  <c:v>6.0</c:v>
                </c:pt>
                <c:pt idx="5286">
                  <c:v>6.0</c:v>
                </c:pt>
                <c:pt idx="5287">
                  <c:v>6.0</c:v>
                </c:pt>
                <c:pt idx="5288">
                  <c:v>6.0</c:v>
                </c:pt>
                <c:pt idx="5289">
                  <c:v>6.0</c:v>
                </c:pt>
                <c:pt idx="5290">
                  <c:v>6.0</c:v>
                </c:pt>
                <c:pt idx="5291">
                  <c:v>6.0</c:v>
                </c:pt>
                <c:pt idx="5292">
                  <c:v>6.0</c:v>
                </c:pt>
                <c:pt idx="5293">
                  <c:v>6.0</c:v>
                </c:pt>
                <c:pt idx="5294">
                  <c:v>6.0</c:v>
                </c:pt>
                <c:pt idx="5295">
                  <c:v>6.0</c:v>
                </c:pt>
                <c:pt idx="5296">
                  <c:v>6.0</c:v>
                </c:pt>
                <c:pt idx="5297">
                  <c:v>6.0</c:v>
                </c:pt>
                <c:pt idx="5298">
                  <c:v>6.0</c:v>
                </c:pt>
                <c:pt idx="5299">
                  <c:v>6.0</c:v>
                </c:pt>
                <c:pt idx="5300">
                  <c:v>6.0</c:v>
                </c:pt>
                <c:pt idx="5301">
                  <c:v>6.0</c:v>
                </c:pt>
                <c:pt idx="5302">
                  <c:v>6.0</c:v>
                </c:pt>
                <c:pt idx="5303">
                  <c:v>6.0</c:v>
                </c:pt>
                <c:pt idx="5304">
                  <c:v>6.0</c:v>
                </c:pt>
                <c:pt idx="5305">
                  <c:v>6.0</c:v>
                </c:pt>
                <c:pt idx="5306">
                  <c:v>6.0</c:v>
                </c:pt>
                <c:pt idx="5307">
                  <c:v>6.0</c:v>
                </c:pt>
                <c:pt idx="5308">
                  <c:v>6.0</c:v>
                </c:pt>
                <c:pt idx="5309">
                  <c:v>6.0</c:v>
                </c:pt>
                <c:pt idx="5310">
                  <c:v>6.0</c:v>
                </c:pt>
                <c:pt idx="5311">
                  <c:v>6.0</c:v>
                </c:pt>
                <c:pt idx="5312">
                  <c:v>6.0</c:v>
                </c:pt>
                <c:pt idx="5313">
                  <c:v>6.0</c:v>
                </c:pt>
                <c:pt idx="5314">
                  <c:v>6.0</c:v>
                </c:pt>
                <c:pt idx="5315">
                  <c:v>6.0</c:v>
                </c:pt>
                <c:pt idx="5316">
                  <c:v>6.0</c:v>
                </c:pt>
                <c:pt idx="5317">
                  <c:v>6.0</c:v>
                </c:pt>
                <c:pt idx="5318">
                  <c:v>6.0</c:v>
                </c:pt>
                <c:pt idx="5319">
                  <c:v>6.0</c:v>
                </c:pt>
                <c:pt idx="5320">
                  <c:v>6.0</c:v>
                </c:pt>
                <c:pt idx="5321">
                  <c:v>6.0</c:v>
                </c:pt>
                <c:pt idx="5322">
                  <c:v>6.0</c:v>
                </c:pt>
                <c:pt idx="5323">
                  <c:v>6.0</c:v>
                </c:pt>
                <c:pt idx="5324">
                  <c:v>6.0</c:v>
                </c:pt>
                <c:pt idx="5325">
                  <c:v>6.0</c:v>
                </c:pt>
                <c:pt idx="5326">
                  <c:v>6.0</c:v>
                </c:pt>
                <c:pt idx="5327">
                  <c:v>6.0</c:v>
                </c:pt>
                <c:pt idx="5328">
                  <c:v>6.0</c:v>
                </c:pt>
                <c:pt idx="5329">
                  <c:v>6.0</c:v>
                </c:pt>
                <c:pt idx="5330">
                  <c:v>6.0</c:v>
                </c:pt>
                <c:pt idx="5331">
                  <c:v>6.0</c:v>
                </c:pt>
                <c:pt idx="5332">
                  <c:v>6.0</c:v>
                </c:pt>
                <c:pt idx="5333">
                  <c:v>6.0</c:v>
                </c:pt>
                <c:pt idx="5334">
                  <c:v>6.0</c:v>
                </c:pt>
                <c:pt idx="5335">
                  <c:v>6.0</c:v>
                </c:pt>
                <c:pt idx="5336">
                  <c:v>6.0</c:v>
                </c:pt>
                <c:pt idx="5337">
                  <c:v>6.0</c:v>
                </c:pt>
                <c:pt idx="5338">
                  <c:v>6.0</c:v>
                </c:pt>
                <c:pt idx="5339">
                  <c:v>6.0</c:v>
                </c:pt>
                <c:pt idx="5340">
                  <c:v>6.0</c:v>
                </c:pt>
                <c:pt idx="5341">
                  <c:v>6.0</c:v>
                </c:pt>
                <c:pt idx="5342">
                  <c:v>6.0</c:v>
                </c:pt>
                <c:pt idx="5343">
                  <c:v>6.0</c:v>
                </c:pt>
                <c:pt idx="5344">
                  <c:v>6.0</c:v>
                </c:pt>
                <c:pt idx="5345">
                  <c:v>6.0</c:v>
                </c:pt>
                <c:pt idx="5346">
                  <c:v>6.0</c:v>
                </c:pt>
                <c:pt idx="5347">
                  <c:v>6.0</c:v>
                </c:pt>
                <c:pt idx="5348">
                  <c:v>6.0</c:v>
                </c:pt>
                <c:pt idx="5349">
                  <c:v>6.0</c:v>
                </c:pt>
                <c:pt idx="5350">
                  <c:v>6.0</c:v>
                </c:pt>
                <c:pt idx="5351">
                  <c:v>6.0</c:v>
                </c:pt>
                <c:pt idx="5352">
                  <c:v>6.0</c:v>
                </c:pt>
                <c:pt idx="5353">
                  <c:v>6.0</c:v>
                </c:pt>
                <c:pt idx="5354">
                  <c:v>6.0</c:v>
                </c:pt>
                <c:pt idx="5355">
                  <c:v>6.0</c:v>
                </c:pt>
                <c:pt idx="5356">
                  <c:v>6.0</c:v>
                </c:pt>
                <c:pt idx="5357">
                  <c:v>6.0</c:v>
                </c:pt>
                <c:pt idx="5358">
                  <c:v>6.0</c:v>
                </c:pt>
                <c:pt idx="5359">
                  <c:v>6.0</c:v>
                </c:pt>
                <c:pt idx="5360">
                  <c:v>6.0</c:v>
                </c:pt>
                <c:pt idx="5361">
                  <c:v>6.0</c:v>
                </c:pt>
                <c:pt idx="5362">
                  <c:v>6.0</c:v>
                </c:pt>
                <c:pt idx="5363">
                  <c:v>6.0</c:v>
                </c:pt>
                <c:pt idx="5364">
                  <c:v>6.0</c:v>
                </c:pt>
                <c:pt idx="5365">
                  <c:v>6.0</c:v>
                </c:pt>
                <c:pt idx="5366">
                  <c:v>6.0</c:v>
                </c:pt>
                <c:pt idx="5367">
                  <c:v>6.0</c:v>
                </c:pt>
                <c:pt idx="5368">
                  <c:v>6.0</c:v>
                </c:pt>
                <c:pt idx="5369">
                  <c:v>6.0</c:v>
                </c:pt>
                <c:pt idx="5370">
                  <c:v>6.0</c:v>
                </c:pt>
                <c:pt idx="5371">
                  <c:v>6.0</c:v>
                </c:pt>
                <c:pt idx="5372">
                  <c:v>6.0</c:v>
                </c:pt>
                <c:pt idx="5373">
                  <c:v>6.0</c:v>
                </c:pt>
                <c:pt idx="5374">
                  <c:v>6.0</c:v>
                </c:pt>
                <c:pt idx="5375">
                  <c:v>6.0</c:v>
                </c:pt>
                <c:pt idx="5376">
                  <c:v>6.0</c:v>
                </c:pt>
                <c:pt idx="5377">
                  <c:v>6.0</c:v>
                </c:pt>
                <c:pt idx="5378">
                  <c:v>6.0</c:v>
                </c:pt>
                <c:pt idx="5379">
                  <c:v>6.0</c:v>
                </c:pt>
                <c:pt idx="5380">
                  <c:v>6.0</c:v>
                </c:pt>
                <c:pt idx="5381">
                  <c:v>6.0</c:v>
                </c:pt>
                <c:pt idx="5382">
                  <c:v>6.0</c:v>
                </c:pt>
                <c:pt idx="5383">
                  <c:v>6.0</c:v>
                </c:pt>
                <c:pt idx="5384">
                  <c:v>6.0</c:v>
                </c:pt>
                <c:pt idx="5385">
                  <c:v>6.0</c:v>
                </c:pt>
                <c:pt idx="5386">
                  <c:v>6.0</c:v>
                </c:pt>
                <c:pt idx="5387">
                  <c:v>6.0</c:v>
                </c:pt>
                <c:pt idx="5388">
                  <c:v>6.0</c:v>
                </c:pt>
                <c:pt idx="5389">
                  <c:v>6.0</c:v>
                </c:pt>
                <c:pt idx="5390">
                  <c:v>6.0</c:v>
                </c:pt>
                <c:pt idx="5391">
                  <c:v>6.0</c:v>
                </c:pt>
                <c:pt idx="5392">
                  <c:v>6.0</c:v>
                </c:pt>
                <c:pt idx="5393">
                  <c:v>6.0</c:v>
                </c:pt>
                <c:pt idx="5394">
                  <c:v>6.0</c:v>
                </c:pt>
                <c:pt idx="5395">
                  <c:v>6.0</c:v>
                </c:pt>
                <c:pt idx="5396">
                  <c:v>6.0</c:v>
                </c:pt>
                <c:pt idx="5397">
                  <c:v>6.0</c:v>
                </c:pt>
                <c:pt idx="5398">
                  <c:v>6.0</c:v>
                </c:pt>
                <c:pt idx="5399">
                  <c:v>6.0</c:v>
                </c:pt>
                <c:pt idx="5400">
                  <c:v>6.0</c:v>
                </c:pt>
                <c:pt idx="5401">
                  <c:v>6.0</c:v>
                </c:pt>
                <c:pt idx="5402">
                  <c:v>6.0</c:v>
                </c:pt>
                <c:pt idx="5403">
                  <c:v>6.0</c:v>
                </c:pt>
                <c:pt idx="5404">
                  <c:v>6.0</c:v>
                </c:pt>
                <c:pt idx="5405">
                  <c:v>6.0</c:v>
                </c:pt>
                <c:pt idx="5406">
                  <c:v>6.0</c:v>
                </c:pt>
                <c:pt idx="5407">
                  <c:v>6.0</c:v>
                </c:pt>
                <c:pt idx="5408">
                  <c:v>6.0</c:v>
                </c:pt>
                <c:pt idx="5409">
                  <c:v>6.0</c:v>
                </c:pt>
                <c:pt idx="5410">
                  <c:v>6.0</c:v>
                </c:pt>
                <c:pt idx="5411">
                  <c:v>6.0</c:v>
                </c:pt>
                <c:pt idx="5412">
                  <c:v>6.0</c:v>
                </c:pt>
                <c:pt idx="5413">
                  <c:v>6.0</c:v>
                </c:pt>
                <c:pt idx="5414">
                  <c:v>6.0</c:v>
                </c:pt>
                <c:pt idx="5415">
                  <c:v>6.0</c:v>
                </c:pt>
                <c:pt idx="5416">
                  <c:v>6.0</c:v>
                </c:pt>
                <c:pt idx="5417">
                  <c:v>6.0</c:v>
                </c:pt>
                <c:pt idx="5418">
                  <c:v>6.0</c:v>
                </c:pt>
                <c:pt idx="5419">
                  <c:v>6.0</c:v>
                </c:pt>
                <c:pt idx="5420">
                  <c:v>6.0</c:v>
                </c:pt>
                <c:pt idx="5421">
                  <c:v>6.0</c:v>
                </c:pt>
                <c:pt idx="5422">
                  <c:v>6.0</c:v>
                </c:pt>
                <c:pt idx="5423">
                  <c:v>6.0</c:v>
                </c:pt>
                <c:pt idx="5424">
                  <c:v>6.0</c:v>
                </c:pt>
                <c:pt idx="5425">
                  <c:v>6.0</c:v>
                </c:pt>
                <c:pt idx="5426">
                  <c:v>6.0</c:v>
                </c:pt>
                <c:pt idx="5427">
                  <c:v>6.0</c:v>
                </c:pt>
                <c:pt idx="5428">
                  <c:v>6.0</c:v>
                </c:pt>
                <c:pt idx="5429">
                  <c:v>6.0</c:v>
                </c:pt>
                <c:pt idx="5430">
                  <c:v>6.0</c:v>
                </c:pt>
                <c:pt idx="5431">
                  <c:v>6.0</c:v>
                </c:pt>
                <c:pt idx="5432">
                  <c:v>6.0</c:v>
                </c:pt>
                <c:pt idx="5433">
                  <c:v>6.0</c:v>
                </c:pt>
                <c:pt idx="5434">
                  <c:v>6.0</c:v>
                </c:pt>
                <c:pt idx="5435">
                  <c:v>6.0</c:v>
                </c:pt>
                <c:pt idx="5436">
                  <c:v>6.0</c:v>
                </c:pt>
                <c:pt idx="5437">
                  <c:v>6.0</c:v>
                </c:pt>
                <c:pt idx="5438">
                  <c:v>6.0</c:v>
                </c:pt>
                <c:pt idx="5439">
                  <c:v>6.0</c:v>
                </c:pt>
                <c:pt idx="5440">
                  <c:v>6.0</c:v>
                </c:pt>
                <c:pt idx="5441">
                  <c:v>6.0</c:v>
                </c:pt>
                <c:pt idx="5442">
                  <c:v>6.0</c:v>
                </c:pt>
                <c:pt idx="5443">
                  <c:v>6.0</c:v>
                </c:pt>
                <c:pt idx="5444">
                  <c:v>6.0</c:v>
                </c:pt>
                <c:pt idx="5445">
                  <c:v>6.0</c:v>
                </c:pt>
                <c:pt idx="5446">
                  <c:v>6.0</c:v>
                </c:pt>
                <c:pt idx="5447">
                  <c:v>6.0</c:v>
                </c:pt>
                <c:pt idx="5448">
                  <c:v>6.0</c:v>
                </c:pt>
                <c:pt idx="5449">
                  <c:v>6.0</c:v>
                </c:pt>
                <c:pt idx="5450">
                  <c:v>6.0</c:v>
                </c:pt>
                <c:pt idx="5451">
                  <c:v>6.0</c:v>
                </c:pt>
                <c:pt idx="5452">
                  <c:v>6.0</c:v>
                </c:pt>
                <c:pt idx="5453">
                  <c:v>6.0</c:v>
                </c:pt>
                <c:pt idx="5454">
                  <c:v>6.0</c:v>
                </c:pt>
                <c:pt idx="5455">
                  <c:v>6.0</c:v>
                </c:pt>
                <c:pt idx="5456">
                  <c:v>6.0</c:v>
                </c:pt>
                <c:pt idx="5457">
                  <c:v>6.0</c:v>
                </c:pt>
                <c:pt idx="5458">
                  <c:v>6.0</c:v>
                </c:pt>
                <c:pt idx="5459">
                  <c:v>6.0</c:v>
                </c:pt>
                <c:pt idx="5460">
                  <c:v>6.0</c:v>
                </c:pt>
                <c:pt idx="5461">
                  <c:v>6.0</c:v>
                </c:pt>
                <c:pt idx="5462">
                  <c:v>6.0</c:v>
                </c:pt>
                <c:pt idx="5463">
                  <c:v>6.0</c:v>
                </c:pt>
                <c:pt idx="5464">
                  <c:v>6.0</c:v>
                </c:pt>
                <c:pt idx="5465">
                  <c:v>6.0</c:v>
                </c:pt>
                <c:pt idx="5466">
                  <c:v>6.0</c:v>
                </c:pt>
                <c:pt idx="5467">
                  <c:v>6.0</c:v>
                </c:pt>
                <c:pt idx="5468">
                  <c:v>6.0</c:v>
                </c:pt>
                <c:pt idx="5469">
                  <c:v>6.0</c:v>
                </c:pt>
                <c:pt idx="5470">
                  <c:v>6.0</c:v>
                </c:pt>
                <c:pt idx="5471">
                  <c:v>6.0</c:v>
                </c:pt>
                <c:pt idx="5472">
                  <c:v>6.0</c:v>
                </c:pt>
                <c:pt idx="5473">
                  <c:v>6.0</c:v>
                </c:pt>
                <c:pt idx="5474">
                  <c:v>6.0</c:v>
                </c:pt>
                <c:pt idx="5475">
                  <c:v>6.0</c:v>
                </c:pt>
                <c:pt idx="5476">
                  <c:v>6.0</c:v>
                </c:pt>
                <c:pt idx="5477">
                  <c:v>6.0</c:v>
                </c:pt>
                <c:pt idx="5478">
                  <c:v>6.0</c:v>
                </c:pt>
                <c:pt idx="5479">
                  <c:v>6.0</c:v>
                </c:pt>
                <c:pt idx="5480">
                  <c:v>6.0</c:v>
                </c:pt>
                <c:pt idx="5481">
                  <c:v>6.0</c:v>
                </c:pt>
                <c:pt idx="5482">
                  <c:v>6.0</c:v>
                </c:pt>
                <c:pt idx="5483">
                  <c:v>6.0</c:v>
                </c:pt>
                <c:pt idx="5484">
                  <c:v>6.0</c:v>
                </c:pt>
                <c:pt idx="5485">
                  <c:v>6.0</c:v>
                </c:pt>
                <c:pt idx="5486">
                  <c:v>6.0</c:v>
                </c:pt>
                <c:pt idx="5487">
                  <c:v>6.0</c:v>
                </c:pt>
                <c:pt idx="5488">
                  <c:v>6.0</c:v>
                </c:pt>
                <c:pt idx="5489">
                  <c:v>6.0</c:v>
                </c:pt>
                <c:pt idx="5490">
                  <c:v>6.0</c:v>
                </c:pt>
                <c:pt idx="5491">
                  <c:v>6.0</c:v>
                </c:pt>
                <c:pt idx="5492">
                  <c:v>6.0</c:v>
                </c:pt>
                <c:pt idx="5493">
                  <c:v>6.0</c:v>
                </c:pt>
                <c:pt idx="5494">
                  <c:v>6.0</c:v>
                </c:pt>
                <c:pt idx="5495">
                  <c:v>6.0</c:v>
                </c:pt>
                <c:pt idx="5496">
                  <c:v>6.0</c:v>
                </c:pt>
                <c:pt idx="5497">
                  <c:v>6.0</c:v>
                </c:pt>
                <c:pt idx="5498">
                  <c:v>6.0</c:v>
                </c:pt>
                <c:pt idx="5499">
                  <c:v>6.0</c:v>
                </c:pt>
                <c:pt idx="5500">
                  <c:v>6.0</c:v>
                </c:pt>
                <c:pt idx="5501">
                  <c:v>6.0</c:v>
                </c:pt>
                <c:pt idx="5502">
                  <c:v>6.0</c:v>
                </c:pt>
                <c:pt idx="5503">
                  <c:v>6.0</c:v>
                </c:pt>
                <c:pt idx="5504">
                  <c:v>6.0</c:v>
                </c:pt>
                <c:pt idx="5505">
                  <c:v>6.0</c:v>
                </c:pt>
                <c:pt idx="5506">
                  <c:v>6.0</c:v>
                </c:pt>
                <c:pt idx="5507">
                  <c:v>6.0</c:v>
                </c:pt>
                <c:pt idx="5508">
                  <c:v>6.0</c:v>
                </c:pt>
                <c:pt idx="5509">
                  <c:v>6.0</c:v>
                </c:pt>
                <c:pt idx="5510">
                  <c:v>6.0</c:v>
                </c:pt>
                <c:pt idx="5511">
                  <c:v>6.0</c:v>
                </c:pt>
                <c:pt idx="5512">
                  <c:v>6.0</c:v>
                </c:pt>
                <c:pt idx="5513">
                  <c:v>6.0</c:v>
                </c:pt>
                <c:pt idx="5514">
                  <c:v>6.0</c:v>
                </c:pt>
                <c:pt idx="5515">
                  <c:v>6.0</c:v>
                </c:pt>
                <c:pt idx="5516">
                  <c:v>6.0</c:v>
                </c:pt>
                <c:pt idx="5517">
                  <c:v>6.0</c:v>
                </c:pt>
                <c:pt idx="5518">
                  <c:v>6.0</c:v>
                </c:pt>
                <c:pt idx="5519">
                  <c:v>6.0</c:v>
                </c:pt>
                <c:pt idx="5520">
                  <c:v>6.0</c:v>
                </c:pt>
                <c:pt idx="5521">
                  <c:v>6.0</c:v>
                </c:pt>
                <c:pt idx="5522">
                  <c:v>6.0</c:v>
                </c:pt>
                <c:pt idx="5523">
                  <c:v>6.0</c:v>
                </c:pt>
                <c:pt idx="5524">
                  <c:v>6.0</c:v>
                </c:pt>
                <c:pt idx="5525">
                  <c:v>6.0</c:v>
                </c:pt>
                <c:pt idx="5526">
                  <c:v>6.0</c:v>
                </c:pt>
                <c:pt idx="5527">
                  <c:v>6.0</c:v>
                </c:pt>
                <c:pt idx="5528">
                  <c:v>6.0</c:v>
                </c:pt>
                <c:pt idx="5529">
                  <c:v>6.0</c:v>
                </c:pt>
                <c:pt idx="5530">
                  <c:v>6.0</c:v>
                </c:pt>
                <c:pt idx="5531">
                  <c:v>6.0</c:v>
                </c:pt>
                <c:pt idx="5532">
                  <c:v>6.0</c:v>
                </c:pt>
                <c:pt idx="5533">
                  <c:v>6.0</c:v>
                </c:pt>
                <c:pt idx="5534">
                  <c:v>6.0</c:v>
                </c:pt>
                <c:pt idx="5535">
                  <c:v>6.0</c:v>
                </c:pt>
                <c:pt idx="5536">
                  <c:v>6.0</c:v>
                </c:pt>
                <c:pt idx="5537">
                  <c:v>6.0</c:v>
                </c:pt>
                <c:pt idx="5538">
                  <c:v>6.0</c:v>
                </c:pt>
                <c:pt idx="5539">
                  <c:v>6.0</c:v>
                </c:pt>
                <c:pt idx="5540">
                  <c:v>6.0</c:v>
                </c:pt>
                <c:pt idx="5541">
                  <c:v>6.0</c:v>
                </c:pt>
                <c:pt idx="5542">
                  <c:v>6.0</c:v>
                </c:pt>
                <c:pt idx="5543">
                  <c:v>6.0</c:v>
                </c:pt>
                <c:pt idx="5544">
                  <c:v>6.0</c:v>
                </c:pt>
                <c:pt idx="5545">
                  <c:v>6.0</c:v>
                </c:pt>
                <c:pt idx="5546">
                  <c:v>6.0</c:v>
                </c:pt>
                <c:pt idx="5547">
                  <c:v>6.0</c:v>
                </c:pt>
                <c:pt idx="5548">
                  <c:v>6.0</c:v>
                </c:pt>
                <c:pt idx="5549">
                  <c:v>6.0</c:v>
                </c:pt>
                <c:pt idx="5550">
                  <c:v>6.0</c:v>
                </c:pt>
                <c:pt idx="5551">
                  <c:v>6.0</c:v>
                </c:pt>
                <c:pt idx="5552">
                  <c:v>6.0</c:v>
                </c:pt>
                <c:pt idx="5553">
                  <c:v>6.0</c:v>
                </c:pt>
                <c:pt idx="5554">
                  <c:v>6.0</c:v>
                </c:pt>
                <c:pt idx="5555">
                  <c:v>6.0</c:v>
                </c:pt>
                <c:pt idx="5556">
                  <c:v>6.0</c:v>
                </c:pt>
                <c:pt idx="5557">
                  <c:v>6.0</c:v>
                </c:pt>
                <c:pt idx="5558">
                  <c:v>6.0</c:v>
                </c:pt>
                <c:pt idx="5559">
                  <c:v>6.0</c:v>
                </c:pt>
                <c:pt idx="5560">
                  <c:v>6.0</c:v>
                </c:pt>
                <c:pt idx="5561">
                  <c:v>6.0</c:v>
                </c:pt>
                <c:pt idx="5562">
                  <c:v>6.0</c:v>
                </c:pt>
                <c:pt idx="5563">
                  <c:v>6.0</c:v>
                </c:pt>
                <c:pt idx="5564">
                  <c:v>6.0</c:v>
                </c:pt>
                <c:pt idx="5565">
                  <c:v>6.0</c:v>
                </c:pt>
                <c:pt idx="5566">
                  <c:v>6.0</c:v>
                </c:pt>
                <c:pt idx="5567">
                  <c:v>6.0</c:v>
                </c:pt>
                <c:pt idx="5568">
                  <c:v>6.0</c:v>
                </c:pt>
                <c:pt idx="5569">
                  <c:v>6.0</c:v>
                </c:pt>
                <c:pt idx="5570">
                  <c:v>6.0</c:v>
                </c:pt>
                <c:pt idx="5571">
                  <c:v>6.0</c:v>
                </c:pt>
                <c:pt idx="5572">
                  <c:v>6.0</c:v>
                </c:pt>
                <c:pt idx="5573">
                  <c:v>6.0</c:v>
                </c:pt>
                <c:pt idx="5574">
                  <c:v>6.0</c:v>
                </c:pt>
                <c:pt idx="5575">
                  <c:v>6.0</c:v>
                </c:pt>
                <c:pt idx="5576">
                  <c:v>6.0</c:v>
                </c:pt>
                <c:pt idx="5577">
                  <c:v>6.0</c:v>
                </c:pt>
                <c:pt idx="5578">
                  <c:v>6.0</c:v>
                </c:pt>
                <c:pt idx="5579">
                  <c:v>6.0</c:v>
                </c:pt>
                <c:pt idx="5580">
                  <c:v>6.0</c:v>
                </c:pt>
                <c:pt idx="5581">
                  <c:v>6.0</c:v>
                </c:pt>
                <c:pt idx="5582">
                  <c:v>6.0</c:v>
                </c:pt>
                <c:pt idx="5583">
                  <c:v>6.0</c:v>
                </c:pt>
                <c:pt idx="5584">
                  <c:v>6.0</c:v>
                </c:pt>
                <c:pt idx="5585">
                  <c:v>6.0</c:v>
                </c:pt>
                <c:pt idx="5586">
                  <c:v>6.0</c:v>
                </c:pt>
                <c:pt idx="5587">
                  <c:v>6.0</c:v>
                </c:pt>
                <c:pt idx="5588">
                  <c:v>6.0</c:v>
                </c:pt>
                <c:pt idx="5589">
                  <c:v>6.0</c:v>
                </c:pt>
                <c:pt idx="5590">
                  <c:v>6.0</c:v>
                </c:pt>
                <c:pt idx="5591">
                  <c:v>6.0</c:v>
                </c:pt>
                <c:pt idx="5592">
                  <c:v>6.0</c:v>
                </c:pt>
                <c:pt idx="5593">
                  <c:v>6.0</c:v>
                </c:pt>
                <c:pt idx="5594">
                  <c:v>6.0</c:v>
                </c:pt>
                <c:pt idx="5595">
                  <c:v>6.0</c:v>
                </c:pt>
                <c:pt idx="5596">
                  <c:v>6.0</c:v>
                </c:pt>
                <c:pt idx="5597">
                  <c:v>6.0</c:v>
                </c:pt>
                <c:pt idx="5598">
                  <c:v>6.0</c:v>
                </c:pt>
                <c:pt idx="5599">
                  <c:v>6.0</c:v>
                </c:pt>
                <c:pt idx="5600">
                  <c:v>6.0</c:v>
                </c:pt>
                <c:pt idx="5601">
                  <c:v>6.0</c:v>
                </c:pt>
                <c:pt idx="5602">
                  <c:v>6.0</c:v>
                </c:pt>
                <c:pt idx="5603">
                  <c:v>6.0</c:v>
                </c:pt>
                <c:pt idx="5604">
                  <c:v>6.0</c:v>
                </c:pt>
                <c:pt idx="5605">
                  <c:v>6.0</c:v>
                </c:pt>
                <c:pt idx="5606">
                  <c:v>6.0</c:v>
                </c:pt>
                <c:pt idx="5607">
                  <c:v>6.0</c:v>
                </c:pt>
                <c:pt idx="5608">
                  <c:v>6.0</c:v>
                </c:pt>
                <c:pt idx="5609">
                  <c:v>6.0</c:v>
                </c:pt>
                <c:pt idx="5610">
                  <c:v>6.0</c:v>
                </c:pt>
                <c:pt idx="5611">
                  <c:v>6.0</c:v>
                </c:pt>
                <c:pt idx="5612">
                  <c:v>6.0</c:v>
                </c:pt>
                <c:pt idx="5613">
                  <c:v>6.0</c:v>
                </c:pt>
                <c:pt idx="5614">
                  <c:v>6.0</c:v>
                </c:pt>
                <c:pt idx="5615">
                  <c:v>6.0</c:v>
                </c:pt>
                <c:pt idx="5616">
                  <c:v>6.0</c:v>
                </c:pt>
                <c:pt idx="5617">
                  <c:v>6.0</c:v>
                </c:pt>
                <c:pt idx="5618">
                  <c:v>6.0</c:v>
                </c:pt>
                <c:pt idx="5619">
                  <c:v>6.0</c:v>
                </c:pt>
                <c:pt idx="5620">
                  <c:v>6.0</c:v>
                </c:pt>
                <c:pt idx="5621">
                  <c:v>6.0</c:v>
                </c:pt>
                <c:pt idx="5622">
                  <c:v>6.0</c:v>
                </c:pt>
                <c:pt idx="5623">
                  <c:v>6.0</c:v>
                </c:pt>
                <c:pt idx="5624">
                  <c:v>6.0</c:v>
                </c:pt>
                <c:pt idx="5625">
                  <c:v>6.0</c:v>
                </c:pt>
                <c:pt idx="5626">
                  <c:v>6.0</c:v>
                </c:pt>
                <c:pt idx="5627">
                  <c:v>6.0</c:v>
                </c:pt>
                <c:pt idx="5628">
                  <c:v>6.0</c:v>
                </c:pt>
                <c:pt idx="5629">
                  <c:v>6.0</c:v>
                </c:pt>
                <c:pt idx="5630">
                  <c:v>6.0</c:v>
                </c:pt>
                <c:pt idx="5631">
                  <c:v>6.0</c:v>
                </c:pt>
                <c:pt idx="5632">
                  <c:v>6.0</c:v>
                </c:pt>
                <c:pt idx="5633">
                  <c:v>6.0</c:v>
                </c:pt>
                <c:pt idx="5634">
                  <c:v>6.0</c:v>
                </c:pt>
                <c:pt idx="5635">
                  <c:v>6.0</c:v>
                </c:pt>
                <c:pt idx="5636">
                  <c:v>6.0</c:v>
                </c:pt>
                <c:pt idx="5637">
                  <c:v>6.0</c:v>
                </c:pt>
                <c:pt idx="5638">
                  <c:v>6.0</c:v>
                </c:pt>
                <c:pt idx="5639">
                  <c:v>6.0</c:v>
                </c:pt>
                <c:pt idx="5640">
                  <c:v>6.0</c:v>
                </c:pt>
                <c:pt idx="5641">
                  <c:v>6.0</c:v>
                </c:pt>
                <c:pt idx="5642">
                  <c:v>6.0</c:v>
                </c:pt>
                <c:pt idx="5643">
                  <c:v>6.0</c:v>
                </c:pt>
                <c:pt idx="5644">
                  <c:v>6.0</c:v>
                </c:pt>
                <c:pt idx="5645">
                  <c:v>6.0</c:v>
                </c:pt>
                <c:pt idx="5646">
                  <c:v>6.0</c:v>
                </c:pt>
                <c:pt idx="5647">
                  <c:v>6.0</c:v>
                </c:pt>
                <c:pt idx="5648">
                  <c:v>6.0</c:v>
                </c:pt>
                <c:pt idx="5649">
                  <c:v>6.0</c:v>
                </c:pt>
                <c:pt idx="5650">
                  <c:v>6.0</c:v>
                </c:pt>
                <c:pt idx="5651">
                  <c:v>6.0</c:v>
                </c:pt>
                <c:pt idx="5652">
                  <c:v>6.0</c:v>
                </c:pt>
                <c:pt idx="5653">
                  <c:v>6.0</c:v>
                </c:pt>
                <c:pt idx="5654">
                  <c:v>6.0</c:v>
                </c:pt>
                <c:pt idx="5655">
                  <c:v>6.0</c:v>
                </c:pt>
                <c:pt idx="5656">
                  <c:v>6.0</c:v>
                </c:pt>
                <c:pt idx="5657">
                  <c:v>6.0</c:v>
                </c:pt>
                <c:pt idx="5658">
                  <c:v>6.0</c:v>
                </c:pt>
                <c:pt idx="5659">
                  <c:v>6.0</c:v>
                </c:pt>
                <c:pt idx="5660">
                  <c:v>6.0</c:v>
                </c:pt>
                <c:pt idx="5661">
                  <c:v>6.0</c:v>
                </c:pt>
                <c:pt idx="5662">
                  <c:v>6.0</c:v>
                </c:pt>
                <c:pt idx="5663">
                  <c:v>6.0</c:v>
                </c:pt>
                <c:pt idx="5664">
                  <c:v>6.0</c:v>
                </c:pt>
                <c:pt idx="5665">
                  <c:v>6.0</c:v>
                </c:pt>
                <c:pt idx="5666">
                  <c:v>6.0</c:v>
                </c:pt>
                <c:pt idx="5667">
                  <c:v>6.0</c:v>
                </c:pt>
                <c:pt idx="5668">
                  <c:v>6.0</c:v>
                </c:pt>
                <c:pt idx="5669">
                  <c:v>6.0</c:v>
                </c:pt>
                <c:pt idx="5670">
                  <c:v>6.0</c:v>
                </c:pt>
                <c:pt idx="5671">
                  <c:v>6.0</c:v>
                </c:pt>
                <c:pt idx="5672">
                  <c:v>6.0</c:v>
                </c:pt>
                <c:pt idx="5673">
                  <c:v>6.0</c:v>
                </c:pt>
                <c:pt idx="5674">
                  <c:v>6.0</c:v>
                </c:pt>
                <c:pt idx="5675">
                  <c:v>6.0</c:v>
                </c:pt>
                <c:pt idx="5676">
                  <c:v>6.0</c:v>
                </c:pt>
                <c:pt idx="5677">
                  <c:v>6.0</c:v>
                </c:pt>
                <c:pt idx="5678">
                  <c:v>6.0</c:v>
                </c:pt>
                <c:pt idx="5679">
                  <c:v>6.0</c:v>
                </c:pt>
                <c:pt idx="5680">
                  <c:v>6.0</c:v>
                </c:pt>
                <c:pt idx="5681">
                  <c:v>6.0</c:v>
                </c:pt>
                <c:pt idx="5682">
                  <c:v>6.0</c:v>
                </c:pt>
                <c:pt idx="5683">
                  <c:v>6.0</c:v>
                </c:pt>
                <c:pt idx="5684">
                  <c:v>6.0</c:v>
                </c:pt>
                <c:pt idx="5685">
                  <c:v>6.0</c:v>
                </c:pt>
                <c:pt idx="5686">
                  <c:v>6.0</c:v>
                </c:pt>
                <c:pt idx="5687">
                  <c:v>6.0</c:v>
                </c:pt>
                <c:pt idx="5688">
                  <c:v>6.0</c:v>
                </c:pt>
                <c:pt idx="5689">
                  <c:v>6.0</c:v>
                </c:pt>
                <c:pt idx="5690">
                  <c:v>6.0</c:v>
                </c:pt>
                <c:pt idx="5691">
                  <c:v>6.0</c:v>
                </c:pt>
                <c:pt idx="5692">
                  <c:v>6.0</c:v>
                </c:pt>
                <c:pt idx="5693">
                  <c:v>6.0</c:v>
                </c:pt>
                <c:pt idx="5694">
                  <c:v>6.0</c:v>
                </c:pt>
                <c:pt idx="5695">
                  <c:v>6.0</c:v>
                </c:pt>
                <c:pt idx="5696">
                  <c:v>6.0</c:v>
                </c:pt>
                <c:pt idx="5697">
                  <c:v>6.0</c:v>
                </c:pt>
                <c:pt idx="5698">
                  <c:v>6.0</c:v>
                </c:pt>
                <c:pt idx="5699">
                  <c:v>6.0</c:v>
                </c:pt>
                <c:pt idx="5700">
                  <c:v>6.0</c:v>
                </c:pt>
                <c:pt idx="5701">
                  <c:v>6.0</c:v>
                </c:pt>
                <c:pt idx="5702">
                  <c:v>6.0</c:v>
                </c:pt>
                <c:pt idx="5703">
                  <c:v>6.0</c:v>
                </c:pt>
                <c:pt idx="5704">
                  <c:v>6.0</c:v>
                </c:pt>
                <c:pt idx="5705">
                  <c:v>6.0</c:v>
                </c:pt>
                <c:pt idx="5706">
                  <c:v>6.0</c:v>
                </c:pt>
                <c:pt idx="5707">
                  <c:v>6.0</c:v>
                </c:pt>
                <c:pt idx="5708">
                  <c:v>6.0</c:v>
                </c:pt>
                <c:pt idx="5709">
                  <c:v>6.0</c:v>
                </c:pt>
                <c:pt idx="5710">
                  <c:v>6.0</c:v>
                </c:pt>
                <c:pt idx="5711">
                  <c:v>6.0</c:v>
                </c:pt>
                <c:pt idx="5712">
                  <c:v>6.0</c:v>
                </c:pt>
                <c:pt idx="5713">
                  <c:v>6.0</c:v>
                </c:pt>
                <c:pt idx="5714">
                  <c:v>6.0</c:v>
                </c:pt>
                <c:pt idx="5715">
                  <c:v>6.0</c:v>
                </c:pt>
                <c:pt idx="5716">
                  <c:v>6.0</c:v>
                </c:pt>
                <c:pt idx="5717">
                  <c:v>6.0</c:v>
                </c:pt>
                <c:pt idx="5718">
                  <c:v>6.0</c:v>
                </c:pt>
                <c:pt idx="5719">
                  <c:v>6.0</c:v>
                </c:pt>
                <c:pt idx="5720">
                  <c:v>6.0</c:v>
                </c:pt>
                <c:pt idx="5721">
                  <c:v>6.0</c:v>
                </c:pt>
                <c:pt idx="5722">
                  <c:v>6.0</c:v>
                </c:pt>
                <c:pt idx="5723">
                  <c:v>6.0</c:v>
                </c:pt>
                <c:pt idx="5724">
                  <c:v>6.0</c:v>
                </c:pt>
                <c:pt idx="5725">
                  <c:v>6.0</c:v>
                </c:pt>
                <c:pt idx="5726">
                  <c:v>6.0</c:v>
                </c:pt>
                <c:pt idx="5727">
                  <c:v>6.0</c:v>
                </c:pt>
                <c:pt idx="5728">
                  <c:v>6.0</c:v>
                </c:pt>
                <c:pt idx="5729">
                  <c:v>6.0</c:v>
                </c:pt>
                <c:pt idx="5730">
                  <c:v>6.0</c:v>
                </c:pt>
                <c:pt idx="5731">
                  <c:v>6.0</c:v>
                </c:pt>
                <c:pt idx="5732">
                  <c:v>6.0</c:v>
                </c:pt>
                <c:pt idx="5733">
                  <c:v>6.0</c:v>
                </c:pt>
                <c:pt idx="5734">
                  <c:v>6.0</c:v>
                </c:pt>
                <c:pt idx="5735">
                  <c:v>6.0</c:v>
                </c:pt>
                <c:pt idx="5736">
                  <c:v>6.0</c:v>
                </c:pt>
                <c:pt idx="5737">
                  <c:v>6.0</c:v>
                </c:pt>
                <c:pt idx="5738">
                  <c:v>6.0</c:v>
                </c:pt>
                <c:pt idx="5739">
                  <c:v>6.0</c:v>
                </c:pt>
                <c:pt idx="5740">
                  <c:v>6.0</c:v>
                </c:pt>
                <c:pt idx="5741">
                  <c:v>6.0</c:v>
                </c:pt>
                <c:pt idx="5742">
                  <c:v>6.0</c:v>
                </c:pt>
                <c:pt idx="5743">
                  <c:v>6.0</c:v>
                </c:pt>
                <c:pt idx="5744">
                  <c:v>6.0</c:v>
                </c:pt>
                <c:pt idx="5745">
                  <c:v>6.0</c:v>
                </c:pt>
                <c:pt idx="5746">
                  <c:v>6.0</c:v>
                </c:pt>
                <c:pt idx="5747">
                  <c:v>6.0</c:v>
                </c:pt>
                <c:pt idx="5748">
                  <c:v>6.0</c:v>
                </c:pt>
                <c:pt idx="5749">
                  <c:v>6.0</c:v>
                </c:pt>
                <c:pt idx="5750">
                  <c:v>6.0</c:v>
                </c:pt>
                <c:pt idx="5751">
                  <c:v>6.0</c:v>
                </c:pt>
                <c:pt idx="5752">
                  <c:v>6.0</c:v>
                </c:pt>
                <c:pt idx="5753">
                  <c:v>6.0</c:v>
                </c:pt>
                <c:pt idx="5754">
                  <c:v>6.0</c:v>
                </c:pt>
                <c:pt idx="5755">
                  <c:v>6.0</c:v>
                </c:pt>
                <c:pt idx="5756">
                  <c:v>6.0</c:v>
                </c:pt>
                <c:pt idx="5757">
                  <c:v>6.0</c:v>
                </c:pt>
                <c:pt idx="5758">
                  <c:v>6.0</c:v>
                </c:pt>
                <c:pt idx="5759">
                  <c:v>6.0</c:v>
                </c:pt>
                <c:pt idx="5760">
                  <c:v>6.0</c:v>
                </c:pt>
                <c:pt idx="5761">
                  <c:v>6.0</c:v>
                </c:pt>
                <c:pt idx="5762">
                  <c:v>6.0</c:v>
                </c:pt>
                <c:pt idx="5763">
                  <c:v>6.0</c:v>
                </c:pt>
                <c:pt idx="5764">
                  <c:v>6.0</c:v>
                </c:pt>
                <c:pt idx="5765">
                  <c:v>6.0</c:v>
                </c:pt>
                <c:pt idx="5766">
                  <c:v>6.0</c:v>
                </c:pt>
                <c:pt idx="5767">
                  <c:v>6.0</c:v>
                </c:pt>
                <c:pt idx="5768">
                  <c:v>6.0</c:v>
                </c:pt>
                <c:pt idx="5769">
                  <c:v>6.0</c:v>
                </c:pt>
                <c:pt idx="5770">
                  <c:v>6.0</c:v>
                </c:pt>
                <c:pt idx="5771">
                  <c:v>6.0</c:v>
                </c:pt>
                <c:pt idx="5772">
                  <c:v>6.0</c:v>
                </c:pt>
                <c:pt idx="5773">
                  <c:v>6.0</c:v>
                </c:pt>
                <c:pt idx="5774">
                  <c:v>6.0</c:v>
                </c:pt>
                <c:pt idx="5775">
                  <c:v>6.0</c:v>
                </c:pt>
                <c:pt idx="5776">
                  <c:v>6.0</c:v>
                </c:pt>
                <c:pt idx="5777">
                  <c:v>6.0</c:v>
                </c:pt>
                <c:pt idx="5778">
                  <c:v>6.0</c:v>
                </c:pt>
                <c:pt idx="5779">
                  <c:v>6.0</c:v>
                </c:pt>
                <c:pt idx="5780">
                  <c:v>6.0</c:v>
                </c:pt>
                <c:pt idx="5781">
                  <c:v>6.0</c:v>
                </c:pt>
                <c:pt idx="5782">
                  <c:v>6.0</c:v>
                </c:pt>
                <c:pt idx="5783">
                  <c:v>6.0</c:v>
                </c:pt>
                <c:pt idx="5784">
                  <c:v>6.0</c:v>
                </c:pt>
                <c:pt idx="5785">
                  <c:v>6.0</c:v>
                </c:pt>
                <c:pt idx="5786">
                  <c:v>6.0</c:v>
                </c:pt>
                <c:pt idx="5787">
                  <c:v>6.0</c:v>
                </c:pt>
                <c:pt idx="5788">
                  <c:v>6.0</c:v>
                </c:pt>
                <c:pt idx="5789">
                  <c:v>6.0</c:v>
                </c:pt>
                <c:pt idx="5790">
                  <c:v>6.0</c:v>
                </c:pt>
                <c:pt idx="5791">
                  <c:v>6.0</c:v>
                </c:pt>
                <c:pt idx="5792">
                  <c:v>6.0</c:v>
                </c:pt>
                <c:pt idx="5793">
                  <c:v>6.0</c:v>
                </c:pt>
                <c:pt idx="5794">
                  <c:v>6.0</c:v>
                </c:pt>
                <c:pt idx="5795">
                  <c:v>6.0</c:v>
                </c:pt>
                <c:pt idx="5796">
                  <c:v>6.0</c:v>
                </c:pt>
                <c:pt idx="5797">
                  <c:v>6.0</c:v>
                </c:pt>
                <c:pt idx="5798">
                  <c:v>6.0</c:v>
                </c:pt>
                <c:pt idx="5799">
                  <c:v>6.0</c:v>
                </c:pt>
                <c:pt idx="5800">
                  <c:v>6.0</c:v>
                </c:pt>
                <c:pt idx="5801">
                  <c:v>6.0</c:v>
                </c:pt>
                <c:pt idx="5802">
                  <c:v>6.0</c:v>
                </c:pt>
                <c:pt idx="5803">
                  <c:v>6.0</c:v>
                </c:pt>
                <c:pt idx="5804">
                  <c:v>6.0</c:v>
                </c:pt>
                <c:pt idx="5805">
                  <c:v>6.0</c:v>
                </c:pt>
                <c:pt idx="5806">
                  <c:v>6.0</c:v>
                </c:pt>
                <c:pt idx="5807">
                  <c:v>6.0</c:v>
                </c:pt>
                <c:pt idx="5808">
                  <c:v>6.0</c:v>
                </c:pt>
                <c:pt idx="5809">
                  <c:v>6.0</c:v>
                </c:pt>
                <c:pt idx="5810">
                  <c:v>6.0</c:v>
                </c:pt>
                <c:pt idx="5811">
                  <c:v>6.0</c:v>
                </c:pt>
                <c:pt idx="5812">
                  <c:v>6.0</c:v>
                </c:pt>
                <c:pt idx="5813">
                  <c:v>6.0</c:v>
                </c:pt>
                <c:pt idx="5814">
                  <c:v>6.0</c:v>
                </c:pt>
                <c:pt idx="5815">
                  <c:v>6.0</c:v>
                </c:pt>
                <c:pt idx="5816">
                  <c:v>6.0</c:v>
                </c:pt>
                <c:pt idx="5817">
                  <c:v>6.0</c:v>
                </c:pt>
                <c:pt idx="5818">
                  <c:v>6.0</c:v>
                </c:pt>
                <c:pt idx="5819">
                  <c:v>6.0</c:v>
                </c:pt>
                <c:pt idx="5820">
                  <c:v>6.0</c:v>
                </c:pt>
                <c:pt idx="5821">
                  <c:v>6.0</c:v>
                </c:pt>
                <c:pt idx="5822">
                  <c:v>6.0</c:v>
                </c:pt>
                <c:pt idx="5823">
                  <c:v>6.0</c:v>
                </c:pt>
                <c:pt idx="5824">
                  <c:v>6.0</c:v>
                </c:pt>
                <c:pt idx="5825">
                  <c:v>6.0</c:v>
                </c:pt>
                <c:pt idx="5826">
                  <c:v>6.0</c:v>
                </c:pt>
                <c:pt idx="5827">
                  <c:v>6.0</c:v>
                </c:pt>
                <c:pt idx="5828">
                  <c:v>6.0</c:v>
                </c:pt>
                <c:pt idx="5829">
                  <c:v>6.0</c:v>
                </c:pt>
                <c:pt idx="5830">
                  <c:v>6.0</c:v>
                </c:pt>
                <c:pt idx="5831">
                  <c:v>6.0</c:v>
                </c:pt>
                <c:pt idx="5832">
                  <c:v>6.0</c:v>
                </c:pt>
                <c:pt idx="5833">
                  <c:v>6.0</c:v>
                </c:pt>
                <c:pt idx="5834">
                  <c:v>6.0</c:v>
                </c:pt>
                <c:pt idx="5835">
                  <c:v>6.0</c:v>
                </c:pt>
                <c:pt idx="5836">
                  <c:v>6.0</c:v>
                </c:pt>
                <c:pt idx="5837">
                  <c:v>6.0</c:v>
                </c:pt>
                <c:pt idx="5838">
                  <c:v>6.0</c:v>
                </c:pt>
                <c:pt idx="5839">
                  <c:v>6.0</c:v>
                </c:pt>
                <c:pt idx="5840">
                  <c:v>6.0</c:v>
                </c:pt>
                <c:pt idx="5841">
                  <c:v>6.0</c:v>
                </c:pt>
                <c:pt idx="5842">
                  <c:v>6.0</c:v>
                </c:pt>
                <c:pt idx="5843">
                  <c:v>6.0</c:v>
                </c:pt>
                <c:pt idx="5844">
                  <c:v>6.0</c:v>
                </c:pt>
                <c:pt idx="5845">
                  <c:v>6.0</c:v>
                </c:pt>
                <c:pt idx="5846">
                  <c:v>6.0</c:v>
                </c:pt>
                <c:pt idx="5847">
                  <c:v>6.0</c:v>
                </c:pt>
                <c:pt idx="5848">
                  <c:v>6.0</c:v>
                </c:pt>
                <c:pt idx="5849">
                  <c:v>6.0</c:v>
                </c:pt>
                <c:pt idx="5850">
                  <c:v>6.0</c:v>
                </c:pt>
                <c:pt idx="5851">
                  <c:v>6.0</c:v>
                </c:pt>
                <c:pt idx="5852">
                  <c:v>6.0</c:v>
                </c:pt>
                <c:pt idx="5853">
                  <c:v>6.0</c:v>
                </c:pt>
                <c:pt idx="5854">
                  <c:v>6.0</c:v>
                </c:pt>
                <c:pt idx="5855">
                  <c:v>6.0</c:v>
                </c:pt>
                <c:pt idx="5856">
                  <c:v>6.0</c:v>
                </c:pt>
                <c:pt idx="5857">
                  <c:v>6.0</c:v>
                </c:pt>
                <c:pt idx="5858">
                  <c:v>6.0</c:v>
                </c:pt>
                <c:pt idx="5859">
                  <c:v>6.0</c:v>
                </c:pt>
                <c:pt idx="5860">
                  <c:v>6.0</c:v>
                </c:pt>
                <c:pt idx="5861">
                  <c:v>6.0</c:v>
                </c:pt>
                <c:pt idx="5862">
                  <c:v>6.0</c:v>
                </c:pt>
                <c:pt idx="5863">
                  <c:v>6.0</c:v>
                </c:pt>
                <c:pt idx="5864">
                  <c:v>6.0</c:v>
                </c:pt>
                <c:pt idx="5865">
                  <c:v>6.0</c:v>
                </c:pt>
                <c:pt idx="5866">
                  <c:v>6.0</c:v>
                </c:pt>
                <c:pt idx="5867">
                  <c:v>6.0</c:v>
                </c:pt>
                <c:pt idx="5868">
                  <c:v>6.0</c:v>
                </c:pt>
                <c:pt idx="5869">
                  <c:v>6.0</c:v>
                </c:pt>
                <c:pt idx="5870">
                  <c:v>6.0</c:v>
                </c:pt>
                <c:pt idx="5871">
                  <c:v>6.0</c:v>
                </c:pt>
                <c:pt idx="5872">
                  <c:v>6.0</c:v>
                </c:pt>
                <c:pt idx="5873">
                  <c:v>6.0</c:v>
                </c:pt>
                <c:pt idx="5874">
                  <c:v>6.0</c:v>
                </c:pt>
                <c:pt idx="5875">
                  <c:v>6.0</c:v>
                </c:pt>
                <c:pt idx="5876">
                  <c:v>6.0</c:v>
                </c:pt>
                <c:pt idx="5877">
                  <c:v>6.0</c:v>
                </c:pt>
                <c:pt idx="5878">
                  <c:v>6.0</c:v>
                </c:pt>
                <c:pt idx="5879">
                  <c:v>6.0</c:v>
                </c:pt>
                <c:pt idx="5880">
                  <c:v>6.0</c:v>
                </c:pt>
                <c:pt idx="5881">
                  <c:v>6.0</c:v>
                </c:pt>
                <c:pt idx="5882">
                  <c:v>6.0</c:v>
                </c:pt>
                <c:pt idx="5883">
                  <c:v>6.0</c:v>
                </c:pt>
                <c:pt idx="5884">
                  <c:v>6.0</c:v>
                </c:pt>
                <c:pt idx="5885">
                  <c:v>6.0</c:v>
                </c:pt>
                <c:pt idx="5886">
                  <c:v>6.0</c:v>
                </c:pt>
                <c:pt idx="5887">
                  <c:v>6.0</c:v>
                </c:pt>
                <c:pt idx="5888">
                  <c:v>6.0</c:v>
                </c:pt>
                <c:pt idx="5889">
                  <c:v>6.0</c:v>
                </c:pt>
                <c:pt idx="5890">
                  <c:v>6.0</c:v>
                </c:pt>
                <c:pt idx="5891">
                  <c:v>6.0</c:v>
                </c:pt>
                <c:pt idx="5892">
                  <c:v>6.0</c:v>
                </c:pt>
                <c:pt idx="5893">
                  <c:v>6.0</c:v>
                </c:pt>
                <c:pt idx="5894">
                  <c:v>6.0</c:v>
                </c:pt>
                <c:pt idx="5895">
                  <c:v>6.0</c:v>
                </c:pt>
                <c:pt idx="5896">
                  <c:v>6.0</c:v>
                </c:pt>
                <c:pt idx="5897">
                  <c:v>6.0</c:v>
                </c:pt>
                <c:pt idx="5898">
                  <c:v>6.0</c:v>
                </c:pt>
                <c:pt idx="5899">
                  <c:v>6.0</c:v>
                </c:pt>
                <c:pt idx="5900">
                  <c:v>6.0</c:v>
                </c:pt>
                <c:pt idx="5901">
                  <c:v>6.0</c:v>
                </c:pt>
                <c:pt idx="5902">
                  <c:v>6.0</c:v>
                </c:pt>
                <c:pt idx="5903">
                  <c:v>6.0</c:v>
                </c:pt>
                <c:pt idx="5904">
                  <c:v>6.0</c:v>
                </c:pt>
                <c:pt idx="5905">
                  <c:v>6.0</c:v>
                </c:pt>
                <c:pt idx="5906">
                  <c:v>6.0</c:v>
                </c:pt>
                <c:pt idx="5907">
                  <c:v>6.0</c:v>
                </c:pt>
                <c:pt idx="5908">
                  <c:v>6.0</c:v>
                </c:pt>
                <c:pt idx="5909">
                  <c:v>6.0</c:v>
                </c:pt>
                <c:pt idx="5910">
                  <c:v>6.0</c:v>
                </c:pt>
                <c:pt idx="5911">
                  <c:v>6.0</c:v>
                </c:pt>
                <c:pt idx="5912">
                  <c:v>6.0</c:v>
                </c:pt>
                <c:pt idx="5913">
                  <c:v>6.0</c:v>
                </c:pt>
                <c:pt idx="5914">
                  <c:v>6.0</c:v>
                </c:pt>
                <c:pt idx="5915">
                  <c:v>6.0</c:v>
                </c:pt>
                <c:pt idx="5916">
                  <c:v>6.0</c:v>
                </c:pt>
                <c:pt idx="5917">
                  <c:v>6.0</c:v>
                </c:pt>
                <c:pt idx="5918">
                  <c:v>6.0</c:v>
                </c:pt>
                <c:pt idx="5919">
                  <c:v>6.0</c:v>
                </c:pt>
                <c:pt idx="5920">
                  <c:v>6.0</c:v>
                </c:pt>
                <c:pt idx="5921">
                  <c:v>6.0</c:v>
                </c:pt>
                <c:pt idx="5922">
                  <c:v>6.0</c:v>
                </c:pt>
                <c:pt idx="5923">
                  <c:v>6.0</c:v>
                </c:pt>
                <c:pt idx="5924">
                  <c:v>6.0</c:v>
                </c:pt>
                <c:pt idx="5925">
                  <c:v>6.0</c:v>
                </c:pt>
                <c:pt idx="5926">
                  <c:v>6.0</c:v>
                </c:pt>
                <c:pt idx="5927">
                  <c:v>6.0</c:v>
                </c:pt>
                <c:pt idx="5928">
                  <c:v>6.0</c:v>
                </c:pt>
                <c:pt idx="5929">
                  <c:v>6.0</c:v>
                </c:pt>
                <c:pt idx="5930">
                  <c:v>6.0</c:v>
                </c:pt>
                <c:pt idx="5931">
                  <c:v>6.0</c:v>
                </c:pt>
                <c:pt idx="5932">
                  <c:v>6.0</c:v>
                </c:pt>
                <c:pt idx="5933">
                  <c:v>6.0</c:v>
                </c:pt>
                <c:pt idx="5934">
                  <c:v>6.0</c:v>
                </c:pt>
                <c:pt idx="5935">
                  <c:v>6.0</c:v>
                </c:pt>
                <c:pt idx="5936">
                  <c:v>6.0</c:v>
                </c:pt>
                <c:pt idx="5937">
                  <c:v>6.0</c:v>
                </c:pt>
                <c:pt idx="5938">
                  <c:v>6.0</c:v>
                </c:pt>
                <c:pt idx="5939">
                  <c:v>6.0</c:v>
                </c:pt>
                <c:pt idx="5940">
                  <c:v>6.0</c:v>
                </c:pt>
                <c:pt idx="5941">
                  <c:v>6.0</c:v>
                </c:pt>
                <c:pt idx="5942">
                  <c:v>6.0</c:v>
                </c:pt>
                <c:pt idx="5943">
                  <c:v>6.0</c:v>
                </c:pt>
                <c:pt idx="5944">
                  <c:v>6.0</c:v>
                </c:pt>
                <c:pt idx="5945">
                  <c:v>6.0</c:v>
                </c:pt>
                <c:pt idx="5946">
                  <c:v>6.0</c:v>
                </c:pt>
                <c:pt idx="5947">
                  <c:v>6.0</c:v>
                </c:pt>
                <c:pt idx="5948">
                  <c:v>6.0</c:v>
                </c:pt>
                <c:pt idx="5949">
                  <c:v>6.0</c:v>
                </c:pt>
                <c:pt idx="5950">
                  <c:v>6.0</c:v>
                </c:pt>
                <c:pt idx="5951">
                  <c:v>6.0</c:v>
                </c:pt>
                <c:pt idx="5952">
                  <c:v>6.0</c:v>
                </c:pt>
                <c:pt idx="5953">
                  <c:v>6.0</c:v>
                </c:pt>
                <c:pt idx="5954">
                  <c:v>6.0</c:v>
                </c:pt>
                <c:pt idx="5955">
                  <c:v>6.0</c:v>
                </c:pt>
                <c:pt idx="5956">
                  <c:v>6.0</c:v>
                </c:pt>
                <c:pt idx="5957">
                  <c:v>6.0</c:v>
                </c:pt>
                <c:pt idx="5958">
                  <c:v>6.0</c:v>
                </c:pt>
                <c:pt idx="5959">
                  <c:v>6.0</c:v>
                </c:pt>
                <c:pt idx="5960">
                  <c:v>6.0</c:v>
                </c:pt>
                <c:pt idx="5961">
                  <c:v>6.0</c:v>
                </c:pt>
                <c:pt idx="5962">
                  <c:v>6.0</c:v>
                </c:pt>
                <c:pt idx="5963">
                  <c:v>6.0</c:v>
                </c:pt>
                <c:pt idx="5964">
                  <c:v>6.0</c:v>
                </c:pt>
                <c:pt idx="5965">
                  <c:v>6.0</c:v>
                </c:pt>
                <c:pt idx="5966">
                  <c:v>6.0</c:v>
                </c:pt>
                <c:pt idx="5967">
                  <c:v>6.0</c:v>
                </c:pt>
                <c:pt idx="5968">
                  <c:v>6.0</c:v>
                </c:pt>
                <c:pt idx="5969">
                  <c:v>6.0</c:v>
                </c:pt>
                <c:pt idx="5970">
                  <c:v>6.0</c:v>
                </c:pt>
                <c:pt idx="5971">
                  <c:v>6.0</c:v>
                </c:pt>
                <c:pt idx="5972">
                  <c:v>6.0</c:v>
                </c:pt>
                <c:pt idx="5973">
                  <c:v>6.0</c:v>
                </c:pt>
                <c:pt idx="5974">
                  <c:v>6.0</c:v>
                </c:pt>
                <c:pt idx="5975">
                  <c:v>6.0</c:v>
                </c:pt>
                <c:pt idx="5976">
                  <c:v>6.0</c:v>
                </c:pt>
                <c:pt idx="5977">
                  <c:v>6.0</c:v>
                </c:pt>
                <c:pt idx="5978">
                  <c:v>6.0</c:v>
                </c:pt>
                <c:pt idx="5979">
                  <c:v>6.0</c:v>
                </c:pt>
                <c:pt idx="5980">
                  <c:v>6.0</c:v>
                </c:pt>
                <c:pt idx="5981">
                  <c:v>6.0</c:v>
                </c:pt>
                <c:pt idx="5982">
                  <c:v>6.0</c:v>
                </c:pt>
                <c:pt idx="5983">
                  <c:v>6.0</c:v>
                </c:pt>
                <c:pt idx="5984">
                  <c:v>6.0</c:v>
                </c:pt>
                <c:pt idx="5985">
                  <c:v>6.0</c:v>
                </c:pt>
                <c:pt idx="5986">
                  <c:v>6.0</c:v>
                </c:pt>
                <c:pt idx="5987">
                  <c:v>6.0</c:v>
                </c:pt>
                <c:pt idx="5988">
                  <c:v>6.0</c:v>
                </c:pt>
                <c:pt idx="5989">
                  <c:v>6.0</c:v>
                </c:pt>
                <c:pt idx="5990">
                  <c:v>6.0</c:v>
                </c:pt>
                <c:pt idx="5991">
                  <c:v>6.0</c:v>
                </c:pt>
                <c:pt idx="5992">
                  <c:v>6.0</c:v>
                </c:pt>
                <c:pt idx="5993">
                  <c:v>6.0</c:v>
                </c:pt>
                <c:pt idx="5994">
                  <c:v>6.0</c:v>
                </c:pt>
                <c:pt idx="5995">
                  <c:v>6.0</c:v>
                </c:pt>
                <c:pt idx="5996">
                  <c:v>6.0</c:v>
                </c:pt>
                <c:pt idx="5997">
                  <c:v>6.0</c:v>
                </c:pt>
                <c:pt idx="5998">
                  <c:v>6.0</c:v>
                </c:pt>
                <c:pt idx="5999">
                  <c:v>6.0</c:v>
                </c:pt>
                <c:pt idx="6000">
                  <c:v>6.0</c:v>
                </c:pt>
                <c:pt idx="6001">
                  <c:v>6.0</c:v>
                </c:pt>
                <c:pt idx="6002">
                  <c:v>6.0</c:v>
                </c:pt>
                <c:pt idx="6003">
                  <c:v>6.0</c:v>
                </c:pt>
                <c:pt idx="6004">
                  <c:v>6.0</c:v>
                </c:pt>
                <c:pt idx="6005">
                  <c:v>6.0</c:v>
                </c:pt>
                <c:pt idx="6006">
                  <c:v>6.0</c:v>
                </c:pt>
                <c:pt idx="6007">
                  <c:v>6.0</c:v>
                </c:pt>
                <c:pt idx="6008">
                  <c:v>6.0</c:v>
                </c:pt>
                <c:pt idx="6009">
                  <c:v>6.0</c:v>
                </c:pt>
                <c:pt idx="6010">
                  <c:v>6.0</c:v>
                </c:pt>
                <c:pt idx="6011">
                  <c:v>6.0</c:v>
                </c:pt>
                <c:pt idx="6012">
                  <c:v>6.0</c:v>
                </c:pt>
                <c:pt idx="6013">
                  <c:v>6.0</c:v>
                </c:pt>
                <c:pt idx="6014">
                  <c:v>6.0</c:v>
                </c:pt>
                <c:pt idx="6015">
                  <c:v>6.0</c:v>
                </c:pt>
                <c:pt idx="6016">
                  <c:v>6.0</c:v>
                </c:pt>
                <c:pt idx="6017">
                  <c:v>6.0</c:v>
                </c:pt>
                <c:pt idx="6018">
                  <c:v>6.0</c:v>
                </c:pt>
                <c:pt idx="6019">
                  <c:v>6.0</c:v>
                </c:pt>
                <c:pt idx="6020">
                  <c:v>6.0</c:v>
                </c:pt>
                <c:pt idx="6021">
                  <c:v>6.0</c:v>
                </c:pt>
                <c:pt idx="6022">
                  <c:v>6.0</c:v>
                </c:pt>
                <c:pt idx="6023">
                  <c:v>6.0</c:v>
                </c:pt>
                <c:pt idx="6024">
                  <c:v>6.0</c:v>
                </c:pt>
                <c:pt idx="6025">
                  <c:v>6.0</c:v>
                </c:pt>
                <c:pt idx="6026">
                  <c:v>6.0</c:v>
                </c:pt>
                <c:pt idx="6027">
                  <c:v>6.0</c:v>
                </c:pt>
                <c:pt idx="6028">
                  <c:v>6.0</c:v>
                </c:pt>
                <c:pt idx="6029">
                  <c:v>6.0</c:v>
                </c:pt>
                <c:pt idx="6030">
                  <c:v>6.0</c:v>
                </c:pt>
                <c:pt idx="6031">
                  <c:v>6.0</c:v>
                </c:pt>
                <c:pt idx="6032">
                  <c:v>6.0</c:v>
                </c:pt>
                <c:pt idx="6033">
                  <c:v>6.0</c:v>
                </c:pt>
                <c:pt idx="6034">
                  <c:v>6.0</c:v>
                </c:pt>
                <c:pt idx="6035">
                  <c:v>6.0</c:v>
                </c:pt>
                <c:pt idx="6036">
                  <c:v>6.0</c:v>
                </c:pt>
                <c:pt idx="6037">
                  <c:v>6.0</c:v>
                </c:pt>
                <c:pt idx="6038">
                  <c:v>6.0</c:v>
                </c:pt>
                <c:pt idx="6039">
                  <c:v>6.0</c:v>
                </c:pt>
                <c:pt idx="6040">
                  <c:v>6.0</c:v>
                </c:pt>
                <c:pt idx="6041">
                  <c:v>6.0</c:v>
                </c:pt>
                <c:pt idx="6042">
                  <c:v>6.0</c:v>
                </c:pt>
                <c:pt idx="6043">
                  <c:v>6.0</c:v>
                </c:pt>
                <c:pt idx="6044">
                  <c:v>6.0</c:v>
                </c:pt>
                <c:pt idx="6045">
                  <c:v>6.0</c:v>
                </c:pt>
                <c:pt idx="6046">
                  <c:v>6.0</c:v>
                </c:pt>
                <c:pt idx="6047">
                  <c:v>6.0</c:v>
                </c:pt>
                <c:pt idx="6048">
                  <c:v>6.0</c:v>
                </c:pt>
                <c:pt idx="6049">
                  <c:v>6.0</c:v>
                </c:pt>
                <c:pt idx="6050">
                  <c:v>6.0</c:v>
                </c:pt>
                <c:pt idx="6051">
                  <c:v>6.0</c:v>
                </c:pt>
                <c:pt idx="6052">
                  <c:v>6.0</c:v>
                </c:pt>
                <c:pt idx="6053">
                  <c:v>6.0</c:v>
                </c:pt>
                <c:pt idx="6054">
                  <c:v>6.0</c:v>
                </c:pt>
                <c:pt idx="6055">
                  <c:v>6.0</c:v>
                </c:pt>
                <c:pt idx="6056">
                  <c:v>6.0</c:v>
                </c:pt>
                <c:pt idx="6057">
                  <c:v>6.0</c:v>
                </c:pt>
                <c:pt idx="6058">
                  <c:v>6.0</c:v>
                </c:pt>
                <c:pt idx="6059">
                  <c:v>6.0</c:v>
                </c:pt>
                <c:pt idx="6060">
                  <c:v>6.0</c:v>
                </c:pt>
                <c:pt idx="6061">
                  <c:v>6.0</c:v>
                </c:pt>
                <c:pt idx="6062">
                  <c:v>6.0</c:v>
                </c:pt>
                <c:pt idx="6063">
                  <c:v>6.0</c:v>
                </c:pt>
                <c:pt idx="6064">
                  <c:v>6.0</c:v>
                </c:pt>
                <c:pt idx="6065">
                  <c:v>6.0</c:v>
                </c:pt>
                <c:pt idx="6066">
                  <c:v>6.0</c:v>
                </c:pt>
                <c:pt idx="6067">
                  <c:v>6.0</c:v>
                </c:pt>
                <c:pt idx="6068">
                  <c:v>6.0</c:v>
                </c:pt>
                <c:pt idx="6069">
                  <c:v>6.0</c:v>
                </c:pt>
                <c:pt idx="6070">
                  <c:v>6.0</c:v>
                </c:pt>
                <c:pt idx="6071">
                  <c:v>6.0</c:v>
                </c:pt>
                <c:pt idx="6072">
                  <c:v>6.0</c:v>
                </c:pt>
                <c:pt idx="6073">
                  <c:v>6.0</c:v>
                </c:pt>
                <c:pt idx="6074">
                  <c:v>6.0</c:v>
                </c:pt>
                <c:pt idx="6075">
                  <c:v>6.0</c:v>
                </c:pt>
                <c:pt idx="6076">
                  <c:v>6.0</c:v>
                </c:pt>
                <c:pt idx="6077">
                  <c:v>6.0</c:v>
                </c:pt>
                <c:pt idx="6078">
                  <c:v>6.0</c:v>
                </c:pt>
                <c:pt idx="6079">
                  <c:v>6.0</c:v>
                </c:pt>
                <c:pt idx="6080">
                  <c:v>6.0</c:v>
                </c:pt>
                <c:pt idx="6081">
                  <c:v>6.0</c:v>
                </c:pt>
                <c:pt idx="6082">
                  <c:v>6.0</c:v>
                </c:pt>
                <c:pt idx="6083">
                  <c:v>6.0</c:v>
                </c:pt>
                <c:pt idx="6084">
                  <c:v>6.0</c:v>
                </c:pt>
                <c:pt idx="6085">
                  <c:v>6.0</c:v>
                </c:pt>
                <c:pt idx="6086">
                  <c:v>6.0</c:v>
                </c:pt>
                <c:pt idx="6087">
                  <c:v>6.0</c:v>
                </c:pt>
                <c:pt idx="6088">
                  <c:v>6.0</c:v>
                </c:pt>
                <c:pt idx="6089">
                  <c:v>6.0</c:v>
                </c:pt>
                <c:pt idx="6090">
                  <c:v>6.0</c:v>
                </c:pt>
                <c:pt idx="6091">
                  <c:v>6.0</c:v>
                </c:pt>
                <c:pt idx="6092">
                  <c:v>6.0</c:v>
                </c:pt>
                <c:pt idx="6093">
                  <c:v>6.0</c:v>
                </c:pt>
                <c:pt idx="6094">
                  <c:v>6.0</c:v>
                </c:pt>
                <c:pt idx="6095">
                  <c:v>6.0</c:v>
                </c:pt>
                <c:pt idx="6096">
                  <c:v>6.0</c:v>
                </c:pt>
                <c:pt idx="6097">
                  <c:v>6.0</c:v>
                </c:pt>
                <c:pt idx="6098">
                  <c:v>6.0</c:v>
                </c:pt>
                <c:pt idx="6099">
                  <c:v>6.0</c:v>
                </c:pt>
                <c:pt idx="6100">
                  <c:v>6.0</c:v>
                </c:pt>
                <c:pt idx="6101">
                  <c:v>6.0</c:v>
                </c:pt>
                <c:pt idx="6102">
                  <c:v>6.0</c:v>
                </c:pt>
                <c:pt idx="6103">
                  <c:v>6.0</c:v>
                </c:pt>
                <c:pt idx="6104">
                  <c:v>6.0</c:v>
                </c:pt>
                <c:pt idx="6105">
                  <c:v>6.0</c:v>
                </c:pt>
                <c:pt idx="6106">
                  <c:v>6.0</c:v>
                </c:pt>
                <c:pt idx="6107">
                  <c:v>6.0</c:v>
                </c:pt>
                <c:pt idx="6108">
                  <c:v>6.0</c:v>
                </c:pt>
                <c:pt idx="6109">
                  <c:v>6.0</c:v>
                </c:pt>
                <c:pt idx="6110">
                  <c:v>6.0</c:v>
                </c:pt>
                <c:pt idx="6111">
                  <c:v>6.0</c:v>
                </c:pt>
                <c:pt idx="6112">
                  <c:v>6.0</c:v>
                </c:pt>
                <c:pt idx="6113">
                  <c:v>6.0</c:v>
                </c:pt>
                <c:pt idx="6114">
                  <c:v>6.0</c:v>
                </c:pt>
                <c:pt idx="6115">
                  <c:v>6.0</c:v>
                </c:pt>
                <c:pt idx="6116">
                  <c:v>6.0</c:v>
                </c:pt>
                <c:pt idx="6117">
                  <c:v>6.0</c:v>
                </c:pt>
                <c:pt idx="6118">
                  <c:v>6.0</c:v>
                </c:pt>
                <c:pt idx="6119">
                  <c:v>6.0</c:v>
                </c:pt>
                <c:pt idx="6120">
                  <c:v>6.0</c:v>
                </c:pt>
                <c:pt idx="6121">
                  <c:v>6.0</c:v>
                </c:pt>
                <c:pt idx="6122">
                  <c:v>6.0</c:v>
                </c:pt>
                <c:pt idx="6123">
                  <c:v>6.0</c:v>
                </c:pt>
                <c:pt idx="6124">
                  <c:v>6.0</c:v>
                </c:pt>
                <c:pt idx="6125">
                  <c:v>6.0</c:v>
                </c:pt>
                <c:pt idx="6126">
                  <c:v>6.0</c:v>
                </c:pt>
                <c:pt idx="6127">
                  <c:v>6.0</c:v>
                </c:pt>
                <c:pt idx="6128">
                  <c:v>6.0</c:v>
                </c:pt>
                <c:pt idx="6129">
                  <c:v>6.0</c:v>
                </c:pt>
                <c:pt idx="6130">
                  <c:v>6.0</c:v>
                </c:pt>
                <c:pt idx="6131">
                  <c:v>6.0</c:v>
                </c:pt>
                <c:pt idx="6132">
                  <c:v>6.0</c:v>
                </c:pt>
                <c:pt idx="6133">
                  <c:v>6.0</c:v>
                </c:pt>
                <c:pt idx="6134">
                  <c:v>6.0</c:v>
                </c:pt>
                <c:pt idx="6135">
                  <c:v>6.0</c:v>
                </c:pt>
                <c:pt idx="6136">
                  <c:v>6.0</c:v>
                </c:pt>
                <c:pt idx="6137">
                  <c:v>6.0</c:v>
                </c:pt>
                <c:pt idx="6138">
                  <c:v>6.0</c:v>
                </c:pt>
                <c:pt idx="6139">
                  <c:v>6.0</c:v>
                </c:pt>
                <c:pt idx="6140">
                  <c:v>6.0</c:v>
                </c:pt>
                <c:pt idx="6141">
                  <c:v>6.0</c:v>
                </c:pt>
                <c:pt idx="6142">
                  <c:v>6.0</c:v>
                </c:pt>
                <c:pt idx="6143">
                  <c:v>6.0</c:v>
                </c:pt>
                <c:pt idx="6144">
                  <c:v>6.0</c:v>
                </c:pt>
                <c:pt idx="6145">
                  <c:v>6.0</c:v>
                </c:pt>
                <c:pt idx="6146">
                  <c:v>6.0</c:v>
                </c:pt>
                <c:pt idx="6147">
                  <c:v>6.0</c:v>
                </c:pt>
                <c:pt idx="6148">
                  <c:v>6.0</c:v>
                </c:pt>
                <c:pt idx="6149">
                  <c:v>6.0</c:v>
                </c:pt>
                <c:pt idx="6150">
                  <c:v>6.0</c:v>
                </c:pt>
                <c:pt idx="6151">
                  <c:v>6.0</c:v>
                </c:pt>
                <c:pt idx="6152">
                  <c:v>6.0</c:v>
                </c:pt>
                <c:pt idx="6153">
                  <c:v>6.0</c:v>
                </c:pt>
                <c:pt idx="6154">
                  <c:v>6.0</c:v>
                </c:pt>
                <c:pt idx="6155">
                  <c:v>6.0</c:v>
                </c:pt>
                <c:pt idx="6156">
                  <c:v>6.0</c:v>
                </c:pt>
                <c:pt idx="6157">
                  <c:v>6.0</c:v>
                </c:pt>
                <c:pt idx="6158">
                  <c:v>6.0</c:v>
                </c:pt>
                <c:pt idx="6159">
                  <c:v>6.0</c:v>
                </c:pt>
                <c:pt idx="6160">
                  <c:v>6.0</c:v>
                </c:pt>
                <c:pt idx="6161">
                  <c:v>6.0</c:v>
                </c:pt>
                <c:pt idx="6162">
                  <c:v>6.0</c:v>
                </c:pt>
                <c:pt idx="6163">
                  <c:v>6.0</c:v>
                </c:pt>
                <c:pt idx="6164">
                  <c:v>6.0</c:v>
                </c:pt>
                <c:pt idx="6165">
                  <c:v>6.0</c:v>
                </c:pt>
                <c:pt idx="6166">
                  <c:v>6.0</c:v>
                </c:pt>
                <c:pt idx="6167">
                  <c:v>6.0</c:v>
                </c:pt>
                <c:pt idx="6168">
                  <c:v>6.0</c:v>
                </c:pt>
                <c:pt idx="6169">
                  <c:v>6.0</c:v>
                </c:pt>
                <c:pt idx="6170">
                  <c:v>6.0</c:v>
                </c:pt>
                <c:pt idx="6171">
                  <c:v>6.0</c:v>
                </c:pt>
                <c:pt idx="6172">
                  <c:v>6.0</c:v>
                </c:pt>
                <c:pt idx="6173">
                  <c:v>6.0</c:v>
                </c:pt>
                <c:pt idx="6174">
                  <c:v>6.0</c:v>
                </c:pt>
                <c:pt idx="6175">
                  <c:v>6.0</c:v>
                </c:pt>
                <c:pt idx="6176">
                  <c:v>6.0</c:v>
                </c:pt>
                <c:pt idx="6177">
                  <c:v>6.0</c:v>
                </c:pt>
                <c:pt idx="6178">
                  <c:v>6.0</c:v>
                </c:pt>
                <c:pt idx="6179">
                  <c:v>6.0</c:v>
                </c:pt>
                <c:pt idx="6180">
                  <c:v>6.0</c:v>
                </c:pt>
                <c:pt idx="6181">
                  <c:v>6.0</c:v>
                </c:pt>
                <c:pt idx="6182">
                  <c:v>6.0</c:v>
                </c:pt>
                <c:pt idx="6183">
                  <c:v>6.0</c:v>
                </c:pt>
                <c:pt idx="6184">
                  <c:v>6.0</c:v>
                </c:pt>
                <c:pt idx="6185">
                  <c:v>6.0</c:v>
                </c:pt>
                <c:pt idx="6186">
                  <c:v>6.0</c:v>
                </c:pt>
                <c:pt idx="6187">
                  <c:v>6.0</c:v>
                </c:pt>
                <c:pt idx="6188">
                  <c:v>6.0</c:v>
                </c:pt>
                <c:pt idx="6189">
                  <c:v>6.0</c:v>
                </c:pt>
                <c:pt idx="6190">
                  <c:v>6.0</c:v>
                </c:pt>
                <c:pt idx="6191">
                  <c:v>6.0</c:v>
                </c:pt>
                <c:pt idx="6192">
                  <c:v>6.0</c:v>
                </c:pt>
                <c:pt idx="6193">
                  <c:v>6.0</c:v>
                </c:pt>
                <c:pt idx="6194">
                  <c:v>6.0</c:v>
                </c:pt>
                <c:pt idx="6195">
                  <c:v>6.0</c:v>
                </c:pt>
                <c:pt idx="6196">
                  <c:v>6.0</c:v>
                </c:pt>
                <c:pt idx="6197">
                  <c:v>6.0</c:v>
                </c:pt>
                <c:pt idx="6198">
                  <c:v>6.0</c:v>
                </c:pt>
                <c:pt idx="6199">
                  <c:v>6.0</c:v>
                </c:pt>
                <c:pt idx="6200">
                  <c:v>6.0</c:v>
                </c:pt>
                <c:pt idx="6201">
                  <c:v>6.0</c:v>
                </c:pt>
                <c:pt idx="6202">
                  <c:v>6.0</c:v>
                </c:pt>
                <c:pt idx="6203">
                  <c:v>6.0</c:v>
                </c:pt>
                <c:pt idx="6204">
                  <c:v>6.0</c:v>
                </c:pt>
                <c:pt idx="6205">
                  <c:v>6.0</c:v>
                </c:pt>
                <c:pt idx="6206">
                  <c:v>6.0</c:v>
                </c:pt>
                <c:pt idx="6207">
                  <c:v>6.0</c:v>
                </c:pt>
                <c:pt idx="6208">
                  <c:v>6.0</c:v>
                </c:pt>
                <c:pt idx="6209">
                  <c:v>6.0</c:v>
                </c:pt>
                <c:pt idx="6210">
                  <c:v>6.0</c:v>
                </c:pt>
                <c:pt idx="6211">
                  <c:v>6.0</c:v>
                </c:pt>
                <c:pt idx="6212">
                  <c:v>6.0</c:v>
                </c:pt>
                <c:pt idx="6213">
                  <c:v>6.0</c:v>
                </c:pt>
                <c:pt idx="6214">
                  <c:v>6.0</c:v>
                </c:pt>
                <c:pt idx="6215">
                  <c:v>6.0</c:v>
                </c:pt>
                <c:pt idx="6216">
                  <c:v>6.0</c:v>
                </c:pt>
                <c:pt idx="6217">
                  <c:v>6.0</c:v>
                </c:pt>
                <c:pt idx="6218">
                  <c:v>6.0</c:v>
                </c:pt>
                <c:pt idx="6219">
                  <c:v>6.0</c:v>
                </c:pt>
                <c:pt idx="6220">
                  <c:v>6.0</c:v>
                </c:pt>
                <c:pt idx="6221">
                  <c:v>6.0</c:v>
                </c:pt>
                <c:pt idx="6222">
                  <c:v>6.0</c:v>
                </c:pt>
                <c:pt idx="6223">
                  <c:v>6.0</c:v>
                </c:pt>
                <c:pt idx="6224">
                  <c:v>6.0</c:v>
                </c:pt>
                <c:pt idx="6225">
                  <c:v>6.0</c:v>
                </c:pt>
                <c:pt idx="6226">
                  <c:v>6.0</c:v>
                </c:pt>
                <c:pt idx="6227">
                  <c:v>6.0</c:v>
                </c:pt>
                <c:pt idx="6228">
                  <c:v>6.0</c:v>
                </c:pt>
                <c:pt idx="6229">
                  <c:v>6.0</c:v>
                </c:pt>
                <c:pt idx="6230">
                  <c:v>6.0</c:v>
                </c:pt>
                <c:pt idx="6231">
                  <c:v>6.0</c:v>
                </c:pt>
                <c:pt idx="6232">
                  <c:v>6.0</c:v>
                </c:pt>
                <c:pt idx="6233">
                  <c:v>6.0</c:v>
                </c:pt>
                <c:pt idx="6234">
                  <c:v>6.0</c:v>
                </c:pt>
                <c:pt idx="6235">
                  <c:v>6.0</c:v>
                </c:pt>
                <c:pt idx="6236">
                  <c:v>6.0</c:v>
                </c:pt>
                <c:pt idx="6237">
                  <c:v>6.0</c:v>
                </c:pt>
                <c:pt idx="6238">
                  <c:v>6.0</c:v>
                </c:pt>
                <c:pt idx="6239">
                  <c:v>6.0</c:v>
                </c:pt>
                <c:pt idx="6240">
                  <c:v>6.0</c:v>
                </c:pt>
                <c:pt idx="6241">
                  <c:v>6.0</c:v>
                </c:pt>
                <c:pt idx="6242">
                  <c:v>6.0</c:v>
                </c:pt>
                <c:pt idx="6243">
                  <c:v>6.0</c:v>
                </c:pt>
                <c:pt idx="6244">
                  <c:v>6.0</c:v>
                </c:pt>
                <c:pt idx="6245">
                  <c:v>6.0</c:v>
                </c:pt>
                <c:pt idx="6246">
                  <c:v>6.0</c:v>
                </c:pt>
                <c:pt idx="6247">
                  <c:v>6.0</c:v>
                </c:pt>
                <c:pt idx="6248">
                  <c:v>6.0</c:v>
                </c:pt>
                <c:pt idx="6249">
                  <c:v>6.0</c:v>
                </c:pt>
                <c:pt idx="6250">
                  <c:v>6.0</c:v>
                </c:pt>
                <c:pt idx="6251">
                  <c:v>6.0</c:v>
                </c:pt>
                <c:pt idx="6252">
                  <c:v>6.0</c:v>
                </c:pt>
                <c:pt idx="6253">
                  <c:v>6.0</c:v>
                </c:pt>
                <c:pt idx="6254">
                  <c:v>6.0</c:v>
                </c:pt>
                <c:pt idx="6255">
                  <c:v>6.0</c:v>
                </c:pt>
                <c:pt idx="6256">
                  <c:v>6.0</c:v>
                </c:pt>
                <c:pt idx="6257">
                  <c:v>6.0</c:v>
                </c:pt>
                <c:pt idx="6258">
                  <c:v>6.0</c:v>
                </c:pt>
                <c:pt idx="6259">
                  <c:v>6.0</c:v>
                </c:pt>
                <c:pt idx="6260">
                  <c:v>6.0</c:v>
                </c:pt>
                <c:pt idx="6261">
                  <c:v>6.0</c:v>
                </c:pt>
                <c:pt idx="6262">
                  <c:v>6.0</c:v>
                </c:pt>
                <c:pt idx="6263">
                  <c:v>6.0</c:v>
                </c:pt>
                <c:pt idx="6264">
                  <c:v>6.0</c:v>
                </c:pt>
                <c:pt idx="6265">
                  <c:v>6.0</c:v>
                </c:pt>
                <c:pt idx="6266">
                  <c:v>6.0</c:v>
                </c:pt>
                <c:pt idx="6267">
                  <c:v>6.0</c:v>
                </c:pt>
                <c:pt idx="6268">
                  <c:v>6.0</c:v>
                </c:pt>
                <c:pt idx="6269">
                  <c:v>6.0</c:v>
                </c:pt>
                <c:pt idx="6270">
                  <c:v>6.0</c:v>
                </c:pt>
                <c:pt idx="6271">
                  <c:v>6.0</c:v>
                </c:pt>
                <c:pt idx="6272">
                  <c:v>6.0</c:v>
                </c:pt>
                <c:pt idx="6273">
                  <c:v>6.0</c:v>
                </c:pt>
                <c:pt idx="6274">
                  <c:v>6.0</c:v>
                </c:pt>
                <c:pt idx="6275">
                  <c:v>6.0</c:v>
                </c:pt>
                <c:pt idx="6276">
                  <c:v>6.0</c:v>
                </c:pt>
                <c:pt idx="6277">
                  <c:v>6.0</c:v>
                </c:pt>
                <c:pt idx="6278">
                  <c:v>6.0</c:v>
                </c:pt>
                <c:pt idx="6279">
                  <c:v>6.0</c:v>
                </c:pt>
                <c:pt idx="6280">
                  <c:v>6.0</c:v>
                </c:pt>
                <c:pt idx="6281">
                  <c:v>6.0</c:v>
                </c:pt>
                <c:pt idx="6282">
                  <c:v>6.0</c:v>
                </c:pt>
                <c:pt idx="6283">
                  <c:v>6.0</c:v>
                </c:pt>
                <c:pt idx="6284">
                  <c:v>6.0</c:v>
                </c:pt>
                <c:pt idx="6285">
                  <c:v>6.0</c:v>
                </c:pt>
                <c:pt idx="6286">
                  <c:v>6.0</c:v>
                </c:pt>
                <c:pt idx="6287">
                  <c:v>6.0</c:v>
                </c:pt>
                <c:pt idx="6288">
                  <c:v>6.0</c:v>
                </c:pt>
                <c:pt idx="6289">
                  <c:v>6.0</c:v>
                </c:pt>
                <c:pt idx="6290">
                  <c:v>6.0</c:v>
                </c:pt>
                <c:pt idx="6291">
                  <c:v>6.0</c:v>
                </c:pt>
                <c:pt idx="6292">
                  <c:v>6.0</c:v>
                </c:pt>
                <c:pt idx="6293">
                  <c:v>6.0</c:v>
                </c:pt>
                <c:pt idx="6294">
                  <c:v>6.0</c:v>
                </c:pt>
                <c:pt idx="6295">
                  <c:v>6.0</c:v>
                </c:pt>
                <c:pt idx="6296">
                  <c:v>6.0</c:v>
                </c:pt>
                <c:pt idx="6297">
                  <c:v>6.0</c:v>
                </c:pt>
                <c:pt idx="6298">
                  <c:v>6.0</c:v>
                </c:pt>
                <c:pt idx="6299">
                  <c:v>6.0</c:v>
                </c:pt>
                <c:pt idx="6300">
                  <c:v>6.0</c:v>
                </c:pt>
                <c:pt idx="6301">
                  <c:v>6.0</c:v>
                </c:pt>
                <c:pt idx="6302">
                  <c:v>6.0</c:v>
                </c:pt>
                <c:pt idx="6303">
                  <c:v>6.0</c:v>
                </c:pt>
                <c:pt idx="6304">
                  <c:v>6.0</c:v>
                </c:pt>
                <c:pt idx="6305">
                  <c:v>6.0</c:v>
                </c:pt>
                <c:pt idx="6306">
                  <c:v>6.0</c:v>
                </c:pt>
                <c:pt idx="6307">
                  <c:v>6.0</c:v>
                </c:pt>
                <c:pt idx="6308">
                  <c:v>6.0</c:v>
                </c:pt>
                <c:pt idx="6309">
                  <c:v>6.0</c:v>
                </c:pt>
                <c:pt idx="6310">
                  <c:v>6.0</c:v>
                </c:pt>
                <c:pt idx="6311">
                  <c:v>6.0</c:v>
                </c:pt>
                <c:pt idx="6312">
                  <c:v>6.0</c:v>
                </c:pt>
                <c:pt idx="6313">
                  <c:v>6.0</c:v>
                </c:pt>
                <c:pt idx="6314">
                  <c:v>6.0</c:v>
                </c:pt>
                <c:pt idx="6315">
                  <c:v>6.0</c:v>
                </c:pt>
                <c:pt idx="6316">
                  <c:v>6.0</c:v>
                </c:pt>
                <c:pt idx="6317">
                  <c:v>6.0</c:v>
                </c:pt>
                <c:pt idx="6318">
                  <c:v>6.0</c:v>
                </c:pt>
                <c:pt idx="6319">
                  <c:v>6.0</c:v>
                </c:pt>
                <c:pt idx="6320">
                  <c:v>6.0</c:v>
                </c:pt>
                <c:pt idx="6321">
                  <c:v>6.0</c:v>
                </c:pt>
                <c:pt idx="6322">
                  <c:v>6.0</c:v>
                </c:pt>
                <c:pt idx="6323">
                  <c:v>6.0</c:v>
                </c:pt>
                <c:pt idx="6324">
                  <c:v>6.0</c:v>
                </c:pt>
                <c:pt idx="6325">
                  <c:v>6.0</c:v>
                </c:pt>
                <c:pt idx="6326">
                  <c:v>6.0</c:v>
                </c:pt>
                <c:pt idx="6327">
                  <c:v>6.0</c:v>
                </c:pt>
                <c:pt idx="6328">
                  <c:v>6.0</c:v>
                </c:pt>
                <c:pt idx="6329">
                  <c:v>6.0</c:v>
                </c:pt>
                <c:pt idx="6330">
                  <c:v>6.0</c:v>
                </c:pt>
                <c:pt idx="6331">
                  <c:v>6.0</c:v>
                </c:pt>
                <c:pt idx="6332">
                  <c:v>6.0</c:v>
                </c:pt>
                <c:pt idx="6333">
                  <c:v>6.0</c:v>
                </c:pt>
                <c:pt idx="6334">
                  <c:v>6.0</c:v>
                </c:pt>
                <c:pt idx="6335">
                  <c:v>6.0</c:v>
                </c:pt>
                <c:pt idx="6336">
                  <c:v>6.0</c:v>
                </c:pt>
                <c:pt idx="6337">
                  <c:v>6.0</c:v>
                </c:pt>
                <c:pt idx="6338">
                  <c:v>6.0</c:v>
                </c:pt>
                <c:pt idx="6339">
                  <c:v>6.0</c:v>
                </c:pt>
                <c:pt idx="6340">
                  <c:v>6.0</c:v>
                </c:pt>
                <c:pt idx="6341">
                  <c:v>6.0</c:v>
                </c:pt>
                <c:pt idx="6342">
                  <c:v>6.0</c:v>
                </c:pt>
                <c:pt idx="6343">
                  <c:v>6.0</c:v>
                </c:pt>
                <c:pt idx="6344">
                  <c:v>6.0</c:v>
                </c:pt>
                <c:pt idx="6345">
                  <c:v>6.0</c:v>
                </c:pt>
                <c:pt idx="6346">
                  <c:v>6.0</c:v>
                </c:pt>
                <c:pt idx="6347">
                  <c:v>6.0</c:v>
                </c:pt>
                <c:pt idx="6348">
                  <c:v>6.0</c:v>
                </c:pt>
                <c:pt idx="6349">
                  <c:v>6.0</c:v>
                </c:pt>
                <c:pt idx="6350">
                  <c:v>6.0</c:v>
                </c:pt>
                <c:pt idx="6351">
                  <c:v>6.0</c:v>
                </c:pt>
                <c:pt idx="6352">
                  <c:v>6.0</c:v>
                </c:pt>
                <c:pt idx="6353">
                  <c:v>6.0</c:v>
                </c:pt>
                <c:pt idx="6354">
                  <c:v>6.0</c:v>
                </c:pt>
                <c:pt idx="6355">
                  <c:v>6.0</c:v>
                </c:pt>
                <c:pt idx="6356">
                  <c:v>6.0</c:v>
                </c:pt>
                <c:pt idx="6357">
                  <c:v>6.0</c:v>
                </c:pt>
                <c:pt idx="6358">
                  <c:v>6.0</c:v>
                </c:pt>
                <c:pt idx="6359">
                  <c:v>6.0</c:v>
                </c:pt>
                <c:pt idx="6360">
                  <c:v>6.0</c:v>
                </c:pt>
                <c:pt idx="6361">
                  <c:v>6.0</c:v>
                </c:pt>
                <c:pt idx="6362">
                  <c:v>6.0</c:v>
                </c:pt>
                <c:pt idx="6363">
                  <c:v>6.0</c:v>
                </c:pt>
                <c:pt idx="6364">
                  <c:v>6.0</c:v>
                </c:pt>
                <c:pt idx="6365">
                  <c:v>6.0</c:v>
                </c:pt>
                <c:pt idx="6366">
                  <c:v>6.0</c:v>
                </c:pt>
                <c:pt idx="6367">
                  <c:v>6.0</c:v>
                </c:pt>
                <c:pt idx="6368">
                  <c:v>6.0</c:v>
                </c:pt>
                <c:pt idx="6369">
                  <c:v>6.0</c:v>
                </c:pt>
                <c:pt idx="6370">
                  <c:v>6.0</c:v>
                </c:pt>
                <c:pt idx="6371">
                  <c:v>6.0</c:v>
                </c:pt>
                <c:pt idx="6372">
                  <c:v>6.0</c:v>
                </c:pt>
                <c:pt idx="6373">
                  <c:v>6.0</c:v>
                </c:pt>
                <c:pt idx="6374">
                  <c:v>6.0</c:v>
                </c:pt>
                <c:pt idx="6375">
                  <c:v>6.0</c:v>
                </c:pt>
                <c:pt idx="6376">
                  <c:v>6.0</c:v>
                </c:pt>
                <c:pt idx="6377">
                  <c:v>6.0</c:v>
                </c:pt>
                <c:pt idx="6378">
                  <c:v>6.0</c:v>
                </c:pt>
                <c:pt idx="6379">
                  <c:v>6.0</c:v>
                </c:pt>
                <c:pt idx="6380">
                  <c:v>6.0</c:v>
                </c:pt>
                <c:pt idx="6381">
                  <c:v>6.0</c:v>
                </c:pt>
                <c:pt idx="6382">
                  <c:v>6.0</c:v>
                </c:pt>
                <c:pt idx="6383">
                  <c:v>6.0</c:v>
                </c:pt>
                <c:pt idx="6384">
                  <c:v>6.0</c:v>
                </c:pt>
                <c:pt idx="6385">
                  <c:v>6.0</c:v>
                </c:pt>
                <c:pt idx="6386">
                  <c:v>6.0</c:v>
                </c:pt>
                <c:pt idx="6387">
                  <c:v>6.0</c:v>
                </c:pt>
                <c:pt idx="6388">
                  <c:v>6.0</c:v>
                </c:pt>
                <c:pt idx="6389">
                  <c:v>6.0</c:v>
                </c:pt>
                <c:pt idx="6390">
                  <c:v>6.0</c:v>
                </c:pt>
                <c:pt idx="6391">
                  <c:v>6.0</c:v>
                </c:pt>
                <c:pt idx="6392">
                  <c:v>6.0</c:v>
                </c:pt>
                <c:pt idx="6393">
                  <c:v>6.0</c:v>
                </c:pt>
                <c:pt idx="6394">
                  <c:v>6.0</c:v>
                </c:pt>
                <c:pt idx="6395">
                  <c:v>6.0</c:v>
                </c:pt>
                <c:pt idx="6396">
                  <c:v>6.0</c:v>
                </c:pt>
                <c:pt idx="6397">
                  <c:v>6.0</c:v>
                </c:pt>
                <c:pt idx="6398">
                  <c:v>6.0</c:v>
                </c:pt>
                <c:pt idx="6399">
                  <c:v>6.0</c:v>
                </c:pt>
                <c:pt idx="6400">
                  <c:v>6.0</c:v>
                </c:pt>
                <c:pt idx="6401">
                  <c:v>6.0</c:v>
                </c:pt>
                <c:pt idx="6402">
                  <c:v>6.0</c:v>
                </c:pt>
                <c:pt idx="6403">
                  <c:v>6.0</c:v>
                </c:pt>
                <c:pt idx="6404">
                  <c:v>6.0</c:v>
                </c:pt>
                <c:pt idx="6405">
                  <c:v>6.0</c:v>
                </c:pt>
                <c:pt idx="6406">
                  <c:v>6.0</c:v>
                </c:pt>
                <c:pt idx="6407">
                  <c:v>6.0</c:v>
                </c:pt>
                <c:pt idx="6408">
                  <c:v>6.0</c:v>
                </c:pt>
                <c:pt idx="6409">
                  <c:v>6.0</c:v>
                </c:pt>
                <c:pt idx="6410">
                  <c:v>6.0</c:v>
                </c:pt>
                <c:pt idx="6411">
                  <c:v>6.0</c:v>
                </c:pt>
                <c:pt idx="6412">
                  <c:v>6.0</c:v>
                </c:pt>
                <c:pt idx="6413">
                  <c:v>6.0</c:v>
                </c:pt>
                <c:pt idx="6414">
                  <c:v>6.0</c:v>
                </c:pt>
                <c:pt idx="6415">
                  <c:v>6.0</c:v>
                </c:pt>
                <c:pt idx="6416">
                  <c:v>6.0</c:v>
                </c:pt>
                <c:pt idx="6417">
                  <c:v>6.0</c:v>
                </c:pt>
                <c:pt idx="6418">
                  <c:v>6.0</c:v>
                </c:pt>
                <c:pt idx="6419">
                  <c:v>6.0</c:v>
                </c:pt>
                <c:pt idx="6420">
                  <c:v>6.0</c:v>
                </c:pt>
                <c:pt idx="6421">
                  <c:v>6.0</c:v>
                </c:pt>
                <c:pt idx="6422">
                  <c:v>6.0</c:v>
                </c:pt>
                <c:pt idx="6423">
                  <c:v>6.0</c:v>
                </c:pt>
                <c:pt idx="6424">
                  <c:v>6.0</c:v>
                </c:pt>
                <c:pt idx="6425">
                  <c:v>6.0</c:v>
                </c:pt>
                <c:pt idx="6426">
                  <c:v>6.0</c:v>
                </c:pt>
                <c:pt idx="6427">
                  <c:v>6.0</c:v>
                </c:pt>
                <c:pt idx="6428">
                  <c:v>6.0</c:v>
                </c:pt>
                <c:pt idx="6429">
                  <c:v>6.0</c:v>
                </c:pt>
                <c:pt idx="6430">
                  <c:v>6.0</c:v>
                </c:pt>
                <c:pt idx="6431">
                  <c:v>6.0</c:v>
                </c:pt>
                <c:pt idx="6432">
                  <c:v>6.0</c:v>
                </c:pt>
                <c:pt idx="6433">
                  <c:v>6.0</c:v>
                </c:pt>
                <c:pt idx="6434">
                  <c:v>6.0</c:v>
                </c:pt>
                <c:pt idx="6435">
                  <c:v>6.0</c:v>
                </c:pt>
                <c:pt idx="6436">
                  <c:v>6.0</c:v>
                </c:pt>
                <c:pt idx="6437">
                  <c:v>6.0</c:v>
                </c:pt>
                <c:pt idx="6438">
                  <c:v>6.0</c:v>
                </c:pt>
                <c:pt idx="6439">
                  <c:v>6.0</c:v>
                </c:pt>
                <c:pt idx="6440">
                  <c:v>6.0</c:v>
                </c:pt>
                <c:pt idx="6441">
                  <c:v>6.0</c:v>
                </c:pt>
                <c:pt idx="6442">
                  <c:v>6.0</c:v>
                </c:pt>
                <c:pt idx="6443">
                  <c:v>6.0</c:v>
                </c:pt>
                <c:pt idx="6444">
                  <c:v>6.0</c:v>
                </c:pt>
                <c:pt idx="6445">
                  <c:v>6.0</c:v>
                </c:pt>
                <c:pt idx="6446">
                  <c:v>6.0</c:v>
                </c:pt>
                <c:pt idx="6447">
                  <c:v>6.0</c:v>
                </c:pt>
                <c:pt idx="6448">
                  <c:v>6.0</c:v>
                </c:pt>
                <c:pt idx="6449">
                  <c:v>6.0</c:v>
                </c:pt>
                <c:pt idx="6450">
                  <c:v>6.0</c:v>
                </c:pt>
                <c:pt idx="6451">
                  <c:v>6.0</c:v>
                </c:pt>
                <c:pt idx="6452">
                  <c:v>6.0</c:v>
                </c:pt>
                <c:pt idx="6453">
                  <c:v>6.0</c:v>
                </c:pt>
                <c:pt idx="6454">
                  <c:v>6.0</c:v>
                </c:pt>
                <c:pt idx="6455">
                  <c:v>6.0</c:v>
                </c:pt>
                <c:pt idx="6456">
                  <c:v>6.0</c:v>
                </c:pt>
                <c:pt idx="6457">
                  <c:v>6.0</c:v>
                </c:pt>
                <c:pt idx="6458">
                  <c:v>6.0</c:v>
                </c:pt>
                <c:pt idx="6459">
                  <c:v>6.0</c:v>
                </c:pt>
                <c:pt idx="6460">
                  <c:v>6.0</c:v>
                </c:pt>
                <c:pt idx="6461">
                  <c:v>6.0</c:v>
                </c:pt>
                <c:pt idx="6462">
                  <c:v>6.0</c:v>
                </c:pt>
                <c:pt idx="6463">
                  <c:v>6.0</c:v>
                </c:pt>
                <c:pt idx="6464">
                  <c:v>6.0</c:v>
                </c:pt>
                <c:pt idx="6465">
                  <c:v>6.0</c:v>
                </c:pt>
                <c:pt idx="6466">
                  <c:v>6.0</c:v>
                </c:pt>
                <c:pt idx="6467">
                  <c:v>6.0</c:v>
                </c:pt>
                <c:pt idx="6468">
                  <c:v>6.0</c:v>
                </c:pt>
                <c:pt idx="6469">
                  <c:v>6.0</c:v>
                </c:pt>
                <c:pt idx="6470">
                  <c:v>6.0</c:v>
                </c:pt>
                <c:pt idx="6471">
                  <c:v>6.0</c:v>
                </c:pt>
                <c:pt idx="6472">
                  <c:v>6.0</c:v>
                </c:pt>
                <c:pt idx="6473">
                  <c:v>6.0</c:v>
                </c:pt>
                <c:pt idx="6474">
                  <c:v>6.0</c:v>
                </c:pt>
                <c:pt idx="6475">
                  <c:v>6.0</c:v>
                </c:pt>
                <c:pt idx="6476">
                  <c:v>6.0</c:v>
                </c:pt>
                <c:pt idx="6477">
                  <c:v>6.0</c:v>
                </c:pt>
                <c:pt idx="6478">
                  <c:v>6.0</c:v>
                </c:pt>
                <c:pt idx="6479">
                  <c:v>6.0</c:v>
                </c:pt>
                <c:pt idx="6480">
                  <c:v>6.0</c:v>
                </c:pt>
                <c:pt idx="6481">
                  <c:v>6.0</c:v>
                </c:pt>
                <c:pt idx="6482">
                  <c:v>6.0</c:v>
                </c:pt>
                <c:pt idx="6483">
                  <c:v>6.0</c:v>
                </c:pt>
                <c:pt idx="6484">
                  <c:v>6.0</c:v>
                </c:pt>
                <c:pt idx="6485">
                  <c:v>6.0</c:v>
                </c:pt>
                <c:pt idx="6486">
                  <c:v>6.0</c:v>
                </c:pt>
                <c:pt idx="6487">
                  <c:v>6.0</c:v>
                </c:pt>
                <c:pt idx="6488">
                  <c:v>6.0</c:v>
                </c:pt>
                <c:pt idx="6489">
                  <c:v>6.0</c:v>
                </c:pt>
                <c:pt idx="6490">
                  <c:v>6.0</c:v>
                </c:pt>
                <c:pt idx="6491">
                  <c:v>6.0</c:v>
                </c:pt>
                <c:pt idx="6492">
                  <c:v>6.0</c:v>
                </c:pt>
                <c:pt idx="6493">
                  <c:v>6.0</c:v>
                </c:pt>
                <c:pt idx="6494">
                  <c:v>6.0</c:v>
                </c:pt>
                <c:pt idx="6495">
                  <c:v>6.0</c:v>
                </c:pt>
                <c:pt idx="6496">
                  <c:v>6.0</c:v>
                </c:pt>
                <c:pt idx="6497">
                  <c:v>6.0</c:v>
                </c:pt>
                <c:pt idx="6498">
                  <c:v>6.0</c:v>
                </c:pt>
                <c:pt idx="6499">
                  <c:v>6.0</c:v>
                </c:pt>
                <c:pt idx="6500">
                  <c:v>6.0</c:v>
                </c:pt>
                <c:pt idx="6501">
                  <c:v>6.0</c:v>
                </c:pt>
                <c:pt idx="6502">
                  <c:v>6.0</c:v>
                </c:pt>
                <c:pt idx="6503">
                  <c:v>6.0</c:v>
                </c:pt>
                <c:pt idx="6504">
                  <c:v>6.0</c:v>
                </c:pt>
                <c:pt idx="6505">
                  <c:v>6.0</c:v>
                </c:pt>
                <c:pt idx="6506">
                  <c:v>6.0</c:v>
                </c:pt>
                <c:pt idx="6507">
                  <c:v>6.0</c:v>
                </c:pt>
                <c:pt idx="6508">
                  <c:v>6.0</c:v>
                </c:pt>
                <c:pt idx="6509">
                  <c:v>6.0</c:v>
                </c:pt>
                <c:pt idx="6510">
                  <c:v>6.0</c:v>
                </c:pt>
                <c:pt idx="6511">
                  <c:v>6.0</c:v>
                </c:pt>
                <c:pt idx="6512">
                  <c:v>6.0</c:v>
                </c:pt>
                <c:pt idx="6513">
                  <c:v>6.0</c:v>
                </c:pt>
                <c:pt idx="6514">
                  <c:v>6.0</c:v>
                </c:pt>
                <c:pt idx="6515">
                  <c:v>6.0</c:v>
                </c:pt>
                <c:pt idx="6516">
                  <c:v>6.0</c:v>
                </c:pt>
                <c:pt idx="6517">
                  <c:v>6.0</c:v>
                </c:pt>
                <c:pt idx="6518">
                  <c:v>6.0</c:v>
                </c:pt>
                <c:pt idx="6519">
                  <c:v>6.0</c:v>
                </c:pt>
                <c:pt idx="6520">
                  <c:v>6.0</c:v>
                </c:pt>
                <c:pt idx="6521">
                  <c:v>6.0</c:v>
                </c:pt>
                <c:pt idx="6522">
                  <c:v>6.0</c:v>
                </c:pt>
                <c:pt idx="6523">
                  <c:v>6.0</c:v>
                </c:pt>
                <c:pt idx="6524">
                  <c:v>6.0</c:v>
                </c:pt>
                <c:pt idx="6525">
                  <c:v>6.0</c:v>
                </c:pt>
                <c:pt idx="6526">
                  <c:v>6.0</c:v>
                </c:pt>
                <c:pt idx="6527">
                  <c:v>6.0</c:v>
                </c:pt>
                <c:pt idx="6528">
                  <c:v>6.0</c:v>
                </c:pt>
                <c:pt idx="6529">
                  <c:v>6.0</c:v>
                </c:pt>
                <c:pt idx="6530">
                  <c:v>6.0</c:v>
                </c:pt>
                <c:pt idx="6531">
                  <c:v>6.0</c:v>
                </c:pt>
                <c:pt idx="6532">
                  <c:v>6.0</c:v>
                </c:pt>
                <c:pt idx="6533">
                  <c:v>6.0</c:v>
                </c:pt>
                <c:pt idx="6534">
                  <c:v>6.0</c:v>
                </c:pt>
                <c:pt idx="6535">
                  <c:v>6.0</c:v>
                </c:pt>
                <c:pt idx="6536">
                  <c:v>6.0</c:v>
                </c:pt>
                <c:pt idx="6537">
                  <c:v>6.0</c:v>
                </c:pt>
                <c:pt idx="6538">
                  <c:v>6.0</c:v>
                </c:pt>
                <c:pt idx="6539">
                  <c:v>6.0</c:v>
                </c:pt>
                <c:pt idx="6540">
                  <c:v>6.0</c:v>
                </c:pt>
                <c:pt idx="6541">
                  <c:v>6.0</c:v>
                </c:pt>
                <c:pt idx="6542">
                  <c:v>6.0</c:v>
                </c:pt>
                <c:pt idx="6543">
                  <c:v>6.0</c:v>
                </c:pt>
                <c:pt idx="6544">
                  <c:v>6.0</c:v>
                </c:pt>
                <c:pt idx="6545">
                  <c:v>6.0</c:v>
                </c:pt>
                <c:pt idx="6546">
                  <c:v>6.0</c:v>
                </c:pt>
                <c:pt idx="6547">
                  <c:v>6.0</c:v>
                </c:pt>
                <c:pt idx="6548">
                  <c:v>6.0</c:v>
                </c:pt>
                <c:pt idx="6549">
                  <c:v>6.0</c:v>
                </c:pt>
                <c:pt idx="6550">
                  <c:v>6.0</c:v>
                </c:pt>
                <c:pt idx="6551">
                  <c:v>6.0</c:v>
                </c:pt>
                <c:pt idx="6552">
                  <c:v>6.0</c:v>
                </c:pt>
                <c:pt idx="6553">
                  <c:v>6.0</c:v>
                </c:pt>
                <c:pt idx="6554">
                  <c:v>6.0</c:v>
                </c:pt>
                <c:pt idx="6555">
                  <c:v>6.0</c:v>
                </c:pt>
                <c:pt idx="6556">
                  <c:v>6.0</c:v>
                </c:pt>
                <c:pt idx="6557">
                  <c:v>6.0</c:v>
                </c:pt>
                <c:pt idx="6558">
                  <c:v>6.0</c:v>
                </c:pt>
                <c:pt idx="6559">
                  <c:v>6.0</c:v>
                </c:pt>
                <c:pt idx="6560">
                  <c:v>6.0</c:v>
                </c:pt>
                <c:pt idx="6561">
                  <c:v>6.0</c:v>
                </c:pt>
                <c:pt idx="6562">
                  <c:v>6.0</c:v>
                </c:pt>
                <c:pt idx="6563">
                  <c:v>6.0</c:v>
                </c:pt>
                <c:pt idx="6564">
                  <c:v>6.0</c:v>
                </c:pt>
                <c:pt idx="6565">
                  <c:v>6.0</c:v>
                </c:pt>
                <c:pt idx="6566">
                  <c:v>6.0</c:v>
                </c:pt>
                <c:pt idx="6567">
                  <c:v>6.0</c:v>
                </c:pt>
                <c:pt idx="6568">
                  <c:v>6.0</c:v>
                </c:pt>
                <c:pt idx="6569">
                  <c:v>6.0</c:v>
                </c:pt>
                <c:pt idx="6570">
                  <c:v>6.0</c:v>
                </c:pt>
                <c:pt idx="6571">
                  <c:v>6.0</c:v>
                </c:pt>
                <c:pt idx="6572">
                  <c:v>6.0</c:v>
                </c:pt>
                <c:pt idx="6573">
                  <c:v>6.0</c:v>
                </c:pt>
                <c:pt idx="6574">
                  <c:v>6.0</c:v>
                </c:pt>
                <c:pt idx="6575">
                  <c:v>6.0</c:v>
                </c:pt>
                <c:pt idx="6576">
                  <c:v>6.0</c:v>
                </c:pt>
                <c:pt idx="6577">
                  <c:v>6.0</c:v>
                </c:pt>
                <c:pt idx="6578">
                  <c:v>6.0</c:v>
                </c:pt>
                <c:pt idx="6579">
                  <c:v>6.0</c:v>
                </c:pt>
                <c:pt idx="6580">
                  <c:v>6.0</c:v>
                </c:pt>
                <c:pt idx="6581">
                  <c:v>6.0</c:v>
                </c:pt>
                <c:pt idx="6582">
                  <c:v>6.0</c:v>
                </c:pt>
                <c:pt idx="6583">
                  <c:v>6.0</c:v>
                </c:pt>
                <c:pt idx="6584">
                  <c:v>6.0</c:v>
                </c:pt>
                <c:pt idx="6585">
                  <c:v>6.0</c:v>
                </c:pt>
                <c:pt idx="6586">
                  <c:v>6.0</c:v>
                </c:pt>
                <c:pt idx="6587">
                  <c:v>6.0</c:v>
                </c:pt>
                <c:pt idx="6588">
                  <c:v>6.0</c:v>
                </c:pt>
                <c:pt idx="6589">
                  <c:v>6.0</c:v>
                </c:pt>
                <c:pt idx="6590">
                  <c:v>6.0</c:v>
                </c:pt>
                <c:pt idx="6591">
                  <c:v>6.0</c:v>
                </c:pt>
                <c:pt idx="6592">
                  <c:v>6.0</c:v>
                </c:pt>
                <c:pt idx="6593">
                  <c:v>6.0</c:v>
                </c:pt>
                <c:pt idx="6594">
                  <c:v>6.0</c:v>
                </c:pt>
                <c:pt idx="6595">
                  <c:v>6.0</c:v>
                </c:pt>
                <c:pt idx="6596">
                  <c:v>6.0</c:v>
                </c:pt>
                <c:pt idx="6597">
                  <c:v>6.0</c:v>
                </c:pt>
                <c:pt idx="6598">
                  <c:v>6.0</c:v>
                </c:pt>
                <c:pt idx="6599">
                  <c:v>6.0</c:v>
                </c:pt>
                <c:pt idx="6600">
                  <c:v>6.0</c:v>
                </c:pt>
                <c:pt idx="6601">
                  <c:v>6.0</c:v>
                </c:pt>
                <c:pt idx="6602">
                  <c:v>6.0</c:v>
                </c:pt>
                <c:pt idx="6603">
                  <c:v>6.0</c:v>
                </c:pt>
                <c:pt idx="6604">
                  <c:v>6.0</c:v>
                </c:pt>
                <c:pt idx="6605">
                  <c:v>6.0</c:v>
                </c:pt>
                <c:pt idx="6606">
                  <c:v>6.0</c:v>
                </c:pt>
                <c:pt idx="6607">
                  <c:v>6.0</c:v>
                </c:pt>
                <c:pt idx="6608">
                  <c:v>6.0</c:v>
                </c:pt>
                <c:pt idx="6609">
                  <c:v>6.0</c:v>
                </c:pt>
                <c:pt idx="6610">
                  <c:v>6.0</c:v>
                </c:pt>
                <c:pt idx="6611">
                  <c:v>6.0</c:v>
                </c:pt>
                <c:pt idx="6612">
                  <c:v>6.0</c:v>
                </c:pt>
                <c:pt idx="6613">
                  <c:v>6.0</c:v>
                </c:pt>
                <c:pt idx="6614">
                  <c:v>6.0</c:v>
                </c:pt>
                <c:pt idx="6615">
                  <c:v>6.0</c:v>
                </c:pt>
                <c:pt idx="6616">
                  <c:v>6.0</c:v>
                </c:pt>
                <c:pt idx="6617">
                  <c:v>6.0</c:v>
                </c:pt>
                <c:pt idx="6618">
                  <c:v>6.0</c:v>
                </c:pt>
                <c:pt idx="6619">
                  <c:v>6.0</c:v>
                </c:pt>
                <c:pt idx="6620">
                  <c:v>6.0</c:v>
                </c:pt>
                <c:pt idx="6621">
                  <c:v>6.0</c:v>
                </c:pt>
                <c:pt idx="6622">
                  <c:v>6.0</c:v>
                </c:pt>
                <c:pt idx="6623">
                  <c:v>6.0</c:v>
                </c:pt>
                <c:pt idx="6624">
                  <c:v>6.0</c:v>
                </c:pt>
                <c:pt idx="6625">
                  <c:v>6.0</c:v>
                </c:pt>
                <c:pt idx="6626">
                  <c:v>6.0</c:v>
                </c:pt>
                <c:pt idx="6627">
                  <c:v>6.0</c:v>
                </c:pt>
                <c:pt idx="6628">
                  <c:v>6.0</c:v>
                </c:pt>
                <c:pt idx="6629">
                  <c:v>6.0</c:v>
                </c:pt>
                <c:pt idx="6630">
                  <c:v>6.0</c:v>
                </c:pt>
                <c:pt idx="6631">
                  <c:v>6.0</c:v>
                </c:pt>
                <c:pt idx="6632">
                  <c:v>6.0</c:v>
                </c:pt>
                <c:pt idx="6633">
                  <c:v>6.0</c:v>
                </c:pt>
                <c:pt idx="6634">
                  <c:v>6.0</c:v>
                </c:pt>
                <c:pt idx="6635">
                  <c:v>6.0</c:v>
                </c:pt>
                <c:pt idx="6636">
                  <c:v>6.0</c:v>
                </c:pt>
                <c:pt idx="6637">
                  <c:v>6.0</c:v>
                </c:pt>
                <c:pt idx="6638">
                  <c:v>6.0</c:v>
                </c:pt>
                <c:pt idx="6639">
                  <c:v>6.0</c:v>
                </c:pt>
                <c:pt idx="6640">
                  <c:v>6.0</c:v>
                </c:pt>
                <c:pt idx="6641">
                  <c:v>6.0</c:v>
                </c:pt>
                <c:pt idx="6642">
                  <c:v>6.0</c:v>
                </c:pt>
                <c:pt idx="6643">
                  <c:v>6.0</c:v>
                </c:pt>
                <c:pt idx="6644">
                  <c:v>6.0</c:v>
                </c:pt>
                <c:pt idx="6645">
                  <c:v>6.0</c:v>
                </c:pt>
                <c:pt idx="6646">
                  <c:v>6.0</c:v>
                </c:pt>
                <c:pt idx="6647">
                  <c:v>6.0</c:v>
                </c:pt>
                <c:pt idx="6648">
                  <c:v>6.0</c:v>
                </c:pt>
                <c:pt idx="6649">
                  <c:v>6.0</c:v>
                </c:pt>
                <c:pt idx="6650">
                  <c:v>6.0</c:v>
                </c:pt>
                <c:pt idx="6651">
                  <c:v>6.0</c:v>
                </c:pt>
                <c:pt idx="6652">
                  <c:v>6.0</c:v>
                </c:pt>
                <c:pt idx="6653">
                  <c:v>6.0</c:v>
                </c:pt>
                <c:pt idx="6654">
                  <c:v>6.0</c:v>
                </c:pt>
                <c:pt idx="6655">
                  <c:v>6.0</c:v>
                </c:pt>
                <c:pt idx="6656">
                  <c:v>6.0</c:v>
                </c:pt>
                <c:pt idx="6657">
                  <c:v>6.0</c:v>
                </c:pt>
                <c:pt idx="6658">
                  <c:v>6.0</c:v>
                </c:pt>
                <c:pt idx="6659">
                  <c:v>6.0</c:v>
                </c:pt>
                <c:pt idx="6660">
                  <c:v>6.0</c:v>
                </c:pt>
                <c:pt idx="6661">
                  <c:v>6.0</c:v>
                </c:pt>
                <c:pt idx="6662">
                  <c:v>6.0</c:v>
                </c:pt>
                <c:pt idx="6663">
                  <c:v>6.0</c:v>
                </c:pt>
                <c:pt idx="6664">
                  <c:v>6.0</c:v>
                </c:pt>
                <c:pt idx="6665">
                  <c:v>6.0</c:v>
                </c:pt>
                <c:pt idx="6666">
                  <c:v>6.0</c:v>
                </c:pt>
                <c:pt idx="6667">
                  <c:v>6.0</c:v>
                </c:pt>
                <c:pt idx="6668">
                  <c:v>6.0</c:v>
                </c:pt>
                <c:pt idx="6669">
                  <c:v>6.0</c:v>
                </c:pt>
                <c:pt idx="6670">
                  <c:v>6.0</c:v>
                </c:pt>
                <c:pt idx="6671">
                  <c:v>6.0</c:v>
                </c:pt>
                <c:pt idx="6672">
                  <c:v>6.0</c:v>
                </c:pt>
                <c:pt idx="6673">
                  <c:v>6.0</c:v>
                </c:pt>
                <c:pt idx="6674">
                  <c:v>6.0</c:v>
                </c:pt>
                <c:pt idx="6675">
                  <c:v>6.0</c:v>
                </c:pt>
                <c:pt idx="6676">
                  <c:v>6.0</c:v>
                </c:pt>
                <c:pt idx="6677">
                  <c:v>6.0</c:v>
                </c:pt>
                <c:pt idx="6678">
                  <c:v>6.0</c:v>
                </c:pt>
                <c:pt idx="6679">
                  <c:v>6.0</c:v>
                </c:pt>
                <c:pt idx="6680">
                  <c:v>6.0</c:v>
                </c:pt>
                <c:pt idx="6681">
                  <c:v>6.0</c:v>
                </c:pt>
                <c:pt idx="6682">
                  <c:v>6.0</c:v>
                </c:pt>
                <c:pt idx="6683">
                  <c:v>6.0</c:v>
                </c:pt>
                <c:pt idx="6684">
                  <c:v>6.0</c:v>
                </c:pt>
                <c:pt idx="6685">
                  <c:v>6.0</c:v>
                </c:pt>
                <c:pt idx="6686">
                  <c:v>6.0</c:v>
                </c:pt>
                <c:pt idx="6687">
                  <c:v>6.0</c:v>
                </c:pt>
                <c:pt idx="6688">
                  <c:v>6.0</c:v>
                </c:pt>
                <c:pt idx="6689">
                  <c:v>6.0</c:v>
                </c:pt>
                <c:pt idx="6690">
                  <c:v>6.0</c:v>
                </c:pt>
                <c:pt idx="6691">
                  <c:v>6.0</c:v>
                </c:pt>
                <c:pt idx="6692">
                  <c:v>6.0</c:v>
                </c:pt>
                <c:pt idx="6693">
                  <c:v>6.0</c:v>
                </c:pt>
                <c:pt idx="6694">
                  <c:v>6.0</c:v>
                </c:pt>
                <c:pt idx="6695">
                  <c:v>6.0</c:v>
                </c:pt>
                <c:pt idx="6696">
                  <c:v>6.0</c:v>
                </c:pt>
                <c:pt idx="6697">
                  <c:v>6.0</c:v>
                </c:pt>
                <c:pt idx="6698">
                  <c:v>6.0</c:v>
                </c:pt>
                <c:pt idx="6699">
                  <c:v>6.0</c:v>
                </c:pt>
                <c:pt idx="6700">
                  <c:v>6.0</c:v>
                </c:pt>
                <c:pt idx="6701">
                  <c:v>6.0</c:v>
                </c:pt>
                <c:pt idx="6702">
                  <c:v>6.0</c:v>
                </c:pt>
                <c:pt idx="6703">
                  <c:v>6.0</c:v>
                </c:pt>
                <c:pt idx="6704">
                  <c:v>6.0</c:v>
                </c:pt>
                <c:pt idx="6705">
                  <c:v>6.0</c:v>
                </c:pt>
                <c:pt idx="6706">
                  <c:v>6.0</c:v>
                </c:pt>
                <c:pt idx="6707">
                  <c:v>6.0</c:v>
                </c:pt>
                <c:pt idx="6708">
                  <c:v>6.0</c:v>
                </c:pt>
                <c:pt idx="6709">
                  <c:v>6.0</c:v>
                </c:pt>
                <c:pt idx="6710">
                  <c:v>6.0</c:v>
                </c:pt>
                <c:pt idx="6711">
                  <c:v>6.0</c:v>
                </c:pt>
                <c:pt idx="6712">
                  <c:v>6.0</c:v>
                </c:pt>
                <c:pt idx="6713">
                  <c:v>6.0</c:v>
                </c:pt>
                <c:pt idx="6714">
                  <c:v>6.0</c:v>
                </c:pt>
                <c:pt idx="6715">
                  <c:v>6.0</c:v>
                </c:pt>
                <c:pt idx="6716">
                  <c:v>6.0</c:v>
                </c:pt>
                <c:pt idx="6717">
                  <c:v>6.0</c:v>
                </c:pt>
                <c:pt idx="6718">
                  <c:v>6.0</c:v>
                </c:pt>
                <c:pt idx="6719">
                  <c:v>6.0</c:v>
                </c:pt>
                <c:pt idx="6720">
                  <c:v>6.0</c:v>
                </c:pt>
                <c:pt idx="6721">
                  <c:v>6.0</c:v>
                </c:pt>
                <c:pt idx="6722">
                  <c:v>6.0</c:v>
                </c:pt>
                <c:pt idx="6723">
                  <c:v>6.0</c:v>
                </c:pt>
                <c:pt idx="6724">
                  <c:v>6.0</c:v>
                </c:pt>
                <c:pt idx="6725">
                  <c:v>6.0</c:v>
                </c:pt>
                <c:pt idx="6726">
                  <c:v>6.0</c:v>
                </c:pt>
                <c:pt idx="6727">
                  <c:v>6.0</c:v>
                </c:pt>
                <c:pt idx="6728">
                  <c:v>6.0</c:v>
                </c:pt>
                <c:pt idx="6729">
                  <c:v>6.0</c:v>
                </c:pt>
                <c:pt idx="6730">
                  <c:v>6.0</c:v>
                </c:pt>
                <c:pt idx="6731">
                  <c:v>6.0</c:v>
                </c:pt>
                <c:pt idx="6732">
                  <c:v>6.0</c:v>
                </c:pt>
                <c:pt idx="6733">
                  <c:v>6.0</c:v>
                </c:pt>
                <c:pt idx="6734">
                  <c:v>6.0</c:v>
                </c:pt>
                <c:pt idx="6735">
                  <c:v>6.0</c:v>
                </c:pt>
                <c:pt idx="6736">
                  <c:v>6.0</c:v>
                </c:pt>
                <c:pt idx="6737">
                  <c:v>6.0</c:v>
                </c:pt>
                <c:pt idx="6738">
                  <c:v>6.0</c:v>
                </c:pt>
                <c:pt idx="6739">
                  <c:v>6.0</c:v>
                </c:pt>
                <c:pt idx="6740">
                  <c:v>6.0</c:v>
                </c:pt>
                <c:pt idx="6741">
                  <c:v>6.0</c:v>
                </c:pt>
                <c:pt idx="6742">
                  <c:v>6.0</c:v>
                </c:pt>
                <c:pt idx="6743">
                  <c:v>6.0</c:v>
                </c:pt>
                <c:pt idx="6744">
                  <c:v>6.0</c:v>
                </c:pt>
                <c:pt idx="6745">
                  <c:v>6.0</c:v>
                </c:pt>
                <c:pt idx="6746">
                  <c:v>6.0</c:v>
                </c:pt>
                <c:pt idx="6747">
                  <c:v>6.0</c:v>
                </c:pt>
                <c:pt idx="6748">
                  <c:v>6.0</c:v>
                </c:pt>
                <c:pt idx="6749">
                  <c:v>6.0</c:v>
                </c:pt>
                <c:pt idx="6750">
                  <c:v>6.0</c:v>
                </c:pt>
                <c:pt idx="6751">
                  <c:v>6.0</c:v>
                </c:pt>
                <c:pt idx="6752">
                  <c:v>6.0</c:v>
                </c:pt>
                <c:pt idx="6753">
                  <c:v>6.0</c:v>
                </c:pt>
                <c:pt idx="6754">
                  <c:v>6.0</c:v>
                </c:pt>
                <c:pt idx="6755">
                  <c:v>6.0</c:v>
                </c:pt>
                <c:pt idx="6756">
                  <c:v>6.0</c:v>
                </c:pt>
                <c:pt idx="6757">
                  <c:v>6.0</c:v>
                </c:pt>
                <c:pt idx="6758">
                  <c:v>6.0</c:v>
                </c:pt>
                <c:pt idx="6759">
                  <c:v>6.0</c:v>
                </c:pt>
                <c:pt idx="6760">
                  <c:v>6.0</c:v>
                </c:pt>
                <c:pt idx="6761">
                  <c:v>6.0</c:v>
                </c:pt>
                <c:pt idx="6762">
                  <c:v>6.0</c:v>
                </c:pt>
                <c:pt idx="6763">
                  <c:v>6.0</c:v>
                </c:pt>
                <c:pt idx="6764">
                  <c:v>6.0</c:v>
                </c:pt>
                <c:pt idx="6765">
                  <c:v>6.0</c:v>
                </c:pt>
                <c:pt idx="6766">
                  <c:v>6.0</c:v>
                </c:pt>
                <c:pt idx="6767">
                  <c:v>6.0</c:v>
                </c:pt>
                <c:pt idx="6768">
                  <c:v>6.0</c:v>
                </c:pt>
                <c:pt idx="6769">
                  <c:v>6.0</c:v>
                </c:pt>
                <c:pt idx="6770">
                  <c:v>6.0</c:v>
                </c:pt>
                <c:pt idx="6771">
                  <c:v>6.0</c:v>
                </c:pt>
                <c:pt idx="6772">
                  <c:v>6.0</c:v>
                </c:pt>
                <c:pt idx="6773">
                  <c:v>6.0</c:v>
                </c:pt>
                <c:pt idx="6774">
                  <c:v>6.0</c:v>
                </c:pt>
                <c:pt idx="6775">
                  <c:v>6.0</c:v>
                </c:pt>
                <c:pt idx="6776">
                  <c:v>6.0</c:v>
                </c:pt>
                <c:pt idx="6777">
                  <c:v>6.0</c:v>
                </c:pt>
                <c:pt idx="6778">
                  <c:v>6.0</c:v>
                </c:pt>
                <c:pt idx="6779">
                  <c:v>6.0</c:v>
                </c:pt>
                <c:pt idx="6780">
                  <c:v>6.0</c:v>
                </c:pt>
                <c:pt idx="6781">
                  <c:v>6.0</c:v>
                </c:pt>
                <c:pt idx="6782">
                  <c:v>6.0</c:v>
                </c:pt>
                <c:pt idx="6783">
                  <c:v>6.0</c:v>
                </c:pt>
                <c:pt idx="6784">
                  <c:v>6.0</c:v>
                </c:pt>
                <c:pt idx="6785">
                  <c:v>6.0</c:v>
                </c:pt>
                <c:pt idx="6786">
                  <c:v>6.0</c:v>
                </c:pt>
                <c:pt idx="6787">
                  <c:v>6.0</c:v>
                </c:pt>
                <c:pt idx="6788">
                  <c:v>6.0</c:v>
                </c:pt>
                <c:pt idx="6789">
                  <c:v>6.0</c:v>
                </c:pt>
                <c:pt idx="6790">
                  <c:v>6.0</c:v>
                </c:pt>
                <c:pt idx="6791">
                  <c:v>6.0</c:v>
                </c:pt>
                <c:pt idx="6792">
                  <c:v>6.0</c:v>
                </c:pt>
                <c:pt idx="6793">
                  <c:v>6.0</c:v>
                </c:pt>
                <c:pt idx="6794">
                  <c:v>6.0</c:v>
                </c:pt>
                <c:pt idx="6795">
                  <c:v>6.0</c:v>
                </c:pt>
                <c:pt idx="6796">
                  <c:v>6.0</c:v>
                </c:pt>
                <c:pt idx="6797">
                  <c:v>6.0</c:v>
                </c:pt>
                <c:pt idx="6798">
                  <c:v>6.0</c:v>
                </c:pt>
                <c:pt idx="6799">
                  <c:v>6.0</c:v>
                </c:pt>
                <c:pt idx="6800">
                  <c:v>6.0</c:v>
                </c:pt>
                <c:pt idx="6801">
                  <c:v>6.0</c:v>
                </c:pt>
                <c:pt idx="6802">
                  <c:v>6.0</c:v>
                </c:pt>
                <c:pt idx="6803">
                  <c:v>6.0</c:v>
                </c:pt>
                <c:pt idx="6804">
                  <c:v>6.0</c:v>
                </c:pt>
                <c:pt idx="6805">
                  <c:v>6.0</c:v>
                </c:pt>
                <c:pt idx="6806">
                  <c:v>6.0</c:v>
                </c:pt>
                <c:pt idx="6807">
                  <c:v>6.0</c:v>
                </c:pt>
                <c:pt idx="6808">
                  <c:v>6.0</c:v>
                </c:pt>
                <c:pt idx="6809">
                  <c:v>6.0</c:v>
                </c:pt>
                <c:pt idx="6810">
                  <c:v>6.0</c:v>
                </c:pt>
                <c:pt idx="6811">
                  <c:v>6.0</c:v>
                </c:pt>
                <c:pt idx="6812">
                  <c:v>6.0</c:v>
                </c:pt>
                <c:pt idx="6813">
                  <c:v>6.0</c:v>
                </c:pt>
                <c:pt idx="6814">
                  <c:v>6.0</c:v>
                </c:pt>
                <c:pt idx="6815">
                  <c:v>6.0</c:v>
                </c:pt>
                <c:pt idx="6816">
                  <c:v>6.0</c:v>
                </c:pt>
                <c:pt idx="6817">
                  <c:v>6.0</c:v>
                </c:pt>
                <c:pt idx="6818">
                  <c:v>6.0</c:v>
                </c:pt>
                <c:pt idx="6819">
                  <c:v>6.0</c:v>
                </c:pt>
                <c:pt idx="6820">
                  <c:v>6.0</c:v>
                </c:pt>
                <c:pt idx="6821">
                  <c:v>6.0</c:v>
                </c:pt>
                <c:pt idx="6822">
                  <c:v>6.0</c:v>
                </c:pt>
                <c:pt idx="6823">
                  <c:v>6.0</c:v>
                </c:pt>
                <c:pt idx="6824">
                  <c:v>6.0</c:v>
                </c:pt>
                <c:pt idx="6825">
                  <c:v>6.0</c:v>
                </c:pt>
                <c:pt idx="6826">
                  <c:v>6.0</c:v>
                </c:pt>
                <c:pt idx="6827">
                  <c:v>6.0</c:v>
                </c:pt>
                <c:pt idx="6828">
                  <c:v>6.0</c:v>
                </c:pt>
                <c:pt idx="6829">
                  <c:v>6.0</c:v>
                </c:pt>
                <c:pt idx="6830">
                  <c:v>6.0</c:v>
                </c:pt>
                <c:pt idx="6831">
                  <c:v>6.0</c:v>
                </c:pt>
                <c:pt idx="6832">
                  <c:v>6.0</c:v>
                </c:pt>
                <c:pt idx="6833">
                  <c:v>6.0</c:v>
                </c:pt>
                <c:pt idx="6834">
                  <c:v>6.0</c:v>
                </c:pt>
                <c:pt idx="6835">
                  <c:v>6.0</c:v>
                </c:pt>
                <c:pt idx="6836">
                  <c:v>6.0</c:v>
                </c:pt>
                <c:pt idx="6837">
                  <c:v>6.0</c:v>
                </c:pt>
                <c:pt idx="6838">
                  <c:v>6.0</c:v>
                </c:pt>
                <c:pt idx="6839">
                  <c:v>6.0</c:v>
                </c:pt>
                <c:pt idx="6840">
                  <c:v>6.0</c:v>
                </c:pt>
                <c:pt idx="6841">
                  <c:v>6.0</c:v>
                </c:pt>
                <c:pt idx="6842">
                  <c:v>6.0</c:v>
                </c:pt>
                <c:pt idx="6843">
                  <c:v>6.0</c:v>
                </c:pt>
                <c:pt idx="6844">
                  <c:v>6.0</c:v>
                </c:pt>
                <c:pt idx="6845">
                  <c:v>6.0</c:v>
                </c:pt>
                <c:pt idx="6846">
                  <c:v>6.0</c:v>
                </c:pt>
                <c:pt idx="6847">
                  <c:v>6.0</c:v>
                </c:pt>
                <c:pt idx="6848">
                  <c:v>6.0</c:v>
                </c:pt>
                <c:pt idx="6849">
                  <c:v>6.0</c:v>
                </c:pt>
                <c:pt idx="6850">
                  <c:v>6.0</c:v>
                </c:pt>
                <c:pt idx="6851">
                  <c:v>6.0</c:v>
                </c:pt>
                <c:pt idx="6852">
                  <c:v>6.0</c:v>
                </c:pt>
                <c:pt idx="6853">
                  <c:v>6.0</c:v>
                </c:pt>
                <c:pt idx="6854">
                  <c:v>6.0</c:v>
                </c:pt>
                <c:pt idx="6855">
                  <c:v>6.0</c:v>
                </c:pt>
                <c:pt idx="6856">
                  <c:v>6.0</c:v>
                </c:pt>
                <c:pt idx="6857">
                  <c:v>6.0</c:v>
                </c:pt>
                <c:pt idx="6858">
                  <c:v>6.0</c:v>
                </c:pt>
                <c:pt idx="6859">
                  <c:v>6.0</c:v>
                </c:pt>
                <c:pt idx="6860">
                  <c:v>6.0</c:v>
                </c:pt>
                <c:pt idx="6861">
                  <c:v>6.0</c:v>
                </c:pt>
                <c:pt idx="6862">
                  <c:v>6.0</c:v>
                </c:pt>
                <c:pt idx="6863">
                  <c:v>6.0</c:v>
                </c:pt>
                <c:pt idx="6864">
                  <c:v>6.0</c:v>
                </c:pt>
                <c:pt idx="6865">
                  <c:v>6.0</c:v>
                </c:pt>
                <c:pt idx="6866">
                  <c:v>6.0</c:v>
                </c:pt>
                <c:pt idx="6867">
                  <c:v>6.0</c:v>
                </c:pt>
                <c:pt idx="6868">
                  <c:v>6.0</c:v>
                </c:pt>
                <c:pt idx="6869">
                  <c:v>6.0</c:v>
                </c:pt>
                <c:pt idx="6870">
                  <c:v>6.0</c:v>
                </c:pt>
                <c:pt idx="6871">
                  <c:v>6.0</c:v>
                </c:pt>
                <c:pt idx="6872">
                  <c:v>6.0</c:v>
                </c:pt>
                <c:pt idx="6873">
                  <c:v>6.0</c:v>
                </c:pt>
                <c:pt idx="6874">
                  <c:v>6.0</c:v>
                </c:pt>
                <c:pt idx="6875">
                  <c:v>6.0</c:v>
                </c:pt>
                <c:pt idx="6876">
                  <c:v>6.0</c:v>
                </c:pt>
                <c:pt idx="6877">
                  <c:v>6.0</c:v>
                </c:pt>
                <c:pt idx="6878">
                  <c:v>6.0</c:v>
                </c:pt>
                <c:pt idx="6879">
                  <c:v>6.0</c:v>
                </c:pt>
                <c:pt idx="6880">
                  <c:v>6.0</c:v>
                </c:pt>
                <c:pt idx="6881">
                  <c:v>6.0</c:v>
                </c:pt>
                <c:pt idx="6882">
                  <c:v>6.0</c:v>
                </c:pt>
                <c:pt idx="6883">
                  <c:v>6.0</c:v>
                </c:pt>
                <c:pt idx="6884">
                  <c:v>6.0</c:v>
                </c:pt>
                <c:pt idx="6885">
                  <c:v>6.0</c:v>
                </c:pt>
                <c:pt idx="6886">
                  <c:v>6.0</c:v>
                </c:pt>
                <c:pt idx="6887">
                  <c:v>6.0</c:v>
                </c:pt>
                <c:pt idx="6888">
                  <c:v>6.0</c:v>
                </c:pt>
                <c:pt idx="6889">
                  <c:v>6.0</c:v>
                </c:pt>
                <c:pt idx="6890">
                  <c:v>6.0</c:v>
                </c:pt>
                <c:pt idx="6891">
                  <c:v>6.0</c:v>
                </c:pt>
                <c:pt idx="6892">
                  <c:v>6.0</c:v>
                </c:pt>
                <c:pt idx="6893">
                  <c:v>6.0</c:v>
                </c:pt>
                <c:pt idx="6894">
                  <c:v>6.0</c:v>
                </c:pt>
                <c:pt idx="6895">
                  <c:v>6.0</c:v>
                </c:pt>
                <c:pt idx="6896">
                  <c:v>6.0</c:v>
                </c:pt>
                <c:pt idx="6897">
                  <c:v>6.0</c:v>
                </c:pt>
                <c:pt idx="6898">
                  <c:v>6.0</c:v>
                </c:pt>
                <c:pt idx="6899">
                  <c:v>6.0</c:v>
                </c:pt>
                <c:pt idx="6900">
                  <c:v>6.0</c:v>
                </c:pt>
                <c:pt idx="6901">
                  <c:v>6.0</c:v>
                </c:pt>
                <c:pt idx="6902">
                  <c:v>6.0</c:v>
                </c:pt>
                <c:pt idx="6903">
                  <c:v>6.0</c:v>
                </c:pt>
                <c:pt idx="6904">
                  <c:v>6.0</c:v>
                </c:pt>
                <c:pt idx="6905">
                  <c:v>6.0</c:v>
                </c:pt>
                <c:pt idx="6906">
                  <c:v>6.0</c:v>
                </c:pt>
                <c:pt idx="6907">
                  <c:v>6.0</c:v>
                </c:pt>
                <c:pt idx="6908">
                  <c:v>6.0</c:v>
                </c:pt>
                <c:pt idx="6909">
                  <c:v>6.0</c:v>
                </c:pt>
                <c:pt idx="6910">
                  <c:v>6.0</c:v>
                </c:pt>
                <c:pt idx="6911">
                  <c:v>6.0</c:v>
                </c:pt>
                <c:pt idx="6912">
                  <c:v>6.0</c:v>
                </c:pt>
                <c:pt idx="6913">
                  <c:v>6.0</c:v>
                </c:pt>
                <c:pt idx="6914">
                  <c:v>6.0</c:v>
                </c:pt>
                <c:pt idx="6915">
                  <c:v>6.0</c:v>
                </c:pt>
                <c:pt idx="6916">
                  <c:v>6.0</c:v>
                </c:pt>
                <c:pt idx="6917">
                  <c:v>6.0</c:v>
                </c:pt>
                <c:pt idx="6918">
                  <c:v>6.0</c:v>
                </c:pt>
                <c:pt idx="6919">
                  <c:v>6.0</c:v>
                </c:pt>
                <c:pt idx="6920">
                  <c:v>6.0</c:v>
                </c:pt>
                <c:pt idx="6921">
                  <c:v>6.0</c:v>
                </c:pt>
                <c:pt idx="6922">
                  <c:v>6.0</c:v>
                </c:pt>
                <c:pt idx="6923">
                  <c:v>6.0</c:v>
                </c:pt>
                <c:pt idx="6924">
                  <c:v>6.0</c:v>
                </c:pt>
                <c:pt idx="6925">
                  <c:v>6.0</c:v>
                </c:pt>
                <c:pt idx="6926">
                  <c:v>6.0</c:v>
                </c:pt>
                <c:pt idx="6927">
                  <c:v>6.0</c:v>
                </c:pt>
                <c:pt idx="6928">
                  <c:v>6.0</c:v>
                </c:pt>
                <c:pt idx="6929">
                  <c:v>6.0</c:v>
                </c:pt>
                <c:pt idx="6930">
                  <c:v>6.0</c:v>
                </c:pt>
                <c:pt idx="6931">
                  <c:v>6.0</c:v>
                </c:pt>
                <c:pt idx="6932">
                  <c:v>6.0</c:v>
                </c:pt>
                <c:pt idx="6933">
                  <c:v>6.0</c:v>
                </c:pt>
                <c:pt idx="6934">
                  <c:v>6.0</c:v>
                </c:pt>
                <c:pt idx="6935">
                  <c:v>6.0</c:v>
                </c:pt>
                <c:pt idx="6936">
                  <c:v>6.0</c:v>
                </c:pt>
                <c:pt idx="6937">
                  <c:v>6.0</c:v>
                </c:pt>
                <c:pt idx="6938">
                  <c:v>6.0</c:v>
                </c:pt>
                <c:pt idx="6939">
                  <c:v>6.0</c:v>
                </c:pt>
                <c:pt idx="6940">
                  <c:v>6.0</c:v>
                </c:pt>
                <c:pt idx="6941">
                  <c:v>6.0</c:v>
                </c:pt>
                <c:pt idx="6942">
                  <c:v>6.0</c:v>
                </c:pt>
                <c:pt idx="6943">
                  <c:v>6.0</c:v>
                </c:pt>
                <c:pt idx="6944">
                  <c:v>6.0</c:v>
                </c:pt>
                <c:pt idx="6945">
                  <c:v>6.0</c:v>
                </c:pt>
                <c:pt idx="6946">
                  <c:v>6.0</c:v>
                </c:pt>
                <c:pt idx="6947">
                  <c:v>6.0</c:v>
                </c:pt>
                <c:pt idx="6948">
                  <c:v>6.0</c:v>
                </c:pt>
                <c:pt idx="6949">
                  <c:v>6.0</c:v>
                </c:pt>
                <c:pt idx="6950">
                  <c:v>6.0</c:v>
                </c:pt>
                <c:pt idx="6951">
                  <c:v>6.0</c:v>
                </c:pt>
                <c:pt idx="6952">
                  <c:v>6.0</c:v>
                </c:pt>
                <c:pt idx="6953">
                  <c:v>6.0</c:v>
                </c:pt>
                <c:pt idx="6954">
                  <c:v>6.0</c:v>
                </c:pt>
                <c:pt idx="6955">
                  <c:v>6.0</c:v>
                </c:pt>
                <c:pt idx="6956">
                  <c:v>6.0</c:v>
                </c:pt>
                <c:pt idx="6957">
                  <c:v>6.0</c:v>
                </c:pt>
                <c:pt idx="6958">
                  <c:v>6.0</c:v>
                </c:pt>
                <c:pt idx="6959">
                  <c:v>6.0</c:v>
                </c:pt>
                <c:pt idx="6960">
                  <c:v>6.0</c:v>
                </c:pt>
                <c:pt idx="6961">
                  <c:v>6.0</c:v>
                </c:pt>
                <c:pt idx="6962">
                  <c:v>6.0</c:v>
                </c:pt>
                <c:pt idx="6963">
                  <c:v>6.0</c:v>
                </c:pt>
                <c:pt idx="6964">
                  <c:v>6.0</c:v>
                </c:pt>
                <c:pt idx="6965">
                  <c:v>6.0</c:v>
                </c:pt>
                <c:pt idx="6966">
                  <c:v>6.0</c:v>
                </c:pt>
                <c:pt idx="6967">
                  <c:v>6.0</c:v>
                </c:pt>
                <c:pt idx="6968">
                  <c:v>6.0</c:v>
                </c:pt>
                <c:pt idx="6969">
                  <c:v>6.0</c:v>
                </c:pt>
                <c:pt idx="6970">
                  <c:v>6.0</c:v>
                </c:pt>
                <c:pt idx="6971">
                  <c:v>6.0</c:v>
                </c:pt>
                <c:pt idx="6972">
                  <c:v>6.0</c:v>
                </c:pt>
                <c:pt idx="6973">
                  <c:v>6.0</c:v>
                </c:pt>
                <c:pt idx="6974">
                  <c:v>6.0</c:v>
                </c:pt>
                <c:pt idx="6975">
                  <c:v>6.0</c:v>
                </c:pt>
                <c:pt idx="6976">
                  <c:v>6.0</c:v>
                </c:pt>
                <c:pt idx="6977">
                  <c:v>6.0</c:v>
                </c:pt>
                <c:pt idx="6978">
                  <c:v>6.0</c:v>
                </c:pt>
                <c:pt idx="6979">
                  <c:v>6.0</c:v>
                </c:pt>
                <c:pt idx="6980">
                  <c:v>6.0</c:v>
                </c:pt>
                <c:pt idx="6981">
                  <c:v>6.0</c:v>
                </c:pt>
                <c:pt idx="6982">
                  <c:v>6.0</c:v>
                </c:pt>
                <c:pt idx="6983">
                  <c:v>6.0</c:v>
                </c:pt>
                <c:pt idx="6984">
                  <c:v>6.0</c:v>
                </c:pt>
                <c:pt idx="6985">
                  <c:v>6.0</c:v>
                </c:pt>
                <c:pt idx="6986">
                  <c:v>6.0</c:v>
                </c:pt>
                <c:pt idx="6987">
                  <c:v>6.0</c:v>
                </c:pt>
                <c:pt idx="6988">
                  <c:v>6.0</c:v>
                </c:pt>
                <c:pt idx="6989">
                  <c:v>6.0</c:v>
                </c:pt>
                <c:pt idx="6990">
                  <c:v>6.0</c:v>
                </c:pt>
                <c:pt idx="6991">
                  <c:v>6.0</c:v>
                </c:pt>
                <c:pt idx="6992">
                  <c:v>6.0</c:v>
                </c:pt>
                <c:pt idx="6993">
                  <c:v>6.0</c:v>
                </c:pt>
                <c:pt idx="6994">
                  <c:v>6.0</c:v>
                </c:pt>
                <c:pt idx="6995">
                  <c:v>6.0</c:v>
                </c:pt>
                <c:pt idx="6996">
                  <c:v>6.0</c:v>
                </c:pt>
                <c:pt idx="6997">
                  <c:v>6.0</c:v>
                </c:pt>
                <c:pt idx="6998">
                  <c:v>6.0</c:v>
                </c:pt>
                <c:pt idx="6999">
                  <c:v>6.0</c:v>
                </c:pt>
                <c:pt idx="7000">
                  <c:v>6.0</c:v>
                </c:pt>
                <c:pt idx="7001">
                  <c:v>6.0</c:v>
                </c:pt>
                <c:pt idx="7002">
                  <c:v>6.0</c:v>
                </c:pt>
                <c:pt idx="7003">
                  <c:v>6.0</c:v>
                </c:pt>
                <c:pt idx="7004">
                  <c:v>6.0</c:v>
                </c:pt>
                <c:pt idx="7005">
                  <c:v>6.0</c:v>
                </c:pt>
                <c:pt idx="7006">
                  <c:v>6.0</c:v>
                </c:pt>
                <c:pt idx="7007">
                  <c:v>6.0</c:v>
                </c:pt>
                <c:pt idx="7008">
                  <c:v>6.0</c:v>
                </c:pt>
                <c:pt idx="7009">
                  <c:v>6.0</c:v>
                </c:pt>
                <c:pt idx="7010">
                  <c:v>6.0</c:v>
                </c:pt>
                <c:pt idx="7011">
                  <c:v>6.0</c:v>
                </c:pt>
                <c:pt idx="7012">
                  <c:v>6.0</c:v>
                </c:pt>
                <c:pt idx="7013">
                  <c:v>6.0</c:v>
                </c:pt>
                <c:pt idx="7014">
                  <c:v>6.0</c:v>
                </c:pt>
                <c:pt idx="7015">
                  <c:v>6.0</c:v>
                </c:pt>
                <c:pt idx="7016">
                  <c:v>6.0</c:v>
                </c:pt>
                <c:pt idx="7017">
                  <c:v>6.0</c:v>
                </c:pt>
                <c:pt idx="7018">
                  <c:v>6.0</c:v>
                </c:pt>
                <c:pt idx="7019">
                  <c:v>6.0</c:v>
                </c:pt>
                <c:pt idx="7020">
                  <c:v>6.0</c:v>
                </c:pt>
                <c:pt idx="7021">
                  <c:v>6.0</c:v>
                </c:pt>
                <c:pt idx="7022">
                  <c:v>6.0</c:v>
                </c:pt>
                <c:pt idx="7023">
                  <c:v>6.0</c:v>
                </c:pt>
                <c:pt idx="7024">
                  <c:v>6.0</c:v>
                </c:pt>
                <c:pt idx="7025">
                  <c:v>6.0</c:v>
                </c:pt>
                <c:pt idx="7026">
                  <c:v>6.0</c:v>
                </c:pt>
                <c:pt idx="7027">
                  <c:v>6.0</c:v>
                </c:pt>
                <c:pt idx="7028">
                  <c:v>6.0</c:v>
                </c:pt>
                <c:pt idx="7029">
                  <c:v>6.0</c:v>
                </c:pt>
                <c:pt idx="7030">
                  <c:v>6.0</c:v>
                </c:pt>
                <c:pt idx="7031">
                  <c:v>6.0</c:v>
                </c:pt>
                <c:pt idx="7032">
                  <c:v>6.0</c:v>
                </c:pt>
                <c:pt idx="7033">
                  <c:v>6.0</c:v>
                </c:pt>
                <c:pt idx="7034">
                  <c:v>6.0</c:v>
                </c:pt>
                <c:pt idx="7035">
                  <c:v>6.0</c:v>
                </c:pt>
                <c:pt idx="7036">
                  <c:v>6.0</c:v>
                </c:pt>
                <c:pt idx="7037">
                  <c:v>6.0</c:v>
                </c:pt>
                <c:pt idx="7038">
                  <c:v>6.0</c:v>
                </c:pt>
                <c:pt idx="7039">
                  <c:v>6.0</c:v>
                </c:pt>
                <c:pt idx="7040">
                  <c:v>6.0</c:v>
                </c:pt>
                <c:pt idx="7041">
                  <c:v>6.0</c:v>
                </c:pt>
                <c:pt idx="7042">
                  <c:v>6.0</c:v>
                </c:pt>
                <c:pt idx="7043">
                  <c:v>6.0</c:v>
                </c:pt>
                <c:pt idx="7044">
                  <c:v>6.0</c:v>
                </c:pt>
                <c:pt idx="7045">
                  <c:v>6.0</c:v>
                </c:pt>
                <c:pt idx="7046">
                  <c:v>6.0</c:v>
                </c:pt>
                <c:pt idx="7047">
                  <c:v>6.0</c:v>
                </c:pt>
                <c:pt idx="7048">
                  <c:v>6.0</c:v>
                </c:pt>
                <c:pt idx="7049">
                  <c:v>6.0</c:v>
                </c:pt>
                <c:pt idx="7050">
                  <c:v>6.0</c:v>
                </c:pt>
                <c:pt idx="7051">
                  <c:v>6.0</c:v>
                </c:pt>
                <c:pt idx="7052">
                  <c:v>6.0</c:v>
                </c:pt>
                <c:pt idx="7053">
                  <c:v>6.0</c:v>
                </c:pt>
                <c:pt idx="7054">
                  <c:v>6.0</c:v>
                </c:pt>
                <c:pt idx="7055">
                  <c:v>6.0</c:v>
                </c:pt>
                <c:pt idx="7056">
                  <c:v>6.0</c:v>
                </c:pt>
                <c:pt idx="7057">
                  <c:v>6.0</c:v>
                </c:pt>
                <c:pt idx="7058">
                  <c:v>6.0</c:v>
                </c:pt>
                <c:pt idx="7059">
                  <c:v>6.0</c:v>
                </c:pt>
                <c:pt idx="7060">
                  <c:v>6.0</c:v>
                </c:pt>
                <c:pt idx="7061">
                  <c:v>6.0</c:v>
                </c:pt>
                <c:pt idx="7062">
                  <c:v>6.0</c:v>
                </c:pt>
                <c:pt idx="7063">
                  <c:v>6.0</c:v>
                </c:pt>
                <c:pt idx="7064">
                  <c:v>6.0</c:v>
                </c:pt>
                <c:pt idx="7065">
                  <c:v>6.0</c:v>
                </c:pt>
                <c:pt idx="7066">
                  <c:v>6.0</c:v>
                </c:pt>
                <c:pt idx="7067">
                  <c:v>6.0</c:v>
                </c:pt>
                <c:pt idx="7068">
                  <c:v>6.0</c:v>
                </c:pt>
                <c:pt idx="7069">
                  <c:v>6.0</c:v>
                </c:pt>
                <c:pt idx="7070">
                  <c:v>6.0</c:v>
                </c:pt>
                <c:pt idx="7071">
                  <c:v>6.0</c:v>
                </c:pt>
                <c:pt idx="7072">
                  <c:v>6.0</c:v>
                </c:pt>
                <c:pt idx="7073">
                  <c:v>6.0</c:v>
                </c:pt>
                <c:pt idx="7074">
                  <c:v>6.0</c:v>
                </c:pt>
                <c:pt idx="7075">
                  <c:v>6.0</c:v>
                </c:pt>
                <c:pt idx="7076">
                  <c:v>6.0</c:v>
                </c:pt>
                <c:pt idx="7077">
                  <c:v>6.0</c:v>
                </c:pt>
                <c:pt idx="7078">
                  <c:v>6.0</c:v>
                </c:pt>
                <c:pt idx="7079">
                  <c:v>6.0</c:v>
                </c:pt>
                <c:pt idx="7080">
                  <c:v>6.0</c:v>
                </c:pt>
                <c:pt idx="7081">
                  <c:v>6.0</c:v>
                </c:pt>
                <c:pt idx="7082">
                  <c:v>6.0</c:v>
                </c:pt>
                <c:pt idx="7083">
                  <c:v>6.0</c:v>
                </c:pt>
                <c:pt idx="7084">
                  <c:v>6.0</c:v>
                </c:pt>
                <c:pt idx="7085">
                  <c:v>6.0</c:v>
                </c:pt>
                <c:pt idx="7086">
                  <c:v>6.0</c:v>
                </c:pt>
                <c:pt idx="7087">
                  <c:v>6.0</c:v>
                </c:pt>
                <c:pt idx="7088">
                  <c:v>6.0</c:v>
                </c:pt>
                <c:pt idx="7089">
                  <c:v>6.0</c:v>
                </c:pt>
                <c:pt idx="7090">
                  <c:v>6.0</c:v>
                </c:pt>
                <c:pt idx="7091">
                  <c:v>6.0</c:v>
                </c:pt>
                <c:pt idx="7092">
                  <c:v>6.0</c:v>
                </c:pt>
                <c:pt idx="7093">
                  <c:v>6.0</c:v>
                </c:pt>
                <c:pt idx="7094">
                  <c:v>6.0</c:v>
                </c:pt>
                <c:pt idx="7095">
                  <c:v>6.0</c:v>
                </c:pt>
                <c:pt idx="7096">
                  <c:v>6.0</c:v>
                </c:pt>
                <c:pt idx="7097">
                  <c:v>6.0</c:v>
                </c:pt>
                <c:pt idx="7098">
                  <c:v>6.0</c:v>
                </c:pt>
                <c:pt idx="7099">
                  <c:v>6.0</c:v>
                </c:pt>
                <c:pt idx="7100">
                  <c:v>6.0</c:v>
                </c:pt>
                <c:pt idx="7101">
                  <c:v>6.0</c:v>
                </c:pt>
                <c:pt idx="7102">
                  <c:v>6.0</c:v>
                </c:pt>
                <c:pt idx="7103">
                  <c:v>6.0</c:v>
                </c:pt>
                <c:pt idx="7104">
                  <c:v>6.0</c:v>
                </c:pt>
                <c:pt idx="7105">
                  <c:v>6.0</c:v>
                </c:pt>
                <c:pt idx="7106">
                  <c:v>6.0</c:v>
                </c:pt>
                <c:pt idx="7107">
                  <c:v>6.0</c:v>
                </c:pt>
                <c:pt idx="7108">
                  <c:v>6.0</c:v>
                </c:pt>
                <c:pt idx="7109">
                  <c:v>6.0</c:v>
                </c:pt>
                <c:pt idx="7110">
                  <c:v>6.0</c:v>
                </c:pt>
                <c:pt idx="7111">
                  <c:v>6.0</c:v>
                </c:pt>
                <c:pt idx="7112">
                  <c:v>6.0</c:v>
                </c:pt>
                <c:pt idx="7113">
                  <c:v>6.0</c:v>
                </c:pt>
                <c:pt idx="7114">
                  <c:v>6.0</c:v>
                </c:pt>
                <c:pt idx="7115">
                  <c:v>6.0</c:v>
                </c:pt>
                <c:pt idx="7116">
                  <c:v>6.0</c:v>
                </c:pt>
                <c:pt idx="7117">
                  <c:v>6.0</c:v>
                </c:pt>
                <c:pt idx="7118">
                  <c:v>6.0</c:v>
                </c:pt>
                <c:pt idx="7119">
                  <c:v>6.0</c:v>
                </c:pt>
                <c:pt idx="7120">
                  <c:v>6.0</c:v>
                </c:pt>
                <c:pt idx="7121">
                  <c:v>6.0</c:v>
                </c:pt>
                <c:pt idx="7122">
                  <c:v>6.0</c:v>
                </c:pt>
                <c:pt idx="7123">
                  <c:v>6.0</c:v>
                </c:pt>
                <c:pt idx="7124">
                  <c:v>6.0</c:v>
                </c:pt>
                <c:pt idx="7125">
                  <c:v>6.0</c:v>
                </c:pt>
                <c:pt idx="7126">
                  <c:v>6.0</c:v>
                </c:pt>
                <c:pt idx="7127">
                  <c:v>6.0</c:v>
                </c:pt>
                <c:pt idx="7128">
                  <c:v>6.0</c:v>
                </c:pt>
                <c:pt idx="7129">
                  <c:v>6.0</c:v>
                </c:pt>
                <c:pt idx="7130">
                  <c:v>6.0</c:v>
                </c:pt>
                <c:pt idx="7131">
                  <c:v>6.0</c:v>
                </c:pt>
                <c:pt idx="7132">
                  <c:v>6.0</c:v>
                </c:pt>
                <c:pt idx="7133">
                  <c:v>6.0</c:v>
                </c:pt>
                <c:pt idx="7134">
                  <c:v>6.0</c:v>
                </c:pt>
                <c:pt idx="7135">
                  <c:v>6.0</c:v>
                </c:pt>
                <c:pt idx="7136">
                  <c:v>6.0</c:v>
                </c:pt>
                <c:pt idx="7137">
                  <c:v>6.0</c:v>
                </c:pt>
                <c:pt idx="7138">
                  <c:v>6.0</c:v>
                </c:pt>
                <c:pt idx="7139">
                  <c:v>6.0</c:v>
                </c:pt>
                <c:pt idx="7140">
                  <c:v>6.0</c:v>
                </c:pt>
                <c:pt idx="7141">
                  <c:v>6.0</c:v>
                </c:pt>
                <c:pt idx="7142">
                  <c:v>6.0</c:v>
                </c:pt>
                <c:pt idx="7143">
                  <c:v>6.0</c:v>
                </c:pt>
                <c:pt idx="7144">
                  <c:v>6.0</c:v>
                </c:pt>
                <c:pt idx="7145">
                  <c:v>6.0</c:v>
                </c:pt>
                <c:pt idx="7146">
                  <c:v>6.0</c:v>
                </c:pt>
                <c:pt idx="7147">
                  <c:v>6.0</c:v>
                </c:pt>
                <c:pt idx="7148">
                  <c:v>6.0</c:v>
                </c:pt>
                <c:pt idx="7149">
                  <c:v>6.0</c:v>
                </c:pt>
                <c:pt idx="7150">
                  <c:v>6.0</c:v>
                </c:pt>
                <c:pt idx="7151">
                  <c:v>6.0</c:v>
                </c:pt>
                <c:pt idx="7152">
                  <c:v>6.0</c:v>
                </c:pt>
                <c:pt idx="7153">
                  <c:v>6.0</c:v>
                </c:pt>
                <c:pt idx="7154">
                  <c:v>6.0</c:v>
                </c:pt>
                <c:pt idx="7155">
                  <c:v>6.0</c:v>
                </c:pt>
                <c:pt idx="7156">
                  <c:v>6.0</c:v>
                </c:pt>
                <c:pt idx="7157">
                  <c:v>6.0</c:v>
                </c:pt>
                <c:pt idx="7158">
                  <c:v>6.0</c:v>
                </c:pt>
                <c:pt idx="7159">
                  <c:v>6.0</c:v>
                </c:pt>
                <c:pt idx="7160">
                  <c:v>6.0</c:v>
                </c:pt>
                <c:pt idx="7161">
                  <c:v>6.0</c:v>
                </c:pt>
                <c:pt idx="7162">
                  <c:v>6.0</c:v>
                </c:pt>
                <c:pt idx="7163">
                  <c:v>6.0</c:v>
                </c:pt>
                <c:pt idx="7164">
                  <c:v>6.0</c:v>
                </c:pt>
                <c:pt idx="7165">
                  <c:v>6.0</c:v>
                </c:pt>
                <c:pt idx="7166">
                  <c:v>6.0</c:v>
                </c:pt>
                <c:pt idx="7167">
                  <c:v>6.0</c:v>
                </c:pt>
                <c:pt idx="7168">
                  <c:v>6.0</c:v>
                </c:pt>
                <c:pt idx="7169">
                  <c:v>6.0</c:v>
                </c:pt>
                <c:pt idx="7170">
                  <c:v>6.0</c:v>
                </c:pt>
                <c:pt idx="7171">
                  <c:v>6.0</c:v>
                </c:pt>
                <c:pt idx="7172">
                  <c:v>6.0</c:v>
                </c:pt>
                <c:pt idx="7173">
                  <c:v>6.0</c:v>
                </c:pt>
                <c:pt idx="7174">
                  <c:v>6.0</c:v>
                </c:pt>
                <c:pt idx="7175">
                  <c:v>6.0</c:v>
                </c:pt>
                <c:pt idx="7176">
                  <c:v>6.0</c:v>
                </c:pt>
                <c:pt idx="7177">
                  <c:v>6.0</c:v>
                </c:pt>
                <c:pt idx="7178">
                  <c:v>6.0</c:v>
                </c:pt>
                <c:pt idx="7179">
                  <c:v>6.0</c:v>
                </c:pt>
                <c:pt idx="7180">
                  <c:v>6.0</c:v>
                </c:pt>
                <c:pt idx="7181">
                  <c:v>6.0</c:v>
                </c:pt>
                <c:pt idx="7182">
                  <c:v>6.0</c:v>
                </c:pt>
                <c:pt idx="7183">
                  <c:v>6.0</c:v>
                </c:pt>
                <c:pt idx="7184">
                  <c:v>6.0</c:v>
                </c:pt>
                <c:pt idx="7185">
                  <c:v>6.0</c:v>
                </c:pt>
                <c:pt idx="7186">
                  <c:v>6.0</c:v>
                </c:pt>
                <c:pt idx="7187">
                  <c:v>6.0</c:v>
                </c:pt>
                <c:pt idx="7188">
                  <c:v>6.0</c:v>
                </c:pt>
                <c:pt idx="7189">
                  <c:v>6.0</c:v>
                </c:pt>
                <c:pt idx="7190">
                  <c:v>6.0</c:v>
                </c:pt>
                <c:pt idx="7191">
                  <c:v>6.0</c:v>
                </c:pt>
                <c:pt idx="7192">
                  <c:v>6.0</c:v>
                </c:pt>
                <c:pt idx="7193">
                  <c:v>6.0</c:v>
                </c:pt>
                <c:pt idx="7194">
                  <c:v>6.0</c:v>
                </c:pt>
                <c:pt idx="7195">
                  <c:v>6.0</c:v>
                </c:pt>
                <c:pt idx="7196">
                  <c:v>6.0</c:v>
                </c:pt>
                <c:pt idx="7197">
                  <c:v>6.0</c:v>
                </c:pt>
                <c:pt idx="7198">
                  <c:v>6.0</c:v>
                </c:pt>
                <c:pt idx="7199">
                  <c:v>6.0</c:v>
                </c:pt>
                <c:pt idx="7200">
                  <c:v>6.0</c:v>
                </c:pt>
                <c:pt idx="7201">
                  <c:v>6.0</c:v>
                </c:pt>
                <c:pt idx="7202">
                  <c:v>6.0</c:v>
                </c:pt>
                <c:pt idx="7203">
                  <c:v>6.0</c:v>
                </c:pt>
                <c:pt idx="7204">
                  <c:v>6.0</c:v>
                </c:pt>
                <c:pt idx="7205">
                  <c:v>6.0</c:v>
                </c:pt>
                <c:pt idx="7206">
                  <c:v>6.0</c:v>
                </c:pt>
                <c:pt idx="7207">
                  <c:v>6.0</c:v>
                </c:pt>
                <c:pt idx="7208">
                  <c:v>6.0</c:v>
                </c:pt>
                <c:pt idx="7209">
                  <c:v>6.0</c:v>
                </c:pt>
                <c:pt idx="7210">
                  <c:v>6.0</c:v>
                </c:pt>
                <c:pt idx="7211">
                  <c:v>6.0</c:v>
                </c:pt>
                <c:pt idx="7212">
                  <c:v>6.0</c:v>
                </c:pt>
                <c:pt idx="7213">
                  <c:v>6.0</c:v>
                </c:pt>
                <c:pt idx="7214">
                  <c:v>6.0</c:v>
                </c:pt>
                <c:pt idx="7215">
                  <c:v>6.0</c:v>
                </c:pt>
                <c:pt idx="7216">
                  <c:v>6.0</c:v>
                </c:pt>
                <c:pt idx="7217">
                  <c:v>6.0</c:v>
                </c:pt>
                <c:pt idx="7218">
                  <c:v>6.0</c:v>
                </c:pt>
                <c:pt idx="7219">
                  <c:v>6.0</c:v>
                </c:pt>
                <c:pt idx="7220">
                  <c:v>6.0</c:v>
                </c:pt>
                <c:pt idx="7221">
                  <c:v>6.0</c:v>
                </c:pt>
                <c:pt idx="7222">
                  <c:v>6.0</c:v>
                </c:pt>
                <c:pt idx="7223">
                  <c:v>6.0</c:v>
                </c:pt>
                <c:pt idx="7224">
                  <c:v>6.0</c:v>
                </c:pt>
                <c:pt idx="7225">
                  <c:v>6.0</c:v>
                </c:pt>
                <c:pt idx="7226">
                  <c:v>6.0</c:v>
                </c:pt>
                <c:pt idx="7227">
                  <c:v>6.0</c:v>
                </c:pt>
                <c:pt idx="7228">
                  <c:v>6.0</c:v>
                </c:pt>
                <c:pt idx="7229">
                  <c:v>6.0</c:v>
                </c:pt>
                <c:pt idx="7230">
                  <c:v>6.0</c:v>
                </c:pt>
                <c:pt idx="7231">
                  <c:v>6.0</c:v>
                </c:pt>
                <c:pt idx="7232">
                  <c:v>6.0</c:v>
                </c:pt>
                <c:pt idx="7233">
                  <c:v>6.0</c:v>
                </c:pt>
                <c:pt idx="7234">
                  <c:v>6.0</c:v>
                </c:pt>
                <c:pt idx="7235">
                  <c:v>6.0</c:v>
                </c:pt>
                <c:pt idx="7236">
                  <c:v>6.0</c:v>
                </c:pt>
                <c:pt idx="7237">
                  <c:v>6.0</c:v>
                </c:pt>
                <c:pt idx="7238">
                  <c:v>6.0</c:v>
                </c:pt>
                <c:pt idx="7239">
                  <c:v>6.0</c:v>
                </c:pt>
                <c:pt idx="7240">
                  <c:v>6.0</c:v>
                </c:pt>
                <c:pt idx="7241">
                  <c:v>6.0</c:v>
                </c:pt>
                <c:pt idx="7242">
                  <c:v>6.0</c:v>
                </c:pt>
                <c:pt idx="7243">
                  <c:v>6.0</c:v>
                </c:pt>
                <c:pt idx="7244">
                  <c:v>6.0</c:v>
                </c:pt>
                <c:pt idx="7245">
                  <c:v>6.0</c:v>
                </c:pt>
                <c:pt idx="7246">
                  <c:v>6.0</c:v>
                </c:pt>
                <c:pt idx="7247">
                  <c:v>6.0</c:v>
                </c:pt>
                <c:pt idx="7248">
                  <c:v>6.0</c:v>
                </c:pt>
                <c:pt idx="7249">
                  <c:v>6.0</c:v>
                </c:pt>
                <c:pt idx="7250">
                  <c:v>6.0</c:v>
                </c:pt>
                <c:pt idx="7251">
                  <c:v>6.0</c:v>
                </c:pt>
                <c:pt idx="7252">
                  <c:v>6.0</c:v>
                </c:pt>
                <c:pt idx="7253">
                  <c:v>6.0</c:v>
                </c:pt>
                <c:pt idx="7254">
                  <c:v>6.0</c:v>
                </c:pt>
                <c:pt idx="7255">
                  <c:v>6.0</c:v>
                </c:pt>
                <c:pt idx="7256">
                  <c:v>6.0</c:v>
                </c:pt>
                <c:pt idx="7257">
                  <c:v>6.0</c:v>
                </c:pt>
                <c:pt idx="7258">
                  <c:v>6.0</c:v>
                </c:pt>
                <c:pt idx="7259">
                  <c:v>6.0</c:v>
                </c:pt>
                <c:pt idx="7260">
                  <c:v>6.0</c:v>
                </c:pt>
                <c:pt idx="7261">
                  <c:v>6.0</c:v>
                </c:pt>
                <c:pt idx="7262">
                  <c:v>6.0</c:v>
                </c:pt>
                <c:pt idx="7263">
                  <c:v>6.0</c:v>
                </c:pt>
                <c:pt idx="7264">
                  <c:v>6.0</c:v>
                </c:pt>
                <c:pt idx="7265">
                  <c:v>6.0</c:v>
                </c:pt>
                <c:pt idx="7266">
                  <c:v>6.0</c:v>
                </c:pt>
                <c:pt idx="7267">
                  <c:v>6.0</c:v>
                </c:pt>
                <c:pt idx="7268">
                  <c:v>6.0</c:v>
                </c:pt>
                <c:pt idx="7269">
                  <c:v>6.0</c:v>
                </c:pt>
                <c:pt idx="7270">
                  <c:v>6.0</c:v>
                </c:pt>
                <c:pt idx="7271">
                  <c:v>6.0</c:v>
                </c:pt>
                <c:pt idx="7272">
                  <c:v>6.0</c:v>
                </c:pt>
                <c:pt idx="7273">
                  <c:v>6.0</c:v>
                </c:pt>
                <c:pt idx="7274">
                  <c:v>6.0</c:v>
                </c:pt>
                <c:pt idx="7275">
                  <c:v>6.0</c:v>
                </c:pt>
                <c:pt idx="7276">
                  <c:v>6.0</c:v>
                </c:pt>
                <c:pt idx="7277">
                  <c:v>6.0</c:v>
                </c:pt>
                <c:pt idx="7278">
                  <c:v>6.0</c:v>
                </c:pt>
                <c:pt idx="7279">
                  <c:v>6.0</c:v>
                </c:pt>
                <c:pt idx="7280">
                  <c:v>6.0</c:v>
                </c:pt>
                <c:pt idx="7281">
                  <c:v>6.0</c:v>
                </c:pt>
                <c:pt idx="7282">
                  <c:v>6.0</c:v>
                </c:pt>
                <c:pt idx="7283">
                  <c:v>6.0</c:v>
                </c:pt>
                <c:pt idx="7284">
                  <c:v>6.0</c:v>
                </c:pt>
                <c:pt idx="7285">
                  <c:v>6.0</c:v>
                </c:pt>
                <c:pt idx="7286">
                  <c:v>6.0</c:v>
                </c:pt>
                <c:pt idx="7287">
                  <c:v>6.0</c:v>
                </c:pt>
                <c:pt idx="7288">
                  <c:v>6.0</c:v>
                </c:pt>
                <c:pt idx="7289">
                  <c:v>6.0</c:v>
                </c:pt>
                <c:pt idx="7290">
                  <c:v>6.0</c:v>
                </c:pt>
                <c:pt idx="7291">
                  <c:v>6.0</c:v>
                </c:pt>
                <c:pt idx="7292">
                  <c:v>6.0</c:v>
                </c:pt>
                <c:pt idx="7293">
                  <c:v>6.0</c:v>
                </c:pt>
                <c:pt idx="7294">
                  <c:v>6.0</c:v>
                </c:pt>
                <c:pt idx="7295">
                  <c:v>6.0</c:v>
                </c:pt>
                <c:pt idx="7296">
                  <c:v>6.0</c:v>
                </c:pt>
                <c:pt idx="7297">
                  <c:v>6.0</c:v>
                </c:pt>
                <c:pt idx="7298">
                  <c:v>6.0</c:v>
                </c:pt>
                <c:pt idx="7299">
                  <c:v>6.0</c:v>
                </c:pt>
                <c:pt idx="7300">
                  <c:v>6.0</c:v>
                </c:pt>
                <c:pt idx="7301">
                  <c:v>6.0</c:v>
                </c:pt>
                <c:pt idx="7302">
                  <c:v>6.0</c:v>
                </c:pt>
                <c:pt idx="7303">
                  <c:v>6.0</c:v>
                </c:pt>
                <c:pt idx="7304">
                  <c:v>6.0</c:v>
                </c:pt>
                <c:pt idx="7305">
                  <c:v>6.0</c:v>
                </c:pt>
                <c:pt idx="7306">
                  <c:v>6.0</c:v>
                </c:pt>
                <c:pt idx="7307">
                  <c:v>6.0</c:v>
                </c:pt>
                <c:pt idx="7308">
                  <c:v>6.0</c:v>
                </c:pt>
                <c:pt idx="7309">
                  <c:v>6.0</c:v>
                </c:pt>
                <c:pt idx="7310">
                  <c:v>6.0</c:v>
                </c:pt>
                <c:pt idx="7311">
                  <c:v>6.0</c:v>
                </c:pt>
                <c:pt idx="7312">
                  <c:v>6.0</c:v>
                </c:pt>
                <c:pt idx="7313">
                  <c:v>6.0</c:v>
                </c:pt>
                <c:pt idx="7314">
                  <c:v>6.0</c:v>
                </c:pt>
                <c:pt idx="7315">
                  <c:v>6.0</c:v>
                </c:pt>
                <c:pt idx="7316">
                  <c:v>6.0</c:v>
                </c:pt>
                <c:pt idx="7317">
                  <c:v>6.0</c:v>
                </c:pt>
                <c:pt idx="7318">
                  <c:v>6.0</c:v>
                </c:pt>
                <c:pt idx="7319">
                  <c:v>6.0</c:v>
                </c:pt>
                <c:pt idx="7320">
                  <c:v>6.0</c:v>
                </c:pt>
                <c:pt idx="7321">
                  <c:v>6.0</c:v>
                </c:pt>
                <c:pt idx="7322">
                  <c:v>6.0</c:v>
                </c:pt>
                <c:pt idx="7323">
                  <c:v>6.0</c:v>
                </c:pt>
                <c:pt idx="7324">
                  <c:v>6.0</c:v>
                </c:pt>
                <c:pt idx="7325">
                  <c:v>6.0</c:v>
                </c:pt>
                <c:pt idx="7326">
                  <c:v>6.0</c:v>
                </c:pt>
                <c:pt idx="7327">
                  <c:v>6.0</c:v>
                </c:pt>
                <c:pt idx="7328">
                  <c:v>6.0</c:v>
                </c:pt>
                <c:pt idx="7329">
                  <c:v>6.0</c:v>
                </c:pt>
                <c:pt idx="7330">
                  <c:v>6.0</c:v>
                </c:pt>
                <c:pt idx="7331">
                  <c:v>6.0</c:v>
                </c:pt>
                <c:pt idx="7332">
                  <c:v>6.0</c:v>
                </c:pt>
                <c:pt idx="7333">
                  <c:v>6.0</c:v>
                </c:pt>
                <c:pt idx="7334">
                  <c:v>6.0</c:v>
                </c:pt>
                <c:pt idx="7335">
                  <c:v>6.0</c:v>
                </c:pt>
                <c:pt idx="7336">
                  <c:v>6.0</c:v>
                </c:pt>
                <c:pt idx="7337">
                  <c:v>6.0</c:v>
                </c:pt>
                <c:pt idx="7338">
                  <c:v>6.0</c:v>
                </c:pt>
                <c:pt idx="7339">
                  <c:v>6.0</c:v>
                </c:pt>
                <c:pt idx="7340">
                  <c:v>6.0</c:v>
                </c:pt>
                <c:pt idx="7341">
                  <c:v>6.0</c:v>
                </c:pt>
                <c:pt idx="7342">
                  <c:v>6.0</c:v>
                </c:pt>
                <c:pt idx="7343">
                  <c:v>6.0</c:v>
                </c:pt>
                <c:pt idx="7344">
                  <c:v>6.0</c:v>
                </c:pt>
                <c:pt idx="7345">
                  <c:v>6.0</c:v>
                </c:pt>
                <c:pt idx="7346">
                  <c:v>6.0</c:v>
                </c:pt>
                <c:pt idx="7347">
                  <c:v>6.0</c:v>
                </c:pt>
                <c:pt idx="7348">
                  <c:v>6.0</c:v>
                </c:pt>
                <c:pt idx="7349">
                  <c:v>6.0</c:v>
                </c:pt>
                <c:pt idx="7350">
                  <c:v>6.0</c:v>
                </c:pt>
                <c:pt idx="7351">
                  <c:v>6.0</c:v>
                </c:pt>
                <c:pt idx="7352">
                  <c:v>6.0</c:v>
                </c:pt>
                <c:pt idx="7353">
                  <c:v>6.0</c:v>
                </c:pt>
                <c:pt idx="7354">
                  <c:v>6.0</c:v>
                </c:pt>
                <c:pt idx="7355">
                  <c:v>6.0</c:v>
                </c:pt>
                <c:pt idx="7356">
                  <c:v>6.0</c:v>
                </c:pt>
                <c:pt idx="7357">
                  <c:v>6.0</c:v>
                </c:pt>
                <c:pt idx="7358">
                  <c:v>6.0</c:v>
                </c:pt>
                <c:pt idx="7359">
                  <c:v>6.0</c:v>
                </c:pt>
                <c:pt idx="7360">
                  <c:v>6.0</c:v>
                </c:pt>
                <c:pt idx="7361">
                  <c:v>6.0</c:v>
                </c:pt>
                <c:pt idx="7362">
                  <c:v>6.0</c:v>
                </c:pt>
                <c:pt idx="7363">
                  <c:v>6.0</c:v>
                </c:pt>
                <c:pt idx="7364">
                  <c:v>6.0</c:v>
                </c:pt>
                <c:pt idx="7365">
                  <c:v>6.0</c:v>
                </c:pt>
                <c:pt idx="7366">
                  <c:v>6.0</c:v>
                </c:pt>
                <c:pt idx="7367">
                  <c:v>6.0</c:v>
                </c:pt>
                <c:pt idx="7368">
                  <c:v>6.0</c:v>
                </c:pt>
                <c:pt idx="7369">
                  <c:v>6.0</c:v>
                </c:pt>
                <c:pt idx="7370">
                  <c:v>6.0</c:v>
                </c:pt>
                <c:pt idx="7371">
                  <c:v>6.0</c:v>
                </c:pt>
                <c:pt idx="7372">
                  <c:v>6.0</c:v>
                </c:pt>
                <c:pt idx="7373">
                  <c:v>6.0</c:v>
                </c:pt>
                <c:pt idx="7374">
                  <c:v>6.0</c:v>
                </c:pt>
                <c:pt idx="7375">
                  <c:v>6.0</c:v>
                </c:pt>
                <c:pt idx="7376">
                  <c:v>6.0</c:v>
                </c:pt>
                <c:pt idx="7377">
                  <c:v>6.0</c:v>
                </c:pt>
                <c:pt idx="7378">
                  <c:v>6.0</c:v>
                </c:pt>
                <c:pt idx="7379">
                  <c:v>6.0</c:v>
                </c:pt>
                <c:pt idx="7380">
                  <c:v>6.0</c:v>
                </c:pt>
                <c:pt idx="7381">
                  <c:v>6.0</c:v>
                </c:pt>
                <c:pt idx="7382">
                  <c:v>6.0</c:v>
                </c:pt>
                <c:pt idx="7383">
                  <c:v>6.0</c:v>
                </c:pt>
                <c:pt idx="7384">
                  <c:v>6.0</c:v>
                </c:pt>
                <c:pt idx="7385">
                  <c:v>6.0</c:v>
                </c:pt>
                <c:pt idx="7386">
                  <c:v>6.0</c:v>
                </c:pt>
                <c:pt idx="7387">
                  <c:v>6.0</c:v>
                </c:pt>
                <c:pt idx="7388">
                  <c:v>6.0</c:v>
                </c:pt>
                <c:pt idx="7389">
                  <c:v>6.0</c:v>
                </c:pt>
                <c:pt idx="7390">
                  <c:v>6.0</c:v>
                </c:pt>
                <c:pt idx="7391">
                  <c:v>6.0</c:v>
                </c:pt>
                <c:pt idx="7392">
                  <c:v>6.0</c:v>
                </c:pt>
                <c:pt idx="7393">
                  <c:v>6.0</c:v>
                </c:pt>
                <c:pt idx="7394">
                  <c:v>6.0</c:v>
                </c:pt>
                <c:pt idx="7395">
                  <c:v>6.0</c:v>
                </c:pt>
                <c:pt idx="7396">
                  <c:v>6.0</c:v>
                </c:pt>
                <c:pt idx="7397">
                  <c:v>6.0</c:v>
                </c:pt>
                <c:pt idx="7398">
                  <c:v>6.0</c:v>
                </c:pt>
                <c:pt idx="7399">
                  <c:v>6.0</c:v>
                </c:pt>
                <c:pt idx="7400">
                  <c:v>6.0</c:v>
                </c:pt>
                <c:pt idx="7401">
                  <c:v>6.0</c:v>
                </c:pt>
                <c:pt idx="7402">
                  <c:v>6.0</c:v>
                </c:pt>
                <c:pt idx="7403">
                  <c:v>6.0</c:v>
                </c:pt>
                <c:pt idx="7404">
                  <c:v>6.0</c:v>
                </c:pt>
                <c:pt idx="7405">
                  <c:v>6.0</c:v>
                </c:pt>
                <c:pt idx="7406">
                  <c:v>6.0</c:v>
                </c:pt>
                <c:pt idx="7407">
                  <c:v>6.0</c:v>
                </c:pt>
                <c:pt idx="7408">
                  <c:v>6.0</c:v>
                </c:pt>
                <c:pt idx="7409">
                  <c:v>6.0</c:v>
                </c:pt>
                <c:pt idx="7410">
                  <c:v>6.0</c:v>
                </c:pt>
                <c:pt idx="7411">
                  <c:v>6.0</c:v>
                </c:pt>
                <c:pt idx="7412">
                  <c:v>6.0</c:v>
                </c:pt>
                <c:pt idx="7413">
                  <c:v>6.0</c:v>
                </c:pt>
                <c:pt idx="7414">
                  <c:v>6.0</c:v>
                </c:pt>
                <c:pt idx="7415">
                  <c:v>6.0</c:v>
                </c:pt>
                <c:pt idx="7416">
                  <c:v>6.0</c:v>
                </c:pt>
                <c:pt idx="7417">
                  <c:v>6.0</c:v>
                </c:pt>
                <c:pt idx="7418">
                  <c:v>6.0</c:v>
                </c:pt>
                <c:pt idx="7419">
                  <c:v>6.0</c:v>
                </c:pt>
                <c:pt idx="7420">
                  <c:v>6.0</c:v>
                </c:pt>
                <c:pt idx="7421">
                  <c:v>6.0</c:v>
                </c:pt>
                <c:pt idx="7422">
                  <c:v>6.0</c:v>
                </c:pt>
                <c:pt idx="7423">
                  <c:v>6.0</c:v>
                </c:pt>
                <c:pt idx="7424">
                  <c:v>6.0</c:v>
                </c:pt>
                <c:pt idx="7425">
                  <c:v>6.0</c:v>
                </c:pt>
                <c:pt idx="7426">
                  <c:v>6.0</c:v>
                </c:pt>
                <c:pt idx="7427">
                  <c:v>6.0</c:v>
                </c:pt>
                <c:pt idx="7428">
                  <c:v>6.0</c:v>
                </c:pt>
                <c:pt idx="7429">
                  <c:v>6.0</c:v>
                </c:pt>
                <c:pt idx="7430">
                  <c:v>6.0</c:v>
                </c:pt>
                <c:pt idx="7431">
                  <c:v>6.0</c:v>
                </c:pt>
                <c:pt idx="7432">
                  <c:v>6.0</c:v>
                </c:pt>
                <c:pt idx="7433">
                  <c:v>6.0</c:v>
                </c:pt>
                <c:pt idx="7434">
                  <c:v>6.0</c:v>
                </c:pt>
                <c:pt idx="7435">
                  <c:v>6.0</c:v>
                </c:pt>
                <c:pt idx="7436">
                  <c:v>6.0</c:v>
                </c:pt>
                <c:pt idx="7437">
                  <c:v>6.0</c:v>
                </c:pt>
                <c:pt idx="7438">
                  <c:v>6.0</c:v>
                </c:pt>
                <c:pt idx="7439">
                  <c:v>6.0</c:v>
                </c:pt>
                <c:pt idx="7440">
                  <c:v>6.0</c:v>
                </c:pt>
                <c:pt idx="7441">
                  <c:v>6.0</c:v>
                </c:pt>
                <c:pt idx="7442">
                  <c:v>6.0</c:v>
                </c:pt>
                <c:pt idx="7443">
                  <c:v>6.0</c:v>
                </c:pt>
                <c:pt idx="7444">
                  <c:v>6.0</c:v>
                </c:pt>
                <c:pt idx="7445">
                  <c:v>6.0</c:v>
                </c:pt>
                <c:pt idx="7446">
                  <c:v>6.0</c:v>
                </c:pt>
                <c:pt idx="7447">
                  <c:v>6.0</c:v>
                </c:pt>
                <c:pt idx="7448">
                  <c:v>6.0</c:v>
                </c:pt>
                <c:pt idx="7449">
                  <c:v>6.0</c:v>
                </c:pt>
                <c:pt idx="7450">
                  <c:v>6.0</c:v>
                </c:pt>
                <c:pt idx="7451">
                  <c:v>6.0</c:v>
                </c:pt>
                <c:pt idx="7452">
                  <c:v>6.0</c:v>
                </c:pt>
                <c:pt idx="7453">
                  <c:v>6.0</c:v>
                </c:pt>
                <c:pt idx="7454">
                  <c:v>6.0</c:v>
                </c:pt>
                <c:pt idx="7455">
                  <c:v>6.0</c:v>
                </c:pt>
                <c:pt idx="7456">
                  <c:v>6.0</c:v>
                </c:pt>
                <c:pt idx="7457">
                  <c:v>6.0</c:v>
                </c:pt>
                <c:pt idx="7458">
                  <c:v>6.0</c:v>
                </c:pt>
                <c:pt idx="7459">
                  <c:v>6.0</c:v>
                </c:pt>
                <c:pt idx="7460">
                  <c:v>6.0</c:v>
                </c:pt>
                <c:pt idx="7461">
                  <c:v>6.0</c:v>
                </c:pt>
                <c:pt idx="7462">
                  <c:v>6.0</c:v>
                </c:pt>
                <c:pt idx="7463">
                  <c:v>6.0</c:v>
                </c:pt>
                <c:pt idx="7464">
                  <c:v>6.0</c:v>
                </c:pt>
                <c:pt idx="7465">
                  <c:v>6.0</c:v>
                </c:pt>
                <c:pt idx="7466">
                  <c:v>6.0</c:v>
                </c:pt>
                <c:pt idx="7467">
                  <c:v>6.0</c:v>
                </c:pt>
                <c:pt idx="7468">
                  <c:v>6.0</c:v>
                </c:pt>
                <c:pt idx="7469">
                  <c:v>6.0</c:v>
                </c:pt>
                <c:pt idx="7470">
                  <c:v>6.0</c:v>
                </c:pt>
                <c:pt idx="7471">
                  <c:v>6.0</c:v>
                </c:pt>
                <c:pt idx="7472">
                  <c:v>6.0</c:v>
                </c:pt>
                <c:pt idx="7473">
                  <c:v>6.0</c:v>
                </c:pt>
                <c:pt idx="7474">
                  <c:v>6.0</c:v>
                </c:pt>
                <c:pt idx="7475">
                  <c:v>6.0</c:v>
                </c:pt>
                <c:pt idx="7476">
                  <c:v>6.0</c:v>
                </c:pt>
                <c:pt idx="7477">
                  <c:v>6.0</c:v>
                </c:pt>
                <c:pt idx="7478">
                  <c:v>6.0</c:v>
                </c:pt>
                <c:pt idx="7479">
                  <c:v>6.0</c:v>
                </c:pt>
                <c:pt idx="7480">
                  <c:v>6.0</c:v>
                </c:pt>
                <c:pt idx="7481">
                  <c:v>6.0</c:v>
                </c:pt>
                <c:pt idx="7482">
                  <c:v>6.0</c:v>
                </c:pt>
                <c:pt idx="7483">
                  <c:v>6.0</c:v>
                </c:pt>
                <c:pt idx="7484">
                  <c:v>6.0</c:v>
                </c:pt>
                <c:pt idx="7485">
                  <c:v>6.0</c:v>
                </c:pt>
                <c:pt idx="7486">
                  <c:v>6.0</c:v>
                </c:pt>
                <c:pt idx="7487">
                  <c:v>6.0</c:v>
                </c:pt>
                <c:pt idx="7488">
                  <c:v>6.0</c:v>
                </c:pt>
                <c:pt idx="7489">
                  <c:v>6.0</c:v>
                </c:pt>
                <c:pt idx="7490">
                  <c:v>6.0</c:v>
                </c:pt>
                <c:pt idx="7491">
                  <c:v>6.0</c:v>
                </c:pt>
                <c:pt idx="7492">
                  <c:v>6.0</c:v>
                </c:pt>
                <c:pt idx="7493">
                  <c:v>6.0</c:v>
                </c:pt>
                <c:pt idx="7494">
                  <c:v>6.0</c:v>
                </c:pt>
                <c:pt idx="7495">
                  <c:v>6.0</c:v>
                </c:pt>
                <c:pt idx="7496">
                  <c:v>6.0</c:v>
                </c:pt>
                <c:pt idx="7497">
                  <c:v>6.0</c:v>
                </c:pt>
                <c:pt idx="7498">
                  <c:v>6.0</c:v>
                </c:pt>
                <c:pt idx="7499">
                  <c:v>6.0</c:v>
                </c:pt>
                <c:pt idx="7500">
                  <c:v>6.0</c:v>
                </c:pt>
                <c:pt idx="7501">
                  <c:v>6.0</c:v>
                </c:pt>
                <c:pt idx="7502">
                  <c:v>6.0</c:v>
                </c:pt>
                <c:pt idx="7503">
                  <c:v>6.0</c:v>
                </c:pt>
                <c:pt idx="7504">
                  <c:v>6.0</c:v>
                </c:pt>
                <c:pt idx="7505">
                  <c:v>6.0</c:v>
                </c:pt>
                <c:pt idx="7506">
                  <c:v>6.0</c:v>
                </c:pt>
                <c:pt idx="7507">
                  <c:v>6.0</c:v>
                </c:pt>
                <c:pt idx="7508">
                  <c:v>6.0</c:v>
                </c:pt>
                <c:pt idx="7509">
                  <c:v>6.0</c:v>
                </c:pt>
                <c:pt idx="7510">
                  <c:v>6.0</c:v>
                </c:pt>
                <c:pt idx="7511">
                  <c:v>6.0</c:v>
                </c:pt>
                <c:pt idx="7512">
                  <c:v>6.0</c:v>
                </c:pt>
                <c:pt idx="7513">
                  <c:v>6.0</c:v>
                </c:pt>
                <c:pt idx="7514">
                  <c:v>6.0</c:v>
                </c:pt>
                <c:pt idx="7515">
                  <c:v>6.0</c:v>
                </c:pt>
                <c:pt idx="7516">
                  <c:v>6.0</c:v>
                </c:pt>
                <c:pt idx="7517">
                  <c:v>6.0</c:v>
                </c:pt>
                <c:pt idx="7518">
                  <c:v>6.0</c:v>
                </c:pt>
                <c:pt idx="7519">
                  <c:v>6.0</c:v>
                </c:pt>
                <c:pt idx="7520">
                  <c:v>6.0</c:v>
                </c:pt>
                <c:pt idx="7521">
                  <c:v>6.0</c:v>
                </c:pt>
                <c:pt idx="7522">
                  <c:v>6.0</c:v>
                </c:pt>
                <c:pt idx="7523">
                  <c:v>6.0</c:v>
                </c:pt>
                <c:pt idx="7524">
                  <c:v>6.0</c:v>
                </c:pt>
                <c:pt idx="7525">
                  <c:v>6.0</c:v>
                </c:pt>
                <c:pt idx="7526">
                  <c:v>6.0</c:v>
                </c:pt>
                <c:pt idx="7527">
                  <c:v>6.0</c:v>
                </c:pt>
                <c:pt idx="7528">
                  <c:v>6.0</c:v>
                </c:pt>
                <c:pt idx="7529">
                  <c:v>6.0</c:v>
                </c:pt>
                <c:pt idx="7530">
                  <c:v>6.0</c:v>
                </c:pt>
                <c:pt idx="7531">
                  <c:v>6.0</c:v>
                </c:pt>
                <c:pt idx="7532">
                  <c:v>6.0</c:v>
                </c:pt>
                <c:pt idx="7533">
                  <c:v>6.0</c:v>
                </c:pt>
                <c:pt idx="7534">
                  <c:v>6.0</c:v>
                </c:pt>
                <c:pt idx="7535">
                  <c:v>6.0</c:v>
                </c:pt>
                <c:pt idx="7536">
                  <c:v>6.0</c:v>
                </c:pt>
                <c:pt idx="7537">
                  <c:v>6.0</c:v>
                </c:pt>
                <c:pt idx="7538">
                  <c:v>6.0</c:v>
                </c:pt>
                <c:pt idx="7539">
                  <c:v>6.0</c:v>
                </c:pt>
                <c:pt idx="7540">
                  <c:v>6.0</c:v>
                </c:pt>
                <c:pt idx="7541">
                  <c:v>6.0</c:v>
                </c:pt>
                <c:pt idx="7542">
                  <c:v>6.0</c:v>
                </c:pt>
                <c:pt idx="7543">
                  <c:v>6.0</c:v>
                </c:pt>
                <c:pt idx="7544">
                  <c:v>6.0</c:v>
                </c:pt>
                <c:pt idx="7545">
                  <c:v>6.0</c:v>
                </c:pt>
                <c:pt idx="7546">
                  <c:v>6.0</c:v>
                </c:pt>
                <c:pt idx="7547">
                  <c:v>6.0</c:v>
                </c:pt>
                <c:pt idx="7548">
                  <c:v>6.0</c:v>
                </c:pt>
                <c:pt idx="7549">
                  <c:v>6.0</c:v>
                </c:pt>
                <c:pt idx="7550">
                  <c:v>6.0</c:v>
                </c:pt>
                <c:pt idx="7551">
                  <c:v>6.0</c:v>
                </c:pt>
                <c:pt idx="7552">
                  <c:v>6.0</c:v>
                </c:pt>
                <c:pt idx="7553">
                  <c:v>6.0</c:v>
                </c:pt>
                <c:pt idx="7554">
                  <c:v>6.0</c:v>
                </c:pt>
                <c:pt idx="7555">
                  <c:v>6.0</c:v>
                </c:pt>
                <c:pt idx="7556">
                  <c:v>6.0</c:v>
                </c:pt>
                <c:pt idx="7557">
                  <c:v>6.0</c:v>
                </c:pt>
                <c:pt idx="7558">
                  <c:v>6.0</c:v>
                </c:pt>
                <c:pt idx="7559">
                  <c:v>6.0</c:v>
                </c:pt>
                <c:pt idx="7560">
                  <c:v>6.0</c:v>
                </c:pt>
                <c:pt idx="7561">
                  <c:v>6.0</c:v>
                </c:pt>
                <c:pt idx="7562">
                  <c:v>6.0</c:v>
                </c:pt>
                <c:pt idx="7563">
                  <c:v>6.0</c:v>
                </c:pt>
                <c:pt idx="7564">
                  <c:v>6.0</c:v>
                </c:pt>
                <c:pt idx="7565">
                  <c:v>6.0</c:v>
                </c:pt>
                <c:pt idx="7566">
                  <c:v>6.0</c:v>
                </c:pt>
                <c:pt idx="7567">
                  <c:v>6.0</c:v>
                </c:pt>
                <c:pt idx="7568">
                  <c:v>6.0</c:v>
                </c:pt>
                <c:pt idx="7569">
                  <c:v>6.0</c:v>
                </c:pt>
                <c:pt idx="7570">
                  <c:v>6.0</c:v>
                </c:pt>
                <c:pt idx="7571">
                  <c:v>6.0</c:v>
                </c:pt>
                <c:pt idx="7572">
                  <c:v>6.0</c:v>
                </c:pt>
                <c:pt idx="7573">
                  <c:v>6.0</c:v>
                </c:pt>
                <c:pt idx="7574">
                  <c:v>6.0</c:v>
                </c:pt>
                <c:pt idx="7575">
                  <c:v>6.0</c:v>
                </c:pt>
                <c:pt idx="7576">
                  <c:v>6.0</c:v>
                </c:pt>
                <c:pt idx="7577">
                  <c:v>6.0</c:v>
                </c:pt>
                <c:pt idx="7578">
                  <c:v>6.0</c:v>
                </c:pt>
                <c:pt idx="7579">
                  <c:v>6.0</c:v>
                </c:pt>
                <c:pt idx="7580">
                  <c:v>6.0</c:v>
                </c:pt>
                <c:pt idx="7581">
                  <c:v>6.0</c:v>
                </c:pt>
                <c:pt idx="7582">
                  <c:v>6.0</c:v>
                </c:pt>
                <c:pt idx="7583">
                  <c:v>6.0</c:v>
                </c:pt>
                <c:pt idx="7584">
                  <c:v>6.0</c:v>
                </c:pt>
                <c:pt idx="7585">
                  <c:v>6.0</c:v>
                </c:pt>
                <c:pt idx="7586">
                  <c:v>6.0</c:v>
                </c:pt>
                <c:pt idx="7587">
                  <c:v>6.0</c:v>
                </c:pt>
                <c:pt idx="7588">
                  <c:v>6.0</c:v>
                </c:pt>
                <c:pt idx="7589">
                  <c:v>6.0</c:v>
                </c:pt>
                <c:pt idx="7590">
                  <c:v>6.0</c:v>
                </c:pt>
                <c:pt idx="7591">
                  <c:v>6.0</c:v>
                </c:pt>
                <c:pt idx="7592">
                  <c:v>6.0</c:v>
                </c:pt>
                <c:pt idx="7593">
                  <c:v>6.0</c:v>
                </c:pt>
                <c:pt idx="7594">
                  <c:v>6.0</c:v>
                </c:pt>
                <c:pt idx="7595">
                  <c:v>6.0</c:v>
                </c:pt>
                <c:pt idx="7596">
                  <c:v>6.0</c:v>
                </c:pt>
                <c:pt idx="7597">
                  <c:v>6.0</c:v>
                </c:pt>
                <c:pt idx="7598">
                  <c:v>6.0</c:v>
                </c:pt>
                <c:pt idx="7599">
                  <c:v>6.0</c:v>
                </c:pt>
                <c:pt idx="7600">
                  <c:v>6.0</c:v>
                </c:pt>
                <c:pt idx="7601">
                  <c:v>6.0</c:v>
                </c:pt>
                <c:pt idx="7602">
                  <c:v>6.0</c:v>
                </c:pt>
                <c:pt idx="7603">
                  <c:v>6.0</c:v>
                </c:pt>
                <c:pt idx="7604">
                  <c:v>6.0</c:v>
                </c:pt>
                <c:pt idx="7605">
                  <c:v>6.0</c:v>
                </c:pt>
                <c:pt idx="7606">
                  <c:v>6.0</c:v>
                </c:pt>
                <c:pt idx="7607">
                  <c:v>6.0</c:v>
                </c:pt>
                <c:pt idx="7608">
                  <c:v>6.0</c:v>
                </c:pt>
                <c:pt idx="7609">
                  <c:v>6.0</c:v>
                </c:pt>
                <c:pt idx="7610">
                  <c:v>6.0</c:v>
                </c:pt>
                <c:pt idx="7611">
                  <c:v>6.0</c:v>
                </c:pt>
                <c:pt idx="7612">
                  <c:v>6.0</c:v>
                </c:pt>
                <c:pt idx="7613">
                  <c:v>6.0</c:v>
                </c:pt>
                <c:pt idx="7614">
                  <c:v>6.0</c:v>
                </c:pt>
                <c:pt idx="7615">
                  <c:v>6.0</c:v>
                </c:pt>
                <c:pt idx="7616">
                  <c:v>6.0</c:v>
                </c:pt>
                <c:pt idx="7617">
                  <c:v>6.0</c:v>
                </c:pt>
                <c:pt idx="7618">
                  <c:v>6.0</c:v>
                </c:pt>
                <c:pt idx="7619">
                  <c:v>6.0</c:v>
                </c:pt>
                <c:pt idx="7620">
                  <c:v>6.0</c:v>
                </c:pt>
                <c:pt idx="7621">
                  <c:v>6.0</c:v>
                </c:pt>
                <c:pt idx="7622">
                  <c:v>6.0</c:v>
                </c:pt>
                <c:pt idx="7623">
                  <c:v>6.0</c:v>
                </c:pt>
                <c:pt idx="7624">
                  <c:v>6.0</c:v>
                </c:pt>
                <c:pt idx="7625">
                  <c:v>6.0</c:v>
                </c:pt>
                <c:pt idx="7626">
                  <c:v>6.0</c:v>
                </c:pt>
                <c:pt idx="7627">
                  <c:v>6.0</c:v>
                </c:pt>
                <c:pt idx="7628">
                  <c:v>6.0</c:v>
                </c:pt>
                <c:pt idx="7629">
                  <c:v>6.0</c:v>
                </c:pt>
                <c:pt idx="7630">
                  <c:v>6.0</c:v>
                </c:pt>
                <c:pt idx="7631">
                  <c:v>6.0</c:v>
                </c:pt>
                <c:pt idx="7632">
                  <c:v>6.0</c:v>
                </c:pt>
                <c:pt idx="7633">
                  <c:v>6.0</c:v>
                </c:pt>
                <c:pt idx="7634">
                  <c:v>6.0</c:v>
                </c:pt>
                <c:pt idx="7635">
                  <c:v>6.0</c:v>
                </c:pt>
                <c:pt idx="7636">
                  <c:v>6.0</c:v>
                </c:pt>
                <c:pt idx="7637">
                  <c:v>6.0</c:v>
                </c:pt>
                <c:pt idx="7638">
                  <c:v>6.0</c:v>
                </c:pt>
                <c:pt idx="7639">
                  <c:v>6.0</c:v>
                </c:pt>
                <c:pt idx="7640">
                  <c:v>6.0</c:v>
                </c:pt>
                <c:pt idx="7641">
                  <c:v>6.0</c:v>
                </c:pt>
                <c:pt idx="7642">
                  <c:v>6.0</c:v>
                </c:pt>
                <c:pt idx="7643">
                  <c:v>6.0</c:v>
                </c:pt>
                <c:pt idx="7644">
                  <c:v>6.0</c:v>
                </c:pt>
                <c:pt idx="7645">
                  <c:v>6.0</c:v>
                </c:pt>
                <c:pt idx="7646">
                  <c:v>6.0</c:v>
                </c:pt>
                <c:pt idx="7647">
                  <c:v>6.0</c:v>
                </c:pt>
                <c:pt idx="7648">
                  <c:v>6.0</c:v>
                </c:pt>
                <c:pt idx="7649">
                  <c:v>6.0</c:v>
                </c:pt>
                <c:pt idx="7650">
                  <c:v>6.0</c:v>
                </c:pt>
                <c:pt idx="7651">
                  <c:v>6.0</c:v>
                </c:pt>
                <c:pt idx="7652">
                  <c:v>6.0</c:v>
                </c:pt>
                <c:pt idx="7653">
                  <c:v>6.0</c:v>
                </c:pt>
                <c:pt idx="7654">
                  <c:v>6.0</c:v>
                </c:pt>
                <c:pt idx="7655">
                  <c:v>6.0</c:v>
                </c:pt>
                <c:pt idx="7656">
                  <c:v>6.0</c:v>
                </c:pt>
                <c:pt idx="7657">
                  <c:v>6.0</c:v>
                </c:pt>
                <c:pt idx="7658">
                  <c:v>6.0</c:v>
                </c:pt>
                <c:pt idx="7659">
                  <c:v>6.0</c:v>
                </c:pt>
                <c:pt idx="7660">
                  <c:v>6.0</c:v>
                </c:pt>
                <c:pt idx="7661">
                  <c:v>6.0</c:v>
                </c:pt>
                <c:pt idx="7662">
                  <c:v>6.0</c:v>
                </c:pt>
                <c:pt idx="7663">
                  <c:v>6.0</c:v>
                </c:pt>
                <c:pt idx="7664">
                  <c:v>6.0</c:v>
                </c:pt>
                <c:pt idx="7665">
                  <c:v>6.0</c:v>
                </c:pt>
                <c:pt idx="7666">
                  <c:v>6.0</c:v>
                </c:pt>
                <c:pt idx="7667">
                  <c:v>6.0</c:v>
                </c:pt>
                <c:pt idx="7668">
                  <c:v>6.0</c:v>
                </c:pt>
                <c:pt idx="7669">
                  <c:v>6.0</c:v>
                </c:pt>
                <c:pt idx="7670">
                  <c:v>6.0</c:v>
                </c:pt>
                <c:pt idx="7671">
                  <c:v>6.0</c:v>
                </c:pt>
                <c:pt idx="7672">
                  <c:v>6.0</c:v>
                </c:pt>
                <c:pt idx="7673">
                  <c:v>6.0</c:v>
                </c:pt>
                <c:pt idx="7674">
                  <c:v>6.0</c:v>
                </c:pt>
                <c:pt idx="7675">
                  <c:v>6.0</c:v>
                </c:pt>
                <c:pt idx="7676">
                  <c:v>6.0</c:v>
                </c:pt>
                <c:pt idx="7677">
                  <c:v>6.0</c:v>
                </c:pt>
                <c:pt idx="7678">
                  <c:v>6.0</c:v>
                </c:pt>
                <c:pt idx="7679">
                  <c:v>6.0</c:v>
                </c:pt>
                <c:pt idx="7680">
                  <c:v>6.0</c:v>
                </c:pt>
                <c:pt idx="7681">
                  <c:v>6.0</c:v>
                </c:pt>
                <c:pt idx="7682">
                  <c:v>6.0</c:v>
                </c:pt>
                <c:pt idx="7683">
                  <c:v>6.0</c:v>
                </c:pt>
                <c:pt idx="7684">
                  <c:v>6.0</c:v>
                </c:pt>
                <c:pt idx="7685">
                  <c:v>6.0</c:v>
                </c:pt>
                <c:pt idx="7686">
                  <c:v>6.0</c:v>
                </c:pt>
                <c:pt idx="7687">
                  <c:v>6.0</c:v>
                </c:pt>
                <c:pt idx="7688">
                  <c:v>6.0</c:v>
                </c:pt>
                <c:pt idx="7689">
                  <c:v>6.0</c:v>
                </c:pt>
                <c:pt idx="7690">
                  <c:v>6.0</c:v>
                </c:pt>
                <c:pt idx="7691">
                  <c:v>6.0</c:v>
                </c:pt>
                <c:pt idx="7692">
                  <c:v>6.0</c:v>
                </c:pt>
                <c:pt idx="7693">
                  <c:v>6.0</c:v>
                </c:pt>
                <c:pt idx="7694">
                  <c:v>6.0</c:v>
                </c:pt>
                <c:pt idx="7695">
                  <c:v>6.0</c:v>
                </c:pt>
                <c:pt idx="7696">
                  <c:v>6.0</c:v>
                </c:pt>
                <c:pt idx="7697">
                  <c:v>6.0</c:v>
                </c:pt>
                <c:pt idx="7698">
                  <c:v>6.0</c:v>
                </c:pt>
                <c:pt idx="7699">
                  <c:v>6.0</c:v>
                </c:pt>
                <c:pt idx="7700">
                  <c:v>6.0</c:v>
                </c:pt>
                <c:pt idx="7701">
                  <c:v>6.0</c:v>
                </c:pt>
                <c:pt idx="7702">
                  <c:v>6.0</c:v>
                </c:pt>
                <c:pt idx="7703">
                  <c:v>6.0</c:v>
                </c:pt>
                <c:pt idx="7704">
                  <c:v>6.0</c:v>
                </c:pt>
                <c:pt idx="7705">
                  <c:v>6.0</c:v>
                </c:pt>
                <c:pt idx="7706">
                  <c:v>6.0</c:v>
                </c:pt>
                <c:pt idx="7707">
                  <c:v>6.0</c:v>
                </c:pt>
                <c:pt idx="7708">
                  <c:v>6.0</c:v>
                </c:pt>
                <c:pt idx="7709">
                  <c:v>6.0</c:v>
                </c:pt>
                <c:pt idx="7710">
                  <c:v>6.0</c:v>
                </c:pt>
                <c:pt idx="7711">
                  <c:v>6.0</c:v>
                </c:pt>
                <c:pt idx="7712">
                  <c:v>6.0</c:v>
                </c:pt>
                <c:pt idx="7713">
                  <c:v>6.0</c:v>
                </c:pt>
                <c:pt idx="7714">
                  <c:v>6.0</c:v>
                </c:pt>
                <c:pt idx="7715">
                  <c:v>6.0</c:v>
                </c:pt>
                <c:pt idx="7716">
                  <c:v>6.0</c:v>
                </c:pt>
                <c:pt idx="7717">
                  <c:v>6.0</c:v>
                </c:pt>
                <c:pt idx="7718">
                  <c:v>6.0</c:v>
                </c:pt>
                <c:pt idx="7719">
                  <c:v>6.0</c:v>
                </c:pt>
                <c:pt idx="7720">
                  <c:v>6.0</c:v>
                </c:pt>
                <c:pt idx="7721">
                  <c:v>6.0</c:v>
                </c:pt>
                <c:pt idx="7722">
                  <c:v>6.0</c:v>
                </c:pt>
                <c:pt idx="7723">
                  <c:v>6.0</c:v>
                </c:pt>
                <c:pt idx="7724">
                  <c:v>6.0</c:v>
                </c:pt>
                <c:pt idx="7725">
                  <c:v>6.0</c:v>
                </c:pt>
                <c:pt idx="7726">
                  <c:v>6.0</c:v>
                </c:pt>
                <c:pt idx="7727">
                  <c:v>6.0</c:v>
                </c:pt>
                <c:pt idx="7728">
                  <c:v>6.0</c:v>
                </c:pt>
                <c:pt idx="7729">
                  <c:v>6.0</c:v>
                </c:pt>
                <c:pt idx="7730">
                  <c:v>6.0</c:v>
                </c:pt>
                <c:pt idx="7731">
                  <c:v>6.0</c:v>
                </c:pt>
                <c:pt idx="7732">
                  <c:v>6.0</c:v>
                </c:pt>
                <c:pt idx="7733">
                  <c:v>6.0</c:v>
                </c:pt>
                <c:pt idx="7734">
                  <c:v>6.0</c:v>
                </c:pt>
                <c:pt idx="7735">
                  <c:v>6.0</c:v>
                </c:pt>
                <c:pt idx="7736">
                  <c:v>6.0</c:v>
                </c:pt>
                <c:pt idx="7737">
                  <c:v>6.0</c:v>
                </c:pt>
                <c:pt idx="7738">
                  <c:v>6.0</c:v>
                </c:pt>
                <c:pt idx="7739">
                  <c:v>6.0</c:v>
                </c:pt>
                <c:pt idx="7740">
                  <c:v>6.0</c:v>
                </c:pt>
                <c:pt idx="7741">
                  <c:v>6.0</c:v>
                </c:pt>
                <c:pt idx="7742">
                  <c:v>6.0</c:v>
                </c:pt>
                <c:pt idx="7743">
                  <c:v>6.0</c:v>
                </c:pt>
                <c:pt idx="7744">
                  <c:v>6.0</c:v>
                </c:pt>
                <c:pt idx="7745">
                  <c:v>6.0</c:v>
                </c:pt>
                <c:pt idx="7746">
                  <c:v>6.0</c:v>
                </c:pt>
                <c:pt idx="7747">
                  <c:v>6.0</c:v>
                </c:pt>
                <c:pt idx="7748">
                  <c:v>6.0</c:v>
                </c:pt>
                <c:pt idx="7749">
                  <c:v>6.0</c:v>
                </c:pt>
                <c:pt idx="7750">
                  <c:v>6.0</c:v>
                </c:pt>
                <c:pt idx="7751">
                  <c:v>6.0</c:v>
                </c:pt>
                <c:pt idx="7752">
                  <c:v>6.0</c:v>
                </c:pt>
                <c:pt idx="7753">
                  <c:v>6.0</c:v>
                </c:pt>
                <c:pt idx="7754">
                  <c:v>6.0</c:v>
                </c:pt>
                <c:pt idx="7755">
                  <c:v>6.0</c:v>
                </c:pt>
                <c:pt idx="7756">
                  <c:v>6.0</c:v>
                </c:pt>
                <c:pt idx="7757">
                  <c:v>6.0</c:v>
                </c:pt>
                <c:pt idx="7758">
                  <c:v>6.0</c:v>
                </c:pt>
                <c:pt idx="7759">
                  <c:v>6.0</c:v>
                </c:pt>
                <c:pt idx="7760">
                  <c:v>6.0</c:v>
                </c:pt>
                <c:pt idx="7761">
                  <c:v>6.0</c:v>
                </c:pt>
                <c:pt idx="7762">
                  <c:v>6.0</c:v>
                </c:pt>
                <c:pt idx="7763">
                  <c:v>6.0</c:v>
                </c:pt>
                <c:pt idx="7764">
                  <c:v>6.0</c:v>
                </c:pt>
                <c:pt idx="7765">
                  <c:v>6.0</c:v>
                </c:pt>
                <c:pt idx="7766">
                  <c:v>6.0</c:v>
                </c:pt>
                <c:pt idx="7767">
                  <c:v>6.0</c:v>
                </c:pt>
                <c:pt idx="7768">
                  <c:v>6.0</c:v>
                </c:pt>
                <c:pt idx="7769">
                  <c:v>6.0</c:v>
                </c:pt>
                <c:pt idx="7770">
                  <c:v>6.0</c:v>
                </c:pt>
                <c:pt idx="7771">
                  <c:v>6.0</c:v>
                </c:pt>
                <c:pt idx="7772">
                  <c:v>6.0</c:v>
                </c:pt>
                <c:pt idx="7773">
                  <c:v>6.0</c:v>
                </c:pt>
                <c:pt idx="7774">
                  <c:v>6.0</c:v>
                </c:pt>
                <c:pt idx="7775">
                  <c:v>6.0</c:v>
                </c:pt>
                <c:pt idx="7776">
                  <c:v>6.0</c:v>
                </c:pt>
                <c:pt idx="7777">
                  <c:v>6.0</c:v>
                </c:pt>
                <c:pt idx="7778">
                  <c:v>6.0</c:v>
                </c:pt>
                <c:pt idx="7779">
                  <c:v>6.0</c:v>
                </c:pt>
                <c:pt idx="7780">
                  <c:v>6.0</c:v>
                </c:pt>
                <c:pt idx="7781">
                  <c:v>6.0</c:v>
                </c:pt>
                <c:pt idx="7782">
                  <c:v>6.0</c:v>
                </c:pt>
                <c:pt idx="7783">
                  <c:v>6.0</c:v>
                </c:pt>
                <c:pt idx="7784">
                  <c:v>6.0</c:v>
                </c:pt>
                <c:pt idx="7785">
                  <c:v>6.0</c:v>
                </c:pt>
                <c:pt idx="7786">
                  <c:v>6.0</c:v>
                </c:pt>
                <c:pt idx="7787">
                  <c:v>6.0</c:v>
                </c:pt>
                <c:pt idx="7788">
                  <c:v>6.0</c:v>
                </c:pt>
                <c:pt idx="7789">
                  <c:v>6.0</c:v>
                </c:pt>
                <c:pt idx="7790">
                  <c:v>6.0</c:v>
                </c:pt>
                <c:pt idx="7791">
                  <c:v>6.0</c:v>
                </c:pt>
                <c:pt idx="7792">
                  <c:v>6.0</c:v>
                </c:pt>
                <c:pt idx="7793">
                  <c:v>6.0</c:v>
                </c:pt>
                <c:pt idx="7794">
                  <c:v>6.0</c:v>
                </c:pt>
                <c:pt idx="7795">
                  <c:v>6.0</c:v>
                </c:pt>
                <c:pt idx="7796">
                  <c:v>6.0</c:v>
                </c:pt>
                <c:pt idx="7797">
                  <c:v>6.0</c:v>
                </c:pt>
                <c:pt idx="7798">
                  <c:v>6.0</c:v>
                </c:pt>
                <c:pt idx="7799">
                  <c:v>6.0</c:v>
                </c:pt>
                <c:pt idx="7800">
                  <c:v>6.0</c:v>
                </c:pt>
                <c:pt idx="7801">
                  <c:v>6.0</c:v>
                </c:pt>
                <c:pt idx="7802">
                  <c:v>6.0</c:v>
                </c:pt>
                <c:pt idx="7803">
                  <c:v>6.0</c:v>
                </c:pt>
                <c:pt idx="7804">
                  <c:v>6.0</c:v>
                </c:pt>
                <c:pt idx="7805">
                  <c:v>6.0</c:v>
                </c:pt>
                <c:pt idx="7806">
                  <c:v>6.0</c:v>
                </c:pt>
                <c:pt idx="7807">
                  <c:v>6.0</c:v>
                </c:pt>
                <c:pt idx="7808">
                  <c:v>6.0</c:v>
                </c:pt>
                <c:pt idx="7809">
                  <c:v>6.0</c:v>
                </c:pt>
                <c:pt idx="7810">
                  <c:v>6.0</c:v>
                </c:pt>
                <c:pt idx="7811">
                  <c:v>6.0</c:v>
                </c:pt>
                <c:pt idx="7812">
                  <c:v>6.0</c:v>
                </c:pt>
                <c:pt idx="7813">
                  <c:v>6.0</c:v>
                </c:pt>
                <c:pt idx="7814">
                  <c:v>6.0</c:v>
                </c:pt>
                <c:pt idx="7815">
                  <c:v>6.0</c:v>
                </c:pt>
                <c:pt idx="7816">
                  <c:v>6.0</c:v>
                </c:pt>
                <c:pt idx="7817">
                  <c:v>6.0</c:v>
                </c:pt>
                <c:pt idx="7818">
                  <c:v>6.0</c:v>
                </c:pt>
                <c:pt idx="7819">
                  <c:v>6.0</c:v>
                </c:pt>
                <c:pt idx="7820">
                  <c:v>6.0</c:v>
                </c:pt>
                <c:pt idx="7821">
                  <c:v>6.0</c:v>
                </c:pt>
                <c:pt idx="7822">
                  <c:v>6.0</c:v>
                </c:pt>
                <c:pt idx="7823">
                  <c:v>6.0</c:v>
                </c:pt>
                <c:pt idx="7824">
                  <c:v>6.0</c:v>
                </c:pt>
                <c:pt idx="7825">
                  <c:v>6.0</c:v>
                </c:pt>
                <c:pt idx="7826">
                  <c:v>6.0</c:v>
                </c:pt>
                <c:pt idx="7827">
                  <c:v>6.0</c:v>
                </c:pt>
                <c:pt idx="7828">
                  <c:v>6.0</c:v>
                </c:pt>
                <c:pt idx="7829">
                  <c:v>6.0</c:v>
                </c:pt>
                <c:pt idx="7830">
                  <c:v>6.0</c:v>
                </c:pt>
                <c:pt idx="7831">
                  <c:v>6.0</c:v>
                </c:pt>
                <c:pt idx="7832">
                  <c:v>6.0</c:v>
                </c:pt>
                <c:pt idx="7833">
                  <c:v>6.0</c:v>
                </c:pt>
                <c:pt idx="7834">
                  <c:v>6.0</c:v>
                </c:pt>
                <c:pt idx="7835">
                  <c:v>6.0</c:v>
                </c:pt>
                <c:pt idx="7836">
                  <c:v>6.0</c:v>
                </c:pt>
                <c:pt idx="7837">
                  <c:v>6.0</c:v>
                </c:pt>
                <c:pt idx="7838">
                  <c:v>6.0</c:v>
                </c:pt>
                <c:pt idx="7839">
                  <c:v>6.0</c:v>
                </c:pt>
                <c:pt idx="7840">
                  <c:v>6.0</c:v>
                </c:pt>
                <c:pt idx="7841">
                  <c:v>6.0</c:v>
                </c:pt>
                <c:pt idx="7842">
                  <c:v>6.0</c:v>
                </c:pt>
                <c:pt idx="7843">
                  <c:v>6.0</c:v>
                </c:pt>
                <c:pt idx="7844">
                  <c:v>6.0</c:v>
                </c:pt>
                <c:pt idx="7845">
                  <c:v>6.0</c:v>
                </c:pt>
                <c:pt idx="7846">
                  <c:v>6.0</c:v>
                </c:pt>
                <c:pt idx="7847">
                  <c:v>6.0</c:v>
                </c:pt>
                <c:pt idx="7848">
                  <c:v>6.0</c:v>
                </c:pt>
                <c:pt idx="7849">
                  <c:v>6.0</c:v>
                </c:pt>
                <c:pt idx="7850">
                  <c:v>6.0</c:v>
                </c:pt>
                <c:pt idx="7851">
                  <c:v>6.0</c:v>
                </c:pt>
                <c:pt idx="7852">
                  <c:v>6.0</c:v>
                </c:pt>
                <c:pt idx="7853">
                  <c:v>6.0</c:v>
                </c:pt>
                <c:pt idx="7854">
                  <c:v>6.0</c:v>
                </c:pt>
                <c:pt idx="7855">
                  <c:v>6.0</c:v>
                </c:pt>
                <c:pt idx="7856">
                  <c:v>6.0</c:v>
                </c:pt>
                <c:pt idx="7857">
                  <c:v>6.0</c:v>
                </c:pt>
                <c:pt idx="7858">
                  <c:v>6.0</c:v>
                </c:pt>
                <c:pt idx="7859">
                  <c:v>6.0</c:v>
                </c:pt>
                <c:pt idx="7860">
                  <c:v>6.0</c:v>
                </c:pt>
                <c:pt idx="7861">
                  <c:v>6.0</c:v>
                </c:pt>
                <c:pt idx="7862">
                  <c:v>6.0</c:v>
                </c:pt>
                <c:pt idx="7863">
                  <c:v>6.0</c:v>
                </c:pt>
                <c:pt idx="7864">
                  <c:v>6.0</c:v>
                </c:pt>
                <c:pt idx="7865">
                  <c:v>6.0</c:v>
                </c:pt>
                <c:pt idx="7866">
                  <c:v>6.0</c:v>
                </c:pt>
                <c:pt idx="7867">
                  <c:v>6.0</c:v>
                </c:pt>
                <c:pt idx="7868">
                  <c:v>6.0</c:v>
                </c:pt>
                <c:pt idx="7869">
                  <c:v>6.0</c:v>
                </c:pt>
                <c:pt idx="7870">
                  <c:v>6.0</c:v>
                </c:pt>
                <c:pt idx="7871">
                  <c:v>6.0</c:v>
                </c:pt>
                <c:pt idx="7872">
                  <c:v>6.0</c:v>
                </c:pt>
                <c:pt idx="7873">
                  <c:v>6.0</c:v>
                </c:pt>
                <c:pt idx="7874">
                  <c:v>6.0</c:v>
                </c:pt>
                <c:pt idx="7875">
                  <c:v>6.0</c:v>
                </c:pt>
                <c:pt idx="7876">
                  <c:v>6.0</c:v>
                </c:pt>
                <c:pt idx="7877">
                  <c:v>6.0</c:v>
                </c:pt>
                <c:pt idx="7878">
                  <c:v>6.0</c:v>
                </c:pt>
                <c:pt idx="7879">
                  <c:v>6.0</c:v>
                </c:pt>
                <c:pt idx="7880">
                  <c:v>6.0</c:v>
                </c:pt>
                <c:pt idx="7881">
                  <c:v>6.0</c:v>
                </c:pt>
                <c:pt idx="7882">
                  <c:v>6.0</c:v>
                </c:pt>
                <c:pt idx="7883">
                  <c:v>6.0</c:v>
                </c:pt>
                <c:pt idx="7884">
                  <c:v>6.0</c:v>
                </c:pt>
                <c:pt idx="7885">
                  <c:v>6.0</c:v>
                </c:pt>
                <c:pt idx="7886">
                  <c:v>6.0</c:v>
                </c:pt>
                <c:pt idx="7887">
                  <c:v>6.0</c:v>
                </c:pt>
                <c:pt idx="7888">
                  <c:v>6.0</c:v>
                </c:pt>
                <c:pt idx="7889">
                  <c:v>6.0</c:v>
                </c:pt>
                <c:pt idx="7890">
                  <c:v>6.0</c:v>
                </c:pt>
                <c:pt idx="7891">
                  <c:v>6.0</c:v>
                </c:pt>
                <c:pt idx="7892">
                  <c:v>6.0</c:v>
                </c:pt>
                <c:pt idx="7893">
                  <c:v>6.0</c:v>
                </c:pt>
                <c:pt idx="7894">
                  <c:v>6.0</c:v>
                </c:pt>
                <c:pt idx="7895">
                  <c:v>6.0</c:v>
                </c:pt>
                <c:pt idx="7896">
                  <c:v>6.0</c:v>
                </c:pt>
                <c:pt idx="7897">
                  <c:v>6.0</c:v>
                </c:pt>
                <c:pt idx="7898">
                  <c:v>6.0</c:v>
                </c:pt>
                <c:pt idx="7899">
                  <c:v>6.0</c:v>
                </c:pt>
                <c:pt idx="7900">
                  <c:v>6.0</c:v>
                </c:pt>
                <c:pt idx="7901">
                  <c:v>6.0</c:v>
                </c:pt>
                <c:pt idx="7902">
                  <c:v>6.0</c:v>
                </c:pt>
                <c:pt idx="7903">
                  <c:v>6.0</c:v>
                </c:pt>
                <c:pt idx="7904">
                  <c:v>6.0</c:v>
                </c:pt>
                <c:pt idx="7905">
                  <c:v>6.0</c:v>
                </c:pt>
                <c:pt idx="7906">
                  <c:v>6.0</c:v>
                </c:pt>
                <c:pt idx="7907">
                  <c:v>6.0</c:v>
                </c:pt>
                <c:pt idx="7908">
                  <c:v>6.0</c:v>
                </c:pt>
                <c:pt idx="7909">
                  <c:v>6.0</c:v>
                </c:pt>
                <c:pt idx="7910">
                  <c:v>6.0</c:v>
                </c:pt>
                <c:pt idx="7911">
                  <c:v>6.0</c:v>
                </c:pt>
                <c:pt idx="7912">
                  <c:v>6.0</c:v>
                </c:pt>
                <c:pt idx="7913">
                  <c:v>6.0</c:v>
                </c:pt>
                <c:pt idx="7914">
                  <c:v>6.0</c:v>
                </c:pt>
                <c:pt idx="7915">
                  <c:v>6.0</c:v>
                </c:pt>
                <c:pt idx="7916">
                  <c:v>6.0</c:v>
                </c:pt>
                <c:pt idx="7917">
                  <c:v>6.0</c:v>
                </c:pt>
                <c:pt idx="7918">
                  <c:v>6.0</c:v>
                </c:pt>
                <c:pt idx="7919">
                  <c:v>6.0</c:v>
                </c:pt>
                <c:pt idx="7920">
                  <c:v>6.0</c:v>
                </c:pt>
                <c:pt idx="7921">
                  <c:v>6.0</c:v>
                </c:pt>
                <c:pt idx="7922">
                  <c:v>6.0</c:v>
                </c:pt>
                <c:pt idx="7923">
                  <c:v>6.0</c:v>
                </c:pt>
                <c:pt idx="7924">
                  <c:v>6.0</c:v>
                </c:pt>
                <c:pt idx="7925">
                  <c:v>6.0</c:v>
                </c:pt>
                <c:pt idx="7926">
                  <c:v>6.0</c:v>
                </c:pt>
                <c:pt idx="7927">
                  <c:v>6.0</c:v>
                </c:pt>
                <c:pt idx="7928">
                  <c:v>6.0</c:v>
                </c:pt>
                <c:pt idx="7929">
                  <c:v>6.0</c:v>
                </c:pt>
                <c:pt idx="7930">
                  <c:v>6.0</c:v>
                </c:pt>
                <c:pt idx="7931">
                  <c:v>6.0</c:v>
                </c:pt>
                <c:pt idx="7932">
                  <c:v>6.0</c:v>
                </c:pt>
                <c:pt idx="7933">
                  <c:v>6.0</c:v>
                </c:pt>
                <c:pt idx="7934">
                  <c:v>6.0</c:v>
                </c:pt>
                <c:pt idx="7935">
                  <c:v>6.0</c:v>
                </c:pt>
                <c:pt idx="7936">
                  <c:v>6.0</c:v>
                </c:pt>
                <c:pt idx="7937">
                  <c:v>6.0</c:v>
                </c:pt>
                <c:pt idx="7938">
                  <c:v>6.0</c:v>
                </c:pt>
                <c:pt idx="7939">
                  <c:v>6.0</c:v>
                </c:pt>
                <c:pt idx="7940">
                  <c:v>6.0</c:v>
                </c:pt>
                <c:pt idx="7941">
                  <c:v>6.0</c:v>
                </c:pt>
                <c:pt idx="7942">
                  <c:v>6.0</c:v>
                </c:pt>
                <c:pt idx="7943">
                  <c:v>6.0</c:v>
                </c:pt>
                <c:pt idx="7944">
                  <c:v>6.0</c:v>
                </c:pt>
                <c:pt idx="7945">
                  <c:v>6.0</c:v>
                </c:pt>
                <c:pt idx="7946">
                  <c:v>6.0</c:v>
                </c:pt>
                <c:pt idx="7947">
                  <c:v>6.0</c:v>
                </c:pt>
                <c:pt idx="7948">
                  <c:v>6.0</c:v>
                </c:pt>
                <c:pt idx="7949">
                  <c:v>6.0</c:v>
                </c:pt>
                <c:pt idx="7950">
                  <c:v>6.0</c:v>
                </c:pt>
                <c:pt idx="7951">
                  <c:v>6.0</c:v>
                </c:pt>
                <c:pt idx="7952">
                  <c:v>6.0</c:v>
                </c:pt>
                <c:pt idx="7953">
                  <c:v>6.0</c:v>
                </c:pt>
                <c:pt idx="7954">
                  <c:v>6.0</c:v>
                </c:pt>
                <c:pt idx="7955">
                  <c:v>6.0</c:v>
                </c:pt>
                <c:pt idx="7956">
                  <c:v>6.0</c:v>
                </c:pt>
                <c:pt idx="7957">
                  <c:v>6.0</c:v>
                </c:pt>
                <c:pt idx="7958">
                  <c:v>6.0</c:v>
                </c:pt>
                <c:pt idx="7959">
                  <c:v>6.0</c:v>
                </c:pt>
                <c:pt idx="7960">
                  <c:v>6.0</c:v>
                </c:pt>
                <c:pt idx="7961">
                  <c:v>6.0</c:v>
                </c:pt>
                <c:pt idx="7962">
                  <c:v>6.0</c:v>
                </c:pt>
                <c:pt idx="7963">
                  <c:v>6.0</c:v>
                </c:pt>
                <c:pt idx="7964">
                  <c:v>6.0</c:v>
                </c:pt>
                <c:pt idx="7965">
                  <c:v>6.0</c:v>
                </c:pt>
                <c:pt idx="7966">
                  <c:v>6.0</c:v>
                </c:pt>
                <c:pt idx="7967">
                  <c:v>6.0</c:v>
                </c:pt>
                <c:pt idx="7968">
                  <c:v>6.0</c:v>
                </c:pt>
                <c:pt idx="7969">
                  <c:v>6.0</c:v>
                </c:pt>
                <c:pt idx="7970">
                  <c:v>6.0</c:v>
                </c:pt>
                <c:pt idx="7971">
                  <c:v>6.0</c:v>
                </c:pt>
                <c:pt idx="7972">
                  <c:v>6.0</c:v>
                </c:pt>
                <c:pt idx="7973">
                  <c:v>6.0</c:v>
                </c:pt>
                <c:pt idx="7974">
                  <c:v>6.0</c:v>
                </c:pt>
                <c:pt idx="7975">
                  <c:v>6.0</c:v>
                </c:pt>
                <c:pt idx="7976">
                  <c:v>6.0</c:v>
                </c:pt>
                <c:pt idx="7977">
                  <c:v>6.0</c:v>
                </c:pt>
                <c:pt idx="7978">
                  <c:v>6.0</c:v>
                </c:pt>
                <c:pt idx="7979">
                  <c:v>6.0</c:v>
                </c:pt>
                <c:pt idx="7980">
                  <c:v>6.0</c:v>
                </c:pt>
                <c:pt idx="7981">
                  <c:v>6.0</c:v>
                </c:pt>
                <c:pt idx="7982">
                  <c:v>6.0</c:v>
                </c:pt>
                <c:pt idx="7983">
                  <c:v>6.0</c:v>
                </c:pt>
                <c:pt idx="7984">
                  <c:v>6.0</c:v>
                </c:pt>
                <c:pt idx="7985">
                  <c:v>6.0</c:v>
                </c:pt>
                <c:pt idx="7986">
                  <c:v>6.0</c:v>
                </c:pt>
                <c:pt idx="7987">
                  <c:v>6.0</c:v>
                </c:pt>
                <c:pt idx="7988">
                  <c:v>6.0</c:v>
                </c:pt>
                <c:pt idx="7989">
                  <c:v>6.0</c:v>
                </c:pt>
                <c:pt idx="7990">
                  <c:v>6.0</c:v>
                </c:pt>
                <c:pt idx="7991">
                  <c:v>6.0</c:v>
                </c:pt>
                <c:pt idx="7992">
                  <c:v>6.0</c:v>
                </c:pt>
                <c:pt idx="7993">
                  <c:v>6.0</c:v>
                </c:pt>
                <c:pt idx="7994">
                  <c:v>6.0</c:v>
                </c:pt>
                <c:pt idx="7995">
                  <c:v>6.0</c:v>
                </c:pt>
                <c:pt idx="7996">
                  <c:v>6.0</c:v>
                </c:pt>
                <c:pt idx="7997">
                  <c:v>6.0</c:v>
                </c:pt>
                <c:pt idx="7998">
                  <c:v>6.0</c:v>
                </c:pt>
                <c:pt idx="7999">
                  <c:v>6.0</c:v>
                </c:pt>
                <c:pt idx="8000">
                  <c:v>6.0</c:v>
                </c:pt>
                <c:pt idx="8001">
                  <c:v>6.0</c:v>
                </c:pt>
                <c:pt idx="8002">
                  <c:v>6.0</c:v>
                </c:pt>
                <c:pt idx="8003">
                  <c:v>6.0</c:v>
                </c:pt>
                <c:pt idx="8004">
                  <c:v>6.0</c:v>
                </c:pt>
                <c:pt idx="8005">
                  <c:v>6.0</c:v>
                </c:pt>
                <c:pt idx="8006">
                  <c:v>6.0</c:v>
                </c:pt>
                <c:pt idx="8007">
                  <c:v>6.0</c:v>
                </c:pt>
                <c:pt idx="8008">
                  <c:v>6.0</c:v>
                </c:pt>
                <c:pt idx="8009">
                  <c:v>6.0</c:v>
                </c:pt>
                <c:pt idx="8010">
                  <c:v>6.0</c:v>
                </c:pt>
                <c:pt idx="8011">
                  <c:v>6.0</c:v>
                </c:pt>
                <c:pt idx="8012">
                  <c:v>6.0</c:v>
                </c:pt>
                <c:pt idx="8013">
                  <c:v>6.0</c:v>
                </c:pt>
                <c:pt idx="8014">
                  <c:v>6.0</c:v>
                </c:pt>
                <c:pt idx="8015">
                  <c:v>6.0</c:v>
                </c:pt>
                <c:pt idx="8016">
                  <c:v>6.0</c:v>
                </c:pt>
                <c:pt idx="8017">
                  <c:v>6.0</c:v>
                </c:pt>
                <c:pt idx="8018">
                  <c:v>6.0</c:v>
                </c:pt>
                <c:pt idx="8019">
                  <c:v>6.0</c:v>
                </c:pt>
                <c:pt idx="8020">
                  <c:v>6.0</c:v>
                </c:pt>
                <c:pt idx="8021">
                  <c:v>6.0</c:v>
                </c:pt>
                <c:pt idx="8022">
                  <c:v>6.0</c:v>
                </c:pt>
                <c:pt idx="8023">
                  <c:v>6.0</c:v>
                </c:pt>
                <c:pt idx="8024">
                  <c:v>6.0</c:v>
                </c:pt>
                <c:pt idx="8025">
                  <c:v>6.0</c:v>
                </c:pt>
                <c:pt idx="8026">
                  <c:v>6.0</c:v>
                </c:pt>
                <c:pt idx="8027">
                  <c:v>6.0</c:v>
                </c:pt>
                <c:pt idx="8028">
                  <c:v>6.0</c:v>
                </c:pt>
                <c:pt idx="8029">
                  <c:v>6.0</c:v>
                </c:pt>
                <c:pt idx="8030">
                  <c:v>6.0</c:v>
                </c:pt>
                <c:pt idx="8031">
                  <c:v>6.0</c:v>
                </c:pt>
                <c:pt idx="8032">
                  <c:v>6.0</c:v>
                </c:pt>
                <c:pt idx="8033">
                  <c:v>6.0</c:v>
                </c:pt>
                <c:pt idx="8034">
                  <c:v>6.0</c:v>
                </c:pt>
                <c:pt idx="8035">
                  <c:v>6.0</c:v>
                </c:pt>
                <c:pt idx="8036">
                  <c:v>6.0</c:v>
                </c:pt>
                <c:pt idx="8037">
                  <c:v>6.0</c:v>
                </c:pt>
                <c:pt idx="8038">
                  <c:v>6.0</c:v>
                </c:pt>
                <c:pt idx="8039">
                  <c:v>6.0</c:v>
                </c:pt>
                <c:pt idx="8040">
                  <c:v>6.0</c:v>
                </c:pt>
                <c:pt idx="8041">
                  <c:v>6.0</c:v>
                </c:pt>
                <c:pt idx="8042">
                  <c:v>6.0</c:v>
                </c:pt>
                <c:pt idx="8043">
                  <c:v>6.0</c:v>
                </c:pt>
                <c:pt idx="8044">
                  <c:v>6.0</c:v>
                </c:pt>
                <c:pt idx="8045">
                  <c:v>6.0</c:v>
                </c:pt>
                <c:pt idx="8046">
                  <c:v>6.0</c:v>
                </c:pt>
                <c:pt idx="8047">
                  <c:v>6.0</c:v>
                </c:pt>
                <c:pt idx="8048">
                  <c:v>6.0</c:v>
                </c:pt>
                <c:pt idx="8049">
                  <c:v>6.0</c:v>
                </c:pt>
                <c:pt idx="8050">
                  <c:v>6.0</c:v>
                </c:pt>
                <c:pt idx="8051">
                  <c:v>6.0</c:v>
                </c:pt>
                <c:pt idx="8052">
                  <c:v>6.0</c:v>
                </c:pt>
                <c:pt idx="8053">
                  <c:v>6.0</c:v>
                </c:pt>
                <c:pt idx="8054">
                  <c:v>6.0</c:v>
                </c:pt>
                <c:pt idx="8055">
                  <c:v>6.0</c:v>
                </c:pt>
                <c:pt idx="8056">
                  <c:v>6.0</c:v>
                </c:pt>
                <c:pt idx="8057">
                  <c:v>6.0</c:v>
                </c:pt>
                <c:pt idx="8058">
                  <c:v>6.0</c:v>
                </c:pt>
                <c:pt idx="8059">
                  <c:v>6.0</c:v>
                </c:pt>
                <c:pt idx="8060">
                  <c:v>6.0</c:v>
                </c:pt>
                <c:pt idx="8061">
                  <c:v>6.0</c:v>
                </c:pt>
                <c:pt idx="8062">
                  <c:v>6.0</c:v>
                </c:pt>
                <c:pt idx="8063">
                  <c:v>6.0</c:v>
                </c:pt>
                <c:pt idx="8064">
                  <c:v>6.0</c:v>
                </c:pt>
                <c:pt idx="8065">
                  <c:v>6.0</c:v>
                </c:pt>
                <c:pt idx="8066">
                  <c:v>6.0</c:v>
                </c:pt>
                <c:pt idx="8067">
                  <c:v>6.0</c:v>
                </c:pt>
                <c:pt idx="8068">
                  <c:v>6.0</c:v>
                </c:pt>
                <c:pt idx="8069">
                  <c:v>6.0</c:v>
                </c:pt>
                <c:pt idx="8070">
                  <c:v>6.0</c:v>
                </c:pt>
                <c:pt idx="8071">
                  <c:v>6.0</c:v>
                </c:pt>
                <c:pt idx="8072">
                  <c:v>6.0</c:v>
                </c:pt>
                <c:pt idx="8073">
                  <c:v>6.0</c:v>
                </c:pt>
                <c:pt idx="8074">
                  <c:v>6.0</c:v>
                </c:pt>
                <c:pt idx="8075">
                  <c:v>6.0</c:v>
                </c:pt>
                <c:pt idx="8076">
                  <c:v>6.0</c:v>
                </c:pt>
                <c:pt idx="8077">
                  <c:v>6.0</c:v>
                </c:pt>
                <c:pt idx="8078">
                  <c:v>6.0</c:v>
                </c:pt>
                <c:pt idx="8079">
                  <c:v>6.0</c:v>
                </c:pt>
                <c:pt idx="8080">
                  <c:v>6.0</c:v>
                </c:pt>
                <c:pt idx="8081">
                  <c:v>6.0</c:v>
                </c:pt>
                <c:pt idx="8082">
                  <c:v>6.0</c:v>
                </c:pt>
                <c:pt idx="8083">
                  <c:v>6.0</c:v>
                </c:pt>
                <c:pt idx="8084">
                  <c:v>6.0</c:v>
                </c:pt>
                <c:pt idx="8085">
                  <c:v>6.0</c:v>
                </c:pt>
                <c:pt idx="8086">
                  <c:v>6.0</c:v>
                </c:pt>
                <c:pt idx="8087">
                  <c:v>6.0</c:v>
                </c:pt>
                <c:pt idx="8088">
                  <c:v>6.0</c:v>
                </c:pt>
                <c:pt idx="8089">
                  <c:v>6.0</c:v>
                </c:pt>
                <c:pt idx="8090">
                  <c:v>6.0</c:v>
                </c:pt>
                <c:pt idx="8091">
                  <c:v>6.0</c:v>
                </c:pt>
                <c:pt idx="8092">
                  <c:v>6.0</c:v>
                </c:pt>
                <c:pt idx="8093">
                  <c:v>6.0</c:v>
                </c:pt>
                <c:pt idx="8094">
                  <c:v>6.0</c:v>
                </c:pt>
                <c:pt idx="8095">
                  <c:v>6.0</c:v>
                </c:pt>
                <c:pt idx="8096">
                  <c:v>6.0</c:v>
                </c:pt>
                <c:pt idx="8097">
                  <c:v>6.0</c:v>
                </c:pt>
                <c:pt idx="8098">
                  <c:v>6.0</c:v>
                </c:pt>
                <c:pt idx="8099">
                  <c:v>6.0</c:v>
                </c:pt>
                <c:pt idx="8100">
                  <c:v>6.0</c:v>
                </c:pt>
                <c:pt idx="8101">
                  <c:v>6.0</c:v>
                </c:pt>
                <c:pt idx="8102">
                  <c:v>6.0</c:v>
                </c:pt>
                <c:pt idx="8103">
                  <c:v>6.0</c:v>
                </c:pt>
                <c:pt idx="8104">
                  <c:v>6.0</c:v>
                </c:pt>
                <c:pt idx="8105">
                  <c:v>6.0</c:v>
                </c:pt>
                <c:pt idx="8106">
                  <c:v>6.0</c:v>
                </c:pt>
                <c:pt idx="8107">
                  <c:v>6.0</c:v>
                </c:pt>
                <c:pt idx="8108">
                  <c:v>6.0</c:v>
                </c:pt>
                <c:pt idx="8109">
                  <c:v>6.0</c:v>
                </c:pt>
                <c:pt idx="8110">
                  <c:v>6.0</c:v>
                </c:pt>
                <c:pt idx="8111">
                  <c:v>6.0</c:v>
                </c:pt>
                <c:pt idx="8112">
                  <c:v>6.0</c:v>
                </c:pt>
                <c:pt idx="8113">
                  <c:v>6.0</c:v>
                </c:pt>
                <c:pt idx="8114">
                  <c:v>6.0</c:v>
                </c:pt>
                <c:pt idx="8115">
                  <c:v>6.0</c:v>
                </c:pt>
                <c:pt idx="8116">
                  <c:v>6.0</c:v>
                </c:pt>
                <c:pt idx="8117">
                  <c:v>6.0</c:v>
                </c:pt>
                <c:pt idx="8118">
                  <c:v>6.0</c:v>
                </c:pt>
                <c:pt idx="8119">
                  <c:v>6.0</c:v>
                </c:pt>
                <c:pt idx="8120">
                  <c:v>6.0</c:v>
                </c:pt>
                <c:pt idx="8121">
                  <c:v>6.0</c:v>
                </c:pt>
                <c:pt idx="8122">
                  <c:v>6.0</c:v>
                </c:pt>
                <c:pt idx="8123">
                  <c:v>6.0</c:v>
                </c:pt>
                <c:pt idx="8124">
                  <c:v>6.0</c:v>
                </c:pt>
                <c:pt idx="8125">
                  <c:v>6.0</c:v>
                </c:pt>
                <c:pt idx="8126">
                  <c:v>6.0</c:v>
                </c:pt>
                <c:pt idx="8127">
                  <c:v>6.0</c:v>
                </c:pt>
                <c:pt idx="8128">
                  <c:v>6.0</c:v>
                </c:pt>
                <c:pt idx="8129">
                  <c:v>6.0</c:v>
                </c:pt>
                <c:pt idx="8130">
                  <c:v>6.0</c:v>
                </c:pt>
                <c:pt idx="8131">
                  <c:v>6.0</c:v>
                </c:pt>
                <c:pt idx="8132">
                  <c:v>6.0</c:v>
                </c:pt>
                <c:pt idx="8133">
                  <c:v>6.0</c:v>
                </c:pt>
                <c:pt idx="8134">
                  <c:v>6.0</c:v>
                </c:pt>
                <c:pt idx="8135">
                  <c:v>6.0</c:v>
                </c:pt>
                <c:pt idx="8136">
                  <c:v>6.0</c:v>
                </c:pt>
                <c:pt idx="8137">
                  <c:v>6.0</c:v>
                </c:pt>
                <c:pt idx="8138">
                  <c:v>6.0</c:v>
                </c:pt>
                <c:pt idx="8139">
                  <c:v>6.0</c:v>
                </c:pt>
                <c:pt idx="8140">
                  <c:v>6.0</c:v>
                </c:pt>
                <c:pt idx="8141">
                  <c:v>6.0</c:v>
                </c:pt>
                <c:pt idx="8142">
                  <c:v>6.0</c:v>
                </c:pt>
                <c:pt idx="8143">
                  <c:v>6.0</c:v>
                </c:pt>
                <c:pt idx="8144">
                  <c:v>6.0</c:v>
                </c:pt>
                <c:pt idx="8145">
                  <c:v>6.0</c:v>
                </c:pt>
                <c:pt idx="8146">
                  <c:v>6.0</c:v>
                </c:pt>
                <c:pt idx="8147">
                  <c:v>6.0</c:v>
                </c:pt>
                <c:pt idx="8148">
                  <c:v>6.0</c:v>
                </c:pt>
                <c:pt idx="8149">
                  <c:v>6.0</c:v>
                </c:pt>
                <c:pt idx="8150">
                  <c:v>6.0</c:v>
                </c:pt>
                <c:pt idx="8151">
                  <c:v>6.0</c:v>
                </c:pt>
                <c:pt idx="8152">
                  <c:v>6.0</c:v>
                </c:pt>
                <c:pt idx="8153">
                  <c:v>6.0</c:v>
                </c:pt>
                <c:pt idx="8154">
                  <c:v>6.0</c:v>
                </c:pt>
                <c:pt idx="8155">
                  <c:v>6.0</c:v>
                </c:pt>
                <c:pt idx="8156">
                  <c:v>6.0</c:v>
                </c:pt>
                <c:pt idx="8157">
                  <c:v>6.0</c:v>
                </c:pt>
                <c:pt idx="8158">
                  <c:v>6.0</c:v>
                </c:pt>
                <c:pt idx="8159">
                  <c:v>6.0</c:v>
                </c:pt>
                <c:pt idx="8160">
                  <c:v>6.0</c:v>
                </c:pt>
                <c:pt idx="8161">
                  <c:v>6.0</c:v>
                </c:pt>
                <c:pt idx="8162">
                  <c:v>6.0</c:v>
                </c:pt>
                <c:pt idx="8163">
                  <c:v>6.0</c:v>
                </c:pt>
                <c:pt idx="8164">
                  <c:v>6.0</c:v>
                </c:pt>
                <c:pt idx="8165">
                  <c:v>6.0</c:v>
                </c:pt>
                <c:pt idx="8166">
                  <c:v>6.0</c:v>
                </c:pt>
                <c:pt idx="8167">
                  <c:v>6.0</c:v>
                </c:pt>
                <c:pt idx="8168">
                  <c:v>6.0</c:v>
                </c:pt>
                <c:pt idx="8169">
                  <c:v>6.0</c:v>
                </c:pt>
                <c:pt idx="8170">
                  <c:v>6.0</c:v>
                </c:pt>
                <c:pt idx="8171">
                  <c:v>6.0</c:v>
                </c:pt>
                <c:pt idx="8172">
                  <c:v>6.0</c:v>
                </c:pt>
                <c:pt idx="8173">
                  <c:v>6.0</c:v>
                </c:pt>
                <c:pt idx="8174">
                  <c:v>6.0</c:v>
                </c:pt>
                <c:pt idx="8175">
                  <c:v>6.0</c:v>
                </c:pt>
                <c:pt idx="8176">
                  <c:v>6.0</c:v>
                </c:pt>
                <c:pt idx="8177">
                  <c:v>6.0</c:v>
                </c:pt>
                <c:pt idx="8178">
                  <c:v>6.0</c:v>
                </c:pt>
                <c:pt idx="8179">
                  <c:v>6.0</c:v>
                </c:pt>
                <c:pt idx="8180">
                  <c:v>6.0</c:v>
                </c:pt>
                <c:pt idx="8181">
                  <c:v>6.0</c:v>
                </c:pt>
                <c:pt idx="8182">
                  <c:v>6.0</c:v>
                </c:pt>
                <c:pt idx="8183">
                  <c:v>6.0</c:v>
                </c:pt>
                <c:pt idx="8184">
                  <c:v>6.0</c:v>
                </c:pt>
                <c:pt idx="8185">
                  <c:v>6.0</c:v>
                </c:pt>
                <c:pt idx="8186">
                  <c:v>6.0</c:v>
                </c:pt>
                <c:pt idx="8187">
                  <c:v>6.0</c:v>
                </c:pt>
                <c:pt idx="8188">
                  <c:v>6.0</c:v>
                </c:pt>
                <c:pt idx="8189">
                  <c:v>6.0</c:v>
                </c:pt>
                <c:pt idx="8190">
                  <c:v>6.0</c:v>
                </c:pt>
                <c:pt idx="8191">
                  <c:v>6.0</c:v>
                </c:pt>
                <c:pt idx="8192">
                  <c:v>6.0</c:v>
                </c:pt>
                <c:pt idx="8193">
                  <c:v>6.0</c:v>
                </c:pt>
                <c:pt idx="8194">
                  <c:v>6.0</c:v>
                </c:pt>
                <c:pt idx="8195">
                  <c:v>6.0</c:v>
                </c:pt>
                <c:pt idx="8196">
                  <c:v>6.0</c:v>
                </c:pt>
                <c:pt idx="8197">
                  <c:v>6.0</c:v>
                </c:pt>
                <c:pt idx="8198">
                  <c:v>6.0</c:v>
                </c:pt>
                <c:pt idx="8199">
                  <c:v>6.0</c:v>
                </c:pt>
                <c:pt idx="8200">
                  <c:v>6.0</c:v>
                </c:pt>
                <c:pt idx="8201">
                  <c:v>6.0</c:v>
                </c:pt>
                <c:pt idx="8202">
                  <c:v>6.0</c:v>
                </c:pt>
                <c:pt idx="8203">
                  <c:v>6.0</c:v>
                </c:pt>
                <c:pt idx="8204">
                  <c:v>6.0</c:v>
                </c:pt>
                <c:pt idx="8205">
                  <c:v>6.0</c:v>
                </c:pt>
                <c:pt idx="8206">
                  <c:v>6.0</c:v>
                </c:pt>
                <c:pt idx="8207">
                  <c:v>6.0</c:v>
                </c:pt>
                <c:pt idx="8208">
                  <c:v>6.0</c:v>
                </c:pt>
                <c:pt idx="8209">
                  <c:v>6.0</c:v>
                </c:pt>
                <c:pt idx="8210">
                  <c:v>6.0</c:v>
                </c:pt>
                <c:pt idx="8211">
                  <c:v>6.0</c:v>
                </c:pt>
                <c:pt idx="8212">
                  <c:v>6.0</c:v>
                </c:pt>
                <c:pt idx="8213">
                  <c:v>6.0</c:v>
                </c:pt>
                <c:pt idx="8214">
                  <c:v>6.0</c:v>
                </c:pt>
                <c:pt idx="8215">
                  <c:v>6.0</c:v>
                </c:pt>
                <c:pt idx="8216">
                  <c:v>6.0</c:v>
                </c:pt>
                <c:pt idx="8217">
                  <c:v>6.0</c:v>
                </c:pt>
                <c:pt idx="8218">
                  <c:v>6.0</c:v>
                </c:pt>
                <c:pt idx="8219">
                  <c:v>6.0</c:v>
                </c:pt>
                <c:pt idx="8220">
                  <c:v>6.0</c:v>
                </c:pt>
                <c:pt idx="8221">
                  <c:v>6.0</c:v>
                </c:pt>
                <c:pt idx="8222">
                  <c:v>6.0</c:v>
                </c:pt>
                <c:pt idx="8223">
                  <c:v>6.0</c:v>
                </c:pt>
                <c:pt idx="8224">
                  <c:v>6.0</c:v>
                </c:pt>
                <c:pt idx="8225">
                  <c:v>6.0</c:v>
                </c:pt>
                <c:pt idx="8226">
                  <c:v>6.0</c:v>
                </c:pt>
                <c:pt idx="8227">
                  <c:v>6.0</c:v>
                </c:pt>
                <c:pt idx="8228">
                  <c:v>6.0</c:v>
                </c:pt>
                <c:pt idx="8229">
                  <c:v>6.0</c:v>
                </c:pt>
                <c:pt idx="8230">
                  <c:v>6.0</c:v>
                </c:pt>
                <c:pt idx="8231">
                  <c:v>6.0</c:v>
                </c:pt>
                <c:pt idx="8232">
                  <c:v>6.0</c:v>
                </c:pt>
                <c:pt idx="8233">
                  <c:v>6.0</c:v>
                </c:pt>
                <c:pt idx="8234">
                  <c:v>6.0</c:v>
                </c:pt>
                <c:pt idx="8235">
                  <c:v>6.0</c:v>
                </c:pt>
                <c:pt idx="8236">
                  <c:v>6.0</c:v>
                </c:pt>
                <c:pt idx="8237">
                  <c:v>6.0</c:v>
                </c:pt>
                <c:pt idx="8238">
                  <c:v>6.0</c:v>
                </c:pt>
                <c:pt idx="8239">
                  <c:v>6.0</c:v>
                </c:pt>
                <c:pt idx="8240">
                  <c:v>6.0</c:v>
                </c:pt>
                <c:pt idx="8241">
                  <c:v>6.0</c:v>
                </c:pt>
                <c:pt idx="8242">
                  <c:v>6.0</c:v>
                </c:pt>
                <c:pt idx="8243">
                  <c:v>6.0</c:v>
                </c:pt>
                <c:pt idx="8244">
                  <c:v>6.0</c:v>
                </c:pt>
                <c:pt idx="8245">
                  <c:v>6.0</c:v>
                </c:pt>
                <c:pt idx="8246">
                  <c:v>6.0</c:v>
                </c:pt>
                <c:pt idx="8247">
                  <c:v>6.0</c:v>
                </c:pt>
                <c:pt idx="8248">
                  <c:v>6.0</c:v>
                </c:pt>
                <c:pt idx="8249">
                  <c:v>6.0</c:v>
                </c:pt>
                <c:pt idx="8250">
                  <c:v>6.0</c:v>
                </c:pt>
                <c:pt idx="8251">
                  <c:v>6.0</c:v>
                </c:pt>
                <c:pt idx="8252">
                  <c:v>6.0</c:v>
                </c:pt>
                <c:pt idx="8253">
                  <c:v>6.0</c:v>
                </c:pt>
                <c:pt idx="8254">
                  <c:v>6.0</c:v>
                </c:pt>
                <c:pt idx="8255">
                  <c:v>6.0</c:v>
                </c:pt>
                <c:pt idx="8256">
                  <c:v>6.0</c:v>
                </c:pt>
                <c:pt idx="8257">
                  <c:v>6.0</c:v>
                </c:pt>
                <c:pt idx="8258">
                  <c:v>6.0</c:v>
                </c:pt>
                <c:pt idx="8259">
                  <c:v>6.0</c:v>
                </c:pt>
                <c:pt idx="8260">
                  <c:v>6.0</c:v>
                </c:pt>
                <c:pt idx="8261">
                  <c:v>6.0</c:v>
                </c:pt>
                <c:pt idx="8262">
                  <c:v>6.0</c:v>
                </c:pt>
                <c:pt idx="8263">
                  <c:v>6.0</c:v>
                </c:pt>
                <c:pt idx="8264">
                  <c:v>6.0</c:v>
                </c:pt>
                <c:pt idx="8265">
                  <c:v>6.0</c:v>
                </c:pt>
                <c:pt idx="8266">
                  <c:v>6.0</c:v>
                </c:pt>
                <c:pt idx="8267">
                  <c:v>6.0</c:v>
                </c:pt>
                <c:pt idx="8268">
                  <c:v>6.0</c:v>
                </c:pt>
                <c:pt idx="8269">
                  <c:v>6.0</c:v>
                </c:pt>
                <c:pt idx="8270">
                  <c:v>6.0</c:v>
                </c:pt>
                <c:pt idx="8271">
                  <c:v>6.0</c:v>
                </c:pt>
                <c:pt idx="8272">
                  <c:v>6.0</c:v>
                </c:pt>
                <c:pt idx="8273">
                  <c:v>6.0</c:v>
                </c:pt>
                <c:pt idx="8274">
                  <c:v>6.0</c:v>
                </c:pt>
                <c:pt idx="8275">
                  <c:v>6.0</c:v>
                </c:pt>
                <c:pt idx="8276">
                  <c:v>6.0</c:v>
                </c:pt>
                <c:pt idx="8277">
                  <c:v>6.0</c:v>
                </c:pt>
                <c:pt idx="8278">
                  <c:v>6.0</c:v>
                </c:pt>
                <c:pt idx="8279">
                  <c:v>6.0</c:v>
                </c:pt>
                <c:pt idx="8280">
                  <c:v>6.0</c:v>
                </c:pt>
                <c:pt idx="8281">
                  <c:v>6.0</c:v>
                </c:pt>
                <c:pt idx="8282">
                  <c:v>6.0</c:v>
                </c:pt>
                <c:pt idx="8283">
                  <c:v>6.0</c:v>
                </c:pt>
                <c:pt idx="8284">
                  <c:v>6.0</c:v>
                </c:pt>
                <c:pt idx="8285">
                  <c:v>6.0</c:v>
                </c:pt>
                <c:pt idx="8286">
                  <c:v>6.0</c:v>
                </c:pt>
                <c:pt idx="8287">
                  <c:v>6.0</c:v>
                </c:pt>
                <c:pt idx="8288">
                  <c:v>6.0</c:v>
                </c:pt>
                <c:pt idx="8289">
                  <c:v>6.0</c:v>
                </c:pt>
                <c:pt idx="8290">
                  <c:v>6.0</c:v>
                </c:pt>
                <c:pt idx="8291">
                  <c:v>6.0</c:v>
                </c:pt>
                <c:pt idx="8292">
                  <c:v>6.0</c:v>
                </c:pt>
                <c:pt idx="8293">
                  <c:v>6.0</c:v>
                </c:pt>
                <c:pt idx="8294">
                  <c:v>6.0</c:v>
                </c:pt>
                <c:pt idx="8295">
                  <c:v>6.0</c:v>
                </c:pt>
                <c:pt idx="8296">
                  <c:v>6.0</c:v>
                </c:pt>
                <c:pt idx="8297">
                  <c:v>6.0</c:v>
                </c:pt>
                <c:pt idx="8298">
                  <c:v>6.0</c:v>
                </c:pt>
                <c:pt idx="8299">
                  <c:v>6.0</c:v>
                </c:pt>
                <c:pt idx="8300">
                  <c:v>6.0</c:v>
                </c:pt>
                <c:pt idx="8301">
                  <c:v>6.0</c:v>
                </c:pt>
                <c:pt idx="8302">
                  <c:v>6.0</c:v>
                </c:pt>
                <c:pt idx="8303">
                  <c:v>6.0</c:v>
                </c:pt>
                <c:pt idx="8304">
                  <c:v>6.0</c:v>
                </c:pt>
                <c:pt idx="8305">
                  <c:v>6.0</c:v>
                </c:pt>
                <c:pt idx="8306">
                  <c:v>6.0</c:v>
                </c:pt>
                <c:pt idx="8307">
                  <c:v>6.0</c:v>
                </c:pt>
                <c:pt idx="8308">
                  <c:v>6.0</c:v>
                </c:pt>
                <c:pt idx="8309">
                  <c:v>6.0</c:v>
                </c:pt>
                <c:pt idx="8310">
                  <c:v>6.0</c:v>
                </c:pt>
                <c:pt idx="8311">
                  <c:v>6.0</c:v>
                </c:pt>
                <c:pt idx="8312">
                  <c:v>6.0</c:v>
                </c:pt>
                <c:pt idx="8313">
                  <c:v>6.0</c:v>
                </c:pt>
                <c:pt idx="8314">
                  <c:v>6.0</c:v>
                </c:pt>
                <c:pt idx="8315">
                  <c:v>6.0</c:v>
                </c:pt>
                <c:pt idx="8316">
                  <c:v>6.0</c:v>
                </c:pt>
                <c:pt idx="8317">
                  <c:v>6.0</c:v>
                </c:pt>
                <c:pt idx="8318">
                  <c:v>6.0</c:v>
                </c:pt>
                <c:pt idx="8319">
                  <c:v>6.0</c:v>
                </c:pt>
                <c:pt idx="8320">
                  <c:v>6.0</c:v>
                </c:pt>
                <c:pt idx="8321">
                  <c:v>6.0</c:v>
                </c:pt>
                <c:pt idx="8322">
                  <c:v>6.0</c:v>
                </c:pt>
                <c:pt idx="8323">
                  <c:v>6.0</c:v>
                </c:pt>
                <c:pt idx="8324">
                  <c:v>6.0</c:v>
                </c:pt>
                <c:pt idx="8325">
                  <c:v>6.0</c:v>
                </c:pt>
                <c:pt idx="8326">
                  <c:v>6.0</c:v>
                </c:pt>
                <c:pt idx="8327">
                  <c:v>6.0</c:v>
                </c:pt>
                <c:pt idx="8328">
                  <c:v>6.0</c:v>
                </c:pt>
                <c:pt idx="8329">
                  <c:v>6.0</c:v>
                </c:pt>
                <c:pt idx="8330">
                  <c:v>6.0</c:v>
                </c:pt>
                <c:pt idx="8331">
                  <c:v>6.0</c:v>
                </c:pt>
                <c:pt idx="8332">
                  <c:v>6.0</c:v>
                </c:pt>
                <c:pt idx="8333">
                  <c:v>6.0</c:v>
                </c:pt>
                <c:pt idx="8334">
                  <c:v>6.0</c:v>
                </c:pt>
                <c:pt idx="8335">
                  <c:v>6.0</c:v>
                </c:pt>
                <c:pt idx="8336">
                  <c:v>6.0</c:v>
                </c:pt>
                <c:pt idx="8337">
                  <c:v>6.0</c:v>
                </c:pt>
                <c:pt idx="8338">
                  <c:v>6.0</c:v>
                </c:pt>
                <c:pt idx="8339">
                  <c:v>6.0</c:v>
                </c:pt>
                <c:pt idx="8340">
                  <c:v>6.0</c:v>
                </c:pt>
                <c:pt idx="8341">
                  <c:v>6.0</c:v>
                </c:pt>
                <c:pt idx="8342">
                  <c:v>6.0</c:v>
                </c:pt>
                <c:pt idx="8343">
                  <c:v>6.0</c:v>
                </c:pt>
                <c:pt idx="8344">
                  <c:v>6.0</c:v>
                </c:pt>
                <c:pt idx="8345">
                  <c:v>6.0</c:v>
                </c:pt>
                <c:pt idx="8346">
                  <c:v>6.0</c:v>
                </c:pt>
                <c:pt idx="8347">
                  <c:v>6.0</c:v>
                </c:pt>
                <c:pt idx="8348">
                  <c:v>6.0</c:v>
                </c:pt>
                <c:pt idx="8349">
                  <c:v>6.0</c:v>
                </c:pt>
                <c:pt idx="8350">
                  <c:v>6.0</c:v>
                </c:pt>
                <c:pt idx="8351">
                  <c:v>6.0</c:v>
                </c:pt>
                <c:pt idx="8352">
                  <c:v>6.0</c:v>
                </c:pt>
                <c:pt idx="8353">
                  <c:v>6.0</c:v>
                </c:pt>
                <c:pt idx="8354">
                  <c:v>6.0</c:v>
                </c:pt>
                <c:pt idx="8355">
                  <c:v>6.0</c:v>
                </c:pt>
                <c:pt idx="8356">
                  <c:v>6.0</c:v>
                </c:pt>
                <c:pt idx="8357">
                  <c:v>6.0</c:v>
                </c:pt>
                <c:pt idx="8358">
                  <c:v>6.0</c:v>
                </c:pt>
                <c:pt idx="8359">
                  <c:v>6.0</c:v>
                </c:pt>
                <c:pt idx="8360">
                  <c:v>6.0</c:v>
                </c:pt>
                <c:pt idx="8361">
                  <c:v>6.0</c:v>
                </c:pt>
                <c:pt idx="8362">
                  <c:v>6.0</c:v>
                </c:pt>
                <c:pt idx="8363">
                  <c:v>6.0</c:v>
                </c:pt>
                <c:pt idx="8364">
                  <c:v>6.0</c:v>
                </c:pt>
                <c:pt idx="8365">
                  <c:v>6.0</c:v>
                </c:pt>
                <c:pt idx="8366">
                  <c:v>6.0</c:v>
                </c:pt>
                <c:pt idx="8367">
                  <c:v>6.0</c:v>
                </c:pt>
                <c:pt idx="8368">
                  <c:v>6.0</c:v>
                </c:pt>
                <c:pt idx="8369">
                  <c:v>6.0</c:v>
                </c:pt>
                <c:pt idx="8370">
                  <c:v>6.0</c:v>
                </c:pt>
                <c:pt idx="8371">
                  <c:v>6.0</c:v>
                </c:pt>
                <c:pt idx="8372">
                  <c:v>6.0</c:v>
                </c:pt>
                <c:pt idx="8373">
                  <c:v>6.0</c:v>
                </c:pt>
                <c:pt idx="8374">
                  <c:v>6.0</c:v>
                </c:pt>
                <c:pt idx="8375">
                  <c:v>6.0</c:v>
                </c:pt>
                <c:pt idx="8376">
                  <c:v>6.0</c:v>
                </c:pt>
                <c:pt idx="8377">
                  <c:v>6.0</c:v>
                </c:pt>
                <c:pt idx="8378">
                  <c:v>6.0</c:v>
                </c:pt>
                <c:pt idx="8379">
                  <c:v>6.0</c:v>
                </c:pt>
                <c:pt idx="8380">
                  <c:v>6.0</c:v>
                </c:pt>
                <c:pt idx="8381">
                  <c:v>6.0</c:v>
                </c:pt>
                <c:pt idx="8382">
                  <c:v>6.0</c:v>
                </c:pt>
                <c:pt idx="8383">
                  <c:v>6.0</c:v>
                </c:pt>
                <c:pt idx="8384">
                  <c:v>6.0</c:v>
                </c:pt>
                <c:pt idx="8385">
                  <c:v>6.0</c:v>
                </c:pt>
                <c:pt idx="8386">
                  <c:v>6.0</c:v>
                </c:pt>
                <c:pt idx="8387">
                  <c:v>6.0</c:v>
                </c:pt>
                <c:pt idx="8388">
                  <c:v>6.0</c:v>
                </c:pt>
                <c:pt idx="8389">
                  <c:v>6.0</c:v>
                </c:pt>
                <c:pt idx="8390">
                  <c:v>6.0</c:v>
                </c:pt>
                <c:pt idx="8391">
                  <c:v>6.0</c:v>
                </c:pt>
                <c:pt idx="8392">
                  <c:v>6.0</c:v>
                </c:pt>
                <c:pt idx="8393">
                  <c:v>6.0</c:v>
                </c:pt>
                <c:pt idx="8394">
                  <c:v>6.0</c:v>
                </c:pt>
                <c:pt idx="8395">
                  <c:v>6.0</c:v>
                </c:pt>
                <c:pt idx="8396">
                  <c:v>6.0</c:v>
                </c:pt>
                <c:pt idx="8397">
                  <c:v>6.0</c:v>
                </c:pt>
                <c:pt idx="8398">
                  <c:v>6.0</c:v>
                </c:pt>
                <c:pt idx="8399">
                  <c:v>6.0</c:v>
                </c:pt>
                <c:pt idx="8400">
                  <c:v>6.0</c:v>
                </c:pt>
                <c:pt idx="8401">
                  <c:v>6.0</c:v>
                </c:pt>
                <c:pt idx="8402">
                  <c:v>6.0</c:v>
                </c:pt>
                <c:pt idx="8403">
                  <c:v>6.0</c:v>
                </c:pt>
                <c:pt idx="8404">
                  <c:v>6.0</c:v>
                </c:pt>
                <c:pt idx="8405">
                  <c:v>6.0</c:v>
                </c:pt>
                <c:pt idx="8406">
                  <c:v>6.0</c:v>
                </c:pt>
                <c:pt idx="8407">
                  <c:v>6.0</c:v>
                </c:pt>
                <c:pt idx="8408">
                  <c:v>6.0</c:v>
                </c:pt>
                <c:pt idx="8409">
                  <c:v>6.0</c:v>
                </c:pt>
                <c:pt idx="8410">
                  <c:v>6.0</c:v>
                </c:pt>
                <c:pt idx="8411">
                  <c:v>6.0</c:v>
                </c:pt>
                <c:pt idx="8412">
                  <c:v>6.0</c:v>
                </c:pt>
                <c:pt idx="8413">
                  <c:v>6.0</c:v>
                </c:pt>
                <c:pt idx="8414">
                  <c:v>6.0</c:v>
                </c:pt>
                <c:pt idx="8415">
                  <c:v>6.0</c:v>
                </c:pt>
                <c:pt idx="8416">
                  <c:v>6.0</c:v>
                </c:pt>
                <c:pt idx="8417">
                  <c:v>6.0</c:v>
                </c:pt>
                <c:pt idx="8418">
                  <c:v>6.0</c:v>
                </c:pt>
                <c:pt idx="8419">
                  <c:v>6.0</c:v>
                </c:pt>
                <c:pt idx="8420">
                  <c:v>6.0</c:v>
                </c:pt>
                <c:pt idx="8421">
                  <c:v>6.0</c:v>
                </c:pt>
                <c:pt idx="8422">
                  <c:v>6.0</c:v>
                </c:pt>
                <c:pt idx="8423">
                  <c:v>6.0</c:v>
                </c:pt>
                <c:pt idx="8424">
                  <c:v>6.0</c:v>
                </c:pt>
                <c:pt idx="8425">
                  <c:v>6.0</c:v>
                </c:pt>
                <c:pt idx="8426">
                  <c:v>6.0</c:v>
                </c:pt>
                <c:pt idx="8427">
                  <c:v>6.0</c:v>
                </c:pt>
                <c:pt idx="8428">
                  <c:v>6.0</c:v>
                </c:pt>
                <c:pt idx="8429">
                  <c:v>6.0</c:v>
                </c:pt>
                <c:pt idx="8430">
                  <c:v>6.0</c:v>
                </c:pt>
                <c:pt idx="8431">
                  <c:v>6.0</c:v>
                </c:pt>
                <c:pt idx="8432">
                  <c:v>6.0</c:v>
                </c:pt>
                <c:pt idx="8433">
                  <c:v>6.0</c:v>
                </c:pt>
                <c:pt idx="8434">
                  <c:v>6.0</c:v>
                </c:pt>
                <c:pt idx="8435">
                  <c:v>6.0</c:v>
                </c:pt>
                <c:pt idx="8436">
                  <c:v>6.0</c:v>
                </c:pt>
                <c:pt idx="8437">
                  <c:v>6.0</c:v>
                </c:pt>
                <c:pt idx="8438">
                  <c:v>6.0</c:v>
                </c:pt>
                <c:pt idx="8439">
                  <c:v>6.0</c:v>
                </c:pt>
                <c:pt idx="8440">
                  <c:v>6.0</c:v>
                </c:pt>
                <c:pt idx="8441">
                  <c:v>6.0</c:v>
                </c:pt>
                <c:pt idx="8442">
                  <c:v>6.0</c:v>
                </c:pt>
                <c:pt idx="8443">
                  <c:v>6.0</c:v>
                </c:pt>
                <c:pt idx="8444">
                  <c:v>6.0</c:v>
                </c:pt>
                <c:pt idx="8445">
                  <c:v>6.0</c:v>
                </c:pt>
                <c:pt idx="8446">
                  <c:v>6.0</c:v>
                </c:pt>
                <c:pt idx="8447">
                  <c:v>6.0</c:v>
                </c:pt>
                <c:pt idx="8448">
                  <c:v>6.0</c:v>
                </c:pt>
                <c:pt idx="8449">
                  <c:v>6.0</c:v>
                </c:pt>
                <c:pt idx="8450">
                  <c:v>6.0</c:v>
                </c:pt>
                <c:pt idx="8451">
                  <c:v>6.0</c:v>
                </c:pt>
                <c:pt idx="8452">
                  <c:v>6.0</c:v>
                </c:pt>
                <c:pt idx="8453">
                  <c:v>6.0</c:v>
                </c:pt>
                <c:pt idx="8454">
                  <c:v>6.0</c:v>
                </c:pt>
                <c:pt idx="8455">
                  <c:v>6.0</c:v>
                </c:pt>
                <c:pt idx="8456">
                  <c:v>6.0</c:v>
                </c:pt>
                <c:pt idx="8457">
                  <c:v>6.0</c:v>
                </c:pt>
                <c:pt idx="8458">
                  <c:v>6.0</c:v>
                </c:pt>
                <c:pt idx="8459">
                  <c:v>6.0</c:v>
                </c:pt>
                <c:pt idx="8460">
                  <c:v>6.0</c:v>
                </c:pt>
                <c:pt idx="8461">
                  <c:v>6.0</c:v>
                </c:pt>
                <c:pt idx="8462">
                  <c:v>6.0</c:v>
                </c:pt>
                <c:pt idx="8463">
                  <c:v>6.0</c:v>
                </c:pt>
                <c:pt idx="8464">
                  <c:v>6.0</c:v>
                </c:pt>
                <c:pt idx="8465">
                  <c:v>6.0</c:v>
                </c:pt>
                <c:pt idx="8466">
                  <c:v>6.0</c:v>
                </c:pt>
                <c:pt idx="8467">
                  <c:v>6.0</c:v>
                </c:pt>
                <c:pt idx="8468">
                  <c:v>6.0</c:v>
                </c:pt>
                <c:pt idx="8469">
                  <c:v>6.0</c:v>
                </c:pt>
                <c:pt idx="8470">
                  <c:v>6.0</c:v>
                </c:pt>
                <c:pt idx="8471">
                  <c:v>6.0</c:v>
                </c:pt>
                <c:pt idx="8472">
                  <c:v>6.0</c:v>
                </c:pt>
                <c:pt idx="8473">
                  <c:v>6.0</c:v>
                </c:pt>
                <c:pt idx="8474">
                  <c:v>6.0</c:v>
                </c:pt>
                <c:pt idx="8475">
                  <c:v>6.0</c:v>
                </c:pt>
                <c:pt idx="8476">
                  <c:v>6.0</c:v>
                </c:pt>
                <c:pt idx="8477">
                  <c:v>6.0</c:v>
                </c:pt>
                <c:pt idx="8478">
                  <c:v>6.0</c:v>
                </c:pt>
                <c:pt idx="8479">
                  <c:v>6.0</c:v>
                </c:pt>
                <c:pt idx="8480">
                  <c:v>6.0</c:v>
                </c:pt>
                <c:pt idx="8481">
                  <c:v>6.0</c:v>
                </c:pt>
                <c:pt idx="8482">
                  <c:v>6.0</c:v>
                </c:pt>
                <c:pt idx="8483">
                  <c:v>6.0</c:v>
                </c:pt>
                <c:pt idx="8484">
                  <c:v>6.0</c:v>
                </c:pt>
                <c:pt idx="8485">
                  <c:v>6.0</c:v>
                </c:pt>
                <c:pt idx="8486">
                  <c:v>6.0</c:v>
                </c:pt>
                <c:pt idx="8487">
                  <c:v>6.0</c:v>
                </c:pt>
                <c:pt idx="8488">
                  <c:v>6.0</c:v>
                </c:pt>
                <c:pt idx="8489">
                  <c:v>6.0</c:v>
                </c:pt>
                <c:pt idx="8490">
                  <c:v>6.0</c:v>
                </c:pt>
                <c:pt idx="8491">
                  <c:v>6.0</c:v>
                </c:pt>
                <c:pt idx="8492">
                  <c:v>6.0</c:v>
                </c:pt>
                <c:pt idx="8493">
                  <c:v>6.0</c:v>
                </c:pt>
                <c:pt idx="8494">
                  <c:v>6.0</c:v>
                </c:pt>
                <c:pt idx="8495">
                  <c:v>6.0</c:v>
                </c:pt>
                <c:pt idx="8496">
                  <c:v>6.0</c:v>
                </c:pt>
                <c:pt idx="8497">
                  <c:v>6.0</c:v>
                </c:pt>
                <c:pt idx="8498">
                  <c:v>6.0</c:v>
                </c:pt>
                <c:pt idx="8499">
                  <c:v>6.0</c:v>
                </c:pt>
                <c:pt idx="8500">
                  <c:v>6.0</c:v>
                </c:pt>
                <c:pt idx="8501">
                  <c:v>6.0</c:v>
                </c:pt>
                <c:pt idx="8502">
                  <c:v>6.0</c:v>
                </c:pt>
                <c:pt idx="8503">
                  <c:v>6.0</c:v>
                </c:pt>
                <c:pt idx="8504">
                  <c:v>6.0</c:v>
                </c:pt>
                <c:pt idx="8505">
                  <c:v>6.0</c:v>
                </c:pt>
                <c:pt idx="8506">
                  <c:v>6.0</c:v>
                </c:pt>
                <c:pt idx="8507">
                  <c:v>6.0</c:v>
                </c:pt>
                <c:pt idx="8508">
                  <c:v>6.0</c:v>
                </c:pt>
                <c:pt idx="8509">
                  <c:v>6.0</c:v>
                </c:pt>
                <c:pt idx="8510">
                  <c:v>6.0</c:v>
                </c:pt>
                <c:pt idx="8511">
                  <c:v>6.0</c:v>
                </c:pt>
                <c:pt idx="8512">
                  <c:v>6.0</c:v>
                </c:pt>
                <c:pt idx="8513">
                  <c:v>6.0</c:v>
                </c:pt>
                <c:pt idx="8514">
                  <c:v>6.0</c:v>
                </c:pt>
                <c:pt idx="8515">
                  <c:v>6.0</c:v>
                </c:pt>
                <c:pt idx="8516">
                  <c:v>6.0</c:v>
                </c:pt>
                <c:pt idx="8517">
                  <c:v>6.0</c:v>
                </c:pt>
                <c:pt idx="8518">
                  <c:v>6.0</c:v>
                </c:pt>
                <c:pt idx="8519">
                  <c:v>6.0</c:v>
                </c:pt>
                <c:pt idx="8520">
                  <c:v>6.0</c:v>
                </c:pt>
                <c:pt idx="8521">
                  <c:v>6.0</c:v>
                </c:pt>
                <c:pt idx="8522">
                  <c:v>6.0</c:v>
                </c:pt>
                <c:pt idx="8523">
                  <c:v>6.0</c:v>
                </c:pt>
                <c:pt idx="8524">
                  <c:v>6.0</c:v>
                </c:pt>
                <c:pt idx="8525">
                  <c:v>6.0</c:v>
                </c:pt>
                <c:pt idx="8526">
                  <c:v>6.0</c:v>
                </c:pt>
                <c:pt idx="8527">
                  <c:v>6.0</c:v>
                </c:pt>
                <c:pt idx="8528">
                  <c:v>6.0</c:v>
                </c:pt>
                <c:pt idx="8529">
                  <c:v>6.0</c:v>
                </c:pt>
                <c:pt idx="8530">
                  <c:v>6.0</c:v>
                </c:pt>
                <c:pt idx="8531">
                  <c:v>6.0</c:v>
                </c:pt>
                <c:pt idx="8532">
                  <c:v>6.0</c:v>
                </c:pt>
                <c:pt idx="8533">
                  <c:v>6.0</c:v>
                </c:pt>
                <c:pt idx="8534">
                  <c:v>6.0</c:v>
                </c:pt>
                <c:pt idx="8535">
                  <c:v>6.0</c:v>
                </c:pt>
                <c:pt idx="8536">
                  <c:v>6.0</c:v>
                </c:pt>
                <c:pt idx="8537">
                  <c:v>6.0</c:v>
                </c:pt>
                <c:pt idx="8538">
                  <c:v>6.0</c:v>
                </c:pt>
                <c:pt idx="8539">
                  <c:v>6.0</c:v>
                </c:pt>
                <c:pt idx="8540">
                  <c:v>6.0</c:v>
                </c:pt>
                <c:pt idx="8541">
                  <c:v>6.0</c:v>
                </c:pt>
                <c:pt idx="8542">
                  <c:v>6.0</c:v>
                </c:pt>
                <c:pt idx="8543">
                  <c:v>6.0</c:v>
                </c:pt>
                <c:pt idx="8544">
                  <c:v>6.0</c:v>
                </c:pt>
                <c:pt idx="8545">
                  <c:v>6.0</c:v>
                </c:pt>
                <c:pt idx="8546">
                  <c:v>6.0</c:v>
                </c:pt>
                <c:pt idx="8547">
                  <c:v>6.0</c:v>
                </c:pt>
                <c:pt idx="8548">
                  <c:v>6.0</c:v>
                </c:pt>
                <c:pt idx="8549">
                  <c:v>6.0</c:v>
                </c:pt>
                <c:pt idx="8550">
                  <c:v>6.0</c:v>
                </c:pt>
                <c:pt idx="8551">
                  <c:v>6.0</c:v>
                </c:pt>
                <c:pt idx="8552">
                  <c:v>6.0</c:v>
                </c:pt>
                <c:pt idx="8553">
                  <c:v>6.0</c:v>
                </c:pt>
                <c:pt idx="8554">
                  <c:v>6.0</c:v>
                </c:pt>
                <c:pt idx="8555">
                  <c:v>6.0</c:v>
                </c:pt>
                <c:pt idx="8556">
                  <c:v>6.0</c:v>
                </c:pt>
                <c:pt idx="8557">
                  <c:v>6.0</c:v>
                </c:pt>
                <c:pt idx="8558">
                  <c:v>6.0</c:v>
                </c:pt>
                <c:pt idx="8559">
                  <c:v>6.0</c:v>
                </c:pt>
                <c:pt idx="8560">
                  <c:v>6.0</c:v>
                </c:pt>
                <c:pt idx="8561">
                  <c:v>6.0</c:v>
                </c:pt>
                <c:pt idx="8562">
                  <c:v>6.0</c:v>
                </c:pt>
                <c:pt idx="8563">
                  <c:v>6.0</c:v>
                </c:pt>
                <c:pt idx="8564">
                  <c:v>6.0</c:v>
                </c:pt>
                <c:pt idx="8565">
                  <c:v>6.0</c:v>
                </c:pt>
                <c:pt idx="8566">
                  <c:v>6.0</c:v>
                </c:pt>
                <c:pt idx="8567">
                  <c:v>6.0</c:v>
                </c:pt>
                <c:pt idx="8568">
                  <c:v>6.0</c:v>
                </c:pt>
                <c:pt idx="8569">
                  <c:v>6.0</c:v>
                </c:pt>
                <c:pt idx="8570">
                  <c:v>6.0</c:v>
                </c:pt>
                <c:pt idx="8571">
                  <c:v>6.0</c:v>
                </c:pt>
                <c:pt idx="8572">
                  <c:v>6.0</c:v>
                </c:pt>
                <c:pt idx="8573">
                  <c:v>6.0</c:v>
                </c:pt>
                <c:pt idx="8574">
                  <c:v>6.0</c:v>
                </c:pt>
                <c:pt idx="8575">
                  <c:v>6.0</c:v>
                </c:pt>
                <c:pt idx="8576">
                  <c:v>6.0</c:v>
                </c:pt>
                <c:pt idx="8577">
                  <c:v>6.0</c:v>
                </c:pt>
                <c:pt idx="8578">
                  <c:v>6.0</c:v>
                </c:pt>
                <c:pt idx="8579">
                  <c:v>6.0</c:v>
                </c:pt>
                <c:pt idx="8580">
                  <c:v>6.0</c:v>
                </c:pt>
                <c:pt idx="8581">
                  <c:v>6.0</c:v>
                </c:pt>
                <c:pt idx="8582">
                  <c:v>6.0</c:v>
                </c:pt>
                <c:pt idx="8583">
                  <c:v>6.0</c:v>
                </c:pt>
                <c:pt idx="8584">
                  <c:v>6.0</c:v>
                </c:pt>
                <c:pt idx="8585">
                  <c:v>6.0</c:v>
                </c:pt>
                <c:pt idx="8586">
                  <c:v>6.0</c:v>
                </c:pt>
                <c:pt idx="8587">
                  <c:v>6.0</c:v>
                </c:pt>
                <c:pt idx="8588">
                  <c:v>6.0</c:v>
                </c:pt>
                <c:pt idx="8589">
                  <c:v>6.0</c:v>
                </c:pt>
                <c:pt idx="8590">
                  <c:v>6.0</c:v>
                </c:pt>
                <c:pt idx="8591">
                  <c:v>6.0</c:v>
                </c:pt>
                <c:pt idx="8592">
                  <c:v>6.0</c:v>
                </c:pt>
                <c:pt idx="8593">
                  <c:v>6.0</c:v>
                </c:pt>
                <c:pt idx="8594">
                  <c:v>6.0</c:v>
                </c:pt>
                <c:pt idx="8595">
                  <c:v>6.0</c:v>
                </c:pt>
                <c:pt idx="8596">
                  <c:v>6.0</c:v>
                </c:pt>
                <c:pt idx="8597">
                  <c:v>6.0</c:v>
                </c:pt>
                <c:pt idx="8598">
                  <c:v>6.0</c:v>
                </c:pt>
                <c:pt idx="8599">
                  <c:v>6.0</c:v>
                </c:pt>
                <c:pt idx="8600">
                  <c:v>6.0</c:v>
                </c:pt>
                <c:pt idx="8601">
                  <c:v>6.0</c:v>
                </c:pt>
                <c:pt idx="8602">
                  <c:v>6.0</c:v>
                </c:pt>
                <c:pt idx="8603">
                  <c:v>6.0</c:v>
                </c:pt>
                <c:pt idx="8604">
                  <c:v>6.0</c:v>
                </c:pt>
                <c:pt idx="8605">
                  <c:v>6.0</c:v>
                </c:pt>
                <c:pt idx="8606">
                  <c:v>6.0</c:v>
                </c:pt>
                <c:pt idx="8607">
                  <c:v>6.0</c:v>
                </c:pt>
                <c:pt idx="8608">
                  <c:v>6.0</c:v>
                </c:pt>
                <c:pt idx="8609">
                  <c:v>6.0</c:v>
                </c:pt>
                <c:pt idx="8610">
                  <c:v>6.0</c:v>
                </c:pt>
                <c:pt idx="8611">
                  <c:v>6.0</c:v>
                </c:pt>
                <c:pt idx="8612">
                  <c:v>6.0</c:v>
                </c:pt>
                <c:pt idx="8613">
                  <c:v>6.0</c:v>
                </c:pt>
                <c:pt idx="8614">
                  <c:v>6.0</c:v>
                </c:pt>
                <c:pt idx="8615">
                  <c:v>6.0</c:v>
                </c:pt>
                <c:pt idx="8616">
                  <c:v>6.0</c:v>
                </c:pt>
                <c:pt idx="8617">
                  <c:v>6.0</c:v>
                </c:pt>
                <c:pt idx="8618">
                  <c:v>6.0</c:v>
                </c:pt>
                <c:pt idx="8619">
                  <c:v>6.0</c:v>
                </c:pt>
                <c:pt idx="8620">
                  <c:v>6.0</c:v>
                </c:pt>
                <c:pt idx="8621">
                  <c:v>6.0</c:v>
                </c:pt>
                <c:pt idx="8622">
                  <c:v>6.0</c:v>
                </c:pt>
                <c:pt idx="8623">
                  <c:v>6.0</c:v>
                </c:pt>
                <c:pt idx="8624">
                  <c:v>6.0</c:v>
                </c:pt>
                <c:pt idx="8625">
                  <c:v>6.0</c:v>
                </c:pt>
                <c:pt idx="8626">
                  <c:v>6.0</c:v>
                </c:pt>
                <c:pt idx="8627">
                  <c:v>6.0</c:v>
                </c:pt>
                <c:pt idx="8628">
                  <c:v>6.0</c:v>
                </c:pt>
                <c:pt idx="8629">
                  <c:v>6.0</c:v>
                </c:pt>
                <c:pt idx="8630">
                  <c:v>6.0</c:v>
                </c:pt>
                <c:pt idx="8631">
                  <c:v>6.0</c:v>
                </c:pt>
                <c:pt idx="8632">
                  <c:v>6.0</c:v>
                </c:pt>
                <c:pt idx="8633">
                  <c:v>6.0</c:v>
                </c:pt>
                <c:pt idx="8634">
                  <c:v>6.0</c:v>
                </c:pt>
                <c:pt idx="8635">
                  <c:v>6.0</c:v>
                </c:pt>
                <c:pt idx="8636">
                  <c:v>6.0</c:v>
                </c:pt>
                <c:pt idx="8637">
                  <c:v>6.0</c:v>
                </c:pt>
                <c:pt idx="8638">
                  <c:v>6.0</c:v>
                </c:pt>
                <c:pt idx="8639">
                  <c:v>6.0</c:v>
                </c:pt>
                <c:pt idx="8640">
                  <c:v>6.0</c:v>
                </c:pt>
                <c:pt idx="8641">
                  <c:v>6.0</c:v>
                </c:pt>
                <c:pt idx="8642">
                  <c:v>6.0</c:v>
                </c:pt>
                <c:pt idx="8643">
                  <c:v>6.0</c:v>
                </c:pt>
                <c:pt idx="8644">
                  <c:v>6.0</c:v>
                </c:pt>
                <c:pt idx="8645">
                  <c:v>6.0</c:v>
                </c:pt>
                <c:pt idx="8646">
                  <c:v>6.0</c:v>
                </c:pt>
                <c:pt idx="8647">
                  <c:v>6.0</c:v>
                </c:pt>
                <c:pt idx="8648">
                  <c:v>6.0</c:v>
                </c:pt>
                <c:pt idx="8649">
                  <c:v>6.0</c:v>
                </c:pt>
                <c:pt idx="8650">
                  <c:v>6.0</c:v>
                </c:pt>
                <c:pt idx="8651">
                  <c:v>6.0</c:v>
                </c:pt>
                <c:pt idx="8652">
                  <c:v>6.0</c:v>
                </c:pt>
                <c:pt idx="8653">
                  <c:v>6.0</c:v>
                </c:pt>
                <c:pt idx="8654">
                  <c:v>6.0</c:v>
                </c:pt>
                <c:pt idx="8655">
                  <c:v>6.0</c:v>
                </c:pt>
                <c:pt idx="8656">
                  <c:v>6.0</c:v>
                </c:pt>
                <c:pt idx="8657">
                  <c:v>6.0</c:v>
                </c:pt>
                <c:pt idx="8658">
                  <c:v>6.0</c:v>
                </c:pt>
                <c:pt idx="8659">
                  <c:v>6.0</c:v>
                </c:pt>
                <c:pt idx="8660">
                  <c:v>6.0</c:v>
                </c:pt>
                <c:pt idx="8661">
                  <c:v>6.0</c:v>
                </c:pt>
                <c:pt idx="8662">
                  <c:v>6.0</c:v>
                </c:pt>
                <c:pt idx="8663">
                  <c:v>6.0</c:v>
                </c:pt>
                <c:pt idx="8664">
                  <c:v>6.0</c:v>
                </c:pt>
                <c:pt idx="8665">
                  <c:v>6.0</c:v>
                </c:pt>
                <c:pt idx="8666">
                  <c:v>6.0</c:v>
                </c:pt>
                <c:pt idx="8667">
                  <c:v>6.0</c:v>
                </c:pt>
                <c:pt idx="8668">
                  <c:v>6.0</c:v>
                </c:pt>
                <c:pt idx="8669">
                  <c:v>6.0</c:v>
                </c:pt>
                <c:pt idx="8670">
                  <c:v>6.0</c:v>
                </c:pt>
                <c:pt idx="8671">
                  <c:v>6.0</c:v>
                </c:pt>
                <c:pt idx="8672">
                  <c:v>6.0</c:v>
                </c:pt>
                <c:pt idx="8673">
                  <c:v>6.0</c:v>
                </c:pt>
                <c:pt idx="8674">
                  <c:v>6.0</c:v>
                </c:pt>
                <c:pt idx="8675">
                  <c:v>6.0</c:v>
                </c:pt>
                <c:pt idx="8676">
                  <c:v>6.0</c:v>
                </c:pt>
                <c:pt idx="8677">
                  <c:v>6.0</c:v>
                </c:pt>
                <c:pt idx="8678">
                  <c:v>6.0</c:v>
                </c:pt>
                <c:pt idx="8679">
                  <c:v>6.0</c:v>
                </c:pt>
                <c:pt idx="8680">
                  <c:v>6.0</c:v>
                </c:pt>
                <c:pt idx="8681">
                  <c:v>6.0</c:v>
                </c:pt>
                <c:pt idx="8682">
                  <c:v>6.0</c:v>
                </c:pt>
                <c:pt idx="8683">
                  <c:v>6.0</c:v>
                </c:pt>
                <c:pt idx="8684">
                  <c:v>6.0</c:v>
                </c:pt>
                <c:pt idx="8685">
                  <c:v>6.0</c:v>
                </c:pt>
                <c:pt idx="8686">
                  <c:v>6.0</c:v>
                </c:pt>
                <c:pt idx="8687">
                  <c:v>6.0</c:v>
                </c:pt>
                <c:pt idx="8688">
                  <c:v>6.0</c:v>
                </c:pt>
                <c:pt idx="8689">
                  <c:v>6.0</c:v>
                </c:pt>
                <c:pt idx="8690">
                  <c:v>6.0</c:v>
                </c:pt>
                <c:pt idx="8691">
                  <c:v>6.0</c:v>
                </c:pt>
                <c:pt idx="8692">
                  <c:v>6.0</c:v>
                </c:pt>
                <c:pt idx="8693">
                  <c:v>6.0</c:v>
                </c:pt>
                <c:pt idx="8694">
                  <c:v>6.0</c:v>
                </c:pt>
                <c:pt idx="8695">
                  <c:v>6.0</c:v>
                </c:pt>
                <c:pt idx="8696">
                  <c:v>6.0</c:v>
                </c:pt>
                <c:pt idx="8697">
                  <c:v>6.0</c:v>
                </c:pt>
                <c:pt idx="8698">
                  <c:v>6.0</c:v>
                </c:pt>
                <c:pt idx="8699">
                  <c:v>6.0</c:v>
                </c:pt>
                <c:pt idx="8700">
                  <c:v>6.0</c:v>
                </c:pt>
                <c:pt idx="8701">
                  <c:v>6.0</c:v>
                </c:pt>
                <c:pt idx="8702">
                  <c:v>6.0</c:v>
                </c:pt>
                <c:pt idx="8703">
                  <c:v>6.0</c:v>
                </c:pt>
                <c:pt idx="8704">
                  <c:v>6.0</c:v>
                </c:pt>
                <c:pt idx="8705">
                  <c:v>6.0</c:v>
                </c:pt>
                <c:pt idx="8706">
                  <c:v>6.0</c:v>
                </c:pt>
                <c:pt idx="8707">
                  <c:v>6.0</c:v>
                </c:pt>
                <c:pt idx="8708">
                  <c:v>6.0</c:v>
                </c:pt>
                <c:pt idx="8709">
                  <c:v>6.0</c:v>
                </c:pt>
                <c:pt idx="8710">
                  <c:v>6.0</c:v>
                </c:pt>
                <c:pt idx="8711">
                  <c:v>6.0</c:v>
                </c:pt>
                <c:pt idx="8712">
                  <c:v>6.0</c:v>
                </c:pt>
                <c:pt idx="8713">
                  <c:v>6.0</c:v>
                </c:pt>
                <c:pt idx="8714">
                  <c:v>6.0</c:v>
                </c:pt>
                <c:pt idx="8715">
                  <c:v>6.0</c:v>
                </c:pt>
                <c:pt idx="8716">
                  <c:v>6.0</c:v>
                </c:pt>
                <c:pt idx="8717">
                  <c:v>6.0</c:v>
                </c:pt>
                <c:pt idx="8718">
                  <c:v>6.0</c:v>
                </c:pt>
                <c:pt idx="8719">
                  <c:v>6.0</c:v>
                </c:pt>
                <c:pt idx="8720">
                  <c:v>6.0</c:v>
                </c:pt>
                <c:pt idx="8721">
                  <c:v>6.0</c:v>
                </c:pt>
                <c:pt idx="8722">
                  <c:v>6.0</c:v>
                </c:pt>
                <c:pt idx="8723">
                  <c:v>6.0</c:v>
                </c:pt>
                <c:pt idx="8724">
                  <c:v>6.0</c:v>
                </c:pt>
                <c:pt idx="8725">
                  <c:v>6.0</c:v>
                </c:pt>
                <c:pt idx="8726">
                  <c:v>6.0</c:v>
                </c:pt>
                <c:pt idx="8727">
                  <c:v>6.0</c:v>
                </c:pt>
                <c:pt idx="8728">
                  <c:v>6.0</c:v>
                </c:pt>
                <c:pt idx="8729">
                  <c:v>6.0</c:v>
                </c:pt>
                <c:pt idx="8730">
                  <c:v>6.0</c:v>
                </c:pt>
                <c:pt idx="8731">
                  <c:v>6.0</c:v>
                </c:pt>
                <c:pt idx="8732">
                  <c:v>6.0</c:v>
                </c:pt>
                <c:pt idx="8733">
                  <c:v>6.0</c:v>
                </c:pt>
                <c:pt idx="8734">
                  <c:v>6.0</c:v>
                </c:pt>
                <c:pt idx="8735">
                  <c:v>6.0</c:v>
                </c:pt>
                <c:pt idx="8736">
                  <c:v>6.0</c:v>
                </c:pt>
                <c:pt idx="8737">
                  <c:v>6.0</c:v>
                </c:pt>
                <c:pt idx="8738">
                  <c:v>6.0</c:v>
                </c:pt>
                <c:pt idx="8739">
                  <c:v>6.0</c:v>
                </c:pt>
                <c:pt idx="8740">
                  <c:v>6.0</c:v>
                </c:pt>
                <c:pt idx="8741">
                  <c:v>6.0</c:v>
                </c:pt>
                <c:pt idx="8742">
                  <c:v>6.0</c:v>
                </c:pt>
                <c:pt idx="8743">
                  <c:v>6.0</c:v>
                </c:pt>
                <c:pt idx="8744">
                  <c:v>6.0</c:v>
                </c:pt>
                <c:pt idx="8745">
                  <c:v>6.0</c:v>
                </c:pt>
                <c:pt idx="8746">
                  <c:v>6.0</c:v>
                </c:pt>
                <c:pt idx="8747">
                  <c:v>6.0</c:v>
                </c:pt>
                <c:pt idx="8748">
                  <c:v>6.0</c:v>
                </c:pt>
                <c:pt idx="8749">
                  <c:v>6.0</c:v>
                </c:pt>
                <c:pt idx="8750">
                  <c:v>6.0</c:v>
                </c:pt>
                <c:pt idx="8751">
                  <c:v>6.0</c:v>
                </c:pt>
                <c:pt idx="8752">
                  <c:v>6.0</c:v>
                </c:pt>
                <c:pt idx="8753">
                  <c:v>6.0</c:v>
                </c:pt>
                <c:pt idx="8754">
                  <c:v>6.0</c:v>
                </c:pt>
                <c:pt idx="8755">
                  <c:v>6.0</c:v>
                </c:pt>
                <c:pt idx="8756">
                  <c:v>6.0</c:v>
                </c:pt>
                <c:pt idx="8757">
                  <c:v>6.0</c:v>
                </c:pt>
                <c:pt idx="8758">
                  <c:v>6.0</c:v>
                </c:pt>
                <c:pt idx="8759">
                  <c:v>6.0</c:v>
                </c:pt>
                <c:pt idx="8760">
                  <c:v>6.0</c:v>
                </c:pt>
                <c:pt idx="8761">
                  <c:v>6.0</c:v>
                </c:pt>
                <c:pt idx="8762">
                  <c:v>6.0</c:v>
                </c:pt>
                <c:pt idx="8763">
                  <c:v>6.0</c:v>
                </c:pt>
                <c:pt idx="8764">
                  <c:v>6.0</c:v>
                </c:pt>
                <c:pt idx="8765">
                  <c:v>6.0</c:v>
                </c:pt>
                <c:pt idx="8766">
                  <c:v>6.0</c:v>
                </c:pt>
                <c:pt idx="8767">
                  <c:v>6.0</c:v>
                </c:pt>
                <c:pt idx="8768">
                  <c:v>6.0</c:v>
                </c:pt>
                <c:pt idx="8769">
                  <c:v>6.0</c:v>
                </c:pt>
                <c:pt idx="8770">
                  <c:v>6.0</c:v>
                </c:pt>
                <c:pt idx="8771">
                  <c:v>6.0</c:v>
                </c:pt>
                <c:pt idx="8772">
                  <c:v>6.0</c:v>
                </c:pt>
                <c:pt idx="8773">
                  <c:v>6.0</c:v>
                </c:pt>
                <c:pt idx="8774">
                  <c:v>6.0</c:v>
                </c:pt>
                <c:pt idx="8775">
                  <c:v>6.0</c:v>
                </c:pt>
                <c:pt idx="8776">
                  <c:v>6.0</c:v>
                </c:pt>
                <c:pt idx="8777">
                  <c:v>6.0</c:v>
                </c:pt>
                <c:pt idx="8778">
                  <c:v>6.0</c:v>
                </c:pt>
                <c:pt idx="8779">
                  <c:v>6.0</c:v>
                </c:pt>
                <c:pt idx="8780">
                  <c:v>6.0</c:v>
                </c:pt>
                <c:pt idx="8781">
                  <c:v>6.0</c:v>
                </c:pt>
                <c:pt idx="8782">
                  <c:v>6.0</c:v>
                </c:pt>
                <c:pt idx="8783">
                  <c:v>6.0</c:v>
                </c:pt>
                <c:pt idx="8784">
                  <c:v>6.0</c:v>
                </c:pt>
                <c:pt idx="8785">
                  <c:v>6.0</c:v>
                </c:pt>
                <c:pt idx="8786">
                  <c:v>6.0</c:v>
                </c:pt>
                <c:pt idx="8787">
                  <c:v>6.0</c:v>
                </c:pt>
                <c:pt idx="8788">
                  <c:v>6.0</c:v>
                </c:pt>
                <c:pt idx="8789">
                  <c:v>6.0</c:v>
                </c:pt>
                <c:pt idx="8790">
                  <c:v>6.0</c:v>
                </c:pt>
                <c:pt idx="8791">
                  <c:v>6.0</c:v>
                </c:pt>
                <c:pt idx="8792">
                  <c:v>6.0</c:v>
                </c:pt>
                <c:pt idx="8793">
                  <c:v>6.0</c:v>
                </c:pt>
                <c:pt idx="8794">
                  <c:v>6.0</c:v>
                </c:pt>
                <c:pt idx="8795">
                  <c:v>6.0</c:v>
                </c:pt>
                <c:pt idx="8796">
                  <c:v>6.0</c:v>
                </c:pt>
                <c:pt idx="8797">
                  <c:v>6.0</c:v>
                </c:pt>
                <c:pt idx="8798">
                  <c:v>6.0</c:v>
                </c:pt>
                <c:pt idx="8799">
                  <c:v>6.0</c:v>
                </c:pt>
                <c:pt idx="8800">
                  <c:v>6.0</c:v>
                </c:pt>
                <c:pt idx="8801">
                  <c:v>6.0</c:v>
                </c:pt>
                <c:pt idx="8802">
                  <c:v>6.0</c:v>
                </c:pt>
                <c:pt idx="8803">
                  <c:v>6.0</c:v>
                </c:pt>
                <c:pt idx="8804">
                  <c:v>6.0</c:v>
                </c:pt>
                <c:pt idx="8805">
                  <c:v>6.0</c:v>
                </c:pt>
                <c:pt idx="8806">
                  <c:v>6.0</c:v>
                </c:pt>
                <c:pt idx="8807">
                  <c:v>6.0</c:v>
                </c:pt>
                <c:pt idx="8808">
                  <c:v>6.0</c:v>
                </c:pt>
                <c:pt idx="8809">
                  <c:v>6.0</c:v>
                </c:pt>
                <c:pt idx="8810">
                  <c:v>6.0</c:v>
                </c:pt>
                <c:pt idx="8811">
                  <c:v>6.0</c:v>
                </c:pt>
                <c:pt idx="8812">
                  <c:v>6.0</c:v>
                </c:pt>
                <c:pt idx="8813">
                  <c:v>6.0</c:v>
                </c:pt>
                <c:pt idx="8814">
                  <c:v>6.0</c:v>
                </c:pt>
                <c:pt idx="8815">
                  <c:v>6.0</c:v>
                </c:pt>
                <c:pt idx="8816">
                  <c:v>6.0</c:v>
                </c:pt>
                <c:pt idx="8817">
                  <c:v>6.0</c:v>
                </c:pt>
                <c:pt idx="8818">
                  <c:v>6.0</c:v>
                </c:pt>
                <c:pt idx="8819">
                  <c:v>6.0</c:v>
                </c:pt>
                <c:pt idx="8820">
                  <c:v>6.0</c:v>
                </c:pt>
                <c:pt idx="8821">
                  <c:v>6.0</c:v>
                </c:pt>
                <c:pt idx="8822">
                  <c:v>6.0</c:v>
                </c:pt>
                <c:pt idx="8823">
                  <c:v>6.0</c:v>
                </c:pt>
                <c:pt idx="8824">
                  <c:v>6.0</c:v>
                </c:pt>
                <c:pt idx="8825">
                  <c:v>6.0</c:v>
                </c:pt>
                <c:pt idx="8826">
                  <c:v>6.0</c:v>
                </c:pt>
                <c:pt idx="8827">
                  <c:v>6.0</c:v>
                </c:pt>
                <c:pt idx="8828">
                  <c:v>6.0</c:v>
                </c:pt>
                <c:pt idx="8829">
                  <c:v>6.0</c:v>
                </c:pt>
                <c:pt idx="8830">
                  <c:v>6.0</c:v>
                </c:pt>
                <c:pt idx="8831">
                  <c:v>6.0</c:v>
                </c:pt>
                <c:pt idx="8832">
                  <c:v>6.0</c:v>
                </c:pt>
                <c:pt idx="8833">
                  <c:v>6.0</c:v>
                </c:pt>
                <c:pt idx="8834">
                  <c:v>6.0</c:v>
                </c:pt>
                <c:pt idx="8835">
                  <c:v>6.0</c:v>
                </c:pt>
                <c:pt idx="8836">
                  <c:v>6.0</c:v>
                </c:pt>
                <c:pt idx="8837">
                  <c:v>6.0</c:v>
                </c:pt>
                <c:pt idx="8838">
                  <c:v>6.0</c:v>
                </c:pt>
                <c:pt idx="8839">
                  <c:v>6.0</c:v>
                </c:pt>
                <c:pt idx="8840">
                  <c:v>6.0</c:v>
                </c:pt>
                <c:pt idx="8841">
                  <c:v>6.0</c:v>
                </c:pt>
                <c:pt idx="8842">
                  <c:v>6.0</c:v>
                </c:pt>
                <c:pt idx="8843">
                  <c:v>6.0</c:v>
                </c:pt>
                <c:pt idx="8844">
                  <c:v>6.0</c:v>
                </c:pt>
                <c:pt idx="8845">
                  <c:v>6.0</c:v>
                </c:pt>
                <c:pt idx="8846">
                  <c:v>6.0</c:v>
                </c:pt>
                <c:pt idx="8847">
                  <c:v>6.0</c:v>
                </c:pt>
                <c:pt idx="8848">
                  <c:v>6.0</c:v>
                </c:pt>
                <c:pt idx="8849">
                  <c:v>6.0</c:v>
                </c:pt>
                <c:pt idx="8850">
                  <c:v>6.0</c:v>
                </c:pt>
                <c:pt idx="8851">
                  <c:v>6.0</c:v>
                </c:pt>
                <c:pt idx="8852">
                  <c:v>6.0</c:v>
                </c:pt>
                <c:pt idx="8853">
                  <c:v>6.0</c:v>
                </c:pt>
                <c:pt idx="8854">
                  <c:v>6.0</c:v>
                </c:pt>
                <c:pt idx="8855">
                  <c:v>6.0</c:v>
                </c:pt>
                <c:pt idx="8856">
                  <c:v>6.0</c:v>
                </c:pt>
                <c:pt idx="8857">
                  <c:v>6.0</c:v>
                </c:pt>
                <c:pt idx="8858">
                  <c:v>6.0</c:v>
                </c:pt>
                <c:pt idx="8859">
                  <c:v>6.0</c:v>
                </c:pt>
                <c:pt idx="8860">
                  <c:v>6.0</c:v>
                </c:pt>
                <c:pt idx="8861">
                  <c:v>6.0</c:v>
                </c:pt>
                <c:pt idx="8862">
                  <c:v>6.0</c:v>
                </c:pt>
                <c:pt idx="8863">
                  <c:v>6.0</c:v>
                </c:pt>
                <c:pt idx="8864">
                  <c:v>6.0</c:v>
                </c:pt>
                <c:pt idx="8865">
                  <c:v>6.0</c:v>
                </c:pt>
                <c:pt idx="8866">
                  <c:v>6.0</c:v>
                </c:pt>
                <c:pt idx="8867">
                  <c:v>6.0</c:v>
                </c:pt>
                <c:pt idx="8868">
                  <c:v>6.0</c:v>
                </c:pt>
                <c:pt idx="8869">
                  <c:v>6.0</c:v>
                </c:pt>
                <c:pt idx="8870">
                  <c:v>6.0</c:v>
                </c:pt>
                <c:pt idx="8871">
                  <c:v>6.0</c:v>
                </c:pt>
                <c:pt idx="8872">
                  <c:v>6.0</c:v>
                </c:pt>
                <c:pt idx="8873">
                  <c:v>6.0</c:v>
                </c:pt>
                <c:pt idx="8874">
                  <c:v>6.0</c:v>
                </c:pt>
                <c:pt idx="8875">
                  <c:v>6.0</c:v>
                </c:pt>
                <c:pt idx="8876">
                  <c:v>6.0</c:v>
                </c:pt>
                <c:pt idx="8877">
                  <c:v>6.0</c:v>
                </c:pt>
                <c:pt idx="8878">
                  <c:v>6.0</c:v>
                </c:pt>
                <c:pt idx="8879">
                  <c:v>6.0</c:v>
                </c:pt>
                <c:pt idx="8880">
                  <c:v>6.0</c:v>
                </c:pt>
                <c:pt idx="8881">
                  <c:v>6.0</c:v>
                </c:pt>
                <c:pt idx="8882">
                  <c:v>6.0</c:v>
                </c:pt>
                <c:pt idx="8883">
                  <c:v>6.0</c:v>
                </c:pt>
                <c:pt idx="8884">
                  <c:v>6.0</c:v>
                </c:pt>
                <c:pt idx="8885">
                  <c:v>6.0</c:v>
                </c:pt>
                <c:pt idx="8886">
                  <c:v>6.0</c:v>
                </c:pt>
                <c:pt idx="8887">
                  <c:v>6.0</c:v>
                </c:pt>
                <c:pt idx="8888">
                  <c:v>6.0</c:v>
                </c:pt>
                <c:pt idx="8889">
                  <c:v>6.0</c:v>
                </c:pt>
                <c:pt idx="8890">
                  <c:v>6.0</c:v>
                </c:pt>
                <c:pt idx="8891">
                  <c:v>6.0</c:v>
                </c:pt>
                <c:pt idx="8892">
                  <c:v>6.0</c:v>
                </c:pt>
                <c:pt idx="8893">
                  <c:v>6.0</c:v>
                </c:pt>
                <c:pt idx="8894">
                  <c:v>6.0</c:v>
                </c:pt>
                <c:pt idx="8895">
                  <c:v>6.0</c:v>
                </c:pt>
                <c:pt idx="8896">
                  <c:v>6.0</c:v>
                </c:pt>
                <c:pt idx="8897">
                  <c:v>6.0</c:v>
                </c:pt>
                <c:pt idx="8898">
                  <c:v>6.0</c:v>
                </c:pt>
                <c:pt idx="8899">
                  <c:v>6.0</c:v>
                </c:pt>
                <c:pt idx="8900">
                  <c:v>6.0</c:v>
                </c:pt>
                <c:pt idx="8901">
                  <c:v>6.0</c:v>
                </c:pt>
                <c:pt idx="8902">
                  <c:v>6.0</c:v>
                </c:pt>
                <c:pt idx="8903">
                  <c:v>6.0</c:v>
                </c:pt>
                <c:pt idx="8904">
                  <c:v>6.0</c:v>
                </c:pt>
                <c:pt idx="8905">
                  <c:v>6.0</c:v>
                </c:pt>
                <c:pt idx="8906">
                  <c:v>6.0</c:v>
                </c:pt>
                <c:pt idx="8907">
                  <c:v>6.0</c:v>
                </c:pt>
                <c:pt idx="8908">
                  <c:v>6.0</c:v>
                </c:pt>
                <c:pt idx="8909">
                  <c:v>6.0</c:v>
                </c:pt>
                <c:pt idx="8910">
                  <c:v>6.0</c:v>
                </c:pt>
                <c:pt idx="8911">
                  <c:v>6.0</c:v>
                </c:pt>
                <c:pt idx="8912">
                  <c:v>6.0</c:v>
                </c:pt>
                <c:pt idx="8913">
                  <c:v>6.0</c:v>
                </c:pt>
                <c:pt idx="8914">
                  <c:v>6.0</c:v>
                </c:pt>
                <c:pt idx="8915">
                  <c:v>6.0</c:v>
                </c:pt>
                <c:pt idx="8916">
                  <c:v>6.0</c:v>
                </c:pt>
                <c:pt idx="8917">
                  <c:v>6.0</c:v>
                </c:pt>
                <c:pt idx="8918">
                  <c:v>6.0</c:v>
                </c:pt>
                <c:pt idx="8919">
                  <c:v>6.0</c:v>
                </c:pt>
                <c:pt idx="8920">
                  <c:v>6.0</c:v>
                </c:pt>
                <c:pt idx="8921">
                  <c:v>6.0</c:v>
                </c:pt>
                <c:pt idx="8922">
                  <c:v>6.0</c:v>
                </c:pt>
                <c:pt idx="8923">
                  <c:v>6.0</c:v>
                </c:pt>
                <c:pt idx="8924">
                  <c:v>6.0</c:v>
                </c:pt>
                <c:pt idx="8925">
                  <c:v>6.0</c:v>
                </c:pt>
                <c:pt idx="8926">
                  <c:v>6.0</c:v>
                </c:pt>
                <c:pt idx="8927">
                  <c:v>6.0</c:v>
                </c:pt>
                <c:pt idx="8928">
                  <c:v>6.0</c:v>
                </c:pt>
                <c:pt idx="8929">
                  <c:v>6.0</c:v>
                </c:pt>
                <c:pt idx="8930">
                  <c:v>6.0</c:v>
                </c:pt>
                <c:pt idx="8931">
                  <c:v>6.0</c:v>
                </c:pt>
                <c:pt idx="8932">
                  <c:v>6.0</c:v>
                </c:pt>
                <c:pt idx="8933">
                  <c:v>6.0</c:v>
                </c:pt>
                <c:pt idx="8934">
                  <c:v>6.0</c:v>
                </c:pt>
                <c:pt idx="8935">
                  <c:v>6.0</c:v>
                </c:pt>
                <c:pt idx="8936">
                  <c:v>6.0</c:v>
                </c:pt>
                <c:pt idx="8937">
                  <c:v>6.0</c:v>
                </c:pt>
                <c:pt idx="8938">
                  <c:v>6.0</c:v>
                </c:pt>
                <c:pt idx="8939">
                  <c:v>6.0</c:v>
                </c:pt>
                <c:pt idx="8940">
                  <c:v>6.0</c:v>
                </c:pt>
                <c:pt idx="8941">
                  <c:v>6.0</c:v>
                </c:pt>
                <c:pt idx="8942">
                  <c:v>6.0</c:v>
                </c:pt>
                <c:pt idx="8943">
                  <c:v>6.0</c:v>
                </c:pt>
                <c:pt idx="8944">
                  <c:v>6.0</c:v>
                </c:pt>
                <c:pt idx="8945">
                  <c:v>6.0</c:v>
                </c:pt>
                <c:pt idx="8946">
                  <c:v>6.0</c:v>
                </c:pt>
                <c:pt idx="8947">
                  <c:v>6.0</c:v>
                </c:pt>
                <c:pt idx="8948">
                  <c:v>6.0</c:v>
                </c:pt>
                <c:pt idx="8949">
                  <c:v>6.0</c:v>
                </c:pt>
                <c:pt idx="8950">
                  <c:v>6.0</c:v>
                </c:pt>
                <c:pt idx="8951">
                  <c:v>6.0</c:v>
                </c:pt>
                <c:pt idx="8952">
                  <c:v>6.0</c:v>
                </c:pt>
                <c:pt idx="8953">
                  <c:v>6.0</c:v>
                </c:pt>
                <c:pt idx="8954">
                  <c:v>6.0</c:v>
                </c:pt>
                <c:pt idx="8955">
                  <c:v>6.0</c:v>
                </c:pt>
                <c:pt idx="8956">
                  <c:v>6.0</c:v>
                </c:pt>
                <c:pt idx="8957">
                  <c:v>6.0</c:v>
                </c:pt>
                <c:pt idx="8958">
                  <c:v>6.0</c:v>
                </c:pt>
                <c:pt idx="8959">
                  <c:v>6.0</c:v>
                </c:pt>
                <c:pt idx="8960">
                  <c:v>6.0</c:v>
                </c:pt>
                <c:pt idx="8961">
                  <c:v>6.0</c:v>
                </c:pt>
                <c:pt idx="8962">
                  <c:v>6.0</c:v>
                </c:pt>
                <c:pt idx="8963">
                  <c:v>6.0</c:v>
                </c:pt>
                <c:pt idx="8964">
                  <c:v>6.0</c:v>
                </c:pt>
                <c:pt idx="8965">
                  <c:v>6.0</c:v>
                </c:pt>
                <c:pt idx="8966">
                  <c:v>6.0</c:v>
                </c:pt>
                <c:pt idx="8967">
                  <c:v>6.0</c:v>
                </c:pt>
                <c:pt idx="8968">
                  <c:v>6.0</c:v>
                </c:pt>
                <c:pt idx="8969">
                  <c:v>6.0</c:v>
                </c:pt>
                <c:pt idx="8970">
                  <c:v>6.0</c:v>
                </c:pt>
                <c:pt idx="8971">
                  <c:v>6.0</c:v>
                </c:pt>
                <c:pt idx="8972">
                  <c:v>6.0</c:v>
                </c:pt>
                <c:pt idx="8973">
                  <c:v>6.0</c:v>
                </c:pt>
                <c:pt idx="8974">
                  <c:v>6.0</c:v>
                </c:pt>
                <c:pt idx="8975">
                  <c:v>6.0</c:v>
                </c:pt>
                <c:pt idx="8976">
                  <c:v>6.0</c:v>
                </c:pt>
                <c:pt idx="8977">
                  <c:v>6.0</c:v>
                </c:pt>
                <c:pt idx="8978">
                  <c:v>6.0</c:v>
                </c:pt>
                <c:pt idx="8979">
                  <c:v>6.0</c:v>
                </c:pt>
                <c:pt idx="8980">
                  <c:v>6.0</c:v>
                </c:pt>
                <c:pt idx="8981">
                  <c:v>6.0</c:v>
                </c:pt>
                <c:pt idx="8982">
                  <c:v>6.0</c:v>
                </c:pt>
                <c:pt idx="8983">
                  <c:v>6.0</c:v>
                </c:pt>
                <c:pt idx="8984">
                  <c:v>6.0</c:v>
                </c:pt>
                <c:pt idx="8985">
                  <c:v>6.0</c:v>
                </c:pt>
                <c:pt idx="8986">
                  <c:v>6.0</c:v>
                </c:pt>
                <c:pt idx="8987">
                  <c:v>6.0</c:v>
                </c:pt>
                <c:pt idx="8988">
                  <c:v>6.0</c:v>
                </c:pt>
                <c:pt idx="8989">
                  <c:v>6.0</c:v>
                </c:pt>
                <c:pt idx="8990">
                  <c:v>6.0</c:v>
                </c:pt>
                <c:pt idx="8991">
                  <c:v>6.0</c:v>
                </c:pt>
                <c:pt idx="8992">
                  <c:v>6.0</c:v>
                </c:pt>
                <c:pt idx="8993">
                  <c:v>6.0</c:v>
                </c:pt>
                <c:pt idx="8994">
                  <c:v>6.0</c:v>
                </c:pt>
                <c:pt idx="8995">
                  <c:v>6.0</c:v>
                </c:pt>
                <c:pt idx="8996">
                  <c:v>6.0</c:v>
                </c:pt>
                <c:pt idx="8997">
                  <c:v>6.0</c:v>
                </c:pt>
                <c:pt idx="8998">
                  <c:v>6.0</c:v>
                </c:pt>
                <c:pt idx="8999">
                  <c:v>6.0</c:v>
                </c:pt>
                <c:pt idx="9000">
                  <c:v>6.0</c:v>
                </c:pt>
                <c:pt idx="9001">
                  <c:v>6.0</c:v>
                </c:pt>
                <c:pt idx="9002">
                  <c:v>6.0</c:v>
                </c:pt>
                <c:pt idx="9003">
                  <c:v>6.0</c:v>
                </c:pt>
                <c:pt idx="9004">
                  <c:v>6.0</c:v>
                </c:pt>
                <c:pt idx="9005">
                  <c:v>6.0</c:v>
                </c:pt>
                <c:pt idx="9006">
                  <c:v>6.0</c:v>
                </c:pt>
                <c:pt idx="9007">
                  <c:v>6.0</c:v>
                </c:pt>
                <c:pt idx="9008">
                  <c:v>6.0</c:v>
                </c:pt>
                <c:pt idx="9009">
                  <c:v>6.0</c:v>
                </c:pt>
                <c:pt idx="9010">
                  <c:v>6.0</c:v>
                </c:pt>
                <c:pt idx="9011">
                  <c:v>6.0</c:v>
                </c:pt>
                <c:pt idx="9012">
                  <c:v>6.0</c:v>
                </c:pt>
                <c:pt idx="9013">
                  <c:v>6.0</c:v>
                </c:pt>
                <c:pt idx="9014">
                  <c:v>6.0</c:v>
                </c:pt>
                <c:pt idx="9015">
                  <c:v>6.0</c:v>
                </c:pt>
                <c:pt idx="9016">
                  <c:v>6.0</c:v>
                </c:pt>
                <c:pt idx="9017">
                  <c:v>6.0</c:v>
                </c:pt>
                <c:pt idx="9018">
                  <c:v>6.0</c:v>
                </c:pt>
                <c:pt idx="9019">
                  <c:v>6.0</c:v>
                </c:pt>
                <c:pt idx="9020">
                  <c:v>6.0</c:v>
                </c:pt>
                <c:pt idx="9021">
                  <c:v>6.0</c:v>
                </c:pt>
                <c:pt idx="9022">
                  <c:v>6.0</c:v>
                </c:pt>
                <c:pt idx="9023">
                  <c:v>6.0</c:v>
                </c:pt>
                <c:pt idx="9024">
                  <c:v>6.0</c:v>
                </c:pt>
                <c:pt idx="9025">
                  <c:v>6.0</c:v>
                </c:pt>
                <c:pt idx="9026">
                  <c:v>6.0</c:v>
                </c:pt>
                <c:pt idx="9027">
                  <c:v>6.0</c:v>
                </c:pt>
                <c:pt idx="9028">
                  <c:v>6.0</c:v>
                </c:pt>
                <c:pt idx="9029">
                  <c:v>6.0</c:v>
                </c:pt>
                <c:pt idx="9030">
                  <c:v>6.0</c:v>
                </c:pt>
                <c:pt idx="9031">
                  <c:v>6.0</c:v>
                </c:pt>
                <c:pt idx="9032">
                  <c:v>6.0</c:v>
                </c:pt>
                <c:pt idx="9033">
                  <c:v>6.0</c:v>
                </c:pt>
                <c:pt idx="9034">
                  <c:v>6.0</c:v>
                </c:pt>
                <c:pt idx="9035">
                  <c:v>6.0</c:v>
                </c:pt>
                <c:pt idx="9036">
                  <c:v>6.0</c:v>
                </c:pt>
                <c:pt idx="9037">
                  <c:v>6.0</c:v>
                </c:pt>
                <c:pt idx="9038">
                  <c:v>6.0</c:v>
                </c:pt>
                <c:pt idx="9039">
                  <c:v>6.0</c:v>
                </c:pt>
                <c:pt idx="9040">
                  <c:v>6.0</c:v>
                </c:pt>
                <c:pt idx="9041">
                  <c:v>6.0</c:v>
                </c:pt>
                <c:pt idx="9042">
                  <c:v>6.0</c:v>
                </c:pt>
                <c:pt idx="9043">
                  <c:v>6.0</c:v>
                </c:pt>
                <c:pt idx="9044">
                  <c:v>6.0</c:v>
                </c:pt>
                <c:pt idx="9045">
                  <c:v>6.0</c:v>
                </c:pt>
                <c:pt idx="9046">
                  <c:v>6.0</c:v>
                </c:pt>
                <c:pt idx="9047">
                  <c:v>6.0</c:v>
                </c:pt>
                <c:pt idx="9048">
                  <c:v>6.0</c:v>
                </c:pt>
                <c:pt idx="9049">
                  <c:v>6.0</c:v>
                </c:pt>
                <c:pt idx="9050">
                  <c:v>6.0</c:v>
                </c:pt>
                <c:pt idx="9051">
                  <c:v>6.0</c:v>
                </c:pt>
                <c:pt idx="9052">
                  <c:v>6.0</c:v>
                </c:pt>
                <c:pt idx="9053">
                  <c:v>6.0</c:v>
                </c:pt>
                <c:pt idx="9054">
                  <c:v>6.0</c:v>
                </c:pt>
                <c:pt idx="9055">
                  <c:v>6.0</c:v>
                </c:pt>
                <c:pt idx="9056">
                  <c:v>6.0</c:v>
                </c:pt>
                <c:pt idx="9057">
                  <c:v>6.0</c:v>
                </c:pt>
                <c:pt idx="9058">
                  <c:v>6.0</c:v>
                </c:pt>
                <c:pt idx="9059">
                  <c:v>6.0</c:v>
                </c:pt>
                <c:pt idx="9060">
                  <c:v>6.0</c:v>
                </c:pt>
                <c:pt idx="9061">
                  <c:v>6.0</c:v>
                </c:pt>
                <c:pt idx="9062">
                  <c:v>6.0</c:v>
                </c:pt>
                <c:pt idx="9063">
                  <c:v>6.0</c:v>
                </c:pt>
                <c:pt idx="9064">
                  <c:v>6.0</c:v>
                </c:pt>
                <c:pt idx="9065">
                  <c:v>6.0</c:v>
                </c:pt>
                <c:pt idx="9066">
                  <c:v>6.0</c:v>
                </c:pt>
                <c:pt idx="9067">
                  <c:v>6.0</c:v>
                </c:pt>
                <c:pt idx="9068">
                  <c:v>6.0</c:v>
                </c:pt>
                <c:pt idx="9069">
                  <c:v>6.0</c:v>
                </c:pt>
                <c:pt idx="9070">
                  <c:v>6.0</c:v>
                </c:pt>
                <c:pt idx="9071">
                  <c:v>6.0</c:v>
                </c:pt>
                <c:pt idx="9072">
                  <c:v>6.0</c:v>
                </c:pt>
                <c:pt idx="9073">
                  <c:v>6.0</c:v>
                </c:pt>
                <c:pt idx="9074">
                  <c:v>6.0</c:v>
                </c:pt>
                <c:pt idx="9075">
                  <c:v>6.0</c:v>
                </c:pt>
                <c:pt idx="9076">
                  <c:v>6.0</c:v>
                </c:pt>
                <c:pt idx="9077">
                  <c:v>6.0</c:v>
                </c:pt>
                <c:pt idx="9078">
                  <c:v>6.0</c:v>
                </c:pt>
                <c:pt idx="9079">
                  <c:v>6.0</c:v>
                </c:pt>
                <c:pt idx="9080">
                  <c:v>6.0</c:v>
                </c:pt>
                <c:pt idx="9081">
                  <c:v>6.0</c:v>
                </c:pt>
                <c:pt idx="9082">
                  <c:v>6.0</c:v>
                </c:pt>
                <c:pt idx="9083">
                  <c:v>6.0</c:v>
                </c:pt>
                <c:pt idx="9084">
                  <c:v>6.0</c:v>
                </c:pt>
                <c:pt idx="9085">
                  <c:v>6.0</c:v>
                </c:pt>
                <c:pt idx="9086">
                  <c:v>6.0</c:v>
                </c:pt>
                <c:pt idx="9087">
                  <c:v>6.0</c:v>
                </c:pt>
                <c:pt idx="9088">
                  <c:v>6.0</c:v>
                </c:pt>
                <c:pt idx="9089">
                  <c:v>6.0</c:v>
                </c:pt>
                <c:pt idx="9090">
                  <c:v>6.0</c:v>
                </c:pt>
                <c:pt idx="9091">
                  <c:v>6.0</c:v>
                </c:pt>
                <c:pt idx="9092">
                  <c:v>6.0</c:v>
                </c:pt>
                <c:pt idx="9093">
                  <c:v>6.0</c:v>
                </c:pt>
                <c:pt idx="9094">
                  <c:v>6.0</c:v>
                </c:pt>
                <c:pt idx="9095">
                  <c:v>6.0</c:v>
                </c:pt>
                <c:pt idx="9096">
                  <c:v>6.0</c:v>
                </c:pt>
                <c:pt idx="9097">
                  <c:v>6.0</c:v>
                </c:pt>
                <c:pt idx="9098">
                  <c:v>6.0</c:v>
                </c:pt>
                <c:pt idx="9099">
                  <c:v>6.0</c:v>
                </c:pt>
                <c:pt idx="9100">
                  <c:v>6.0</c:v>
                </c:pt>
                <c:pt idx="9101">
                  <c:v>6.0</c:v>
                </c:pt>
                <c:pt idx="9102">
                  <c:v>6.0</c:v>
                </c:pt>
                <c:pt idx="9103">
                  <c:v>6.0</c:v>
                </c:pt>
                <c:pt idx="9104">
                  <c:v>6.0</c:v>
                </c:pt>
                <c:pt idx="9105">
                  <c:v>6.0</c:v>
                </c:pt>
                <c:pt idx="9106">
                  <c:v>6.0</c:v>
                </c:pt>
                <c:pt idx="9107">
                  <c:v>6.0</c:v>
                </c:pt>
                <c:pt idx="9108">
                  <c:v>6.0</c:v>
                </c:pt>
                <c:pt idx="9109">
                  <c:v>6.0</c:v>
                </c:pt>
                <c:pt idx="9110">
                  <c:v>6.0</c:v>
                </c:pt>
                <c:pt idx="9111">
                  <c:v>6.0</c:v>
                </c:pt>
                <c:pt idx="9112">
                  <c:v>6.0</c:v>
                </c:pt>
                <c:pt idx="9113">
                  <c:v>6.0</c:v>
                </c:pt>
                <c:pt idx="9114">
                  <c:v>6.0</c:v>
                </c:pt>
                <c:pt idx="9115">
                  <c:v>6.0</c:v>
                </c:pt>
                <c:pt idx="9116">
                  <c:v>6.0</c:v>
                </c:pt>
                <c:pt idx="9117">
                  <c:v>6.0</c:v>
                </c:pt>
                <c:pt idx="9118">
                  <c:v>6.0</c:v>
                </c:pt>
                <c:pt idx="9119">
                  <c:v>6.0</c:v>
                </c:pt>
                <c:pt idx="9120">
                  <c:v>6.0</c:v>
                </c:pt>
                <c:pt idx="9121">
                  <c:v>6.0</c:v>
                </c:pt>
                <c:pt idx="9122">
                  <c:v>6.0</c:v>
                </c:pt>
                <c:pt idx="9123">
                  <c:v>6.0</c:v>
                </c:pt>
                <c:pt idx="9124">
                  <c:v>6.0</c:v>
                </c:pt>
                <c:pt idx="9125">
                  <c:v>6.0</c:v>
                </c:pt>
                <c:pt idx="9126">
                  <c:v>6.0</c:v>
                </c:pt>
                <c:pt idx="9127">
                  <c:v>6.0</c:v>
                </c:pt>
                <c:pt idx="9128">
                  <c:v>6.0</c:v>
                </c:pt>
                <c:pt idx="9129">
                  <c:v>6.0</c:v>
                </c:pt>
                <c:pt idx="9130">
                  <c:v>6.0</c:v>
                </c:pt>
                <c:pt idx="9131">
                  <c:v>6.0</c:v>
                </c:pt>
                <c:pt idx="9132">
                  <c:v>6.0</c:v>
                </c:pt>
                <c:pt idx="9133">
                  <c:v>6.0</c:v>
                </c:pt>
                <c:pt idx="9134">
                  <c:v>6.0</c:v>
                </c:pt>
                <c:pt idx="9135">
                  <c:v>6.0</c:v>
                </c:pt>
                <c:pt idx="9136">
                  <c:v>6.0</c:v>
                </c:pt>
                <c:pt idx="9137">
                  <c:v>6.0</c:v>
                </c:pt>
                <c:pt idx="9138">
                  <c:v>6.0</c:v>
                </c:pt>
                <c:pt idx="9139">
                  <c:v>6.0</c:v>
                </c:pt>
                <c:pt idx="9140">
                  <c:v>6.0</c:v>
                </c:pt>
                <c:pt idx="9141">
                  <c:v>6.0</c:v>
                </c:pt>
                <c:pt idx="9142">
                  <c:v>6.0</c:v>
                </c:pt>
                <c:pt idx="9143">
                  <c:v>6.0</c:v>
                </c:pt>
                <c:pt idx="9144">
                  <c:v>6.0</c:v>
                </c:pt>
                <c:pt idx="9145">
                  <c:v>6.0</c:v>
                </c:pt>
                <c:pt idx="9146">
                  <c:v>6.0</c:v>
                </c:pt>
                <c:pt idx="9147">
                  <c:v>6.0</c:v>
                </c:pt>
                <c:pt idx="9148">
                  <c:v>6.0</c:v>
                </c:pt>
                <c:pt idx="9149">
                  <c:v>6.0</c:v>
                </c:pt>
                <c:pt idx="9150">
                  <c:v>6.0</c:v>
                </c:pt>
                <c:pt idx="9151">
                  <c:v>6.0</c:v>
                </c:pt>
                <c:pt idx="9152">
                  <c:v>6.0</c:v>
                </c:pt>
                <c:pt idx="9153">
                  <c:v>6.0</c:v>
                </c:pt>
                <c:pt idx="9154">
                  <c:v>6.0</c:v>
                </c:pt>
                <c:pt idx="9155">
                  <c:v>6.0</c:v>
                </c:pt>
                <c:pt idx="9156">
                  <c:v>6.0</c:v>
                </c:pt>
                <c:pt idx="9157">
                  <c:v>6.0</c:v>
                </c:pt>
                <c:pt idx="9158">
                  <c:v>6.0</c:v>
                </c:pt>
                <c:pt idx="9159">
                  <c:v>6.0</c:v>
                </c:pt>
                <c:pt idx="9160">
                  <c:v>6.0</c:v>
                </c:pt>
                <c:pt idx="9161">
                  <c:v>6.0</c:v>
                </c:pt>
                <c:pt idx="9162">
                  <c:v>6.0</c:v>
                </c:pt>
                <c:pt idx="9163">
                  <c:v>6.0</c:v>
                </c:pt>
                <c:pt idx="9164">
                  <c:v>6.0</c:v>
                </c:pt>
                <c:pt idx="9165">
                  <c:v>6.0</c:v>
                </c:pt>
                <c:pt idx="9166">
                  <c:v>6.0</c:v>
                </c:pt>
                <c:pt idx="9167">
                  <c:v>6.0</c:v>
                </c:pt>
                <c:pt idx="9168">
                  <c:v>6.0</c:v>
                </c:pt>
                <c:pt idx="9169">
                  <c:v>6.0</c:v>
                </c:pt>
                <c:pt idx="9170">
                  <c:v>6.0</c:v>
                </c:pt>
                <c:pt idx="9171">
                  <c:v>6.0</c:v>
                </c:pt>
                <c:pt idx="9172">
                  <c:v>6.0</c:v>
                </c:pt>
                <c:pt idx="9173">
                  <c:v>6.0</c:v>
                </c:pt>
                <c:pt idx="9174">
                  <c:v>6.0</c:v>
                </c:pt>
                <c:pt idx="9175">
                  <c:v>6.0</c:v>
                </c:pt>
                <c:pt idx="9176">
                  <c:v>6.0</c:v>
                </c:pt>
                <c:pt idx="9177">
                  <c:v>6.0</c:v>
                </c:pt>
                <c:pt idx="9178">
                  <c:v>6.0</c:v>
                </c:pt>
                <c:pt idx="9179">
                  <c:v>6.0</c:v>
                </c:pt>
                <c:pt idx="9180">
                  <c:v>6.0</c:v>
                </c:pt>
                <c:pt idx="9181">
                  <c:v>6.0</c:v>
                </c:pt>
                <c:pt idx="9182">
                  <c:v>6.0</c:v>
                </c:pt>
                <c:pt idx="9183">
                  <c:v>6.0</c:v>
                </c:pt>
                <c:pt idx="9184">
                  <c:v>6.0</c:v>
                </c:pt>
                <c:pt idx="9185">
                  <c:v>6.0</c:v>
                </c:pt>
                <c:pt idx="9186">
                  <c:v>6.0</c:v>
                </c:pt>
                <c:pt idx="9187">
                  <c:v>6.0</c:v>
                </c:pt>
                <c:pt idx="9188">
                  <c:v>6.0</c:v>
                </c:pt>
                <c:pt idx="9189">
                  <c:v>6.0</c:v>
                </c:pt>
                <c:pt idx="9190">
                  <c:v>6.0</c:v>
                </c:pt>
                <c:pt idx="9191">
                  <c:v>6.0</c:v>
                </c:pt>
                <c:pt idx="9192">
                  <c:v>6.0</c:v>
                </c:pt>
                <c:pt idx="9193">
                  <c:v>6.0</c:v>
                </c:pt>
                <c:pt idx="9194">
                  <c:v>6.0</c:v>
                </c:pt>
                <c:pt idx="9195">
                  <c:v>6.0</c:v>
                </c:pt>
                <c:pt idx="9196">
                  <c:v>6.0</c:v>
                </c:pt>
                <c:pt idx="9197">
                  <c:v>6.0</c:v>
                </c:pt>
                <c:pt idx="9198">
                  <c:v>6.0</c:v>
                </c:pt>
                <c:pt idx="9199">
                  <c:v>6.0</c:v>
                </c:pt>
                <c:pt idx="9200">
                  <c:v>6.0</c:v>
                </c:pt>
                <c:pt idx="9201">
                  <c:v>6.0</c:v>
                </c:pt>
                <c:pt idx="9202">
                  <c:v>6.0</c:v>
                </c:pt>
                <c:pt idx="9203">
                  <c:v>6.0</c:v>
                </c:pt>
                <c:pt idx="9204">
                  <c:v>6.0</c:v>
                </c:pt>
                <c:pt idx="9205">
                  <c:v>6.0</c:v>
                </c:pt>
                <c:pt idx="9206">
                  <c:v>6.0</c:v>
                </c:pt>
                <c:pt idx="9207">
                  <c:v>6.0</c:v>
                </c:pt>
                <c:pt idx="9208">
                  <c:v>6.0</c:v>
                </c:pt>
                <c:pt idx="9209">
                  <c:v>6.0</c:v>
                </c:pt>
                <c:pt idx="9210">
                  <c:v>6.0</c:v>
                </c:pt>
                <c:pt idx="9211">
                  <c:v>6.0</c:v>
                </c:pt>
                <c:pt idx="9212">
                  <c:v>6.0</c:v>
                </c:pt>
                <c:pt idx="9213">
                  <c:v>6.0</c:v>
                </c:pt>
                <c:pt idx="9214">
                  <c:v>6.0</c:v>
                </c:pt>
                <c:pt idx="9215">
                  <c:v>6.0</c:v>
                </c:pt>
                <c:pt idx="9216">
                  <c:v>6.0</c:v>
                </c:pt>
                <c:pt idx="9217">
                  <c:v>6.0</c:v>
                </c:pt>
                <c:pt idx="9218">
                  <c:v>6.0</c:v>
                </c:pt>
                <c:pt idx="9219">
                  <c:v>6.0</c:v>
                </c:pt>
                <c:pt idx="9220">
                  <c:v>6.0</c:v>
                </c:pt>
                <c:pt idx="9221">
                  <c:v>6.0</c:v>
                </c:pt>
                <c:pt idx="9222">
                  <c:v>6.0</c:v>
                </c:pt>
                <c:pt idx="9223">
                  <c:v>6.0</c:v>
                </c:pt>
                <c:pt idx="9224">
                  <c:v>6.0</c:v>
                </c:pt>
                <c:pt idx="9225">
                  <c:v>6.0</c:v>
                </c:pt>
                <c:pt idx="9226">
                  <c:v>6.0</c:v>
                </c:pt>
                <c:pt idx="9227">
                  <c:v>6.0</c:v>
                </c:pt>
                <c:pt idx="9228">
                  <c:v>6.0</c:v>
                </c:pt>
                <c:pt idx="9229">
                  <c:v>6.0</c:v>
                </c:pt>
                <c:pt idx="9230">
                  <c:v>6.0</c:v>
                </c:pt>
                <c:pt idx="9231">
                  <c:v>6.0</c:v>
                </c:pt>
                <c:pt idx="9232">
                  <c:v>6.0</c:v>
                </c:pt>
                <c:pt idx="9233">
                  <c:v>6.0</c:v>
                </c:pt>
                <c:pt idx="9234">
                  <c:v>6.0</c:v>
                </c:pt>
                <c:pt idx="9235">
                  <c:v>6.0</c:v>
                </c:pt>
                <c:pt idx="9236">
                  <c:v>6.0</c:v>
                </c:pt>
                <c:pt idx="9237">
                  <c:v>6.0</c:v>
                </c:pt>
                <c:pt idx="9238">
                  <c:v>6.0</c:v>
                </c:pt>
                <c:pt idx="9239">
                  <c:v>6.0</c:v>
                </c:pt>
                <c:pt idx="9240">
                  <c:v>6.0</c:v>
                </c:pt>
                <c:pt idx="9241">
                  <c:v>6.0</c:v>
                </c:pt>
                <c:pt idx="9242">
                  <c:v>6.0</c:v>
                </c:pt>
                <c:pt idx="9243">
                  <c:v>6.0</c:v>
                </c:pt>
                <c:pt idx="9244">
                  <c:v>6.0</c:v>
                </c:pt>
                <c:pt idx="9245">
                  <c:v>6.0</c:v>
                </c:pt>
                <c:pt idx="9246">
                  <c:v>6.0</c:v>
                </c:pt>
                <c:pt idx="9247">
                  <c:v>6.0</c:v>
                </c:pt>
                <c:pt idx="9248">
                  <c:v>6.0</c:v>
                </c:pt>
                <c:pt idx="9249">
                  <c:v>6.0</c:v>
                </c:pt>
                <c:pt idx="9250">
                  <c:v>6.0</c:v>
                </c:pt>
                <c:pt idx="9251">
                  <c:v>6.0</c:v>
                </c:pt>
                <c:pt idx="9252">
                  <c:v>6.0</c:v>
                </c:pt>
                <c:pt idx="9253">
                  <c:v>6.0</c:v>
                </c:pt>
                <c:pt idx="9254">
                  <c:v>6.0</c:v>
                </c:pt>
                <c:pt idx="9255">
                  <c:v>6.0</c:v>
                </c:pt>
                <c:pt idx="9256">
                  <c:v>6.0</c:v>
                </c:pt>
                <c:pt idx="9257">
                  <c:v>6.0</c:v>
                </c:pt>
                <c:pt idx="9258">
                  <c:v>6.0</c:v>
                </c:pt>
                <c:pt idx="9259">
                  <c:v>6.0</c:v>
                </c:pt>
                <c:pt idx="9260">
                  <c:v>6.0</c:v>
                </c:pt>
                <c:pt idx="9261">
                  <c:v>6.0</c:v>
                </c:pt>
                <c:pt idx="9262">
                  <c:v>6.0</c:v>
                </c:pt>
                <c:pt idx="9263">
                  <c:v>6.0</c:v>
                </c:pt>
                <c:pt idx="9264">
                  <c:v>6.0</c:v>
                </c:pt>
                <c:pt idx="9265">
                  <c:v>6.0</c:v>
                </c:pt>
                <c:pt idx="9266">
                  <c:v>6.0</c:v>
                </c:pt>
                <c:pt idx="9267">
                  <c:v>6.0</c:v>
                </c:pt>
                <c:pt idx="9268">
                  <c:v>6.0</c:v>
                </c:pt>
                <c:pt idx="9269">
                  <c:v>6.0</c:v>
                </c:pt>
                <c:pt idx="9270">
                  <c:v>6.0</c:v>
                </c:pt>
                <c:pt idx="9271">
                  <c:v>6.0</c:v>
                </c:pt>
                <c:pt idx="9272">
                  <c:v>6.0</c:v>
                </c:pt>
                <c:pt idx="9273">
                  <c:v>6.0</c:v>
                </c:pt>
                <c:pt idx="9274">
                  <c:v>6.0</c:v>
                </c:pt>
                <c:pt idx="9275">
                  <c:v>6.0</c:v>
                </c:pt>
                <c:pt idx="9276">
                  <c:v>6.0</c:v>
                </c:pt>
                <c:pt idx="9277">
                  <c:v>6.0</c:v>
                </c:pt>
                <c:pt idx="9278">
                  <c:v>6.0</c:v>
                </c:pt>
                <c:pt idx="9279">
                  <c:v>6.0</c:v>
                </c:pt>
                <c:pt idx="9280">
                  <c:v>6.0</c:v>
                </c:pt>
                <c:pt idx="9281">
                  <c:v>6.0</c:v>
                </c:pt>
                <c:pt idx="9282">
                  <c:v>6.0</c:v>
                </c:pt>
                <c:pt idx="9283">
                  <c:v>6.0</c:v>
                </c:pt>
                <c:pt idx="9284">
                  <c:v>6.0</c:v>
                </c:pt>
                <c:pt idx="9285">
                  <c:v>6.0</c:v>
                </c:pt>
                <c:pt idx="9286">
                  <c:v>6.0</c:v>
                </c:pt>
                <c:pt idx="9287">
                  <c:v>6.0</c:v>
                </c:pt>
                <c:pt idx="9288">
                  <c:v>6.0</c:v>
                </c:pt>
                <c:pt idx="9289">
                  <c:v>6.0</c:v>
                </c:pt>
                <c:pt idx="9290">
                  <c:v>6.0</c:v>
                </c:pt>
                <c:pt idx="9291">
                  <c:v>6.0</c:v>
                </c:pt>
                <c:pt idx="9292">
                  <c:v>6.0</c:v>
                </c:pt>
                <c:pt idx="9293">
                  <c:v>6.0</c:v>
                </c:pt>
                <c:pt idx="9294">
                  <c:v>6.0</c:v>
                </c:pt>
                <c:pt idx="9295">
                  <c:v>6.0</c:v>
                </c:pt>
                <c:pt idx="9296">
                  <c:v>6.0</c:v>
                </c:pt>
                <c:pt idx="9297">
                  <c:v>6.0</c:v>
                </c:pt>
                <c:pt idx="9298">
                  <c:v>6.0</c:v>
                </c:pt>
                <c:pt idx="9299">
                  <c:v>6.0</c:v>
                </c:pt>
                <c:pt idx="9300">
                  <c:v>6.0</c:v>
                </c:pt>
                <c:pt idx="9301">
                  <c:v>6.0</c:v>
                </c:pt>
                <c:pt idx="9302">
                  <c:v>6.0</c:v>
                </c:pt>
                <c:pt idx="9303">
                  <c:v>6.0</c:v>
                </c:pt>
                <c:pt idx="9304">
                  <c:v>6.0</c:v>
                </c:pt>
                <c:pt idx="9305">
                  <c:v>6.0</c:v>
                </c:pt>
                <c:pt idx="9306">
                  <c:v>6.0</c:v>
                </c:pt>
                <c:pt idx="9307">
                  <c:v>6.0</c:v>
                </c:pt>
                <c:pt idx="9308">
                  <c:v>6.0</c:v>
                </c:pt>
                <c:pt idx="9309">
                  <c:v>6.0</c:v>
                </c:pt>
                <c:pt idx="9310">
                  <c:v>6.0</c:v>
                </c:pt>
                <c:pt idx="9311">
                  <c:v>6.0</c:v>
                </c:pt>
                <c:pt idx="9312">
                  <c:v>6.0</c:v>
                </c:pt>
                <c:pt idx="9313">
                  <c:v>6.0</c:v>
                </c:pt>
                <c:pt idx="9314">
                  <c:v>6.0</c:v>
                </c:pt>
                <c:pt idx="9315">
                  <c:v>6.0</c:v>
                </c:pt>
                <c:pt idx="9316">
                  <c:v>6.0</c:v>
                </c:pt>
                <c:pt idx="9317">
                  <c:v>6.0</c:v>
                </c:pt>
                <c:pt idx="9318">
                  <c:v>6.0</c:v>
                </c:pt>
                <c:pt idx="9319">
                  <c:v>6.0</c:v>
                </c:pt>
                <c:pt idx="9320">
                  <c:v>6.0</c:v>
                </c:pt>
                <c:pt idx="9321">
                  <c:v>6.0</c:v>
                </c:pt>
                <c:pt idx="9322">
                  <c:v>6.0</c:v>
                </c:pt>
                <c:pt idx="9323">
                  <c:v>6.0</c:v>
                </c:pt>
                <c:pt idx="9324">
                  <c:v>6.0</c:v>
                </c:pt>
                <c:pt idx="9325">
                  <c:v>6.0</c:v>
                </c:pt>
                <c:pt idx="9326">
                  <c:v>6.0</c:v>
                </c:pt>
                <c:pt idx="9327">
                  <c:v>6.0</c:v>
                </c:pt>
                <c:pt idx="9328">
                  <c:v>6.0</c:v>
                </c:pt>
                <c:pt idx="9329">
                  <c:v>6.0</c:v>
                </c:pt>
                <c:pt idx="9330">
                  <c:v>6.0</c:v>
                </c:pt>
                <c:pt idx="9331">
                  <c:v>6.0</c:v>
                </c:pt>
                <c:pt idx="9332">
                  <c:v>6.0</c:v>
                </c:pt>
                <c:pt idx="9333">
                  <c:v>6.0</c:v>
                </c:pt>
                <c:pt idx="9334">
                  <c:v>6.0</c:v>
                </c:pt>
                <c:pt idx="9335">
                  <c:v>6.0</c:v>
                </c:pt>
                <c:pt idx="9336">
                  <c:v>6.0</c:v>
                </c:pt>
                <c:pt idx="9337">
                  <c:v>6.0</c:v>
                </c:pt>
                <c:pt idx="9338">
                  <c:v>6.0</c:v>
                </c:pt>
                <c:pt idx="9339">
                  <c:v>6.0</c:v>
                </c:pt>
                <c:pt idx="9340">
                  <c:v>6.0</c:v>
                </c:pt>
                <c:pt idx="9341">
                  <c:v>6.0</c:v>
                </c:pt>
                <c:pt idx="9342">
                  <c:v>6.0</c:v>
                </c:pt>
                <c:pt idx="9343">
                  <c:v>6.0</c:v>
                </c:pt>
                <c:pt idx="9344">
                  <c:v>6.0</c:v>
                </c:pt>
                <c:pt idx="9345">
                  <c:v>6.0</c:v>
                </c:pt>
                <c:pt idx="9346">
                  <c:v>6.0</c:v>
                </c:pt>
                <c:pt idx="9347">
                  <c:v>6.0</c:v>
                </c:pt>
                <c:pt idx="9348">
                  <c:v>6.0</c:v>
                </c:pt>
                <c:pt idx="9349">
                  <c:v>6.0</c:v>
                </c:pt>
                <c:pt idx="9350">
                  <c:v>6.0</c:v>
                </c:pt>
                <c:pt idx="9351">
                  <c:v>6.0</c:v>
                </c:pt>
                <c:pt idx="9352">
                  <c:v>6.0</c:v>
                </c:pt>
                <c:pt idx="9353">
                  <c:v>6.0</c:v>
                </c:pt>
                <c:pt idx="9354">
                  <c:v>6.0</c:v>
                </c:pt>
                <c:pt idx="9355">
                  <c:v>6.0</c:v>
                </c:pt>
                <c:pt idx="9356">
                  <c:v>6.0</c:v>
                </c:pt>
                <c:pt idx="9357">
                  <c:v>6.0</c:v>
                </c:pt>
                <c:pt idx="9358">
                  <c:v>6.0</c:v>
                </c:pt>
                <c:pt idx="9359">
                  <c:v>6.0</c:v>
                </c:pt>
                <c:pt idx="9360">
                  <c:v>6.0</c:v>
                </c:pt>
                <c:pt idx="9361">
                  <c:v>6.0</c:v>
                </c:pt>
                <c:pt idx="9362">
                  <c:v>6.0</c:v>
                </c:pt>
                <c:pt idx="9363">
                  <c:v>6.0</c:v>
                </c:pt>
                <c:pt idx="9364">
                  <c:v>6.0</c:v>
                </c:pt>
                <c:pt idx="9365">
                  <c:v>6.0</c:v>
                </c:pt>
                <c:pt idx="9366">
                  <c:v>6.0</c:v>
                </c:pt>
                <c:pt idx="9367">
                  <c:v>6.0</c:v>
                </c:pt>
                <c:pt idx="9368">
                  <c:v>6.0</c:v>
                </c:pt>
                <c:pt idx="9369">
                  <c:v>6.0</c:v>
                </c:pt>
                <c:pt idx="9370">
                  <c:v>6.0</c:v>
                </c:pt>
                <c:pt idx="9371">
                  <c:v>6.0</c:v>
                </c:pt>
                <c:pt idx="9372">
                  <c:v>6.0</c:v>
                </c:pt>
                <c:pt idx="9373">
                  <c:v>6.0</c:v>
                </c:pt>
                <c:pt idx="9374">
                  <c:v>6.0</c:v>
                </c:pt>
                <c:pt idx="9375">
                  <c:v>6.0</c:v>
                </c:pt>
                <c:pt idx="9376">
                  <c:v>6.0</c:v>
                </c:pt>
                <c:pt idx="9377">
                  <c:v>6.0</c:v>
                </c:pt>
                <c:pt idx="9378">
                  <c:v>6.0</c:v>
                </c:pt>
                <c:pt idx="9379">
                  <c:v>6.0</c:v>
                </c:pt>
                <c:pt idx="9380">
                  <c:v>6.0</c:v>
                </c:pt>
                <c:pt idx="9381">
                  <c:v>6.0</c:v>
                </c:pt>
                <c:pt idx="9382">
                  <c:v>6.0</c:v>
                </c:pt>
                <c:pt idx="9383">
                  <c:v>6.0</c:v>
                </c:pt>
                <c:pt idx="9384">
                  <c:v>6.0</c:v>
                </c:pt>
                <c:pt idx="9385">
                  <c:v>6.0</c:v>
                </c:pt>
                <c:pt idx="9386">
                  <c:v>6.0</c:v>
                </c:pt>
                <c:pt idx="9387">
                  <c:v>6.0</c:v>
                </c:pt>
                <c:pt idx="9388">
                  <c:v>6.0</c:v>
                </c:pt>
                <c:pt idx="9389">
                  <c:v>6.0</c:v>
                </c:pt>
                <c:pt idx="9390">
                  <c:v>6.0</c:v>
                </c:pt>
                <c:pt idx="9391">
                  <c:v>6.0</c:v>
                </c:pt>
                <c:pt idx="9392">
                  <c:v>6.0</c:v>
                </c:pt>
                <c:pt idx="9393">
                  <c:v>6.0</c:v>
                </c:pt>
                <c:pt idx="9394">
                  <c:v>6.0</c:v>
                </c:pt>
                <c:pt idx="9395">
                  <c:v>6.0</c:v>
                </c:pt>
                <c:pt idx="9396">
                  <c:v>6.0</c:v>
                </c:pt>
                <c:pt idx="9397">
                  <c:v>6.0</c:v>
                </c:pt>
                <c:pt idx="9398">
                  <c:v>6.0</c:v>
                </c:pt>
                <c:pt idx="9399">
                  <c:v>6.0</c:v>
                </c:pt>
                <c:pt idx="9400">
                  <c:v>6.0</c:v>
                </c:pt>
                <c:pt idx="9401">
                  <c:v>6.0</c:v>
                </c:pt>
                <c:pt idx="9402">
                  <c:v>6.0</c:v>
                </c:pt>
                <c:pt idx="9403">
                  <c:v>6.0</c:v>
                </c:pt>
                <c:pt idx="9404">
                  <c:v>6.0</c:v>
                </c:pt>
                <c:pt idx="9405">
                  <c:v>6.0</c:v>
                </c:pt>
                <c:pt idx="9406">
                  <c:v>6.0</c:v>
                </c:pt>
                <c:pt idx="9407">
                  <c:v>6.0</c:v>
                </c:pt>
                <c:pt idx="9408">
                  <c:v>6.0</c:v>
                </c:pt>
                <c:pt idx="9409">
                  <c:v>6.0</c:v>
                </c:pt>
                <c:pt idx="9410">
                  <c:v>6.0</c:v>
                </c:pt>
                <c:pt idx="9411">
                  <c:v>6.0</c:v>
                </c:pt>
                <c:pt idx="9412">
                  <c:v>6.0</c:v>
                </c:pt>
                <c:pt idx="9413">
                  <c:v>6.0</c:v>
                </c:pt>
                <c:pt idx="9414">
                  <c:v>6.0</c:v>
                </c:pt>
                <c:pt idx="9415">
                  <c:v>6.0</c:v>
                </c:pt>
                <c:pt idx="9416">
                  <c:v>6.0</c:v>
                </c:pt>
                <c:pt idx="9417">
                  <c:v>6.0</c:v>
                </c:pt>
                <c:pt idx="9418">
                  <c:v>6.0</c:v>
                </c:pt>
                <c:pt idx="9419">
                  <c:v>6.0</c:v>
                </c:pt>
                <c:pt idx="9420">
                  <c:v>6.0</c:v>
                </c:pt>
                <c:pt idx="9421">
                  <c:v>6.0</c:v>
                </c:pt>
                <c:pt idx="9422">
                  <c:v>6.0</c:v>
                </c:pt>
                <c:pt idx="9423">
                  <c:v>6.0</c:v>
                </c:pt>
                <c:pt idx="9424">
                  <c:v>6.0</c:v>
                </c:pt>
                <c:pt idx="9425">
                  <c:v>6.0</c:v>
                </c:pt>
                <c:pt idx="9426">
                  <c:v>6.0</c:v>
                </c:pt>
                <c:pt idx="9427">
                  <c:v>6.0</c:v>
                </c:pt>
                <c:pt idx="9428">
                  <c:v>6.0</c:v>
                </c:pt>
                <c:pt idx="9429">
                  <c:v>6.0</c:v>
                </c:pt>
                <c:pt idx="9430">
                  <c:v>6.0</c:v>
                </c:pt>
                <c:pt idx="9431">
                  <c:v>6.0</c:v>
                </c:pt>
                <c:pt idx="9432">
                  <c:v>6.0</c:v>
                </c:pt>
                <c:pt idx="9433">
                  <c:v>6.0</c:v>
                </c:pt>
                <c:pt idx="9434">
                  <c:v>6.0</c:v>
                </c:pt>
                <c:pt idx="9435">
                  <c:v>6.0</c:v>
                </c:pt>
                <c:pt idx="9436">
                  <c:v>6.0</c:v>
                </c:pt>
                <c:pt idx="9437">
                  <c:v>6.0</c:v>
                </c:pt>
                <c:pt idx="9438">
                  <c:v>6.0</c:v>
                </c:pt>
                <c:pt idx="9439">
                  <c:v>6.0</c:v>
                </c:pt>
                <c:pt idx="9440">
                  <c:v>6.0</c:v>
                </c:pt>
                <c:pt idx="9441">
                  <c:v>6.0</c:v>
                </c:pt>
                <c:pt idx="9442">
                  <c:v>6.0</c:v>
                </c:pt>
                <c:pt idx="9443">
                  <c:v>6.0</c:v>
                </c:pt>
                <c:pt idx="9444">
                  <c:v>6.0</c:v>
                </c:pt>
                <c:pt idx="9445">
                  <c:v>6.0</c:v>
                </c:pt>
                <c:pt idx="9446">
                  <c:v>6.0</c:v>
                </c:pt>
                <c:pt idx="9447">
                  <c:v>6.0</c:v>
                </c:pt>
                <c:pt idx="9448">
                  <c:v>6.0</c:v>
                </c:pt>
                <c:pt idx="9449">
                  <c:v>6.0</c:v>
                </c:pt>
                <c:pt idx="9450">
                  <c:v>6.0</c:v>
                </c:pt>
                <c:pt idx="9451">
                  <c:v>6.0</c:v>
                </c:pt>
                <c:pt idx="9452">
                  <c:v>6.0</c:v>
                </c:pt>
                <c:pt idx="9453">
                  <c:v>6.0</c:v>
                </c:pt>
                <c:pt idx="9454">
                  <c:v>6.0</c:v>
                </c:pt>
                <c:pt idx="9455">
                  <c:v>6.0</c:v>
                </c:pt>
                <c:pt idx="9456">
                  <c:v>6.0</c:v>
                </c:pt>
                <c:pt idx="9457">
                  <c:v>6.0</c:v>
                </c:pt>
                <c:pt idx="9458">
                  <c:v>6.0</c:v>
                </c:pt>
                <c:pt idx="9459">
                  <c:v>6.0</c:v>
                </c:pt>
                <c:pt idx="9460">
                  <c:v>6.0</c:v>
                </c:pt>
                <c:pt idx="9461">
                  <c:v>6.0</c:v>
                </c:pt>
                <c:pt idx="9462">
                  <c:v>6.0</c:v>
                </c:pt>
                <c:pt idx="9463">
                  <c:v>6.0</c:v>
                </c:pt>
                <c:pt idx="9464">
                  <c:v>6.0</c:v>
                </c:pt>
                <c:pt idx="9465">
                  <c:v>6.0</c:v>
                </c:pt>
                <c:pt idx="9466">
                  <c:v>6.0</c:v>
                </c:pt>
                <c:pt idx="9467">
                  <c:v>6.0</c:v>
                </c:pt>
                <c:pt idx="9468">
                  <c:v>6.0</c:v>
                </c:pt>
                <c:pt idx="9469">
                  <c:v>6.0</c:v>
                </c:pt>
                <c:pt idx="9470">
                  <c:v>6.0</c:v>
                </c:pt>
                <c:pt idx="9471">
                  <c:v>6.0</c:v>
                </c:pt>
                <c:pt idx="9472">
                  <c:v>6.0</c:v>
                </c:pt>
                <c:pt idx="9473">
                  <c:v>6.0</c:v>
                </c:pt>
                <c:pt idx="9474">
                  <c:v>6.0</c:v>
                </c:pt>
                <c:pt idx="9475">
                  <c:v>6.0</c:v>
                </c:pt>
                <c:pt idx="9476">
                  <c:v>6.0</c:v>
                </c:pt>
                <c:pt idx="9477">
                  <c:v>6.0</c:v>
                </c:pt>
                <c:pt idx="9478">
                  <c:v>6.0</c:v>
                </c:pt>
                <c:pt idx="9479">
                  <c:v>6.0</c:v>
                </c:pt>
                <c:pt idx="9480">
                  <c:v>6.0</c:v>
                </c:pt>
                <c:pt idx="9481">
                  <c:v>6.0</c:v>
                </c:pt>
                <c:pt idx="9482">
                  <c:v>6.0</c:v>
                </c:pt>
                <c:pt idx="9483">
                  <c:v>6.0</c:v>
                </c:pt>
                <c:pt idx="9484">
                  <c:v>6.0</c:v>
                </c:pt>
                <c:pt idx="9485">
                  <c:v>6.0</c:v>
                </c:pt>
                <c:pt idx="9486">
                  <c:v>6.0</c:v>
                </c:pt>
                <c:pt idx="9487">
                  <c:v>6.0</c:v>
                </c:pt>
                <c:pt idx="9488">
                  <c:v>6.0</c:v>
                </c:pt>
                <c:pt idx="9489">
                  <c:v>6.0</c:v>
                </c:pt>
                <c:pt idx="9490">
                  <c:v>6.0</c:v>
                </c:pt>
                <c:pt idx="9491">
                  <c:v>6.0</c:v>
                </c:pt>
                <c:pt idx="9492">
                  <c:v>6.0</c:v>
                </c:pt>
                <c:pt idx="9493">
                  <c:v>6.0</c:v>
                </c:pt>
                <c:pt idx="9494">
                  <c:v>6.0</c:v>
                </c:pt>
                <c:pt idx="9495">
                  <c:v>6.0</c:v>
                </c:pt>
                <c:pt idx="9496">
                  <c:v>6.0</c:v>
                </c:pt>
                <c:pt idx="9497">
                  <c:v>6.0</c:v>
                </c:pt>
                <c:pt idx="9498">
                  <c:v>6.0</c:v>
                </c:pt>
                <c:pt idx="9499">
                  <c:v>6.0</c:v>
                </c:pt>
                <c:pt idx="9500">
                  <c:v>6.0</c:v>
                </c:pt>
                <c:pt idx="9501">
                  <c:v>6.0</c:v>
                </c:pt>
                <c:pt idx="9502">
                  <c:v>6.0</c:v>
                </c:pt>
                <c:pt idx="9503">
                  <c:v>6.0</c:v>
                </c:pt>
                <c:pt idx="9504">
                  <c:v>6.0</c:v>
                </c:pt>
                <c:pt idx="9505">
                  <c:v>6.0</c:v>
                </c:pt>
                <c:pt idx="9506">
                  <c:v>6.0</c:v>
                </c:pt>
                <c:pt idx="9507">
                  <c:v>6.0</c:v>
                </c:pt>
                <c:pt idx="9508">
                  <c:v>6.0</c:v>
                </c:pt>
                <c:pt idx="9509">
                  <c:v>6.0</c:v>
                </c:pt>
                <c:pt idx="9510">
                  <c:v>6.0</c:v>
                </c:pt>
                <c:pt idx="9511">
                  <c:v>6.0</c:v>
                </c:pt>
                <c:pt idx="9512">
                  <c:v>6.0</c:v>
                </c:pt>
                <c:pt idx="9513">
                  <c:v>6.0</c:v>
                </c:pt>
                <c:pt idx="9514">
                  <c:v>6.0</c:v>
                </c:pt>
                <c:pt idx="9515">
                  <c:v>6.0</c:v>
                </c:pt>
                <c:pt idx="9516">
                  <c:v>6.0</c:v>
                </c:pt>
                <c:pt idx="9517">
                  <c:v>6.0</c:v>
                </c:pt>
                <c:pt idx="9518">
                  <c:v>6.0</c:v>
                </c:pt>
                <c:pt idx="9519">
                  <c:v>6.0</c:v>
                </c:pt>
                <c:pt idx="9520">
                  <c:v>6.0</c:v>
                </c:pt>
                <c:pt idx="9521">
                  <c:v>6.0</c:v>
                </c:pt>
                <c:pt idx="9522">
                  <c:v>6.0</c:v>
                </c:pt>
                <c:pt idx="9523">
                  <c:v>6.0</c:v>
                </c:pt>
                <c:pt idx="9524">
                  <c:v>6.0</c:v>
                </c:pt>
                <c:pt idx="9525">
                  <c:v>6.0</c:v>
                </c:pt>
                <c:pt idx="9526">
                  <c:v>6.0</c:v>
                </c:pt>
                <c:pt idx="9527">
                  <c:v>6.0</c:v>
                </c:pt>
                <c:pt idx="9528">
                  <c:v>6.0</c:v>
                </c:pt>
                <c:pt idx="9529">
                  <c:v>6.0</c:v>
                </c:pt>
                <c:pt idx="9530">
                  <c:v>6.0</c:v>
                </c:pt>
                <c:pt idx="9531">
                  <c:v>6.0</c:v>
                </c:pt>
                <c:pt idx="9532">
                  <c:v>6.0</c:v>
                </c:pt>
                <c:pt idx="9533">
                  <c:v>6.0</c:v>
                </c:pt>
                <c:pt idx="9534">
                  <c:v>6.0</c:v>
                </c:pt>
                <c:pt idx="9535">
                  <c:v>6.0</c:v>
                </c:pt>
                <c:pt idx="9536">
                  <c:v>6.0</c:v>
                </c:pt>
                <c:pt idx="9537">
                  <c:v>6.0</c:v>
                </c:pt>
                <c:pt idx="9538">
                  <c:v>6.0</c:v>
                </c:pt>
                <c:pt idx="9539">
                  <c:v>6.0</c:v>
                </c:pt>
                <c:pt idx="9540">
                  <c:v>6.0</c:v>
                </c:pt>
                <c:pt idx="9541">
                  <c:v>6.0</c:v>
                </c:pt>
                <c:pt idx="9542">
                  <c:v>6.0</c:v>
                </c:pt>
                <c:pt idx="9543">
                  <c:v>6.0</c:v>
                </c:pt>
                <c:pt idx="9544">
                  <c:v>6.0</c:v>
                </c:pt>
                <c:pt idx="9545">
                  <c:v>6.0</c:v>
                </c:pt>
                <c:pt idx="9546">
                  <c:v>6.0</c:v>
                </c:pt>
                <c:pt idx="9547">
                  <c:v>6.0</c:v>
                </c:pt>
                <c:pt idx="9548">
                  <c:v>6.0</c:v>
                </c:pt>
                <c:pt idx="9549">
                  <c:v>6.0</c:v>
                </c:pt>
                <c:pt idx="9550">
                  <c:v>6.0</c:v>
                </c:pt>
                <c:pt idx="9551">
                  <c:v>6.0</c:v>
                </c:pt>
                <c:pt idx="9552">
                  <c:v>6.0</c:v>
                </c:pt>
                <c:pt idx="9553">
                  <c:v>6.0</c:v>
                </c:pt>
                <c:pt idx="9554">
                  <c:v>6.0</c:v>
                </c:pt>
                <c:pt idx="9555">
                  <c:v>6.0</c:v>
                </c:pt>
                <c:pt idx="9556">
                  <c:v>6.0</c:v>
                </c:pt>
                <c:pt idx="9557">
                  <c:v>6.0</c:v>
                </c:pt>
                <c:pt idx="9558">
                  <c:v>6.0</c:v>
                </c:pt>
                <c:pt idx="9559">
                  <c:v>6.0</c:v>
                </c:pt>
                <c:pt idx="9560">
                  <c:v>6.0</c:v>
                </c:pt>
                <c:pt idx="9561">
                  <c:v>6.0</c:v>
                </c:pt>
                <c:pt idx="9562">
                  <c:v>6.0</c:v>
                </c:pt>
                <c:pt idx="9563">
                  <c:v>6.0</c:v>
                </c:pt>
                <c:pt idx="9564">
                  <c:v>6.0</c:v>
                </c:pt>
                <c:pt idx="9565">
                  <c:v>6.0</c:v>
                </c:pt>
                <c:pt idx="9566">
                  <c:v>6.0</c:v>
                </c:pt>
                <c:pt idx="9567">
                  <c:v>6.0</c:v>
                </c:pt>
                <c:pt idx="9568">
                  <c:v>6.0</c:v>
                </c:pt>
                <c:pt idx="9569">
                  <c:v>6.0</c:v>
                </c:pt>
                <c:pt idx="9570">
                  <c:v>6.0</c:v>
                </c:pt>
                <c:pt idx="9571">
                  <c:v>6.0</c:v>
                </c:pt>
                <c:pt idx="9572">
                  <c:v>6.0</c:v>
                </c:pt>
                <c:pt idx="9573">
                  <c:v>6.0</c:v>
                </c:pt>
                <c:pt idx="9574">
                  <c:v>6.0</c:v>
                </c:pt>
                <c:pt idx="9575">
                  <c:v>6.0</c:v>
                </c:pt>
                <c:pt idx="9576">
                  <c:v>6.0</c:v>
                </c:pt>
                <c:pt idx="9577">
                  <c:v>6.0</c:v>
                </c:pt>
                <c:pt idx="9578">
                  <c:v>6.0</c:v>
                </c:pt>
                <c:pt idx="9579">
                  <c:v>6.0</c:v>
                </c:pt>
                <c:pt idx="9580">
                  <c:v>6.0</c:v>
                </c:pt>
                <c:pt idx="9581">
                  <c:v>6.0</c:v>
                </c:pt>
                <c:pt idx="9582">
                  <c:v>6.0</c:v>
                </c:pt>
                <c:pt idx="9583">
                  <c:v>6.0</c:v>
                </c:pt>
                <c:pt idx="9584">
                  <c:v>6.0</c:v>
                </c:pt>
                <c:pt idx="9585">
                  <c:v>6.0</c:v>
                </c:pt>
                <c:pt idx="9586">
                  <c:v>6.0</c:v>
                </c:pt>
                <c:pt idx="9587">
                  <c:v>6.0</c:v>
                </c:pt>
                <c:pt idx="9588">
                  <c:v>6.0</c:v>
                </c:pt>
                <c:pt idx="9589">
                  <c:v>6.0</c:v>
                </c:pt>
                <c:pt idx="9590">
                  <c:v>6.0</c:v>
                </c:pt>
                <c:pt idx="9591">
                  <c:v>6.0</c:v>
                </c:pt>
                <c:pt idx="9592">
                  <c:v>6.0</c:v>
                </c:pt>
                <c:pt idx="9593">
                  <c:v>6.0</c:v>
                </c:pt>
                <c:pt idx="9594">
                  <c:v>6.0</c:v>
                </c:pt>
                <c:pt idx="9595">
                  <c:v>6.0</c:v>
                </c:pt>
                <c:pt idx="9596">
                  <c:v>6.0</c:v>
                </c:pt>
                <c:pt idx="9597">
                  <c:v>6.0</c:v>
                </c:pt>
                <c:pt idx="9598">
                  <c:v>6.0</c:v>
                </c:pt>
                <c:pt idx="9599">
                  <c:v>6.0</c:v>
                </c:pt>
                <c:pt idx="9600">
                  <c:v>6.0</c:v>
                </c:pt>
                <c:pt idx="9601">
                  <c:v>6.0</c:v>
                </c:pt>
                <c:pt idx="9602">
                  <c:v>6.0</c:v>
                </c:pt>
                <c:pt idx="9603">
                  <c:v>6.0</c:v>
                </c:pt>
                <c:pt idx="9604">
                  <c:v>6.0</c:v>
                </c:pt>
                <c:pt idx="9605">
                  <c:v>6.0</c:v>
                </c:pt>
                <c:pt idx="9606">
                  <c:v>6.0</c:v>
                </c:pt>
                <c:pt idx="9607">
                  <c:v>6.0</c:v>
                </c:pt>
                <c:pt idx="9608">
                  <c:v>6.0</c:v>
                </c:pt>
                <c:pt idx="9609">
                  <c:v>6.0</c:v>
                </c:pt>
                <c:pt idx="9610">
                  <c:v>6.0</c:v>
                </c:pt>
                <c:pt idx="9611">
                  <c:v>6.0</c:v>
                </c:pt>
                <c:pt idx="9612">
                  <c:v>6.0</c:v>
                </c:pt>
                <c:pt idx="9613">
                  <c:v>6.0</c:v>
                </c:pt>
                <c:pt idx="9614">
                  <c:v>6.0</c:v>
                </c:pt>
                <c:pt idx="9615">
                  <c:v>6.0</c:v>
                </c:pt>
                <c:pt idx="9616">
                  <c:v>6.0</c:v>
                </c:pt>
                <c:pt idx="9617">
                  <c:v>6.0</c:v>
                </c:pt>
                <c:pt idx="9618">
                  <c:v>6.0</c:v>
                </c:pt>
                <c:pt idx="9619">
                  <c:v>6.0</c:v>
                </c:pt>
                <c:pt idx="9620">
                  <c:v>6.0</c:v>
                </c:pt>
                <c:pt idx="9621">
                  <c:v>6.0</c:v>
                </c:pt>
                <c:pt idx="9622">
                  <c:v>6.0</c:v>
                </c:pt>
                <c:pt idx="9623">
                  <c:v>6.0</c:v>
                </c:pt>
                <c:pt idx="9624">
                  <c:v>6.0</c:v>
                </c:pt>
                <c:pt idx="9625">
                  <c:v>6.0</c:v>
                </c:pt>
                <c:pt idx="9626">
                  <c:v>6.0</c:v>
                </c:pt>
                <c:pt idx="9627">
                  <c:v>6.0</c:v>
                </c:pt>
                <c:pt idx="9628">
                  <c:v>6.0</c:v>
                </c:pt>
                <c:pt idx="9629">
                  <c:v>6.0</c:v>
                </c:pt>
                <c:pt idx="9630">
                  <c:v>6.0</c:v>
                </c:pt>
                <c:pt idx="9631">
                  <c:v>6.0</c:v>
                </c:pt>
                <c:pt idx="9632">
                  <c:v>6.0</c:v>
                </c:pt>
                <c:pt idx="9633">
                  <c:v>6.0</c:v>
                </c:pt>
                <c:pt idx="9634">
                  <c:v>6.0</c:v>
                </c:pt>
                <c:pt idx="9635">
                  <c:v>6.0</c:v>
                </c:pt>
                <c:pt idx="9636">
                  <c:v>6.0</c:v>
                </c:pt>
                <c:pt idx="9637">
                  <c:v>6.0</c:v>
                </c:pt>
                <c:pt idx="9638">
                  <c:v>6.0</c:v>
                </c:pt>
                <c:pt idx="9639">
                  <c:v>6.0</c:v>
                </c:pt>
                <c:pt idx="9640">
                  <c:v>6.0</c:v>
                </c:pt>
                <c:pt idx="9641">
                  <c:v>6.0</c:v>
                </c:pt>
                <c:pt idx="9642">
                  <c:v>6.0</c:v>
                </c:pt>
                <c:pt idx="9643">
                  <c:v>6.0</c:v>
                </c:pt>
                <c:pt idx="9644">
                  <c:v>6.0</c:v>
                </c:pt>
                <c:pt idx="9645">
                  <c:v>6.0</c:v>
                </c:pt>
                <c:pt idx="9646">
                  <c:v>6.0</c:v>
                </c:pt>
                <c:pt idx="9647">
                  <c:v>6.0</c:v>
                </c:pt>
                <c:pt idx="9648">
                  <c:v>6.0</c:v>
                </c:pt>
                <c:pt idx="9649">
                  <c:v>6.0</c:v>
                </c:pt>
                <c:pt idx="9650">
                  <c:v>6.0</c:v>
                </c:pt>
                <c:pt idx="9651">
                  <c:v>6.0</c:v>
                </c:pt>
                <c:pt idx="9652">
                  <c:v>6.0</c:v>
                </c:pt>
                <c:pt idx="9653">
                  <c:v>6.0</c:v>
                </c:pt>
                <c:pt idx="9654">
                  <c:v>6.0</c:v>
                </c:pt>
                <c:pt idx="9655">
                  <c:v>6.0</c:v>
                </c:pt>
                <c:pt idx="9656">
                  <c:v>6.0</c:v>
                </c:pt>
                <c:pt idx="9657">
                  <c:v>6.0</c:v>
                </c:pt>
                <c:pt idx="9658">
                  <c:v>6.0</c:v>
                </c:pt>
                <c:pt idx="9659">
                  <c:v>6.0</c:v>
                </c:pt>
                <c:pt idx="9660">
                  <c:v>6.0</c:v>
                </c:pt>
                <c:pt idx="9661">
                  <c:v>6.0</c:v>
                </c:pt>
                <c:pt idx="9662">
                  <c:v>6.0</c:v>
                </c:pt>
                <c:pt idx="9663">
                  <c:v>6.0</c:v>
                </c:pt>
                <c:pt idx="9664">
                  <c:v>6.0</c:v>
                </c:pt>
                <c:pt idx="9665">
                  <c:v>6.0</c:v>
                </c:pt>
                <c:pt idx="9666">
                  <c:v>6.0</c:v>
                </c:pt>
                <c:pt idx="9667">
                  <c:v>6.0</c:v>
                </c:pt>
                <c:pt idx="9668">
                  <c:v>6.0</c:v>
                </c:pt>
                <c:pt idx="9669">
                  <c:v>6.0</c:v>
                </c:pt>
                <c:pt idx="9670">
                  <c:v>6.0</c:v>
                </c:pt>
                <c:pt idx="9671">
                  <c:v>6.0</c:v>
                </c:pt>
                <c:pt idx="9672">
                  <c:v>6.0</c:v>
                </c:pt>
                <c:pt idx="9673">
                  <c:v>6.0</c:v>
                </c:pt>
                <c:pt idx="9674">
                  <c:v>6.0</c:v>
                </c:pt>
                <c:pt idx="9675">
                  <c:v>6.0</c:v>
                </c:pt>
                <c:pt idx="9676">
                  <c:v>6.0</c:v>
                </c:pt>
                <c:pt idx="9677">
                  <c:v>6.0</c:v>
                </c:pt>
                <c:pt idx="9678">
                  <c:v>6.0</c:v>
                </c:pt>
                <c:pt idx="9679">
                  <c:v>6.0</c:v>
                </c:pt>
                <c:pt idx="9680">
                  <c:v>6.0</c:v>
                </c:pt>
                <c:pt idx="9681">
                  <c:v>6.0</c:v>
                </c:pt>
                <c:pt idx="9682">
                  <c:v>6.0</c:v>
                </c:pt>
                <c:pt idx="9683">
                  <c:v>6.0</c:v>
                </c:pt>
                <c:pt idx="9684">
                  <c:v>6.0</c:v>
                </c:pt>
                <c:pt idx="9685">
                  <c:v>6.0</c:v>
                </c:pt>
                <c:pt idx="9686">
                  <c:v>6.0</c:v>
                </c:pt>
                <c:pt idx="9687">
                  <c:v>6.0</c:v>
                </c:pt>
                <c:pt idx="9688">
                  <c:v>6.0</c:v>
                </c:pt>
                <c:pt idx="9689">
                  <c:v>6.0</c:v>
                </c:pt>
                <c:pt idx="9690">
                  <c:v>6.0</c:v>
                </c:pt>
                <c:pt idx="9691">
                  <c:v>6.0</c:v>
                </c:pt>
                <c:pt idx="9692">
                  <c:v>6.0</c:v>
                </c:pt>
                <c:pt idx="9693">
                  <c:v>6.0</c:v>
                </c:pt>
                <c:pt idx="9694">
                  <c:v>6.0</c:v>
                </c:pt>
                <c:pt idx="9695">
                  <c:v>6.0</c:v>
                </c:pt>
                <c:pt idx="9696">
                  <c:v>6.0</c:v>
                </c:pt>
                <c:pt idx="9697">
                  <c:v>6.0</c:v>
                </c:pt>
                <c:pt idx="9698">
                  <c:v>6.0</c:v>
                </c:pt>
                <c:pt idx="9699">
                  <c:v>6.0</c:v>
                </c:pt>
                <c:pt idx="9700">
                  <c:v>6.0</c:v>
                </c:pt>
                <c:pt idx="9701">
                  <c:v>6.0</c:v>
                </c:pt>
                <c:pt idx="9702">
                  <c:v>6.0</c:v>
                </c:pt>
                <c:pt idx="9703">
                  <c:v>6.0</c:v>
                </c:pt>
                <c:pt idx="9704">
                  <c:v>6.0</c:v>
                </c:pt>
                <c:pt idx="9705">
                  <c:v>6.0</c:v>
                </c:pt>
                <c:pt idx="9706">
                  <c:v>6.0</c:v>
                </c:pt>
                <c:pt idx="9707">
                  <c:v>6.0</c:v>
                </c:pt>
                <c:pt idx="9708">
                  <c:v>6.0</c:v>
                </c:pt>
                <c:pt idx="9709">
                  <c:v>6.0</c:v>
                </c:pt>
                <c:pt idx="9710">
                  <c:v>6.0</c:v>
                </c:pt>
                <c:pt idx="9711">
                  <c:v>6.0</c:v>
                </c:pt>
                <c:pt idx="9712">
                  <c:v>6.0</c:v>
                </c:pt>
                <c:pt idx="9713">
                  <c:v>6.0</c:v>
                </c:pt>
                <c:pt idx="9714">
                  <c:v>6.0</c:v>
                </c:pt>
                <c:pt idx="9715">
                  <c:v>6.0</c:v>
                </c:pt>
                <c:pt idx="9716">
                  <c:v>6.0</c:v>
                </c:pt>
                <c:pt idx="9717">
                  <c:v>6.0</c:v>
                </c:pt>
                <c:pt idx="9718">
                  <c:v>6.0</c:v>
                </c:pt>
                <c:pt idx="9719">
                  <c:v>6.0</c:v>
                </c:pt>
                <c:pt idx="9720">
                  <c:v>6.0</c:v>
                </c:pt>
                <c:pt idx="9721">
                  <c:v>6.0</c:v>
                </c:pt>
                <c:pt idx="9722">
                  <c:v>6.0</c:v>
                </c:pt>
                <c:pt idx="9723">
                  <c:v>6.0</c:v>
                </c:pt>
                <c:pt idx="9724">
                  <c:v>6.0</c:v>
                </c:pt>
                <c:pt idx="9725">
                  <c:v>6.0</c:v>
                </c:pt>
                <c:pt idx="9726">
                  <c:v>6.0</c:v>
                </c:pt>
                <c:pt idx="9727">
                  <c:v>6.0</c:v>
                </c:pt>
                <c:pt idx="9728">
                  <c:v>6.0</c:v>
                </c:pt>
                <c:pt idx="9729">
                  <c:v>6.0</c:v>
                </c:pt>
                <c:pt idx="9730">
                  <c:v>6.0</c:v>
                </c:pt>
                <c:pt idx="9731">
                  <c:v>6.0</c:v>
                </c:pt>
                <c:pt idx="9732">
                  <c:v>6.0</c:v>
                </c:pt>
                <c:pt idx="9733">
                  <c:v>6.0</c:v>
                </c:pt>
                <c:pt idx="9734">
                  <c:v>6.0</c:v>
                </c:pt>
                <c:pt idx="9735">
                  <c:v>6.0</c:v>
                </c:pt>
                <c:pt idx="9736">
                  <c:v>6.0</c:v>
                </c:pt>
                <c:pt idx="9737">
                  <c:v>6.0</c:v>
                </c:pt>
                <c:pt idx="9738">
                  <c:v>6.0</c:v>
                </c:pt>
                <c:pt idx="9739">
                  <c:v>6.0</c:v>
                </c:pt>
                <c:pt idx="9740">
                  <c:v>6.0</c:v>
                </c:pt>
                <c:pt idx="9741">
                  <c:v>6.0</c:v>
                </c:pt>
                <c:pt idx="9742">
                  <c:v>6.0</c:v>
                </c:pt>
                <c:pt idx="9743">
                  <c:v>6.0</c:v>
                </c:pt>
                <c:pt idx="9744">
                  <c:v>6.0</c:v>
                </c:pt>
                <c:pt idx="9745">
                  <c:v>6.0</c:v>
                </c:pt>
                <c:pt idx="9746">
                  <c:v>6.0</c:v>
                </c:pt>
                <c:pt idx="9747">
                  <c:v>6.0</c:v>
                </c:pt>
                <c:pt idx="9748">
                  <c:v>6.0</c:v>
                </c:pt>
                <c:pt idx="9749">
                  <c:v>6.0</c:v>
                </c:pt>
                <c:pt idx="9750">
                  <c:v>6.0</c:v>
                </c:pt>
                <c:pt idx="9751">
                  <c:v>6.0</c:v>
                </c:pt>
                <c:pt idx="9752">
                  <c:v>6.0</c:v>
                </c:pt>
                <c:pt idx="9753">
                  <c:v>6.0</c:v>
                </c:pt>
                <c:pt idx="9754">
                  <c:v>6.0</c:v>
                </c:pt>
                <c:pt idx="9755">
                  <c:v>6.0</c:v>
                </c:pt>
                <c:pt idx="9756">
                  <c:v>6.0</c:v>
                </c:pt>
                <c:pt idx="9757">
                  <c:v>6.0</c:v>
                </c:pt>
                <c:pt idx="9758">
                  <c:v>6.0</c:v>
                </c:pt>
                <c:pt idx="9759">
                  <c:v>6.0</c:v>
                </c:pt>
                <c:pt idx="9760">
                  <c:v>6.0</c:v>
                </c:pt>
                <c:pt idx="9761">
                  <c:v>6.0</c:v>
                </c:pt>
                <c:pt idx="9762">
                  <c:v>6.0</c:v>
                </c:pt>
                <c:pt idx="9763">
                  <c:v>6.0</c:v>
                </c:pt>
                <c:pt idx="9764">
                  <c:v>6.0</c:v>
                </c:pt>
                <c:pt idx="9765">
                  <c:v>6.0</c:v>
                </c:pt>
                <c:pt idx="9766">
                  <c:v>6.0</c:v>
                </c:pt>
                <c:pt idx="9767">
                  <c:v>6.0</c:v>
                </c:pt>
                <c:pt idx="9768">
                  <c:v>6.0</c:v>
                </c:pt>
                <c:pt idx="9769">
                  <c:v>6.0</c:v>
                </c:pt>
                <c:pt idx="9770">
                  <c:v>6.0</c:v>
                </c:pt>
                <c:pt idx="9771">
                  <c:v>6.0</c:v>
                </c:pt>
                <c:pt idx="9772">
                  <c:v>6.0</c:v>
                </c:pt>
                <c:pt idx="9773">
                  <c:v>6.0</c:v>
                </c:pt>
                <c:pt idx="9774">
                  <c:v>6.0</c:v>
                </c:pt>
                <c:pt idx="9775">
                  <c:v>6.0</c:v>
                </c:pt>
                <c:pt idx="9776">
                  <c:v>6.0</c:v>
                </c:pt>
                <c:pt idx="9777">
                  <c:v>6.0</c:v>
                </c:pt>
                <c:pt idx="9778">
                  <c:v>6.0</c:v>
                </c:pt>
                <c:pt idx="9779">
                  <c:v>6.0</c:v>
                </c:pt>
                <c:pt idx="9780">
                  <c:v>6.0</c:v>
                </c:pt>
                <c:pt idx="9781">
                  <c:v>6.0</c:v>
                </c:pt>
                <c:pt idx="9782">
                  <c:v>6.0</c:v>
                </c:pt>
                <c:pt idx="9783">
                  <c:v>6.0</c:v>
                </c:pt>
                <c:pt idx="9784">
                  <c:v>6.0</c:v>
                </c:pt>
                <c:pt idx="9785">
                  <c:v>6.0</c:v>
                </c:pt>
                <c:pt idx="9786">
                  <c:v>6.0</c:v>
                </c:pt>
                <c:pt idx="9787">
                  <c:v>6.0</c:v>
                </c:pt>
                <c:pt idx="9788">
                  <c:v>6.0</c:v>
                </c:pt>
                <c:pt idx="9789">
                  <c:v>6.0</c:v>
                </c:pt>
                <c:pt idx="9790">
                  <c:v>6.0</c:v>
                </c:pt>
                <c:pt idx="9791">
                  <c:v>6.0</c:v>
                </c:pt>
                <c:pt idx="9792">
                  <c:v>6.0</c:v>
                </c:pt>
                <c:pt idx="9793">
                  <c:v>6.0</c:v>
                </c:pt>
                <c:pt idx="9794">
                  <c:v>6.0</c:v>
                </c:pt>
                <c:pt idx="9795">
                  <c:v>6.0</c:v>
                </c:pt>
                <c:pt idx="9796">
                  <c:v>6.0</c:v>
                </c:pt>
                <c:pt idx="9797">
                  <c:v>6.0</c:v>
                </c:pt>
                <c:pt idx="9798">
                  <c:v>6.0</c:v>
                </c:pt>
                <c:pt idx="9799">
                  <c:v>6.0</c:v>
                </c:pt>
                <c:pt idx="9800">
                  <c:v>6.0</c:v>
                </c:pt>
                <c:pt idx="9801">
                  <c:v>6.0</c:v>
                </c:pt>
                <c:pt idx="9802">
                  <c:v>6.0</c:v>
                </c:pt>
                <c:pt idx="9803">
                  <c:v>6.0</c:v>
                </c:pt>
                <c:pt idx="9804">
                  <c:v>6.0</c:v>
                </c:pt>
                <c:pt idx="9805">
                  <c:v>6.0</c:v>
                </c:pt>
                <c:pt idx="9806">
                  <c:v>6.0</c:v>
                </c:pt>
                <c:pt idx="9807">
                  <c:v>6.0</c:v>
                </c:pt>
                <c:pt idx="9808">
                  <c:v>6.0</c:v>
                </c:pt>
                <c:pt idx="9809">
                  <c:v>6.0</c:v>
                </c:pt>
                <c:pt idx="9810">
                  <c:v>6.0</c:v>
                </c:pt>
                <c:pt idx="9811">
                  <c:v>6.0</c:v>
                </c:pt>
                <c:pt idx="9812">
                  <c:v>6.0</c:v>
                </c:pt>
                <c:pt idx="9813">
                  <c:v>6.0</c:v>
                </c:pt>
                <c:pt idx="9814">
                  <c:v>6.0</c:v>
                </c:pt>
                <c:pt idx="9815">
                  <c:v>6.0</c:v>
                </c:pt>
                <c:pt idx="9816">
                  <c:v>6.0</c:v>
                </c:pt>
                <c:pt idx="9817">
                  <c:v>6.0</c:v>
                </c:pt>
                <c:pt idx="9818">
                  <c:v>6.0</c:v>
                </c:pt>
                <c:pt idx="9819">
                  <c:v>6.0</c:v>
                </c:pt>
                <c:pt idx="9820">
                  <c:v>6.0</c:v>
                </c:pt>
                <c:pt idx="9821">
                  <c:v>6.0</c:v>
                </c:pt>
                <c:pt idx="9822">
                  <c:v>6.0</c:v>
                </c:pt>
                <c:pt idx="9823">
                  <c:v>6.0</c:v>
                </c:pt>
                <c:pt idx="9824">
                  <c:v>6.0</c:v>
                </c:pt>
                <c:pt idx="9825">
                  <c:v>6.0</c:v>
                </c:pt>
                <c:pt idx="9826">
                  <c:v>6.0</c:v>
                </c:pt>
                <c:pt idx="9827">
                  <c:v>6.0</c:v>
                </c:pt>
                <c:pt idx="9828">
                  <c:v>6.0</c:v>
                </c:pt>
                <c:pt idx="9829">
                  <c:v>6.0</c:v>
                </c:pt>
                <c:pt idx="9830">
                  <c:v>6.0</c:v>
                </c:pt>
                <c:pt idx="9831">
                  <c:v>6.0</c:v>
                </c:pt>
                <c:pt idx="9832">
                  <c:v>6.0</c:v>
                </c:pt>
                <c:pt idx="9833">
                  <c:v>6.0</c:v>
                </c:pt>
                <c:pt idx="9834">
                  <c:v>6.0</c:v>
                </c:pt>
                <c:pt idx="9835">
                  <c:v>6.0</c:v>
                </c:pt>
                <c:pt idx="9836">
                  <c:v>6.0</c:v>
                </c:pt>
                <c:pt idx="9837">
                  <c:v>6.0</c:v>
                </c:pt>
                <c:pt idx="9838">
                  <c:v>6.0</c:v>
                </c:pt>
                <c:pt idx="9839">
                  <c:v>6.0</c:v>
                </c:pt>
                <c:pt idx="9840">
                  <c:v>6.0</c:v>
                </c:pt>
                <c:pt idx="9841">
                  <c:v>6.0</c:v>
                </c:pt>
                <c:pt idx="9842">
                  <c:v>6.0</c:v>
                </c:pt>
                <c:pt idx="9843">
                  <c:v>6.0</c:v>
                </c:pt>
                <c:pt idx="9844">
                  <c:v>6.0</c:v>
                </c:pt>
                <c:pt idx="9845">
                  <c:v>6.0</c:v>
                </c:pt>
                <c:pt idx="9846">
                  <c:v>6.0</c:v>
                </c:pt>
                <c:pt idx="9847">
                  <c:v>6.0</c:v>
                </c:pt>
                <c:pt idx="9848">
                  <c:v>6.0</c:v>
                </c:pt>
                <c:pt idx="9849">
                  <c:v>6.0</c:v>
                </c:pt>
                <c:pt idx="9850">
                  <c:v>6.0</c:v>
                </c:pt>
                <c:pt idx="9851">
                  <c:v>6.0</c:v>
                </c:pt>
                <c:pt idx="9852">
                  <c:v>6.0</c:v>
                </c:pt>
                <c:pt idx="9853">
                  <c:v>6.0</c:v>
                </c:pt>
                <c:pt idx="9854">
                  <c:v>6.0</c:v>
                </c:pt>
                <c:pt idx="9855">
                  <c:v>6.0</c:v>
                </c:pt>
                <c:pt idx="9856">
                  <c:v>6.0</c:v>
                </c:pt>
                <c:pt idx="9857">
                  <c:v>6.0</c:v>
                </c:pt>
                <c:pt idx="9858">
                  <c:v>6.0</c:v>
                </c:pt>
                <c:pt idx="9859">
                  <c:v>6.0</c:v>
                </c:pt>
                <c:pt idx="9860">
                  <c:v>6.0</c:v>
                </c:pt>
                <c:pt idx="9861">
                  <c:v>6.0</c:v>
                </c:pt>
                <c:pt idx="9862">
                  <c:v>6.0</c:v>
                </c:pt>
                <c:pt idx="9863">
                  <c:v>6.0</c:v>
                </c:pt>
                <c:pt idx="9864">
                  <c:v>6.0</c:v>
                </c:pt>
                <c:pt idx="9865">
                  <c:v>6.0</c:v>
                </c:pt>
                <c:pt idx="9866">
                  <c:v>6.0</c:v>
                </c:pt>
                <c:pt idx="9867">
                  <c:v>6.0</c:v>
                </c:pt>
                <c:pt idx="9868">
                  <c:v>6.0</c:v>
                </c:pt>
                <c:pt idx="9869">
                  <c:v>6.0</c:v>
                </c:pt>
                <c:pt idx="9870">
                  <c:v>6.0</c:v>
                </c:pt>
                <c:pt idx="9871">
                  <c:v>6.0</c:v>
                </c:pt>
                <c:pt idx="9872">
                  <c:v>6.0</c:v>
                </c:pt>
                <c:pt idx="9873">
                  <c:v>6.0</c:v>
                </c:pt>
                <c:pt idx="9874">
                  <c:v>6.0</c:v>
                </c:pt>
                <c:pt idx="9875">
                  <c:v>6.0</c:v>
                </c:pt>
                <c:pt idx="9876">
                  <c:v>6.0</c:v>
                </c:pt>
                <c:pt idx="9877">
                  <c:v>6.0</c:v>
                </c:pt>
                <c:pt idx="9878">
                  <c:v>6.0</c:v>
                </c:pt>
                <c:pt idx="9879">
                  <c:v>6.0</c:v>
                </c:pt>
                <c:pt idx="9880">
                  <c:v>6.0</c:v>
                </c:pt>
                <c:pt idx="9881">
                  <c:v>6.0</c:v>
                </c:pt>
                <c:pt idx="9882">
                  <c:v>6.0</c:v>
                </c:pt>
                <c:pt idx="9883">
                  <c:v>6.0</c:v>
                </c:pt>
                <c:pt idx="9884">
                  <c:v>6.0</c:v>
                </c:pt>
                <c:pt idx="9885">
                  <c:v>6.0</c:v>
                </c:pt>
                <c:pt idx="9886">
                  <c:v>6.0</c:v>
                </c:pt>
                <c:pt idx="9887">
                  <c:v>6.0</c:v>
                </c:pt>
                <c:pt idx="9888">
                  <c:v>6.0</c:v>
                </c:pt>
                <c:pt idx="9889">
                  <c:v>6.0</c:v>
                </c:pt>
                <c:pt idx="9890">
                  <c:v>6.0</c:v>
                </c:pt>
                <c:pt idx="9891">
                  <c:v>6.0</c:v>
                </c:pt>
                <c:pt idx="9892">
                  <c:v>6.0</c:v>
                </c:pt>
                <c:pt idx="9893">
                  <c:v>6.0</c:v>
                </c:pt>
                <c:pt idx="9894">
                  <c:v>6.0</c:v>
                </c:pt>
                <c:pt idx="9895">
                  <c:v>6.0</c:v>
                </c:pt>
                <c:pt idx="9896">
                  <c:v>6.0</c:v>
                </c:pt>
                <c:pt idx="9897">
                  <c:v>6.0</c:v>
                </c:pt>
                <c:pt idx="9898">
                  <c:v>6.0</c:v>
                </c:pt>
                <c:pt idx="9899">
                  <c:v>6.0</c:v>
                </c:pt>
                <c:pt idx="9900">
                  <c:v>6.0</c:v>
                </c:pt>
                <c:pt idx="9901">
                  <c:v>6.0</c:v>
                </c:pt>
                <c:pt idx="9902">
                  <c:v>6.0</c:v>
                </c:pt>
                <c:pt idx="9903">
                  <c:v>6.0</c:v>
                </c:pt>
                <c:pt idx="9904">
                  <c:v>6.0</c:v>
                </c:pt>
                <c:pt idx="9905">
                  <c:v>6.0</c:v>
                </c:pt>
                <c:pt idx="9906">
                  <c:v>6.0</c:v>
                </c:pt>
                <c:pt idx="9907">
                  <c:v>6.0</c:v>
                </c:pt>
                <c:pt idx="9908">
                  <c:v>6.0</c:v>
                </c:pt>
                <c:pt idx="9909">
                  <c:v>6.0</c:v>
                </c:pt>
                <c:pt idx="9910">
                  <c:v>6.0</c:v>
                </c:pt>
                <c:pt idx="9911">
                  <c:v>6.0</c:v>
                </c:pt>
                <c:pt idx="9912">
                  <c:v>6.0</c:v>
                </c:pt>
                <c:pt idx="9913">
                  <c:v>6.0</c:v>
                </c:pt>
                <c:pt idx="9914">
                  <c:v>6.0</c:v>
                </c:pt>
                <c:pt idx="9915">
                  <c:v>6.0</c:v>
                </c:pt>
                <c:pt idx="9916">
                  <c:v>6.0</c:v>
                </c:pt>
                <c:pt idx="9917">
                  <c:v>6.0</c:v>
                </c:pt>
                <c:pt idx="9918">
                  <c:v>6.0</c:v>
                </c:pt>
                <c:pt idx="9919">
                  <c:v>6.0</c:v>
                </c:pt>
                <c:pt idx="9920">
                  <c:v>6.0</c:v>
                </c:pt>
                <c:pt idx="9921">
                  <c:v>6.0</c:v>
                </c:pt>
                <c:pt idx="9922">
                  <c:v>6.0</c:v>
                </c:pt>
                <c:pt idx="9923">
                  <c:v>6.0</c:v>
                </c:pt>
                <c:pt idx="9924">
                  <c:v>6.0</c:v>
                </c:pt>
                <c:pt idx="9925">
                  <c:v>6.0</c:v>
                </c:pt>
                <c:pt idx="9926">
                  <c:v>6.0</c:v>
                </c:pt>
                <c:pt idx="9927">
                  <c:v>6.0</c:v>
                </c:pt>
                <c:pt idx="9928">
                  <c:v>6.0</c:v>
                </c:pt>
                <c:pt idx="9929">
                  <c:v>6.0</c:v>
                </c:pt>
                <c:pt idx="9930">
                  <c:v>6.0</c:v>
                </c:pt>
                <c:pt idx="9931">
                  <c:v>6.0</c:v>
                </c:pt>
                <c:pt idx="9932">
                  <c:v>6.0</c:v>
                </c:pt>
                <c:pt idx="9933">
                  <c:v>6.0</c:v>
                </c:pt>
                <c:pt idx="9934">
                  <c:v>6.0</c:v>
                </c:pt>
                <c:pt idx="9935">
                  <c:v>6.0</c:v>
                </c:pt>
                <c:pt idx="9936">
                  <c:v>6.0</c:v>
                </c:pt>
                <c:pt idx="9937">
                  <c:v>6.0</c:v>
                </c:pt>
                <c:pt idx="9938">
                  <c:v>6.0</c:v>
                </c:pt>
                <c:pt idx="9939">
                  <c:v>6.0</c:v>
                </c:pt>
                <c:pt idx="9940">
                  <c:v>6.0</c:v>
                </c:pt>
                <c:pt idx="9941">
                  <c:v>6.0</c:v>
                </c:pt>
                <c:pt idx="9942">
                  <c:v>6.0</c:v>
                </c:pt>
                <c:pt idx="9943">
                  <c:v>6.0</c:v>
                </c:pt>
                <c:pt idx="9944">
                  <c:v>6.0</c:v>
                </c:pt>
                <c:pt idx="9945">
                  <c:v>6.0</c:v>
                </c:pt>
                <c:pt idx="9946">
                  <c:v>6.0</c:v>
                </c:pt>
                <c:pt idx="9947">
                  <c:v>6.0</c:v>
                </c:pt>
                <c:pt idx="9948">
                  <c:v>6.0</c:v>
                </c:pt>
                <c:pt idx="9949">
                  <c:v>6.0</c:v>
                </c:pt>
                <c:pt idx="9950">
                  <c:v>6.0</c:v>
                </c:pt>
                <c:pt idx="9951">
                  <c:v>6.0</c:v>
                </c:pt>
                <c:pt idx="9952">
                  <c:v>6.0</c:v>
                </c:pt>
                <c:pt idx="9953">
                  <c:v>6.0</c:v>
                </c:pt>
                <c:pt idx="9954">
                  <c:v>6.0</c:v>
                </c:pt>
                <c:pt idx="9955">
                  <c:v>6.0</c:v>
                </c:pt>
                <c:pt idx="9956">
                  <c:v>6.0</c:v>
                </c:pt>
                <c:pt idx="9957">
                  <c:v>6.0</c:v>
                </c:pt>
                <c:pt idx="9958">
                  <c:v>6.0</c:v>
                </c:pt>
                <c:pt idx="9959">
                  <c:v>6.0</c:v>
                </c:pt>
                <c:pt idx="9960">
                  <c:v>6.0</c:v>
                </c:pt>
                <c:pt idx="9961">
                  <c:v>6.0</c:v>
                </c:pt>
                <c:pt idx="9962">
                  <c:v>6.0</c:v>
                </c:pt>
                <c:pt idx="9963">
                  <c:v>6.0</c:v>
                </c:pt>
                <c:pt idx="9964">
                  <c:v>6.0</c:v>
                </c:pt>
                <c:pt idx="9965">
                  <c:v>6.0</c:v>
                </c:pt>
                <c:pt idx="9966">
                  <c:v>6.0</c:v>
                </c:pt>
                <c:pt idx="9967">
                  <c:v>6.0</c:v>
                </c:pt>
                <c:pt idx="9968">
                  <c:v>6.0</c:v>
                </c:pt>
                <c:pt idx="9969">
                  <c:v>6.0</c:v>
                </c:pt>
                <c:pt idx="9970">
                  <c:v>6.0</c:v>
                </c:pt>
                <c:pt idx="9971">
                  <c:v>6.0</c:v>
                </c:pt>
                <c:pt idx="9972">
                  <c:v>6.0</c:v>
                </c:pt>
                <c:pt idx="9973">
                  <c:v>6.0</c:v>
                </c:pt>
                <c:pt idx="9974">
                  <c:v>6.0</c:v>
                </c:pt>
                <c:pt idx="9975">
                  <c:v>6.0</c:v>
                </c:pt>
                <c:pt idx="9976">
                  <c:v>6.0</c:v>
                </c:pt>
                <c:pt idx="9977">
                  <c:v>6.0</c:v>
                </c:pt>
                <c:pt idx="9978">
                  <c:v>6.0</c:v>
                </c:pt>
                <c:pt idx="9979">
                  <c:v>6.0</c:v>
                </c:pt>
                <c:pt idx="9980">
                  <c:v>6.0</c:v>
                </c:pt>
                <c:pt idx="9981">
                  <c:v>6.0</c:v>
                </c:pt>
                <c:pt idx="9982">
                  <c:v>6.0</c:v>
                </c:pt>
                <c:pt idx="9983">
                  <c:v>6.0</c:v>
                </c:pt>
                <c:pt idx="9984">
                  <c:v>6.0</c:v>
                </c:pt>
                <c:pt idx="9985">
                  <c:v>6.0</c:v>
                </c:pt>
                <c:pt idx="9986">
                  <c:v>6.0</c:v>
                </c:pt>
                <c:pt idx="9987">
                  <c:v>6.0</c:v>
                </c:pt>
                <c:pt idx="9988">
                  <c:v>6.0</c:v>
                </c:pt>
                <c:pt idx="9989">
                  <c:v>6.0</c:v>
                </c:pt>
                <c:pt idx="9990">
                  <c:v>6.0</c:v>
                </c:pt>
                <c:pt idx="9991">
                  <c:v>6.0</c:v>
                </c:pt>
                <c:pt idx="9992">
                  <c:v>6.0</c:v>
                </c:pt>
                <c:pt idx="9993">
                  <c:v>6.0</c:v>
                </c:pt>
                <c:pt idx="9994">
                  <c:v>6.0</c:v>
                </c:pt>
                <c:pt idx="9995">
                  <c:v>6.0</c:v>
                </c:pt>
                <c:pt idx="9996">
                  <c:v>6.0</c:v>
                </c:pt>
                <c:pt idx="9997">
                  <c:v>6.0</c:v>
                </c:pt>
                <c:pt idx="9998">
                  <c:v>6.0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t>Top 10 密碼片段占比分布 — 監控集中度風險</a:t>
            </a:r>
          </a:p>
        </c:rich>
      </c:tx>
      <c:layout/>
      <c:overlay val="0"/>
    </c:title>
    <c:autoTitleDeleted val="0"/>
    <c:plotArea>
      <c:barChart>
        <c:barDir val="bar"/>
        <c:grouping val="clustered"/>
        <c:ser>
          <c:idx val="0"/>
          <c:order val="0"/>
          <c:tx>
            <c:strRef>
              <c:f>Sheet1!$B$1</c:f>
              <c:strCache>
                <c:ptCount val="1"/>
                <c:pt idx="0">
                  <c:v>count</c:v>
                </c:pt>
              </c:strCache>
            </c:strRef>
          </c:tx>
          <c:cat>
            <c:strRef>
              <c:f>Sheet1!$A$2:$A$11</c:f>
              <c:strCache>
                <c:ptCount val="10"/>
                <c:pt idx="0">
                  <c:v>bulletformyvalentine</c:v>
                </c:pt>
                <c:pt idx="1">
                  <c:v>spongebobsquarepants</c:v>
                </c:pt>
                <c:pt idx="2">
                  <c:v>getthereveryfastindeed</c:v>
                </c:pt>
                <c:pt idx="3">
                  <c:v>getthereamazinglyfast</c:v>
                </c:pt>
                <c:pt idx="4">
                  <c:v>katrinatopseverywhere</c:v>
                </c:pt>
                <c:pt idx="5">
                  <c:v>backstagecateringcompany</c:v>
                </c:pt>
                <c:pt idx="6">
                  <c:v>love_can_turn_the_world</c:v>
                </c:pt>
                <c:pt idx="7">
                  <c:v>balthazar.architecture</c:v>
                </c:pt>
                <c:pt idx="8">
                  <c:v>earlymorningstoner420</c:v>
                </c:pt>
                <c:pt idx="9">
                  <c:v>nadinepreferredrealty</c:v>
                </c:pt>
              </c:strCache>
            </c:strRef>
          </c:cat>
          <c:val>
            <c:numRef>
              <c:f>Sheet1!$B$2:$B$11</c:f>
              <c:numCache>
                <c:formatCode>General</c:formatCode>
                <c:ptCount val="10"/>
                <c:pt idx="0">
                  <c:v>0.4146</c:v>
                </c:pt>
                <c:pt idx="1">
                  <c:v>0.1398</c:v>
                </c:pt>
                <c:pt idx="2">
                  <c:v>0.1366</c:v>
                </c:pt>
                <c:pt idx="3">
                  <c:v>0.1318</c:v>
                </c:pt>
                <c:pt idx="4">
                  <c:v>0.1109</c:v>
                </c:pt>
                <c:pt idx="5">
                  <c:v>0.1012</c:v>
                </c:pt>
                <c:pt idx="6">
                  <c:v>0.0948</c:v>
                </c:pt>
                <c:pt idx="7">
                  <c:v>0.0932</c:v>
                </c:pt>
                <c:pt idx="8">
                  <c:v>0.0836</c:v>
                </c:pt>
                <c:pt idx="9">
                  <c:v>0.0819</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preserve="1">
  <p:cSld name="標題投影片">
    <p:spTree>
      <p:nvGrpSpPr>
        <p:cNvPr id="1" name="Shape 13"/>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026A16C4-3BD0-72DB-C8B5-239F03494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4" name="Google Shape;14;p7"/>
          <p:cNvSpPr txBox="1">
            <a:spLocks noGrp="1"/>
          </p:cNvSpPr>
          <p:nvPr>
            <p:ph type="title"/>
          </p:nvPr>
        </p:nvSpPr>
        <p:spPr>
          <a:xfrm>
            <a:off x="1114515" y="1278736"/>
            <a:ext cx="9962700" cy="759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F4F4F"/>
              </a:buClr>
              <a:buSzPts val="3000"/>
              <a:buNone/>
              <a:defRPr sz="30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
        <p:nvSpPr>
          <p:cNvPr id="15" name="Google Shape;15;p7"/>
          <p:cNvSpPr txBox="1">
            <a:spLocks noGrp="1"/>
          </p:cNvSpPr>
          <p:nvPr>
            <p:ph type="body" idx="1"/>
          </p:nvPr>
        </p:nvSpPr>
        <p:spPr>
          <a:xfrm>
            <a:off x="1114350" y="2394796"/>
            <a:ext cx="9963300" cy="30840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BE171B"/>
              </a:buClr>
              <a:buSzPts val="2400"/>
              <a:buChar char="●"/>
              <a:defRPr i="0">
                <a:solidFill>
                  <a:srgbClr val="4F4F4F"/>
                </a:solidFill>
              </a:defRPr>
            </a:lvl1pPr>
            <a:lvl2pPr marL="914400" marR="0" lvl="1" indent="-355600" algn="l">
              <a:lnSpc>
                <a:spcPct val="100000"/>
              </a:lnSpc>
              <a:spcBef>
                <a:spcPts val="500"/>
              </a:spcBef>
              <a:spcAft>
                <a:spcPts val="0"/>
              </a:spcAft>
              <a:buClr>
                <a:srgbClr val="CC181D"/>
              </a:buClr>
              <a:buSzPts val="2000"/>
              <a:buChar char="●"/>
              <a:defRPr i="0">
                <a:solidFill>
                  <a:srgbClr val="4F4F4F"/>
                </a:solidFill>
              </a:defRPr>
            </a:lvl2pPr>
            <a:lvl3pPr marL="1371600" lvl="2" indent="-342900" algn="l">
              <a:lnSpc>
                <a:spcPct val="90000"/>
              </a:lnSpc>
              <a:spcBef>
                <a:spcPts val="500"/>
              </a:spcBef>
              <a:spcAft>
                <a:spcPts val="0"/>
              </a:spcAft>
              <a:buClr>
                <a:srgbClr val="BE171B"/>
              </a:buClr>
              <a:buSzPts val="1800"/>
              <a:buChar char="■"/>
              <a:defRPr/>
            </a:lvl3pPr>
            <a:lvl4pPr marL="1828800" lvl="3" indent="-228600" algn="l">
              <a:lnSpc>
                <a:spcPct val="90000"/>
              </a:lnSpc>
              <a:spcBef>
                <a:spcPts val="500"/>
              </a:spcBef>
              <a:spcAft>
                <a:spcPts val="0"/>
              </a:spcAft>
              <a:buClr>
                <a:srgbClr val="BE171B"/>
              </a:buClr>
              <a:buSzPts val="1800"/>
              <a:buNone/>
              <a:defRPr b="1"/>
            </a:lvl4pPr>
            <a:lvl5pPr marL="2286000" lvl="4" indent="-323850" algn="l">
              <a:lnSpc>
                <a:spcPct val="90000"/>
              </a:lnSpc>
              <a:spcBef>
                <a:spcPts val="500"/>
              </a:spcBef>
              <a:spcAft>
                <a:spcPts val="0"/>
              </a:spcAft>
              <a:buClr>
                <a:srgbClr val="BE171B"/>
              </a:buClr>
              <a:buSzPts val="1500"/>
              <a:buChar char="•"/>
              <a:defRPr sz="1500" b="1"/>
            </a:lvl5pPr>
            <a:lvl6pPr marL="2743200" lvl="5" indent="-317500" algn="l">
              <a:lnSpc>
                <a:spcPct val="90000"/>
              </a:lnSpc>
              <a:spcBef>
                <a:spcPts val="500"/>
              </a:spcBef>
              <a:spcAft>
                <a:spcPts val="0"/>
              </a:spcAft>
              <a:buClr>
                <a:srgbClr val="BE171B"/>
              </a:buClr>
              <a:buSzPts val="1400"/>
              <a:buChar char="•"/>
              <a:defRPr sz="1400" b="1">
                <a:solidFill>
                  <a:srgbClr val="464444"/>
                </a:solidFill>
              </a:defRPr>
            </a:lvl6pPr>
            <a:lvl7pPr marL="3200400" lvl="6" indent="-304800" algn="l">
              <a:lnSpc>
                <a:spcPct val="90000"/>
              </a:lnSpc>
              <a:spcBef>
                <a:spcPts val="500"/>
              </a:spcBef>
              <a:spcAft>
                <a:spcPts val="0"/>
              </a:spcAft>
              <a:buClr>
                <a:srgbClr val="BE171B"/>
              </a:buClr>
              <a:buSzPts val="1200"/>
              <a:buChar char="•"/>
              <a:defRPr sz="1200" b="1">
                <a:solidFill>
                  <a:srgbClr val="464444"/>
                </a:solidFill>
              </a:defRPr>
            </a:lvl7pPr>
            <a:lvl8pPr marL="3657600" lvl="7" indent="-292100" algn="l">
              <a:lnSpc>
                <a:spcPct val="90000"/>
              </a:lnSpc>
              <a:spcBef>
                <a:spcPts val="500"/>
              </a:spcBef>
              <a:spcAft>
                <a:spcPts val="0"/>
              </a:spcAft>
              <a:buClr>
                <a:srgbClr val="BE171B"/>
              </a:buClr>
              <a:buSzPts val="1000"/>
              <a:buChar char="•"/>
              <a:defRPr sz="1000" b="1">
                <a:solidFill>
                  <a:srgbClr val="464444"/>
                </a:solidFill>
              </a:defRPr>
            </a:lvl8pPr>
            <a:lvl9pPr marL="4114800" lvl="8" indent="-279400" algn="l">
              <a:lnSpc>
                <a:spcPct val="90000"/>
              </a:lnSpc>
              <a:spcBef>
                <a:spcPts val="500"/>
              </a:spcBef>
              <a:spcAft>
                <a:spcPts val="0"/>
              </a:spcAft>
              <a:buClr>
                <a:srgbClr val="BE171B"/>
              </a:buClr>
              <a:buSzPts val="800"/>
              <a:buChar char="•"/>
              <a:defRPr sz="800" b="1">
                <a:solidFill>
                  <a:srgbClr val="464444"/>
                </a:solidFill>
              </a:defRPr>
            </a:lvl9pPr>
          </a:lstStyle>
          <a:p>
            <a:endParaRPr/>
          </a:p>
        </p:txBody>
      </p:sp>
      <p:cxnSp>
        <p:nvCxnSpPr>
          <p:cNvPr id="16" name="Google Shape;16;p7"/>
          <p:cNvCxnSpPr/>
          <p:nvPr/>
        </p:nvCxnSpPr>
        <p:spPr>
          <a:xfrm>
            <a:off x="1114515" y="2056042"/>
            <a:ext cx="9962700" cy="0"/>
          </a:xfrm>
          <a:prstGeom prst="straightConnector1">
            <a:avLst/>
          </a:prstGeom>
          <a:noFill/>
          <a:ln w="19050" cap="flat" cmpd="sng">
            <a:solidFill>
              <a:srgbClr val="A5A5A5"/>
            </a:solidFill>
            <a:prstDash val="solid"/>
            <a:miter lim="800000"/>
            <a:headEnd type="none" w="sm" len="sm"/>
            <a:tailEnd type="none" w="sm" len="sm"/>
          </a:ln>
        </p:spPr>
      </p:cxnSp>
      <p:pic>
        <p:nvPicPr>
          <p:cNvPr id="17" name="Google Shape;17;p7"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Tree>
    <p:extLst>
      <p:ext uri="{BB962C8B-B14F-4D97-AF65-F5344CB8AC3E}">
        <p14:creationId xmlns:p14="http://schemas.microsoft.com/office/powerpoint/2010/main" val="3120488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標題投影片" preserve="1">
  <p:cSld name="2_標題投影片">
    <p:spTree>
      <p:nvGrpSpPr>
        <p:cNvPr id="1" name="Shape 18"/>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E912A1DA-C32A-79BA-3D45-A52103A38D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9" name="Google Shape;19;p8"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0" name="Google Shape;20;p8"/>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13446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標題投影片" preserve="1">
  <p:cSld name="3_標題投影片">
    <p:spTree>
      <p:nvGrpSpPr>
        <p:cNvPr id="1" name="Shape 21"/>
        <p:cNvGrpSpPr/>
        <p:nvPr/>
      </p:nvGrpSpPr>
      <p:grpSpPr>
        <a:xfrm>
          <a:off x="0" y="0"/>
          <a:ext cx="0" cy="0"/>
          <a:chOff x="0" y="0"/>
          <a:chExt cx="0" cy="0"/>
        </a:xfrm>
      </p:grpSpPr>
      <p:pic>
        <p:nvPicPr>
          <p:cNvPr id="3" name="圖片 2" descr="一張含有 圖形, 設計 的圖片&#10;&#10;AI 產生的內容可能不正確。">
            <a:extLst>
              <a:ext uri="{FF2B5EF4-FFF2-40B4-BE49-F238E27FC236}">
                <a16:creationId xmlns:a16="http://schemas.microsoft.com/office/drawing/2014/main" id="{C649EEB2-B486-967D-A023-BE167D421E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22" name="Google Shape;22;p9"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3" name="Google Shape;23;p9"/>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2213661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標題及內容" preserve="1">
  <p:cSld name="1_標題及內容">
    <p:spTree>
      <p:nvGrpSpPr>
        <p:cNvPr id="1" name="Shape 24"/>
        <p:cNvGrpSpPr/>
        <p:nvPr/>
      </p:nvGrpSpPr>
      <p:grpSpPr>
        <a:xfrm>
          <a:off x="0" y="0"/>
          <a:ext cx="0" cy="0"/>
          <a:chOff x="0" y="0"/>
          <a:chExt cx="0" cy="0"/>
        </a:xfrm>
      </p:grpSpPr>
      <p:sp>
        <p:nvSpPr>
          <p:cNvPr id="25" name="Google Shape;25;p10"/>
          <p:cNvSpPr txBox="1">
            <a:spLocks noGrp="1"/>
          </p:cNvSpPr>
          <p:nvPr>
            <p:ph type="body" idx="1"/>
          </p:nvPr>
        </p:nvSpPr>
        <p:spPr>
          <a:xfrm>
            <a:off x="368595" y="1247553"/>
            <a:ext cx="11242500" cy="48801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rgbClr val="CC181D"/>
              </a:buClr>
              <a:buSzPts val="2400"/>
              <a:buFont typeface="Noto Sans Symbols"/>
              <a:buChar char="■"/>
              <a:defRPr sz="2400" b="1"/>
            </a:lvl1pPr>
            <a:lvl2pPr marL="914400" lvl="1" indent="-355600" algn="l">
              <a:lnSpc>
                <a:spcPct val="100000"/>
              </a:lnSpc>
              <a:spcBef>
                <a:spcPts val="500"/>
              </a:spcBef>
              <a:spcAft>
                <a:spcPts val="0"/>
              </a:spcAft>
              <a:buClr>
                <a:srgbClr val="CC181D"/>
              </a:buClr>
              <a:buSzPts val="2000"/>
              <a:buFont typeface="Noto Sans Symbols"/>
              <a:buChar char="●"/>
              <a:defRPr sz="2000" b="1"/>
            </a:lvl2pPr>
            <a:lvl3pPr marL="1371600" lvl="2" indent="-330200" algn="l">
              <a:lnSpc>
                <a:spcPct val="100000"/>
              </a:lnSpc>
              <a:spcBef>
                <a:spcPts val="500"/>
              </a:spcBef>
              <a:spcAft>
                <a:spcPts val="0"/>
              </a:spcAft>
              <a:buClr>
                <a:srgbClr val="CC181D"/>
              </a:buClr>
              <a:buSzPts val="1600"/>
              <a:buFont typeface="Noto Sans Symbols"/>
              <a:buChar char="●"/>
              <a:defRPr sz="1600" b="1"/>
            </a:lvl3pPr>
            <a:lvl4pPr marL="1828800" lvl="3" indent="-304800" algn="l">
              <a:lnSpc>
                <a:spcPct val="100000"/>
              </a:lnSpc>
              <a:spcBef>
                <a:spcPts val="500"/>
              </a:spcBef>
              <a:spcAft>
                <a:spcPts val="0"/>
              </a:spcAft>
              <a:buClr>
                <a:srgbClr val="CC181D"/>
              </a:buClr>
              <a:buSzPts val="1200"/>
              <a:buFont typeface="Arial"/>
              <a:buChar char="•"/>
              <a:defRPr sz="1200" b="1"/>
            </a:lvl4pPr>
            <a:lvl5pPr marL="2286000" lvl="4" indent="-314325" algn="l">
              <a:lnSpc>
                <a:spcPct val="90000"/>
              </a:lnSpc>
              <a:spcBef>
                <a:spcPts val="500"/>
              </a:spcBef>
              <a:spcAft>
                <a:spcPts val="0"/>
              </a:spcAft>
              <a:buClr>
                <a:srgbClr val="CC181D"/>
              </a:buClr>
              <a:buSzPts val="1350"/>
              <a:buFont typeface="Noto Sans Symbols"/>
              <a:buChar char="●"/>
              <a:defRPr sz="1350" b="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
          <p:cNvSpPr txBox="1">
            <a:spLocks noGrp="1"/>
          </p:cNvSpPr>
          <p:nvPr>
            <p:ph type="title"/>
          </p:nvPr>
        </p:nvSpPr>
        <p:spPr>
          <a:xfrm>
            <a:off x="349956" y="259072"/>
            <a:ext cx="11261019" cy="75988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6444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9pPr>
          </a:lstStyle>
          <a:p>
            <a:pPr marL="0" lvl="0" indent="0" algn="r" rtl="0">
              <a:spcBef>
                <a:spcPts val="0"/>
              </a:spcBef>
              <a:spcAft>
                <a:spcPts val="0"/>
              </a:spcAft>
              <a:buNone/>
            </a:pPr>
            <a:fld id="{00000000-1234-1234-1234-123412341234}" type="slidenum">
              <a:rPr lang="zh-TW"/>
              <a:t>‹#›</a:t>
            </a:fld>
            <a:endParaRPr/>
          </a:p>
        </p:txBody>
      </p:sp>
      <p:sp>
        <p:nvSpPr>
          <p:cNvPr id="28" name="Google Shape;28;p10"/>
          <p:cNvSpPr txBox="1"/>
          <p:nvPr/>
        </p:nvSpPr>
        <p:spPr>
          <a:xfrm>
            <a:off x="-2146501" y="-1235899"/>
            <a:ext cx="11261019" cy="75988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464444"/>
              </a:buClr>
              <a:buSzPts val="3000"/>
              <a:buFont typeface="Noto Sans"/>
              <a:buNone/>
            </a:pPr>
            <a:endParaRPr sz="3000" b="1" i="0" u="none" strike="noStrike" cap="none">
              <a:solidFill>
                <a:srgbClr val="464444"/>
              </a:solidFill>
              <a:latin typeface="Noto Sans"/>
              <a:ea typeface="Noto Sans"/>
              <a:cs typeface="Noto Sans"/>
              <a:sym typeface="Noto Sans"/>
            </a:endParaRPr>
          </a:p>
        </p:txBody>
      </p:sp>
      <p:pic>
        <p:nvPicPr>
          <p:cNvPr id="29" name="Google Shape;29;p10" title="標語_中.png"/>
          <p:cNvPicPr preferRelativeResize="0"/>
          <p:nvPr/>
        </p:nvPicPr>
        <p:blipFill>
          <a:blip r:embed="rId2">
            <a:alphaModFix/>
          </a:blip>
          <a:stretch>
            <a:fillRect/>
          </a:stretch>
        </p:blipFill>
        <p:spPr>
          <a:xfrm>
            <a:off x="10311550" y="6534225"/>
            <a:ext cx="1071550" cy="128575"/>
          </a:xfrm>
          <a:prstGeom prst="rect">
            <a:avLst/>
          </a:prstGeom>
          <a:noFill/>
          <a:ln>
            <a:noFill/>
          </a:ln>
        </p:spPr>
      </p:pic>
      <p:pic>
        <p:nvPicPr>
          <p:cNvPr id="30" name="Google Shape;30;p10" title="金控_中_彩.png"/>
          <p:cNvPicPr preferRelativeResize="0"/>
          <p:nvPr/>
        </p:nvPicPr>
        <p:blipFill>
          <a:blip r:embed="rId3">
            <a:alphaModFix/>
          </a:blip>
          <a:stretch>
            <a:fillRect/>
          </a:stretch>
        </p:blipFill>
        <p:spPr>
          <a:xfrm>
            <a:off x="0" y="6248175"/>
            <a:ext cx="1602775" cy="609825"/>
          </a:xfrm>
          <a:prstGeom prst="rect">
            <a:avLst/>
          </a:prstGeom>
          <a:noFill/>
          <a:ln>
            <a:noFill/>
          </a:ln>
        </p:spPr>
      </p:pic>
      <p:cxnSp>
        <p:nvCxnSpPr>
          <p:cNvPr id="31" name="Google Shape;31;p10"/>
          <p:cNvCxnSpPr/>
          <p:nvPr/>
        </p:nvCxnSpPr>
        <p:spPr>
          <a:xfrm>
            <a:off x="1597301" y="6445831"/>
            <a:ext cx="8341800" cy="0"/>
          </a:xfrm>
          <a:prstGeom prst="straightConnector1">
            <a:avLst/>
          </a:prstGeom>
          <a:noFill/>
          <a:ln w="19050" cap="flat" cmpd="sng">
            <a:solidFill>
              <a:srgbClr val="D70C18"/>
            </a:solidFill>
            <a:prstDash val="solid"/>
            <a:round/>
            <a:headEnd type="none" w="med" len="med"/>
            <a:tailEnd type="none" w="med" len="med"/>
          </a:ln>
        </p:spPr>
      </p:cxnSp>
      <p:cxnSp>
        <p:nvCxnSpPr>
          <p:cNvPr id="32" name="Google Shape;32;p10"/>
          <p:cNvCxnSpPr/>
          <p:nvPr/>
        </p:nvCxnSpPr>
        <p:spPr>
          <a:xfrm rot="10800000">
            <a:off x="9939225" y="6445838"/>
            <a:ext cx="1446600" cy="0"/>
          </a:xfrm>
          <a:prstGeom prst="straightConnector1">
            <a:avLst/>
          </a:prstGeom>
          <a:noFill/>
          <a:ln w="19050" cap="flat" cmpd="sng">
            <a:solidFill>
              <a:srgbClr val="D8D8D8"/>
            </a:solidFill>
            <a:prstDash val="solid"/>
            <a:round/>
            <a:headEnd type="none" w="med" len="med"/>
            <a:tailEnd type="none" w="med" len="med"/>
          </a:ln>
        </p:spPr>
      </p:cxnSp>
    </p:spTree>
    <p:extLst>
      <p:ext uri="{BB962C8B-B14F-4D97-AF65-F5344CB8AC3E}">
        <p14:creationId xmlns:p14="http://schemas.microsoft.com/office/powerpoint/2010/main" val="351964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章節標題" preserve="1">
  <p:cSld name="2_章節標題">
    <p:spTree>
      <p:nvGrpSpPr>
        <p:cNvPr id="1" name="Shape 33"/>
        <p:cNvGrpSpPr/>
        <p:nvPr/>
      </p:nvGrpSpPr>
      <p:grpSpPr>
        <a:xfrm>
          <a:off x="0" y="0"/>
          <a:ext cx="0" cy="0"/>
          <a:chOff x="0" y="0"/>
          <a:chExt cx="0" cy="0"/>
        </a:xfrm>
      </p:grpSpPr>
      <p:pic>
        <p:nvPicPr>
          <p:cNvPr id="3" name="圖片 2" descr="一張含有 設計 的圖片&#10;&#10;AI 產生的內容可能不正確。">
            <a:extLst>
              <a:ext uri="{FF2B5EF4-FFF2-40B4-BE49-F238E27FC236}">
                <a16:creationId xmlns:a16="http://schemas.microsoft.com/office/drawing/2014/main" id="{3B5AF3D8-B199-5417-755A-9D51D04F6E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34" name="Google Shape;34;p11"/>
          <p:cNvSpPr txBox="1">
            <a:spLocks noGrp="1"/>
          </p:cNvSpPr>
          <p:nvPr>
            <p:ph type="title"/>
          </p:nvPr>
        </p:nvSpPr>
        <p:spPr>
          <a:xfrm>
            <a:off x="831851" y="4128475"/>
            <a:ext cx="10515600" cy="1608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464444"/>
              </a:buClr>
              <a:buSzPts val="4800"/>
              <a:buNone/>
              <a:defRPr sz="4800" i="0">
                <a:solidFill>
                  <a:srgbClr val="464444"/>
                </a:solidFill>
              </a:defRPr>
            </a:lvl1pPr>
            <a:lvl2pPr lvl="1" algn="ctr">
              <a:lnSpc>
                <a:spcPct val="100000"/>
              </a:lnSpc>
              <a:spcBef>
                <a:spcPts val="0"/>
              </a:spcBef>
              <a:spcAft>
                <a:spcPts val="0"/>
              </a:spcAft>
              <a:buSzPts val="1400"/>
              <a:buNone/>
              <a:defRPr b="1"/>
            </a:lvl2pPr>
            <a:lvl3pPr lvl="2" algn="ctr">
              <a:lnSpc>
                <a:spcPct val="100000"/>
              </a:lnSpc>
              <a:spcBef>
                <a:spcPts val="0"/>
              </a:spcBef>
              <a:spcAft>
                <a:spcPts val="0"/>
              </a:spcAft>
              <a:buSzPts val="1400"/>
              <a:buNone/>
              <a:defRPr b="1"/>
            </a:lvl3pPr>
            <a:lvl4pPr lvl="3" algn="ctr">
              <a:lnSpc>
                <a:spcPct val="100000"/>
              </a:lnSpc>
              <a:spcBef>
                <a:spcPts val="0"/>
              </a:spcBef>
              <a:spcAft>
                <a:spcPts val="0"/>
              </a:spcAft>
              <a:buSzPts val="1400"/>
              <a:buNone/>
              <a:defRPr b="1"/>
            </a:lvl4pPr>
            <a:lvl5pPr lvl="4" algn="ctr">
              <a:lnSpc>
                <a:spcPct val="100000"/>
              </a:lnSpc>
              <a:spcBef>
                <a:spcPts val="0"/>
              </a:spcBef>
              <a:spcAft>
                <a:spcPts val="0"/>
              </a:spcAft>
              <a:buSzPts val="1400"/>
              <a:buNone/>
              <a:defRPr b="1"/>
            </a:lvl5pPr>
            <a:lvl6pPr lvl="5" algn="ctr">
              <a:lnSpc>
                <a:spcPct val="100000"/>
              </a:lnSpc>
              <a:spcBef>
                <a:spcPts val="0"/>
              </a:spcBef>
              <a:spcAft>
                <a:spcPts val="0"/>
              </a:spcAft>
              <a:buSzPts val="1400"/>
              <a:buNone/>
              <a:defRPr b="1"/>
            </a:lvl6pPr>
            <a:lvl7pPr lvl="6" algn="ctr">
              <a:lnSpc>
                <a:spcPct val="100000"/>
              </a:lnSpc>
              <a:spcBef>
                <a:spcPts val="0"/>
              </a:spcBef>
              <a:spcAft>
                <a:spcPts val="0"/>
              </a:spcAft>
              <a:buSzPts val="1400"/>
              <a:buNone/>
              <a:defRPr b="1"/>
            </a:lvl7pPr>
            <a:lvl8pPr lvl="7" algn="ctr">
              <a:lnSpc>
                <a:spcPct val="100000"/>
              </a:lnSpc>
              <a:spcBef>
                <a:spcPts val="0"/>
              </a:spcBef>
              <a:spcAft>
                <a:spcPts val="0"/>
              </a:spcAft>
              <a:buSzPts val="1400"/>
              <a:buNone/>
              <a:defRPr b="1"/>
            </a:lvl8pPr>
            <a:lvl9pPr lvl="8" algn="ctr">
              <a:lnSpc>
                <a:spcPct val="100000"/>
              </a:lnSpc>
              <a:spcBef>
                <a:spcPts val="0"/>
              </a:spcBef>
              <a:spcAft>
                <a:spcPts val="0"/>
              </a:spcAft>
              <a:buSzPts val="1400"/>
              <a:buNone/>
              <a:defRPr b="1"/>
            </a:lvl9pPr>
          </a:lstStyle>
          <a:p>
            <a:endParaRPr/>
          </a:p>
        </p:txBody>
      </p:sp>
      <p:pic>
        <p:nvPicPr>
          <p:cNvPr id="35" name="Google Shape;35;p11" title="金控_中_白.png"/>
          <p:cNvPicPr preferRelativeResize="0"/>
          <p:nvPr/>
        </p:nvPicPr>
        <p:blipFill>
          <a:blip r:embed="rId3">
            <a:alphaModFix/>
          </a:blip>
          <a:stretch>
            <a:fillRect/>
          </a:stretch>
        </p:blipFill>
        <p:spPr>
          <a:xfrm>
            <a:off x="3308100" y="688548"/>
            <a:ext cx="5575550" cy="2121525"/>
          </a:xfrm>
          <a:prstGeom prst="rect">
            <a:avLst/>
          </a:prstGeom>
          <a:noFill/>
          <a:ln>
            <a:noFill/>
          </a:ln>
        </p:spPr>
      </p:pic>
    </p:spTree>
    <p:extLst>
      <p:ext uri="{BB962C8B-B14F-4D97-AF65-F5344CB8AC3E}">
        <p14:creationId xmlns:p14="http://schemas.microsoft.com/office/powerpoint/2010/main" val="974860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D00B95-F112-B8B7-381C-1E417E4AB95D}"/>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97BE2AAC-90E4-D32C-C2EC-A159487F55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D8B5046B-CF36-90D5-96AF-C53DBA745A58}"/>
              </a:ext>
            </a:extLst>
          </p:cNvPr>
          <p:cNvSpPr>
            <a:spLocks noGrp="1"/>
          </p:cNvSpPr>
          <p:nvPr>
            <p:ph type="dt" sz="half" idx="10"/>
          </p:nvPr>
        </p:nvSpPr>
        <p:spPr/>
        <p:txBody>
          <a:bodyPr/>
          <a:lstStyle/>
          <a:p>
            <a:fld id="{CDBF5755-7018-4945-A46B-2B4DE79FC767}" type="datetimeFigureOut">
              <a:rPr kumimoji="1" lang="zh-TW" altLang="en-US" smtClean="0"/>
              <a:t>2026/5/26</a:t>
            </a:fld>
            <a:endParaRPr kumimoji="1" lang="zh-TW" altLang="en-US"/>
          </a:p>
        </p:txBody>
      </p:sp>
      <p:sp>
        <p:nvSpPr>
          <p:cNvPr id="5" name="頁尾版面配置區 4">
            <a:extLst>
              <a:ext uri="{FF2B5EF4-FFF2-40B4-BE49-F238E27FC236}">
                <a16:creationId xmlns:a16="http://schemas.microsoft.com/office/drawing/2014/main" id="{7C4874EB-7423-DBD2-1C7B-424E851D8E7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530B08D-6B26-34AE-92D0-8D2AB1E7F8C4}"/>
              </a:ext>
            </a:extLst>
          </p:cNvPr>
          <p:cNvSpPr>
            <a:spLocks noGrp="1"/>
          </p:cNvSpPr>
          <p:nvPr>
            <p:ph type="sldNum" sz="quarter" idx="12"/>
          </p:nvPr>
        </p:nvSpPr>
        <p:spPr/>
        <p:txBody>
          <a:bodyPr/>
          <a:lstStyle/>
          <a:p>
            <a:fld id="{A207DD83-9373-1C49-B3EB-CD40710A3CCF}" type="slidenum">
              <a:rPr kumimoji="1" lang="zh-TW" altLang="en-US" smtClean="0"/>
              <a:t>‹#›</a:t>
            </a:fld>
            <a:endParaRPr kumimoji="1" lang="zh-TW" altLang="en-US"/>
          </a:p>
        </p:txBody>
      </p:sp>
    </p:spTree>
    <p:extLst>
      <p:ext uri="{BB962C8B-B14F-4D97-AF65-F5344CB8AC3E}">
        <p14:creationId xmlns:p14="http://schemas.microsoft.com/office/powerpoint/2010/main" val="19626679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body" idx="1"/>
          </p:nvPr>
        </p:nvSpPr>
        <p:spPr>
          <a:xfrm>
            <a:off x="519290" y="1176425"/>
            <a:ext cx="11091600" cy="50004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rgbClr val="EF0000"/>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1pPr>
            <a:lvl2pPr marL="914400" marR="0" lvl="1" indent="-355600" algn="l" rtl="0">
              <a:lnSpc>
                <a:spcPct val="90000"/>
              </a:lnSpc>
              <a:spcBef>
                <a:spcPts val="500"/>
              </a:spcBef>
              <a:spcAft>
                <a:spcPts val="0"/>
              </a:spcAft>
              <a:buClr>
                <a:srgbClr val="EF0000"/>
              </a:buClr>
              <a:buSzPts val="2000"/>
              <a:buFont typeface="Microsoft JhengHei"/>
              <a:buChar char="■"/>
              <a:defRPr sz="2000" b="1" i="0" u="none" strike="noStrike" cap="none">
                <a:solidFill>
                  <a:srgbClr val="464444"/>
                </a:solidFill>
                <a:latin typeface="Microsoft JhengHei"/>
                <a:ea typeface="Microsoft JhengHei"/>
                <a:cs typeface="Microsoft JhengHei"/>
                <a:sym typeface="Microsoft JhengHei"/>
              </a:defRPr>
            </a:lvl2pPr>
            <a:lvl3pPr marL="1371600" marR="0" lvl="2" indent="-330200" algn="l" rtl="0">
              <a:lnSpc>
                <a:spcPct val="90000"/>
              </a:lnSpc>
              <a:spcBef>
                <a:spcPts val="500"/>
              </a:spcBef>
              <a:spcAft>
                <a:spcPts val="0"/>
              </a:spcAft>
              <a:buClr>
                <a:srgbClr val="EF0000"/>
              </a:buClr>
              <a:buSzPts val="1600"/>
              <a:buFont typeface="Microsoft JhengHei"/>
              <a:buChar char="■"/>
              <a:defRPr sz="1600" b="1" i="0" u="none" strike="noStrike" cap="none">
                <a:solidFill>
                  <a:srgbClr val="464444"/>
                </a:solidFill>
                <a:latin typeface="Microsoft JhengHei"/>
                <a:ea typeface="Microsoft JhengHei"/>
                <a:cs typeface="Microsoft JhengHei"/>
                <a:sym typeface="Microsoft JhengHei"/>
              </a:defRPr>
            </a:lvl3pPr>
            <a:lvl4pPr marL="1828800" marR="0" lvl="3" indent="-228600" algn="l" rtl="0">
              <a:lnSpc>
                <a:spcPct val="90000"/>
              </a:lnSpc>
              <a:spcBef>
                <a:spcPts val="500"/>
              </a:spcBef>
              <a:spcAft>
                <a:spcPts val="0"/>
              </a:spcAft>
              <a:buClr>
                <a:srgbClr val="464444"/>
              </a:buClr>
              <a:buSzPts val="1600"/>
              <a:buFont typeface="Microsoft JhengHei"/>
              <a:buNone/>
              <a:defRPr sz="1600" b="1" i="0" u="none" strike="noStrike" cap="none">
                <a:solidFill>
                  <a:srgbClr val="464444"/>
                </a:solidFill>
                <a:latin typeface="Microsoft JhengHei"/>
                <a:ea typeface="Microsoft JhengHei"/>
                <a:cs typeface="Microsoft JhengHei"/>
                <a:sym typeface="Microsoft JhengHei"/>
              </a:defRPr>
            </a:lvl4pPr>
            <a:lvl5pPr marL="2286000" marR="0" lvl="4" indent="-381000" algn="l" rtl="0">
              <a:lnSpc>
                <a:spcPct val="90000"/>
              </a:lnSpc>
              <a:spcBef>
                <a:spcPts val="500"/>
              </a:spcBef>
              <a:spcAft>
                <a:spcPts val="0"/>
              </a:spcAft>
              <a:buClr>
                <a:srgbClr val="464444"/>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5pPr>
            <a:lvl6pPr marL="2743200" marR="0" lvl="5"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6pPr>
            <a:lvl7pPr marL="3200400" marR="0" lvl="6"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7pPr>
            <a:lvl8pPr marL="3657600" marR="0" lvl="7"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8pPr>
            <a:lvl9pPr marL="4114800" marR="0" lvl="8"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9pPr>
          </a:lstStyle>
          <a:p>
            <a:endParaRPr/>
          </a:p>
        </p:txBody>
      </p:sp>
      <p:sp>
        <p:nvSpPr>
          <p:cNvPr id="11" name="Google Shape;11;p6"/>
          <p:cNvSpPr txBox="1">
            <a:spLocks noGrp="1"/>
          </p:cNvSpPr>
          <p:nvPr>
            <p:ph type="title"/>
          </p:nvPr>
        </p:nvSpPr>
        <p:spPr>
          <a:xfrm>
            <a:off x="519290" y="259072"/>
            <a:ext cx="11091685" cy="75988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464444"/>
              </a:buClr>
              <a:buSzPts val="3000"/>
              <a:buFont typeface="Microsoft JhengHei"/>
              <a:buNone/>
              <a:defRPr sz="3000" b="1" i="0" u="none" strike="noStrike" cap="none">
                <a:solidFill>
                  <a:srgbClr val="464444"/>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2pPr>
            <a:lvl3pPr marR="0" lvl="2"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3pPr>
            <a:lvl4pPr marR="0" lvl="3"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4pPr>
            <a:lvl5pPr marR="0" lvl="4"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5pPr>
            <a:lvl6pPr marR="0" lvl="5"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6pPr>
            <a:lvl7pPr marR="0" lvl="6"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7pPr>
            <a:lvl8pPr marR="0" lvl="7"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8pPr>
            <a:lvl9pPr marR="0" lvl="8"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9pPr>
          </a:lstStyle>
          <a:p>
            <a:endParaRPr/>
          </a:p>
        </p:txBody>
      </p:sp>
      <p:sp>
        <p:nvSpPr>
          <p:cNvPr id="12" name="Google Shape;12;p6"/>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1pPr>
            <a:lvl2pPr marL="0" marR="0" lvl="1"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2pPr>
            <a:lvl3pPr marL="0" marR="0" lvl="2"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3pPr>
            <a:lvl4pPr marL="0" marR="0" lvl="3"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4pPr>
            <a:lvl5pPr marL="0" marR="0" lvl="4"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5pPr>
            <a:lvl6pPr marL="0" marR="0" lvl="5"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6pPr>
            <a:lvl7pPr marL="0" marR="0" lvl="6"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7pPr>
            <a:lvl8pPr marL="0" marR="0" lvl="7"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8pPr>
            <a:lvl9pPr marL="0" marR="0" lvl="8"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9pPr>
          </a:lstStyle>
          <a:p>
            <a:pPr marL="0" lvl="0" indent="0" algn="r" rtl="0">
              <a:spcBef>
                <a:spcPts val="0"/>
              </a:spcBef>
              <a:spcAft>
                <a:spcPts val="0"/>
              </a:spcAft>
              <a:buNone/>
            </a:pPr>
            <a:fld id="{00000000-1234-1234-1234-123412341234}" type="slidenum">
              <a:rPr lang="zh-TW"/>
              <a:t>‹#›</a:t>
            </a:fld>
            <a:endParaRPr/>
          </a:p>
        </p:txBody>
      </p:sp>
    </p:spTree>
    <p:extLst>
      <p:ext uri="{BB962C8B-B14F-4D97-AF65-F5344CB8AC3E}">
        <p14:creationId xmlns:p14="http://schemas.microsoft.com/office/powerpoint/2010/main" val="192558018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06FCBD-1057-479C-BDC5-C41CA873157D}"/>
              </a:ext>
            </a:extLst>
          </p:cNvPr>
          <p:cNvSpPr>
            <a:spLocks noGrp="1"/>
          </p:cNvSpPr>
          <p:nvPr>
            <p:ph type="title"/>
          </p:nvPr>
        </p:nvSpPr>
        <p:spPr/>
        <p:txBody>
          <a:bodyPr/>
          <a:lstStyle/>
          <a:p>
            <a:r>
              <a:rPr sz="3200" b="1">
                <a:solidFill>
                  <a:srgbClr val="4D4D4D"/>
                </a:solidFill>
                <a:latin typeface="微軟正黑體"/>
                <a:ea typeface="微軟正黑體"/>
                <a:cs typeface="微軟正黑體"/>
              </a:rPr>
              <a:t>Segmented Passphrases 資料洞察</a:t>
            </a:r>
            <a:endParaRPr lang="zh-TW" altLang="en-US"/>
          </a:p>
        </p:txBody>
      </p:sp>
    </p:spTree>
    <p:extLst>
      <p:ext uri="{BB962C8B-B14F-4D97-AF65-F5344CB8AC3E}">
        <p14:creationId xmlns:p14="http://schemas.microsoft.com/office/powerpoint/2010/main" val="58676395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spcAft>
                <a:spcPts val="1000"/>
              </a:spcAft>
            </a:pPr>
            <a:r>
              <a:rPr sz="1600" b="1">
                <a:solidFill>
                  <a:srgbClr val="C12026"/>
                </a:solidFill>
                <a:latin typeface="微軟正黑體"/>
                <a:ea typeface="微軟正黑體"/>
                <a:cs typeface="微軟正黑體"/>
              </a:rPr>
              <a:t>01　</a:t>
            </a:r>
            <a:r>
              <a:rPr sz="1600" b="0">
                <a:solidFill>
                  <a:srgbClr val="1A1A1A"/>
                </a:solidFill>
                <a:latin typeface="微軟正黑體"/>
                <a:ea typeface="微軟正黑體"/>
                <a:cs typeface="微軟正黑體"/>
              </a:rPr>
              <a:t>資料概況與分群</a:t>
            </a:r>
          </a:p>
          <a:p>
            <a:pPr>
              <a:spcAft>
                <a:spcPts val="1000"/>
              </a:spcAft>
            </a:pPr>
            <a:r>
              <a:rPr sz="1600" b="1">
                <a:solidFill>
                  <a:srgbClr val="C12026"/>
                </a:solidFill>
                <a:latin typeface="微軟正黑體"/>
                <a:ea typeface="微軟正黑體"/>
                <a:cs typeface="微軟正黑體"/>
              </a:rPr>
              <a:t>02　</a:t>
            </a:r>
            <a:r>
              <a:rPr sz="1600" b="0">
                <a:solidFill>
                  <a:srgbClr val="1A1A1A"/>
                </a:solidFill>
                <a:latin typeface="微軟正黑體"/>
                <a:ea typeface="微軟正黑體"/>
                <a:cs typeface="微軟正黑體"/>
              </a:rPr>
              <a:t>群組差異與關鍵特徵</a:t>
            </a:r>
          </a:p>
          <a:p>
            <a:pPr>
              <a:spcAft>
                <a:spcPts val="1000"/>
              </a:spcAft>
            </a:pPr>
            <a:r>
              <a:rPr sz="1600" b="1">
                <a:solidFill>
                  <a:srgbClr val="C12026"/>
                </a:solidFill>
                <a:latin typeface="微軟正黑體"/>
                <a:ea typeface="微軟正黑體"/>
                <a:cs typeface="微軟正黑體"/>
              </a:rPr>
              <a:t>03　</a:t>
            </a:r>
            <a:r>
              <a:rPr sz="1600" b="0">
                <a:solidFill>
                  <a:srgbClr val="1A1A1A"/>
                </a:solidFill>
                <a:latin typeface="微軟正黑體"/>
                <a:ea typeface="微軟正黑體"/>
                <a:cs typeface="微軟正黑體"/>
              </a:rPr>
              <a:t>風險與機會</a:t>
            </a:r>
          </a:p>
          <a:p>
            <a:pPr>
              <a:spcAft>
                <a:spcPts val="1000"/>
              </a:spcAft>
            </a:pPr>
            <a:r>
              <a:rPr sz="1600" b="1">
                <a:solidFill>
                  <a:srgbClr val="C12026"/>
                </a:solidFill>
                <a:latin typeface="微軟正黑體"/>
                <a:ea typeface="微軟正黑體"/>
                <a:cs typeface="微軟正黑體"/>
              </a:rPr>
              <a:t>04　</a:t>
            </a:r>
            <a:r>
              <a:rPr sz="1600" b="0">
                <a:solidFill>
                  <a:srgbClr val="1A1A1A"/>
                </a:solidFill>
                <a:latin typeface="微軟正黑體"/>
                <a:ea typeface="微軟正黑體"/>
                <a:cs typeface="微軟正黑體"/>
              </a:rPr>
              <a:t>行動建議</a:t>
            </a:r>
          </a:p>
          <a:p>
            <a:pPr>
              <a:spcAft>
                <a:spcPts val="1000"/>
              </a:spcAft>
            </a:pPr>
            <a:r>
              <a:rPr sz="1600" b="1">
                <a:solidFill>
                  <a:srgbClr val="C12026"/>
                </a:solidFill>
                <a:latin typeface="微軟正黑體"/>
                <a:ea typeface="微軟正黑體"/>
                <a:cs typeface="微軟正黑體"/>
              </a:rPr>
              <a:t>05　</a:t>
            </a:r>
            <a:r>
              <a:rPr sz="1600" b="0">
                <a:solidFill>
                  <a:srgbClr val="1A1A1A"/>
                </a:solidFill>
                <a:latin typeface="微軟正黑體"/>
                <a:ea typeface="微軟正黑體"/>
                <a:cs typeface="微軟正黑體"/>
              </a:rPr>
              <a:t>結論與後續行動</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目錄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01</a:t>
            </a:r>
          </a:p>
          <a:p>
            <a:r>
              <a:rPr sz="3200" b="1">
                <a:solidFill>
                  <a:srgbClr val="4D4D4D"/>
                </a:solidFill>
                <a:latin typeface="微軟正黑體"/>
                <a:ea typeface="微軟正黑體"/>
                <a:cs typeface="微軟正黑體"/>
              </a:rPr>
              <a:t>資料概況與分群</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資料集包含多樣化的 passphrase 類別，從簡單的字詞組合如 </a:t>
            </a:r>
            <a:r>
              <a:rPr sz="1100" b="1">
                <a:solidFill>
                  <a:srgbClr val="1A1A1A"/>
                </a:solidFill>
                <a:highlight>
                  <a:srgbClr val="FFFF00"/>
                </a:highlight>
                <a:latin typeface="微軟正黑體"/>
                <a:ea typeface="微軟正黑體"/>
                <a:cs typeface="微軟正黑體"/>
              </a:rPr>
              <a:t>258</a:t>
            </a:r>
            <a:r>
              <a:rPr sz="1100" b="0">
                <a:solidFill>
                  <a:srgbClr val="4D4D4D"/>
                </a:solidFill>
                <a:latin typeface="微軟正黑體"/>
                <a:ea typeface="微軟正黑體"/>
                <a:cs typeface="微軟正黑體"/>
              </a:rPr>
              <a:t> 到複雜的長字串如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，顯示使用者在密碼選擇上的多元性，建議針對不同複雜度級別進行安全性分析</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類別分布呈現長尾特徵，最高頻類別為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，記錄數達 </a:t>
            </a:r>
            <a:r>
              <a:rPr sz="1100" b="1">
                <a:solidFill>
                  <a:srgbClr val="1A1A1A"/>
                </a:solidFill>
                <a:highlight>
                  <a:srgbClr val="FFFF00"/>
                </a:highlight>
                <a:latin typeface="微軟正黑體"/>
                <a:ea typeface="微軟正黑體"/>
                <a:cs typeface="微軟正黑體"/>
              </a:rPr>
              <a:t>258</a:t>
            </a:r>
            <a:r>
              <a:rPr sz="1100" b="0">
                <a:solidFill>
                  <a:srgbClr val="4D4D4D"/>
                </a:solidFill>
                <a:latin typeface="微軟正黑體"/>
                <a:ea typeface="微軟正黑體"/>
                <a:cs typeface="微軟正黑體"/>
              </a:rPr>
              <a:t>，而最低頻類別 </a:t>
            </a:r>
            <a:r>
              <a:rPr sz="1100" b="1">
                <a:solidFill>
                  <a:srgbClr val="1A1A1A"/>
                </a:solidFill>
                <a:highlight>
                  <a:srgbClr val="FFFF00"/>
                </a:highlight>
                <a:latin typeface="微軟正黑體"/>
                <a:ea typeface="微軟正黑體"/>
                <a:cs typeface="微軟正黑體"/>
              </a:rPr>
              <a:t>zoolander_blue_steel</a:t>
            </a:r>
            <a:r>
              <a:rPr sz="1100" b="0">
                <a:solidFill>
                  <a:srgbClr val="4D4D4D"/>
                </a:solidFill>
                <a:latin typeface="微軟正黑體"/>
                <a:ea typeface="微軟正黑體"/>
                <a:cs typeface="微軟正黑體"/>
              </a:rPr>
              <a:t> 僅有 </a:t>
            </a:r>
            <a:r>
              <a:rPr sz="1100" b="1">
                <a:solidFill>
                  <a:srgbClr val="1A1A1A"/>
                </a:solidFill>
                <a:highlight>
                  <a:srgbClr val="FFFF00"/>
                </a:highlight>
                <a:latin typeface="微軟正黑體"/>
                <a:ea typeface="微軟正黑體"/>
                <a:cs typeface="微軟正黑體"/>
              </a:rPr>
              <a:t>6</a:t>
            </a:r>
            <a:r>
              <a:rPr sz="1100" b="0">
                <a:solidFill>
                  <a:srgbClr val="4D4D4D"/>
                </a:solidFill>
                <a:latin typeface="微軟正黑體"/>
                <a:ea typeface="微軟正黑體"/>
                <a:cs typeface="微軟正黑體"/>
              </a:rPr>
              <a:t> 筆，建議優先檢視高頻類別的安全風險與使用模式</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平均每個類別包含 </a:t>
            </a:r>
            <a:r>
              <a:rPr sz="1100" b="1">
                <a:solidFill>
                  <a:srgbClr val="1A1A1A"/>
                </a:solidFill>
                <a:highlight>
                  <a:srgbClr val="FFFF00"/>
                </a:highlight>
                <a:latin typeface="微軟正黑體"/>
                <a:ea typeface="微軟正黑體"/>
                <a:cs typeface="微軟正黑體"/>
              </a:rPr>
              <a:t>6.2</a:t>
            </a:r>
            <a:r>
              <a:rPr sz="1100" b="0">
                <a:solidFill>
                  <a:srgbClr val="4D4D4D"/>
                </a:solidFill>
                <a:latin typeface="微軟正黑體"/>
                <a:ea typeface="微軟正黑體"/>
                <a:cs typeface="微軟正黑體"/>
              </a:rPr>
              <a:t> 筆記錄，此數值反映資料集的分散程度，若需進行機器學習或模式識別，建議先對低頻類別進行合併或過濾以提升模型穩定性</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資料涵蓋範圍廣泛，從流行文化引用（如樂團名稱、電影角色）到個人化組合（如姓名加日期），反映真實使用者行為，下一步可依語意分群（如娛樂、個人資訊、隨機字串）進行風險等級分類</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資料集整體規模與分布</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資料集涵蓋 </a:t>
            </a:r>
            <a:r>
              <a:rPr sz="1300" b="1">
                <a:solidFill>
                  <a:srgbClr val="1A1A1A"/>
                </a:solidFill>
                <a:highlight>
                  <a:srgbClr val="FFFF00"/>
                </a:highlight>
                <a:latin typeface="微軟正黑體"/>
                <a:ea typeface="微軟正黑體"/>
                <a:cs typeface="微軟正黑體"/>
              </a:rPr>
              <a:t>bulletformyvalentine</a:t>
            </a:r>
            <a:r>
              <a:rPr sz="1300" b="1">
                <a:solidFill>
                  <a:srgbClr val="1A1A1A"/>
                </a:solidFill>
                <a:latin typeface="微軟正黑體"/>
                <a:ea typeface="微軟正黑體"/>
                <a:cs typeface="微軟正黑體"/>
              </a:rPr>
              <a:t> 等 passphrase 類別，整體規模達 </a:t>
            </a:r>
            <a:r>
              <a:rPr sz="1300" b="1">
                <a:solidFill>
                  <a:srgbClr val="1A1A1A"/>
                </a:solidFill>
                <a:highlight>
                  <a:srgbClr val="FFFF00"/>
                </a:highlight>
                <a:latin typeface="微軟正黑體"/>
                <a:ea typeface="微軟正黑體"/>
                <a:cs typeface="微軟正黑體"/>
              </a:rPr>
              <a:t>62,235</a:t>
            </a:r>
            <a:r>
              <a:rPr sz="1300" b="1">
                <a:solidFill>
                  <a:srgbClr val="1A1A1A"/>
                </a:solidFill>
                <a:latin typeface="微軟正黑體"/>
                <a:ea typeface="微軟正黑體"/>
                <a:cs typeface="微軟正黑體"/>
              </a:rPr>
              <a:t> 筆記錄</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最大單一群組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 占比僅 </a:t>
            </a:r>
            <a:r>
              <a:rPr sz="1100" b="1">
                <a:solidFill>
                  <a:srgbClr val="1A1A1A"/>
                </a:solidFill>
                <a:highlight>
                  <a:srgbClr val="FFFF00"/>
                </a:highlight>
                <a:latin typeface="微軟正黑體"/>
                <a:ea typeface="微軟正黑體"/>
                <a:cs typeface="微軟正黑體"/>
              </a:rPr>
              <a:t>0.4%</a:t>
            </a:r>
            <a:r>
              <a:rPr sz="1100" b="0">
                <a:solidFill>
                  <a:srgbClr val="4D4D4D"/>
                </a:solidFill>
                <a:latin typeface="微軟正黑體"/>
                <a:ea typeface="微軟正黑體"/>
                <a:cs typeface="微軟正黑體"/>
              </a:rPr>
              <a:t>，顯示沒有明顯主導的 passphrase 類型，使用者偏好呈現多元分散狀態</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前十大群組涵蓋範圍有限，意味其餘群組數量龐大且占比分散，建議檢視長尾群組是否存在安全性較弱或重複性高的 passphrase 模式</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集中度低反映使用者自主性高，但也增加管理複雜度，可考慮建立分類標準或引導機制，在保持多樣性的同時提升可管理性</a:t>
            </a:r>
          </a:p>
          <a:p>
            <a:pPr>
              <a:spcAft>
                <a:spcPts val="800"/>
              </a:spcAft>
            </a:pPr>
            <a:r>
              <a:rPr sz="1100" b="1">
                <a:solidFill>
                  <a:srgbClr val="C12026"/>
                </a:solidFill>
                <a:latin typeface="微軟正黑體"/>
                <a:ea typeface="微軟正黑體"/>
                <a:cs typeface="微軟正黑體"/>
              </a:rPr>
              <a:t>▸ </a:t>
            </a:r>
            <a:r>
              <a:rPr sz="1100" b="1">
                <a:solidFill>
                  <a:srgbClr val="1A1A1A"/>
                </a:solidFill>
                <a:highlight>
                  <a:srgbClr val="FFFF00"/>
                </a:highlight>
                <a:latin typeface="微軟正黑體"/>
                <a:ea typeface="微軟正黑體"/>
                <a:cs typeface="微軟正黑體"/>
              </a:rPr>
              <a:t>nadinepreferredrealty</a:t>
            </a:r>
            <a:r>
              <a:rPr sz="1100" b="0">
                <a:solidFill>
                  <a:srgbClr val="4D4D4D"/>
                </a:solidFill>
                <a:latin typeface="微軟正黑體"/>
                <a:ea typeface="微軟正黑體"/>
                <a:cs typeface="微軟正黑體"/>
              </a:rPr>
              <a:t> 為前十名中占比最低者達 </a:t>
            </a:r>
            <a:r>
              <a:rPr sz="1100" b="1">
                <a:solidFill>
                  <a:srgbClr val="1A1A1A"/>
                </a:solidFill>
                <a:highlight>
                  <a:srgbClr val="FFFF00"/>
                </a:highlight>
                <a:latin typeface="微軟正黑體"/>
                <a:ea typeface="微軟正黑體"/>
                <a:cs typeface="微軟正黑體"/>
              </a:rPr>
              <a:t>0.1%</a:t>
            </a:r>
            <a:r>
              <a:rPr sz="1100" b="0">
                <a:solidFill>
                  <a:srgbClr val="4D4D4D"/>
                </a:solidFill>
                <a:latin typeface="微軟正黑體"/>
                <a:ea typeface="微軟正黑體"/>
                <a:cs typeface="微軟正黑體"/>
              </a:rPr>
              <a:t>，與首位差距不大，顯示前段群組規模相近，無極端集中現象</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Top 10 群組占比結構</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前十大 passphrase 群組合計占比為 </a:t>
            </a:r>
            <a:r>
              <a:rPr sz="1300" b="1">
                <a:solidFill>
                  <a:srgbClr val="1A1A1A"/>
                </a:solidFill>
                <a:highlight>
                  <a:srgbClr val="FFFF00"/>
                </a:highlight>
                <a:latin typeface="微軟正黑體"/>
                <a:ea typeface="微軟正黑體"/>
                <a:cs typeface="微軟正黑體"/>
              </a:rPr>
              <a:t>1.4%</a:t>
            </a:r>
            <a:r>
              <a:rPr sz="1300" b="1">
                <a:solidFill>
                  <a:srgbClr val="1A1A1A"/>
                </a:solidFill>
                <a:latin typeface="微軟正黑體"/>
                <a:ea typeface="微軟正黑體"/>
                <a:cs typeface="微軟正黑體"/>
              </a:rPr>
              <a:t>，集中度偏低顯示使用分散</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排名首位的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 群組規模達 </a:t>
            </a:r>
            <a:r>
              <a:rPr sz="1100" b="1">
                <a:solidFill>
                  <a:srgbClr val="1A1A1A"/>
                </a:solidFill>
                <a:highlight>
                  <a:srgbClr val="FFFF00"/>
                </a:highlight>
                <a:latin typeface="微軟正黑體"/>
                <a:ea typeface="微軟正黑體"/>
                <a:cs typeface="微軟正黑體"/>
              </a:rPr>
              <a:t>258</a:t>
            </a:r>
            <a:r>
              <a:rPr sz="1100" b="0">
                <a:solidFill>
                  <a:srgbClr val="4D4D4D"/>
                </a:solidFill>
                <a:latin typeface="微軟正黑體"/>
                <a:ea typeface="微軟正黑體"/>
                <a:cs typeface="微軟正黑體"/>
              </a:rPr>
              <a:t>，顯示該群組在使用者偏好或系統生成邏輯上具有明顯優勢，建議進一步分析其組成特徵與來源。</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排名末位的 </a:t>
            </a:r>
            <a:r>
              <a:rPr sz="1100" b="1">
                <a:solidFill>
                  <a:srgbClr val="1A1A1A"/>
                </a:solidFill>
                <a:highlight>
                  <a:srgbClr val="FFFF00"/>
                </a:highlight>
                <a:latin typeface="微軟正黑體"/>
                <a:ea typeface="微軟正黑體"/>
                <a:cs typeface="微軟正黑體"/>
              </a:rPr>
              <a:t>nadinepreferredrealty</a:t>
            </a:r>
            <a:r>
              <a:rPr sz="1100" b="0">
                <a:solidFill>
                  <a:srgbClr val="4D4D4D"/>
                </a:solidFill>
                <a:latin typeface="微軟正黑體"/>
                <a:ea typeface="微軟正黑體"/>
                <a:cs typeface="微軟正黑體"/>
              </a:rPr>
              <a:t> 規模為 </a:t>
            </a:r>
            <a:r>
              <a:rPr sz="1100" b="1">
                <a:solidFill>
                  <a:srgbClr val="1A1A1A"/>
                </a:solidFill>
                <a:highlight>
                  <a:srgbClr val="FFFF00"/>
                </a:highlight>
                <a:latin typeface="微軟正黑體"/>
                <a:ea typeface="微軟正黑體"/>
                <a:cs typeface="微軟正黑體"/>
              </a:rPr>
              <a:t>51</a:t>
            </a:r>
            <a:r>
              <a:rPr sz="1100" b="0">
                <a:solidFill>
                  <a:srgbClr val="4D4D4D"/>
                </a:solidFill>
                <a:latin typeface="微軟正黑體"/>
                <a:ea typeface="微軟正黑體"/>
                <a:cs typeface="微軟正黑體"/>
              </a:rPr>
              <a:t>，與首位存在明顯落差；此分布型態暗示 passphrase 使用呈現長尾特性，少數群組佔據主要份額。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本頁僅呈現前十大群組，尚有大量其他群組未納入排名；若需評估整體分布集中度或識別潛在風險群組，建議擴大分析範圍並計算累積佔比。</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部分群組名稱如 earlymorningstoner420 或 balthazar.architecture 呈現特定語意模式，可能反映使用者命名習慣或特定應用場景，值得針對命名規則進行分類研究以強化安全策略。</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主要群組排名與規模</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前十大 passphrase 群組由 </a:t>
            </a:r>
            <a:r>
              <a:rPr sz="1300" b="1">
                <a:solidFill>
                  <a:srgbClr val="1A1A1A"/>
                </a:solidFill>
                <a:highlight>
                  <a:srgbClr val="FFFF00"/>
                </a:highlight>
                <a:latin typeface="微軟正黑體"/>
                <a:ea typeface="微軟正黑體"/>
                <a:cs typeface="微軟正黑體"/>
              </a:rPr>
              <a:t>bulletformyvalentine</a:t>
            </a:r>
            <a:r>
              <a:rPr sz="1300" b="1">
                <a:solidFill>
                  <a:srgbClr val="1A1A1A"/>
                </a:solidFill>
                <a:latin typeface="微軟正黑體"/>
                <a:ea typeface="微軟正黑體"/>
                <a:cs typeface="微軟正黑體"/>
              </a:rPr>
              <a:t> 領先，群組間規模差距顯著</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02</a:t>
            </a:r>
          </a:p>
          <a:p>
            <a:r>
              <a:rPr sz="3200" b="1">
                <a:solidFill>
                  <a:srgbClr val="4D4D4D"/>
                </a:solidFill>
                <a:latin typeface="微軟正黑體"/>
                <a:ea typeface="微軟正黑體"/>
                <a:cs typeface="微軟正黑體"/>
              </a:rPr>
              <a:t>群組差異與關鍵特徵</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排名第一的群組為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，顯示該群組在整體分布中佔據絕對領先地位；建議進一步分析其組成特徵，以理解驅動集中化的關鍵因素。</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排名末位的群組為 </a:t>
            </a:r>
            <a:r>
              <a:rPr sz="1100" b="1">
                <a:solidFill>
                  <a:srgbClr val="1A1A1A"/>
                </a:solidFill>
                <a:highlight>
                  <a:srgbClr val="FFFF00"/>
                </a:highlight>
                <a:latin typeface="微軟正黑體"/>
                <a:ea typeface="微軟正黑體"/>
                <a:cs typeface="微軟正黑體"/>
              </a:rPr>
              <a:t>zoolander_blue_steel</a:t>
            </a:r>
            <a:r>
              <a:rPr sz="1100" b="0">
                <a:solidFill>
                  <a:srgbClr val="4D4D4D"/>
                </a:solidFill>
                <a:latin typeface="微軟正黑體"/>
                <a:ea typeface="微軟正黑體"/>
                <a:cs typeface="微軟正黑體"/>
              </a:rPr>
              <a:t>，位居第 </a:t>
            </a:r>
            <a:r>
              <a:rPr sz="1100" b="1">
                <a:solidFill>
                  <a:srgbClr val="1A1A1A"/>
                </a:solidFill>
                <a:highlight>
                  <a:srgbClr val="FFFF00"/>
                </a:highlight>
                <a:latin typeface="微軟正黑體"/>
                <a:ea typeface="微軟正黑體"/>
                <a:cs typeface="微軟正黑體"/>
              </a:rPr>
              <a:t>第 388 名</a:t>
            </a:r>
            <a:r>
              <a:rPr sz="1100" b="0">
                <a:solidFill>
                  <a:srgbClr val="4D4D4D"/>
                </a:solidFill>
                <a:latin typeface="微軟正黑體"/>
                <a:ea typeface="微軟正黑體"/>
                <a:cs typeface="微軟正黑體"/>
              </a:rPr>
              <a:t> 名；頭尾之間的名次跨度反映出群組間規模存在顯著落差，符合冪次分布的典型樣態。</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冪次分布意味著少數頭部群組掌握多數資源或流量，長尾群組雖數量眾多但個別貢獻有限；管理層應評估是否需針對頭部群組制定差異化策略以強化優勢。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建議後續追蹤頭部群組的成長動態與尾部群組的流失率，若差距持續擴大，可能需重新配置資源或調整產品策略以平衡整體生態健康度。</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頭部與尾部群組的規模落差</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頭部與尾部群組規模差距懸殊，排名分布呈現典型冪次特徵，資源集中於少數頂端群組</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中段群組（排名 11-50）合計貢獻 </a:t>
            </a:r>
            <a:r>
              <a:rPr sz="1100" b="1">
                <a:solidFill>
                  <a:srgbClr val="1A1A1A"/>
                </a:solidFill>
                <a:highlight>
                  <a:srgbClr val="FFFF00"/>
                </a:highlight>
                <a:latin typeface="微軟正黑體"/>
                <a:ea typeface="微軟正黑體"/>
                <a:cs typeface="微軟正黑體"/>
              </a:rPr>
              <a:t>99.6%</a:t>
            </a:r>
            <a:r>
              <a:rPr sz="1100" b="0">
                <a:solidFill>
                  <a:srgbClr val="4D4D4D"/>
                </a:solidFill>
                <a:latin typeface="微軟正黑體"/>
                <a:ea typeface="微軟正黑體"/>
                <a:cs typeface="微軟正黑體"/>
              </a:rPr>
              <a:t>% 占比，顯示 Top 10 以外的密碼組合仍具相當規模，長尾效應明顯存在於使用者行為中</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單一中段密碼占比最高為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a:t>
            </a:r>
            <a:r>
              <a:rPr sz="1100" b="1">
                <a:solidFill>
                  <a:srgbClr val="1A1A1A"/>
                </a:solidFill>
                <a:highlight>
                  <a:srgbClr val="FFFF00"/>
                </a:highlight>
                <a:latin typeface="微軟正黑體"/>
                <a:ea typeface="微軟正黑體"/>
                <a:cs typeface="微軟正黑體"/>
              </a:rPr>
              <a:t>0.4%</a:t>
            </a:r>
            <a:r>
              <a:rPr sz="1100" b="0">
                <a:solidFill>
                  <a:srgbClr val="4D4D4D"/>
                </a:solidFill>
                <a:latin typeface="微軟正黑體"/>
                <a:ea typeface="微軟正黑體"/>
                <a:cs typeface="微軟正黑體"/>
              </a:rPr>
              <a:t>%），最低為 </a:t>
            </a:r>
            <a:r>
              <a:rPr sz="1100" b="1">
                <a:solidFill>
                  <a:srgbClr val="1A1A1A"/>
                </a:solidFill>
                <a:highlight>
                  <a:srgbClr val="FFFF00"/>
                </a:highlight>
                <a:latin typeface="微軟正黑體"/>
                <a:ea typeface="微軟正黑體"/>
                <a:cs typeface="微軟正黑體"/>
              </a:rPr>
              <a:t>zoolander_blue_steel</a:t>
            </a:r>
            <a:r>
              <a:rPr sz="1100" b="0">
                <a:solidFill>
                  <a:srgbClr val="4D4D4D"/>
                </a:solidFill>
                <a:latin typeface="微軟正黑體"/>
                <a:ea typeface="微軟正黑體"/>
                <a:cs typeface="微軟正黑體"/>
              </a:rPr>
              <a:t>（</a:t>
            </a:r>
            <a:r>
              <a:rPr sz="1100" b="1">
                <a:solidFill>
                  <a:srgbClr val="1A1A1A"/>
                </a:solidFill>
                <a:highlight>
                  <a:srgbClr val="FFFF00"/>
                </a:highlight>
                <a:latin typeface="微軟正黑體"/>
                <a:ea typeface="微軟正黑體"/>
                <a:cs typeface="微軟正黑體"/>
              </a:rPr>
              <a:t>0.0%</a:t>
            </a:r>
            <a:r>
              <a:rPr sz="1100" b="0">
                <a:solidFill>
                  <a:srgbClr val="4D4D4D"/>
                </a:solidFill>
                <a:latin typeface="微軟正黑體"/>
                <a:ea typeface="微軟正黑體"/>
                <a:cs typeface="微軟正黑體"/>
              </a:rPr>
              <a:t>%），顯示中段群組內部差異仍大</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建議針對中段群組進行聚類分析，識別共同特徵（如長度、字元組成），以優化密碼強度政策或使用者教育策略</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若中段占比持續上升，可能反映使用者密碼選擇趨於分散，應持續監控 Top 10 集中度變化，評估安全風險演變趨勢</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中段群組的占比貢獻</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中段群組（11-50 名）合計占比達 </a:t>
            </a:r>
            <a:r>
              <a:rPr sz="1300" b="1">
                <a:solidFill>
                  <a:srgbClr val="1A1A1A"/>
                </a:solidFill>
                <a:highlight>
                  <a:srgbClr val="FFFF00"/>
                </a:highlight>
                <a:latin typeface="微軟正黑體"/>
                <a:ea typeface="微軟正黑體"/>
                <a:cs typeface="微軟正黑體"/>
              </a:rPr>
              <a:t>99.6%</a:t>
            </a:r>
            <a:r>
              <a:rPr sz="1300" b="1">
                <a:solidFill>
                  <a:srgbClr val="1A1A1A"/>
                </a:solidFill>
                <a:latin typeface="微軟正黑體"/>
                <a:ea typeface="微軟正黑體"/>
                <a:cs typeface="微軟正黑體"/>
              </a:rPr>
              <a:t>%，長尾效應顯著</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最高頻 passphrase 為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，單一占比達 </a:t>
            </a:r>
            <a:r>
              <a:rPr sz="1100" b="1">
                <a:solidFill>
                  <a:srgbClr val="1A1A1A"/>
                </a:solidFill>
                <a:highlight>
                  <a:srgbClr val="FFFF00"/>
                </a:highlight>
                <a:latin typeface="微軟正黑體"/>
                <a:ea typeface="微軟正黑體"/>
                <a:cs typeface="微軟正黑體"/>
              </a:rPr>
              <a:t>0.4%</a:t>
            </a:r>
            <a:r>
              <a:rPr sz="1100" b="0">
                <a:solidFill>
                  <a:srgbClr val="4D4D4D"/>
                </a:solidFill>
                <a:latin typeface="微軟正黑體"/>
                <a:ea typeface="微軟正黑體"/>
                <a:cs typeface="微軟正黑體"/>
              </a:rPr>
              <a:t>，若該 passphrase 遭破解或洩漏，將直接影響相當比例的帳戶安全</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第二高頻 </a:t>
            </a:r>
            <a:r>
              <a:rPr sz="1100" b="1">
                <a:solidFill>
                  <a:srgbClr val="1A1A1A"/>
                </a:solidFill>
                <a:highlight>
                  <a:srgbClr val="FFFF00"/>
                </a:highlight>
                <a:latin typeface="微軟正黑體"/>
                <a:ea typeface="微軟正黑體"/>
                <a:cs typeface="微軟正黑體"/>
              </a:rPr>
              <a:t>nadinepreferredrealty</a:t>
            </a:r>
            <a:r>
              <a:rPr sz="1100" b="0">
                <a:solidFill>
                  <a:srgbClr val="4D4D4D"/>
                </a:solidFill>
                <a:latin typeface="微軟正黑體"/>
                <a:ea typeface="微軟正黑體"/>
                <a:cs typeface="微軟正黑體"/>
              </a:rPr>
              <a:t> 占比為 </a:t>
            </a:r>
            <a:r>
              <a:rPr sz="1100" b="1">
                <a:solidFill>
                  <a:srgbClr val="1A1A1A"/>
                </a:solidFill>
                <a:highlight>
                  <a:srgbClr val="FFFF00"/>
                </a:highlight>
                <a:latin typeface="微軟正黑體"/>
                <a:ea typeface="微軟正黑體"/>
                <a:cs typeface="微軟正黑體"/>
              </a:rPr>
              <a:t>0.1%</a:t>
            </a:r>
            <a:r>
              <a:rPr sz="1100" b="0">
                <a:solidFill>
                  <a:srgbClr val="4D4D4D"/>
                </a:solidFill>
                <a:latin typeface="微軟正黑體"/>
                <a:ea typeface="微軟正黑體"/>
                <a:cs typeface="微軟正黑體"/>
              </a:rPr>
              <a:t>，與榜首差距顯著，顯示使用者偏好呈現明顯的長尾分布</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前十名 passphrase 中包含多個易記憶的流行文化或日常用語組合，建議檢視這些高頻選項是否符合密碼強度政策，並考慮引導使用者選擇更分散的組合</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若前十名合計占比超過三成，建議實施多因素驗證或定期強制更換機制，降低單點依賴風險；同時可透過使用者教育推廣更多樣化的 passphrase 選擇</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特定高頻 passphrase 的異常集中</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Top 10 passphrase 合計占比達 </a:t>
            </a:r>
            <a:r>
              <a:rPr sz="1300" b="1">
                <a:solidFill>
                  <a:srgbClr val="1A1A1A"/>
                </a:solidFill>
                <a:highlight>
                  <a:srgbClr val="FFFF00"/>
                </a:highlight>
                <a:latin typeface="微軟正黑體"/>
                <a:ea typeface="微軟正黑體"/>
                <a:cs typeface="微軟正黑體"/>
              </a:rPr>
              <a:t>1.4%</a:t>
            </a:r>
            <a:r>
              <a:rPr sz="1300" b="1">
                <a:solidFill>
                  <a:srgbClr val="1A1A1A"/>
                </a:solidFill>
                <a:latin typeface="微軟正黑體"/>
                <a:ea typeface="微軟正黑體"/>
                <a:cs typeface="微軟正黑體"/>
              </a:rPr>
              <a:t>，顯示使用分布高度集中於少數選項</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03</a:t>
            </a:r>
          </a:p>
          <a:p>
            <a:r>
              <a:rPr sz="3200" b="1">
                <a:solidFill>
                  <a:srgbClr val="4D4D4D"/>
                </a:solidFill>
                <a:latin typeface="微軟正黑體"/>
                <a:ea typeface="微軟正黑體"/>
                <a:cs typeface="微軟正黑體"/>
              </a:rPr>
              <a:t>風險與機會</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本頁呈現 </a:t>
            </a:r>
            <a:r>
              <a:rPr sz="1100" b="1">
                <a:solidFill>
                  <a:srgbClr val="1A1A1A"/>
                </a:solidFill>
                <a:highlight>
                  <a:srgbClr val="FFFF00"/>
                </a:highlight>
                <a:latin typeface="微軟正黑體"/>
                <a:ea typeface="微軟正黑體"/>
                <a:cs typeface="微軟正黑體"/>
              </a:rPr>
              <a:t>258</a:t>
            </a:r>
            <a:r>
              <a:rPr sz="1100" b="0">
                <a:solidFill>
                  <a:srgbClr val="4D4D4D"/>
                </a:solidFill>
                <a:latin typeface="微軟正黑體"/>
                <a:ea typeface="微軟正黑體"/>
                <a:cs typeface="微軟正黑體"/>
              </a:rPr>
              <a:t> 個低頻 passphrase 群組的分布情況，每個群組代表一組使用頻率較低的密碼模式，這些群組的存在顯示系統中存在大量分散的使用行為，而非集中於少數熱門選項</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長尾群組的數量規模反映出使用者在選擇 passphrase 時具有高度多樣性，這種分散特性有助於降低因單一群組遭破解而導致的大規模風險暴露，建議持續監控各群組的成長趨勢以評估整體安全態勢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雖然單一低頻群組的影響有限，但 </a:t>
            </a:r>
            <a:r>
              <a:rPr sz="1100" b="1">
                <a:solidFill>
                  <a:srgbClr val="1A1A1A"/>
                </a:solidFill>
                <a:highlight>
                  <a:srgbClr val="FFFF00"/>
                </a:highlight>
                <a:latin typeface="微軟正黑體"/>
                <a:ea typeface="微軟正黑體"/>
                <a:cs typeface="微軟正黑體"/>
              </a:rPr>
              <a:t>258</a:t>
            </a:r>
            <a:r>
              <a:rPr sz="1100" b="0">
                <a:solidFill>
                  <a:srgbClr val="4D4D4D"/>
                </a:solidFill>
                <a:latin typeface="微軟正黑體"/>
                <a:ea typeface="微軟正黑體"/>
                <a:cs typeface="微軟正黑體"/>
              </a:rPr>
              <a:t> 個群組的合計占比仍需進一步分析，建議計算長尾群組的總體權重，以確認其在整體使用者基數中的實際比例，並評估是否需要針對特定模式進行安全強化</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分散度指標可透過計算群組間的使用頻率變異係數或基尼係數來量化，建議將長尾群組的分布特徵與高頻群組進行對比分析，以判斷當前的風險集中程度是否在可接受範圍內</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長尾群組的數量與分散風險</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長尾群組數量達 </a:t>
            </a:r>
            <a:r>
              <a:rPr sz="1300" b="1">
                <a:solidFill>
                  <a:srgbClr val="1A1A1A"/>
                </a:solidFill>
                <a:highlight>
                  <a:srgbClr val="FFFF00"/>
                </a:highlight>
                <a:latin typeface="微軟正黑體"/>
                <a:ea typeface="微軟正黑體"/>
                <a:cs typeface="微軟正黑體"/>
              </a:rPr>
              <a:t>258</a:t>
            </a:r>
            <a:r>
              <a:rPr sz="1300" b="1">
                <a:solidFill>
                  <a:srgbClr val="1A1A1A"/>
                </a:solidFill>
                <a:latin typeface="微軟正黑體"/>
                <a:ea typeface="微軟正黑體"/>
                <a:cs typeface="微軟正黑體"/>
              </a:rPr>
              <a:t>，分散度足以降低單一群組集中風險</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最大群組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 占比僅 </a:t>
            </a:r>
            <a:r>
              <a:rPr sz="1100" b="1">
                <a:solidFill>
                  <a:srgbClr val="1A1A1A"/>
                </a:solidFill>
                <a:highlight>
                  <a:srgbClr val="FFFF00"/>
                </a:highlight>
                <a:latin typeface="微軟正黑體"/>
                <a:ea typeface="微軟正黑體"/>
                <a:cs typeface="微軟正黑體"/>
              </a:rPr>
              <a:t>0.4%</a:t>
            </a:r>
            <a:r>
              <a:rPr sz="1100" b="0">
                <a:solidFill>
                  <a:srgbClr val="4D4D4D"/>
                </a:solidFill>
                <a:latin typeface="微軟正黑體"/>
                <a:ea typeface="微軟正黑體"/>
                <a:cs typeface="微軟正黑體"/>
              </a:rPr>
              <a:t>，在近萬個類別中未形成顯著主導地位，單一群組流失對整體影響有限。</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前十大群組合計占比約 </a:t>
            </a:r>
            <a:r>
              <a:rPr sz="1100" b="1">
                <a:solidFill>
                  <a:srgbClr val="1A1A1A"/>
                </a:solidFill>
                <a:highlight>
                  <a:srgbClr val="FFFF00"/>
                </a:highlight>
                <a:latin typeface="微軟正黑體"/>
                <a:ea typeface="微軟正黑體"/>
                <a:cs typeface="微軟正黑體"/>
              </a:rPr>
              <a:t>1.4%</a:t>
            </a:r>
            <a:r>
              <a:rPr sz="1100" b="0">
                <a:solidFill>
                  <a:srgbClr val="4D4D4D"/>
                </a:solidFill>
                <a:latin typeface="微軟正黑體"/>
                <a:ea typeface="微軟正黑體"/>
                <a:cs typeface="微軟正黑體"/>
              </a:rPr>
              <a:t>，意味著超過九成規模分散於其餘群組，此結構降低了頭部依賴風險，但也反映缺乏明確的核心客群。</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第一名與第十名 </a:t>
            </a:r>
            <a:r>
              <a:rPr sz="1100" b="1">
                <a:solidFill>
                  <a:srgbClr val="1A1A1A"/>
                </a:solidFill>
                <a:highlight>
                  <a:srgbClr val="FFFF00"/>
                </a:highlight>
                <a:latin typeface="微軟正黑體"/>
                <a:ea typeface="微軟正黑體"/>
                <a:cs typeface="微軟正黑體"/>
              </a:rPr>
              <a:t>nadinepreferredrealty</a:t>
            </a:r>
            <a:r>
              <a:rPr sz="1100" b="0">
                <a:solidFill>
                  <a:srgbClr val="4D4D4D"/>
                </a:solidFill>
                <a:latin typeface="微軟正黑體"/>
                <a:ea typeface="微軟正黑體"/>
                <a:cs typeface="微軟正黑體"/>
              </a:rPr>
              <a:t> 的占比差距不大，頭部群組間規模相近，未出現單一群組獨大的失衡現象。</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高度分散的結構下，管理重點應從「防止頭部流失」轉向「識別具成長潛力的中型群組」，評估是否有值得重點培育的對象以提升經營效率。</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頭部群組過度集中的風險</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前十大群組合計占比極低，顯示結構高度分散而非頭部集中風險</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排名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 的規模為 </a:t>
            </a:r>
            <a:r>
              <a:rPr sz="1100" b="1">
                <a:solidFill>
                  <a:srgbClr val="1A1A1A"/>
                </a:solidFill>
                <a:highlight>
                  <a:srgbClr val="FFFF00"/>
                </a:highlight>
                <a:latin typeface="微軟正黑體"/>
                <a:ea typeface="微軟正黑體"/>
                <a:cs typeface="微軟正黑體"/>
              </a:rPr>
              <a:t>第 1 名</a:t>
            </a:r>
            <a:r>
              <a:rPr sz="1100" b="0">
                <a:solidFill>
                  <a:srgbClr val="4D4D4D"/>
                </a:solidFill>
                <a:latin typeface="微軟正黑體"/>
                <a:ea typeface="微軟正黑體"/>
                <a:cs typeface="微軟正黑體"/>
              </a:rPr>
              <a:t>，與排名 </a:t>
            </a:r>
            <a:r>
              <a:rPr sz="1100" b="1">
                <a:solidFill>
                  <a:srgbClr val="1A1A1A"/>
                </a:solidFill>
                <a:highlight>
                  <a:srgbClr val="FFFF00"/>
                </a:highlight>
                <a:latin typeface="微軟正黑體"/>
                <a:ea typeface="微軟正黑體"/>
                <a:cs typeface="微軟正黑體"/>
              </a:rPr>
              <a:t>zoolander_blue_steel</a:t>
            </a:r>
            <a:r>
              <a:rPr sz="1100" b="0">
                <a:solidFill>
                  <a:srgbClr val="4D4D4D"/>
                </a:solidFill>
                <a:latin typeface="微軟正黑體"/>
                <a:ea typeface="微軟正黑體"/>
                <a:cs typeface="微軟正黑體"/>
              </a:rPr>
              <a:t> 的 </a:t>
            </a:r>
            <a:r>
              <a:rPr sz="1100" b="1">
                <a:solidFill>
                  <a:srgbClr val="1A1A1A"/>
                </a:solidFill>
                <a:highlight>
                  <a:srgbClr val="FFFF00"/>
                </a:highlight>
                <a:latin typeface="微軟正黑體"/>
                <a:ea typeface="微軟正黑體"/>
                <a:cs typeface="微軟正黑體"/>
              </a:rPr>
              <a:t>第 388 名</a:t>
            </a:r>
            <a:r>
              <a:rPr sz="1100" b="0">
                <a:solidFill>
                  <a:srgbClr val="4D4D4D"/>
                </a:solidFill>
                <a:latin typeface="微軟正黑體"/>
                <a:ea typeface="微軟正黑體"/>
                <a:cs typeface="微軟正黑體"/>
              </a:rPr>
              <a:t> 相差超過數倍，顯示中段群組內部分化明顯，並非所有標的都具備相同成長潛力</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前五名（</a:t>
            </a:r>
            <a:r>
              <a:rPr sz="1100" b="1">
                <a:solidFill>
                  <a:srgbClr val="1A1A1A"/>
                </a:solidFill>
                <a:highlight>
                  <a:srgbClr val="FFFF00"/>
                </a:highlight>
                <a:latin typeface="微軟正黑體"/>
                <a:ea typeface="微軟正黑體"/>
                <a:cs typeface="微軟正黑體"/>
              </a:rPr>
              <a:t>第 1 名</a:t>
            </a:r>
            <a:r>
              <a:rPr sz="1100" b="0">
                <a:solidFill>
                  <a:srgbClr val="4D4D4D"/>
                </a:solidFill>
                <a:latin typeface="微軟正黑體"/>
                <a:ea typeface="微軟正黑體"/>
                <a:cs typeface="微軟正黑體"/>
              </a:rPr>
              <a:t> 至第五名）的規模總和已占中段群組相當比例，建議優先針對這些標的進行深度分析，評估其成長動能是否來自結構性優勢或短期波動</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排名後段（如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）的規模顯著偏低，若無明確成長驅動因素，投入資源的邊際效益可能不如集中於頭部標的；建議設定最低規模門檻，避免資源分散</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中段群組的分布型態顯示「贏者圈」效應可能已在形成，即使在 6-20 名區間內，前幾名仍享有規模優勢；下一步應檢視這些標的的用戶留存率或轉換率，判斷其是否具備持續擴大市占的能力</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中段群組的成長潛力</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中段群組規模差距懸殊，前三名合計占比達 </a:t>
            </a:r>
            <a:r>
              <a:rPr sz="1300" b="1">
                <a:solidFill>
                  <a:srgbClr val="1A1A1A"/>
                </a:solidFill>
                <a:highlight>
                  <a:srgbClr val="FFFF00"/>
                </a:highlight>
                <a:latin typeface="微軟正黑體"/>
                <a:ea typeface="微軟正黑體"/>
                <a:cs typeface="微軟正黑體"/>
              </a:rPr>
              <a:t>第 3785399 名</a:t>
            </a:r>
            <a:r>
              <a:rPr sz="1300" b="1">
                <a:solidFill>
                  <a:srgbClr val="1A1A1A"/>
                </a:solidFill>
                <a:latin typeface="微軟正黑體"/>
                <a:ea typeface="微軟正黑體"/>
                <a:cs typeface="微軟正黑體"/>
              </a:rPr>
              <a:t> 名中的顯著比例，資源投入需精準鎖定潛力標的</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04</a:t>
            </a:r>
          </a:p>
          <a:p>
            <a:r>
              <a:rPr sz="3200" b="1">
                <a:solidFill>
                  <a:srgbClr val="4D4D4D"/>
                </a:solidFill>
                <a:latin typeface="微軟正黑體"/>
                <a:ea typeface="微軟正黑體"/>
                <a:cs typeface="微軟正黑體"/>
              </a:rPr>
              <a:t>行動建議</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單一最大群組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 占比為 </a:t>
            </a:r>
            <a:r>
              <a:rPr sz="1100" b="1">
                <a:solidFill>
                  <a:srgbClr val="1A1A1A"/>
                </a:solidFill>
                <a:highlight>
                  <a:srgbClr val="FFFF00"/>
                </a:highlight>
                <a:latin typeface="微軟正黑體"/>
                <a:ea typeface="微軟正黑體"/>
                <a:cs typeface="微軟正黑體"/>
              </a:rPr>
              <a:t>0.4%</a:t>
            </a:r>
            <a:r>
              <a:rPr sz="1100" b="0">
                <a:solidFill>
                  <a:srgbClr val="4D4D4D"/>
                </a:solidFill>
                <a:latin typeface="微軟正黑體"/>
                <a:ea typeface="微軟正黑體"/>
                <a:cs typeface="微軟正黑體"/>
              </a:rPr>
              <a:t>，顯著領先其他群組，若該群組表現波動將直接影響整體穩定性，建議評估是否過度依賴單一來源並建立風險緩衝機制。</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第十名群組 </a:t>
            </a:r>
            <a:r>
              <a:rPr sz="1100" b="1">
                <a:solidFill>
                  <a:srgbClr val="1A1A1A"/>
                </a:solidFill>
                <a:highlight>
                  <a:srgbClr val="FFFF00"/>
                </a:highlight>
                <a:latin typeface="微軟正黑體"/>
                <a:ea typeface="微軟正黑體"/>
                <a:cs typeface="微軟正黑體"/>
              </a:rPr>
              <a:t>nadinepreferredrealty</a:t>
            </a:r>
            <a:r>
              <a:rPr sz="1100" b="0">
                <a:solidFill>
                  <a:srgbClr val="4D4D4D"/>
                </a:solidFill>
                <a:latin typeface="微軟正黑體"/>
                <a:ea typeface="微軟正黑體"/>
                <a:cs typeface="微軟正黑體"/>
              </a:rPr>
              <a:t> 占比僅 </a:t>
            </a:r>
            <a:r>
              <a:rPr sz="1100" b="1">
                <a:solidFill>
                  <a:srgbClr val="1A1A1A"/>
                </a:solidFill>
                <a:highlight>
                  <a:srgbClr val="FFFF00"/>
                </a:highlight>
                <a:latin typeface="微軟正黑體"/>
                <a:ea typeface="微軟正黑體"/>
                <a:cs typeface="微軟正黑體"/>
              </a:rPr>
              <a:t>0.1%</a:t>
            </a:r>
            <a:r>
              <a:rPr sz="1100" b="0">
                <a:solidFill>
                  <a:srgbClr val="4D4D4D"/>
                </a:solidFill>
                <a:latin typeface="微軟正黑體"/>
                <a:ea typeface="微軟正黑體"/>
                <a:cs typeface="微軟正黑體"/>
              </a:rPr>
              <a:t>，與榜首差距達 </a:t>
            </a:r>
            <a:r>
              <a:rPr sz="1100" b="1">
                <a:solidFill>
                  <a:srgbClr val="1A1A1A"/>
                </a:solidFill>
                <a:highlight>
                  <a:srgbClr val="FFFF00"/>
                </a:highlight>
                <a:latin typeface="微軟正黑體"/>
                <a:ea typeface="微軟正黑體"/>
                <a:cs typeface="微軟正黑體"/>
              </a:rPr>
              <a:t>0.4%</a:t>
            </a:r>
            <a:r>
              <a:rPr sz="1100" b="0">
                <a:solidFill>
                  <a:srgbClr val="4D4D4D"/>
                </a:solidFill>
                <a:latin typeface="微軟正黑體"/>
                <a:ea typeface="微軟正黑體"/>
                <a:cs typeface="微軟正黑體"/>
              </a:rPr>
              <a:t> 減 </a:t>
            </a:r>
            <a:r>
              <a:rPr sz="1100" b="1">
                <a:solidFill>
                  <a:srgbClr val="1A1A1A"/>
                </a:solidFill>
                <a:highlight>
                  <a:srgbClr val="FFFF00"/>
                </a:highlight>
                <a:latin typeface="微軟正黑體"/>
                <a:ea typeface="微軟正黑體"/>
                <a:cs typeface="微軟正黑體"/>
              </a:rPr>
              <a:t>0.1%</a:t>
            </a:r>
            <a:r>
              <a:rPr sz="1100" b="0">
                <a:solidFill>
                  <a:srgbClr val="4D4D4D"/>
                </a:solidFill>
                <a:latin typeface="微軟正黑體"/>
                <a:ea typeface="微軟正黑體"/>
                <a:cs typeface="微軟正黑體"/>
              </a:rPr>
              <a:t> 個百分點，反映頭部與中段群組之間存在明顯斷層，若持續投資頭部將進一步擴大差距並提高集中風險。</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前十名平均占比為 </a:t>
            </a:r>
            <a:r>
              <a:rPr sz="1100" b="1">
                <a:solidFill>
                  <a:srgbClr val="1A1A1A"/>
                </a:solidFill>
                <a:highlight>
                  <a:srgbClr val="FFFF00"/>
                </a:highlight>
                <a:latin typeface="微軟正黑體"/>
                <a:ea typeface="微軟正黑體"/>
                <a:cs typeface="微軟正黑體"/>
              </a:rPr>
              <a:t>0.1%</a:t>
            </a:r>
            <a:r>
              <a:rPr sz="1100" b="0">
                <a:solidFill>
                  <a:srgbClr val="4D4D4D"/>
                </a:solidFill>
                <a:latin typeface="微軟正黑體"/>
                <a:ea typeface="微軟正黑體"/>
                <a:cs typeface="微軟正黑體"/>
              </a:rPr>
              <a:t>，若剩餘群組數量龐大且個別占比極低，代表中段群組缺乏規模經濟，建議優先識別具成長潛力的中段標的進行選擇性培育，而非全面分散資源。</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當前結構下應採取雙軌策略：對前三至五大群組維持穩定投入以鞏固基本盤，同時針對第六至十五名區間中成長率或轉換效率較高者進行試點投資，逐步降低對單一頭部群組的依賴度並建立第二梯隊。</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優先投資：強化頭部還是培育中段？</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前十大群組合計占比達 </a:t>
            </a:r>
            <a:r>
              <a:rPr sz="1300" b="1">
                <a:solidFill>
                  <a:srgbClr val="1A1A1A"/>
                </a:solidFill>
                <a:highlight>
                  <a:srgbClr val="FFFF00"/>
                </a:highlight>
                <a:latin typeface="微軟正黑體"/>
                <a:ea typeface="微軟正黑體"/>
                <a:cs typeface="微軟正黑體"/>
              </a:rPr>
              <a:t>1.4%</a:t>
            </a:r>
            <a:r>
              <a:rPr sz="1300" b="1">
                <a:solidFill>
                  <a:srgbClr val="1A1A1A"/>
                </a:solidFill>
                <a:latin typeface="微軟正黑體"/>
                <a:ea typeface="微軟正黑體"/>
                <a:cs typeface="微軟正黑體"/>
              </a:rPr>
              <a:t>，資源高度集中於頭部，中段群組發展空間受限</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本頁呈現 </a:t>
            </a:r>
            <a:r>
              <a:rPr sz="1100" b="1">
                <a:solidFill>
                  <a:srgbClr val="1A1A1A"/>
                </a:solidFill>
                <a:highlight>
                  <a:srgbClr val="FFFF00"/>
                </a:highlight>
                <a:latin typeface="微軟正黑體"/>
                <a:ea typeface="微軟正黑體"/>
                <a:cs typeface="微軟正黑體"/>
              </a:rPr>
              <a:t>62,235</a:t>
            </a:r>
            <a:r>
              <a:rPr sz="1100" b="0">
                <a:solidFill>
                  <a:srgbClr val="4D4D4D"/>
                </a:solidFill>
                <a:latin typeface="微軟正黑體"/>
                <a:ea typeface="微軟正黑體"/>
                <a:cs typeface="微軟正黑體"/>
              </a:rPr>
              <a:t> 個群組的分布狀況，絕大多數群組的個別占比極低，形成典型的長尾分布。這種結構意味著少數頭部群組貢獻主要價值，而大量尾部群組雖然數量龐大，但單一群組的影響力有限，管理成本可能超過其帶來的效益。</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長尾群組的管理策略應取決於維護成本與潛在價值的比較。若每個群組需要個別化服務或客製化支援，成本將隨群組數量線性增長；此時標準化管理（如統一的自助服務流程、自動化工具）可大幅降低單位成本，使長尾群組仍具經濟價值。</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選擇性淘汰適用於維護成本高且貢獻極低的群組。建議設定明確的淘汰門檻（如活躍度、貢獻度或成本效益比），並在執行前評估潛在的品牌風險與客戶流失影響。對於可能具備未來成長潛力的群組，應保留觀察期而非立即淘汰。</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混合策略可能是最佳解：對頭部群組提供高價值服務，對中段群組採標準化管理，對尾部群組設定最低服務門檻並定期檢視淘汰條件。這種分層管理既能控制成本，又能保留長尾群組中可能出現的潛力標的，避免過早放棄未來機會。</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長尾群組的管理策略</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長尾群組數量龐大但個別占比極低，標準化管理與選擇性淘汰需依資源效益權衡</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單一片段最高占比為 </a:t>
            </a:r>
            <a:r>
              <a:rPr sz="1100" b="1">
                <a:solidFill>
                  <a:srgbClr val="1A1A1A"/>
                </a:solidFill>
                <a:highlight>
                  <a:srgbClr val="FFFF00"/>
                </a:highlight>
                <a:latin typeface="微軟正黑體"/>
                <a:ea typeface="微軟正黑體"/>
                <a:cs typeface="微軟正黑體"/>
              </a:rPr>
              <a:t>0.4%</a:t>
            </a:r>
            <a:r>
              <a:rPr sz="1100" b="0">
                <a:solidFill>
                  <a:srgbClr val="4D4D4D"/>
                </a:solidFill>
                <a:latin typeface="微軟正黑體"/>
                <a:ea typeface="微軟正黑體"/>
                <a:cs typeface="微軟正黑體"/>
              </a:rPr>
              <a:t>（</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），建議設定單一片段占比上限閾值，當任一片段超過此值時觸發黃色預警，超過兩倍時升級為紅色預警並要求立即審查。</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前五大片段合計占比可作為集中度核心指標，建議設定季度監控基準線；當前五大合計占比較基準線上升超過預設幅度時，應啟動分散化行動計畫。</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第十名片段占比為 </a:t>
            </a:r>
            <a:r>
              <a:rPr sz="1100" b="1">
                <a:solidFill>
                  <a:srgbClr val="1A1A1A"/>
                </a:solidFill>
                <a:highlight>
                  <a:srgbClr val="FFFF00"/>
                </a:highlight>
                <a:latin typeface="微軟正黑體"/>
                <a:ea typeface="微軟正黑體"/>
                <a:cs typeface="微軟正黑體"/>
              </a:rPr>
              <a:t>0.1%</a:t>
            </a:r>
            <a:r>
              <a:rPr sz="1100" b="0">
                <a:solidFill>
                  <a:srgbClr val="4D4D4D"/>
                </a:solidFill>
                <a:latin typeface="微軟正黑體"/>
                <a:ea typeface="微軟正黑體"/>
                <a:cs typeface="微軟正黑體"/>
              </a:rPr>
              <a:t>（</a:t>
            </a:r>
            <a:r>
              <a:rPr sz="1100" b="1">
                <a:solidFill>
                  <a:srgbClr val="1A1A1A"/>
                </a:solidFill>
                <a:highlight>
                  <a:srgbClr val="FFFF00"/>
                </a:highlight>
                <a:latin typeface="微軟正黑體"/>
                <a:ea typeface="微軟正黑體"/>
                <a:cs typeface="微軟正黑體"/>
              </a:rPr>
              <a:t>nadinepreferredrealty</a:t>
            </a:r>
            <a:r>
              <a:rPr sz="1100" b="0">
                <a:solidFill>
                  <a:srgbClr val="4D4D4D"/>
                </a:solidFill>
                <a:latin typeface="微軟正黑體"/>
                <a:ea typeface="微軟正黑體"/>
                <a:cs typeface="微軟正黑體"/>
              </a:rPr>
              <a:t>），可作為中段群組健康度參考；建議設定中段群組數量下限，當占比介於此值與前五大之間的片段數量低於門檻時，視為多樣性不足。</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前十名僅涵蓋部分樣本，建議同步監控前二十至五十名的占比變化率，以偵測新興集中風險；當新進入前十名的片段占比成長速度超過既有片段平均值時，應納入觀察清單並評估潛在系統性風險。</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監控指標與預警機制</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前十大密碼片段合計占比達 </a:t>
            </a:r>
            <a:r>
              <a:rPr sz="1300" b="1">
                <a:solidFill>
                  <a:srgbClr val="1A1A1A"/>
                </a:solidFill>
                <a:highlight>
                  <a:srgbClr val="FFFF00"/>
                </a:highlight>
                <a:latin typeface="微軟正黑體"/>
                <a:ea typeface="微軟正黑體"/>
                <a:cs typeface="微軟正黑體"/>
              </a:rPr>
              <a:t>1.4%</a:t>
            </a:r>
            <a:r>
              <a:rPr sz="1300" b="1">
                <a:solidFill>
                  <a:srgbClr val="1A1A1A"/>
                </a:solidFill>
                <a:latin typeface="微軟正黑體"/>
                <a:ea typeface="微軟正黑體"/>
                <a:cs typeface="微軟正黑體"/>
              </a:rPr>
              <a:t>，集中度風險顯著，需設定動態閾值與分層預警機制</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68595" y="1247553"/>
            <a:ext cx="11242500" cy="4880100"/>
          </a:xfrm>
        </p:spPr>
        <p:txBody>
          <a:bodyPr wrap="square"/>
          <a:lstStyle/>
          <a:p>
            <a:pPr>
              <a:spcAft>
                <a:spcPts val="600"/>
              </a:spcAft>
            </a:pPr>
            <a:r>
              <a:rPr sz="1100" b="1">
                <a:solidFill>
                  <a:srgbClr val="C12026"/>
                </a:solidFill>
                <a:latin typeface="微軟正黑體"/>
                <a:ea typeface="微軟正黑體"/>
                <a:cs typeface="微軟正黑體"/>
              </a:rPr>
              <a:t>▸ 資料概況與分群｜</a:t>
            </a:r>
            <a:r>
              <a:rPr sz="1100" b="0">
                <a:solidFill>
                  <a:srgbClr val="4D4D4D"/>
                </a:solidFill>
                <a:latin typeface="微軟正黑體"/>
                <a:ea typeface="微軟正黑體"/>
                <a:cs typeface="微軟正黑體"/>
              </a:rPr>
              <a:t>資料集涵蓋 </a:t>
            </a:r>
            <a:r>
              <a:rPr sz="1100" b="1">
                <a:solidFill>
                  <a:srgbClr val="1A1A1A"/>
                </a:solidFill>
                <a:highlight>
                  <a:srgbClr val="FFFF00"/>
                </a:highlight>
                <a:latin typeface="微軟正黑體"/>
                <a:ea typeface="微軟正黑體"/>
                <a:cs typeface="微軟正黑體"/>
              </a:rPr>
              <a:t>bulletformyvalentine</a:t>
            </a:r>
            <a:r>
              <a:rPr sz="1100" b="0">
                <a:solidFill>
                  <a:srgbClr val="4D4D4D"/>
                </a:solidFill>
                <a:latin typeface="微軟正黑體"/>
                <a:ea typeface="微軟正黑體"/>
                <a:cs typeface="微軟正黑體"/>
              </a:rPr>
              <a:t> 等 passphrase 類別，整體規模達 </a:t>
            </a:r>
            <a:r>
              <a:rPr sz="1100" b="1">
                <a:solidFill>
                  <a:srgbClr val="1A1A1A"/>
                </a:solidFill>
                <a:highlight>
                  <a:srgbClr val="FFFF00"/>
                </a:highlight>
                <a:latin typeface="微軟正黑體"/>
                <a:ea typeface="微軟正黑體"/>
                <a:cs typeface="微軟正黑體"/>
              </a:rPr>
              <a:t>62,235</a:t>
            </a:r>
            <a:r>
              <a:rPr sz="1100" b="0">
                <a:solidFill>
                  <a:srgbClr val="4D4D4D"/>
                </a:solidFill>
                <a:latin typeface="微軟正黑體"/>
                <a:ea typeface="微軟正黑體"/>
                <a:cs typeface="微軟正黑體"/>
              </a:rPr>
              <a:t> 筆記錄</a:t>
            </a:r>
            <a:r>
              <a:rPr sz="1000" b="0">
                <a:solidFill>
                  <a:srgbClr val="666666"/>
                </a:solidFill>
                <a:latin typeface="微軟正黑體"/>
                <a:ea typeface="微軟正黑體"/>
                <a:cs typeface="微軟正黑體"/>
              </a:rPr>
              <a:t>（P.4）</a:t>
            </a:r>
          </a:p>
          <a:p>
            <a:pPr>
              <a:spcAft>
                <a:spcPts val="600"/>
              </a:spcAft>
            </a:pPr>
            <a:r>
              <a:rPr sz="1100" b="1">
                <a:solidFill>
                  <a:srgbClr val="C12026"/>
                </a:solidFill>
                <a:latin typeface="微軟正黑體"/>
                <a:ea typeface="微軟正黑體"/>
                <a:cs typeface="微軟正黑體"/>
              </a:rPr>
              <a:t>▸ 群組差異與關鍵特徵｜</a:t>
            </a:r>
            <a:r>
              <a:rPr sz="1100" b="0">
                <a:solidFill>
                  <a:srgbClr val="4D4D4D"/>
                </a:solidFill>
                <a:latin typeface="微軟正黑體"/>
                <a:ea typeface="微軟正黑體"/>
                <a:cs typeface="微軟正黑體"/>
              </a:rPr>
              <a:t>頭部與尾部群組規模差距懸殊，排名分布呈現典型冪次特徵，資源集中於少數頂端群組</a:t>
            </a:r>
            <a:r>
              <a:rPr sz="1000" b="0">
                <a:solidFill>
                  <a:srgbClr val="666666"/>
                </a:solidFill>
                <a:latin typeface="微軟正黑體"/>
                <a:ea typeface="微軟正黑體"/>
                <a:cs typeface="微軟正黑體"/>
              </a:rPr>
              <a:t>（P.8）</a:t>
            </a:r>
          </a:p>
          <a:p>
            <a:pPr>
              <a:spcAft>
                <a:spcPts val="600"/>
              </a:spcAft>
            </a:pPr>
            <a:r>
              <a:rPr sz="1100" b="1">
                <a:solidFill>
                  <a:srgbClr val="C12026"/>
                </a:solidFill>
                <a:latin typeface="微軟正黑體"/>
                <a:ea typeface="微軟正黑體"/>
                <a:cs typeface="微軟正黑體"/>
              </a:rPr>
              <a:t>▸ 風險與機會｜</a:t>
            </a:r>
            <a:r>
              <a:rPr sz="1100" b="0">
                <a:solidFill>
                  <a:srgbClr val="4D4D4D"/>
                </a:solidFill>
                <a:latin typeface="微軟正黑體"/>
                <a:ea typeface="微軟正黑體"/>
                <a:cs typeface="微軟正黑體"/>
              </a:rPr>
              <a:t>長尾群組數量達 </a:t>
            </a:r>
            <a:r>
              <a:rPr sz="1100" b="1">
                <a:solidFill>
                  <a:srgbClr val="1A1A1A"/>
                </a:solidFill>
                <a:highlight>
                  <a:srgbClr val="FFFF00"/>
                </a:highlight>
                <a:latin typeface="微軟正黑體"/>
                <a:ea typeface="微軟正黑體"/>
                <a:cs typeface="微軟正黑體"/>
              </a:rPr>
              <a:t>258</a:t>
            </a:r>
            <a:r>
              <a:rPr sz="1100" b="0">
                <a:solidFill>
                  <a:srgbClr val="4D4D4D"/>
                </a:solidFill>
                <a:latin typeface="微軟正黑體"/>
                <a:ea typeface="微軟正黑體"/>
                <a:cs typeface="微軟正黑體"/>
              </a:rPr>
              <a:t>，分散度足以降低單一群組集中風險</a:t>
            </a:r>
            <a:r>
              <a:rPr sz="1000" b="0">
                <a:solidFill>
                  <a:srgbClr val="666666"/>
                </a:solidFill>
                <a:latin typeface="微軟正黑體"/>
                <a:ea typeface="微軟正黑體"/>
                <a:cs typeface="微軟正黑體"/>
              </a:rPr>
              <a:t>（P.12）</a:t>
            </a:r>
          </a:p>
          <a:p>
            <a:pPr>
              <a:spcAft>
                <a:spcPts val="600"/>
              </a:spcAft>
            </a:pPr>
            <a:r>
              <a:rPr sz="1100" b="1">
                <a:solidFill>
                  <a:srgbClr val="C12026"/>
                </a:solidFill>
                <a:latin typeface="微軟正黑體"/>
                <a:ea typeface="微軟正黑體"/>
                <a:cs typeface="微軟正黑體"/>
              </a:rPr>
              <a:t>▸ 行動建議｜</a:t>
            </a:r>
            <a:r>
              <a:rPr sz="1100" b="0">
                <a:solidFill>
                  <a:srgbClr val="4D4D4D"/>
                </a:solidFill>
                <a:latin typeface="微軟正黑體"/>
                <a:ea typeface="微軟正黑體"/>
                <a:cs typeface="微軟正黑體"/>
              </a:rPr>
              <a:t>前十大群組合計占比達 </a:t>
            </a:r>
            <a:r>
              <a:rPr sz="1100" b="1">
                <a:solidFill>
                  <a:srgbClr val="1A1A1A"/>
                </a:solidFill>
                <a:highlight>
                  <a:srgbClr val="FFFF00"/>
                </a:highlight>
                <a:latin typeface="微軟正黑體"/>
                <a:ea typeface="微軟正黑體"/>
                <a:cs typeface="微軟正黑體"/>
              </a:rPr>
              <a:t>1.4%</a:t>
            </a:r>
            <a:r>
              <a:rPr sz="1100" b="0">
                <a:solidFill>
                  <a:srgbClr val="4D4D4D"/>
                </a:solidFill>
                <a:latin typeface="微軟正黑體"/>
                <a:ea typeface="微軟正黑體"/>
                <a:cs typeface="微軟正黑體"/>
              </a:rPr>
              <a:t>，資源高度集中於頭部，中段群組發展空間受限</a:t>
            </a:r>
            <a:r>
              <a:rPr sz="1000" b="0">
                <a:solidFill>
                  <a:srgbClr val="666666"/>
                </a:solidFill>
                <a:latin typeface="微軟正黑體"/>
                <a:ea typeface="微軟正黑體"/>
                <a:cs typeface="微軟正黑體"/>
              </a:rPr>
              <a:t>（P.16）</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結論與後續行動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4D4D4D"/>
                </a:solidFill>
                <a:latin typeface="微軟正黑體"/>
                <a:ea typeface="微軟正黑體"/>
                <a:cs typeface="微軟正黑體"/>
              </a:rPr>
              <a:t>感謝聆聽</a:t>
            </a:r>
          </a:p>
        </p:txBody>
      </p:sp>
    </p:spTree>
  </p:cSld>
  <p:clrMapOvr>
    <a:masterClrMapping/>
  </p:clrMapOvr>
</p:sld>
</file>

<file path=ppt/theme/theme1.xml><?xml version="1.0" encoding="utf-8"?>
<a:theme xmlns:a="http://schemas.openxmlformats.org/drawingml/2006/main" name="1_Office 佈景主題">
  <a:themeElements>
    <a:clrScheme name="Office 佈景主題">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Words>
  <Application>Microsoft Office PowerPoint</Application>
  <PresentationFormat>寬螢幕</PresentationFormat>
  <Paragraphs>2</Paragraphs>
  <Slides>5</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vt:i4>
      </vt:variant>
    </vt:vector>
  </HeadingPairs>
  <TitlesOfParts>
    <vt:vector size="10" baseType="lpstr">
      <vt:lpstr>Noto Sans Symbols</vt:lpstr>
      <vt:lpstr>Microsoft JhengHei</vt:lpstr>
      <vt:lpstr>Arial</vt:lpstr>
      <vt:lpstr>Noto Sans</vt:lpstr>
      <vt:lpstr>1_Office 佈景主題</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蕭宇喬</dc:creator>
  <cp:lastModifiedBy>蕭宇喬</cp:lastModifiedBy>
  <cp:revision>2</cp:revision>
  <dcterms:created xsi:type="dcterms:W3CDTF">2026-05-26T08:53:52Z</dcterms:created>
  <dcterms:modified xsi:type="dcterms:W3CDTF">2026-05-26T08:55:08Z</dcterms:modified>
</cp:coreProperties>
</file>